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9.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10.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11.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12.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13.xml" ContentType="application/vnd.openxmlformats-officedocument.theme+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4.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 id="2147484932" r:id="rId14"/>
    <p:sldMasterId id="2147484945" r:id="rId15"/>
    <p:sldMasterId id="2147484958" r:id="rId16"/>
    <p:sldMasterId id="2147484971" r:id="rId17"/>
  </p:sldMasterIdLst>
  <p:notesMasterIdLst>
    <p:notesMasterId r:id="rId60"/>
  </p:notesMasterIdLst>
  <p:handoutMasterIdLst>
    <p:handoutMasterId r:id="rId61"/>
  </p:handoutMasterIdLst>
  <p:sldIdLst>
    <p:sldId id="256" r:id="rId18"/>
    <p:sldId id="257" r:id="rId19"/>
    <p:sldId id="312" r:id="rId20"/>
    <p:sldId id="323" r:id="rId21"/>
    <p:sldId id="313" r:id="rId22"/>
    <p:sldId id="314" r:id="rId23"/>
    <p:sldId id="389" r:id="rId24"/>
    <p:sldId id="390" r:id="rId25"/>
    <p:sldId id="391" r:id="rId26"/>
    <p:sldId id="392" r:id="rId27"/>
    <p:sldId id="386" r:id="rId28"/>
    <p:sldId id="362" r:id="rId29"/>
    <p:sldId id="388" r:id="rId30"/>
    <p:sldId id="393" r:id="rId31"/>
    <p:sldId id="405" r:id="rId32"/>
    <p:sldId id="318" r:id="rId33"/>
    <p:sldId id="397" r:id="rId34"/>
    <p:sldId id="394" r:id="rId35"/>
    <p:sldId id="396" r:id="rId36"/>
    <p:sldId id="395" r:id="rId37"/>
    <p:sldId id="315" r:id="rId38"/>
    <p:sldId id="368" r:id="rId39"/>
    <p:sldId id="400" r:id="rId40"/>
    <p:sldId id="367" r:id="rId41"/>
    <p:sldId id="398" r:id="rId42"/>
    <p:sldId id="363" r:id="rId43"/>
    <p:sldId id="364" r:id="rId44"/>
    <p:sldId id="376" r:id="rId45"/>
    <p:sldId id="377" r:id="rId46"/>
    <p:sldId id="378" r:id="rId47"/>
    <p:sldId id="380" r:id="rId48"/>
    <p:sldId id="387" r:id="rId49"/>
    <p:sldId id="322" r:id="rId50"/>
    <p:sldId id="401" r:id="rId51"/>
    <p:sldId id="402" r:id="rId52"/>
    <p:sldId id="329" r:id="rId53"/>
    <p:sldId id="330" r:id="rId54"/>
    <p:sldId id="383" r:id="rId55"/>
    <p:sldId id="406" r:id="rId56"/>
    <p:sldId id="403" r:id="rId57"/>
    <p:sldId id="404" r:id="rId58"/>
    <p:sldId id="407" r:id="rId5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7C5682-499A-4C7A-B5DF-24115D9575BC}" v="44" dt="2025-09-24T10:34:42.425"/>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046" autoAdjust="0"/>
    <p:restoredTop sz="84416" autoAdjust="0"/>
  </p:normalViewPr>
  <p:slideViewPr>
    <p:cSldViewPr snapToGrid="0">
      <p:cViewPr varScale="1">
        <p:scale>
          <a:sx n="126" d="100"/>
          <a:sy n="126" d="100"/>
        </p:scale>
        <p:origin x="2712" y="330"/>
      </p:cViewPr>
      <p:guideLst>
        <p:guide orient="horz" pos="1933"/>
        <p:guide pos="2880"/>
        <p:guide pos="1791"/>
        <p:guide orient="horz" pos="3657"/>
        <p:guide pos="106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9.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slide" Target="slides/slide30.xml"/><Relationship Id="rId50" Type="http://schemas.openxmlformats.org/officeDocument/2006/relationships/slide" Target="slides/slide33.xml"/><Relationship Id="rId55" Type="http://schemas.openxmlformats.org/officeDocument/2006/relationships/slide" Target="slides/slide38.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2.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slide" Target="slides/slide36.xml"/><Relationship Id="rId58" Type="http://schemas.openxmlformats.org/officeDocument/2006/relationships/slide" Target="slides/slide41.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2.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slide" Target="slides/slide31.xml"/><Relationship Id="rId56" Type="http://schemas.openxmlformats.org/officeDocument/2006/relationships/slide" Target="slides/slide39.xml"/><Relationship Id="rId64"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4.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59" Type="http://schemas.openxmlformats.org/officeDocument/2006/relationships/slide" Target="slides/slide42.xml"/><Relationship Id="rId67" Type="http://schemas.microsoft.com/office/2016/11/relationships/changesInfo" Target="changesInfos/changesInfo1.xml"/><Relationship Id="rId20" Type="http://schemas.openxmlformats.org/officeDocument/2006/relationships/slide" Target="slides/slide3.xml"/><Relationship Id="rId41" Type="http://schemas.openxmlformats.org/officeDocument/2006/relationships/slide" Target="slides/slide24.xml"/><Relationship Id="rId54" Type="http://schemas.openxmlformats.org/officeDocument/2006/relationships/slide" Target="slides/slide37.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10" Type="http://schemas.openxmlformats.org/officeDocument/2006/relationships/slideMaster" Target="slideMasters/slideMaster7.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1.xml"/><Relationship Id="rId39"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1D7C5682-499A-4C7A-B5DF-24115D9575BC}"/>
    <pc:docChg chg="addSld modSld">
      <pc:chgData name="Paul Winser" userId="c3146a91-e6bd-4264-bd86-e164e04bc32d" providerId="ADAL" clId="{1D7C5682-499A-4C7A-B5DF-24115D9575BC}" dt="2025-09-24T10:34:31.374" v="49"/>
      <pc:docMkLst>
        <pc:docMk/>
      </pc:docMkLst>
      <pc:sldChg chg="addSp modSp mod">
        <pc:chgData name="Paul Winser" userId="c3146a91-e6bd-4264-bd86-e164e04bc32d" providerId="ADAL" clId="{1D7C5682-499A-4C7A-B5DF-24115D9575BC}" dt="2025-09-24T10:32:49.163" v="4" actId="20577"/>
        <pc:sldMkLst>
          <pc:docMk/>
          <pc:sldMk cId="0" sldId="256"/>
        </pc:sldMkLst>
        <pc:spChg chg="add mod">
          <ac:chgData name="Paul Winser" userId="c3146a91-e6bd-4264-bd86-e164e04bc32d" providerId="ADAL" clId="{1D7C5682-499A-4C7A-B5DF-24115D9575BC}" dt="2025-09-24T10:32:49.163" v="4" actId="20577"/>
          <ac:spMkLst>
            <pc:docMk/>
            <pc:sldMk cId="0" sldId="256"/>
            <ac:spMk id="2" creationId="{0A79F958-776E-25EC-0AD7-24BDDE84F2CD}"/>
          </ac:spMkLst>
        </pc:spChg>
      </pc:sldChg>
      <pc:sldChg chg="addSp modSp">
        <pc:chgData name="Paul Winser" userId="c3146a91-e6bd-4264-bd86-e164e04bc32d" providerId="ADAL" clId="{1D7C5682-499A-4C7A-B5DF-24115D9575BC}" dt="2025-09-24T10:32:51.834" v="5"/>
        <pc:sldMkLst>
          <pc:docMk/>
          <pc:sldMk cId="0" sldId="257"/>
        </pc:sldMkLst>
        <pc:spChg chg="add mod">
          <ac:chgData name="Paul Winser" userId="c3146a91-e6bd-4264-bd86-e164e04bc32d" providerId="ADAL" clId="{1D7C5682-499A-4C7A-B5DF-24115D9575BC}" dt="2025-09-24T10:32:51.834" v="5"/>
          <ac:spMkLst>
            <pc:docMk/>
            <pc:sldMk cId="0" sldId="257"/>
            <ac:spMk id="2" creationId="{9FD3D04B-C6A6-68B1-EE86-BEC60B0159F8}"/>
          </ac:spMkLst>
        </pc:spChg>
      </pc:sldChg>
      <pc:sldChg chg="addSp modSp">
        <pc:chgData name="Paul Winser" userId="c3146a91-e6bd-4264-bd86-e164e04bc32d" providerId="ADAL" clId="{1D7C5682-499A-4C7A-B5DF-24115D9575BC}" dt="2025-09-24T10:32:53.089" v="6"/>
        <pc:sldMkLst>
          <pc:docMk/>
          <pc:sldMk cId="1462100039" sldId="312"/>
        </pc:sldMkLst>
        <pc:spChg chg="add mod">
          <ac:chgData name="Paul Winser" userId="c3146a91-e6bd-4264-bd86-e164e04bc32d" providerId="ADAL" clId="{1D7C5682-499A-4C7A-B5DF-24115D9575BC}" dt="2025-09-24T10:32:53.089" v="6"/>
          <ac:spMkLst>
            <pc:docMk/>
            <pc:sldMk cId="1462100039" sldId="312"/>
            <ac:spMk id="2" creationId="{1FFAE968-64C1-EC96-54F8-0E380A1A1D23}"/>
          </ac:spMkLst>
        </pc:spChg>
      </pc:sldChg>
      <pc:sldChg chg="addSp modSp">
        <pc:chgData name="Paul Winser" userId="c3146a91-e6bd-4264-bd86-e164e04bc32d" providerId="ADAL" clId="{1D7C5682-499A-4C7A-B5DF-24115D9575BC}" dt="2025-09-24T10:32:56.955" v="8"/>
        <pc:sldMkLst>
          <pc:docMk/>
          <pc:sldMk cId="0" sldId="313"/>
        </pc:sldMkLst>
        <pc:spChg chg="add mod">
          <ac:chgData name="Paul Winser" userId="c3146a91-e6bd-4264-bd86-e164e04bc32d" providerId="ADAL" clId="{1D7C5682-499A-4C7A-B5DF-24115D9575BC}" dt="2025-09-24T10:32:56.955" v="8"/>
          <ac:spMkLst>
            <pc:docMk/>
            <pc:sldMk cId="0" sldId="313"/>
            <ac:spMk id="2" creationId="{CA933965-12F1-08F4-9993-B2ACFCB7EC50}"/>
          </ac:spMkLst>
        </pc:spChg>
      </pc:sldChg>
      <pc:sldChg chg="addSp modSp">
        <pc:chgData name="Paul Winser" userId="c3146a91-e6bd-4264-bd86-e164e04bc32d" providerId="ADAL" clId="{1D7C5682-499A-4C7A-B5DF-24115D9575BC}" dt="2025-09-24T10:32:59.198" v="9"/>
        <pc:sldMkLst>
          <pc:docMk/>
          <pc:sldMk cId="0" sldId="314"/>
        </pc:sldMkLst>
        <pc:spChg chg="add mod">
          <ac:chgData name="Paul Winser" userId="c3146a91-e6bd-4264-bd86-e164e04bc32d" providerId="ADAL" clId="{1D7C5682-499A-4C7A-B5DF-24115D9575BC}" dt="2025-09-24T10:32:59.198" v="9"/>
          <ac:spMkLst>
            <pc:docMk/>
            <pc:sldMk cId="0" sldId="314"/>
            <ac:spMk id="2" creationId="{0B1D6305-1BE2-EB6B-843F-0E2C199A75C8}"/>
          </ac:spMkLst>
        </pc:spChg>
      </pc:sldChg>
      <pc:sldChg chg="addSp modSp">
        <pc:chgData name="Paul Winser" userId="c3146a91-e6bd-4264-bd86-e164e04bc32d" providerId="ADAL" clId="{1D7C5682-499A-4C7A-B5DF-24115D9575BC}" dt="2025-09-24T10:33:30.716" v="25"/>
        <pc:sldMkLst>
          <pc:docMk/>
          <pc:sldMk cId="3334210411" sldId="315"/>
        </pc:sldMkLst>
        <pc:spChg chg="add mod">
          <ac:chgData name="Paul Winser" userId="c3146a91-e6bd-4264-bd86-e164e04bc32d" providerId="ADAL" clId="{1D7C5682-499A-4C7A-B5DF-24115D9575BC}" dt="2025-09-24T10:33:30.716" v="25"/>
          <ac:spMkLst>
            <pc:docMk/>
            <pc:sldMk cId="3334210411" sldId="315"/>
            <ac:spMk id="2" creationId="{A7067A98-EF71-A4C4-3D5B-08F59004F016}"/>
          </ac:spMkLst>
        </pc:spChg>
      </pc:sldChg>
      <pc:sldChg chg="addSp modSp">
        <pc:chgData name="Paul Winser" userId="c3146a91-e6bd-4264-bd86-e164e04bc32d" providerId="ADAL" clId="{1D7C5682-499A-4C7A-B5DF-24115D9575BC}" dt="2025-09-24T10:33:17.603" v="19"/>
        <pc:sldMkLst>
          <pc:docMk/>
          <pc:sldMk cId="0" sldId="318"/>
        </pc:sldMkLst>
        <pc:spChg chg="add mod">
          <ac:chgData name="Paul Winser" userId="c3146a91-e6bd-4264-bd86-e164e04bc32d" providerId="ADAL" clId="{1D7C5682-499A-4C7A-B5DF-24115D9575BC}" dt="2025-09-24T10:33:17.603" v="19"/>
          <ac:spMkLst>
            <pc:docMk/>
            <pc:sldMk cId="0" sldId="318"/>
            <ac:spMk id="2" creationId="{90066439-12C5-FCDC-482B-4B02956684FE}"/>
          </ac:spMkLst>
        </pc:spChg>
      </pc:sldChg>
      <pc:sldChg chg="addSp modSp">
        <pc:chgData name="Paul Winser" userId="c3146a91-e6bd-4264-bd86-e164e04bc32d" providerId="ADAL" clId="{1D7C5682-499A-4C7A-B5DF-24115D9575BC}" dt="2025-09-24T10:33:52.811" v="38"/>
        <pc:sldMkLst>
          <pc:docMk/>
          <pc:sldMk cId="3492946963" sldId="322"/>
        </pc:sldMkLst>
        <pc:spChg chg="add mod">
          <ac:chgData name="Paul Winser" userId="c3146a91-e6bd-4264-bd86-e164e04bc32d" providerId="ADAL" clId="{1D7C5682-499A-4C7A-B5DF-24115D9575BC}" dt="2025-09-24T10:33:52.811" v="38"/>
          <ac:spMkLst>
            <pc:docMk/>
            <pc:sldMk cId="3492946963" sldId="322"/>
            <ac:spMk id="2" creationId="{5F8E3A20-D72B-54A9-7C9D-79CEB25DB366}"/>
          </ac:spMkLst>
        </pc:spChg>
      </pc:sldChg>
      <pc:sldChg chg="addSp modSp">
        <pc:chgData name="Paul Winser" userId="c3146a91-e6bd-4264-bd86-e164e04bc32d" providerId="ADAL" clId="{1D7C5682-499A-4C7A-B5DF-24115D9575BC}" dt="2025-09-24T10:32:55.134" v="7"/>
        <pc:sldMkLst>
          <pc:docMk/>
          <pc:sldMk cId="3615509682" sldId="323"/>
        </pc:sldMkLst>
        <pc:spChg chg="add mod">
          <ac:chgData name="Paul Winser" userId="c3146a91-e6bd-4264-bd86-e164e04bc32d" providerId="ADAL" clId="{1D7C5682-499A-4C7A-B5DF-24115D9575BC}" dt="2025-09-24T10:32:55.134" v="7"/>
          <ac:spMkLst>
            <pc:docMk/>
            <pc:sldMk cId="3615509682" sldId="323"/>
            <ac:spMk id="3" creationId="{EA5FE4C5-647C-2614-16B3-99CB25D93A75}"/>
          </ac:spMkLst>
        </pc:spChg>
      </pc:sldChg>
      <pc:sldChg chg="addSp modSp mod">
        <pc:chgData name="Paul Winser" userId="c3146a91-e6bd-4264-bd86-e164e04bc32d" providerId="ADAL" clId="{1D7C5682-499A-4C7A-B5DF-24115D9575BC}" dt="2025-09-24T10:33:59.379" v="42" actId="1076"/>
        <pc:sldMkLst>
          <pc:docMk/>
          <pc:sldMk cId="353477816" sldId="329"/>
        </pc:sldMkLst>
        <pc:spChg chg="add mod">
          <ac:chgData name="Paul Winser" userId="c3146a91-e6bd-4264-bd86-e164e04bc32d" providerId="ADAL" clId="{1D7C5682-499A-4C7A-B5DF-24115D9575BC}" dt="2025-09-24T10:33:59.379" v="42" actId="1076"/>
          <ac:spMkLst>
            <pc:docMk/>
            <pc:sldMk cId="353477816" sldId="329"/>
            <ac:spMk id="3" creationId="{8C7F7A62-435D-20AD-82F7-366BFE2399D7}"/>
          </ac:spMkLst>
        </pc:spChg>
      </pc:sldChg>
      <pc:sldChg chg="addSp modSp">
        <pc:chgData name="Paul Winser" userId="c3146a91-e6bd-4264-bd86-e164e04bc32d" providerId="ADAL" clId="{1D7C5682-499A-4C7A-B5DF-24115D9575BC}" dt="2025-09-24T10:34:01.551" v="43"/>
        <pc:sldMkLst>
          <pc:docMk/>
          <pc:sldMk cId="2582907974" sldId="330"/>
        </pc:sldMkLst>
        <pc:spChg chg="add mod">
          <ac:chgData name="Paul Winser" userId="c3146a91-e6bd-4264-bd86-e164e04bc32d" providerId="ADAL" clId="{1D7C5682-499A-4C7A-B5DF-24115D9575BC}" dt="2025-09-24T10:34:01.551" v="43"/>
          <ac:spMkLst>
            <pc:docMk/>
            <pc:sldMk cId="2582907974" sldId="330"/>
            <ac:spMk id="2" creationId="{90F38EC5-B2DD-0C18-CDB3-810E4BCF67D7}"/>
          </ac:spMkLst>
        </pc:spChg>
      </pc:sldChg>
      <pc:sldChg chg="addSp modSp">
        <pc:chgData name="Paul Winser" userId="c3146a91-e6bd-4264-bd86-e164e04bc32d" providerId="ADAL" clId="{1D7C5682-499A-4C7A-B5DF-24115D9575BC}" dt="2025-09-24T10:33:10.348" v="15"/>
        <pc:sldMkLst>
          <pc:docMk/>
          <pc:sldMk cId="56046954" sldId="362"/>
        </pc:sldMkLst>
        <pc:spChg chg="add mod">
          <ac:chgData name="Paul Winser" userId="c3146a91-e6bd-4264-bd86-e164e04bc32d" providerId="ADAL" clId="{1D7C5682-499A-4C7A-B5DF-24115D9575BC}" dt="2025-09-24T10:33:10.348" v="15"/>
          <ac:spMkLst>
            <pc:docMk/>
            <pc:sldMk cId="56046954" sldId="362"/>
            <ac:spMk id="4" creationId="{232FD9D0-B717-42B5-4A41-8DE16CC38678}"/>
          </ac:spMkLst>
        </pc:spChg>
      </pc:sldChg>
      <pc:sldChg chg="addSp modSp">
        <pc:chgData name="Paul Winser" userId="c3146a91-e6bd-4264-bd86-e164e04bc32d" providerId="ADAL" clId="{1D7C5682-499A-4C7A-B5DF-24115D9575BC}" dt="2025-09-24T10:33:39.515" v="30"/>
        <pc:sldMkLst>
          <pc:docMk/>
          <pc:sldMk cId="1383618370" sldId="363"/>
        </pc:sldMkLst>
        <pc:spChg chg="add mod">
          <ac:chgData name="Paul Winser" userId="c3146a91-e6bd-4264-bd86-e164e04bc32d" providerId="ADAL" clId="{1D7C5682-499A-4C7A-B5DF-24115D9575BC}" dt="2025-09-24T10:33:39.515" v="30"/>
          <ac:spMkLst>
            <pc:docMk/>
            <pc:sldMk cId="1383618370" sldId="363"/>
            <ac:spMk id="8" creationId="{F8E90531-3445-B479-DB6F-7BC60CE48C78}"/>
          </ac:spMkLst>
        </pc:spChg>
      </pc:sldChg>
      <pc:sldChg chg="addSp modSp">
        <pc:chgData name="Paul Winser" userId="c3146a91-e6bd-4264-bd86-e164e04bc32d" providerId="ADAL" clId="{1D7C5682-499A-4C7A-B5DF-24115D9575BC}" dt="2025-09-24T10:33:41.133" v="31"/>
        <pc:sldMkLst>
          <pc:docMk/>
          <pc:sldMk cId="4161251821" sldId="364"/>
        </pc:sldMkLst>
        <pc:spChg chg="add mod">
          <ac:chgData name="Paul Winser" userId="c3146a91-e6bd-4264-bd86-e164e04bc32d" providerId="ADAL" clId="{1D7C5682-499A-4C7A-B5DF-24115D9575BC}" dt="2025-09-24T10:33:41.133" v="31"/>
          <ac:spMkLst>
            <pc:docMk/>
            <pc:sldMk cId="4161251821" sldId="364"/>
            <ac:spMk id="5" creationId="{9FF4B0DB-C01F-8B7F-59E4-830E291F85DD}"/>
          </ac:spMkLst>
        </pc:spChg>
      </pc:sldChg>
      <pc:sldChg chg="addSp modSp">
        <pc:chgData name="Paul Winser" userId="c3146a91-e6bd-4264-bd86-e164e04bc32d" providerId="ADAL" clId="{1D7C5682-499A-4C7A-B5DF-24115D9575BC}" dt="2025-09-24T10:33:36.228" v="28"/>
        <pc:sldMkLst>
          <pc:docMk/>
          <pc:sldMk cId="234666829" sldId="367"/>
        </pc:sldMkLst>
        <pc:spChg chg="add mod">
          <ac:chgData name="Paul Winser" userId="c3146a91-e6bd-4264-bd86-e164e04bc32d" providerId="ADAL" clId="{1D7C5682-499A-4C7A-B5DF-24115D9575BC}" dt="2025-09-24T10:33:36.228" v="28"/>
          <ac:spMkLst>
            <pc:docMk/>
            <pc:sldMk cId="234666829" sldId="367"/>
            <ac:spMk id="2" creationId="{606E9461-E993-5DFA-42D3-7BD4C6A86ED5}"/>
          </ac:spMkLst>
        </pc:spChg>
      </pc:sldChg>
      <pc:sldChg chg="addSp modSp">
        <pc:chgData name="Paul Winser" userId="c3146a91-e6bd-4264-bd86-e164e04bc32d" providerId="ADAL" clId="{1D7C5682-499A-4C7A-B5DF-24115D9575BC}" dt="2025-09-24T10:33:32.221" v="26"/>
        <pc:sldMkLst>
          <pc:docMk/>
          <pc:sldMk cId="1964682449" sldId="368"/>
        </pc:sldMkLst>
        <pc:spChg chg="add mod">
          <ac:chgData name="Paul Winser" userId="c3146a91-e6bd-4264-bd86-e164e04bc32d" providerId="ADAL" clId="{1D7C5682-499A-4C7A-B5DF-24115D9575BC}" dt="2025-09-24T10:33:32.221" v="26"/>
          <ac:spMkLst>
            <pc:docMk/>
            <pc:sldMk cId="1964682449" sldId="368"/>
            <ac:spMk id="4" creationId="{850C520F-B097-BE75-7F47-0CB2B71871C1}"/>
          </ac:spMkLst>
        </pc:spChg>
      </pc:sldChg>
      <pc:sldChg chg="addSp modSp mod">
        <pc:chgData name="Paul Winser" userId="c3146a91-e6bd-4264-bd86-e164e04bc32d" providerId="ADAL" clId="{1D7C5682-499A-4C7A-B5DF-24115D9575BC}" dt="2025-09-24T10:33:45.751" v="33" actId="1076"/>
        <pc:sldMkLst>
          <pc:docMk/>
          <pc:sldMk cId="2500078156" sldId="376"/>
        </pc:sldMkLst>
        <pc:spChg chg="add mod">
          <ac:chgData name="Paul Winser" userId="c3146a91-e6bd-4264-bd86-e164e04bc32d" providerId="ADAL" clId="{1D7C5682-499A-4C7A-B5DF-24115D9575BC}" dt="2025-09-24T10:33:45.751" v="33" actId="1076"/>
          <ac:spMkLst>
            <pc:docMk/>
            <pc:sldMk cId="2500078156" sldId="376"/>
            <ac:spMk id="6" creationId="{536360B3-79FF-F8D0-E848-A91E7F935D5C}"/>
          </ac:spMkLst>
        </pc:spChg>
      </pc:sldChg>
      <pc:sldChg chg="addSp modSp">
        <pc:chgData name="Paul Winser" userId="c3146a91-e6bd-4264-bd86-e164e04bc32d" providerId="ADAL" clId="{1D7C5682-499A-4C7A-B5DF-24115D9575BC}" dt="2025-09-24T10:33:46.990" v="34"/>
        <pc:sldMkLst>
          <pc:docMk/>
          <pc:sldMk cId="60694580" sldId="377"/>
        </pc:sldMkLst>
        <pc:spChg chg="add mod">
          <ac:chgData name="Paul Winser" userId="c3146a91-e6bd-4264-bd86-e164e04bc32d" providerId="ADAL" clId="{1D7C5682-499A-4C7A-B5DF-24115D9575BC}" dt="2025-09-24T10:33:46.990" v="34"/>
          <ac:spMkLst>
            <pc:docMk/>
            <pc:sldMk cId="60694580" sldId="377"/>
            <ac:spMk id="2" creationId="{6A276328-F3BD-EAB3-9BF6-64C47E3602E5}"/>
          </ac:spMkLst>
        </pc:spChg>
      </pc:sldChg>
      <pc:sldChg chg="addSp modSp">
        <pc:chgData name="Paul Winser" userId="c3146a91-e6bd-4264-bd86-e164e04bc32d" providerId="ADAL" clId="{1D7C5682-499A-4C7A-B5DF-24115D9575BC}" dt="2025-09-24T10:33:48.284" v="35"/>
        <pc:sldMkLst>
          <pc:docMk/>
          <pc:sldMk cId="3737726914" sldId="378"/>
        </pc:sldMkLst>
        <pc:spChg chg="add mod">
          <ac:chgData name="Paul Winser" userId="c3146a91-e6bd-4264-bd86-e164e04bc32d" providerId="ADAL" clId="{1D7C5682-499A-4C7A-B5DF-24115D9575BC}" dt="2025-09-24T10:33:48.284" v="35"/>
          <ac:spMkLst>
            <pc:docMk/>
            <pc:sldMk cId="3737726914" sldId="378"/>
            <ac:spMk id="2" creationId="{6312EF7E-3E3D-E1A8-8560-D61BE2E2165F}"/>
          </ac:spMkLst>
        </pc:spChg>
      </pc:sldChg>
      <pc:sldChg chg="addSp modSp">
        <pc:chgData name="Paul Winser" userId="c3146a91-e6bd-4264-bd86-e164e04bc32d" providerId="ADAL" clId="{1D7C5682-499A-4C7A-B5DF-24115D9575BC}" dt="2025-09-24T10:33:50.192" v="36"/>
        <pc:sldMkLst>
          <pc:docMk/>
          <pc:sldMk cId="2419414111" sldId="380"/>
        </pc:sldMkLst>
        <pc:spChg chg="add mod">
          <ac:chgData name="Paul Winser" userId="c3146a91-e6bd-4264-bd86-e164e04bc32d" providerId="ADAL" clId="{1D7C5682-499A-4C7A-B5DF-24115D9575BC}" dt="2025-09-24T10:33:50.192" v="36"/>
          <ac:spMkLst>
            <pc:docMk/>
            <pc:sldMk cId="2419414111" sldId="380"/>
            <ac:spMk id="9" creationId="{7FAA2388-39C5-0668-C913-72ADC990EE68}"/>
          </ac:spMkLst>
        </pc:spChg>
      </pc:sldChg>
      <pc:sldChg chg="addSp modSp">
        <pc:chgData name="Paul Winser" userId="c3146a91-e6bd-4264-bd86-e164e04bc32d" providerId="ADAL" clId="{1D7C5682-499A-4C7A-B5DF-24115D9575BC}" dt="2025-09-24T10:34:03.227" v="44"/>
        <pc:sldMkLst>
          <pc:docMk/>
          <pc:sldMk cId="1007173279" sldId="383"/>
        </pc:sldMkLst>
        <pc:spChg chg="add mod">
          <ac:chgData name="Paul Winser" userId="c3146a91-e6bd-4264-bd86-e164e04bc32d" providerId="ADAL" clId="{1D7C5682-499A-4C7A-B5DF-24115D9575BC}" dt="2025-09-24T10:34:03.227" v="44"/>
          <ac:spMkLst>
            <pc:docMk/>
            <pc:sldMk cId="1007173279" sldId="383"/>
            <ac:spMk id="3" creationId="{5F636F04-AE2A-94B5-E494-E1E434603A14}"/>
          </ac:spMkLst>
        </pc:spChg>
      </pc:sldChg>
      <pc:sldChg chg="addSp modSp">
        <pc:chgData name="Paul Winser" userId="c3146a91-e6bd-4264-bd86-e164e04bc32d" providerId="ADAL" clId="{1D7C5682-499A-4C7A-B5DF-24115D9575BC}" dt="2025-09-24T10:33:08.526" v="14"/>
        <pc:sldMkLst>
          <pc:docMk/>
          <pc:sldMk cId="1012658334" sldId="386"/>
        </pc:sldMkLst>
        <pc:spChg chg="add mod">
          <ac:chgData name="Paul Winser" userId="c3146a91-e6bd-4264-bd86-e164e04bc32d" providerId="ADAL" clId="{1D7C5682-499A-4C7A-B5DF-24115D9575BC}" dt="2025-09-24T10:33:08.526" v="14"/>
          <ac:spMkLst>
            <pc:docMk/>
            <pc:sldMk cId="1012658334" sldId="386"/>
            <ac:spMk id="4" creationId="{C13A2EE1-E57A-432F-82B3-6B6A656EDF06}"/>
          </ac:spMkLst>
        </pc:spChg>
      </pc:sldChg>
      <pc:sldChg chg="addSp modSp">
        <pc:chgData name="Paul Winser" userId="c3146a91-e6bd-4264-bd86-e164e04bc32d" providerId="ADAL" clId="{1D7C5682-499A-4C7A-B5DF-24115D9575BC}" dt="2025-09-24T10:33:51.460" v="37"/>
        <pc:sldMkLst>
          <pc:docMk/>
          <pc:sldMk cId="2815861292" sldId="387"/>
        </pc:sldMkLst>
        <pc:spChg chg="add mod">
          <ac:chgData name="Paul Winser" userId="c3146a91-e6bd-4264-bd86-e164e04bc32d" providerId="ADAL" clId="{1D7C5682-499A-4C7A-B5DF-24115D9575BC}" dt="2025-09-24T10:33:51.460" v="37"/>
          <ac:spMkLst>
            <pc:docMk/>
            <pc:sldMk cId="2815861292" sldId="387"/>
            <ac:spMk id="3" creationId="{6DE3E4E2-3C6E-6773-16FC-849081B555E9}"/>
          </ac:spMkLst>
        </pc:spChg>
      </pc:sldChg>
      <pc:sldChg chg="addSp modSp">
        <pc:chgData name="Paul Winser" userId="c3146a91-e6bd-4264-bd86-e164e04bc32d" providerId="ADAL" clId="{1D7C5682-499A-4C7A-B5DF-24115D9575BC}" dt="2025-09-24T10:33:11.856" v="16"/>
        <pc:sldMkLst>
          <pc:docMk/>
          <pc:sldMk cId="880108578" sldId="388"/>
        </pc:sldMkLst>
        <pc:spChg chg="add mod">
          <ac:chgData name="Paul Winser" userId="c3146a91-e6bd-4264-bd86-e164e04bc32d" providerId="ADAL" clId="{1D7C5682-499A-4C7A-B5DF-24115D9575BC}" dt="2025-09-24T10:33:11.856" v="16"/>
          <ac:spMkLst>
            <pc:docMk/>
            <pc:sldMk cId="880108578" sldId="388"/>
            <ac:spMk id="10" creationId="{38244572-42CB-6BD9-B4EB-A4BB4063FFE4}"/>
          </ac:spMkLst>
        </pc:spChg>
      </pc:sldChg>
      <pc:sldChg chg="addSp modSp">
        <pc:chgData name="Paul Winser" userId="c3146a91-e6bd-4264-bd86-e164e04bc32d" providerId="ADAL" clId="{1D7C5682-499A-4C7A-B5DF-24115D9575BC}" dt="2025-09-24T10:33:00.705" v="10"/>
        <pc:sldMkLst>
          <pc:docMk/>
          <pc:sldMk cId="3174545517" sldId="389"/>
        </pc:sldMkLst>
        <pc:spChg chg="add mod">
          <ac:chgData name="Paul Winser" userId="c3146a91-e6bd-4264-bd86-e164e04bc32d" providerId="ADAL" clId="{1D7C5682-499A-4C7A-B5DF-24115D9575BC}" dt="2025-09-24T10:33:00.705" v="10"/>
          <ac:spMkLst>
            <pc:docMk/>
            <pc:sldMk cId="3174545517" sldId="389"/>
            <ac:spMk id="2" creationId="{C47E56D9-3F59-637D-674A-94131B78E160}"/>
          </ac:spMkLst>
        </pc:spChg>
      </pc:sldChg>
      <pc:sldChg chg="addSp modSp">
        <pc:chgData name="Paul Winser" userId="c3146a91-e6bd-4264-bd86-e164e04bc32d" providerId="ADAL" clId="{1D7C5682-499A-4C7A-B5DF-24115D9575BC}" dt="2025-09-24T10:33:02.513" v="11"/>
        <pc:sldMkLst>
          <pc:docMk/>
          <pc:sldMk cId="4215347271" sldId="390"/>
        </pc:sldMkLst>
        <pc:spChg chg="add mod">
          <ac:chgData name="Paul Winser" userId="c3146a91-e6bd-4264-bd86-e164e04bc32d" providerId="ADAL" clId="{1D7C5682-499A-4C7A-B5DF-24115D9575BC}" dt="2025-09-24T10:33:02.513" v="11"/>
          <ac:spMkLst>
            <pc:docMk/>
            <pc:sldMk cId="4215347271" sldId="390"/>
            <ac:spMk id="2" creationId="{06430751-A3B8-5246-4E0B-051105E16DDF}"/>
          </ac:spMkLst>
        </pc:spChg>
      </pc:sldChg>
      <pc:sldChg chg="addSp modSp">
        <pc:chgData name="Paul Winser" userId="c3146a91-e6bd-4264-bd86-e164e04bc32d" providerId="ADAL" clId="{1D7C5682-499A-4C7A-B5DF-24115D9575BC}" dt="2025-09-24T10:33:04.034" v="12"/>
        <pc:sldMkLst>
          <pc:docMk/>
          <pc:sldMk cId="3667707961" sldId="391"/>
        </pc:sldMkLst>
        <pc:spChg chg="add mod">
          <ac:chgData name="Paul Winser" userId="c3146a91-e6bd-4264-bd86-e164e04bc32d" providerId="ADAL" clId="{1D7C5682-499A-4C7A-B5DF-24115D9575BC}" dt="2025-09-24T10:33:04.034" v="12"/>
          <ac:spMkLst>
            <pc:docMk/>
            <pc:sldMk cId="3667707961" sldId="391"/>
            <ac:spMk id="3" creationId="{196218EA-4CDE-5E98-F399-C3E2F93A10D4}"/>
          </ac:spMkLst>
        </pc:spChg>
      </pc:sldChg>
      <pc:sldChg chg="addSp modSp">
        <pc:chgData name="Paul Winser" userId="c3146a91-e6bd-4264-bd86-e164e04bc32d" providerId="ADAL" clId="{1D7C5682-499A-4C7A-B5DF-24115D9575BC}" dt="2025-09-24T10:33:05.713" v="13"/>
        <pc:sldMkLst>
          <pc:docMk/>
          <pc:sldMk cId="2547654250" sldId="392"/>
        </pc:sldMkLst>
        <pc:spChg chg="add mod">
          <ac:chgData name="Paul Winser" userId="c3146a91-e6bd-4264-bd86-e164e04bc32d" providerId="ADAL" clId="{1D7C5682-499A-4C7A-B5DF-24115D9575BC}" dt="2025-09-24T10:33:05.713" v="13"/>
          <ac:spMkLst>
            <pc:docMk/>
            <pc:sldMk cId="2547654250" sldId="392"/>
            <ac:spMk id="2" creationId="{6925D611-B6AC-9CD9-E67D-F7A1DD0B9681}"/>
          </ac:spMkLst>
        </pc:spChg>
      </pc:sldChg>
      <pc:sldChg chg="addSp modSp">
        <pc:chgData name="Paul Winser" userId="c3146a91-e6bd-4264-bd86-e164e04bc32d" providerId="ADAL" clId="{1D7C5682-499A-4C7A-B5DF-24115D9575BC}" dt="2025-09-24T10:33:13.858" v="17"/>
        <pc:sldMkLst>
          <pc:docMk/>
          <pc:sldMk cId="1282772465" sldId="393"/>
        </pc:sldMkLst>
        <pc:spChg chg="add mod">
          <ac:chgData name="Paul Winser" userId="c3146a91-e6bd-4264-bd86-e164e04bc32d" providerId="ADAL" clId="{1D7C5682-499A-4C7A-B5DF-24115D9575BC}" dt="2025-09-24T10:33:13.858" v="17"/>
          <ac:spMkLst>
            <pc:docMk/>
            <pc:sldMk cId="1282772465" sldId="393"/>
            <ac:spMk id="3" creationId="{3457DD44-D974-B59F-157C-A1535CA9135A}"/>
          </ac:spMkLst>
        </pc:spChg>
      </pc:sldChg>
      <pc:sldChg chg="addSp modSp">
        <pc:chgData name="Paul Winser" userId="c3146a91-e6bd-4264-bd86-e164e04bc32d" providerId="ADAL" clId="{1D7C5682-499A-4C7A-B5DF-24115D9575BC}" dt="2025-09-24T10:33:20.728" v="21"/>
        <pc:sldMkLst>
          <pc:docMk/>
          <pc:sldMk cId="3971446057" sldId="394"/>
        </pc:sldMkLst>
        <pc:spChg chg="add mod">
          <ac:chgData name="Paul Winser" userId="c3146a91-e6bd-4264-bd86-e164e04bc32d" providerId="ADAL" clId="{1D7C5682-499A-4C7A-B5DF-24115D9575BC}" dt="2025-09-24T10:33:20.728" v="21"/>
          <ac:spMkLst>
            <pc:docMk/>
            <pc:sldMk cId="3971446057" sldId="394"/>
            <ac:spMk id="2" creationId="{BCEBBD9C-D5BB-5422-10FE-19521ECB84C0}"/>
          </ac:spMkLst>
        </pc:spChg>
      </pc:sldChg>
      <pc:sldChg chg="addSp modSp mod">
        <pc:chgData name="Paul Winser" userId="c3146a91-e6bd-4264-bd86-e164e04bc32d" providerId="ADAL" clId="{1D7C5682-499A-4C7A-B5DF-24115D9575BC}" dt="2025-09-24T10:33:29.725" v="24" actId="1076"/>
        <pc:sldMkLst>
          <pc:docMk/>
          <pc:sldMk cId="2772606579" sldId="395"/>
        </pc:sldMkLst>
        <pc:spChg chg="add mod">
          <ac:chgData name="Paul Winser" userId="c3146a91-e6bd-4264-bd86-e164e04bc32d" providerId="ADAL" clId="{1D7C5682-499A-4C7A-B5DF-24115D9575BC}" dt="2025-09-24T10:33:29.725" v="24" actId="1076"/>
          <ac:spMkLst>
            <pc:docMk/>
            <pc:sldMk cId="2772606579" sldId="395"/>
            <ac:spMk id="3" creationId="{236E295E-FF6A-19A0-312E-F2C4BD010BF2}"/>
          </ac:spMkLst>
        </pc:spChg>
      </pc:sldChg>
      <pc:sldChg chg="addSp modSp">
        <pc:chgData name="Paul Winser" userId="c3146a91-e6bd-4264-bd86-e164e04bc32d" providerId="ADAL" clId="{1D7C5682-499A-4C7A-B5DF-24115D9575BC}" dt="2025-09-24T10:33:22.338" v="22"/>
        <pc:sldMkLst>
          <pc:docMk/>
          <pc:sldMk cId="1390131937" sldId="396"/>
        </pc:sldMkLst>
        <pc:spChg chg="add mod">
          <ac:chgData name="Paul Winser" userId="c3146a91-e6bd-4264-bd86-e164e04bc32d" providerId="ADAL" clId="{1D7C5682-499A-4C7A-B5DF-24115D9575BC}" dt="2025-09-24T10:33:22.338" v="22"/>
          <ac:spMkLst>
            <pc:docMk/>
            <pc:sldMk cId="1390131937" sldId="396"/>
            <ac:spMk id="2" creationId="{73A79E9B-0EE4-794E-D410-513F0788A124}"/>
          </ac:spMkLst>
        </pc:spChg>
      </pc:sldChg>
      <pc:sldChg chg="addSp modSp">
        <pc:chgData name="Paul Winser" userId="c3146a91-e6bd-4264-bd86-e164e04bc32d" providerId="ADAL" clId="{1D7C5682-499A-4C7A-B5DF-24115D9575BC}" dt="2025-09-24T10:33:19.117" v="20"/>
        <pc:sldMkLst>
          <pc:docMk/>
          <pc:sldMk cId="3640243544" sldId="397"/>
        </pc:sldMkLst>
        <pc:spChg chg="add mod">
          <ac:chgData name="Paul Winser" userId="c3146a91-e6bd-4264-bd86-e164e04bc32d" providerId="ADAL" clId="{1D7C5682-499A-4C7A-B5DF-24115D9575BC}" dt="2025-09-24T10:33:19.117" v="20"/>
          <ac:spMkLst>
            <pc:docMk/>
            <pc:sldMk cId="3640243544" sldId="397"/>
            <ac:spMk id="2" creationId="{298E6FF9-8C57-1BC6-9FB4-7984720FD594}"/>
          </ac:spMkLst>
        </pc:spChg>
      </pc:sldChg>
      <pc:sldChg chg="addSp modSp">
        <pc:chgData name="Paul Winser" userId="c3146a91-e6bd-4264-bd86-e164e04bc32d" providerId="ADAL" clId="{1D7C5682-499A-4C7A-B5DF-24115D9575BC}" dt="2025-09-24T10:33:37.801" v="29"/>
        <pc:sldMkLst>
          <pc:docMk/>
          <pc:sldMk cId="2597595156" sldId="398"/>
        </pc:sldMkLst>
        <pc:spChg chg="add mod">
          <ac:chgData name="Paul Winser" userId="c3146a91-e6bd-4264-bd86-e164e04bc32d" providerId="ADAL" clId="{1D7C5682-499A-4C7A-B5DF-24115D9575BC}" dt="2025-09-24T10:33:37.801" v="29"/>
          <ac:spMkLst>
            <pc:docMk/>
            <pc:sldMk cId="2597595156" sldId="398"/>
            <ac:spMk id="2" creationId="{C4D331D2-B16C-8551-E5CB-6848A33350AD}"/>
          </ac:spMkLst>
        </pc:spChg>
      </pc:sldChg>
      <pc:sldChg chg="addSp modSp">
        <pc:chgData name="Paul Winser" userId="c3146a91-e6bd-4264-bd86-e164e04bc32d" providerId="ADAL" clId="{1D7C5682-499A-4C7A-B5DF-24115D9575BC}" dt="2025-09-24T10:33:34.437" v="27"/>
        <pc:sldMkLst>
          <pc:docMk/>
          <pc:sldMk cId="2810678467" sldId="400"/>
        </pc:sldMkLst>
        <pc:spChg chg="add mod">
          <ac:chgData name="Paul Winser" userId="c3146a91-e6bd-4264-bd86-e164e04bc32d" providerId="ADAL" clId="{1D7C5682-499A-4C7A-B5DF-24115D9575BC}" dt="2025-09-24T10:33:34.437" v="27"/>
          <ac:spMkLst>
            <pc:docMk/>
            <pc:sldMk cId="2810678467" sldId="400"/>
            <ac:spMk id="4" creationId="{80B46583-DE91-5995-F943-DF49C5E41A1C}"/>
          </ac:spMkLst>
        </pc:spChg>
      </pc:sldChg>
      <pc:sldChg chg="addSp modSp">
        <pc:chgData name="Paul Winser" userId="c3146a91-e6bd-4264-bd86-e164e04bc32d" providerId="ADAL" clId="{1D7C5682-499A-4C7A-B5DF-24115D9575BC}" dt="2025-09-24T10:33:54.378" v="39"/>
        <pc:sldMkLst>
          <pc:docMk/>
          <pc:sldMk cId="653601758" sldId="401"/>
        </pc:sldMkLst>
        <pc:spChg chg="add mod">
          <ac:chgData name="Paul Winser" userId="c3146a91-e6bd-4264-bd86-e164e04bc32d" providerId="ADAL" clId="{1D7C5682-499A-4C7A-B5DF-24115D9575BC}" dt="2025-09-24T10:33:54.378" v="39"/>
          <ac:spMkLst>
            <pc:docMk/>
            <pc:sldMk cId="653601758" sldId="401"/>
            <ac:spMk id="2" creationId="{E2ECBA98-36A6-19A3-3D48-5FAF6A1DD4C5}"/>
          </ac:spMkLst>
        </pc:spChg>
      </pc:sldChg>
      <pc:sldChg chg="addSp modSp">
        <pc:chgData name="Paul Winser" userId="c3146a91-e6bd-4264-bd86-e164e04bc32d" providerId="ADAL" clId="{1D7C5682-499A-4C7A-B5DF-24115D9575BC}" dt="2025-09-24T10:33:55.545" v="40"/>
        <pc:sldMkLst>
          <pc:docMk/>
          <pc:sldMk cId="631334900" sldId="402"/>
        </pc:sldMkLst>
        <pc:spChg chg="add mod">
          <ac:chgData name="Paul Winser" userId="c3146a91-e6bd-4264-bd86-e164e04bc32d" providerId="ADAL" clId="{1D7C5682-499A-4C7A-B5DF-24115D9575BC}" dt="2025-09-24T10:33:55.545" v="40"/>
          <ac:spMkLst>
            <pc:docMk/>
            <pc:sldMk cId="631334900" sldId="402"/>
            <ac:spMk id="2" creationId="{6D665A08-3E87-0F90-3A4B-4D3D9645D70D}"/>
          </ac:spMkLst>
        </pc:spChg>
      </pc:sldChg>
      <pc:sldChg chg="addSp modSp">
        <pc:chgData name="Paul Winser" userId="c3146a91-e6bd-4264-bd86-e164e04bc32d" providerId="ADAL" clId="{1D7C5682-499A-4C7A-B5DF-24115D9575BC}" dt="2025-09-24T10:34:05.910" v="46"/>
        <pc:sldMkLst>
          <pc:docMk/>
          <pc:sldMk cId="2677412417" sldId="403"/>
        </pc:sldMkLst>
        <pc:spChg chg="add mod">
          <ac:chgData name="Paul Winser" userId="c3146a91-e6bd-4264-bd86-e164e04bc32d" providerId="ADAL" clId="{1D7C5682-499A-4C7A-B5DF-24115D9575BC}" dt="2025-09-24T10:34:05.910" v="46"/>
          <ac:spMkLst>
            <pc:docMk/>
            <pc:sldMk cId="2677412417" sldId="403"/>
            <ac:spMk id="2" creationId="{3620407D-B9E6-9838-C747-F6C62D577973}"/>
          </ac:spMkLst>
        </pc:spChg>
      </pc:sldChg>
      <pc:sldChg chg="addSp modSp">
        <pc:chgData name="Paul Winser" userId="c3146a91-e6bd-4264-bd86-e164e04bc32d" providerId="ADAL" clId="{1D7C5682-499A-4C7A-B5DF-24115D9575BC}" dt="2025-09-24T10:34:07.379" v="47"/>
        <pc:sldMkLst>
          <pc:docMk/>
          <pc:sldMk cId="2347724004" sldId="404"/>
        </pc:sldMkLst>
        <pc:spChg chg="add mod">
          <ac:chgData name="Paul Winser" userId="c3146a91-e6bd-4264-bd86-e164e04bc32d" providerId="ADAL" clId="{1D7C5682-499A-4C7A-B5DF-24115D9575BC}" dt="2025-09-24T10:34:07.379" v="47"/>
          <ac:spMkLst>
            <pc:docMk/>
            <pc:sldMk cId="2347724004" sldId="404"/>
            <ac:spMk id="2" creationId="{F7A9C2AA-B313-5694-95F5-C765DCD8CD3C}"/>
          </ac:spMkLst>
        </pc:spChg>
      </pc:sldChg>
      <pc:sldChg chg="addSp modSp">
        <pc:chgData name="Paul Winser" userId="c3146a91-e6bd-4264-bd86-e164e04bc32d" providerId="ADAL" clId="{1D7C5682-499A-4C7A-B5DF-24115D9575BC}" dt="2025-09-24T10:33:16.142" v="18"/>
        <pc:sldMkLst>
          <pc:docMk/>
          <pc:sldMk cId="2469091722" sldId="405"/>
        </pc:sldMkLst>
        <pc:spChg chg="add mod">
          <ac:chgData name="Paul Winser" userId="c3146a91-e6bd-4264-bd86-e164e04bc32d" providerId="ADAL" clId="{1D7C5682-499A-4C7A-B5DF-24115D9575BC}" dt="2025-09-24T10:33:16.142" v="18"/>
          <ac:spMkLst>
            <pc:docMk/>
            <pc:sldMk cId="2469091722" sldId="405"/>
            <ac:spMk id="2" creationId="{12E5AE33-D393-F5C3-8929-E509E291A587}"/>
          </ac:spMkLst>
        </pc:spChg>
      </pc:sldChg>
      <pc:sldChg chg="addSp modSp">
        <pc:chgData name="Paul Winser" userId="c3146a91-e6bd-4264-bd86-e164e04bc32d" providerId="ADAL" clId="{1D7C5682-499A-4C7A-B5DF-24115D9575BC}" dt="2025-09-24T10:34:04.640" v="45"/>
        <pc:sldMkLst>
          <pc:docMk/>
          <pc:sldMk cId="3359921985" sldId="406"/>
        </pc:sldMkLst>
        <pc:spChg chg="add mod">
          <ac:chgData name="Paul Winser" userId="c3146a91-e6bd-4264-bd86-e164e04bc32d" providerId="ADAL" clId="{1D7C5682-499A-4C7A-B5DF-24115D9575BC}" dt="2025-09-24T10:34:04.640" v="45"/>
          <ac:spMkLst>
            <pc:docMk/>
            <pc:sldMk cId="3359921985" sldId="406"/>
            <ac:spMk id="2" creationId="{CE1DD703-7849-2F9E-71E9-C5760F4DEFE2}"/>
          </ac:spMkLst>
        </pc:spChg>
      </pc:sldChg>
      <pc:sldChg chg="addSp modSp add modTransition">
        <pc:chgData name="Paul Winser" userId="c3146a91-e6bd-4264-bd86-e164e04bc32d" providerId="ADAL" clId="{1D7C5682-499A-4C7A-B5DF-24115D9575BC}" dt="2025-09-24T10:34:31.374" v="49"/>
        <pc:sldMkLst>
          <pc:docMk/>
          <pc:sldMk cId="2357126687" sldId="407"/>
        </pc:sldMkLst>
        <pc:spChg chg="add mod">
          <ac:chgData name="Paul Winser" userId="c3146a91-e6bd-4264-bd86-e164e04bc32d" providerId="ADAL" clId="{1D7C5682-499A-4C7A-B5DF-24115D9575BC}" dt="2025-09-24T10:34:31.374" v="49"/>
          <ac:spMkLst>
            <pc:docMk/>
            <pc:sldMk cId="2357126687" sldId="407"/>
            <ac:spMk id="2" creationId="{BFE1ED8A-6EC5-01B6-0F50-B020D54A13E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ata7.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2.png"/><Relationship Id="rId7"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48.svg"/><Relationship Id="rId4" Type="http://schemas.openxmlformats.org/officeDocument/2006/relationships/image" Target="../media/image43.svg"/><Relationship Id="rId9" Type="http://schemas.openxmlformats.org/officeDocument/2006/relationships/image" Target="../media/image47.png"/></Relationships>
</file>

<file path=ppt/diagrams/_rels/data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ata9.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49.png"/><Relationship Id="rId7" Type="http://schemas.openxmlformats.org/officeDocument/2006/relationships/image" Target="../media/image57.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60.svg"/><Relationship Id="rId4" Type="http://schemas.openxmlformats.org/officeDocument/2006/relationships/image" Target="../media/image56.svg"/><Relationship Id="rId9" Type="http://schemas.openxmlformats.org/officeDocument/2006/relationships/image" Target="../media/image59.png"/></Relationships>
</file>

<file path=ppt/diagrams/_rels/data1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63.png"/><Relationship Id="rId7" Type="http://schemas.openxmlformats.org/officeDocument/2006/relationships/image" Target="../media/image30.png"/><Relationship Id="rId2" Type="http://schemas.openxmlformats.org/officeDocument/2006/relationships/image" Target="../media/image46.svg"/><Relationship Id="rId1" Type="http://schemas.openxmlformats.org/officeDocument/2006/relationships/image" Target="../media/image32.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64.svg"/></Relationships>
</file>

<file path=ppt/diagrams/_rels/data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 Id="rId4" Type="http://schemas.openxmlformats.org/officeDocument/2006/relationships/image" Target="../media/image68.svg"/></Relationships>
</file>

<file path=ppt/diagrams/_rels/data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svg"/><Relationship Id="rId1" Type="http://schemas.openxmlformats.org/officeDocument/2006/relationships/image" Target="../media/image63.png"/><Relationship Id="rId4" Type="http://schemas.openxmlformats.org/officeDocument/2006/relationships/image" Target="../media/image71.svg"/></Relationships>
</file>

<file path=ppt/diagrams/_rels/data2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63.png"/><Relationship Id="rId7" Type="http://schemas.openxmlformats.org/officeDocument/2006/relationships/image" Target="../media/image30.png"/><Relationship Id="rId2" Type="http://schemas.openxmlformats.org/officeDocument/2006/relationships/image" Target="../media/image46.svg"/><Relationship Id="rId1" Type="http://schemas.openxmlformats.org/officeDocument/2006/relationships/image" Target="../media/image32.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64.svg"/></Relationships>
</file>

<file path=ppt/diagrams/_rels/data22.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svg"/><Relationship Id="rId1" Type="http://schemas.openxmlformats.org/officeDocument/2006/relationships/image" Target="../media/image75.png"/><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svg"/></Relationships>
</file>

<file path=ppt/diagrams/_rels/data23.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svg"/><Relationship Id="rId1" Type="http://schemas.openxmlformats.org/officeDocument/2006/relationships/image" Target="../media/image83.png"/><Relationship Id="rId6" Type="http://schemas.openxmlformats.org/officeDocument/2006/relationships/image" Target="../media/image88.svg"/><Relationship Id="rId5" Type="http://schemas.openxmlformats.org/officeDocument/2006/relationships/image" Target="../media/image8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2.png"/><Relationship Id="rId7"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48.svg"/><Relationship Id="rId4" Type="http://schemas.openxmlformats.org/officeDocument/2006/relationships/image" Target="../media/image43.svg"/><Relationship Id="rId9" Type="http://schemas.openxmlformats.org/officeDocument/2006/relationships/image" Target="../media/image47.png"/></Relationships>
</file>

<file path=ppt/diagrams/_rels/drawing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rawing9.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49.png"/><Relationship Id="rId7" Type="http://schemas.openxmlformats.org/officeDocument/2006/relationships/image" Target="../media/image57.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60.svg"/><Relationship Id="rId4" Type="http://schemas.openxmlformats.org/officeDocument/2006/relationships/image" Target="../media/image56.svg"/><Relationship Id="rId9" Type="http://schemas.openxmlformats.org/officeDocument/2006/relationships/image" Target="../media/image59.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63.png"/><Relationship Id="rId7" Type="http://schemas.openxmlformats.org/officeDocument/2006/relationships/image" Target="../media/image30.png"/><Relationship Id="rId2" Type="http://schemas.openxmlformats.org/officeDocument/2006/relationships/image" Target="../media/image46.svg"/><Relationship Id="rId1" Type="http://schemas.openxmlformats.org/officeDocument/2006/relationships/image" Target="../media/image32.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64.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 Id="rId4" Type="http://schemas.openxmlformats.org/officeDocument/2006/relationships/image" Target="../media/image68.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svg"/><Relationship Id="rId1" Type="http://schemas.openxmlformats.org/officeDocument/2006/relationships/image" Target="../media/image63.png"/><Relationship Id="rId4" Type="http://schemas.openxmlformats.org/officeDocument/2006/relationships/image" Target="../media/image71.svg"/></Relationships>
</file>

<file path=ppt/diagrams/_rels/drawing2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63.png"/><Relationship Id="rId7" Type="http://schemas.openxmlformats.org/officeDocument/2006/relationships/image" Target="../media/image30.png"/><Relationship Id="rId2" Type="http://schemas.openxmlformats.org/officeDocument/2006/relationships/image" Target="../media/image46.svg"/><Relationship Id="rId1" Type="http://schemas.openxmlformats.org/officeDocument/2006/relationships/image" Target="../media/image32.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64.svg"/></Relationships>
</file>

<file path=ppt/diagrams/_rels/drawing22.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svg"/><Relationship Id="rId1" Type="http://schemas.openxmlformats.org/officeDocument/2006/relationships/image" Target="../media/image75.png"/><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svg"/></Relationships>
</file>

<file path=ppt/diagrams/_rels/drawing23.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svg"/><Relationship Id="rId1" Type="http://schemas.openxmlformats.org/officeDocument/2006/relationships/image" Target="../media/image83.png"/><Relationship Id="rId6" Type="http://schemas.openxmlformats.org/officeDocument/2006/relationships/image" Target="../media/image88.svg"/><Relationship Id="rId5" Type="http://schemas.openxmlformats.org/officeDocument/2006/relationships/image" Target="../media/image8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9D95AA-5F20-1448-8D41-90732F51652E}" type="doc">
      <dgm:prSet loTypeId="urn:microsoft.com/office/officeart/2005/8/layout/vList3" loCatId="list" qsTypeId="urn:microsoft.com/office/officeart/2005/8/quickstyle/simple1" qsCatId="simple" csTypeId="urn:microsoft.com/office/officeart/2005/8/colors/accent1_2" csCatId="accent1" phldr="1"/>
      <dgm:spPr/>
      <dgm:t>
        <a:bodyPr rtlCol="1"/>
        <a:lstStyle/>
        <a:p>
          <a:pPr rtl="1"/>
          <a:endParaRPr lang="en-GB"/>
        </a:p>
      </dgm:t>
    </dgm:pt>
    <dgm:pt modelId="{12151B62-820D-1341-B26B-2BF60A36B2D3}">
      <dgm:prSet custT="1"/>
      <dgm:spPr/>
      <dgm:t>
        <a:bodyPr rtlCol="1"/>
        <a:lstStyle/>
        <a:p>
          <a:pPr rtl="1"/>
          <a:r>
            <a:rPr lang="ar" sz="1800" b="0" dirty="0">
              <a:solidFill>
                <a:schemeClr val="tx1"/>
              </a:solidFill>
              <a:latin typeface="Times New Roman" panose="02020603050405020304" pitchFamily="18" charset="0"/>
              <a:cs typeface="Times New Roman" panose="02020603050405020304" pitchFamily="18" charset="0"/>
            </a:rPr>
            <a:t>تخضع هذه الوحدة للتقييم بموجز واجب Pearson المُحدد</a:t>
          </a:r>
          <a:endParaRPr lang="en-GB" sz="1800" b="0" dirty="0">
            <a:latin typeface="Times New Roman" panose="02020603050405020304" pitchFamily="18" charset="0"/>
            <a:cs typeface="Times New Roman" panose="02020603050405020304" pitchFamily="18" charset="0"/>
          </a:endParaRPr>
        </a:p>
      </dgm:t>
    </dgm:pt>
    <dgm:pt modelId="{8435A266-883C-2447-B49C-8395E5E48B76}" type="parTrans" cxnId="{65758508-34FA-F945-92A5-E550FCC42695}">
      <dgm:prSet/>
      <dgm:spPr/>
      <dgm:t>
        <a:bodyPr rtlCol="1"/>
        <a:lstStyle/>
        <a:p>
          <a:pPr rtl="1"/>
          <a:endParaRPr lang="en-GB"/>
        </a:p>
      </dgm:t>
    </dgm:pt>
    <dgm:pt modelId="{019BF42C-7CF1-7C44-9AAE-E920ABEDD84F}" type="sibTrans" cxnId="{65758508-34FA-F945-92A5-E550FCC42695}">
      <dgm:prSet/>
      <dgm:spPr/>
      <dgm:t>
        <a:bodyPr rtlCol="1"/>
        <a:lstStyle/>
        <a:p>
          <a:pPr rtl="1"/>
          <a:endParaRPr lang="en-GB"/>
        </a:p>
      </dgm:t>
    </dgm:pt>
    <dgm:pt modelId="{56EE145B-1949-794C-8DF2-32475194C59C}">
      <dgm:prSet custT="1"/>
      <dgm:spPr>
        <a:solidFill>
          <a:schemeClr val="accent6">
            <a:lumMod val="20000"/>
            <a:lumOff val="80000"/>
          </a:schemeClr>
        </a:solidFill>
      </dgm:spPr>
      <dgm:t>
        <a:bodyPr rtlCol="1"/>
        <a:lstStyle/>
        <a:p>
          <a:pPr algn="ctr" rtl="1"/>
          <a:r>
            <a:rPr lang="ar" sz="1800" kern="1200" dirty="0">
              <a:solidFill>
                <a:schemeClr val="tx1"/>
              </a:solidFill>
              <a:latin typeface="Times New Roman" panose="02020603050405020304" pitchFamily="18" charset="0"/>
              <a:cs typeface="Times New Roman" panose="02020603050405020304" pitchFamily="18" charset="0"/>
            </a:rPr>
            <a:t>يقتضي واجب Pearson المحدد من المتعلمين </a:t>
          </a:r>
          <a:br>
            <a:rPr lang="en-US" sz="1800" kern="1200" dirty="0">
              <a:solidFill>
                <a:schemeClr val="tx1"/>
              </a:solidFill>
              <a:latin typeface="Times New Roman" panose="02020603050405020304" pitchFamily="18" charset="0"/>
              <a:cs typeface="Times New Roman" panose="02020603050405020304" pitchFamily="18" charset="0"/>
            </a:rPr>
          </a:br>
          <a:r>
            <a:rPr lang="ar" sz="1800" kern="1200" dirty="0">
              <a:solidFill>
                <a:schemeClr val="tx1"/>
              </a:solidFill>
              <a:latin typeface="Times New Roman" panose="02020603050405020304" pitchFamily="18" charset="0"/>
              <a:cs typeface="Times New Roman" panose="02020603050405020304" pitchFamily="18" charset="0"/>
            </a:rPr>
            <a:t>إكمال ثلاث نشاطات استنادًا إلى مؤسسة محددة تعمل </a:t>
          </a:r>
          <a:br>
            <a:rPr lang="en-US" sz="1800" kern="1200" dirty="0">
              <a:solidFill>
                <a:schemeClr val="tx1"/>
              </a:solidFill>
              <a:latin typeface="Times New Roman" panose="02020603050405020304" pitchFamily="18" charset="0"/>
              <a:cs typeface="Times New Roman" panose="02020603050405020304" pitchFamily="18" charset="0"/>
            </a:rPr>
          </a:br>
          <a:r>
            <a:rPr lang="ar" sz="1800" kern="1200" dirty="0">
              <a:solidFill>
                <a:schemeClr val="tx1"/>
              </a:solidFill>
              <a:latin typeface="Times New Roman" panose="02020603050405020304" pitchFamily="18" charset="0"/>
              <a:cs typeface="Times New Roman" panose="02020603050405020304" pitchFamily="18" charset="0"/>
            </a:rPr>
            <a:t>في الرياضة والترفيه التفاعلي</a:t>
          </a:r>
          <a:endParaRPr lang="en-GB" sz="1800" kern="1200" dirty="0">
            <a:solidFill>
              <a:srgbClr val="000000"/>
            </a:solidFill>
            <a:latin typeface="Times New Roman" panose="02020603050405020304" pitchFamily="18" charset="0"/>
            <a:ea typeface="+mn-ea"/>
            <a:cs typeface="Times New Roman" panose="02020603050405020304" pitchFamily="18" charset="0"/>
          </a:endParaRPr>
        </a:p>
      </dgm:t>
    </dgm:pt>
    <dgm:pt modelId="{1E6160AA-3483-9E4B-A9E9-CF7F975914E7}" type="parTrans" cxnId="{3A497890-8736-D24E-A38C-6FC999D7A02C}">
      <dgm:prSet/>
      <dgm:spPr/>
      <dgm:t>
        <a:bodyPr rtlCol="1"/>
        <a:lstStyle/>
        <a:p>
          <a:pPr rtl="1"/>
          <a:endParaRPr lang="en-GB"/>
        </a:p>
      </dgm:t>
    </dgm:pt>
    <dgm:pt modelId="{3656389A-5884-3C44-857B-9D27F44D1825}" type="sibTrans" cxnId="{3A497890-8736-D24E-A38C-6FC999D7A02C}">
      <dgm:prSet/>
      <dgm:spPr/>
      <dgm:t>
        <a:bodyPr rtlCol="1"/>
        <a:lstStyle/>
        <a:p>
          <a:pPr rtl="1"/>
          <a:endParaRPr lang="en-GB"/>
        </a:p>
      </dgm:t>
    </dgm:pt>
    <dgm:pt modelId="{6B47433D-B477-3347-98FC-71D9608625F4}">
      <dgm:prSet custT="1"/>
      <dgm:spPr/>
      <dgm:t>
        <a:bodyPr rtlCol="1"/>
        <a:lstStyle/>
        <a:p>
          <a:pPr rtl="1"/>
          <a:r>
            <a:rPr lang="ar" sz="1800" dirty="0">
              <a:solidFill>
                <a:schemeClr val="tx1"/>
              </a:solidFill>
              <a:latin typeface="Times New Roman" panose="02020603050405020304" pitchFamily="18" charset="0"/>
              <a:cs typeface="Times New Roman" panose="02020603050405020304" pitchFamily="18" charset="0"/>
            </a:rPr>
            <a:t>ستخضع للتقييم الداخلي على يد معلمك</a:t>
          </a:r>
        </a:p>
      </dgm:t>
    </dgm:pt>
    <dgm:pt modelId="{4D3DCFA9-B275-C742-8154-E10EBE7C5598}" type="parTrans" cxnId="{6B72D3A6-A7BC-284D-857C-00874CADE015}">
      <dgm:prSet/>
      <dgm:spPr/>
      <dgm:t>
        <a:bodyPr rtlCol="1"/>
        <a:lstStyle/>
        <a:p>
          <a:pPr rtl="1"/>
          <a:endParaRPr lang="en-GB"/>
        </a:p>
      </dgm:t>
    </dgm:pt>
    <dgm:pt modelId="{09C290B3-D3BA-F344-842F-DE9C35FCCD3B}" type="sibTrans" cxnId="{6B72D3A6-A7BC-284D-857C-00874CADE015}">
      <dgm:prSet/>
      <dgm:spPr/>
      <dgm:t>
        <a:bodyPr rtlCol="1"/>
        <a:lstStyle/>
        <a:p>
          <a:pPr rtl="1"/>
          <a:endParaRPr lang="en-GB"/>
        </a:p>
      </dgm:t>
    </dgm:pt>
    <dgm:pt modelId="{D83B8ABC-EEF5-E44E-B881-4D845934A57E}" type="pres">
      <dgm:prSet presAssocID="{C19D95AA-5F20-1448-8D41-90732F51652E}" presName="linearFlow" presStyleCnt="0">
        <dgm:presLayoutVars>
          <dgm:dir val="rev"/>
          <dgm:resizeHandles val="exact"/>
        </dgm:presLayoutVars>
      </dgm:prSet>
      <dgm:spPr/>
    </dgm:pt>
    <dgm:pt modelId="{832D9F1E-66B3-EE41-B6C7-299B242B747B}" type="pres">
      <dgm:prSet presAssocID="{12151B62-820D-1341-B26B-2BF60A36B2D3}" presName="composite" presStyleCnt="0"/>
      <dgm:spPr/>
    </dgm:pt>
    <dgm:pt modelId="{07466073-534A-6D46-8ADE-679263BC913B}" type="pres">
      <dgm:prSet presAssocID="{12151B62-820D-1341-B26B-2BF60A36B2D3}" presName="imgShp" presStyleLbl="fgImgPlace1" presStyleIdx="0" presStyleCnt="3" custLinFactNeighborX="60776" custLinFactNeighborY="-102"/>
      <dgm:spPr>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42F9973B-5D49-8A42-BAC4-EF82E5721969}" type="pres">
      <dgm:prSet presAssocID="{12151B62-820D-1341-B26B-2BF60A36B2D3}" presName="txShp" presStyleLbl="node1" presStyleIdx="0" presStyleCnt="3" custLinFactNeighborX="-1440" custLinFactNeighborY="1289">
        <dgm:presLayoutVars>
          <dgm:bulletEnabled val="1"/>
        </dgm:presLayoutVars>
      </dgm:prSet>
      <dgm:spPr/>
    </dgm:pt>
    <dgm:pt modelId="{8553C416-E47D-0C42-AD8A-F8272F7969D7}" type="pres">
      <dgm:prSet presAssocID="{019BF42C-7CF1-7C44-9AAE-E920ABEDD84F}" presName="spacing" presStyleCnt="0"/>
      <dgm:spPr/>
    </dgm:pt>
    <dgm:pt modelId="{5379A52D-C3C4-494B-9090-A4F2B451CBB1}" type="pres">
      <dgm:prSet presAssocID="{56EE145B-1949-794C-8DF2-32475194C59C}" presName="composite" presStyleCnt="0"/>
      <dgm:spPr/>
    </dgm:pt>
    <dgm:pt modelId="{F0BB6657-F43C-A140-B1F2-D744ED259593}" type="pres">
      <dgm:prSet presAssocID="{56EE145B-1949-794C-8DF2-32475194C59C}" presName="imgShp" presStyleLbl="fgImgPlace1" presStyleIdx="1" presStyleCnt="3" custLinFactNeighborX="60776" custLinFactNeighborY="130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Man with solid fill"/>
        </a:ext>
      </dgm:extLst>
    </dgm:pt>
    <dgm:pt modelId="{E5FB1FB1-11BF-224B-AB57-8205C1A8E483}" type="pres">
      <dgm:prSet presAssocID="{56EE145B-1949-794C-8DF2-32475194C59C}" presName="txShp" presStyleLbl="node1" presStyleIdx="1" presStyleCnt="3" custScaleX="102058" custScaleY="149220">
        <dgm:presLayoutVars>
          <dgm:bulletEnabled val="1"/>
        </dgm:presLayoutVars>
      </dgm:prSet>
      <dgm:spPr/>
    </dgm:pt>
    <dgm:pt modelId="{0741BF99-0A0C-4040-9B1D-F435E93D042C}" type="pres">
      <dgm:prSet presAssocID="{3656389A-5884-3C44-857B-9D27F44D1825}" presName="spacing" presStyleCnt="0"/>
      <dgm:spPr/>
    </dgm:pt>
    <dgm:pt modelId="{58AEE212-F7CF-3546-9595-0A70D78A0E3A}" type="pres">
      <dgm:prSet presAssocID="{6B47433D-B477-3347-98FC-71D9608625F4}" presName="composite" presStyleCnt="0"/>
      <dgm:spPr/>
    </dgm:pt>
    <dgm:pt modelId="{EAAD1AC9-DE04-3442-A4F4-1538E3E85E1E}" type="pres">
      <dgm:prSet presAssocID="{6B47433D-B477-3347-98FC-71D9608625F4}" presName="imgShp" presStyleLbl="fgImgPlace1" presStyleIdx="2" presStyleCnt="3" custLinFactNeighborX="66794" custLinFactNeighborY="102"/>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with solid fill"/>
        </a:ext>
      </dgm:extLst>
    </dgm:pt>
    <dgm:pt modelId="{8EC2EE03-B08C-7540-BB3E-0E43195B2D99}" type="pres">
      <dgm:prSet presAssocID="{6B47433D-B477-3347-98FC-71D9608625F4}" presName="txShp" presStyleLbl="node1" presStyleIdx="2" presStyleCnt="3">
        <dgm:presLayoutVars>
          <dgm:bulletEnabled val="1"/>
        </dgm:presLayoutVars>
      </dgm:prSet>
      <dgm:spPr/>
    </dgm:pt>
  </dgm:ptLst>
  <dgm:cxnLst>
    <dgm:cxn modelId="{65758508-34FA-F945-92A5-E550FCC42695}" srcId="{C19D95AA-5F20-1448-8D41-90732F51652E}" destId="{12151B62-820D-1341-B26B-2BF60A36B2D3}" srcOrd="0" destOrd="0" parTransId="{8435A266-883C-2447-B49C-8395E5E48B76}" sibTransId="{019BF42C-7CF1-7C44-9AAE-E920ABEDD84F}"/>
    <dgm:cxn modelId="{4E058F35-57B1-A14A-BA01-552412E7D80D}" type="presOf" srcId="{56EE145B-1949-794C-8DF2-32475194C59C}" destId="{E5FB1FB1-11BF-224B-AB57-8205C1A8E483}" srcOrd="0" destOrd="0" presId="urn:microsoft.com/office/officeart/2005/8/layout/vList3"/>
    <dgm:cxn modelId="{50BFA43B-AF0E-8345-8B70-E5AD2C4ED136}" type="presOf" srcId="{12151B62-820D-1341-B26B-2BF60A36B2D3}" destId="{42F9973B-5D49-8A42-BAC4-EF82E5721969}" srcOrd="0" destOrd="0" presId="urn:microsoft.com/office/officeart/2005/8/layout/vList3"/>
    <dgm:cxn modelId="{E85ABA71-B328-8C46-B58E-D7BA82D2AF66}" type="presOf" srcId="{C19D95AA-5F20-1448-8D41-90732F51652E}" destId="{D83B8ABC-EEF5-E44E-B881-4D845934A57E}" srcOrd="0" destOrd="0" presId="urn:microsoft.com/office/officeart/2005/8/layout/vList3"/>
    <dgm:cxn modelId="{8EA12E84-FC1F-614C-8EB0-F747CFD4C23B}" type="presOf" srcId="{6B47433D-B477-3347-98FC-71D9608625F4}" destId="{8EC2EE03-B08C-7540-BB3E-0E43195B2D99}" srcOrd="0" destOrd="0" presId="urn:microsoft.com/office/officeart/2005/8/layout/vList3"/>
    <dgm:cxn modelId="{3A497890-8736-D24E-A38C-6FC999D7A02C}" srcId="{C19D95AA-5F20-1448-8D41-90732F51652E}" destId="{56EE145B-1949-794C-8DF2-32475194C59C}" srcOrd="1" destOrd="0" parTransId="{1E6160AA-3483-9E4B-A9E9-CF7F975914E7}" sibTransId="{3656389A-5884-3C44-857B-9D27F44D1825}"/>
    <dgm:cxn modelId="{6B72D3A6-A7BC-284D-857C-00874CADE015}" srcId="{C19D95AA-5F20-1448-8D41-90732F51652E}" destId="{6B47433D-B477-3347-98FC-71D9608625F4}" srcOrd="2" destOrd="0" parTransId="{4D3DCFA9-B275-C742-8154-E10EBE7C5598}" sibTransId="{09C290B3-D3BA-F344-842F-DE9C35FCCD3B}"/>
    <dgm:cxn modelId="{C6651D3A-1916-E844-81BA-096F1EEC99CD}" type="presParOf" srcId="{D83B8ABC-EEF5-E44E-B881-4D845934A57E}" destId="{832D9F1E-66B3-EE41-B6C7-299B242B747B}" srcOrd="0" destOrd="0" presId="urn:microsoft.com/office/officeart/2005/8/layout/vList3"/>
    <dgm:cxn modelId="{9BE6AAF5-09F5-6C40-BC80-5C2878D16E4D}" type="presParOf" srcId="{832D9F1E-66B3-EE41-B6C7-299B242B747B}" destId="{07466073-534A-6D46-8ADE-679263BC913B}" srcOrd="0" destOrd="0" presId="urn:microsoft.com/office/officeart/2005/8/layout/vList3"/>
    <dgm:cxn modelId="{286FC109-2F0D-004E-946A-3083DA3BEE7A}" type="presParOf" srcId="{832D9F1E-66B3-EE41-B6C7-299B242B747B}" destId="{42F9973B-5D49-8A42-BAC4-EF82E5721969}" srcOrd="1" destOrd="0" presId="urn:microsoft.com/office/officeart/2005/8/layout/vList3"/>
    <dgm:cxn modelId="{7DBF32A5-BBA3-A849-9A3E-29331BE64ED5}" type="presParOf" srcId="{D83B8ABC-EEF5-E44E-B881-4D845934A57E}" destId="{8553C416-E47D-0C42-AD8A-F8272F7969D7}" srcOrd="1" destOrd="0" presId="urn:microsoft.com/office/officeart/2005/8/layout/vList3"/>
    <dgm:cxn modelId="{8785E874-58F1-F241-BCA3-67C7604A18DF}" type="presParOf" srcId="{D83B8ABC-EEF5-E44E-B881-4D845934A57E}" destId="{5379A52D-C3C4-494B-9090-A4F2B451CBB1}" srcOrd="2" destOrd="0" presId="urn:microsoft.com/office/officeart/2005/8/layout/vList3"/>
    <dgm:cxn modelId="{F1DD3167-70CD-0948-983C-B1C56179D791}" type="presParOf" srcId="{5379A52D-C3C4-494B-9090-A4F2B451CBB1}" destId="{F0BB6657-F43C-A140-B1F2-D744ED259593}" srcOrd="0" destOrd="0" presId="urn:microsoft.com/office/officeart/2005/8/layout/vList3"/>
    <dgm:cxn modelId="{F8C0DFBB-7039-F649-AB28-DECF5C688376}" type="presParOf" srcId="{5379A52D-C3C4-494B-9090-A4F2B451CBB1}" destId="{E5FB1FB1-11BF-224B-AB57-8205C1A8E483}" srcOrd="1" destOrd="0" presId="urn:microsoft.com/office/officeart/2005/8/layout/vList3"/>
    <dgm:cxn modelId="{62AEFB43-06D3-414C-8008-F3E9005A39EF}" type="presParOf" srcId="{D83B8ABC-EEF5-E44E-B881-4D845934A57E}" destId="{0741BF99-0A0C-4040-9B1D-F435E93D042C}" srcOrd="3" destOrd="0" presId="urn:microsoft.com/office/officeart/2005/8/layout/vList3"/>
    <dgm:cxn modelId="{67A5E73E-1A0D-2044-8F93-D5054CD29FBC}" type="presParOf" srcId="{D83B8ABC-EEF5-E44E-B881-4D845934A57E}" destId="{58AEE212-F7CF-3546-9595-0A70D78A0E3A}" srcOrd="4" destOrd="0" presId="urn:microsoft.com/office/officeart/2005/8/layout/vList3"/>
    <dgm:cxn modelId="{F431A290-C829-6E4A-9788-4846E0FC9125}" type="presParOf" srcId="{58AEE212-F7CF-3546-9595-0A70D78A0E3A}" destId="{EAAD1AC9-DE04-3442-A4F4-1538E3E85E1E}" srcOrd="0" destOrd="0" presId="urn:microsoft.com/office/officeart/2005/8/layout/vList3"/>
    <dgm:cxn modelId="{6FE9D366-E100-D645-BB37-4A11BAC509D6}" type="presParOf" srcId="{58AEE212-F7CF-3546-9595-0A70D78A0E3A}" destId="{8EC2EE03-B08C-7540-BB3E-0E43195B2D99}"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816D63-968C-4A55-9BEC-59743BC029E6}"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2B01A0F-D3DB-4483-A684-EB3CDDB8C402}">
      <dgm:prSet/>
      <dgm:spPr>
        <a:solidFill>
          <a:schemeClr val="accent6">
            <a:lumMod val="20000"/>
            <a:lumOff val="80000"/>
          </a:schemeClr>
        </a:solidFill>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أ: </a:t>
          </a:r>
          <a:r>
            <a:rPr lang="ar" dirty="0">
              <a:latin typeface="Times New Roman" panose="02020603050405020304" pitchFamily="18" charset="0"/>
              <a:cs typeface="Times New Roman" panose="02020603050405020304" pitchFamily="18" charset="0"/>
            </a:rPr>
            <a:t>استكشاف كيفية إدارة الأعمال التجارية في مجال الرياضة</a:t>
          </a:r>
          <a:endParaRPr lang="en-US" dirty="0">
            <a:latin typeface="Times New Roman" panose="02020603050405020304" pitchFamily="18" charset="0"/>
            <a:cs typeface="Times New Roman" panose="02020603050405020304" pitchFamily="18" charset="0"/>
          </a:endParaRPr>
        </a:p>
      </dgm:t>
    </dgm:pt>
    <dgm:pt modelId="{244FE7CD-09C9-4649-8078-2981EDCAFAF5}" type="parTrans" cxnId="{7C02C89A-B90E-4191-82FD-9CE4845EA376}">
      <dgm:prSet/>
      <dgm:spPr/>
      <dgm:t>
        <a:bodyPr rtlCol="1"/>
        <a:lstStyle/>
        <a:p>
          <a:pPr rtl="1"/>
          <a:endParaRPr lang="en-US"/>
        </a:p>
      </dgm:t>
    </dgm:pt>
    <dgm:pt modelId="{213FB626-D022-4DCE-A47B-D3479E29F97C}" type="sibTrans" cxnId="{7C02C89A-B90E-4191-82FD-9CE4845EA376}">
      <dgm:prSet/>
      <dgm:spPr/>
      <dgm:t>
        <a:bodyPr rtlCol="1"/>
        <a:lstStyle/>
        <a:p>
          <a:pPr rtl="1"/>
          <a:endParaRPr lang="en-US"/>
        </a:p>
      </dgm:t>
    </dgm:pt>
    <dgm:pt modelId="{56923969-828A-4BA8-B3D8-0D78B3954F0B}">
      <dgm:prSet/>
      <dgm:spPr>
        <a:solidFill>
          <a:schemeClr val="accent5"/>
        </a:solidFill>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ب: </a:t>
          </a:r>
          <a:r>
            <a:rPr lang="ar" dirty="0">
              <a:latin typeface="Times New Roman" panose="02020603050405020304" pitchFamily="18" charset="0"/>
              <a:cs typeface="Times New Roman" panose="02020603050405020304" pitchFamily="18" charset="0"/>
            </a:rPr>
            <a:t>معرفة المهارات الأساسية اللازمة لنجاح إدارة الأعمال التجارية </a:t>
          </a:r>
          <a:br>
            <a:rPr 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الرياضية والترفيهية</a:t>
          </a:r>
          <a:endParaRPr lang="en-US" dirty="0">
            <a:latin typeface="Times New Roman" panose="02020603050405020304" pitchFamily="18" charset="0"/>
            <a:cs typeface="Times New Roman" panose="02020603050405020304" pitchFamily="18" charset="0"/>
          </a:endParaRPr>
        </a:p>
      </dgm:t>
    </dgm:pt>
    <dgm:pt modelId="{EDE96EA5-4272-4597-87C5-810736A70304}" type="parTrans" cxnId="{E1B2C347-2E28-49E0-B2E7-EDCC0F166AA5}">
      <dgm:prSet/>
      <dgm:spPr/>
      <dgm:t>
        <a:bodyPr rtlCol="1"/>
        <a:lstStyle/>
        <a:p>
          <a:pPr rtl="1"/>
          <a:endParaRPr lang="en-US"/>
        </a:p>
      </dgm:t>
    </dgm:pt>
    <dgm:pt modelId="{70055B61-415C-4256-B450-DFA4CB0F7EED}" type="sibTrans" cxnId="{E1B2C347-2E28-49E0-B2E7-EDCC0F166AA5}">
      <dgm:prSet/>
      <dgm:spPr/>
      <dgm:t>
        <a:bodyPr rtlCol="1"/>
        <a:lstStyle/>
        <a:p>
          <a:pPr rtl="1"/>
          <a:endParaRPr lang="en-US"/>
        </a:p>
      </dgm:t>
    </dgm:pt>
    <dgm:pt modelId="{598D8A68-E8AD-4E27-A32D-3D74B2BA7A6D}">
      <dgm:prSet/>
      <dgm:spPr>
        <a:solidFill>
          <a:schemeClr val="accent6">
            <a:lumMod val="20000"/>
            <a:lumOff val="80000"/>
          </a:schemeClr>
        </a:solidFill>
        <a:ln>
          <a:solidFill>
            <a:schemeClr val="accent6"/>
          </a:solidFill>
        </a:ln>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ج: </a:t>
          </a:r>
          <a:r>
            <a:rPr lang="ar" dirty="0">
              <a:latin typeface="Times New Roman" panose="02020603050405020304" pitchFamily="18" charset="0"/>
              <a:cs typeface="Times New Roman" panose="02020603050405020304" pitchFamily="18" charset="0"/>
            </a:rPr>
            <a:t>إعداد خطة ترويجية لمؤسسة تجارية محددة </a:t>
          </a:r>
          <a:endParaRPr lang="en-US" dirty="0">
            <a:latin typeface="Times New Roman" panose="02020603050405020304" pitchFamily="18" charset="0"/>
            <a:cs typeface="Times New Roman" panose="02020603050405020304" pitchFamily="18" charset="0"/>
          </a:endParaRPr>
        </a:p>
      </dgm:t>
    </dgm:pt>
    <dgm:pt modelId="{EA6FABF3-11AF-411B-82BF-6182842CCEF1}" type="parTrans" cxnId="{E19F1C02-E2E7-4263-B5BC-C09B8E53EF5C}">
      <dgm:prSet/>
      <dgm:spPr/>
      <dgm:t>
        <a:bodyPr rtlCol="1"/>
        <a:lstStyle/>
        <a:p>
          <a:pPr rtl="1"/>
          <a:endParaRPr lang="en-US"/>
        </a:p>
      </dgm:t>
    </dgm:pt>
    <dgm:pt modelId="{B9AE1657-59C9-45E6-AF59-CFC463F25A19}" type="sibTrans" cxnId="{E19F1C02-E2E7-4263-B5BC-C09B8E53EF5C}">
      <dgm:prSet/>
      <dgm:spPr/>
      <dgm:t>
        <a:bodyPr rtlCol="1"/>
        <a:lstStyle/>
        <a:p>
          <a:pPr rtl="1"/>
          <a:endParaRPr lang="en-US"/>
        </a:p>
      </dgm:t>
    </dgm:pt>
    <dgm:pt modelId="{0A7DA050-1939-954D-8BEF-4938ADF818C6}">
      <dgm:prSet/>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د: </a:t>
          </a:r>
          <a:r>
            <a:rPr lang="ar" dirty="0">
              <a:latin typeface="Times New Roman" panose="02020603050405020304" pitchFamily="18" charset="0"/>
              <a:cs typeface="Times New Roman" panose="02020603050405020304" pitchFamily="18" charset="0"/>
            </a:rPr>
            <a:t>إعداد خطة عمل وتسويق لعمل تجاري محدد</a:t>
          </a:r>
          <a:endParaRPr lang="en-US" dirty="0">
            <a:latin typeface="Times New Roman" panose="02020603050405020304" pitchFamily="18" charset="0"/>
            <a:cs typeface="Times New Roman" panose="02020603050405020304" pitchFamily="18" charset="0"/>
          </a:endParaRPr>
        </a:p>
      </dgm:t>
    </dgm:pt>
    <dgm:pt modelId="{00ECB84A-3E56-5C48-9AED-551CD5564C0E}" type="parTrans" cxnId="{5FC479F6-C75E-5F49-BB2B-25DDACC6E0E0}">
      <dgm:prSet/>
      <dgm:spPr/>
      <dgm:t>
        <a:bodyPr rtlCol="1"/>
        <a:lstStyle/>
        <a:p>
          <a:pPr rtl="1"/>
          <a:endParaRPr lang="en-GB"/>
        </a:p>
      </dgm:t>
    </dgm:pt>
    <dgm:pt modelId="{ED9DCB3D-3A82-2744-B177-A535F45C507B}" type="sibTrans" cxnId="{5FC479F6-C75E-5F49-BB2B-25DDACC6E0E0}">
      <dgm:prSet/>
      <dgm:spPr/>
      <dgm:t>
        <a:bodyPr rtlCol="1"/>
        <a:lstStyle/>
        <a:p>
          <a:pPr rtl="1"/>
          <a:endParaRPr lang="en-GB"/>
        </a:p>
      </dgm:t>
    </dgm:pt>
    <dgm:pt modelId="{61067BF9-26D6-4B13-BDFD-7E74DD3567ED}" type="pres">
      <dgm:prSet presAssocID="{49816D63-968C-4A55-9BEC-59743BC029E6}" presName="root" presStyleCnt="0">
        <dgm:presLayoutVars>
          <dgm:dir/>
          <dgm:resizeHandles val="exact"/>
        </dgm:presLayoutVars>
      </dgm:prSet>
      <dgm:spPr/>
    </dgm:pt>
    <dgm:pt modelId="{EE92A8AE-98EB-489C-B356-A192728D5660}" type="pres">
      <dgm:prSet presAssocID="{12B01A0F-D3DB-4483-A684-EB3CDDB8C402}" presName="compNode" presStyleCnt="0"/>
      <dgm:spPr/>
    </dgm:pt>
    <dgm:pt modelId="{C459F91B-A412-4046-9AE9-167787D1DE0B}" type="pres">
      <dgm:prSet presAssocID="{12B01A0F-D3DB-4483-A684-EB3CDDB8C402}" presName="bgRect" presStyleLbl="bgShp" presStyleIdx="0" presStyleCnt="4"/>
      <dgm:spPr>
        <a:solidFill>
          <a:schemeClr val="accent6">
            <a:lumMod val="20000"/>
            <a:lumOff val="80000"/>
          </a:schemeClr>
        </a:solidFill>
      </dgm:spPr>
    </dgm:pt>
    <dgm:pt modelId="{F189B75D-60E8-4A38-AC23-0DC503925009}" type="pres">
      <dgm:prSet presAssocID="{12B01A0F-D3DB-4483-A684-EB3CDDB8C402}" presName="iconRect" presStyleLbl="node1" presStyleIdx="0" presStyleCnt="4" custLinFactX="800000" custLinFactNeighborX="82242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port Balls"/>
        </a:ext>
      </dgm:extLst>
    </dgm:pt>
    <dgm:pt modelId="{2A0C591D-F2EB-412E-9E5F-4B0B488D452A}" type="pres">
      <dgm:prSet presAssocID="{12B01A0F-D3DB-4483-A684-EB3CDDB8C402}" presName="spaceRect" presStyleCnt="0"/>
      <dgm:spPr/>
    </dgm:pt>
    <dgm:pt modelId="{BA239B92-C7E8-4937-BA2F-63BBE1282096}" type="pres">
      <dgm:prSet presAssocID="{12B01A0F-D3DB-4483-A684-EB3CDDB8C402}" presName="parTx" presStyleLbl="revTx" presStyleIdx="0" presStyleCnt="4" custLinFactNeighborX="-12902">
        <dgm:presLayoutVars>
          <dgm:chMax val="0"/>
          <dgm:chPref val="0"/>
        </dgm:presLayoutVars>
      </dgm:prSet>
      <dgm:spPr/>
    </dgm:pt>
    <dgm:pt modelId="{25B81F6A-4678-4CB6-B870-DCC32B8BE308}" type="pres">
      <dgm:prSet presAssocID="{213FB626-D022-4DCE-A47B-D3479E29F97C}" presName="sibTrans" presStyleCnt="0"/>
      <dgm:spPr/>
    </dgm:pt>
    <dgm:pt modelId="{580F3AD1-2DCA-4977-8677-DFF4FB7EA121}" type="pres">
      <dgm:prSet presAssocID="{56923969-828A-4BA8-B3D8-0D78B3954F0B}" presName="compNode" presStyleCnt="0"/>
      <dgm:spPr/>
    </dgm:pt>
    <dgm:pt modelId="{F43D942C-5076-405B-826A-BC7DA2026AC7}" type="pres">
      <dgm:prSet presAssocID="{56923969-828A-4BA8-B3D8-0D78B3954F0B}" presName="bgRect" presStyleLbl="bgShp" presStyleIdx="1" presStyleCnt="4"/>
      <dgm:spPr>
        <a:solidFill>
          <a:schemeClr val="accent5"/>
        </a:solidFill>
      </dgm:spPr>
    </dgm:pt>
    <dgm:pt modelId="{8ED43BA3-C6FA-40D0-98FE-78504CE20FC3}" type="pres">
      <dgm:prSet presAssocID="{56923969-828A-4BA8-B3D8-0D78B3954F0B}" presName="iconRect" presStyleLbl="node1" presStyleIdx="1" presStyleCnt="4" custLinFactX="800000" custLinFactNeighborX="82242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ustomer review with solid fill"/>
        </a:ext>
      </dgm:extLst>
    </dgm:pt>
    <dgm:pt modelId="{379730B0-BB0B-40F6-B12D-8E859490F291}" type="pres">
      <dgm:prSet presAssocID="{56923969-828A-4BA8-B3D8-0D78B3954F0B}" presName="spaceRect" presStyleCnt="0"/>
      <dgm:spPr/>
    </dgm:pt>
    <dgm:pt modelId="{C2A8200A-96B4-428C-8E55-83C8FFDC1FB3}" type="pres">
      <dgm:prSet presAssocID="{56923969-828A-4BA8-B3D8-0D78B3954F0B}" presName="parTx" presStyleLbl="revTx" presStyleIdx="1" presStyleCnt="4" custLinFactNeighborX="-12902">
        <dgm:presLayoutVars>
          <dgm:chMax val="0"/>
          <dgm:chPref val="0"/>
        </dgm:presLayoutVars>
      </dgm:prSet>
      <dgm:spPr/>
    </dgm:pt>
    <dgm:pt modelId="{482FED42-60A7-4FE7-BD43-C9E3D9677997}" type="pres">
      <dgm:prSet presAssocID="{70055B61-415C-4256-B450-DFA4CB0F7EED}" presName="sibTrans" presStyleCnt="0"/>
      <dgm:spPr/>
    </dgm:pt>
    <dgm:pt modelId="{46D7A108-654E-406E-BCC7-B53E4001F28C}" type="pres">
      <dgm:prSet presAssocID="{598D8A68-E8AD-4E27-A32D-3D74B2BA7A6D}" presName="compNode" presStyleCnt="0"/>
      <dgm:spPr/>
    </dgm:pt>
    <dgm:pt modelId="{875D741C-CAD9-4AF6-B4FA-DE20C2DFD952}" type="pres">
      <dgm:prSet presAssocID="{598D8A68-E8AD-4E27-A32D-3D74B2BA7A6D}" presName="bgRect" presStyleLbl="bgShp" presStyleIdx="2" presStyleCnt="4" custFlipHor="1" custLinFactNeighborX="-143"/>
      <dgm:spPr>
        <a:solidFill>
          <a:schemeClr val="accent6">
            <a:lumMod val="20000"/>
            <a:lumOff val="80000"/>
          </a:schemeClr>
        </a:solidFill>
      </dgm:spPr>
    </dgm:pt>
    <dgm:pt modelId="{848AB56E-E0E6-4724-B224-7DF8D29317AC}" type="pres">
      <dgm:prSet presAssocID="{598D8A68-E8AD-4E27-A32D-3D74B2BA7A6D}" presName="iconRect" presStyleLbl="node1" presStyleIdx="2" presStyleCnt="4" custLinFactX="800000" custLinFactNeighborX="82242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lipboard with solid fill"/>
        </a:ext>
      </dgm:extLst>
    </dgm:pt>
    <dgm:pt modelId="{A7CBF6A5-1ACE-4DC2-AC44-C42A787C6B4C}" type="pres">
      <dgm:prSet presAssocID="{598D8A68-E8AD-4E27-A32D-3D74B2BA7A6D}" presName="spaceRect" presStyleCnt="0"/>
      <dgm:spPr/>
    </dgm:pt>
    <dgm:pt modelId="{27D209A1-A39C-4A34-A67B-7F58F8B67DCB}" type="pres">
      <dgm:prSet presAssocID="{598D8A68-E8AD-4E27-A32D-3D74B2BA7A6D}" presName="parTx" presStyleLbl="revTx" presStyleIdx="2" presStyleCnt="4" custLinFactNeighborX="-12902">
        <dgm:presLayoutVars>
          <dgm:chMax val="0"/>
          <dgm:chPref val="0"/>
        </dgm:presLayoutVars>
      </dgm:prSet>
      <dgm:spPr/>
    </dgm:pt>
    <dgm:pt modelId="{25074C7F-71FD-3446-B8AB-3AC76E29D943}" type="pres">
      <dgm:prSet presAssocID="{B9AE1657-59C9-45E6-AF59-CFC463F25A19}" presName="sibTrans" presStyleCnt="0"/>
      <dgm:spPr/>
    </dgm:pt>
    <dgm:pt modelId="{E3B237EB-F157-B142-94B8-2C1345E29D35}" type="pres">
      <dgm:prSet presAssocID="{0A7DA050-1939-954D-8BEF-4938ADF818C6}" presName="compNode" presStyleCnt="0"/>
      <dgm:spPr/>
    </dgm:pt>
    <dgm:pt modelId="{6EB0FB92-A70A-AC45-9209-1911CAC6571A}" type="pres">
      <dgm:prSet presAssocID="{0A7DA050-1939-954D-8BEF-4938ADF818C6}" presName="bgRect" presStyleLbl="bgShp" presStyleIdx="3" presStyleCnt="4" custLinFactNeighborX="-143"/>
      <dgm:spPr>
        <a:solidFill>
          <a:schemeClr val="accent5"/>
        </a:solidFill>
      </dgm:spPr>
    </dgm:pt>
    <dgm:pt modelId="{BAD13127-DEF8-EB47-AFF0-C99F05B08382}" type="pres">
      <dgm:prSet presAssocID="{0A7DA050-1939-954D-8BEF-4938ADF818C6}" presName="iconRect" presStyleLbl="node1" presStyleIdx="3" presStyleCnt="4" custLinFactX="800000" custLinFactNeighborX="82242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ocument with solid fill"/>
        </a:ext>
      </dgm:extLst>
    </dgm:pt>
    <dgm:pt modelId="{CB12EC10-C355-AE42-AAEF-AADAD80F1B9A}" type="pres">
      <dgm:prSet presAssocID="{0A7DA050-1939-954D-8BEF-4938ADF818C6}" presName="spaceRect" presStyleCnt="0"/>
      <dgm:spPr/>
    </dgm:pt>
    <dgm:pt modelId="{2CA4D53C-5C32-E443-8EA5-06590864A81A}" type="pres">
      <dgm:prSet presAssocID="{0A7DA050-1939-954D-8BEF-4938ADF818C6}" presName="parTx" presStyleLbl="revTx" presStyleIdx="3" presStyleCnt="4" custLinFactNeighborX="-11936">
        <dgm:presLayoutVars>
          <dgm:chMax val="0"/>
          <dgm:chPref val="0"/>
        </dgm:presLayoutVars>
      </dgm:prSet>
      <dgm:spPr/>
    </dgm:pt>
  </dgm:ptLst>
  <dgm:cxnLst>
    <dgm:cxn modelId="{E19F1C02-E2E7-4263-B5BC-C09B8E53EF5C}" srcId="{49816D63-968C-4A55-9BEC-59743BC029E6}" destId="{598D8A68-E8AD-4E27-A32D-3D74B2BA7A6D}" srcOrd="2" destOrd="0" parTransId="{EA6FABF3-11AF-411B-82BF-6182842CCEF1}" sibTransId="{B9AE1657-59C9-45E6-AF59-CFC463F25A19}"/>
    <dgm:cxn modelId="{D3F3E018-26BA-4C43-B5C7-2E3B1D858681}" type="presOf" srcId="{0A7DA050-1939-954D-8BEF-4938ADF818C6}" destId="{2CA4D53C-5C32-E443-8EA5-06590864A81A}" srcOrd="0" destOrd="0" presId="urn:microsoft.com/office/officeart/2018/2/layout/IconVerticalSolidList"/>
    <dgm:cxn modelId="{21871D64-72DA-4E05-A3A7-0FB94129F53A}" type="presOf" srcId="{12B01A0F-D3DB-4483-A684-EB3CDDB8C402}" destId="{BA239B92-C7E8-4937-BA2F-63BBE1282096}" srcOrd="0" destOrd="0" presId="urn:microsoft.com/office/officeart/2018/2/layout/IconVerticalSolidList"/>
    <dgm:cxn modelId="{E1B2C347-2E28-49E0-B2E7-EDCC0F166AA5}" srcId="{49816D63-968C-4A55-9BEC-59743BC029E6}" destId="{56923969-828A-4BA8-B3D8-0D78B3954F0B}" srcOrd="1" destOrd="0" parTransId="{EDE96EA5-4272-4597-87C5-810736A70304}" sibTransId="{70055B61-415C-4256-B450-DFA4CB0F7EED}"/>
    <dgm:cxn modelId="{2EB42E8D-072D-471C-8F88-52777522F152}" type="presOf" srcId="{56923969-828A-4BA8-B3D8-0D78B3954F0B}" destId="{C2A8200A-96B4-428C-8E55-83C8FFDC1FB3}" srcOrd="0" destOrd="0" presId="urn:microsoft.com/office/officeart/2018/2/layout/IconVerticalSolidList"/>
    <dgm:cxn modelId="{7C02C89A-B90E-4191-82FD-9CE4845EA376}" srcId="{49816D63-968C-4A55-9BEC-59743BC029E6}" destId="{12B01A0F-D3DB-4483-A684-EB3CDDB8C402}" srcOrd="0" destOrd="0" parTransId="{244FE7CD-09C9-4649-8078-2981EDCAFAF5}" sibTransId="{213FB626-D022-4DCE-A47B-D3479E29F97C}"/>
    <dgm:cxn modelId="{F24098B8-8C9A-4C74-8826-7D1C2C7757A8}" type="presOf" srcId="{598D8A68-E8AD-4E27-A32D-3D74B2BA7A6D}" destId="{27D209A1-A39C-4A34-A67B-7F58F8B67DCB}" srcOrd="0" destOrd="0" presId="urn:microsoft.com/office/officeart/2018/2/layout/IconVerticalSolidList"/>
    <dgm:cxn modelId="{390716D4-D918-415D-BB23-40D401583C72}" type="presOf" srcId="{49816D63-968C-4A55-9BEC-59743BC029E6}" destId="{61067BF9-26D6-4B13-BDFD-7E74DD3567ED}" srcOrd="0" destOrd="0" presId="urn:microsoft.com/office/officeart/2018/2/layout/IconVerticalSolidList"/>
    <dgm:cxn modelId="{5FC479F6-C75E-5F49-BB2B-25DDACC6E0E0}" srcId="{49816D63-968C-4A55-9BEC-59743BC029E6}" destId="{0A7DA050-1939-954D-8BEF-4938ADF818C6}" srcOrd="3" destOrd="0" parTransId="{00ECB84A-3E56-5C48-9AED-551CD5564C0E}" sibTransId="{ED9DCB3D-3A82-2744-B177-A535F45C507B}"/>
    <dgm:cxn modelId="{CEE4C875-104F-4F56-AC4D-07E0D11E2784}" type="presParOf" srcId="{61067BF9-26D6-4B13-BDFD-7E74DD3567ED}" destId="{EE92A8AE-98EB-489C-B356-A192728D5660}" srcOrd="0" destOrd="0" presId="urn:microsoft.com/office/officeart/2018/2/layout/IconVerticalSolidList"/>
    <dgm:cxn modelId="{6BB7D70E-5A1A-4B44-8F6A-EEFC223B3E0E}" type="presParOf" srcId="{EE92A8AE-98EB-489C-B356-A192728D5660}" destId="{C459F91B-A412-4046-9AE9-167787D1DE0B}" srcOrd="0" destOrd="0" presId="urn:microsoft.com/office/officeart/2018/2/layout/IconVerticalSolidList"/>
    <dgm:cxn modelId="{E89F0CE3-15FD-4EF2-943B-F2965FDC7317}" type="presParOf" srcId="{EE92A8AE-98EB-489C-B356-A192728D5660}" destId="{F189B75D-60E8-4A38-AC23-0DC503925009}" srcOrd="1" destOrd="0" presId="urn:microsoft.com/office/officeart/2018/2/layout/IconVerticalSolidList"/>
    <dgm:cxn modelId="{7A0AF181-8637-40C7-A816-94387AC86CCC}" type="presParOf" srcId="{EE92A8AE-98EB-489C-B356-A192728D5660}" destId="{2A0C591D-F2EB-412E-9E5F-4B0B488D452A}" srcOrd="2" destOrd="0" presId="urn:microsoft.com/office/officeart/2018/2/layout/IconVerticalSolidList"/>
    <dgm:cxn modelId="{128FC341-090F-4ED6-99A1-1CF1EE98946B}" type="presParOf" srcId="{EE92A8AE-98EB-489C-B356-A192728D5660}" destId="{BA239B92-C7E8-4937-BA2F-63BBE1282096}" srcOrd="3" destOrd="0" presId="urn:microsoft.com/office/officeart/2018/2/layout/IconVerticalSolidList"/>
    <dgm:cxn modelId="{D238C958-9E0F-4587-9B4F-8CC0813D5DA1}" type="presParOf" srcId="{61067BF9-26D6-4B13-BDFD-7E74DD3567ED}" destId="{25B81F6A-4678-4CB6-B870-DCC32B8BE308}" srcOrd="1" destOrd="0" presId="urn:microsoft.com/office/officeart/2018/2/layout/IconVerticalSolidList"/>
    <dgm:cxn modelId="{4D0B7B5A-6085-4659-AC79-2896A5F43A95}" type="presParOf" srcId="{61067BF9-26D6-4B13-BDFD-7E74DD3567ED}" destId="{580F3AD1-2DCA-4977-8677-DFF4FB7EA121}" srcOrd="2" destOrd="0" presId="urn:microsoft.com/office/officeart/2018/2/layout/IconVerticalSolidList"/>
    <dgm:cxn modelId="{1A411787-0573-4F84-B27E-E69EC2A3C339}" type="presParOf" srcId="{580F3AD1-2DCA-4977-8677-DFF4FB7EA121}" destId="{F43D942C-5076-405B-826A-BC7DA2026AC7}" srcOrd="0" destOrd="0" presId="urn:microsoft.com/office/officeart/2018/2/layout/IconVerticalSolidList"/>
    <dgm:cxn modelId="{83BB126A-927E-4E1F-9431-51C4DBDD6768}" type="presParOf" srcId="{580F3AD1-2DCA-4977-8677-DFF4FB7EA121}" destId="{8ED43BA3-C6FA-40D0-98FE-78504CE20FC3}" srcOrd="1" destOrd="0" presId="urn:microsoft.com/office/officeart/2018/2/layout/IconVerticalSolidList"/>
    <dgm:cxn modelId="{E8658007-9D23-47E4-8C2D-7C1D9AD63447}" type="presParOf" srcId="{580F3AD1-2DCA-4977-8677-DFF4FB7EA121}" destId="{379730B0-BB0B-40F6-B12D-8E859490F291}" srcOrd="2" destOrd="0" presId="urn:microsoft.com/office/officeart/2018/2/layout/IconVerticalSolidList"/>
    <dgm:cxn modelId="{37E0060B-F65C-4FE0-A1ED-0A3EE55B1234}" type="presParOf" srcId="{580F3AD1-2DCA-4977-8677-DFF4FB7EA121}" destId="{C2A8200A-96B4-428C-8E55-83C8FFDC1FB3}" srcOrd="3" destOrd="0" presId="urn:microsoft.com/office/officeart/2018/2/layout/IconVerticalSolidList"/>
    <dgm:cxn modelId="{65F5E5F1-E2A9-4730-BD3B-34329B1B920E}" type="presParOf" srcId="{61067BF9-26D6-4B13-BDFD-7E74DD3567ED}" destId="{482FED42-60A7-4FE7-BD43-C9E3D9677997}" srcOrd="3" destOrd="0" presId="urn:microsoft.com/office/officeart/2018/2/layout/IconVerticalSolidList"/>
    <dgm:cxn modelId="{8D0F1E27-4C28-49D1-BAD5-02750F697AA1}" type="presParOf" srcId="{61067BF9-26D6-4B13-BDFD-7E74DD3567ED}" destId="{46D7A108-654E-406E-BCC7-B53E4001F28C}" srcOrd="4" destOrd="0" presId="urn:microsoft.com/office/officeart/2018/2/layout/IconVerticalSolidList"/>
    <dgm:cxn modelId="{9F0B78CB-DE2A-4480-830A-E1B80C213EAE}" type="presParOf" srcId="{46D7A108-654E-406E-BCC7-B53E4001F28C}" destId="{875D741C-CAD9-4AF6-B4FA-DE20C2DFD952}" srcOrd="0" destOrd="0" presId="urn:microsoft.com/office/officeart/2018/2/layout/IconVerticalSolidList"/>
    <dgm:cxn modelId="{660DFB20-7B2D-4E52-AC36-8110CEDC70C7}" type="presParOf" srcId="{46D7A108-654E-406E-BCC7-B53E4001F28C}" destId="{848AB56E-E0E6-4724-B224-7DF8D29317AC}" srcOrd="1" destOrd="0" presId="urn:microsoft.com/office/officeart/2018/2/layout/IconVerticalSolidList"/>
    <dgm:cxn modelId="{2162CD32-1CD9-477F-AE6F-33AF5191F8AC}" type="presParOf" srcId="{46D7A108-654E-406E-BCC7-B53E4001F28C}" destId="{A7CBF6A5-1ACE-4DC2-AC44-C42A787C6B4C}" srcOrd="2" destOrd="0" presId="urn:microsoft.com/office/officeart/2018/2/layout/IconVerticalSolidList"/>
    <dgm:cxn modelId="{6FCF57F7-E560-4AB5-9E1B-602752354A33}" type="presParOf" srcId="{46D7A108-654E-406E-BCC7-B53E4001F28C}" destId="{27D209A1-A39C-4A34-A67B-7F58F8B67DCB}" srcOrd="3" destOrd="0" presId="urn:microsoft.com/office/officeart/2018/2/layout/IconVerticalSolidList"/>
    <dgm:cxn modelId="{F3D2D4BF-4640-0847-9B2C-8FA67F7DF3C7}" type="presParOf" srcId="{61067BF9-26D6-4B13-BDFD-7E74DD3567ED}" destId="{25074C7F-71FD-3446-B8AB-3AC76E29D943}" srcOrd="5" destOrd="0" presId="urn:microsoft.com/office/officeart/2018/2/layout/IconVerticalSolidList"/>
    <dgm:cxn modelId="{0427B67D-604B-1D49-A844-C960435C92CA}" type="presParOf" srcId="{61067BF9-26D6-4B13-BDFD-7E74DD3567ED}" destId="{E3B237EB-F157-B142-94B8-2C1345E29D35}" srcOrd="6" destOrd="0" presId="urn:microsoft.com/office/officeart/2018/2/layout/IconVerticalSolidList"/>
    <dgm:cxn modelId="{656E4F3C-3022-CF49-B368-531422528653}" type="presParOf" srcId="{E3B237EB-F157-B142-94B8-2C1345E29D35}" destId="{6EB0FB92-A70A-AC45-9209-1911CAC6571A}" srcOrd="0" destOrd="0" presId="urn:microsoft.com/office/officeart/2018/2/layout/IconVerticalSolidList"/>
    <dgm:cxn modelId="{5F727753-3417-E44F-913D-C791E25EF275}" type="presParOf" srcId="{E3B237EB-F157-B142-94B8-2C1345E29D35}" destId="{BAD13127-DEF8-EB47-AFF0-C99F05B08382}" srcOrd="1" destOrd="0" presId="urn:microsoft.com/office/officeart/2018/2/layout/IconVerticalSolidList"/>
    <dgm:cxn modelId="{37E11D03-DD93-E74D-A330-BF48FF183FD2}" type="presParOf" srcId="{E3B237EB-F157-B142-94B8-2C1345E29D35}" destId="{CB12EC10-C355-AE42-AAEF-AADAD80F1B9A}" srcOrd="2" destOrd="0" presId="urn:microsoft.com/office/officeart/2018/2/layout/IconVerticalSolidList"/>
    <dgm:cxn modelId="{F2F8B681-4B70-7141-BE24-357103FBEDB5}" type="presParOf" srcId="{E3B237EB-F157-B142-94B8-2C1345E29D35}" destId="{2CA4D53C-5C32-E443-8EA5-06590864A81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solidFill>
          <a:schemeClr val="accent5"/>
        </a:solidFill>
      </dgm:spPr>
      <dgm:t>
        <a:bodyPr rtlCol="1"/>
        <a:lstStyle/>
        <a:p>
          <a:pPr algn="r">
            <a:lnSpc>
              <a:spcPct val="100000"/>
            </a:lnSpc>
          </a:pPr>
          <a:r>
            <a:rPr lang="ar" sz="2000" kern="1200" dirty="0">
              <a:latin typeface="Times New Roman" panose="02020603050405020304" pitchFamily="18" charset="0"/>
              <a:cs typeface="Times New Roman" panose="02020603050405020304" pitchFamily="18" charset="0"/>
            </a:rPr>
            <a:t>أ1 أنواع الأعمال التجارية في مجال الرياضة</a:t>
          </a:r>
          <a:endParaRPr lang="en-US" sz="2000" kern="1200" dirty="0">
            <a:solidFill>
              <a:srgbClr val="000000">
                <a:hueOff val="0"/>
                <a:satOff val="0"/>
                <a:lumOff val="0"/>
                <a:alphaOff val="0"/>
              </a:srgbClr>
            </a:solidFill>
            <a:latin typeface="Times New Roman" panose="02020603050405020304" pitchFamily="18" charset="0"/>
            <a:ea typeface="+mn-ea"/>
            <a:cs typeface="Times New Roman" panose="02020603050405020304" pitchFamily="18" charset="0"/>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algn="r">
            <a:lnSpc>
              <a:spcPct val="100000"/>
            </a:lnSpc>
          </a:pPr>
          <a:r>
            <a:rPr lang="ar" sz="2000" dirty="0">
              <a:latin typeface="Times New Roman" panose="02020603050405020304" pitchFamily="18" charset="0"/>
              <a:cs typeface="Times New Roman" panose="02020603050405020304" pitchFamily="18" charset="0"/>
            </a:rPr>
            <a:t>أ2 غرض الأعمال التجارية في مجال الرياضة</a:t>
          </a:r>
          <a:endParaRPr lang="en-US" sz="2000" b="0" dirty="0">
            <a:latin typeface="Times New Roman" panose="02020603050405020304" pitchFamily="18" charset="0"/>
            <a:cs typeface="Times New Roman" panose="02020603050405020304" pitchFamily="18" charset="0"/>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8A36B54-2CB1-ED4B-B9C0-FC8A2D0861F4}">
      <dgm:prSet/>
      <dgm:spPr/>
      <dgm:t>
        <a:bodyPr rtlCol="1"/>
        <a:lstStyle/>
        <a:p>
          <a:pPr algn="r">
            <a:lnSpc>
              <a:spcPct val="100000"/>
            </a:lnSpc>
          </a:pPr>
          <a:r>
            <a:rPr lang="ar" b="1" dirty="0">
              <a:latin typeface="Times New Roman" panose="02020603050405020304" pitchFamily="18" charset="0"/>
              <a:cs typeface="Times New Roman" panose="02020603050405020304" pitchFamily="18" charset="0"/>
            </a:rPr>
            <a:t>مجالات المحتوى الرئيسة</a:t>
          </a:r>
        </a:p>
      </dgm:t>
    </dgm:pt>
    <dgm:pt modelId="{C3FBB647-007B-4C4D-8ADA-182C0F5A47A6}" type="parTrans" cxnId="{E5F187BC-C410-5E49-93BC-3C584F5DC389}">
      <dgm:prSet/>
      <dgm:spPr/>
      <dgm:t>
        <a:bodyPr rtlCol="1"/>
        <a:lstStyle/>
        <a:p>
          <a:pPr rtl="1"/>
          <a:endParaRPr lang="en-GB"/>
        </a:p>
      </dgm:t>
    </dgm:pt>
    <dgm:pt modelId="{692C18A0-ECE4-024B-B525-1D7488D3C7CB}" type="sibTrans" cxnId="{E5F187BC-C410-5E49-93BC-3C584F5DC389}">
      <dgm:prSet/>
      <dgm:spPr/>
      <dgm:t>
        <a:bodyPr rtlCol="1"/>
        <a:lstStyle/>
        <a:p>
          <a:pPr rtl="1"/>
          <a:endParaRPr lang="en-GB"/>
        </a:p>
      </dgm:t>
    </dgm:pt>
    <dgm:pt modelId="{079C226E-4A04-3A49-B58F-BDA579843144}">
      <dgm:prSet custT="1"/>
      <dgm:spPr/>
      <dgm:t>
        <a:bodyPr rtlCol="1"/>
        <a:lstStyle/>
        <a:p>
          <a:pPr algn="r">
            <a:lnSpc>
              <a:spcPct val="100000"/>
            </a:lnSpc>
          </a:pPr>
          <a:r>
            <a:rPr lang="ar" sz="2000" kern="1200" dirty="0">
              <a:solidFill>
                <a:srgbClr val="000000">
                  <a:hueOff val="0"/>
                  <a:satOff val="0"/>
                  <a:lumOff val="0"/>
                  <a:alphaOff val="0"/>
                </a:srgbClr>
              </a:solidFill>
              <a:latin typeface="Times New Roman" panose="02020603050405020304" pitchFamily="18" charset="0"/>
              <a:ea typeface="+mn-ea"/>
              <a:cs typeface="Times New Roman" panose="02020603050405020304" pitchFamily="18" charset="0"/>
            </a:rPr>
            <a:t>أ3 تقييم مؤشرات نجاح المؤسسات التجارية في مجال الرياضة</a:t>
          </a:r>
        </a:p>
      </dgm:t>
    </dgm:pt>
    <dgm:pt modelId="{F11DF70A-E949-954E-8348-C4C4D2D2397E}" type="parTrans" cxnId="{275F89BC-B6BC-C34F-947A-6863587440F4}">
      <dgm:prSet/>
      <dgm:spPr/>
      <dgm:t>
        <a:bodyPr rtlCol="1"/>
        <a:lstStyle/>
        <a:p>
          <a:pPr rtl="1"/>
          <a:endParaRPr lang="en-GB"/>
        </a:p>
      </dgm:t>
    </dgm:pt>
    <dgm:pt modelId="{BCF63CBC-8368-BB40-ACAA-DB53440715B7}" type="sibTrans" cxnId="{275F89BC-B6BC-C34F-947A-6863587440F4}">
      <dgm:prSet/>
      <dgm:spPr/>
      <dgm:t>
        <a:bodyPr rtlCol="1"/>
        <a:lstStyle/>
        <a:p>
          <a:pPr rtl="1"/>
          <a:endParaRPr lang="en-GB"/>
        </a:p>
      </dgm:t>
    </dgm:pt>
    <dgm:pt modelId="{B3B44CE8-9EB0-4E94-AC20-BBFD45B3B64F}" type="pres">
      <dgm:prSet presAssocID="{273F4FFB-BF9F-4EE8-B58E-FFED8E01943B}" presName="root" presStyleCnt="0">
        <dgm:presLayoutVars>
          <dgm:dir/>
          <dgm:resizeHandles val="exact"/>
        </dgm:presLayoutVars>
      </dgm:prSet>
      <dgm:spPr/>
    </dgm:pt>
    <dgm:pt modelId="{11C7BEF1-2345-4A6C-BADC-E727F100EB5A}" type="pres">
      <dgm:prSet presAssocID="{C8A36B54-2CB1-ED4B-B9C0-FC8A2D0861F4}" presName="compNode" presStyleCnt="0"/>
      <dgm:spPr/>
    </dgm:pt>
    <dgm:pt modelId="{4DC6443E-F6CB-4E39-B8B4-8735A3F35C81}" type="pres">
      <dgm:prSet presAssocID="{C8A36B54-2CB1-ED4B-B9C0-FC8A2D0861F4}" presName="bgRect" presStyleLbl="bgShp" presStyleIdx="0" presStyleCnt="4"/>
      <dgm:spPr>
        <a:solidFill>
          <a:schemeClr val="accent6">
            <a:lumMod val="20000"/>
            <a:lumOff val="80000"/>
          </a:schemeClr>
        </a:solidFill>
      </dgm:spPr>
    </dgm:pt>
    <dgm:pt modelId="{B1E01E3D-6D85-4BA8-8D47-D67B5A12AA05}" type="pres">
      <dgm:prSet presAssocID="{C8A36B54-2CB1-ED4B-B9C0-FC8A2D0861F4}" presName="iconRect" presStyleLbl="node1" presStyleIdx="0" presStyleCnt="4" custLinFactX="307232" custLinFactNeighborX="400000"/>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FB69FCB6-C1BD-49E5-97C3-13958B8ACDB1}" type="pres">
      <dgm:prSet presAssocID="{C8A36B54-2CB1-ED4B-B9C0-FC8A2D0861F4}" presName="spaceRect" presStyleCnt="0"/>
      <dgm:spPr/>
    </dgm:pt>
    <dgm:pt modelId="{A964A834-0AE3-40C9-B5C8-75BE27C4EBF8}" type="pres">
      <dgm:prSet presAssocID="{C8A36B54-2CB1-ED4B-B9C0-FC8A2D0861F4}" presName="parTx" presStyleLbl="revTx" presStyleIdx="0" presStyleCnt="4" custLinFactNeighborX="-24643">
        <dgm:presLayoutVars>
          <dgm:chMax val="0"/>
          <dgm:chPref val="0"/>
        </dgm:presLayoutVars>
      </dgm:prSet>
      <dgm:spPr/>
    </dgm:pt>
    <dgm:pt modelId="{4A8D0571-C022-0942-856F-1235BB03BBE1}" type="pres">
      <dgm:prSet presAssocID="{692C18A0-ECE4-024B-B525-1D7488D3C7CB}" presName="sibTrans" presStyleCnt="0"/>
      <dgm:spPr/>
    </dgm:pt>
    <dgm:pt modelId="{5EBAB49B-8F61-427A-8EB6-147E5E00CCB3}" type="pres">
      <dgm:prSet presAssocID="{5FE25653-A7BA-47FB-8073-2B4FA7940492}" presName="compNode" presStyleCnt="0"/>
      <dgm:spPr/>
    </dgm:pt>
    <dgm:pt modelId="{CF774ABA-3244-4408-901F-6CCE877A456B}" type="pres">
      <dgm:prSet presAssocID="{5FE25653-A7BA-47FB-8073-2B4FA7940492}" presName="bgRect" presStyleLbl="bgShp" presStyleIdx="1" presStyleCnt="4"/>
      <dgm:spPr>
        <a:solidFill>
          <a:schemeClr val="accent5"/>
        </a:solidFill>
      </dgm:spPr>
    </dgm:pt>
    <dgm:pt modelId="{407EE78B-D7B9-41CD-B540-6B48BF9CD5D7}" type="pres">
      <dgm:prSet presAssocID="{5FE25653-A7BA-47FB-8073-2B4FA7940492}" presName="iconRect" presStyleLbl="node1" presStyleIdx="1" presStyleCnt="4" custLinFactX="307232" custLinFactNeighborX="4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nnis"/>
        </a:ext>
      </dgm:extLst>
    </dgm:pt>
    <dgm:pt modelId="{589689BB-44B5-4EF3-AD55-DE4BE0B2B633}" type="pres">
      <dgm:prSet presAssocID="{5FE25653-A7BA-47FB-8073-2B4FA7940492}" presName="spaceRect" presStyleCnt="0"/>
      <dgm:spPr/>
    </dgm:pt>
    <dgm:pt modelId="{93BE2D37-BA8E-4389-9AA8-5F0BF3C22FB2}" type="pres">
      <dgm:prSet presAssocID="{5FE25653-A7BA-47FB-8073-2B4FA7940492}" presName="parTx" presStyleLbl="revTx" presStyleIdx="1" presStyleCnt="4" custLinFactNeighborX="-25542">
        <dgm:presLayoutVars>
          <dgm:chMax val="0"/>
          <dgm:chPref val="0"/>
        </dgm:presLayoutVars>
      </dgm:prSet>
      <dgm:spPr/>
    </dgm:pt>
    <dgm:pt modelId="{3DD1CBBC-2D4F-445E-BEC6-772E550D633A}" type="pres">
      <dgm:prSet presAssocID="{FD9ABB40-9682-4D97-B80C-F7F64D08F683}" presName="sibTrans" presStyleCnt="0"/>
      <dgm:spPr/>
    </dgm:pt>
    <dgm:pt modelId="{4D315DB8-C065-4BD9-91B8-C43A61E5098B}" type="pres">
      <dgm:prSet presAssocID="{CCCABDE4-D42F-4A79-80D9-607472E8A4AF}" presName="compNode" presStyleCnt="0"/>
      <dgm:spPr/>
    </dgm:pt>
    <dgm:pt modelId="{3DCFFCF7-9656-439F-BBA1-13F8CDCDF580}" type="pres">
      <dgm:prSet presAssocID="{CCCABDE4-D42F-4A79-80D9-607472E8A4AF}" presName="bgRect" presStyleLbl="bgShp" presStyleIdx="2" presStyleCnt="4"/>
      <dgm:spPr>
        <a:solidFill>
          <a:schemeClr val="accent6">
            <a:lumMod val="20000"/>
            <a:lumOff val="80000"/>
          </a:schemeClr>
        </a:solidFill>
      </dgm:spPr>
    </dgm:pt>
    <dgm:pt modelId="{0F9FDF15-0AA0-473D-88E0-CE97E32171A0}" type="pres">
      <dgm:prSet presAssocID="{CCCABDE4-D42F-4A79-80D9-607472E8A4AF}" presName="iconRect" presStyleLbl="node1" presStyleIdx="2" presStyleCnt="4" custLinFactX="307232" custLinFactNeighborX="400000"/>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Bullseye with solid fill"/>
        </a:ext>
      </dgm:extLst>
    </dgm:pt>
    <dgm:pt modelId="{BEAD7674-1BCA-4A65-915F-23B0136F2371}" type="pres">
      <dgm:prSet presAssocID="{CCCABDE4-D42F-4A79-80D9-607472E8A4AF}" presName="spaceRect" presStyleCnt="0"/>
      <dgm:spPr/>
    </dgm:pt>
    <dgm:pt modelId="{4E9A5E81-88A1-48A0-AFE5-8C2E829447C6}" type="pres">
      <dgm:prSet presAssocID="{CCCABDE4-D42F-4A79-80D9-607472E8A4AF}" presName="parTx" presStyleLbl="revTx" presStyleIdx="2" presStyleCnt="4" custLinFactNeighborX="-25542">
        <dgm:presLayoutVars>
          <dgm:chMax val="0"/>
          <dgm:chPref val="0"/>
        </dgm:presLayoutVars>
      </dgm:prSet>
      <dgm:spPr/>
    </dgm:pt>
    <dgm:pt modelId="{0544ADE7-2690-B44D-9D7A-FB172D269A17}" type="pres">
      <dgm:prSet presAssocID="{F2E7893A-50A6-440B-AD9A-267ED4D45C29}" presName="sibTrans" presStyleCnt="0"/>
      <dgm:spPr/>
    </dgm:pt>
    <dgm:pt modelId="{84C6B9C9-0037-5A4D-A1CB-D4DA4E29FC82}" type="pres">
      <dgm:prSet presAssocID="{079C226E-4A04-3A49-B58F-BDA579843144}" presName="compNode" presStyleCnt="0"/>
      <dgm:spPr/>
    </dgm:pt>
    <dgm:pt modelId="{ADECAE07-2184-2A47-8AE2-CAD102EF394E}" type="pres">
      <dgm:prSet presAssocID="{079C226E-4A04-3A49-B58F-BDA579843144}" presName="bgRect" presStyleLbl="bgShp" presStyleIdx="3" presStyleCnt="4"/>
      <dgm:spPr>
        <a:solidFill>
          <a:schemeClr val="accent5"/>
        </a:solidFill>
      </dgm:spPr>
    </dgm:pt>
    <dgm:pt modelId="{4E4A5A69-05A2-9745-8A54-4F236E4A4ABE}" type="pres">
      <dgm:prSet presAssocID="{079C226E-4A04-3A49-B58F-BDA579843144}" presName="iconRect" presStyleLbl="node1" presStyleIdx="3" presStyleCnt="4" custLinFactX="307232" custLinFactNeighborX="4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9F2BBA2F-A7DC-0E4E-ABF2-94CB07B97389}" type="pres">
      <dgm:prSet presAssocID="{079C226E-4A04-3A49-B58F-BDA579843144}" presName="spaceRect" presStyleCnt="0"/>
      <dgm:spPr/>
    </dgm:pt>
    <dgm:pt modelId="{75185E06-AC53-8048-ADA5-06CC82F05F1D}" type="pres">
      <dgm:prSet presAssocID="{079C226E-4A04-3A49-B58F-BDA579843144}" presName="parTx" presStyleLbl="revTx" presStyleIdx="3" presStyleCnt="4" custLinFactNeighborX="-25900" custLinFactNeighborY="197">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0B3B720F-15B5-9B4E-B972-A8DD41163097}" type="presOf" srcId="{273F4FFB-BF9F-4EE8-B58E-FFED8E01943B}" destId="{B3B44CE8-9EB0-4E94-AC20-BBFD45B3B64F}" srcOrd="0" destOrd="0" presId="urn:microsoft.com/office/officeart/2018/2/layout/IconVerticalSolidList"/>
    <dgm:cxn modelId="{1BE21714-A0FA-5148-A4F1-06F95FF01B0F}" type="presOf" srcId="{C8A36B54-2CB1-ED4B-B9C0-FC8A2D0861F4}" destId="{A964A834-0AE3-40C9-B5C8-75BE27C4EBF8}"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E5F187BC-C410-5E49-93BC-3C584F5DC389}" srcId="{273F4FFB-BF9F-4EE8-B58E-FFED8E01943B}" destId="{C8A36B54-2CB1-ED4B-B9C0-FC8A2D0861F4}" srcOrd="0" destOrd="0" parTransId="{C3FBB647-007B-4C4D-8ADA-182C0F5A47A6}" sibTransId="{692C18A0-ECE4-024B-B525-1D7488D3C7CB}"/>
    <dgm:cxn modelId="{275F89BC-B6BC-C34F-947A-6863587440F4}" srcId="{273F4FFB-BF9F-4EE8-B58E-FFED8E01943B}" destId="{079C226E-4A04-3A49-B58F-BDA579843144}" srcOrd="3" destOrd="0" parTransId="{F11DF70A-E949-954E-8348-C4C4D2D2397E}" sibTransId="{BCF63CBC-8368-BB40-ACAA-DB53440715B7}"/>
    <dgm:cxn modelId="{7FB764D0-EA32-3748-8DED-378ADBB273F8}" type="presOf" srcId="{5FE25653-A7BA-47FB-8073-2B4FA7940492}" destId="{93BE2D37-BA8E-4389-9AA8-5F0BF3C22FB2}" srcOrd="0" destOrd="0" presId="urn:microsoft.com/office/officeart/2018/2/layout/IconVerticalSolidList"/>
    <dgm:cxn modelId="{B037ECE0-67EC-0C45-AE43-CF10DE6E6CE6}" type="presOf" srcId="{CCCABDE4-D42F-4A79-80D9-607472E8A4AF}" destId="{4E9A5E81-88A1-48A0-AFE5-8C2E829447C6}" srcOrd="0" destOrd="0" presId="urn:microsoft.com/office/officeart/2018/2/layout/IconVerticalSolidList"/>
    <dgm:cxn modelId="{47992FFD-9DDF-C144-8D13-2C8558186098}" type="presOf" srcId="{079C226E-4A04-3A49-B58F-BDA579843144}" destId="{75185E06-AC53-8048-ADA5-06CC82F05F1D}" srcOrd="0" destOrd="0" presId="urn:microsoft.com/office/officeart/2018/2/layout/IconVerticalSolidList"/>
    <dgm:cxn modelId="{75ADD115-860D-0945-946F-B2442E64A038}" type="presParOf" srcId="{B3B44CE8-9EB0-4E94-AC20-BBFD45B3B64F}" destId="{11C7BEF1-2345-4A6C-BADC-E727F100EB5A}" srcOrd="0" destOrd="0" presId="urn:microsoft.com/office/officeart/2018/2/layout/IconVerticalSolidList"/>
    <dgm:cxn modelId="{ADFBCC4F-5A62-0C44-B445-3B04043FEEBC}" type="presParOf" srcId="{11C7BEF1-2345-4A6C-BADC-E727F100EB5A}" destId="{4DC6443E-F6CB-4E39-B8B4-8735A3F35C81}" srcOrd="0" destOrd="0" presId="urn:microsoft.com/office/officeart/2018/2/layout/IconVerticalSolidList"/>
    <dgm:cxn modelId="{142409FD-1604-4146-A513-3065197F7227}" type="presParOf" srcId="{11C7BEF1-2345-4A6C-BADC-E727F100EB5A}" destId="{B1E01E3D-6D85-4BA8-8D47-D67B5A12AA05}" srcOrd="1" destOrd="0" presId="urn:microsoft.com/office/officeart/2018/2/layout/IconVerticalSolidList"/>
    <dgm:cxn modelId="{C6C642D1-3A73-CE4E-941E-9E9FA11F6B18}" type="presParOf" srcId="{11C7BEF1-2345-4A6C-BADC-E727F100EB5A}" destId="{FB69FCB6-C1BD-49E5-97C3-13958B8ACDB1}" srcOrd="2" destOrd="0" presId="urn:microsoft.com/office/officeart/2018/2/layout/IconVerticalSolidList"/>
    <dgm:cxn modelId="{C6A0297D-9FBF-114D-B601-5254521F7D73}" type="presParOf" srcId="{11C7BEF1-2345-4A6C-BADC-E727F100EB5A}" destId="{A964A834-0AE3-40C9-B5C8-75BE27C4EBF8}" srcOrd="3" destOrd="0" presId="urn:microsoft.com/office/officeart/2018/2/layout/IconVerticalSolidList"/>
    <dgm:cxn modelId="{F6F0B1E0-F6C4-A44C-B25F-F7C3075A6D1E}" type="presParOf" srcId="{B3B44CE8-9EB0-4E94-AC20-BBFD45B3B64F}" destId="{4A8D0571-C022-0942-856F-1235BB03BBE1}" srcOrd="1" destOrd="0" presId="urn:microsoft.com/office/officeart/2018/2/layout/IconVerticalSolidList"/>
    <dgm:cxn modelId="{A1C48F6A-9FF2-7044-8E6F-C45987947E4E}" type="presParOf" srcId="{B3B44CE8-9EB0-4E94-AC20-BBFD45B3B64F}" destId="{5EBAB49B-8F61-427A-8EB6-147E5E00CCB3}" srcOrd="2" destOrd="0" presId="urn:microsoft.com/office/officeart/2018/2/layout/IconVerticalSolidList"/>
    <dgm:cxn modelId="{C5DF3859-3DAA-9949-BCDA-C7F0F080248C}" type="presParOf" srcId="{5EBAB49B-8F61-427A-8EB6-147E5E00CCB3}" destId="{CF774ABA-3244-4408-901F-6CCE877A456B}" srcOrd="0" destOrd="0" presId="urn:microsoft.com/office/officeart/2018/2/layout/IconVerticalSolidList"/>
    <dgm:cxn modelId="{12278E1A-D374-0B4B-BDA5-39567311E2CF}" type="presParOf" srcId="{5EBAB49B-8F61-427A-8EB6-147E5E00CCB3}" destId="{407EE78B-D7B9-41CD-B540-6B48BF9CD5D7}" srcOrd="1" destOrd="0" presId="urn:microsoft.com/office/officeart/2018/2/layout/IconVerticalSolidList"/>
    <dgm:cxn modelId="{3EBD2A39-250E-B446-90F5-F294828A89D0}" type="presParOf" srcId="{5EBAB49B-8F61-427A-8EB6-147E5E00CCB3}" destId="{589689BB-44B5-4EF3-AD55-DE4BE0B2B633}" srcOrd="2" destOrd="0" presId="urn:microsoft.com/office/officeart/2018/2/layout/IconVerticalSolidList"/>
    <dgm:cxn modelId="{1E8DD7BD-08E2-294F-B7AB-8F02D1175EAB}" type="presParOf" srcId="{5EBAB49B-8F61-427A-8EB6-147E5E00CCB3}" destId="{93BE2D37-BA8E-4389-9AA8-5F0BF3C22FB2}" srcOrd="3" destOrd="0" presId="urn:microsoft.com/office/officeart/2018/2/layout/IconVerticalSolidList"/>
    <dgm:cxn modelId="{DAA18769-7288-B54B-A774-DD3423ABE8CD}" type="presParOf" srcId="{B3B44CE8-9EB0-4E94-AC20-BBFD45B3B64F}" destId="{3DD1CBBC-2D4F-445E-BEC6-772E550D633A}" srcOrd="3" destOrd="0" presId="urn:microsoft.com/office/officeart/2018/2/layout/IconVerticalSolidList"/>
    <dgm:cxn modelId="{DF2172B8-6C5E-7E45-AD9E-094B670CAB69}" type="presParOf" srcId="{B3B44CE8-9EB0-4E94-AC20-BBFD45B3B64F}" destId="{4D315DB8-C065-4BD9-91B8-C43A61E5098B}" srcOrd="4" destOrd="0" presId="urn:microsoft.com/office/officeart/2018/2/layout/IconVerticalSolidList"/>
    <dgm:cxn modelId="{F1A816D3-A8F8-0C41-8703-313670918CC4}" type="presParOf" srcId="{4D315DB8-C065-4BD9-91B8-C43A61E5098B}" destId="{3DCFFCF7-9656-439F-BBA1-13F8CDCDF580}" srcOrd="0" destOrd="0" presId="urn:microsoft.com/office/officeart/2018/2/layout/IconVerticalSolidList"/>
    <dgm:cxn modelId="{3A195EBD-1224-124A-A0F7-38240D101100}" type="presParOf" srcId="{4D315DB8-C065-4BD9-91B8-C43A61E5098B}" destId="{0F9FDF15-0AA0-473D-88E0-CE97E32171A0}" srcOrd="1" destOrd="0" presId="urn:microsoft.com/office/officeart/2018/2/layout/IconVerticalSolidList"/>
    <dgm:cxn modelId="{C1CFD609-BBD0-F742-8720-6775E0734BBB}" type="presParOf" srcId="{4D315DB8-C065-4BD9-91B8-C43A61E5098B}" destId="{BEAD7674-1BCA-4A65-915F-23B0136F2371}" srcOrd="2" destOrd="0" presId="urn:microsoft.com/office/officeart/2018/2/layout/IconVerticalSolidList"/>
    <dgm:cxn modelId="{2D3C9B7C-9036-E04D-9EB5-C6CA5B23BBC2}" type="presParOf" srcId="{4D315DB8-C065-4BD9-91B8-C43A61E5098B}" destId="{4E9A5E81-88A1-48A0-AFE5-8C2E829447C6}" srcOrd="3" destOrd="0" presId="urn:microsoft.com/office/officeart/2018/2/layout/IconVerticalSolidList"/>
    <dgm:cxn modelId="{87A4F3F1-EEC2-0E4B-9F1C-D828B3720F76}" type="presParOf" srcId="{B3B44CE8-9EB0-4E94-AC20-BBFD45B3B64F}" destId="{0544ADE7-2690-B44D-9D7A-FB172D269A17}" srcOrd="5" destOrd="0" presId="urn:microsoft.com/office/officeart/2018/2/layout/IconVerticalSolidList"/>
    <dgm:cxn modelId="{2E5174DD-663A-1048-9981-F4D3A414A742}" type="presParOf" srcId="{B3B44CE8-9EB0-4E94-AC20-BBFD45B3B64F}" destId="{84C6B9C9-0037-5A4D-A1CB-D4DA4E29FC82}" srcOrd="6" destOrd="0" presId="urn:microsoft.com/office/officeart/2018/2/layout/IconVerticalSolidList"/>
    <dgm:cxn modelId="{850A3F56-AC3C-464E-8751-98C4CEE092C5}" type="presParOf" srcId="{84C6B9C9-0037-5A4D-A1CB-D4DA4E29FC82}" destId="{ADECAE07-2184-2A47-8AE2-CAD102EF394E}" srcOrd="0" destOrd="0" presId="urn:microsoft.com/office/officeart/2018/2/layout/IconVerticalSolidList"/>
    <dgm:cxn modelId="{8CCAB94C-4DA8-2D4D-8767-FA398B39735F}" type="presParOf" srcId="{84C6B9C9-0037-5A4D-A1CB-D4DA4E29FC82}" destId="{4E4A5A69-05A2-9745-8A54-4F236E4A4ABE}" srcOrd="1" destOrd="0" presId="urn:microsoft.com/office/officeart/2018/2/layout/IconVerticalSolidList"/>
    <dgm:cxn modelId="{AEFC754F-35F9-7E42-A3D9-6F5A853AF058}" type="presParOf" srcId="{84C6B9C9-0037-5A4D-A1CB-D4DA4E29FC82}" destId="{9F2BBA2F-A7DC-0E4E-ABF2-94CB07B97389}" srcOrd="2" destOrd="0" presId="urn:microsoft.com/office/officeart/2018/2/layout/IconVerticalSolidList"/>
    <dgm:cxn modelId="{313344B1-8CC6-D14B-BB3E-6543B83B527D}" type="presParOf" srcId="{84C6B9C9-0037-5A4D-A1CB-D4DA4E29FC82}" destId="{75185E06-AC53-8048-ADA5-06CC82F05F1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A8C1924-855A-DE4F-BF8F-85CB9CA1AB5A}" type="doc">
      <dgm:prSet loTypeId="urn:microsoft.com/office/officeart/2005/8/layout/vList2" loCatId="list" qsTypeId="urn:microsoft.com/office/officeart/2005/8/quickstyle/simple1" qsCatId="simple" csTypeId="urn:microsoft.com/office/officeart/2005/8/colors/accent1_2" csCatId="accent1" phldr="1"/>
      <dgm:spPr/>
      <dgm:t>
        <a:bodyPr rtlCol="1"/>
        <a:lstStyle/>
        <a:p>
          <a:pPr rtl="1"/>
          <a:endParaRPr lang="en-GB"/>
        </a:p>
      </dgm:t>
    </dgm:pt>
    <dgm:pt modelId="{3CB8E061-2E8D-CD44-B4A5-3A5E783C7652}">
      <dgm:prSet custT="1"/>
      <dgm:spPr>
        <a:solidFill>
          <a:schemeClr val="accent6">
            <a:lumMod val="20000"/>
            <a:lumOff val="80000"/>
          </a:schemeClr>
        </a:solidFill>
      </dgm:spPr>
      <dgm:t>
        <a:bodyPr rtlCol="1"/>
        <a:lstStyle/>
        <a:p>
          <a:pPr rtl="1"/>
          <a:r>
            <a:rPr lang="ar" sz="1800" b="1" dirty="0">
              <a:solidFill>
                <a:schemeClr val="accent6"/>
              </a:solidFill>
              <a:latin typeface="Times New Roman" panose="02020603050405020304" pitchFamily="18" charset="0"/>
              <a:cs typeface="Times New Roman" panose="02020603050405020304" pitchFamily="18" charset="0"/>
            </a:rPr>
            <a:t>المؤسسات الهادفة للربح في القطاع الخاص</a:t>
          </a:r>
        </a:p>
      </dgm:t>
    </dgm:pt>
    <dgm:pt modelId="{60DE437F-5271-EB4B-B532-4CF70ABC6533}" type="parTrans" cxnId="{E9D4A9F4-0649-7B42-9F5A-E132295F0067}">
      <dgm:prSet/>
      <dgm:spPr/>
      <dgm:t>
        <a:bodyPr rtlCol="1"/>
        <a:lstStyle/>
        <a:p>
          <a:pPr rtl="1"/>
          <a:endParaRPr lang="en-GB"/>
        </a:p>
      </dgm:t>
    </dgm:pt>
    <dgm:pt modelId="{B895ABC1-CB1F-834F-858D-AF0401C4AEC2}" type="sibTrans" cxnId="{E9D4A9F4-0649-7B42-9F5A-E132295F0067}">
      <dgm:prSet/>
      <dgm:spPr/>
      <dgm:t>
        <a:bodyPr rtlCol="1"/>
        <a:lstStyle/>
        <a:p>
          <a:pPr rtl="1"/>
          <a:endParaRPr lang="en-GB"/>
        </a:p>
      </dgm:t>
    </dgm:pt>
    <dgm:pt modelId="{E6A13A45-986D-0649-99F7-AEACB2569460}">
      <dgm:prSet custT="1"/>
      <dgm:spPr>
        <a:solidFill>
          <a:schemeClr val="accent6">
            <a:lumMod val="20000"/>
            <a:lumOff val="80000"/>
          </a:schemeClr>
        </a:solidFill>
      </dgm:spPr>
      <dgm:t>
        <a:bodyPr rtlCol="1"/>
        <a:lstStyle/>
        <a:p>
          <a:pPr rtl="1"/>
          <a:r>
            <a:rPr lang="ar" sz="1800" kern="1200" dirty="0">
              <a:solidFill>
                <a:schemeClr val="tx1"/>
              </a:solidFill>
              <a:latin typeface="Times New Roman" panose="02020603050405020304" pitchFamily="18" charset="0"/>
              <a:cs typeface="Times New Roman" panose="02020603050405020304" pitchFamily="18" charset="0"/>
            </a:rPr>
            <a:t>o </a:t>
          </a:r>
          <a:r>
            <a:rPr lang="ar" sz="1800" b="1" kern="1200" dirty="0">
              <a:solidFill>
                <a:schemeClr val="tx1"/>
              </a:solidFill>
              <a:latin typeface="Times New Roman" panose="02020603050405020304" pitchFamily="18" charset="0"/>
              <a:cs typeface="Times New Roman" panose="02020603050405020304" pitchFamily="18" charset="0"/>
            </a:rPr>
            <a:t>المؤسسات الفردية</a:t>
          </a:r>
          <a:r>
            <a:rPr lang="ar" sz="1800" kern="1200" dirty="0">
              <a:solidFill>
                <a:schemeClr val="tx1"/>
              </a:solidFill>
              <a:latin typeface="Times New Roman" panose="02020603050405020304" pitchFamily="18" charset="0"/>
              <a:cs typeface="Times New Roman" panose="02020603050405020304" pitchFamily="18" charset="0"/>
            </a:rPr>
            <a:t>:</a:t>
          </a:r>
          <a:r>
            <a:rPr lang="ar" sz="1600" kern="1200" dirty="0">
              <a:solidFill>
                <a:srgbClr val="000000"/>
              </a:solidFill>
              <a:latin typeface="Times New Roman" panose="02020603050405020304" pitchFamily="18" charset="0"/>
              <a:ea typeface="+mn-ea"/>
              <a:cs typeface="Times New Roman" panose="02020603050405020304" pitchFamily="18" charset="0"/>
            </a:rPr>
            <a:t> مثل المتاجر الصغيرة أو مدربي اليوغا أو اللياقة البدنية أو السباحة. </a:t>
          </a:r>
        </a:p>
      </dgm:t>
    </dgm:pt>
    <dgm:pt modelId="{5D673E95-F33B-9244-B4B9-775D6AFF5BEB}" type="parTrans" cxnId="{C40F28B6-E847-DB41-AC09-20B516DF2F03}">
      <dgm:prSet/>
      <dgm:spPr/>
      <dgm:t>
        <a:bodyPr rtlCol="1"/>
        <a:lstStyle/>
        <a:p>
          <a:pPr rtl="1"/>
          <a:endParaRPr lang="en-GB"/>
        </a:p>
      </dgm:t>
    </dgm:pt>
    <dgm:pt modelId="{35681846-C935-0947-B75B-E4B141867DC9}" type="sibTrans" cxnId="{C40F28B6-E847-DB41-AC09-20B516DF2F03}">
      <dgm:prSet/>
      <dgm:spPr/>
      <dgm:t>
        <a:bodyPr rtlCol="1"/>
        <a:lstStyle/>
        <a:p>
          <a:pPr rtl="1"/>
          <a:endParaRPr lang="en-GB"/>
        </a:p>
      </dgm:t>
    </dgm:pt>
    <dgm:pt modelId="{7AEE8A34-03E1-C848-B18A-767C02008C12}">
      <dgm:prSet custT="1"/>
      <dgm:spPr>
        <a:solidFill>
          <a:schemeClr val="accent6">
            <a:lumMod val="20000"/>
            <a:lumOff val="80000"/>
          </a:schemeClr>
        </a:solidFill>
      </dgm:spPr>
      <dgm:t>
        <a:bodyPr rtlCol="1"/>
        <a:lstStyle/>
        <a:p>
          <a:pPr rtl="1"/>
          <a:r>
            <a:rPr lang="ar" sz="1600" dirty="0">
              <a:solidFill>
                <a:schemeClr val="tx1"/>
              </a:solidFill>
              <a:latin typeface="Times New Roman" panose="02020603050405020304" pitchFamily="18" charset="0"/>
              <a:cs typeface="Times New Roman" panose="02020603050405020304" pitchFamily="18" charset="0"/>
            </a:rPr>
            <a:t>o </a:t>
          </a:r>
          <a:r>
            <a:rPr lang="ar" sz="1800" b="1" dirty="0">
              <a:solidFill>
                <a:schemeClr val="tx1"/>
              </a:solidFill>
              <a:latin typeface="Times New Roman" panose="02020603050405020304" pitchFamily="18" charset="0"/>
              <a:cs typeface="Times New Roman" panose="02020603050405020304" pitchFamily="18" charset="0"/>
            </a:rPr>
            <a:t>الشراكات</a:t>
          </a:r>
          <a:r>
            <a:rPr lang="ar" sz="1600" dirty="0">
              <a:solidFill>
                <a:schemeClr val="tx1"/>
              </a:solidFill>
              <a:latin typeface="Times New Roman" panose="02020603050405020304" pitchFamily="18" charset="0"/>
              <a:cs typeface="Times New Roman" panose="02020603050405020304" pitchFamily="18" charset="0"/>
            </a:rPr>
            <a:t>: مثل أطباء الأسنان أو الأطباء أو المحامين، أو مجموعة من المستثمرين يتعاونون ويجمعون مواردهم لشراء فريق رياضي</a:t>
          </a:r>
          <a:endParaRPr lang="en-GB" sz="1100" dirty="0">
            <a:solidFill>
              <a:schemeClr val="tx1"/>
            </a:solidFill>
            <a:latin typeface="Times New Roman" panose="02020603050405020304" pitchFamily="18" charset="0"/>
            <a:cs typeface="Times New Roman" panose="02020603050405020304" pitchFamily="18" charset="0"/>
          </a:endParaRPr>
        </a:p>
      </dgm:t>
    </dgm:pt>
    <dgm:pt modelId="{B5DF048F-EDA6-5A4E-9E62-940953650F34}" type="parTrans" cxnId="{C1C30C89-0DA2-C64C-A45F-035B921F5E86}">
      <dgm:prSet/>
      <dgm:spPr/>
      <dgm:t>
        <a:bodyPr rtlCol="1"/>
        <a:lstStyle/>
        <a:p>
          <a:pPr rtl="1"/>
          <a:endParaRPr lang="en-GB"/>
        </a:p>
      </dgm:t>
    </dgm:pt>
    <dgm:pt modelId="{F39F979F-8714-1B4F-AEEC-3352E17B27D3}" type="sibTrans" cxnId="{C1C30C89-0DA2-C64C-A45F-035B921F5E86}">
      <dgm:prSet/>
      <dgm:spPr/>
      <dgm:t>
        <a:bodyPr rtlCol="1"/>
        <a:lstStyle/>
        <a:p>
          <a:pPr rtl="1"/>
          <a:endParaRPr lang="en-GB"/>
        </a:p>
      </dgm:t>
    </dgm:pt>
    <dgm:pt modelId="{0F940151-9AC7-0848-8D20-1245113269B1}">
      <dgm:prSet custT="1"/>
      <dgm:spPr>
        <a:solidFill>
          <a:schemeClr val="accent6">
            <a:lumMod val="20000"/>
            <a:lumOff val="80000"/>
          </a:schemeClr>
        </a:solidFill>
      </dgm:spPr>
      <dgm:t>
        <a:bodyPr rtlCol="1"/>
        <a:lstStyle/>
        <a:p>
          <a:pPr rtl="1"/>
          <a:r>
            <a:rPr lang="ar" sz="1700" dirty="0">
              <a:solidFill>
                <a:schemeClr val="tx1"/>
              </a:solidFill>
              <a:latin typeface="Times New Roman" panose="02020603050405020304" pitchFamily="18" charset="0"/>
              <a:cs typeface="Times New Roman" panose="02020603050405020304" pitchFamily="18" charset="0"/>
            </a:rPr>
            <a:t>o </a:t>
          </a:r>
          <a:r>
            <a:rPr lang="ar" sz="1800" b="1" dirty="0">
              <a:solidFill>
                <a:schemeClr val="tx1"/>
              </a:solidFill>
              <a:latin typeface="Times New Roman" panose="02020603050405020304" pitchFamily="18" charset="0"/>
              <a:cs typeface="Times New Roman" panose="02020603050405020304" pitchFamily="18" charset="0"/>
            </a:rPr>
            <a:t> </a:t>
          </a:r>
          <a:r>
            <a:rPr lang="ar" sz="1700" dirty="0">
              <a:solidFill>
                <a:schemeClr val="tx1"/>
              </a:solidFill>
              <a:latin typeface="Times New Roman" panose="02020603050405020304" pitchFamily="18" charset="0"/>
              <a:cs typeface="Times New Roman" panose="02020603050405020304" pitchFamily="18" charset="0"/>
            </a:rPr>
            <a:t>الشركات المحدودة:شركات صغيرة يديرها شخص واحد على الأقل</a:t>
          </a:r>
        </a:p>
      </dgm:t>
    </dgm:pt>
    <dgm:pt modelId="{25C0F816-4B0A-884B-B791-489C2E64A257}" type="parTrans" cxnId="{7F94BFBF-7822-164B-9D7A-C11A5518FDCE}">
      <dgm:prSet/>
      <dgm:spPr/>
      <dgm:t>
        <a:bodyPr rtlCol="1"/>
        <a:lstStyle/>
        <a:p>
          <a:pPr rtl="1"/>
          <a:endParaRPr lang="en-GB"/>
        </a:p>
      </dgm:t>
    </dgm:pt>
    <dgm:pt modelId="{D676217C-B247-814C-A3DD-B9A3C5C93EA7}" type="sibTrans" cxnId="{7F94BFBF-7822-164B-9D7A-C11A5518FDCE}">
      <dgm:prSet/>
      <dgm:spPr/>
      <dgm:t>
        <a:bodyPr rtlCol="1"/>
        <a:lstStyle/>
        <a:p>
          <a:pPr rtl="1"/>
          <a:endParaRPr lang="en-GB"/>
        </a:p>
      </dgm:t>
    </dgm:pt>
    <dgm:pt modelId="{79C4C682-9481-BB46-9A21-46DD01EAACAF}">
      <dgm:prSet custT="1"/>
      <dgm:spPr>
        <a:solidFill>
          <a:schemeClr val="accent6">
            <a:lumMod val="20000"/>
            <a:lumOff val="80000"/>
          </a:schemeClr>
        </a:solidFill>
      </dgm:spPr>
      <dgm:t>
        <a:bodyPr rtlCol="1"/>
        <a:lstStyle/>
        <a:p>
          <a:pPr rtl="1"/>
          <a:r>
            <a:rPr lang="ar" sz="1700" dirty="0">
              <a:solidFill>
                <a:schemeClr val="tx1"/>
              </a:solidFill>
              <a:latin typeface="Times New Roman" panose="02020603050405020304" pitchFamily="18" charset="0"/>
              <a:cs typeface="Times New Roman" panose="02020603050405020304" pitchFamily="18" charset="0"/>
            </a:rPr>
            <a:t>o </a:t>
          </a:r>
          <a:r>
            <a:rPr lang="ar" sz="1800" b="1" dirty="0">
              <a:solidFill>
                <a:schemeClr val="tx1"/>
              </a:solidFill>
              <a:latin typeface="Times New Roman" panose="02020603050405020304" pitchFamily="18" charset="0"/>
              <a:cs typeface="Times New Roman" panose="02020603050405020304" pitchFamily="18" charset="0"/>
            </a:rPr>
            <a:t>الشركات العامة المحدودة:</a:t>
          </a:r>
          <a:r>
            <a:rPr lang="ar" sz="1700" dirty="0">
              <a:solidFill>
                <a:schemeClr val="tx1"/>
              </a:solidFill>
              <a:latin typeface="Times New Roman" panose="02020603050405020304" pitchFamily="18" charset="0"/>
              <a:cs typeface="Times New Roman" panose="02020603050405020304" pitchFamily="18" charset="0"/>
            </a:rPr>
            <a:t> مثل الشركات الكبيرة والمرموقة</a:t>
          </a:r>
        </a:p>
      </dgm:t>
    </dgm:pt>
    <dgm:pt modelId="{6E014862-94CE-424B-9F20-580E11FDD92C}" type="parTrans" cxnId="{C3DAF3CD-E30F-694C-BD6C-75EBE0CAF43D}">
      <dgm:prSet/>
      <dgm:spPr/>
      <dgm:t>
        <a:bodyPr rtlCol="1"/>
        <a:lstStyle/>
        <a:p>
          <a:pPr rtl="1"/>
          <a:endParaRPr lang="en-GB"/>
        </a:p>
      </dgm:t>
    </dgm:pt>
    <dgm:pt modelId="{303469BA-9BF9-2441-AFDD-FC2BB97F412C}" type="sibTrans" cxnId="{C3DAF3CD-E30F-694C-BD6C-75EBE0CAF43D}">
      <dgm:prSet/>
      <dgm:spPr/>
      <dgm:t>
        <a:bodyPr rtlCol="1"/>
        <a:lstStyle/>
        <a:p>
          <a:pPr rtl="1"/>
          <a:endParaRPr lang="en-GB"/>
        </a:p>
      </dgm:t>
    </dgm:pt>
    <dgm:pt modelId="{52606F1B-D6EA-2B4A-862F-14D55DEC2DA1}" type="pres">
      <dgm:prSet presAssocID="{EA8C1924-855A-DE4F-BF8F-85CB9CA1AB5A}" presName="linear" presStyleCnt="0">
        <dgm:presLayoutVars>
          <dgm:animLvl val="lvl"/>
          <dgm:resizeHandles val="exact"/>
        </dgm:presLayoutVars>
      </dgm:prSet>
      <dgm:spPr/>
    </dgm:pt>
    <dgm:pt modelId="{61941304-1D74-0E4C-B93D-79A902EE3188}" type="pres">
      <dgm:prSet presAssocID="{3CB8E061-2E8D-CD44-B4A5-3A5E783C7652}" presName="parentText" presStyleLbl="node1" presStyleIdx="0" presStyleCnt="5" custLinFactY="-24485" custLinFactNeighborX="-489" custLinFactNeighborY="-100000">
        <dgm:presLayoutVars>
          <dgm:chMax val="0"/>
          <dgm:bulletEnabled val="1"/>
        </dgm:presLayoutVars>
      </dgm:prSet>
      <dgm:spPr/>
    </dgm:pt>
    <dgm:pt modelId="{65153B17-440F-B54C-9E1A-24E9215F872B}" type="pres">
      <dgm:prSet presAssocID="{B895ABC1-CB1F-834F-858D-AF0401C4AEC2}" presName="spacer" presStyleCnt="0"/>
      <dgm:spPr/>
    </dgm:pt>
    <dgm:pt modelId="{BFE099FF-7A32-7D4F-A214-E3D13DA232E9}" type="pres">
      <dgm:prSet presAssocID="{E6A13A45-986D-0649-99F7-AEACB2569460}" presName="parentText" presStyleLbl="node1" presStyleIdx="1" presStyleCnt="5">
        <dgm:presLayoutVars>
          <dgm:chMax val="0"/>
          <dgm:bulletEnabled val="1"/>
        </dgm:presLayoutVars>
      </dgm:prSet>
      <dgm:spPr/>
    </dgm:pt>
    <dgm:pt modelId="{89AE1FE0-1D78-6846-A358-1977A1B90431}" type="pres">
      <dgm:prSet presAssocID="{35681846-C935-0947-B75B-E4B141867DC9}" presName="spacer" presStyleCnt="0"/>
      <dgm:spPr/>
    </dgm:pt>
    <dgm:pt modelId="{27FD5942-A9B3-2340-9337-728CD9B67E4A}" type="pres">
      <dgm:prSet presAssocID="{7AEE8A34-03E1-C848-B18A-767C02008C12}" presName="parentText" presStyleLbl="node1" presStyleIdx="2" presStyleCnt="5">
        <dgm:presLayoutVars>
          <dgm:chMax val="0"/>
          <dgm:bulletEnabled val="1"/>
        </dgm:presLayoutVars>
      </dgm:prSet>
      <dgm:spPr/>
    </dgm:pt>
    <dgm:pt modelId="{54919E60-BAB8-394D-87EF-3E1D92E604D7}" type="pres">
      <dgm:prSet presAssocID="{F39F979F-8714-1B4F-AEEC-3352E17B27D3}" presName="spacer" presStyleCnt="0"/>
      <dgm:spPr/>
    </dgm:pt>
    <dgm:pt modelId="{D1309920-5EE4-2F42-AE1B-82B931D36A63}" type="pres">
      <dgm:prSet presAssocID="{0F940151-9AC7-0848-8D20-1245113269B1}" presName="parentText" presStyleLbl="node1" presStyleIdx="3" presStyleCnt="5">
        <dgm:presLayoutVars>
          <dgm:chMax val="0"/>
          <dgm:bulletEnabled val="1"/>
        </dgm:presLayoutVars>
      </dgm:prSet>
      <dgm:spPr/>
    </dgm:pt>
    <dgm:pt modelId="{B094DD8D-9F1A-BC42-8866-16E8185C7F8A}" type="pres">
      <dgm:prSet presAssocID="{D676217C-B247-814C-A3DD-B9A3C5C93EA7}" presName="spacer" presStyleCnt="0"/>
      <dgm:spPr/>
    </dgm:pt>
    <dgm:pt modelId="{3145957E-1503-4A43-9518-42108EB364B1}" type="pres">
      <dgm:prSet presAssocID="{79C4C682-9481-BB46-9A21-46DD01EAACAF}" presName="parentText" presStyleLbl="node1" presStyleIdx="4" presStyleCnt="5">
        <dgm:presLayoutVars>
          <dgm:chMax val="0"/>
          <dgm:bulletEnabled val="1"/>
        </dgm:presLayoutVars>
      </dgm:prSet>
      <dgm:spPr/>
    </dgm:pt>
  </dgm:ptLst>
  <dgm:cxnLst>
    <dgm:cxn modelId="{38C9727E-24AF-424E-98C4-6876D282163F}" type="presOf" srcId="{79C4C682-9481-BB46-9A21-46DD01EAACAF}" destId="{3145957E-1503-4A43-9518-42108EB364B1}" srcOrd="0" destOrd="0" presId="urn:microsoft.com/office/officeart/2005/8/layout/vList2"/>
    <dgm:cxn modelId="{C1C30C89-0DA2-C64C-A45F-035B921F5E86}" srcId="{EA8C1924-855A-DE4F-BF8F-85CB9CA1AB5A}" destId="{7AEE8A34-03E1-C848-B18A-767C02008C12}" srcOrd="2" destOrd="0" parTransId="{B5DF048F-EDA6-5A4E-9E62-940953650F34}" sibTransId="{F39F979F-8714-1B4F-AEEC-3352E17B27D3}"/>
    <dgm:cxn modelId="{C8DDA394-22BC-BE4F-BB59-4F9337800DBE}" type="presOf" srcId="{E6A13A45-986D-0649-99F7-AEACB2569460}" destId="{BFE099FF-7A32-7D4F-A214-E3D13DA232E9}" srcOrd="0" destOrd="0" presId="urn:microsoft.com/office/officeart/2005/8/layout/vList2"/>
    <dgm:cxn modelId="{D4B37598-9D32-4047-A34F-14D953B0AC84}" type="presOf" srcId="{3CB8E061-2E8D-CD44-B4A5-3A5E783C7652}" destId="{61941304-1D74-0E4C-B93D-79A902EE3188}" srcOrd="0" destOrd="0" presId="urn:microsoft.com/office/officeart/2005/8/layout/vList2"/>
    <dgm:cxn modelId="{9246129A-A308-0D4C-BA68-BCB264AF8DC1}" type="presOf" srcId="{EA8C1924-855A-DE4F-BF8F-85CB9CA1AB5A}" destId="{52606F1B-D6EA-2B4A-862F-14D55DEC2DA1}" srcOrd="0" destOrd="0" presId="urn:microsoft.com/office/officeart/2005/8/layout/vList2"/>
    <dgm:cxn modelId="{0A0623B3-9A9D-3E4B-A33B-EFB1BC28800C}" type="presOf" srcId="{7AEE8A34-03E1-C848-B18A-767C02008C12}" destId="{27FD5942-A9B3-2340-9337-728CD9B67E4A}" srcOrd="0" destOrd="0" presId="urn:microsoft.com/office/officeart/2005/8/layout/vList2"/>
    <dgm:cxn modelId="{C40F28B6-E847-DB41-AC09-20B516DF2F03}" srcId="{EA8C1924-855A-DE4F-BF8F-85CB9CA1AB5A}" destId="{E6A13A45-986D-0649-99F7-AEACB2569460}" srcOrd="1" destOrd="0" parTransId="{5D673E95-F33B-9244-B4B9-775D6AFF5BEB}" sibTransId="{35681846-C935-0947-B75B-E4B141867DC9}"/>
    <dgm:cxn modelId="{278F5CBA-D43E-9D4B-A8ED-D591C883920D}" type="presOf" srcId="{0F940151-9AC7-0848-8D20-1245113269B1}" destId="{D1309920-5EE4-2F42-AE1B-82B931D36A63}" srcOrd="0" destOrd="0" presId="urn:microsoft.com/office/officeart/2005/8/layout/vList2"/>
    <dgm:cxn modelId="{7F94BFBF-7822-164B-9D7A-C11A5518FDCE}" srcId="{EA8C1924-855A-DE4F-BF8F-85CB9CA1AB5A}" destId="{0F940151-9AC7-0848-8D20-1245113269B1}" srcOrd="3" destOrd="0" parTransId="{25C0F816-4B0A-884B-B791-489C2E64A257}" sibTransId="{D676217C-B247-814C-A3DD-B9A3C5C93EA7}"/>
    <dgm:cxn modelId="{C3DAF3CD-E30F-694C-BD6C-75EBE0CAF43D}" srcId="{EA8C1924-855A-DE4F-BF8F-85CB9CA1AB5A}" destId="{79C4C682-9481-BB46-9A21-46DD01EAACAF}" srcOrd="4" destOrd="0" parTransId="{6E014862-94CE-424B-9F20-580E11FDD92C}" sibTransId="{303469BA-9BF9-2441-AFDD-FC2BB97F412C}"/>
    <dgm:cxn modelId="{E9D4A9F4-0649-7B42-9F5A-E132295F0067}" srcId="{EA8C1924-855A-DE4F-BF8F-85CB9CA1AB5A}" destId="{3CB8E061-2E8D-CD44-B4A5-3A5E783C7652}" srcOrd="0" destOrd="0" parTransId="{60DE437F-5271-EB4B-B532-4CF70ABC6533}" sibTransId="{B895ABC1-CB1F-834F-858D-AF0401C4AEC2}"/>
    <dgm:cxn modelId="{D3D90EE8-9846-E043-B0D7-5FCE6CEDB279}" type="presParOf" srcId="{52606F1B-D6EA-2B4A-862F-14D55DEC2DA1}" destId="{61941304-1D74-0E4C-B93D-79A902EE3188}" srcOrd="0" destOrd="0" presId="urn:microsoft.com/office/officeart/2005/8/layout/vList2"/>
    <dgm:cxn modelId="{6D454921-A140-2945-8712-B417D1616F83}" type="presParOf" srcId="{52606F1B-D6EA-2B4A-862F-14D55DEC2DA1}" destId="{65153B17-440F-B54C-9E1A-24E9215F872B}" srcOrd="1" destOrd="0" presId="urn:microsoft.com/office/officeart/2005/8/layout/vList2"/>
    <dgm:cxn modelId="{F3F4CFF4-9905-D049-99A0-AB5C097D283B}" type="presParOf" srcId="{52606F1B-D6EA-2B4A-862F-14D55DEC2DA1}" destId="{BFE099FF-7A32-7D4F-A214-E3D13DA232E9}" srcOrd="2" destOrd="0" presId="urn:microsoft.com/office/officeart/2005/8/layout/vList2"/>
    <dgm:cxn modelId="{C0F389BB-33A2-A841-B7A3-5D06E8E0E40C}" type="presParOf" srcId="{52606F1B-D6EA-2B4A-862F-14D55DEC2DA1}" destId="{89AE1FE0-1D78-6846-A358-1977A1B90431}" srcOrd="3" destOrd="0" presId="urn:microsoft.com/office/officeart/2005/8/layout/vList2"/>
    <dgm:cxn modelId="{E6F036B5-0D90-BD4E-8C79-164F87720906}" type="presParOf" srcId="{52606F1B-D6EA-2B4A-862F-14D55DEC2DA1}" destId="{27FD5942-A9B3-2340-9337-728CD9B67E4A}" srcOrd="4" destOrd="0" presId="urn:microsoft.com/office/officeart/2005/8/layout/vList2"/>
    <dgm:cxn modelId="{B6FCFA11-24DB-0F48-8127-B3E824DE1C55}" type="presParOf" srcId="{52606F1B-D6EA-2B4A-862F-14D55DEC2DA1}" destId="{54919E60-BAB8-394D-87EF-3E1D92E604D7}" srcOrd="5" destOrd="0" presId="urn:microsoft.com/office/officeart/2005/8/layout/vList2"/>
    <dgm:cxn modelId="{BE6025B6-56CC-ED4A-BA32-E33F5C52C1AC}" type="presParOf" srcId="{52606F1B-D6EA-2B4A-862F-14D55DEC2DA1}" destId="{D1309920-5EE4-2F42-AE1B-82B931D36A63}" srcOrd="6" destOrd="0" presId="urn:microsoft.com/office/officeart/2005/8/layout/vList2"/>
    <dgm:cxn modelId="{E4245B26-56D2-4045-B223-FFBC57DE51C8}" type="presParOf" srcId="{52606F1B-D6EA-2B4A-862F-14D55DEC2DA1}" destId="{B094DD8D-9F1A-BC42-8866-16E8185C7F8A}" srcOrd="7" destOrd="0" presId="urn:microsoft.com/office/officeart/2005/8/layout/vList2"/>
    <dgm:cxn modelId="{FDC34F87-06A3-B24A-B7B6-AC3A207DC736}" type="presParOf" srcId="{52606F1B-D6EA-2B4A-862F-14D55DEC2DA1}" destId="{3145957E-1503-4A43-9518-42108EB364B1}"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59CEB1D-0EBA-C643-89C8-0E6A65C1EC1E}" type="doc">
      <dgm:prSet loTypeId="urn:microsoft.com/office/officeart/2005/8/layout/vList2" loCatId="list" qsTypeId="urn:microsoft.com/office/officeart/2005/8/quickstyle/simple1" qsCatId="simple" csTypeId="urn:microsoft.com/office/officeart/2005/8/colors/accent1_2" csCatId="accent1" phldr="1"/>
      <dgm:spPr/>
      <dgm:t>
        <a:bodyPr rtlCol="1"/>
        <a:lstStyle/>
        <a:p>
          <a:pPr rtl="1"/>
          <a:endParaRPr lang="en-GB"/>
        </a:p>
      </dgm:t>
    </dgm:pt>
    <dgm:pt modelId="{4C61303E-A295-1348-8E23-A145AC2EEC63}">
      <dgm:prSet custT="1"/>
      <dgm:spPr/>
      <dgm:t>
        <a:bodyPr rtlCol="1"/>
        <a:lstStyle/>
        <a:p>
          <a:pPr rtl="1"/>
          <a:r>
            <a:rPr lang="ar" sz="1800" b="1" dirty="0">
              <a:solidFill>
                <a:schemeClr val="accent6"/>
              </a:solidFill>
              <a:latin typeface="Times New Roman" panose="02020603050405020304" pitchFamily="18" charset="0"/>
              <a:cs typeface="Times New Roman" panose="02020603050405020304" pitchFamily="18" charset="0"/>
            </a:rPr>
            <a:t>المؤسسات غير الهادفة للربح</a:t>
          </a:r>
        </a:p>
      </dgm:t>
    </dgm:pt>
    <dgm:pt modelId="{7F812597-ECD6-8141-A623-5A97567834EE}" type="parTrans" cxnId="{750E8044-B2DE-9F43-815A-784A98037858}">
      <dgm:prSet/>
      <dgm:spPr/>
      <dgm:t>
        <a:bodyPr rtlCol="1"/>
        <a:lstStyle/>
        <a:p>
          <a:pPr rtl="1"/>
          <a:endParaRPr lang="en-GB"/>
        </a:p>
      </dgm:t>
    </dgm:pt>
    <dgm:pt modelId="{1D2B0997-371F-AA4F-A57C-4F1E82608D81}" type="sibTrans" cxnId="{750E8044-B2DE-9F43-815A-784A98037858}">
      <dgm:prSet/>
      <dgm:spPr/>
      <dgm:t>
        <a:bodyPr rtlCol="1"/>
        <a:lstStyle/>
        <a:p>
          <a:pPr rtl="1"/>
          <a:endParaRPr lang="en-GB"/>
        </a:p>
      </dgm:t>
    </dgm:pt>
    <dgm:pt modelId="{B7C2218C-32B5-DA4E-85BA-46F5734B7644}">
      <dgm:prSet custT="1"/>
      <dgm:spPr/>
      <dgm:t>
        <a:bodyPr rtlCol="1"/>
        <a:lstStyle/>
        <a:p>
          <a:pPr rtl="1"/>
          <a:r>
            <a:rPr lang="ar" sz="1600" dirty="0">
              <a:solidFill>
                <a:schemeClr val="accent6"/>
              </a:solidFill>
              <a:latin typeface="Times New Roman" panose="02020603050405020304" pitchFamily="18" charset="0"/>
              <a:cs typeface="Times New Roman" panose="02020603050405020304" pitchFamily="18" charset="0"/>
            </a:rPr>
            <a:t>o </a:t>
          </a:r>
          <a:r>
            <a:rPr lang="ar" sz="1800" b="1" dirty="0">
              <a:solidFill>
                <a:schemeClr val="accent6"/>
              </a:solidFill>
              <a:latin typeface="Times New Roman" panose="02020603050405020304" pitchFamily="18" charset="0"/>
              <a:cs typeface="Times New Roman" panose="02020603050405020304" pitchFamily="18" charset="0"/>
            </a:rPr>
            <a:t>الجمعيات الخيرية:</a:t>
          </a:r>
          <a:r>
            <a:rPr lang="ar" sz="1800" b="0" dirty="0">
              <a:solidFill>
                <a:schemeClr val="accent6"/>
              </a:solidFill>
              <a:latin typeface="Times New Roman" panose="02020603050405020304" pitchFamily="18" charset="0"/>
              <a:cs typeface="Times New Roman" panose="02020603050405020304" pitchFamily="18" charset="0"/>
            </a:rPr>
            <a:t> التي تهدف لمساعدة الناس</a:t>
          </a:r>
          <a:endParaRPr lang="en-GB" sz="1600" b="0" dirty="0">
            <a:solidFill>
              <a:schemeClr val="accent6"/>
            </a:solidFill>
            <a:latin typeface="Times New Roman" panose="02020603050405020304" pitchFamily="18" charset="0"/>
            <a:cs typeface="Times New Roman" panose="02020603050405020304" pitchFamily="18" charset="0"/>
          </a:endParaRPr>
        </a:p>
      </dgm:t>
    </dgm:pt>
    <dgm:pt modelId="{76B25FA2-17D0-1643-B398-65E3EFDC4708}" type="parTrans" cxnId="{FBDAFBBC-BB1F-8F4A-B939-4381F4BA9514}">
      <dgm:prSet/>
      <dgm:spPr/>
      <dgm:t>
        <a:bodyPr rtlCol="1"/>
        <a:lstStyle/>
        <a:p>
          <a:pPr rtl="1"/>
          <a:endParaRPr lang="en-GB"/>
        </a:p>
      </dgm:t>
    </dgm:pt>
    <dgm:pt modelId="{31984EB3-BE45-7A4C-9944-0D9A21BF2CDB}" type="sibTrans" cxnId="{FBDAFBBC-BB1F-8F4A-B939-4381F4BA9514}">
      <dgm:prSet/>
      <dgm:spPr/>
      <dgm:t>
        <a:bodyPr rtlCol="1"/>
        <a:lstStyle/>
        <a:p>
          <a:pPr rtl="1"/>
          <a:endParaRPr lang="en-GB"/>
        </a:p>
      </dgm:t>
    </dgm:pt>
    <dgm:pt modelId="{1AE017C3-B572-2143-8239-EC0538D4F51C}">
      <dgm:prSet custT="1"/>
      <dgm:spPr/>
      <dgm:t>
        <a:bodyPr rtlCol="1"/>
        <a:lstStyle/>
        <a:p>
          <a:pPr rtl="1"/>
          <a:r>
            <a:rPr lang="ar" sz="1600" dirty="0">
              <a:solidFill>
                <a:schemeClr val="accent6"/>
              </a:solidFill>
              <a:latin typeface="Times New Roman" panose="02020603050405020304" pitchFamily="18" charset="0"/>
              <a:cs typeface="Times New Roman" panose="02020603050405020304" pitchFamily="18" charset="0"/>
            </a:rPr>
            <a:t>o </a:t>
          </a:r>
          <a:r>
            <a:rPr lang="ar" sz="1800" b="1" dirty="0">
              <a:solidFill>
                <a:schemeClr val="accent6"/>
              </a:solidFill>
              <a:latin typeface="Times New Roman" panose="02020603050405020304" pitchFamily="18" charset="0"/>
              <a:cs typeface="Times New Roman" panose="02020603050405020304" pitchFamily="18" charset="0"/>
            </a:rPr>
            <a:t>المؤسسات الاجتماعية:</a:t>
          </a:r>
          <a:r>
            <a:rPr lang="en-US" sz="1800" b="1" dirty="0">
              <a:solidFill>
                <a:schemeClr val="accent6"/>
              </a:solidFill>
              <a:latin typeface="Times New Roman" panose="02020603050405020304" pitchFamily="18" charset="0"/>
              <a:cs typeface="Times New Roman" panose="02020603050405020304" pitchFamily="18" charset="0"/>
            </a:rPr>
            <a:t> </a:t>
          </a:r>
          <a:r>
            <a:rPr lang="ar" sz="1800" dirty="0">
              <a:solidFill>
                <a:schemeClr val="accent6"/>
              </a:solidFill>
              <a:latin typeface="Times New Roman" panose="02020603050405020304" pitchFamily="18" charset="0"/>
              <a:cs typeface="Times New Roman" panose="02020603050405020304" pitchFamily="18" charset="0"/>
            </a:rPr>
            <a:t>التي تهدف إلى تقليل أوجه عدم المساواة</a:t>
          </a:r>
          <a:endParaRPr lang="en-GB" sz="1600" dirty="0">
            <a:solidFill>
              <a:schemeClr val="accent6"/>
            </a:solidFill>
            <a:latin typeface="Times New Roman" panose="02020603050405020304" pitchFamily="18" charset="0"/>
            <a:cs typeface="Times New Roman" panose="02020603050405020304" pitchFamily="18" charset="0"/>
          </a:endParaRPr>
        </a:p>
      </dgm:t>
    </dgm:pt>
    <dgm:pt modelId="{CE91A892-4E6D-4C4B-BB8A-4083D0EF1DC0}" type="parTrans" cxnId="{59AE7A28-0E1D-974C-A064-DB9D0D4635F7}">
      <dgm:prSet/>
      <dgm:spPr/>
      <dgm:t>
        <a:bodyPr rtlCol="1"/>
        <a:lstStyle/>
        <a:p>
          <a:pPr rtl="1"/>
          <a:endParaRPr lang="en-GB"/>
        </a:p>
      </dgm:t>
    </dgm:pt>
    <dgm:pt modelId="{BDE7B45B-70B8-7448-A8F5-E1B26577A790}" type="sibTrans" cxnId="{59AE7A28-0E1D-974C-A064-DB9D0D4635F7}">
      <dgm:prSet/>
      <dgm:spPr/>
      <dgm:t>
        <a:bodyPr rtlCol="1"/>
        <a:lstStyle/>
        <a:p>
          <a:pPr rtl="1"/>
          <a:endParaRPr lang="en-GB"/>
        </a:p>
      </dgm:t>
    </dgm:pt>
    <dgm:pt modelId="{E0BD065E-0EB1-A248-BD7B-FECBD2935761}">
      <dgm:prSet custT="1"/>
      <dgm:spPr/>
      <dgm:t>
        <a:bodyPr rtlCol="1"/>
        <a:lstStyle/>
        <a:p>
          <a:pPr rtl="1"/>
          <a:r>
            <a:rPr lang="ar" sz="1600" kern="1200" dirty="0">
              <a:solidFill>
                <a:schemeClr val="accent6"/>
              </a:solidFill>
              <a:latin typeface="Times New Roman" panose="02020603050405020304" pitchFamily="18" charset="0"/>
              <a:cs typeface="Times New Roman" panose="02020603050405020304" pitchFamily="18" charset="0"/>
            </a:rPr>
            <a:t>o </a:t>
          </a:r>
          <a:r>
            <a:rPr lang="ar" sz="1800" b="1" kern="1200" dirty="0">
              <a:solidFill>
                <a:schemeClr val="accent6"/>
              </a:solidFill>
              <a:latin typeface="Times New Roman" panose="02020603050405020304" pitchFamily="18" charset="0"/>
              <a:cs typeface="Times New Roman" panose="02020603050405020304" pitchFamily="18" charset="0"/>
            </a:rPr>
            <a:t>شركات ذات مصلحة مجتمعية: </a:t>
          </a:r>
          <a:r>
            <a:rPr lang="ar" sz="1800" kern="1200" dirty="0">
              <a:solidFill>
                <a:srgbClr val="2D2D8A"/>
              </a:solidFill>
              <a:latin typeface="Times New Roman" panose="02020603050405020304" pitchFamily="18" charset="0"/>
              <a:ea typeface="+mn-ea"/>
              <a:cs typeface="Times New Roman" panose="02020603050405020304" pitchFamily="18" charset="0"/>
            </a:rPr>
            <a:t>التي تهدف إلى خدمة المجتمع المحلي</a:t>
          </a:r>
        </a:p>
      </dgm:t>
    </dgm:pt>
    <dgm:pt modelId="{DD92C93B-CC3A-F346-B32A-60C5B06F9351}" type="parTrans" cxnId="{2416BBB5-BD88-8645-9D5E-A4E09059CC21}">
      <dgm:prSet/>
      <dgm:spPr/>
      <dgm:t>
        <a:bodyPr rtlCol="1"/>
        <a:lstStyle/>
        <a:p>
          <a:pPr rtl="1"/>
          <a:endParaRPr lang="en-GB"/>
        </a:p>
      </dgm:t>
    </dgm:pt>
    <dgm:pt modelId="{9F7D6DD9-4217-2044-AA77-A6FF7FBA6DCC}" type="sibTrans" cxnId="{2416BBB5-BD88-8645-9D5E-A4E09059CC21}">
      <dgm:prSet/>
      <dgm:spPr/>
      <dgm:t>
        <a:bodyPr rtlCol="1"/>
        <a:lstStyle/>
        <a:p>
          <a:pPr rtl="1"/>
          <a:endParaRPr lang="en-GB"/>
        </a:p>
      </dgm:t>
    </dgm:pt>
    <dgm:pt modelId="{EB0B47E7-A9EB-2D40-A267-A6A141006F43}">
      <dgm:prSet custT="1"/>
      <dgm:spPr/>
      <dgm:t>
        <a:bodyPr rtlCol="1"/>
        <a:lstStyle/>
        <a:p>
          <a:pPr rtl="1"/>
          <a:r>
            <a:rPr lang="ar" sz="1800" kern="1200" dirty="0">
              <a:solidFill>
                <a:schemeClr val="accent6"/>
              </a:solidFill>
              <a:latin typeface="Times New Roman" panose="02020603050405020304" pitchFamily="18" charset="0"/>
              <a:cs typeface="Times New Roman" panose="02020603050405020304" pitchFamily="18" charset="0"/>
            </a:rPr>
            <a:t>o </a:t>
          </a:r>
          <a:r>
            <a:rPr lang="ar" sz="1800" b="1" kern="1200" dirty="0">
              <a:solidFill>
                <a:schemeClr val="accent6"/>
              </a:solidFill>
              <a:latin typeface="Times New Roman" panose="02020603050405020304" pitchFamily="18" charset="0"/>
              <a:cs typeface="Times New Roman" panose="02020603050405020304" pitchFamily="18" charset="0"/>
            </a:rPr>
            <a:t> المؤسسات التطوعية والمجتمعية:</a:t>
          </a:r>
          <a:r>
            <a:rPr lang="en-US" sz="1800" b="1" kern="1200" dirty="0">
              <a:solidFill>
                <a:schemeClr val="accent6"/>
              </a:solidFill>
              <a:latin typeface="Times New Roman" panose="02020603050405020304" pitchFamily="18" charset="0"/>
              <a:cs typeface="Times New Roman" panose="02020603050405020304" pitchFamily="18" charset="0"/>
            </a:rPr>
            <a:t> </a:t>
          </a:r>
          <a:r>
            <a:rPr lang="ar" sz="1800" kern="1200" dirty="0">
              <a:solidFill>
                <a:srgbClr val="2D2D8A"/>
              </a:solidFill>
              <a:latin typeface="Times New Roman" panose="02020603050405020304" pitchFamily="18" charset="0"/>
              <a:ea typeface="+mn-ea"/>
              <a:cs typeface="Times New Roman" panose="02020603050405020304" pitchFamily="18" charset="0"/>
            </a:rPr>
            <a:t>التي تهدف لتغيير حياة الناس والمجتمعات</a:t>
          </a:r>
        </a:p>
      </dgm:t>
    </dgm:pt>
    <dgm:pt modelId="{5BC5D368-EE81-7149-8FEC-43D88925FAA9}" type="parTrans" cxnId="{C917D483-05EE-1C48-9548-410E3653D278}">
      <dgm:prSet/>
      <dgm:spPr/>
      <dgm:t>
        <a:bodyPr rtlCol="1"/>
        <a:lstStyle/>
        <a:p>
          <a:pPr rtl="1"/>
          <a:endParaRPr lang="en-GB"/>
        </a:p>
      </dgm:t>
    </dgm:pt>
    <dgm:pt modelId="{45DDDDD5-EEA1-9A4B-B019-3099BD4461E8}" type="sibTrans" cxnId="{C917D483-05EE-1C48-9548-410E3653D278}">
      <dgm:prSet/>
      <dgm:spPr/>
      <dgm:t>
        <a:bodyPr rtlCol="1"/>
        <a:lstStyle/>
        <a:p>
          <a:pPr rtl="1"/>
          <a:endParaRPr lang="en-GB"/>
        </a:p>
      </dgm:t>
    </dgm:pt>
    <dgm:pt modelId="{CBD04FF8-1DEA-574B-8366-2A3906AC2C5B}" type="pres">
      <dgm:prSet presAssocID="{059CEB1D-0EBA-C643-89C8-0E6A65C1EC1E}" presName="linear" presStyleCnt="0">
        <dgm:presLayoutVars>
          <dgm:animLvl val="lvl"/>
          <dgm:resizeHandles val="exact"/>
        </dgm:presLayoutVars>
      </dgm:prSet>
      <dgm:spPr/>
    </dgm:pt>
    <dgm:pt modelId="{10A23D1F-6028-4A40-BBE2-903D299AEDBA}" type="pres">
      <dgm:prSet presAssocID="{4C61303E-A295-1348-8E23-A145AC2EEC63}" presName="parentText" presStyleLbl="node1" presStyleIdx="0" presStyleCnt="5">
        <dgm:presLayoutVars>
          <dgm:chMax val="0"/>
          <dgm:bulletEnabled val="1"/>
        </dgm:presLayoutVars>
      </dgm:prSet>
      <dgm:spPr/>
    </dgm:pt>
    <dgm:pt modelId="{5054161E-7226-AE48-9328-6CB6BDC473B5}" type="pres">
      <dgm:prSet presAssocID="{1D2B0997-371F-AA4F-A57C-4F1E82608D81}" presName="spacer" presStyleCnt="0"/>
      <dgm:spPr/>
    </dgm:pt>
    <dgm:pt modelId="{A5298277-3C66-E34C-B8C4-A6FA5A94E3F0}" type="pres">
      <dgm:prSet presAssocID="{B7C2218C-32B5-DA4E-85BA-46F5734B7644}" presName="parentText" presStyleLbl="node1" presStyleIdx="1" presStyleCnt="5">
        <dgm:presLayoutVars>
          <dgm:chMax val="0"/>
          <dgm:bulletEnabled val="1"/>
        </dgm:presLayoutVars>
      </dgm:prSet>
      <dgm:spPr/>
    </dgm:pt>
    <dgm:pt modelId="{BA4DA186-7942-444C-A9A6-23E4A4F713CF}" type="pres">
      <dgm:prSet presAssocID="{31984EB3-BE45-7A4C-9944-0D9A21BF2CDB}" presName="spacer" presStyleCnt="0"/>
      <dgm:spPr/>
    </dgm:pt>
    <dgm:pt modelId="{3A3160DC-A5A5-5545-89AC-938E8286ABD1}" type="pres">
      <dgm:prSet presAssocID="{1AE017C3-B572-2143-8239-EC0538D4F51C}" presName="parentText" presStyleLbl="node1" presStyleIdx="2" presStyleCnt="5">
        <dgm:presLayoutVars>
          <dgm:chMax val="0"/>
          <dgm:bulletEnabled val="1"/>
        </dgm:presLayoutVars>
      </dgm:prSet>
      <dgm:spPr/>
    </dgm:pt>
    <dgm:pt modelId="{09253922-A2C9-A94E-8A71-22B3C76CC792}" type="pres">
      <dgm:prSet presAssocID="{BDE7B45B-70B8-7448-A8F5-E1B26577A790}" presName="spacer" presStyleCnt="0"/>
      <dgm:spPr/>
    </dgm:pt>
    <dgm:pt modelId="{EF1CE27F-F218-D744-BEF2-18DCD149D0C0}" type="pres">
      <dgm:prSet presAssocID="{E0BD065E-0EB1-A248-BD7B-FECBD2935761}" presName="parentText" presStyleLbl="node1" presStyleIdx="3" presStyleCnt="5">
        <dgm:presLayoutVars>
          <dgm:chMax val="0"/>
          <dgm:bulletEnabled val="1"/>
        </dgm:presLayoutVars>
      </dgm:prSet>
      <dgm:spPr/>
    </dgm:pt>
    <dgm:pt modelId="{51646A3E-1F85-124C-BA75-1B2D0CDBC5B6}" type="pres">
      <dgm:prSet presAssocID="{9F7D6DD9-4217-2044-AA77-A6FF7FBA6DCC}" presName="spacer" presStyleCnt="0"/>
      <dgm:spPr/>
    </dgm:pt>
    <dgm:pt modelId="{E6C87F0A-5175-944A-87EE-DCC765A5FD04}" type="pres">
      <dgm:prSet presAssocID="{EB0B47E7-A9EB-2D40-A267-A6A141006F43}" presName="parentText" presStyleLbl="node1" presStyleIdx="4" presStyleCnt="5">
        <dgm:presLayoutVars>
          <dgm:chMax val="0"/>
          <dgm:bulletEnabled val="1"/>
        </dgm:presLayoutVars>
      </dgm:prSet>
      <dgm:spPr/>
    </dgm:pt>
  </dgm:ptLst>
  <dgm:cxnLst>
    <dgm:cxn modelId="{D679D825-837C-9D4C-BA21-DE6A93E8F2C2}" type="presOf" srcId="{4C61303E-A295-1348-8E23-A145AC2EEC63}" destId="{10A23D1F-6028-4A40-BBE2-903D299AEDBA}" srcOrd="0" destOrd="0" presId="urn:microsoft.com/office/officeart/2005/8/layout/vList2"/>
    <dgm:cxn modelId="{59AE7A28-0E1D-974C-A064-DB9D0D4635F7}" srcId="{059CEB1D-0EBA-C643-89C8-0E6A65C1EC1E}" destId="{1AE017C3-B572-2143-8239-EC0538D4F51C}" srcOrd="2" destOrd="0" parTransId="{CE91A892-4E6D-4C4B-BB8A-4083D0EF1DC0}" sibTransId="{BDE7B45B-70B8-7448-A8F5-E1B26577A790}"/>
    <dgm:cxn modelId="{75D0A75F-617A-2947-A9CA-287C355C348B}" type="presOf" srcId="{059CEB1D-0EBA-C643-89C8-0E6A65C1EC1E}" destId="{CBD04FF8-1DEA-574B-8366-2A3906AC2C5B}" srcOrd="0" destOrd="0" presId="urn:microsoft.com/office/officeart/2005/8/layout/vList2"/>
    <dgm:cxn modelId="{750E8044-B2DE-9F43-815A-784A98037858}" srcId="{059CEB1D-0EBA-C643-89C8-0E6A65C1EC1E}" destId="{4C61303E-A295-1348-8E23-A145AC2EEC63}" srcOrd="0" destOrd="0" parTransId="{7F812597-ECD6-8141-A623-5A97567834EE}" sibTransId="{1D2B0997-371F-AA4F-A57C-4F1E82608D81}"/>
    <dgm:cxn modelId="{6AC60B80-2591-2F4A-8C79-2E65CF18F75A}" type="presOf" srcId="{B7C2218C-32B5-DA4E-85BA-46F5734B7644}" destId="{A5298277-3C66-E34C-B8C4-A6FA5A94E3F0}" srcOrd="0" destOrd="0" presId="urn:microsoft.com/office/officeart/2005/8/layout/vList2"/>
    <dgm:cxn modelId="{F1412E81-ADE9-2845-9ADD-E6C346F81C64}" type="presOf" srcId="{EB0B47E7-A9EB-2D40-A267-A6A141006F43}" destId="{E6C87F0A-5175-944A-87EE-DCC765A5FD04}" srcOrd="0" destOrd="0" presId="urn:microsoft.com/office/officeart/2005/8/layout/vList2"/>
    <dgm:cxn modelId="{C917D483-05EE-1C48-9548-410E3653D278}" srcId="{059CEB1D-0EBA-C643-89C8-0E6A65C1EC1E}" destId="{EB0B47E7-A9EB-2D40-A267-A6A141006F43}" srcOrd="4" destOrd="0" parTransId="{5BC5D368-EE81-7149-8FEC-43D88925FAA9}" sibTransId="{45DDDDD5-EEA1-9A4B-B019-3099BD4461E8}"/>
    <dgm:cxn modelId="{C33C0C97-8053-6E4A-8A9D-4848F84BB761}" type="presOf" srcId="{E0BD065E-0EB1-A248-BD7B-FECBD2935761}" destId="{EF1CE27F-F218-D744-BEF2-18DCD149D0C0}" srcOrd="0" destOrd="0" presId="urn:microsoft.com/office/officeart/2005/8/layout/vList2"/>
    <dgm:cxn modelId="{2416BBB5-BD88-8645-9D5E-A4E09059CC21}" srcId="{059CEB1D-0EBA-C643-89C8-0E6A65C1EC1E}" destId="{E0BD065E-0EB1-A248-BD7B-FECBD2935761}" srcOrd="3" destOrd="0" parTransId="{DD92C93B-CC3A-F346-B32A-60C5B06F9351}" sibTransId="{9F7D6DD9-4217-2044-AA77-A6FF7FBA6DCC}"/>
    <dgm:cxn modelId="{FBDAFBBC-BB1F-8F4A-B939-4381F4BA9514}" srcId="{059CEB1D-0EBA-C643-89C8-0E6A65C1EC1E}" destId="{B7C2218C-32B5-DA4E-85BA-46F5734B7644}" srcOrd="1" destOrd="0" parTransId="{76B25FA2-17D0-1643-B398-65E3EFDC4708}" sibTransId="{31984EB3-BE45-7A4C-9944-0D9A21BF2CDB}"/>
    <dgm:cxn modelId="{A01A03D5-F67F-7046-A729-F9B83FAA7382}" type="presOf" srcId="{1AE017C3-B572-2143-8239-EC0538D4F51C}" destId="{3A3160DC-A5A5-5545-89AC-938E8286ABD1}" srcOrd="0" destOrd="0" presId="urn:microsoft.com/office/officeart/2005/8/layout/vList2"/>
    <dgm:cxn modelId="{519E774C-FCDF-7D46-A02D-5A48B514DC9C}" type="presParOf" srcId="{CBD04FF8-1DEA-574B-8366-2A3906AC2C5B}" destId="{10A23D1F-6028-4A40-BBE2-903D299AEDBA}" srcOrd="0" destOrd="0" presId="urn:microsoft.com/office/officeart/2005/8/layout/vList2"/>
    <dgm:cxn modelId="{ADB6A885-AE70-204E-970D-B199D60F2B91}" type="presParOf" srcId="{CBD04FF8-1DEA-574B-8366-2A3906AC2C5B}" destId="{5054161E-7226-AE48-9328-6CB6BDC473B5}" srcOrd="1" destOrd="0" presId="urn:microsoft.com/office/officeart/2005/8/layout/vList2"/>
    <dgm:cxn modelId="{50C891E0-C88F-9A49-9709-EFB3027EFC98}" type="presParOf" srcId="{CBD04FF8-1DEA-574B-8366-2A3906AC2C5B}" destId="{A5298277-3C66-E34C-B8C4-A6FA5A94E3F0}" srcOrd="2" destOrd="0" presId="urn:microsoft.com/office/officeart/2005/8/layout/vList2"/>
    <dgm:cxn modelId="{BE521DD0-FEAB-C444-A3C0-237EF5ADBF59}" type="presParOf" srcId="{CBD04FF8-1DEA-574B-8366-2A3906AC2C5B}" destId="{BA4DA186-7942-444C-A9A6-23E4A4F713CF}" srcOrd="3" destOrd="0" presId="urn:microsoft.com/office/officeart/2005/8/layout/vList2"/>
    <dgm:cxn modelId="{FE730A8A-2F88-9E4C-9699-A31BB2CDB0D7}" type="presParOf" srcId="{CBD04FF8-1DEA-574B-8366-2A3906AC2C5B}" destId="{3A3160DC-A5A5-5545-89AC-938E8286ABD1}" srcOrd="4" destOrd="0" presId="urn:microsoft.com/office/officeart/2005/8/layout/vList2"/>
    <dgm:cxn modelId="{9B87C6F9-BECF-CB4F-BDA4-3ED0338894CE}" type="presParOf" srcId="{CBD04FF8-1DEA-574B-8366-2A3906AC2C5B}" destId="{09253922-A2C9-A94E-8A71-22B3C76CC792}" srcOrd="5" destOrd="0" presId="urn:microsoft.com/office/officeart/2005/8/layout/vList2"/>
    <dgm:cxn modelId="{6079E01B-0B5E-E445-95A9-35FA21F8A49C}" type="presParOf" srcId="{CBD04FF8-1DEA-574B-8366-2A3906AC2C5B}" destId="{EF1CE27F-F218-D744-BEF2-18DCD149D0C0}" srcOrd="6" destOrd="0" presId="urn:microsoft.com/office/officeart/2005/8/layout/vList2"/>
    <dgm:cxn modelId="{B0C745D8-CA60-5640-B0C3-9AF10E4345BB}" type="presParOf" srcId="{CBD04FF8-1DEA-574B-8366-2A3906AC2C5B}" destId="{51646A3E-1F85-124C-BA75-1B2D0CDBC5B6}" srcOrd="7" destOrd="0" presId="urn:microsoft.com/office/officeart/2005/8/layout/vList2"/>
    <dgm:cxn modelId="{C268D0EB-C4B4-8646-8FDD-6480ADD19EAA}" type="presParOf" srcId="{CBD04FF8-1DEA-574B-8366-2A3906AC2C5B}" destId="{E6C87F0A-5175-944A-87EE-DCC765A5FD04}"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2A3891A-DCED-674F-B24D-E206E66D90BD}" type="doc">
      <dgm:prSet loTypeId="urn:microsoft.com/office/officeart/2005/8/layout/radial4" loCatId="list" qsTypeId="urn:microsoft.com/office/officeart/2005/8/quickstyle/simple1" qsCatId="simple" csTypeId="urn:microsoft.com/office/officeart/2005/8/colors/accent1_2" csCatId="accent1" phldr="1"/>
      <dgm:spPr/>
      <dgm:t>
        <a:bodyPr rtlCol="1"/>
        <a:lstStyle/>
        <a:p>
          <a:pPr rtl="1"/>
          <a:endParaRPr lang="en-GB"/>
        </a:p>
      </dgm:t>
    </dgm:pt>
    <dgm:pt modelId="{7B2A2015-4EF4-4542-9FC4-482DB6A51B6F}">
      <dgm:prSet custT="1"/>
      <dgm:spPr/>
      <dgm:t>
        <a:bodyPr rtlCol="1"/>
        <a:lstStyle/>
        <a:p>
          <a:pPr rtl="1"/>
          <a:r>
            <a:rPr lang="ar" sz="2800" b="1" dirty="0">
              <a:solidFill>
                <a:srgbClr val="7030A0"/>
              </a:solidFill>
              <a:effectLst/>
              <a:latin typeface="Times New Roman" panose="02020603050405020304" pitchFamily="18" charset="0"/>
              <a:cs typeface="Times New Roman" panose="02020603050405020304" pitchFamily="18" charset="0"/>
            </a:rPr>
            <a:t>حجم المؤسسة</a:t>
          </a:r>
          <a:endParaRPr lang="en-GB" sz="2800" b="1" dirty="0">
            <a:solidFill>
              <a:srgbClr val="7030A0"/>
            </a:solidFill>
            <a:latin typeface="Times New Roman" panose="02020603050405020304" pitchFamily="18" charset="0"/>
            <a:cs typeface="Times New Roman" panose="02020603050405020304" pitchFamily="18" charset="0"/>
          </a:endParaRPr>
        </a:p>
      </dgm:t>
    </dgm:pt>
    <dgm:pt modelId="{7268EA9C-ADFE-5443-B71F-4DB5945387F0}" type="parTrans" cxnId="{5A64B782-4145-FA4F-B56E-79F6411F6143}">
      <dgm:prSet/>
      <dgm:spPr/>
      <dgm:t>
        <a:bodyPr rtlCol="1"/>
        <a:lstStyle/>
        <a:p>
          <a:pPr rtl="1"/>
          <a:endParaRPr lang="en-GB"/>
        </a:p>
      </dgm:t>
    </dgm:pt>
    <dgm:pt modelId="{4FCBC08A-243A-E64E-9212-A11B25F7B416}" type="sibTrans" cxnId="{5A64B782-4145-FA4F-B56E-79F6411F6143}">
      <dgm:prSet/>
      <dgm:spPr/>
      <dgm:t>
        <a:bodyPr rtlCol="1"/>
        <a:lstStyle/>
        <a:p>
          <a:pPr rtl="1"/>
          <a:endParaRPr lang="en-GB"/>
        </a:p>
      </dgm:t>
    </dgm:pt>
    <dgm:pt modelId="{0C6D0DD8-5166-EE43-AB15-3F10EA8A07B9}">
      <dgm:prSet custT="1"/>
      <dgm:spPr/>
      <dgm:t>
        <a:bodyPr rtlCol="1"/>
        <a:lstStyle/>
        <a:p>
          <a:pPr rtl="1">
            <a:lnSpc>
              <a:spcPct val="90000"/>
            </a:lnSpc>
          </a:pPr>
          <a:r>
            <a:rPr lang="ar" sz="2400" b="1" dirty="0">
              <a:solidFill>
                <a:srgbClr val="7030A0"/>
              </a:solidFill>
              <a:effectLst/>
              <a:latin typeface="Times New Roman" panose="02020603050405020304" pitchFamily="18" charset="0"/>
              <a:cs typeface="Times New Roman" panose="02020603050405020304" pitchFamily="18" charset="0"/>
            </a:rPr>
            <a:t>صغير جدًا</a:t>
          </a:r>
        </a:p>
        <a:p>
          <a:pPr rtl="1">
            <a:lnSpc>
              <a:spcPct val="120000"/>
            </a:lnSpc>
          </a:pPr>
          <a:r>
            <a:rPr lang="ar" sz="2400" dirty="0">
              <a:solidFill>
                <a:schemeClr val="accent6"/>
              </a:solidFill>
              <a:effectLst/>
              <a:latin typeface="Times New Roman" panose="02020603050405020304" pitchFamily="18" charset="0"/>
              <a:cs typeface="Times New Roman" panose="02020603050405020304" pitchFamily="18" charset="0"/>
            </a:rPr>
            <a:t>حتى 10 موظفين</a:t>
          </a:r>
          <a:endParaRPr lang="en-GB" sz="2400" dirty="0">
            <a:solidFill>
              <a:schemeClr val="accent6"/>
            </a:solidFill>
            <a:latin typeface="Times New Roman" panose="02020603050405020304" pitchFamily="18" charset="0"/>
            <a:cs typeface="Times New Roman" panose="02020603050405020304" pitchFamily="18" charset="0"/>
          </a:endParaRPr>
        </a:p>
      </dgm:t>
    </dgm:pt>
    <dgm:pt modelId="{077844BC-0D04-8C4B-8CE0-6865C2B0F7F9}" type="parTrans" cxnId="{1B0368D8-65AB-9849-9836-5E1C2FD3739B}">
      <dgm:prSet/>
      <dgm:spPr/>
      <dgm:t>
        <a:bodyPr rtlCol="1"/>
        <a:lstStyle/>
        <a:p>
          <a:pPr rtl="1"/>
          <a:endParaRPr lang="en-GB"/>
        </a:p>
      </dgm:t>
    </dgm:pt>
    <dgm:pt modelId="{50891CDF-A77B-2940-93BC-9CDFA5400748}" type="sibTrans" cxnId="{1B0368D8-65AB-9849-9836-5E1C2FD3739B}">
      <dgm:prSet/>
      <dgm:spPr/>
      <dgm:t>
        <a:bodyPr rtlCol="1"/>
        <a:lstStyle/>
        <a:p>
          <a:pPr rtl="1"/>
          <a:endParaRPr lang="en-GB"/>
        </a:p>
      </dgm:t>
    </dgm:pt>
    <dgm:pt modelId="{171254D0-1DF7-A340-8A7C-478B12CABA2C}">
      <dgm:prSet custT="1"/>
      <dgm:spPr/>
      <dgm:t>
        <a:bodyPr rtlCol="1"/>
        <a:lstStyle/>
        <a:p>
          <a:pPr rtl="1">
            <a:lnSpc>
              <a:spcPct val="90000"/>
            </a:lnSpc>
          </a:pPr>
          <a:r>
            <a:rPr lang="ar" sz="2400" b="1" dirty="0">
              <a:solidFill>
                <a:srgbClr val="7030A0"/>
              </a:solidFill>
              <a:effectLst/>
              <a:latin typeface="Times New Roman" panose="02020603050405020304" pitchFamily="18" charset="0"/>
              <a:cs typeface="Times New Roman" panose="02020603050405020304" pitchFamily="18" charset="0"/>
            </a:rPr>
            <a:t>متوسطة</a:t>
          </a:r>
        </a:p>
        <a:p>
          <a:pPr rtl="1">
            <a:lnSpc>
              <a:spcPct val="120000"/>
            </a:lnSpc>
          </a:pPr>
          <a:r>
            <a:rPr lang="ar" sz="2400" dirty="0">
              <a:solidFill>
                <a:schemeClr val="accent6"/>
              </a:solidFill>
              <a:effectLst/>
              <a:latin typeface="Times New Roman" panose="02020603050405020304" pitchFamily="18" charset="0"/>
              <a:cs typeface="Times New Roman" panose="02020603050405020304" pitchFamily="18" charset="0"/>
            </a:rPr>
            <a:t>بين 50 و 249 موظفًا</a:t>
          </a:r>
          <a:endParaRPr lang="en-GB" sz="2400" dirty="0">
            <a:solidFill>
              <a:schemeClr val="accent6"/>
            </a:solidFill>
            <a:latin typeface="Times New Roman" panose="02020603050405020304" pitchFamily="18" charset="0"/>
            <a:cs typeface="Times New Roman" panose="02020603050405020304" pitchFamily="18" charset="0"/>
          </a:endParaRPr>
        </a:p>
      </dgm:t>
    </dgm:pt>
    <dgm:pt modelId="{C4F2E5C1-3158-7347-9FD8-F83239059493}" type="parTrans" cxnId="{5288E05D-5A67-B04A-8993-40726D08D5E3}">
      <dgm:prSet/>
      <dgm:spPr/>
      <dgm:t>
        <a:bodyPr rtlCol="1"/>
        <a:lstStyle/>
        <a:p>
          <a:pPr rtl="1"/>
          <a:endParaRPr lang="en-GB"/>
        </a:p>
      </dgm:t>
    </dgm:pt>
    <dgm:pt modelId="{7D908EED-C357-784F-855A-3184438BE8D3}" type="sibTrans" cxnId="{5288E05D-5A67-B04A-8993-40726D08D5E3}">
      <dgm:prSet/>
      <dgm:spPr/>
      <dgm:t>
        <a:bodyPr rtlCol="1"/>
        <a:lstStyle/>
        <a:p>
          <a:pPr rtl="1"/>
          <a:endParaRPr lang="en-GB"/>
        </a:p>
      </dgm:t>
    </dgm:pt>
    <dgm:pt modelId="{987F1C1A-51D9-5E4F-9F69-C5A334438817}">
      <dgm:prSet custT="1"/>
      <dgm:spPr/>
      <dgm:t>
        <a:bodyPr rtlCol="1"/>
        <a:lstStyle/>
        <a:p>
          <a:pPr rtl="1">
            <a:lnSpc>
              <a:spcPct val="90000"/>
            </a:lnSpc>
          </a:pPr>
          <a:r>
            <a:rPr lang="ar" sz="2400" b="1" dirty="0">
              <a:solidFill>
                <a:srgbClr val="7030A0"/>
              </a:solidFill>
              <a:effectLst/>
              <a:latin typeface="Times New Roman" panose="02020603050405020304" pitchFamily="18" charset="0"/>
              <a:cs typeface="Times New Roman" panose="02020603050405020304" pitchFamily="18" charset="0"/>
            </a:rPr>
            <a:t>كبيرة</a:t>
          </a:r>
        </a:p>
        <a:p>
          <a:pPr rtl="1">
            <a:lnSpc>
              <a:spcPct val="120000"/>
            </a:lnSpc>
          </a:pPr>
          <a:r>
            <a:rPr lang="ar" sz="2400" dirty="0">
              <a:solidFill>
                <a:schemeClr val="accent6"/>
              </a:solidFill>
              <a:effectLst/>
              <a:latin typeface="Times New Roman" panose="02020603050405020304" pitchFamily="18" charset="0"/>
              <a:cs typeface="Times New Roman" panose="02020603050405020304" pitchFamily="18" charset="0"/>
            </a:rPr>
            <a:t>أكثر من 250 موظفًا</a:t>
          </a:r>
          <a:endParaRPr lang="en-GB" sz="2400" dirty="0">
            <a:solidFill>
              <a:schemeClr val="accent6"/>
            </a:solidFill>
            <a:latin typeface="Times New Roman" panose="02020603050405020304" pitchFamily="18" charset="0"/>
            <a:cs typeface="Times New Roman" panose="02020603050405020304" pitchFamily="18" charset="0"/>
          </a:endParaRPr>
        </a:p>
      </dgm:t>
    </dgm:pt>
    <dgm:pt modelId="{EAD6BE51-CB42-3E43-970D-858F9340C664}" type="parTrans" cxnId="{90F36366-5C7C-814D-8A2F-17984EA24DAE}">
      <dgm:prSet/>
      <dgm:spPr/>
      <dgm:t>
        <a:bodyPr rtlCol="1"/>
        <a:lstStyle/>
        <a:p>
          <a:pPr rtl="1"/>
          <a:endParaRPr lang="en-GB"/>
        </a:p>
      </dgm:t>
    </dgm:pt>
    <dgm:pt modelId="{6443B88A-A479-0544-AF6A-34363A6BB058}" type="sibTrans" cxnId="{90F36366-5C7C-814D-8A2F-17984EA24DAE}">
      <dgm:prSet/>
      <dgm:spPr/>
      <dgm:t>
        <a:bodyPr rtlCol="1"/>
        <a:lstStyle/>
        <a:p>
          <a:pPr rtl="1"/>
          <a:endParaRPr lang="en-GB"/>
        </a:p>
      </dgm:t>
    </dgm:pt>
    <dgm:pt modelId="{0E61ECFD-8E17-644A-A110-F1914A3AEAF3}">
      <dgm:prSet custT="1"/>
      <dgm:spPr/>
      <dgm:t>
        <a:bodyPr rtlCol="1"/>
        <a:lstStyle/>
        <a:p>
          <a:pPr rtl="1">
            <a:lnSpc>
              <a:spcPct val="90000"/>
            </a:lnSpc>
          </a:pPr>
          <a:r>
            <a:rPr lang="ar" sz="2400" b="1" kern="1200" dirty="0">
              <a:solidFill>
                <a:srgbClr val="7030A0"/>
              </a:solidFill>
              <a:effectLst/>
              <a:latin typeface="Times New Roman" panose="02020603050405020304" pitchFamily="18" charset="0"/>
              <a:cs typeface="Times New Roman" panose="02020603050405020304" pitchFamily="18" charset="0"/>
            </a:rPr>
            <a:t>صغيرة</a:t>
          </a:r>
        </a:p>
        <a:p>
          <a:pPr rtl="1">
            <a:lnSpc>
              <a:spcPct val="120000"/>
            </a:lnSpc>
          </a:pPr>
          <a:r>
            <a:rPr lang="ar" sz="2400" kern="1200" dirty="0">
              <a:solidFill>
                <a:schemeClr val="accent6"/>
              </a:solidFill>
              <a:effectLst/>
              <a:latin typeface="Times New Roman" panose="02020603050405020304" pitchFamily="18" charset="0"/>
              <a:cs typeface="Times New Roman" panose="02020603050405020304" pitchFamily="18" charset="0"/>
            </a:rPr>
            <a:t>بين</a:t>
          </a:r>
          <a:r>
            <a:rPr lang="ar" sz="2400" kern="1200" dirty="0">
              <a:solidFill>
                <a:srgbClr val="2D2D8A"/>
              </a:solidFill>
              <a:effectLst/>
              <a:latin typeface="Times New Roman" panose="02020603050405020304" pitchFamily="18" charset="0"/>
              <a:ea typeface="+mn-ea"/>
              <a:cs typeface="Times New Roman" panose="02020603050405020304" pitchFamily="18" charset="0"/>
            </a:rPr>
            <a:t> 11 </a:t>
          </a:r>
          <a:r>
            <a:rPr lang="ar" sz="2400" kern="1200" dirty="0">
              <a:solidFill>
                <a:schemeClr val="accent6"/>
              </a:solidFill>
              <a:effectLst/>
              <a:latin typeface="Times New Roman" panose="02020603050405020304" pitchFamily="18" charset="0"/>
              <a:cs typeface="Times New Roman" panose="02020603050405020304" pitchFamily="18" charset="0"/>
            </a:rPr>
            <a:t>و 49 موظفًا.</a:t>
          </a:r>
          <a:endParaRPr lang="en-GB" sz="2400" kern="1200" dirty="0">
            <a:solidFill>
              <a:schemeClr val="accent6"/>
            </a:solidFill>
            <a:latin typeface="Times New Roman" panose="02020603050405020304" pitchFamily="18" charset="0"/>
            <a:ea typeface="+mn-ea"/>
            <a:cs typeface="Times New Roman" panose="02020603050405020304" pitchFamily="18" charset="0"/>
          </a:endParaRPr>
        </a:p>
      </dgm:t>
    </dgm:pt>
    <dgm:pt modelId="{3E38DCF4-D35A-2C4A-B5B8-11CBF22167C8}" type="parTrans" cxnId="{B876F17A-2C86-3745-AA51-81025F83DFE1}">
      <dgm:prSet/>
      <dgm:spPr/>
      <dgm:t>
        <a:bodyPr rtlCol="1"/>
        <a:lstStyle/>
        <a:p>
          <a:pPr rtl="1"/>
          <a:endParaRPr lang="en-GB"/>
        </a:p>
      </dgm:t>
    </dgm:pt>
    <dgm:pt modelId="{16CC3968-AEEB-2942-85BE-316347862DE2}" type="sibTrans" cxnId="{B876F17A-2C86-3745-AA51-81025F83DFE1}">
      <dgm:prSet/>
      <dgm:spPr/>
      <dgm:t>
        <a:bodyPr rtlCol="1"/>
        <a:lstStyle/>
        <a:p>
          <a:pPr rtl="1"/>
          <a:endParaRPr lang="en-GB"/>
        </a:p>
      </dgm:t>
    </dgm:pt>
    <dgm:pt modelId="{F327E64C-D835-7A44-A58C-1E884D2BA0B1}" type="pres">
      <dgm:prSet presAssocID="{12A3891A-DCED-674F-B24D-E206E66D90BD}" presName="cycle" presStyleCnt="0">
        <dgm:presLayoutVars>
          <dgm:chMax val="1"/>
          <dgm:dir val="rev"/>
          <dgm:animLvl val="ctr"/>
          <dgm:resizeHandles val="exact"/>
        </dgm:presLayoutVars>
      </dgm:prSet>
      <dgm:spPr/>
    </dgm:pt>
    <dgm:pt modelId="{915873AC-EC9E-3044-B700-EAAA876D7FD5}" type="pres">
      <dgm:prSet presAssocID="{7B2A2015-4EF4-4542-9FC4-482DB6A51B6F}" presName="centerShape" presStyleLbl="node0" presStyleIdx="0" presStyleCnt="1" custScaleY="99920"/>
      <dgm:spPr/>
    </dgm:pt>
    <dgm:pt modelId="{1B2C454D-E40A-2344-9F71-56125A47EBF3}" type="pres">
      <dgm:prSet presAssocID="{077844BC-0D04-8C4B-8CE0-6865C2B0F7F9}" presName="parTrans" presStyleLbl="bgSibTrans2D1" presStyleIdx="0" presStyleCnt="4"/>
      <dgm:spPr/>
    </dgm:pt>
    <dgm:pt modelId="{C8CD8B18-90D1-8146-9137-53BD1BFB1450}" type="pres">
      <dgm:prSet presAssocID="{0C6D0DD8-5166-EE43-AB15-3F10EA8A07B9}" presName="node" presStyleLbl="node1" presStyleIdx="0" presStyleCnt="4">
        <dgm:presLayoutVars>
          <dgm:bulletEnabled val="1"/>
        </dgm:presLayoutVars>
      </dgm:prSet>
      <dgm:spPr/>
    </dgm:pt>
    <dgm:pt modelId="{C2D80D29-EEDA-A840-A938-1A92883EE3A3}" type="pres">
      <dgm:prSet presAssocID="{3E38DCF4-D35A-2C4A-B5B8-11CBF22167C8}" presName="parTrans" presStyleLbl="bgSibTrans2D1" presStyleIdx="1" presStyleCnt="4"/>
      <dgm:spPr/>
    </dgm:pt>
    <dgm:pt modelId="{401B8E8A-BDEF-6942-91EF-2519ECF2D4B2}" type="pres">
      <dgm:prSet presAssocID="{0E61ECFD-8E17-644A-A110-F1914A3AEAF3}" presName="node" presStyleLbl="node1" presStyleIdx="1" presStyleCnt="4">
        <dgm:presLayoutVars>
          <dgm:bulletEnabled val="1"/>
        </dgm:presLayoutVars>
      </dgm:prSet>
      <dgm:spPr/>
    </dgm:pt>
    <dgm:pt modelId="{90D24250-2564-6F4C-B019-540CAEB8D2D7}" type="pres">
      <dgm:prSet presAssocID="{C4F2E5C1-3158-7347-9FD8-F83239059493}" presName="parTrans" presStyleLbl="bgSibTrans2D1" presStyleIdx="2" presStyleCnt="4"/>
      <dgm:spPr/>
    </dgm:pt>
    <dgm:pt modelId="{D800DD07-9EC0-B44C-AC30-AAD4C1142756}" type="pres">
      <dgm:prSet presAssocID="{171254D0-1DF7-A340-8A7C-478B12CABA2C}" presName="node" presStyleLbl="node1" presStyleIdx="2" presStyleCnt="4">
        <dgm:presLayoutVars>
          <dgm:bulletEnabled val="1"/>
        </dgm:presLayoutVars>
      </dgm:prSet>
      <dgm:spPr/>
    </dgm:pt>
    <dgm:pt modelId="{014D0B21-82DB-944B-9161-BD6B3B613C44}" type="pres">
      <dgm:prSet presAssocID="{EAD6BE51-CB42-3E43-970D-858F9340C664}" presName="parTrans" presStyleLbl="bgSibTrans2D1" presStyleIdx="3" presStyleCnt="4"/>
      <dgm:spPr/>
    </dgm:pt>
    <dgm:pt modelId="{C99DB6B7-AF59-7947-8B9D-995A966225BF}" type="pres">
      <dgm:prSet presAssocID="{987F1C1A-51D9-5E4F-9F69-C5A334438817}" presName="node" presStyleLbl="node1" presStyleIdx="3" presStyleCnt="4">
        <dgm:presLayoutVars>
          <dgm:bulletEnabled val="1"/>
        </dgm:presLayoutVars>
      </dgm:prSet>
      <dgm:spPr/>
    </dgm:pt>
  </dgm:ptLst>
  <dgm:cxnLst>
    <dgm:cxn modelId="{5C965419-2EDF-C84E-880C-D73AD22B8922}" type="presOf" srcId="{C4F2E5C1-3158-7347-9FD8-F83239059493}" destId="{90D24250-2564-6F4C-B019-540CAEB8D2D7}" srcOrd="0" destOrd="0" presId="urn:microsoft.com/office/officeart/2005/8/layout/radial4"/>
    <dgm:cxn modelId="{E5E24A30-976C-F945-B5EB-F5C2B0F6AC8F}" type="presOf" srcId="{171254D0-1DF7-A340-8A7C-478B12CABA2C}" destId="{D800DD07-9EC0-B44C-AC30-AAD4C1142756}" srcOrd="0" destOrd="0" presId="urn:microsoft.com/office/officeart/2005/8/layout/radial4"/>
    <dgm:cxn modelId="{BF971F32-BACF-B04E-9FBD-B3357D9F02CA}" type="presOf" srcId="{987F1C1A-51D9-5E4F-9F69-C5A334438817}" destId="{C99DB6B7-AF59-7947-8B9D-995A966225BF}" srcOrd="0" destOrd="0" presId="urn:microsoft.com/office/officeart/2005/8/layout/radial4"/>
    <dgm:cxn modelId="{D4AFA333-D97F-C748-A547-0C31E65019DC}" type="presOf" srcId="{0C6D0DD8-5166-EE43-AB15-3F10EA8A07B9}" destId="{C8CD8B18-90D1-8146-9137-53BD1BFB1450}" srcOrd="0" destOrd="0" presId="urn:microsoft.com/office/officeart/2005/8/layout/radial4"/>
    <dgm:cxn modelId="{5288E05D-5A67-B04A-8993-40726D08D5E3}" srcId="{7B2A2015-4EF4-4542-9FC4-482DB6A51B6F}" destId="{171254D0-1DF7-A340-8A7C-478B12CABA2C}" srcOrd="2" destOrd="0" parTransId="{C4F2E5C1-3158-7347-9FD8-F83239059493}" sibTransId="{7D908EED-C357-784F-855A-3184438BE8D3}"/>
    <dgm:cxn modelId="{40C8AC5E-0EF3-704F-8010-343992896845}" type="presOf" srcId="{7B2A2015-4EF4-4542-9FC4-482DB6A51B6F}" destId="{915873AC-EC9E-3044-B700-EAAA876D7FD5}" srcOrd="0" destOrd="0" presId="urn:microsoft.com/office/officeart/2005/8/layout/radial4"/>
    <dgm:cxn modelId="{B75E3F43-E842-F94F-9593-137915A5E9EE}" type="presOf" srcId="{3E38DCF4-D35A-2C4A-B5B8-11CBF22167C8}" destId="{C2D80D29-EEDA-A840-A938-1A92883EE3A3}" srcOrd="0" destOrd="0" presId="urn:microsoft.com/office/officeart/2005/8/layout/radial4"/>
    <dgm:cxn modelId="{90F36366-5C7C-814D-8A2F-17984EA24DAE}" srcId="{7B2A2015-4EF4-4542-9FC4-482DB6A51B6F}" destId="{987F1C1A-51D9-5E4F-9F69-C5A334438817}" srcOrd="3" destOrd="0" parTransId="{EAD6BE51-CB42-3E43-970D-858F9340C664}" sibTransId="{6443B88A-A479-0544-AF6A-34363A6BB058}"/>
    <dgm:cxn modelId="{25208F6D-F0E1-374B-832B-426841CF9656}" type="presOf" srcId="{12A3891A-DCED-674F-B24D-E206E66D90BD}" destId="{F327E64C-D835-7A44-A58C-1E884D2BA0B1}" srcOrd="0" destOrd="0" presId="urn:microsoft.com/office/officeart/2005/8/layout/radial4"/>
    <dgm:cxn modelId="{8595397A-5197-664F-AB9F-5A161524FDD4}" type="presOf" srcId="{0E61ECFD-8E17-644A-A110-F1914A3AEAF3}" destId="{401B8E8A-BDEF-6942-91EF-2519ECF2D4B2}" srcOrd="0" destOrd="0" presId="urn:microsoft.com/office/officeart/2005/8/layout/radial4"/>
    <dgm:cxn modelId="{B876F17A-2C86-3745-AA51-81025F83DFE1}" srcId="{7B2A2015-4EF4-4542-9FC4-482DB6A51B6F}" destId="{0E61ECFD-8E17-644A-A110-F1914A3AEAF3}" srcOrd="1" destOrd="0" parTransId="{3E38DCF4-D35A-2C4A-B5B8-11CBF22167C8}" sibTransId="{16CC3968-AEEB-2942-85BE-316347862DE2}"/>
    <dgm:cxn modelId="{9E702A80-A65A-0246-9D4C-841B7063EF6C}" type="presOf" srcId="{077844BC-0D04-8C4B-8CE0-6865C2B0F7F9}" destId="{1B2C454D-E40A-2344-9F71-56125A47EBF3}" srcOrd="0" destOrd="0" presId="urn:microsoft.com/office/officeart/2005/8/layout/radial4"/>
    <dgm:cxn modelId="{5A64B782-4145-FA4F-B56E-79F6411F6143}" srcId="{12A3891A-DCED-674F-B24D-E206E66D90BD}" destId="{7B2A2015-4EF4-4542-9FC4-482DB6A51B6F}" srcOrd="0" destOrd="0" parTransId="{7268EA9C-ADFE-5443-B71F-4DB5945387F0}" sibTransId="{4FCBC08A-243A-E64E-9212-A11B25F7B416}"/>
    <dgm:cxn modelId="{1B0368D8-65AB-9849-9836-5E1C2FD3739B}" srcId="{7B2A2015-4EF4-4542-9FC4-482DB6A51B6F}" destId="{0C6D0DD8-5166-EE43-AB15-3F10EA8A07B9}" srcOrd="0" destOrd="0" parTransId="{077844BC-0D04-8C4B-8CE0-6865C2B0F7F9}" sibTransId="{50891CDF-A77B-2940-93BC-9CDFA5400748}"/>
    <dgm:cxn modelId="{826A20F1-9F92-3E41-A574-157F41FD001C}" type="presOf" srcId="{EAD6BE51-CB42-3E43-970D-858F9340C664}" destId="{014D0B21-82DB-944B-9161-BD6B3B613C44}" srcOrd="0" destOrd="0" presId="urn:microsoft.com/office/officeart/2005/8/layout/radial4"/>
    <dgm:cxn modelId="{04EFF176-2DF3-7E4D-81B0-A6D1701D00B8}" type="presParOf" srcId="{F327E64C-D835-7A44-A58C-1E884D2BA0B1}" destId="{915873AC-EC9E-3044-B700-EAAA876D7FD5}" srcOrd="0" destOrd="0" presId="urn:microsoft.com/office/officeart/2005/8/layout/radial4"/>
    <dgm:cxn modelId="{7B0BB47C-E7AF-4C4E-A5AE-DFD8C6A68395}" type="presParOf" srcId="{F327E64C-D835-7A44-A58C-1E884D2BA0B1}" destId="{1B2C454D-E40A-2344-9F71-56125A47EBF3}" srcOrd="1" destOrd="0" presId="urn:microsoft.com/office/officeart/2005/8/layout/radial4"/>
    <dgm:cxn modelId="{CE83D859-12A1-D34F-9C99-C48FE46DBCD9}" type="presParOf" srcId="{F327E64C-D835-7A44-A58C-1E884D2BA0B1}" destId="{C8CD8B18-90D1-8146-9137-53BD1BFB1450}" srcOrd="2" destOrd="0" presId="urn:microsoft.com/office/officeart/2005/8/layout/radial4"/>
    <dgm:cxn modelId="{B452B087-C56C-A448-8C4C-43ED0F9A80DB}" type="presParOf" srcId="{F327E64C-D835-7A44-A58C-1E884D2BA0B1}" destId="{C2D80D29-EEDA-A840-A938-1A92883EE3A3}" srcOrd="3" destOrd="0" presId="urn:microsoft.com/office/officeart/2005/8/layout/radial4"/>
    <dgm:cxn modelId="{7A6329A4-2FE5-6640-8404-1033C68AC1B3}" type="presParOf" srcId="{F327E64C-D835-7A44-A58C-1E884D2BA0B1}" destId="{401B8E8A-BDEF-6942-91EF-2519ECF2D4B2}" srcOrd="4" destOrd="0" presId="urn:microsoft.com/office/officeart/2005/8/layout/radial4"/>
    <dgm:cxn modelId="{8E88691A-682E-2C4E-86DF-B080336FC7FC}" type="presParOf" srcId="{F327E64C-D835-7A44-A58C-1E884D2BA0B1}" destId="{90D24250-2564-6F4C-B019-540CAEB8D2D7}" srcOrd="5" destOrd="0" presId="urn:microsoft.com/office/officeart/2005/8/layout/radial4"/>
    <dgm:cxn modelId="{96D927C4-25EA-4A40-BADF-2D1A2AA693F8}" type="presParOf" srcId="{F327E64C-D835-7A44-A58C-1E884D2BA0B1}" destId="{D800DD07-9EC0-B44C-AC30-AAD4C1142756}" srcOrd="6" destOrd="0" presId="urn:microsoft.com/office/officeart/2005/8/layout/radial4"/>
    <dgm:cxn modelId="{A2CE07DE-D636-3240-BEBD-52C207E7C7E8}" type="presParOf" srcId="{F327E64C-D835-7A44-A58C-1E884D2BA0B1}" destId="{014D0B21-82DB-944B-9161-BD6B3B613C44}" srcOrd="7" destOrd="0" presId="urn:microsoft.com/office/officeart/2005/8/layout/radial4"/>
    <dgm:cxn modelId="{9A6D7FAD-4404-F447-BE75-94B3747326B4}" type="presParOf" srcId="{F327E64C-D835-7A44-A58C-1E884D2BA0B1}" destId="{C99DB6B7-AF59-7947-8B9D-995A966225BF}" srcOrd="8"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solidFill>
          <a:schemeClr val="accent5"/>
        </a:solidFill>
      </dgm:spPr>
      <dgm:t>
        <a:bodyPr rtlCol="1"/>
        <a:lstStyle/>
        <a:p>
          <a:pPr rtl="1">
            <a:lnSpc>
              <a:spcPct val="100000"/>
            </a:lnSpc>
          </a:pPr>
          <a:r>
            <a:rPr lang="ar" sz="2800" b="1" dirty="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قابلة</a:t>
          </a:r>
          <a:r>
            <a:rPr lang="ar" sz="2800" b="1" dirty="0">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 للقياس</a:t>
          </a:r>
          <a:endParaRPr lang="en-US" sz="2000" b="0" dirty="0">
            <a:solidFill>
              <a:schemeClr val="accent6"/>
            </a:solidFill>
            <a:latin typeface="Arial" panose="020B0604020202020204" pitchFamily="34" charset="0"/>
            <a:cs typeface="Arial" panose="020B0604020202020204" pitchFamily="34" charset="0"/>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800" b="1">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قابلة</a:t>
          </a:r>
          <a:r>
            <a:rPr lang="ar" sz="2800" b="1">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 للتحقيق</a:t>
          </a:r>
          <a:endParaRPr lang="en-US" sz="2000" b="0">
            <a:solidFill>
              <a:schemeClr val="accent6"/>
            </a:solidFill>
            <a:latin typeface="Arial" panose="020B0604020202020204" pitchFamily="34" charset="0"/>
            <a:cs typeface="Arial" panose="020B0604020202020204" pitchFamily="34" charset="0"/>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dgm:t>
        <a:bodyPr rtlCol="1"/>
        <a:lstStyle/>
        <a:p>
          <a:pPr rtl="1">
            <a:lnSpc>
              <a:spcPct val="100000"/>
            </a:lnSpc>
          </a:pPr>
          <a:r>
            <a:rPr lang="ar" sz="2800" b="1">
              <a:solidFill>
                <a:schemeClr val="accent1">
                  <a:lumMod val="50000"/>
                </a:schemeClr>
              </a:solidFill>
              <a:latin typeface="Arial" panose="020B0604020202020204" pitchFamily="34" charset="0"/>
              <a:ea typeface="Times New Roman" panose="02020603050405020304" pitchFamily="18" charset="0"/>
              <a:cs typeface="Arial" panose="020B0604020202020204" pitchFamily="34" charset="0"/>
            </a:rPr>
            <a:t>ذات </a:t>
          </a:r>
          <a:r>
            <a:rPr lang="ar" sz="2800" b="1">
              <a:solidFill>
                <a:schemeClr val="accent6"/>
              </a:solidFill>
              <a:effectLst/>
              <a:latin typeface="Arial" panose="020B0604020202020204" pitchFamily="34" charset="0"/>
              <a:ea typeface="Times New Roman" panose="02020603050405020304" pitchFamily="18" charset="0"/>
              <a:cs typeface="Arial" panose="020B0604020202020204" pitchFamily="34" charset="0"/>
            </a:rPr>
            <a:t>صلة</a:t>
          </a:r>
          <a:endParaRPr lang="en-US" sz="2800" b="0">
            <a:solidFill>
              <a:schemeClr val="accent6"/>
            </a:solidFill>
            <a:latin typeface="Arial" panose="020B0604020202020204" pitchFamily="34" charset="0"/>
            <a:cs typeface="Arial" panose="020B0604020202020204" pitchFamily="34" charset="0"/>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D38D27B2-4A76-FC44-B9C8-727DBB68E857}">
      <dgm:prSet custT="1"/>
      <dgm:spPr/>
      <dgm:t>
        <a:bodyPr rtlCol="1"/>
        <a:lstStyle/>
        <a:p>
          <a:pPr rtl="1">
            <a:lnSpc>
              <a:spcPct val="100000"/>
            </a:lnSpc>
          </a:pPr>
          <a:r>
            <a:rPr lang="ar" sz="2800" b="1" dirty="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محددة</a:t>
          </a:r>
          <a:r>
            <a:rPr lang="ar" sz="2800" b="1" dirty="0">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 زمنيًّا</a:t>
          </a:r>
          <a:endParaRPr lang="en-US" sz="2000" b="0" dirty="0">
            <a:solidFill>
              <a:schemeClr val="accent6"/>
            </a:solidFill>
            <a:latin typeface="Arial" panose="020B0604020202020204" pitchFamily="34" charset="0"/>
            <a:cs typeface="Arial" panose="020B0604020202020204" pitchFamily="34" charset="0"/>
          </a:endParaRPr>
        </a:p>
      </dgm:t>
    </dgm:pt>
    <dgm:pt modelId="{0200A9C0-9CC8-F84F-9F79-971FC768CC13}" type="parTrans" cxnId="{4C7410C5-EB1C-FC4E-B7CD-E8969764FD78}">
      <dgm:prSet/>
      <dgm:spPr/>
      <dgm:t>
        <a:bodyPr rtlCol="1"/>
        <a:lstStyle/>
        <a:p>
          <a:pPr rtl="1"/>
          <a:endParaRPr lang="en-GB"/>
        </a:p>
      </dgm:t>
    </dgm:pt>
    <dgm:pt modelId="{BE613900-2115-AE49-A8FC-F9854142C1BC}" type="sibTrans" cxnId="{4C7410C5-EB1C-FC4E-B7CD-E8969764FD78}">
      <dgm:prSet/>
      <dgm:spPr/>
      <dgm:t>
        <a:bodyPr rtlCol="1"/>
        <a:lstStyle/>
        <a:p>
          <a:pPr rtl="1"/>
          <a:endParaRPr lang="en-GB"/>
        </a:p>
      </dgm:t>
    </dgm:pt>
    <dgm:pt modelId="{C8A36B54-2CB1-ED4B-B9C0-FC8A2D0861F4}">
      <dgm:prSet custT="1"/>
      <dgm:spPr/>
      <dgm:t>
        <a:bodyPr rtlCol="1"/>
        <a:lstStyle/>
        <a:p>
          <a:pPr rtl="1">
            <a:lnSpc>
              <a:spcPct val="100000"/>
            </a:lnSpc>
          </a:pPr>
          <a:r>
            <a:rPr lang="ar" sz="2800" b="1" dirty="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محدّدة</a:t>
          </a:r>
          <a:endParaRPr lang="en-US" altLang="en-US" sz="1900" b="1" dirty="0">
            <a:solidFill>
              <a:schemeClr val="accent6"/>
            </a:solidFill>
          </a:endParaRPr>
        </a:p>
      </dgm:t>
    </dgm:pt>
    <dgm:pt modelId="{C3FBB647-007B-4C4D-8ADA-182C0F5A47A6}" type="parTrans" cxnId="{E5F187BC-C410-5E49-93BC-3C584F5DC389}">
      <dgm:prSet/>
      <dgm:spPr/>
      <dgm:t>
        <a:bodyPr rtlCol="1"/>
        <a:lstStyle/>
        <a:p>
          <a:pPr rtl="1"/>
          <a:endParaRPr lang="en-GB"/>
        </a:p>
      </dgm:t>
    </dgm:pt>
    <dgm:pt modelId="{692C18A0-ECE4-024B-B525-1D7488D3C7CB}" type="sibTrans" cxnId="{E5F187BC-C410-5E49-93BC-3C584F5DC389}">
      <dgm:prSet/>
      <dgm:spPr/>
      <dgm:t>
        <a:bodyPr rtlCol="1"/>
        <a:lstStyle/>
        <a:p>
          <a:pPr rtl="1"/>
          <a:endParaRPr lang="en-GB"/>
        </a:p>
      </dgm:t>
    </dgm:pt>
    <dgm:pt modelId="{B3B44CE8-9EB0-4E94-AC20-BBFD45B3B64F}" type="pres">
      <dgm:prSet presAssocID="{273F4FFB-BF9F-4EE8-B58E-FFED8E01943B}" presName="root" presStyleCnt="0">
        <dgm:presLayoutVars>
          <dgm:dir/>
          <dgm:resizeHandles val="exact"/>
        </dgm:presLayoutVars>
      </dgm:prSet>
      <dgm:spPr/>
    </dgm:pt>
    <dgm:pt modelId="{11C7BEF1-2345-4A6C-BADC-E727F100EB5A}" type="pres">
      <dgm:prSet presAssocID="{C8A36B54-2CB1-ED4B-B9C0-FC8A2D0861F4}" presName="compNode" presStyleCnt="0"/>
      <dgm:spPr/>
    </dgm:pt>
    <dgm:pt modelId="{4DC6443E-F6CB-4E39-B8B4-8735A3F35C81}" type="pres">
      <dgm:prSet presAssocID="{C8A36B54-2CB1-ED4B-B9C0-FC8A2D0861F4}" presName="bgRect" presStyleLbl="bgShp" presStyleIdx="0" presStyleCnt="5"/>
      <dgm:spPr>
        <a:solidFill>
          <a:schemeClr val="accent6">
            <a:lumMod val="20000"/>
            <a:lumOff val="80000"/>
          </a:schemeClr>
        </a:solidFill>
      </dgm:spPr>
    </dgm:pt>
    <dgm:pt modelId="{B1E01E3D-6D85-4BA8-8D47-D67B5A12AA05}" type="pres">
      <dgm:prSet presAssocID="{C8A36B54-2CB1-ED4B-B9C0-FC8A2D0861F4}" presName="iconRect" presStyleLbl="node1" presStyleIdx="0" presStyleCnt="5" custLinFactX="409067" custLinFactNeighborX="500000"/>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cument with solid fill"/>
        </a:ext>
      </dgm:extLst>
    </dgm:pt>
    <dgm:pt modelId="{FB69FCB6-C1BD-49E5-97C3-13958B8ACDB1}" type="pres">
      <dgm:prSet presAssocID="{C8A36B54-2CB1-ED4B-B9C0-FC8A2D0861F4}" presName="spaceRect" presStyleCnt="0"/>
      <dgm:spPr/>
    </dgm:pt>
    <dgm:pt modelId="{A964A834-0AE3-40C9-B5C8-75BE27C4EBF8}" type="pres">
      <dgm:prSet presAssocID="{C8A36B54-2CB1-ED4B-B9C0-FC8A2D0861F4}" presName="parTx" presStyleLbl="revTx" presStyleIdx="0" presStyleCnt="5" custLinFactNeighborX="-23316">
        <dgm:presLayoutVars>
          <dgm:chMax val="0"/>
          <dgm:chPref val="0"/>
        </dgm:presLayoutVars>
      </dgm:prSet>
      <dgm:spPr/>
    </dgm:pt>
    <dgm:pt modelId="{4A8D0571-C022-0942-856F-1235BB03BBE1}" type="pres">
      <dgm:prSet presAssocID="{692C18A0-ECE4-024B-B525-1D7488D3C7CB}" presName="sibTrans" presStyleCnt="0"/>
      <dgm:spPr/>
    </dgm:pt>
    <dgm:pt modelId="{5EBAB49B-8F61-427A-8EB6-147E5E00CCB3}" type="pres">
      <dgm:prSet presAssocID="{5FE25653-A7BA-47FB-8073-2B4FA7940492}" presName="compNode" presStyleCnt="0"/>
      <dgm:spPr/>
    </dgm:pt>
    <dgm:pt modelId="{CF774ABA-3244-4408-901F-6CCE877A456B}" type="pres">
      <dgm:prSet presAssocID="{5FE25653-A7BA-47FB-8073-2B4FA7940492}" presName="bgRect" presStyleLbl="bgShp" presStyleIdx="1" presStyleCnt="5"/>
      <dgm:spPr>
        <a:solidFill>
          <a:schemeClr val="accent5"/>
        </a:solidFill>
      </dgm:spPr>
    </dgm:pt>
    <dgm:pt modelId="{407EE78B-D7B9-41CD-B540-6B48BF9CD5D7}" type="pres">
      <dgm:prSet presAssocID="{5FE25653-A7BA-47FB-8073-2B4FA7940492}" presName="iconRect" presStyleLbl="node1" presStyleIdx="1" presStyleCnt="5" custLinFactX="409067" custLinFactNeighborX="500000"/>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Alterations &amp; Tailoring with solid fill"/>
        </a:ext>
      </dgm:extLst>
    </dgm:pt>
    <dgm:pt modelId="{589689BB-44B5-4EF3-AD55-DE4BE0B2B633}" type="pres">
      <dgm:prSet presAssocID="{5FE25653-A7BA-47FB-8073-2B4FA7940492}" presName="spaceRect" presStyleCnt="0"/>
      <dgm:spPr/>
    </dgm:pt>
    <dgm:pt modelId="{93BE2D37-BA8E-4389-9AA8-5F0BF3C22FB2}" type="pres">
      <dgm:prSet presAssocID="{5FE25653-A7BA-47FB-8073-2B4FA7940492}" presName="parTx" presStyleLbl="revTx" presStyleIdx="1" presStyleCnt="5" custLinFactNeighborX="-23316">
        <dgm:presLayoutVars>
          <dgm:chMax val="0"/>
          <dgm:chPref val="0"/>
        </dgm:presLayoutVars>
      </dgm:prSet>
      <dgm:spPr/>
    </dgm:pt>
    <dgm:pt modelId="{3DD1CBBC-2D4F-445E-BEC6-772E550D633A}" type="pres">
      <dgm:prSet presAssocID="{FD9ABB40-9682-4D97-B80C-F7F64D08F683}" presName="sibTrans" presStyleCnt="0"/>
      <dgm:spPr/>
    </dgm:pt>
    <dgm:pt modelId="{4D315DB8-C065-4BD9-91B8-C43A61E5098B}" type="pres">
      <dgm:prSet presAssocID="{CCCABDE4-D42F-4A79-80D9-607472E8A4AF}" presName="compNode" presStyleCnt="0"/>
      <dgm:spPr/>
    </dgm:pt>
    <dgm:pt modelId="{3DCFFCF7-9656-439F-BBA1-13F8CDCDF580}" type="pres">
      <dgm:prSet presAssocID="{CCCABDE4-D42F-4A79-80D9-607472E8A4AF}" presName="bgRect" presStyleLbl="bgShp" presStyleIdx="2" presStyleCnt="5"/>
      <dgm:spPr>
        <a:solidFill>
          <a:schemeClr val="accent6">
            <a:lumMod val="20000"/>
            <a:lumOff val="80000"/>
          </a:schemeClr>
        </a:solidFill>
      </dgm:spPr>
    </dgm:pt>
    <dgm:pt modelId="{0F9FDF15-0AA0-473D-88E0-CE97E32171A0}" type="pres">
      <dgm:prSet presAssocID="{CCCABDE4-D42F-4A79-80D9-607472E8A4AF}" presName="iconRect" presStyleLbl="node1" presStyleIdx="2" presStyleCnt="5" custLinFactX="409067" custLinFactNeighborX="5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BEAD7674-1BCA-4A65-915F-23B0136F2371}" type="pres">
      <dgm:prSet presAssocID="{CCCABDE4-D42F-4A79-80D9-607472E8A4AF}" presName="spaceRect" presStyleCnt="0"/>
      <dgm:spPr/>
    </dgm:pt>
    <dgm:pt modelId="{4E9A5E81-88A1-48A0-AFE5-8C2E829447C6}" type="pres">
      <dgm:prSet presAssocID="{CCCABDE4-D42F-4A79-80D9-607472E8A4AF}" presName="parTx" presStyleLbl="revTx" presStyleIdx="2" presStyleCnt="5" custLinFactNeighborX="-23316">
        <dgm:presLayoutVars>
          <dgm:chMax val="0"/>
          <dgm:chPref val="0"/>
        </dgm:presLayoutVars>
      </dgm:prSet>
      <dgm:spPr/>
    </dgm:pt>
    <dgm:pt modelId="{2CE0F2B3-7CC5-4390-8ADB-31DD6C3E711B}" type="pres">
      <dgm:prSet presAssocID="{F2E7893A-50A6-440B-AD9A-267ED4D45C29}" presName="sibTrans" presStyleCnt="0"/>
      <dgm:spPr/>
    </dgm:pt>
    <dgm:pt modelId="{2350B4E3-B65A-4FF7-914D-D10AB695422F}" type="pres">
      <dgm:prSet presAssocID="{CD26852E-4EBB-497C-89F8-723E96217B92}" presName="compNode" presStyleCnt="0"/>
      <dgm:spPr/>
    </dgm:pt>
    <dgm:pt modelId="{693E8EA8-B382-4DB9-9693-CC4A83C66864}" type="pres">
      <dgm:prSet presAssocID="{CD26852E-4EBB-497C-89F8-723E96217B92}" presName="bgRect" presStyleLbl="bgShp" presStyleIdx="3" presStyleCnt="5"/>
      <dgm:spPr>
        <a:solidFill>
          <a:schemeClr val="accent5"/>
        </a:solidFill>
      </dgm:spPr>
    </dgm:pt>
    <dgm:pt modelId="{A1B2B1EA-5208-4C5B-8E7E-A2F7BA9F4A94}" type="pres">
      <dgm:prSet presAssocID="{CD26852E-4EBB-497C-89F8-723E96217B92}" presName="iconRect" presStyleLbl="node1" presStyleIdx="3" presStyleCnt="5" custLinFactX="409067" custLinFactNeighborX="5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638C938E-6468-4496-BC07-970A09C5A1A7}" type="pres">
      <dgm:prSet presAssocID="{CD26852E-4EBB-497C-89F8-723E96217B92}" presName="spaceRect" presStyleCnt="0"/>
      <dgm:spPr/>
    </dgm:pt>
    <dgm:pt modelId="{54864B26-DA10-455E-A602-20A0CE7D3A9C}" type="pres">
      <dgm:prSet presAssocID="{CD26852E-4EBB-497C-89F8-723E96217B92}" presName="parTx" presStyleLbl="revTx" presStyleIdx="3" presStyleCnt="5" custLinFactNeighborX="-23316">
        <dgm:presLayoutVars>
          <dgm:chMax val="0"/>
          <dgm:chPref val="0"/>
        </dgm:presLayoutVars>
      </dgm:prSet>
      <dgm:spPr/>
    </dgm:pt>
    <dgm:pt modelId="{266B042F-7D02-4D85-B2CB-4A9041D97857}" type="pres">
      <dgm:prSet presAssocID="{28DEC12D-D78E-456D-B314-F141468F4213}" presName="sibTrans" presStyleCnt="0"/>
      <dgm:spPr/>
    </dgm:pt>
    <dgm:pt modelId="{78971159-E34F-484C-AC41-6A7ADE5ADF47}" type="pres">
      <dgm:prSet presAssocID="{D38D27B2-4A76-FC44-B9C8-727DBB68E857}" presName="compNode" presStyleCnt="0"/>
      <dgm:spPr/>
    </dgm:pt>
    <dgm:pt modelId="{7485C9CC-136B-45CA-ACEC-BE5C9D4E4E72}" type="pres">
      <dgm:prSet presAssocID="{D38D27B2-4A76-FC44-B9C8-727DBB68E857}" presName="bgRect" presStyleLbl="bgShp" presStyleIdx="4" presStyleCnt="5" custLinFactNeighborX="-236"/>
      <dgm:spPr>
        <a:solidFill>
          <a:schemeClr val="accent6">
            <a:lumMod val="20000"/>
            <a:lumOff val="80000"/>
          </a:schemeClr>
        </a:solidFill>
      </dgm:spPr>
    </dgm:pt>
    <dgm:pt modelId="{C78D4626-1FAF-4B13-B316-6DBFB5221A01}" type="pres">
      <dgm:prSet presAssocID="{D38D27B2-4A76-FC44-B9C8-727DBB68E857}" presName="iconRect" presStyleLbl="node1" presStyleIdx="4" presStyleCnt="5" custLinFactX="409067" custLinFactNeighborX="500000"/>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8EB9273C-2F5F-49DC-A2BC-2003C84BCBF4}" type="pres">
      <dgm:prSet presAssocID="{D38D27B2-4A76-FC44-B9C8-727DBB68E857}" presName="spaceRect" presStyleCnt="0"/>
      <dgm:spPr/>
    </dgm:pt>
    <dgm:pt modelId="{3158C3DF-B0EA-4041-98EC-46489D1E8C1D}" type="pres">
      <dgm:prSet presAssocID="{D38D27B2-4A76-FC44-B9C8-727DBB68E857}" presName="parTx" presStyleLbl="revTx" presStyleIdx="4" presStyleCnt="5" custLinFactNeighborX="-23316">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0B3B720F-15B5-9B4E-B972-A8DD41163097}" type="presOf" srcId="{273F4FFB-BF9F-4EE8-B58E-FFED8E01943B}" destId="{B3B44CE8-9EB0-4E94-AC20-BBFD45B3B64F}" srcOrd="0" destOrd="0" presId="urn:microsoft.com/office/officeart/2018/2/layout/IconVerticalSolidList"/>
    <dgm:cxn modelId="{1BE21714-A0FA-5148-A4F1-06F95FF01B0F}" type="presOf" srcId="{C8A36B54-2CB1-ED4B-B9C0-FC8A2D0861F4}" destId="{A964A834-0AE3-40C9-B5C8-75BE27C4EBF8}"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967027B9-D0C0-6046-9C0A-4D1C5971C926}" type="presOf" srcId="{D38D27B2-4A76-FC44-B9C8-727DBB68E857}" destId="{3158C3DF-B0EA-4041-98EC-46489D1E8C1D}" srcOrd="0" destOrd="0" presId="urn:microsoft.com/office/officeart/2018/2/layout/IconVerticalSolidList"/>
    <dgm:cxn modelId="{E5F187BC-C410-5E49-93BC-3C584F5DC389}" srcId="{273F4FFB-BF9F-4EE8-B58E-FFED8E01943B}" destId="{C8A36B54-2CB1-ED4B-B9C0-FC8A2D0861F4}" srcOrd="0" destOrd="0" parTransId="{C3FBB647-007B-4C4D-8ADA-182C0F5A47A6}" sibTransId="{692C18A0-ECE4-024B-B525-1D7488D3C7CB}"/>
    <dgm:cxn modelId="{4C7410C5-EB1C-FC4E-B7CD-E8969764FD78}" srcId="{273F4FFB-BF9F-4EE8-B58E-FFED8E01943B}" destId="{D38D27B2-4A76-FC44-B9C8-727DBB68E857}" srcOrd="4" destOrd="0" parTransId="{0200A9C0-9CC8-F84F-9F79-971FC768CC13}" sibTransId="{BE613900-2115-AE49-A8FC-F9854142C1BC}"/>
    <dgm:cxn modelId="{753BA8CD-4B93-904A-95D2-DE602C320F8B}" type="presOf" srcId="{CD26852E-4EBB-497C-89F8-723E96217B92}" destId="{54864B26-DA10-455E-A602-20A0CE7D3A9C}" srcOrd="0" destOrd="0" presId="urn:microsoft.com/office/officeart/2018/2/layout/IconVerticalSolidList"/>
    <dgm:cxn modelId="{7FB764D0-EA32-3748-8DED-378ADBB273F8}" type="presOf" srcId="{5FE25653-A7BA-47FB-8073-2B4FA7940492}" destId="{93BE2D37-BA8E-4389-9AA8-5F0BF3C22FB2}"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B037ECE0-67EC-0C45-AE43-CF10DE6E6CE6}" type="presOf" srcId="{CCCABDE4-D42F-4A79-80D9-607472E8A4AF}" destId="{4E9A5E81-88A1-48A0-AFE5-8C2E829447C6}" srcOrd="0" destOrd="0" presId="urn:microsoft.com/office/officeart/2018/2/layout/IconVerticalSolidList"/>
    <dgm:cxn modelId="{75ADD115-860D-0945-946F-B2442E64A038}" type="presParOf" srcId="{B3B44CE8-9EB0-4E94-AC20-BBFD45B3B64F}" destId="{11C7BEF1-2345-4A6C-BADC-E727F100EB5A}" srcOrd="0" destOrd="0" presId="urn:microsoft.com/office/officeart/2018/2/layout/IconVerticalSolidList"/>
    <dgm:cxn modelId="{ADFBCC4F-5A62-0C44-B445-3B04043FEEBC}" type="presParOf" srcId="{11C7BEF1-2345-4A6C-BADC-E727F100EB5A}" destId="{4DC6443E-F6CB-4E39-B8B4-8735A3F35C81}" srcOrd="0" destOrd="0" presId="urn:microsoft.com/office/officeart/2018/2/layout/IconVerticalSolidList"/>
    <dgm:cxn modelId="{142409FD-1604-4146-A513-3065197F7227}" type="presParOf" srcId="{11C7BEF1-2345-4A6C-BADC-E727F100EB5A}" destId="{B1E01E3D-6D85-4BA8-8D47-D67B5A12AA05}" srcOrd="1" destOrd="0" presId="urn:microsoft.com/office/officeart/2018/2/layout/IconVerticalSolidList"/>
    <dgm:cxn modelId="{C6C642D1-3A73-CE4E-941E-9E9FA11F6B18}" type="presParOf" srcId="{11C7BEF1-2345-4A6C-BADC-E727F100EB5A}" destId="{FB69FCB6-C1BD-49E5-97C3-13958B8ACDB1}" srcOrd="2" destOrd="0" presId="urn:microsoft.com/office/officeart/2018/2/layout/IconVerticalSolidList"/>
    <dgm:cxn modelId="{C6A0297D-9FBF-114D-B601-5254521F7D73}" type="presParOf" srcId="{11C7BEF1-2345-4A6C-BADC-E727F100EB5A}" destId="{A964A834-0AE3-40C9-B5C8-75BE27C4EBF8}" srcOrd="3" destOrd="0" presId="urn:microsoft.com/office/officeart/2018/2/layout/IconVerticalSolidList"/>
    <dgm:cxn modelId="{F6F0B1E0-F6C4-A44C-B25F-F7C3075A6D1E}" type="presParOf" srcId="{B3B44CE8-9EB0-4E94-AC20-BBFD45B3B64F}" destId="{4A8D0571-C022-0942-856F-1235BB03BBE1}" srcOrd="1" destOrd="0" presId="urn:microsoft.com/office/officeart/2018/2/layout/IconVerticalSolidList"/>
    <dgm:cxn modelId="{A1C48F6A-9FF2-7044-8E6F-C45987947E4E}" type="presParOf" srcId="{B3B44CE8-9EB0-4E94-AC20-BBFD45B3B64F}" destId="{5EBAB49B-8F61-427A-8EB6-147E5E00CCB3}" srcOrd="2" destOrd="0" presId="urn:microsoft.com/office/officeart/2018/2/layout/IconVerticalSolidList"/>
    <dgm:cxn modelId="{C5DF3859-3DAA-9949-BCDA-C7F0F080248C}" type="presParOf" srcId="{5EBAB49B-8F61-427A-8EB6-147E5E00CCB3}" destId="{CF774ABA-3244-4408-901F-6CCE877A456B}" srcOrd="0" destOrd="0" presId="urn:microsoft.com/office/officeart/2018/2/layout/IconVerticalSolidList"/>
    <dgm:cxn modelId="{12278E1A-D374-0B4B-BDA5-39567311E2CF}" type="presParOf" srcId="{5EBAB49B-8F61-427A-8EB6-147E5E00CCB3}" destId="{407EE78B-D7B9-41CD-B540-6B48BF9CD5D7}" srcOrd="1" destOrd="0" presId="urn:microsoft.com/office/officeart/2018/2/layout/IconVerticalSolidList"/>
    <dgm:cxn modelId="{3EBD2A39-250E-B446-90F5-F294828A89D0}" type="presParOf" srcId="{5EBAB49B-8F61-427A-8EB6-147E5E00CCB3}" destId="{589689BB-44B5-4EF3-AD55-DE4BE0B2B633}" srcOrd="2" destOrd="0" presId="urn:microsoft.com/office/officeart/2018/2/layout/IconVerticalSolidList"/>
    <dgm:cxn modelId="{1E8DD7BD-08E2-294F-B7AB-8F02D1175EAB}" type="presParOf" srcId="{5EBAB49B-8F61-427A-8EB6-147E5E00CCB3}" destId="{93BE2D37-BA8E-4389-9AA8-5F0BF3C22FB2}" srcOrd="3" destOrd="0" presId="urn:microsoft.com/office/officeart/2018/2/layout/IconVerticalSolidList"/>
    <dgm:cxn modelId="{DAA18769-7288-B54B-A774-DD3423ABE8CD}" type="presParOf" srcId="{B3B44CE8-9EB0-4E94-AC20-BBFD45B3B64F}" destId="{3DD1CBBC-2D4F-445E-BEC6-772E550D633A}" srcOrd="3" destOrd="0" presId="urn:microsoft.com/office/officeart/2018/2/layout/IconVerticalSolidList"/>
    <dgm:cxn modelId="{DF2172B8-6C5E-7E45-AD9E-094B670CAB69}" type="presParOf" srcId="{B3B44CE8-9EB0-4E94-AC20-BBFD45B3B64F}" destId="{4D315DB8-C065-4BD9-91B8-C43A61E5098B}" srcOrd="4" destOrd="0" presId="urn:microsoft.com/office/officeart/2018/2/layout/IconVerticalSolidList"/>
    <dgm:cxn modelId="{F1A816D3-A8F8-0C41-8703-313670918CC4}" type="presParOf" srcId="{4D315DB8-C065-4BD9-91B8-C43A61E5098B}" destId="{3DCFFCF7-9656-439F-BBA1-13F8CDCDF580}" srcOrd="0" destOrd="0" presId="urn:microsoft.com/office/officeart/2018/2/layout/IconVerticalSolidList"/>
    <dgm:cxn modelId="{3A195EBD-1224-124A-A0F7-38240D101100}" type="presParOf" srcId="{4D315DB8-C065-4BD9-91B8-C43A61E5098B}" destId="{0F9FDF15-0AA0-473D-88E0-CE97E32171A0}" srcOrd="1" destOrd="0" presId="urn:microsoft.com/office/officeart/2018/2/layout/IconVerticalSolidList"/>
    <dgm:cxn modelId="{C1CFD609-BBD0-F742-8720-6775E0734BBB}" type="presParOf" srcId="{4D315DB8-C065-4BD9-91B8-C43A61E5098B}" destId="{BEAD7674-1BCA-4A65-915F-23B0136F2371}" srcOrd="2" destOrd="0" presId="urn:microsoft.com/office/officeart/2018/2/layout/IconVerticalSolidList"/>
    <dgm:cxn modelId="{2D3C9B7C-9036-E04D-9EB5-C6CA5B23BBC2}" type="presParOf" srcId="{4D315DB8-C065-4BD9-91B8-C43A61E5098B}" destId="{4E9A5E81-88A1-48A0-AFE5-8C2E829447C6}" srcOrd="3" destOrd="0" presId="urn:microsoft.com/office/officeart/2018/2/layout/IconVerticalSolidList"/>
    <dgm:cxn modelId="{5523B714-46A6-9546-A091-487C4D595DFF}" type="presParOf" srcId="{B3B44CE8-9EB0-4E94-AC20-BBFD45B3B64F}" destId="{2CE0F2B3-7CC5-4390-8ADB-31DD6C3E711B}" srcOrd="5" destOrd="0" presId="urn:microsoft.com/office/officeart/2018/2/layout/IconVerticalSolidList"/>
    <dgm:cxn modelId="{AE4D8549-8BF9-1844-9E16-C541A48F332C}" type="presParOf" srcId="{B3B44CE8-9EB0-4E94-AC20-BBFD45B3B64F}" destId="{2350B4E3-B65A-4FF7-914D-D10AB695422F}" srcOrd="6" destOrd="0" presId="urn:microsoft.com/office/officeart/2018/2/layout/IconVerticalSolidList"/>
    <dgm:cxn modelId="{FF65140E-4173-2244-B8C0-BEE2A6645FA4}" type="presParOf" srcId="{2350B4E3-B65A-4FF7-914D-D10AB695422F}" destId="{693E8EA8-B382-4DB9-9693-CC4A83C66864}" srcOrd="0" destOrd="0" presId="urn:microsoft.com/office/officeart/2018/2/layout/IconVerticalSolidList"/>
    <dgm:cxn modelId="{093500DD-C47C-704A-871F-EBC0EAF23067}" type="presParOf" srcId="{2350B4E3-B65A-4FF7-914D-D10AB695422F}" destId="{A1B2B1EA-5208-4C5B-8E7E-A2F7BA9F4A94}" srcOrd="1" destOrd="0" presId="urn:microsoft.com/office/officeart/2018/2/layout/IconVerticalSolidList"/>
    <dgm:cxn modelId="{C981AAE1-7AC0-5140-B1DF-1668AD38887E}" type="presParOf" srcId="{2350B4E3-B65A-4FF7-914D-D10AB695422F}" destId="{638C938E-6468-4496-BC07-970A09C5A1A7}" srcOrd="2" destOrd="0" presId="urn:microsoft.com/office/officeart/2018/2/layout/IconVerticalSolidList"/>
    <dgm:cxn modelId="{CB3EFB98-5ED4-5E4C-9DF9-39717AD4E92F}" type="presParOf" srcId="{2350B4E3-B65A-4FF7-914D-D10AB695422F}" destId="{54864B26-DA10-455E-A602-20A0CE7D3A9C}" srcOrd="3" destOrd="0" presId="urn:microsoft.com/office/officeart/2018/2/layout/IconVerticalSolidList"/>
    <dgm:cxn modelId="{60124377-3B5F-3647-85E3-27230C1D9627}" type="presParOf" srcId="{B3B44CE8-9EB0-4E94-AC20-BBFD45B3B64F}" destId="{266B042F-7D02-4D85-B2CB-4A9041D97857}" srcOrd="7" destOrd="0" presId="urn:microsoft.com/office/officeart/2018/2/layout/IconVerticalSolidList"/>
    <dgm:cxn modelId="{21F9D989-0639-1C40-812B-D1FAA861B72C}" type="presParOf" srcId="{B3B44CE8-9EB0-4E94-AC20-BBFD45B3B64F}" destId="{78971159-E34F-484C-AC41-6A7ADE5ADF47}" srcOrd="8" destOrd="0" presId="urn:microsoft.com/office/officeart/2018/2/layout/IconVerticalSolidList"/>
    <dgm:cxn modelId="{77C16D27-2E62-CF4B-A05C-3B84D88082C8}" type="presParOf" srcId="{78971159-E34F-484C-AC41-6A7ADE5ADF47}" destId="{7485C9CC-136B-45CA-ACEC-BE5C9D4E4E72}" srcOrd="0" destOrd="0" presId="urn:microsoft.com/office/officeart/2018/2/layout/IconVerticalSolidList"/>
    <dgm:cxn modelId="{525641C0-A8D6-CE43-A05F-B3898EA2ABCE}" type="presParOf" srcId="{78971159-E34F-484C-AC41-6A7ADE5ADF47}" destId="{C78D4626-1FAF-4B13-B316-6DBFB5221A01}" srcOrd="1" destOrd="0" presId="urn:microsoft.com/office/officeart/2018/2/layout/IconVerticalSolidList"/>
    <dgm:cxn modelId="{F7080CEA-BCDB-B144-A88B-AD20BDAE4996}" type="presParOf" srcId="{78971159-E34F-484C-AC41-6A7ADE5ADF47}" destId="{8EB9273C-2F5F-49DC-A2BC-2003C84BCBF4}" srcOrd="2" destOrd="0" presId="urn:microsoft.com/office/officeart/2018/2/layout/IconVerticalSolidList"/>
    <dgm:cxn modelId="{3723A2E9-6B42-E24D-8CD4-9E41F680FCD4}" type="presParOf" srcId="{78971159-E34F-484C-AC41-6A7ADE5ADF47}" destId="{3158C3DF-B0EA-4041-98EC-46489D1E8C1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9CD6AE8-E7CF-4D73-976A-8B4FE092E3F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6B493A44-1F2D-4D80-ACFD-6F1D8D0A1022}">
      <dgm:prSet custT="1"/>
      <dgm:spPr/>
      <dgm:t>
        <a:bodyPr rtlCol="1"/>
        <a:lstStyle/>
        <a:p>
          <a:pPr rtl="1"/>
          <a:r>
            <a:rPr lang="ar" sz="1600" b="1" dirty="0">
              <a:latin typeface="Times New Roman" panose="02020603050405020304" pitchFamily="18" charset="0"/>
              <a:cs typeface="Times New Roman" panose="02020603050405020304" pitchFamily="18" charset="0"/>
            </a:rPr>
            <a:t>قياس النجاح</a:t>
          </a:r>
        </a:p>
        <a:p>
          <a:pPr rtl="1"/>
          <a:r>
            <a:rPr lang="ar" sz="1800" dirty="0">
              <a:latin typeface="Times New Roman" panose="02020603050405020304" pitchFamily="18" charset="0"/>
              <a:cs typeface="Times New Roman" panose="02020603050405020304" pitchFamily="18" charset="0"/>
            </a:rPr>
            <a:t>تحقيق أهداف العمل التجاري </a:t>
          </a:r>
          <a:br>
            <a:rPr lang="en-US" sz="1800" dirty="0">
              <a:latin typeface="Times New Roman" panose="02020603050405020304" pitchFamily="18" charset="0"/>
              <a:cs typeface="Times New Roman" panose="02020603050405020304" pitchFamily="18" charset="0"/>
            </a:rPr>
          </a:br>
          <a:r>
            <a:rPr lang="ar" sz="1800" b="0" dirty="0">
              <a:latin typeface="Times New Roman" panose="02020603050405020304" pitchFamily="18" charset="0"/>
              <a:cs typeface="Times New Roman" panose="02020603050405020304" pitchFamily="18" charset="0"/>
            </a:rPr>
            <a:t>ومؤشرات الأداء الرئيسة </a:t>
          </a:r>
          <a:endParaRPr lang="en-US" sz="1800" b="0" dirty="0">
            <a:latin typeface="Times New Roman" panose="02020603050405020304" pitchFamily="18" charset="0"/>
            <a:cs typeface="Times New Roman" panose="02020603050405020304" pitchFamily="18" charset="0"/>
          </a:endParaRPr>
        </a:p>
      </dgm:t>
    </dgm:pt>
    <dgm:pt modelId="{C0E88CE8-2139-4AEC-B581-D323265881CC}" type="parTrans" cxnId="{70255EC5-EA0E-4310-ADEB-BC8F2F37A941}">
      <dgm:prSet/>
      <dgm:spPr/>
      <dgm:t>
        <a:bodyPr rtlCol="1"/>
        <a:lstStyle/>
        <a:p>
          <a:pPr rtl="1"/>
          <a:endParaRPr lang="en-US"/>
        </a:p>
      </dgm:t>
    </dgm:pt>
    <dgm:pt modelId="{E38297E4-90DF-4B55-8D36-C5468F3DFF4C}" type="sibTrans" cxnId="{70255EC5-EA0E-4310-ADEB-BC8F2F37A941}">
      <dgm:prSet/>
      <dgm:spPr/>
      <dgm:t>
        <a:bodyPr rtlCol="1"/>
        <a:lstStyle/>
        <a:p>
          <a:pPr rtl="1"/>
          <a:endParaRPr lang="en-US"/>
        </a:p>
      </dgm:t>
    </dgm:pt>
    <dgm:pt modelId="{A5F5C5BF-9360-43F7-9623-7D178753A245}">
      <dgm:prSet custT="1"/>
      <dgm:spPr/>
      <dgm:t>
        <a:bodyPr rtlCol="1"/>
        <a:lstStyle/>
        <a:p>
          <a:pPr rtl="1"/>
          <a:r>
            <a:rPr lang="ar" sz="1400" b="1" dirty="0">
              <a:latin typeface="Times New Roman" panose="02020603050405020304" pitchFamily="18" charset="0"/>
              <a:cs typeface="Times New Roman" panose="02020603050405020304" pitchFamily="18" charset="0"/>
            </a:rPr>
            <a:t>المؤشرات الرئيسة للأداء المالي: </a:t>
          </a:r>
        </a:p>
        <a:p>
          <a:pPr rtl="1"/>
          <a:r>
            <a:rPr lang="ar" sz="1600" dirty="0">
              <a:latin typeface="Times New Roman" panose="02020603050405020304" pitchFamily="18" charset="0"/>
              <a:cs typeface="Times New Roman" panose="02020603050405020304" pitchFamily="18" charset="0"/>
            </a:rPr>
            <a:t>إيرادات المبيعات</a:t>
          </a:r>
        </a:p>
        <a:p>
          <a:pPr rtl="1"/>
          <a:r>
            <a:rPr lang="ar" sz="1600" dirty="0">
              <a:latin typeface="Times New Roman" panose="02020603050405020304" pitchFamily="18" charset="0"/>
              <a:cs typeface="Times New Roman" panose="02020603050405020304" pitchFamily="18" charset="0"/>
            </a:rPr>
            <a:t>الربح</a:t>
          </a:r>
        </a:p>
        <a:p>
          <a:pPr rtl="1"/>
          <a:r>
            <a:rPr lang="ar" sz="1600" dirty="0">
              <a:latin typeface="Times New Roman" panose="02020603050405020304" pitchFamily="18" charset="0"/>
              <a:cs typeface="Times New Roman" panose="02020603050405020304" pitchFamily="18" charset="0"/>
            </a:rPr>
            <a:t>المبيعات أو الأرباح المحققة لكل متر مربع</a:t>
          </a:r>
        </a:p>
        <a:p>
          <a:pPr rtl="1"/>
          <a:r>
            <a:rPr lang="ar" sz="1600" dirty="0">
              <a:latin typeface="Times New Roman" panose="02020603050405020304" pitchFamily="18" charset="0"/>
              <a:cs typeface="Times New Roman" panose="02020603050405020304" pitchFamily="18" charset="0"/>
            </a:rPr>
            <a:t>متوسط تكلفة الإنتاج</a:t>
          </a:r>
          <a:endParaRPr lang="en-US" sz="1600" dirty="0">
            <a:latin typeface="Times New Roman" panose="02020603050405020304" pitchFamily="18" charset="0"/>
            <a:cs typeface="Times New Roman" panose="02020603050405020304" pitchFamily="18" charset="0"/>
          </a:endParaRPr>
        </a:p>
      </dgm:t>
    </dgm:pt>
    <dgm:pt modelId="{F8D61DAA-182F-482F-8A53-B19A79CEB1D6}" type="parTrans" cxnId="{7460D421-1595-4EF5-A66D-45C29959F6BE}">
      <dgm:prSet/>
      <dgm:spPr/>
      <dgm:t>
        <a:bodyPr rtlCol="1"/>
        <a:lstStyle/>
        <a:p>
          <a:pPr rtl="1"/>
          <a:endParaRPr lang="en-US"/>
        </a:p>
      </dgm:t>
    </dgm:pt>
    <dgm:pt modelId="{4D3E161A-0AF3-4258-A280-7DB7B2043F35}" type="sibTrans" cxnId="{7460D421-1595-4EF5-A66D-45C29959F6BE}">
      <dgm:prSet/>
      <dgm:spPr/>
      <dgm:t>
        <a:bodyPr rtlCol="1"/>
        <a:lstStyle/>
        <a:p>
          <a:pPr rtl="1"/>
          <a:endParaRPr lang="en-US"/>
        </a:p>
      </dgm:t>
    </dgm:pt>
    <dgm:pt modelId="{7E38091A-04A1-4B0A-B9B9-D6629BBA5125}">
      <dgm:prSet/>
      <dgm:spPr/>
      <dgm:t>
        <a:bodyPr rtlCol="1"/>
        <a:lstStyle/>
        <a:p>
          <a:pPr rtl="1"/>
          <a:r>
            <a:rPr lang="ar" b="1" dirty="0">
              <a:latin typeface="Times New Roman" panose="02020603050405020304" pitchFamily="18" charset="0"/>
              <a:cs typeface="Times New Roman" panose="02020603050405020304" pitchFamily="18" charset="0"/>
            </a:rPr>
            <a:t>المؤشرات الرئيسة للأداء غير المالي: </a:t>
          </a:r>
        </a:p>
        <a:p>
          <a:pPr rtl="1"/>
          <a:r>
            <a:rPr lang="ar" dirty="0">
              <a:latin typeface="Times New Roman" panose="02020603050405020304" pitchFamily="18" charset="0"/>
              <a:cs typeface="Times New Roman" panose="02020603050405020304" pitchFamily="18" charset="0"/>
            </a:rPr>
            <a:t>الصورة الذهنية للمؤسسة</a:t>
          </a:r>
        </a:p>
        <a:p>
          <a:pPr rtl="1"/>
          <a:r>
            <a:rPr lang="ar" dirty="0">
              <a:latin typeface="Times New Roman" panose="02020603050405020304" pitchFamily="18" charset="0"/>
              <a:cs typeface="Times New Roman" panose="02020603050405020304" pitchFamily="18" charset="0"/>
            </a:rPr>
            <a:t>رضا العملاء</a:t>
          </a:r>
        </a:p>
        <a:p>
          <a:pPr rtl="1"/>
          <a:r>
            <a:rPr lang="ar" dirty="0">
              <a:latin typeface="Times New Roman" panose="02020603050405020304" pitchFamily="18" charset="0"/>
              <a:cs typeface="Times New Roman" panose="02020603050405020304" pitchFamily="18" charset="0"/>
            </a:rPr>
            <a:t>الأهداف المتعلقة بالأداء البيئي</a:t>
          </a:r>
          <a:endParaRPr lang="en-US" dirty="0">
            <a:latin typeface="Times New Roman" panose="02020603050405020304" pitchFamily="18" charset="0"/>
            <a:cs typeface="Times New Roman" panose="02020603050405020304" pitchFamily="18" charset="0"/>
          </a:endParaRPr>
        </a:p>
      </dgm:t>
    </dgm:pt>
    <dgm:pt modelId="{FCD8814C-9044-4CA5-B465-61DD5BE0F959}" type="parTrans" cxnId="{03007643-99B5-4CB5-B636-BF535A713367}">
      <dgm:prSet/>
      <dgm:spPr/>
      <dgm:t>
        <a:bodyPr rtlCol="1"/>
        <a:lstStyle/>
        <a:p>
          <a:pPr rtl="1"/>
          <a:endParaRPr lang="en-US"/>
        </a:p>
      </dgm:t>
    </dgm:pt>
    <dgm:pt modelId="{A6C96841-E788-4FBE-A50C-30A62C793463}" type="sibTrans" cxnId="{03007643-99B5-4CB5-B636-BF535A713367}">
      <dgm:prSet/>
      <dgm:spPr/>
      <dgm:t>
        <a:bodyPr rtlCol="1"/>
        <a:lstStyle/>
        <a:p>
          <a:pPr rtl="1"/>
          <a:endParaRPr lang="en-US"/>
        </a:p>
      </dgm:t>
    </dgm:pt>
    <dgm:pt modelId="{425415F9-63FB-4E47-B404-45A24D9147B4}" type="pres">
      <dgm:prSet presAssocID="{C9CD6AE8-E7CF-4D73-976A-8B4FE092E3FB}" presName="root" presStyleCnt="0">
        <dgm:presLayoutVars>
          <dgm:dir/>
          <dgm:resizeHandles val="exact"/>
        </dgm:presLayoutVars>
      </dgm:prSet>
      <dgm:spPr/>
    </dgm:pt>
    <dgm:pt modelId="{7373DCDD-3570-4151-ACC6-FD7EED27C325}" type="pres">
      <dgm:prSet presAssocID="{6B493A44-1F2D-4D80-ACFD-6F1D8D0A1022}" presName="compNode" presStyleCnt="0"/>
      <dgm:spPr/>
    </dgm:pt>
    <dgm:pt modelId="{6B559B1A-3F63-4773-AEC0-472A301DEC23}" type="pres">
      <dgm:prSet presAssocID="{6B493A44-1F2D-4D80-ACFD-6F1D8D0A1022}" presName="bgRect" presStyleLbl="bgShp" presStyleIdx="0" presStyleCnt="3" custLinFactNeighborX="-391" custLinFactNeighborY="4902"/>
      <dgm:spPr/>
    </dgm:pt>
    <dgm:pt modelId="{3564BF55-B702-4DEA-BBDF-16FFB29BC301}" type="pres">
      <dgm:prSet presAssocID="{6B493A44-1F2D-4D80-ACFD-6F1D8D0A1022}" presName="iconRect" presStyleLbl="node1" presStyleIdx="0" presStyleCnt="3" custLinFactX="200000" custLinFactNeighborX="25197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C8A6ED59-9CAB-40A9-84D8-B6C6ACF8C83F}" type="pres">
      <dgm:prSet presAssocID="{6B493A44-1F2D-4D80-ACFD-6F1D8D0A1022}" presName="spaceRect" presStyleCnt="0"/>
      <dgm:spPr/>
    </dgm:pt>
    <dgm:pt modelId="{437B3DE6-8935-4749-9EB4-618A6E405FC5}" type="pres">
      <dgm:prSet presAssocID="{6B493A44-1F2D-4D80-ACFD-6F1D8D0A1022}" presName="parTx" presStyleLbl="revTx" presStyleIdx="0" presStyleCnt="3" custLinFactNeighborX="-47963">
        <dgm:presLayoutVars>
          <dgm:chMax val="0"/>
          <dgm:chPref val="0"/>
        </dgm:presLayoutVars>
      </dgm:prSet>
      <dgm:spPr/>
    </dgm:pt>
    <dgm:pt modelId="{2B301093-7168-4EDE-87D9-8CB1B38A5F67}" type="pres">
      <dgm:prSet presAssocID="{E38297E4-90DF-4B55-8D36-C5468F3DFF4C}" presName="sibTrans" presStyleCnt="0"/>
      <dgm:spPr/>
    </dgm:pt>
    <dgm:pt modelId="{07E76D47-B366-44F3-956F-3107DD46F472}" type="pres">
      <dgm:prSet presAssocID="{A5F5C5BF-9360-43F7-9623-7D178753A245}" presName="compNode" presStyleCnt="0"/>
      <dgm:spPr/>
    </dgm:pt>
    <dgm:pt modelId="{51E7C8A5-D898-4E17-AEC4-B91D31A773A5}" type="pres">
      <dgm:prSet presAssocID="{A5F5C5BF-9360-43F7-9623-7D178753A245}" presName="bgRect" presStyleLbl="bgShp" presStyleIdx="1" presStyleCnt="3"/>
      <dgm:spPr>
        <a:solidFill>
          <a:schemeClr val="accent5">
            <a:lumMod val="90000"/>
          </a:schemeClr>
        </a:solidFill>
      </dgm:spPr>
    </dgm:pt>
    <dgm:pt modelId="{6508A6CE-AB00-449A-8475-6A5ECD157D55}" type="pres">
      <dgm:prSet presAssocID="{A5F5C5BF-9360-43F7-9623-7D178753A245}" presName="iconRect" presStyleLbl="node1" presStyleIdx="1" presStyleCnt="3" custLinFactX="200000" custLinFactNeighborX="25197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6349CD05-C519-4C08-84A9-46EDB9DEA391}" type="pres">
      <dgm:prSet presAssocID="{A5F5C5BF-9360-43F7-9623-7D178753A245}" presName="spaceRect" presStyleCnt="0"/>
      <dgm:spPr/>
    </dgm:pt>
    <dgm:pt modelId="{9213B693-E125-4454-BE08-38CB2AE3870A}" type="pres">
      <dgm:prSet presAssocID="{A5F5C5BF-9360-43F7-9623-7D178753A245}" presName="parTx" presStyleLbl="revTx" presStyleIdx="1" presStyleCnt="3" custLinFactNeighborX="-47963">
        <dgm:presLayoutVars>
          <dgm:chMax val="0"/>
          <dgm:chPref val="0"/>
        </dgm:presLayoutVars>
      </dgm:prSet>
      <dgm:spPr/>
    </dgm:pt>
    <dgm:pt modelId="{616C52EA-4D71-45CF-AADA-EF5BC45534C8}" type="pres">
      <dgm:prSet presAssocID="{4D3E161A-0AF3-4258-A280-7DB7B2043F35}" presName="sibTrans" presStyleCnt="0"/>
      <dgm:spPr/>
    </dgm:pt>
    <dgm:pt modelId="{009EC861-0759-4DCC-90F2-B1402BD6B2A8}" type="pres">
      <dgm:prSet presAssocID="{7E38091A-04A1-4B0A-B9B9-D6629BBA5125}" presName="compNode" presStyleCnt="0"/>
      <dgm:spPr/>
    </dgm:pt>
    <dgm:pt modelId="{E5AA3D73-D884-479A-8F42-9B937DA98F27}" type="pres">
      <dgm:prSet presAssocID="{7E38091A-04A1-4B0A-B9B9-D6629BBA5125}" presName="bgRect" presStyleLbl="bgShp" presStyleIdx="2" presStyleCnt="3" custLinFactNeighborX="-32094"/>
      <dgm:spPr/>
    </dgm:pt>
    <dgm:pt modelId="{D2255856-F431-4901-9546-452ADAC740B0}" type="pres">
      <dgm:prSet presAssocID="{7E38091A-04A1-4B0A-B9B9-D6629BBA5125}" presName="iconRect" presStyleLbl="node1" presStyleIdx="2" presStyleCnt="3" custLinFactX="200000" custLinFactNeighborX="25197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r"/>
        </a:ext>
      </dgm:extLst>
    </dgm:pt>
    <dgm:pt modelId="{C9327FFA-A1CD-4FE5-B9FB-3FE7E95FEB56}" type="pres">
      <dgm:prSet presAssocID="{7E38091A-04A1-4B0A-B9B9-D6629BBA5125}" presName="spaceRect" presStyleCnt="0"/>
      <dgm:spPr/>
    </dgm:pt>
    <dgm:pt modelId="{4F3CE9E7-9F8B-497C-B7E6-721A4B10D81B}" type="pres">
      <dgm:prSet presAssocID="{7E38091A-04A1-4B0A-B9B9-D6629BBA5125}" presName="parTx" presStyleLbl="revTx" presStyleIdx="2" presStyleCnt="3" custLinFactNeighborX="-47963">
        <dgm:presLayoutVars>
          <dgm:chMax val="0"/>
          <dgm:chPref val="0"/>
        </dgm:presLayoutVars>
      </dgm:prSet>
      <dgm:spPr/>
    </dgm:pt>
  </dgm:ptLst>
  <dgm:cxnLst>
    <dgm:cxn modelId="{47011509-B82D-42F1-A293-45EFB5723A46}" type="presOf" srcId="{A5F5C5BF-9360-43F7-9623-7D178753A245}" destId="{9213B693-E125-4454-BE08-38CB2AE3870A}" srcOrd="0" destOrd="0" presId="urn:microsoft.com/office/officeart/2018/2/layout/IconVerticalSolidList"/>
    <dgm:cxn modelId="{7460D421-1595-4EF5-A66D-45C29959F6BE}" srcId="{C9CD6AE8-E7CF-4D73-976A-8B4FE092E3FB}" destId="{A5F5C5BF-9360-43F7-9623-7D178753A245}" srcOrd="1" destOrd="0" parTransId="{F8D61DAA-182F-482F-8A53-B19A79CEB1D6}" sibTransId="{4D3E161A-0AF3-4258-A280-7DB7B2043F35}"/>
    <dgm:cxn modelId="{1527372C-13F1-403D-BA69-382091BC7C5E}" type="presOf" srcId="{C9CD6AE8-E7CF-4D73-976A-8B4FE092E3FB}" destId="{425415F9-63FB-4E47-B404-45A24D9147B4}" srcOrd="0" destOrd="0" presId="urn:microsoft.com/office/officeart/2018/2/layout/IconVerticalSolidList"/>
    <dgm:cxn modelId="{03007643-99B5-4CB5-B636-BF535A713367}" srcId="{C9CD6AE8-E7CF-4D73-976A-8B4FE092E3FB}" destId="{7E38091A-04A1-4B0A-B9B9-D6629BBA5125}" srcOrd="2" destOrd="0" parTransId="{FCD8814C-9044-4CA5-B465-61DD5BE0F959}" sibTransId="{A6C96841-E788-4FBE-A50C-30A62C793463}"/>
    <dgm:cxn modelId="{7DA5876D-2EC4-4691-A419-1A793A44B305}" type="presOf" srcId="{7E38091A-04A1-4B0A-B9B9-D6629BBA5125}" destId="{4F3CE9E7-9F8B-497C-B7E6-721A4B10D81B}" srcOrd="0" destOrd="0" presId="urn:microsoft.com/office/officeart/2018/2/layout/IconVerticalSolidList"/>
    <dgm:cxn modelId="{70255EC5-EA0E-4310-ADEB-BC8F2F37A941}" srcId="{C9CD6AE8-E7CF-4D73-976A-8B4FE092E3FB}" destId="{6B493A44-1F2D-4D80-ACFD-6F1D8D0A1022}" srcOrd="0" destOrd="0" parTransId="{C0E88CE8-2139-4AEC-B581-D323265881CC}" sibTransId="{E38297E4-90DF-4B55-8D36-C5468F3DFF4C}"/>
    <dgm:cxn modelId="{0669B5E7-7BA7-41E9-813F-8CDC5F57DA6B}" type="presOf" srcId="{6B493A44-1F2D-4D80-ACFD-6F1D8D0A1022}" destId="{437B3DE6-8935-4749-9EB4-618A6E405FC5}" srcOrd="0" destOrd="0" presId="urn:microsoft.com/office/officeart/2018/2/layout/IconVerticalSolidList"/>
    <dgm:cxn modelId="{CE0318B0-1C6F-4868-8B0B-A3833467058E}" type="presParOf" srcId="{425415F9-63FB-4E47-B404-45A24D9147B4}" destId="{7373DCDD-3570-4151-ACC6-FD7EED27C325}" srcOrd="0" destOrd="0" presId="urn:microsoft.com/office/officeart/2018/2/layout/IconVerticalSolidList"/>
    <dgm:cxn modelId="{DA455233-08D8-4412-B784-411C08CF93A7}" type="presParOf" srcId="{7373DCDD-3570-4151-ACC6-FD7EED27C325}" destId="{6B559B1A-3F63-4773-AEC0-472A301DEC23}" srcOrd="0" destOrd="0" presId="urn:microsoft.com/office/officeart/2018/2/layout/IconVerticalSolidList"/>
    <dgm:cxn modelId="{C0384466-304F-4DC1-B9AB-38153A853817}" type="presParOf" srcId="{7373DCDD-3570-4151-ACC6-FD7EED27C325}" destId="{3564BF55-B702-4DEA-BBDF-16FFB29BC301}" srcOrd="1" destOrd="0" presId="urn:microsoft.com/office/officeart/2018/2/layout/IconVerticalSolidList"/>
    <dgm:cxn modelId="{5564364D-61DF-4E64-95DC-47D8E2B0B3EA}" type="presParOf" srcId="{7373DCDD-3570-4151-ACC6-FD7EED27C325}" destId="{C8A6ED59-9CAB-40A9-84D8-B6C6ACF8C83F}" srcOrd="2" destOrd="0" presId="urn:microsoft.com/office/officeart/2018/2/layout/IconVerticalSolidList"/>
    <dgm:cxn modelId="{E51FF3B7-AD2A-48FB-BDD0-07AA491C84DF}" type="presParOf" srcId="{7373DCDD-3570-4151-ACC6-FD7EED27C325}" destId="{437B3DE6-8935-4749-9EB4-618A6E405FC5}" srcOrd="3" destOrd="0" presId="urn:microsoft.com/office/officeart/2018/2/layout/IconVerticalSolidList"/>
    <dgm:cxn modelId="{8F2F429B-61BF-43DC-8F69-A76F2F3A41D6}" type="presParOf" srcId="{425415F9-63FB-4E47-B404-45A24D9147B4}" destId="{2B301093-7168-4EDE-87D9-8CB1B38A5F67}" srcOrd="1" destOrd="0" presId="urn:microsoft.com/office/officeart/2018/2/layout/IconVerticalSolidList"/>
    <dgm:cxn modelId="{7EE2B74B-D155-440E-BCA7-FE8B44E67294}" type="presParOf" srcId="{425415F9-63FB-4E47-B404-45A24D9147B4}" destId="{07E76D47-B366-44F3-956F-3107DD46F472}" srcOrd="2" destOrd="0" presId="urn:microsoft.com/office/officeart/2018/2/layout/IconVerticalSolidList"/>
    <dgm:cxn modelId="{3A14B693-53DC-4F53-8D62-B7EF0B3FB200}" type="presParOf" srcId="{07E76D47-B366-44F3-956F-3107DD46F472}" destId="{51E7C8A5-D898-4E17-AEC4-B91D31A773A5}" srcOrd="0" destOrd="0" presId="urn:microsoft.com/office/officeart/2018/2/layout/IconVerticalSolidList"/>
    <dgm:cxn modelId="{2945F281-1617-409E-A259-7199AA832F0B}" type="presParOf" srcId="{07E76D47-B366-44F3-956F-3107DD46F472}" destId="{6508A6CE-AB00-449A-8475-6A5ECD157D55}" srcOrd="1" destOrd="0" presId="urn:microsoft.com/office/officeart/2018/2/layout/IconVerticalSolidList"/>
    <dgm:cxn modelId="{E1A70D4C-EF92-451D-BA6A-FD042DB9AD1C}" type="presParOf" srcId="{07E76D47-B366-44F3-956F-3107DD46F472}" destId="{6349CD05-C519-4C08-84A9-46EDB9DEA391}" srcOrd="2" destOrd="0" presId="urn:microsoft.com/office/officeart/2018/2/layout/IconVerticalSolidList"/>
    <dgm:cxn modelId="{0B1B2A10-3EBA-46EA-A822-E0E473DE6B30}" type="presParOf" srcId="{07E76D47-B366-44F3-956F-3107DD46F472}" destId="{9213B693-E125-4454-BE08-38CB2AE3870A}" srcOrd="3" destOrd="0" presId="urn:microsoft.com/office/officeart/2018/2/layout/IconVerticalSolidList"/>
    <dgm:cxn modelId="{6295EC49-A9AE-45E3-B763-F737F781A889}" type="presParOf" srcId="{425415F9-63FB-4E47-B404-45A24D9147B4}" destId="{616C52EA-4D71-45CF-AADA-EF5BC45534C8}" srcOrd="3" destOrd="0" presId="urn:microsoft.com/office/officeart/2018/2/layout/IconVerticalSolidList"/>
    <dgm:cxn modelId="{5BBE291C-4D56-4EFD-B5FF-9C733865EAA9}" type="presParOf" srcId="{425415F9-63FB-4E47-B404-45A24D9147B4}" destId="{009EC861-0759-4DCC-90F2-B1402BD6B2A8}" srcOrd="4" destOrd="0" presId="urn:microsoft.com/office/officeart/2018/2/layout/IconVerticalSolidList"/>
    <dgm:cxn modelId="{FDC288A9-6BC5-4FBD-9ED4-6ADF25C941A6}" type="presParOf" srcId="{009EC861-0759-4DCC-90F2-B1402BD6B2A8}" destId="{E5AA3D73-D884-479A-8F42-9B937DA98F27}" srcOrd="0" destOrd="0" presId="urn:microsoft.com/office/officeart/2018/2/layout/IconVerticalSolidList"/>
    <dgm:cxn modelId="{AE6C5764-ECE2-4284-8CCC-778787B22256}" type="presParOf" srcId="{009EC861-0759-4DCC-90F2-B1402BD6B2A8}" destId="{D2255856-F431-4901-9546-452ADAC740B0}" srcOrd="1" destOrd="0" presId="urn:microsoft.com/office/officeart/2018/2/layout/IconVerticalSolidList"/>
    <dgm:cxn modelId="{6961545B-CCC9-46C0-ABB7-25E6614336B9}" type="presParOf" srcId="{009EC861-0759-4DCC-90F2-B1402BD6B2A8}" destId="{C9327FFA-A1CD-4FE5-B9FB-3FE7E95FEB56}" srcOrd="2" destOrd="0" presId="urn:microsoft.com/office/officeart/2018/2/layout/IconVerticalSolidList"/>
    <dgm:cxn modelId="{16517142-18B8-4521-9B28-42CBBF60FA17}" type="presParOf" srcId="{009EC861-0759-4DCC-90F2-B1402BD6B2A8}" destId="{4F3CE9E7-9F8B-497C-B7E6-721A4B10D81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solidFill>
          <a:schemeClr val="accent5"/>
        </a:solidFill>
      </dgm:spPr>
      <dgm:t>
        <a:bodyPr rtlCol="1"/>
        <a:lstStyle/>
        <a:p>
          <a:pPr rtl="1">
            <a:lnSpc>
              <a:spcPct val="100000"/>
            </a:lnSpc>
          </a:pPr>
          <a:r>
            <a:rPr lang="ar" sz="2000" b="0" dirty="0">
              <a:latin typeface="Times New Roman" panose="02020603050405020304" pitchFamily="18" charset="0"/>
              <a:cs typeface="Times New Roman" panose="02020603050405020304" pitchFamily="18" charset="0"/>
            </a:rPr>
            <a:t>ب1</a:t>
          </a:r>
          <a:r>
            <a:rPr lang="ar" sz="2000" dirty="0">
              <a:latin typeface="Times New Roman" panose="02020603050405020304" pitchFamily="18" charset="0"/>
              <a:cs typeface="Times New Roman" panose="02020603050405020304" pitchFamily="18" charset="0"/>
            </a:rPr>
            <a:t> المهارات التجارية</a:t>
          </a:r>
          <a:endParaRPr lang="en-US" sz="2000" b="0" dirty="0">
            <a:latin typeface="Times New Roman" panose="02020603050405020304" pitchFamily="18" charset="0"/>
            <a:cs typeface="Times New Roman" panose="02020603050405020304" pitchFamily="18" charset="0"/>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000" b="0" dirty="0">
              <a:solidFill>
                <a:schemeClr val="accent6"/>
              </a:solidFill>
              <a:latin typeface="Times New Roman" panose="02020603050405020304" pitchFamily="18" charset="0"/>
              <a:cs typeface="Times New Roman" panose="02020603050405020304" pitchFamily="18" charset="0"/>
            </a:rPr>
            <a:t>ب2 مهارات الشؤون المالية</a:t>
          </a:r>
          <a:endParaRPr lang="en-US" sz="2000" b="0" dirty="0">
            <a:solidFill>
              <a:schemeClr val="accent6"/>
            </a:solidFill>
            <a:latin typeface="Times New Roman" panose="02020603050405020304" pitchFamily="18" charset="0"/>
            <a:cs typeface="Times New Roman" panose="02020603050405020304" pitchFamily="18" charset="0"/>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dgm:t>
        <a:bodyPr rtlCol="1"/>
        <a:lstStyle/>
        <a:p>
          <a:pPr rtl="1">
            <a:lnSpc>
              <a:spcPct val="100000"/>
            </a:lnSpc>
          </a:pPr>
          <a:r>
            <a:rPr lang="ar" sz="2000" b="0" dirty="0">
              <a:latin typeface="Times New Roman" panose="02020603050405020304" pitchFamily="18" charset="0"/>
              <a:cs typeface="Times New Roman" panose="02020603050405020304" pitchFamily="18" charset="0"/>
            </a:rPr>
            <a:t>ب3</a:t>
          </a:r>
          <a:r>
            <a:rPr lang="ar" sz="2000" dirty="0">
              <a:latin typeface="Times New Roman" panose="02020603050405020304" pitchFamily="18" charset="0"/>
              <a:cs typeface="Times New Roman" panose="02020603050405020304" pitchFamily="18" charset="0"/>
            </a:rPr>
            <a:t> مهارات الصحة والسلامة</a:t>
          </a:r>
          <a:endParaRPr lang="en-US" sz="2000" b="0" dirty="0">
            <a:latin typeface="Times New Roman" panose="02020603050405020304" pitchFamily="18" charset="0"/>
            <a:cs typeface="Times New Roman" panose="02020603050405020304" pitchFamily="18" charset="0"/>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D38D27B2-4A76-FC44-B9C8-727DBB68E857}">
      <dgm:prSet custT="1"/>
      <dgm:spPr/>
      <dgm:t>
        <a:bodyPr rtlCol="1"/>
        <a:lstStyle/>
        <a:p>
          <a:pPr rtl="1">
            <a:lnSpc>
              <a:spcPct val="100000"/>
            </a:lnSpc>
          </a:pPr>
          <a:r>
            <a:rPr lang="ar" sz="2000" b="0" dirty="0">
              <a:solidFill>
                <a:schemeClr val="accent6"/>
              </a:solidFill>
              <a:latin typeface="Times New Roman" panose="02020603050405020304" pitchFamily="18" charset="0"/>
              <a:cs typeface="Times New Roman" panose="02020603050405020304" pitchFamily="18" charset="0"/>
            </a:rPr>
            <a:t>ب4</a:t>
          </a:r>
          <a:r>
            <a:rPr lang="ar" sz="2000" dirty="0">
              <a:solidFill>
                <a:schemeClr val="accent6"/>
              </a:solidFill>
              <a:latin typeface="Times New Roman" panose="02020603050405020304" pitchFamily="18" charset="0"/>
              <a:cs typeface="Times New Roman" panose="02020603050405020304" pitchFamily="18" charset="0"/>
            </a:rPr>
            <a:t> مهارات خدمة العملاء</a:t>
          </a:r>
          <a:endParaRPr lang="en-US" sz="2000" b="0" dirty="0">
            <a:solidFill>
              <a:schemeClr val="accent6"/>
            </a:solidFill>
            <a:latin typeface="Times New Roman" panose="02020603050405020304" pitchFamily="18" charset="0"/>
            <a:cs typeface="Times New Roman" panose="02020603050405020304" pitchFamily="18" charset="0"/>
          </a:endParaRPr>
        </a:p>
      </dgm:t>
    </dgm:pt>
    <dgm:pt modelId="{0200A9C0-9CC8-F84F-9F79-971FC768CC13}" type="parTrans" cxnId="{4C7410C5-EB1C-FC4E-B7CD-E8969764FD78}">
      <dgm:prSet/>
      <dgm:spPr/>
      <dgm:t>
        <a:bodyPr rtlCol="1"/>
        <a:lstStyle/>
        <a:p>
          <a:pPr rtl="1"/>
          <a:endParaRPr lang="en-GB"/>
        </a:p>
      </dgm:t>
    </dgm:pt>
    <dgm:pt modelId="{BE613900-2115-AE49-A8FC-F9854142C1BC}" type="sibTrans" cxnId="{4C7410C5-EB1C-FC4E-B7CD-E8969764FD78}">
      <dgm:prSet/>
      <dgm:spPr/>
      <dgm:t>
        <a:bodyPr rtlCol="1"/>
        <a:lstStyle/>
        <a:p>
          <a:pPr rtl="1"/>
          <a:endParaRPr lang="en-GB"/>
        </a:p>
      </dgm:t>
    </dgm:pt>
    <dgm:pt modelId="{C8A36B54-2CB1-ED4B-B9C0-FC8A2D0861F4}">
      <dgm:prSet/>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مجالات المحتوى الرئيسة</a:t>
          </a:r>
        </a:p>
      </dgm:t>
    </dgm:pt>
    <dgm:pt modelId="{C3FBB647-007B-4C4D-8ADA-182C0F5A47A6}" type="parTrans" cxnId="{E5F187BC-C410-5E49-93BC-3C584F5DC389}">
      <dgm:prSet/>
      <dgm:spPr/>
      <dgm:t>
        <a:bodyPr rtlCol="1"/>
        <a:lstStyle/>
        <a:p>
          <a:pPr rtl="1"/>
          <a:endParaRPr lang="en-GB"/>
        </a:p>
      </dgm:t>
    </dgm:pt>
    <dgm:pt modelId="{692C18A0-ECE4-024B-B525-1D7488D3C7CB}" type="sibTrans" cxnId="{E5F187BC-C410-5E49-93BC-3C584F5DC389}">
      <dgm:prSet/>
      <dgm:spPr/>
      <dgm:t>
        <a:bodyPr rtlCol="1"/>
        <a:lstStyle/>
        <a:p>
          <a:pPr rtl="1"/>
          <a:endParaRPr lang="en-GB"/>
        </a:p>
      </dgm:t>
    </dgm:pt>
    <dgm:pt modelId="{B3B44CE8-9EB0-4E94-AC20-BBFD45B3B64F}" type="pres">
      <dgm:prSet presAssocID="{273F4FFB-BF9F-4EE8-B58E-FFED8E01943B}" presName="root" presStyleCnt="0">
        <dgm:presLayoutVars>
          <dgm:dir/>
          <dgm:resizeHandles val="exact"/>
        </dgm:presLayoutVars>
      </dgm:prSet>
      <dgm:spPr/>
    </dgm:pt>
    <dgm:pt modelId="{11C7BEF1-2345-4A6C-BADC-E727F100EB5A}" type="pres">
      <dgm:prSet presAssocID="{C8A36B54-2CB1-ED4B-B9C0-FC8A2D0861F4}" presName="compNode" presStyleCnt="0"/>
      <dgm:spPr/>
    </dgm:pt>
    <dgm:pt modelId="{4DC6443E-F6CB-4E39-B8B4-8735A3F35C81}" type="pres">
      <dgm:prSet presAssocID="{C8A36B54-2CB1-ED4B-B9C0-FC8A2D0861F4}" presName="bgRect" presStyleLbl="bgShp" presStyleIdx="0" presStyleCnt="5"/>
      <dgm:spPr>
        <a:solidFill>
          <a:schemeClr val="accent6">
            <a:lumMod val="20000"/>
            <a:lumOff val="80000"/>
          </a:schemeClr>
        </a:solidFill>
      </dgm:spPr>
    </dgm:pt>
    <dgm:pt modelId="{B1E01E3D-6D85-4BA8-8D47-D67B5A12AA05}" type="pres">
      <dgm:prSet presAssocID="{C8A36B54-2CB1-ED4B-B9C0-FC8A2D0861F4}" presName="iconRect" presStyleLbl="node1" presStyleIdx="0" presStyleCnt="5" custLinFactX="400000" custLinFactNeighborX="48567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FB69FCB6-C1BD-49E5-97C3-13958B8ACDB1}" type="pres">
      <dgm:prSet presAssocID="{C8A36B54-2CB1-ED4B-B9C0-FC8A2D0861F4}" presName="spaceRect" presStyleCnt="0"/>
      <dgm:spPr/>
    </dgm:pt>
    <dgm:pt modelId="{A964A834-0AE3-40C9-B5C8-75BE27C4EBF8}" type="pres">
      <dgm:prSet presAssocID="{C8A36B54-2CB1-ED4B-B9C0-FC8A2D0861F4}" presName="parTx" presStyleLbl="revTx" presStyleIdx="0" presStyleCnt="5" custScaleX="95859" custLinFactNeighborX="-27663">
        <dgm:presLayoutVars>
          <dgm:chMax val="0"/>
          <dgm:chPref val="0"/>
        </dgm:presLayoutVars>
      </dgm:prSet>
      <dgm:spPr/>
    </dgm:pt>
    <dgm:pt modelId="{4A8D0571-C022-0942-856F-1235BB03BBE1}" type="pres">
      <dgm:prSet presAssocID="{692C18A0-ECE4-024B-B525-1D7488D3C7CB}" presName="sibTrans" presStyleCnt="0"/>
      <dgm:spPr/>
    </dgm:pt>
    <dgm:pt modelId="{5EBAB49B-8F61-427A-8EB6-147E5E00CCB3}" type="pres">
      <dgm:prSet presAssocID="{5FE25653-A7BA-47FB-8073-2B4FA7940492}" presName="compNode" presStyleCnt="0"/>
      <dgm:spPr/>
    </dgm:pt>
    <dgm:pt modelId="{CF774ABA-3244-4408-901F-6CCE877A456B}" type="pres">
      <dgm:prSet presAssocID="{5FE25653-A7BA-47FB-8073-2B4FA7940492}" presName="bgRect" presStyleLbl="bgShp" presStyleIdx="1" presStyleCnt="5"/>
      <dgm:spPr>
        <a:solidFill>
          <a:schemeClr val="accent5"/>
        </a:solidFill>
      </dgm:spPr>
    </dgm:pt>
    <dgm:pt modelId="{407EE78B-D7B9-41CD-B540-6B48BF9CD5D7}" type="pres">
      <dgm:prSet presAssocID="{5FE25653-A7BA-47FB-8073-2B4FA7940492}" presName="iconRect" presStyleLbl="node1" presStyleIdx="1" presStyleCnt="5" custLinFactX="400000" custLinFactNeighborX="48567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589689BB-44B5-4EF3-AD55-DE4BE0B2B633}" type="pres">
      <dgm:prSet presAssocID="{5FE25653-A7BA-47FB-8073-2B4FA7940492}" presName="spaceRect" presStyleCnt="0"/>
      <dgm:spPr/>
    </dgm:pt>
    <dgm:pt modelId="{93BE2D37-BA8E-4389-9AA8-5F0BF3C22FB2}" type="pres">
      <dgm:prSet presAssocID="{5FE25653-A7BA-47FB-8073-2B4FA7940492}" presName="parTx" presStyleLbl="revTx" presStyleIdx="1" presStyleCnt="5" custScaleX="95859" custLinFactNeighborX="-27663">
        <dgm:presLayoutVars>
          <dgm:chMax val="0"/>
          <dgm:chPref val="0"/>
        </dgm:presLayoutVars>
      </dgm:prSet>
      <dgm:spPr/>
    </dgm:pt>
    <dgm:pt modelId="{3DD1CBBC-2D4F-445E-BEC6-772E550D633A}" type="pres">
      <dgm:prSet presAssocID="{FD9ABB40-9682-4D97-B80C-F7F64D08F683}" presName="sibTrans" presStyleCnt="0"/>
      <dgm:spPr/>
    </dgm:pt>
    <dgm:pt modelId="{4D315DB8-C065-4BD9-91B8-C43A61E5098B}" type="pres">
      <dgm:prSet presAssocID="{CCCABDE4-D42F-4A79-80D9-607472E8A4AF}" presName="compNode" presStyleCnt="0"/>
      <dgm:spPr/>
    </dgm:pt>
    <dgm:pt modelId="{3DCFFCF7-9656-439F-BBA1-13F8CDCDF580}" type="pres">
      <dgm:prSet presAssocID="{CCCABDE4-D42F-4A79-80D9-607472E8A4AF}" presName="bgRect" presStyleLbl="bgShp" presStyleIdx="2" presStyleCnt="5" custLinFactNeighborX="-3769"/>
      <dgm:spPr>
        <a:solidFill>
          <a:schemeClr val="accent6">
            <a:lumMod val="20000"/>
            <a:lumOff val="80000"/>
          </a:schemeClr>
        </a:solidFill>
      </dgm:spPr>
    </dgm:pt>
    <dgm:pt modelId="{0F9FDF15-0AA0-473D-88E0-CE97E32171A0}" type="pres">
      <dgm:prSet presAssocID="{CCCABDE4-D42F-4A79-80D9-607472E8A4AF}" presName="iconRect" presStyleLbl="node1" presStyleIdx="2" presStyleCnt="5" custLinFactX="400000" custLinFactNeighborX="48567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BEAD7674-1BCA-4A65-915F-23B0136F2371}" type="pres">
      <dgm:prSet presAssocID="{CCCABDE4-D42F-4A79-80D9-607472E8A4AF}" presName="spaceRect" presStyleCnt="0"/>
      <dgm:spPr/>
    </dgm:pt>
    <dgm:pt modelId="{4E9A5E81-88A1-48A0-AFE5-8C2E829447C6}" type="pres">
      <dgm:prSet presAssocID="{CCCABDE4-D42F-4A79-80D9-607472E8A4AF}" presName="parTx" presStyleLbl="revTx" presStyleIdx="2" presStyleCnt="5" custScaleX="95859" custLinFactNeighborX="-27663">
        <dgm:presLayoutVars>
          <dgm:chMax val="0"/>
          <dgm:chPref val="0"/>
        </dgm:presLayoutVars>
      </dgm:prSet>
      <dgm:spPr/>
    </dgm:pt>
    <dgm:pt modelId="{2CE0F2B3-7CC5-4390-8ADB-31DD6C3E711B}" type="pres">
      <dgm:prSet presAssocID="{F2E7893A-50A6-440B-AD9A-267ED4D45C29}" presName="sibTrans" presStyleCnt="0"/>
      <dgm:spPr/>
    </dgm:pt>
    <dgm:pt modelId="{2350B4E3-B65A-4FF7-914D-D10AB695422F}" type="pres">
      <dgm:prSet presAssocID="{CD26852E-4EBB-497C-89F8-723E96217B92}" presName="compNode" presStyleCnt="0"/>
      <dgm:spPr/>
    </dgm:pt>
    <dgm:pt modelId="{693E8EA8-B382-4DB9-9693-CC4A83C66864}" type="pres">
      <dgm:prSet presAssocID="{CD26852E-4EBB-497C-89F8-723E96217B92}" presName="bgRect" presStyleLbl="bgShp" presStyleIdx="3" presStyleCnt="5"/>
      <dgm:spPr>
        <a:solidFill>
          <a:schemeClr val="accent5"/>
        </a:solidFill>
      </dgm:spPr>
    </dgm:pt>
    <dgm:pt modelId="{A1B2B1EA-5208-4C5B-8E7E-A2F7BA9F4A94}" type="pres">
      <dgm:prSet presAssocID="{CD26852E-4EBB-497C-89F8-723E96217B92}" presName="iconRect" presStyleLbl="node1" presStyleIdx="3" presStyleCnt="5" custLinFactX="400000" custLinFactNeighborX="48567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Comment Heart with solid fill"/>
        </a:ext>
      </dgm:extLst>
    </dgm:pt>
    <dgm:pt modelId="{638C938E-6468-4496-BC07-970A09C5A1A7}" type="pres">
      <dgm:prSet presAssocID="{CD26852E-4EBB-497C-89F8-723E96217B92}" presName="spaceRect" presStyleCnt="0"/>
      <dgm:spPr/>
    </dgm:pt>
    <dgm:pt modelId="{54864B26-DA10-455E-A602-20A0CE7D3A9C}" type="pres">
      <dgm:prSet presAssocID="{CD26852E-4EBB-497C-89F8-723E96217B92}" presName="parTx" presStyleLbl="revTx" presStyleIdx="3" presStyleCnt="5" custScaleX="95859" custLinFactNeighborX="-27663">
        <dgm:presLayoutVars>
          <dgm:chMax val="0"/>
          <dgm:chPref val="0"/>
        </dgm:presLayoutVars>
      </dgm:prSet>
      <dgm:spPr/>
    </dgm:pt>
    <dgm:pt modelId="{266B042F-7D02-4D85-B2CB-4A9041D97857}" type="pres">
      <dgm:prSet presAssocID="{28DEC12D-D78E-456D-B314-F141468F4213}" presName="sibTrans" presStyleCnt="0"/>
      <dgm:spPr/>
    </dgm:pt>
    <dgm:pt modelId="{78971159-E34F-484C-AC41-6A7ADE5ADF47}" type="pres">
      <dgm:prSet presAssocID="{D38D27B2-4A76-FC44-B9C8-727DBB68E857}" presName="compNode" presStyleCnt="0"/>
      <dgm:spPr/>
    </dgm:pt>
    <dgm:pt modelId="{7485C9CC-136B-45CA-ACEC-BE5C9D4E4E72}" type="pres">
      <dgm:prSet presAssocID="{D38D27B2-4A76-FC44-B9C8-727DBB68E857}" presName="bgRect" presStyleLbl="bgShp" presStyleIdx="4" presStyleCnt="5"/>
      <dgm:spPr>
        <a:solidFill>
          <a:schemeClr val="accent6">
            <a:lumMod val="20000"/>
            <a:lumOff val="80000"/>
          </a:schemeClr>
        </a:solidFill>
      </dgm:spPr>
    </dgm:pt>
    <dgm:pt modelId="{C78D4626-1FAF-4B13-B316-6DBFB5221A01}" type="pres">
      <dgm:prSet presAssocID="{D38D27B2-4A76-FC44-B9C8-727DBB68E857}" presName="iconRect" presStyleLbl="node1" presStyleIdx="4" presStyleCnt="5" custLinFactX="400000" custLinFactNeighborX="48567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amily with boy with solid fill"/>
        </a:ext>
      </dgm:extLst>
    </dgm:pt>
    <dgm:pt modelId="{8EB9273C-2F5F-49DC-A2BC-2003C84BCBF4}" type="pres">
      <dgm:prSet presAssocID="{D38D27B2-4A76-FC44-B9C8-727DBB68E857}" presName="spaceRect" presStyleCnt="0"/>
      <dgm:spPr/>
    </dgm:pt>
    <dgm:pt modelId="{3158C3DF-B0EA-4041-98EC-46489D1E8C1D}" type="pres">
      <dgm:prSet presAssocID="{D38D27B2-4A76-FC44-B9C8-727DBB68E857}" presName="parTx" presStyleLbl="revTx" presStyleIdx="4" presStyleCnt="5" custScaleX="95859" custLinFactNeighborX="-27663">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0B3B720F-15B5-9B4E-B972-A8DD41163097}" type="presOf" srcId="{273F4FFB-BF9F-4EE8-B58E-FFED8E01943B}" destId="{B3B44CE8-9EB0-4E94-AC20-BBFD45B3B64F}" srcOrd="0" destOrd="0" presId="urn:microsoft.com/office/officeart/2018/2/layout/IconVerticalSolidList"/>
    <dgm:cxn modelId="{1BE21714-A0FA-5148-A4F1-06F95FF01B0F}" type="presOf" srcId="{C8A36B54-2CB1-ED4B-B9C0-FC8A2D0861F4}" destId="{A964A834-0AE3-40C9-B5C8-75BE27C4EBF8}"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967027B9-D0C0-6046-9C0A-4D1C5971C926}" type="presOf" srcId="{D38D27B2-4A76-FC44-B9C8-727DBB68E857}" destId="{3158C3DF-B0EA-4041-98EC-46489D1E8C1D}" srcOrd="0" destOrd="0" presId="urn:microsoft.com/office/officeart/2018/2/layout/IconVerticalSolidList"/>
    <dgm:cxn modelId="{E5F187BC-C410-5E49-93BC-3C584F5DC389}" srcId="{273F4FFB-BF9F-4EE8-B58E-FFED8E01943B}" destId="{C8A36B54-2CB1-ED4B-B9C0-FC8A2D0861F4}" srcOrd="0" destOrd="0" parTransId="{C3FBB647-007B-4C4D-8ADA-182C0F5A47A6}" sibTransId="{692C18A0-ECE4-024B-B525-1D7488D3C7CB}"/>
    <dgm:cxn modelId="{4C7410C5-EB1C-FC4E-B7CD-E8969764FD78}" srcId="{273F4FFB-BF9F-4EE8-B58E-FFED8E01943B}" destId="{D38D27B2-4A76-FC44-B9C8-727DBB68E857}" srcOrd="4" destOrd="0" parTransId="{0200A9C0-9CC8-F84F-9F79-971FC768CC13}" sibTransId="{BE613900-2115-AE49-A8FC-F9854142C1BC}"/>
    <dgm:cxn modelId="{753BA8CD-4B93-904A-95D2-DE602C320F8B}" type="presOf" srcId="{CD26852E-4EBB-497C-89F8-723E96217B92}" destId="{54864B26-DA10-455E-A602-20A0CE7D3A9C}" srcOrd="0" destOrd="0" presId="urn:microsoft.com/office/officeart/2018/2/layout/IconVerticalSolidList"/>
    <dgm:cxn modelId="{7FB764D0-EA32-3748-8DED-378ADBB273F8}" type="presOf" srcId="{5FE25653-A7BA-47FB-8073-2B4FA7940492}" destId="{93BE2D37-BA8E-4389-9AA8-5F0BF3C22FB2}"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B037ECE0-67EC-0C45-AE43-CF10DE6E6CE6}" type="presOf" srcId="{CCCABDE4-D42F-4A79-80D9-607472E8A4AF}" destId="{4E9A5E81-88A1-48A0-AFE5-8C2E829447C6}" srcOrd="0" destOrd="0" presId="urn:microsoft.com/office/officeart/2018/2/layout/IconVerticalSolidList"/>
    <dgm:cxn modelId="{75ADD115-860D-0945-946F-B2442E64A038}" type="presParOf" srcId="{B3B44CE8-9EB0-4E94-AC20-BBFD45B3B64F}" destId="{11C7BEF1-2345-4A6C-BADC-E727F100EB5A}" srcOrd="0" destOrd="0" presId="urn:microsoft.com/office/officeart/2018/2/layout/IconVerticalSolidList"/>
    <dgm:cxn modelId="{ADFBCC4F-5A62-0C44-B445-3B04043FEEBC}" type="presParOf" srcId="{11C7BEF1-2345-4A6C-BADC-E727F100EB5A}" destId="{4DC6443E-F6CB-4E39-B8B4-8735A3F35C81}" srcOrd="0" destOrd="0" presId="urn:microsoft.com/office/officeart/2018/2/layout/IconVerticalSolidList"/>
    <dgm:cxn modelId="{142409FD-1604-4146-A513-3065197F7227}" type="presParOf" srcId="{11C7BEF1-2345-4A6C-BADC-E727F100EB5A}" destId="{B1E01E3D-6D85-4BA8-8D47-D67B5A12AA05}" srcOrd="1" destOrd="0" presId="urn:microsoft.com/office/officeart/2018/2/layout/IconVerticalSolidList"/>
    <dgm:cxn modelId="{C6C642D1-3A73-CE4E-941E-9E9FA11F6B18}" type="presParOf" srcId="{11C7BEF1-2345-4A6C-BADC-E727F100EB5A}" destId="{FB69FCB6-C1BD-49E5-97C3-13958B8ACDB1}" srcOrd="2" destOrd="0" presId="urn:microsoft.com/office/officeart/2018/2/layout/IconVerticalSolidList"/>
    <dgm:cxn modelId="{C6A0297D-9FBF-114D-B601-5254521F7D73}" type="presParOf" srcId="{11C7BEF1-2345-4A6C-BADC-E727F100EB5A}" destId="{A964A834-0AE3-40C9-B5C8-75BE27C4EBF8}" srcOrd="3" destOrd="0" presId="urn:microsoft.com/office/officeart/2018/2/layout/IconVerticalSolidList"/>
    <dgm:cxn modelId="{F6F0B1E0-F6C4-A44C-B25F-F7C3075A6D1E}" type="presParOf" srcId="{B3B44CE8-9EB0-4E94-AC20-BBFD45B3B64F}" destId="{4A8D0571-C022-0942-856F-1235BB03BBE1}" srcOrd="1" destOrd="0" presId="urn:microsoft.com/office/officeart/2018/2/layout/IconVerticalSolidList"/>
    <dgm:cxn modelId="{A1C48F6A-9FF2-7044-8E6F-C45987947E4E}" type="presParOf" srcId="{B3B44CE8-9EB0-4E94-AC20-BBFD45B3B64F}" destId="{5EBAB49B-8F61-427A-8EB6-147E5E00CCB3}" srcOrd="2" destOrd="0" presId="urn:microsoft.com/office/officeart/2018/2/layout/IconVerticalSolidList"/>
    <dgm:cxn modelId="{C5DF3859-3DAA-9949-BCDA-C7F0F080248C}" type="presParOf" srcId="{5EBAB49B-8F61-427A-8EB6-147E5E00CCB3}" destId="{CF774ABA-3244-4408-901F-6CCE877A456B}" srcOrd="0" destOrd="0" presId="urn:microsoft.com/office/officeart/2018/2/layout/IconVerticalSolidList"/>
    <dgm:cxn modelId="{12278E1A-D374-0B4B-BDA5-39567311E2CF}" type="presParOf" srcId="{5EBAB49B-8F61-427A-8EB6-147E5E00CCB3}" destId="{407EE78B-D7B9-41CD-B540-6B48BF9CD5D7}" srcOrd="1" destOrd="0" presId="urn:microsoft.com/office/officeart/2018/2/layout/IconVerticalSolidList"/>
    <dgm:cxn modelId="{3EBD2A39-250E-B446-90F5-F294828A89D0}" type="presParOf" srcId="{5EBAB49B-8F61-427A-8EB6-147E5E00CCB3}" destId="{589689BB-44B5-4EF3-AD55-DE4BE0B2B633}" srcOrd="2" destOrd="0" presId="urn:microsoft.com/office/officeart/2018/2/layout/IconVerticalSolidList"/>
    <dgm:cxn modelId="{1E8DD7BD-08E2-294F-B7AB-8F02D1175EAB}" type="presParOf" srcId="{5EBAB49B-8F61-427A-8EB6-147E5E00CCB3}" destId="{93BE2D37-BA8E-4389-9AA8-5F0BF3C22FB2}" srcOrd="3" destOrd="0" presId="urn:microsoft.com/office/officeart/2018/2/layout/IconVerticalSolidList"/>
    <dgm:cxn modelId="{DAA18769-7288-B54B-A774-DD3423ABE8CD}" type="presParOf" srcId="{B3B44CE8-9EB0-4E94-AC20-BBFD45B3B64F}" destId="{3DD1CBBC-2D4F-445E-BEC6-772E550D633A}" srcOrd="3" destOrd="0" presId="urn:microsoft.com/office/officeart/2018/2/layout/IconVerticalSolidList"/>
    <dgm:cxn modelId="{DF2172B8-6C5E-7E45-AD9E-094B670CAB69}" type="presParOf" srcId="{B3B44CE8-9EB0-4E94-AC20-BBFD45B3B64F}" destId="{4D315DB8-C065-4BD9-91B8-C43A61E5098B}" srcOrd="4" destOrd="0" presId="urn:microsoft.com/office/officeart/2018/2/layout/IconVerticalSolidList"/>
    <dgm:cxn modelId="{F1A816D3-A8F8-0C41-8703-313670918CC4}" type="presParOf" srcId="{4D315DB8-C065-4BD9-91B8-C43A61E5098B}" destId="{3DCFFCF7-9656-439F-BBA1-13F8CDCDF580}" srcOrd="0" destOrd="0" presId="urn:microsoft.com/office/officeart/2018/2/layout/IconVerticalSolidList"/>
    <dgm:cxn modelId="{3A195EBD-1224-124A-A0F7-38240D101100}" type="presParOf" srcId="{4D315DB8-C065-4BD9-91B8-C43A61E5098B}" destId="{0F9FDF15-0AA0-473D-88E0-CE97E32171A0}" srcOrd="1" destOrd="0" presId="urn:microsoft.com/office/officeart/2018/2/layout/IconVerticalSolidList"/>
    <dgm:cxn modelId="{C1CFD609-BBD0-F742-8720-6775E0734BBB}" type="presParOf" srcId="{4D315DB8-C065-4BD9-91B8-C43A61E5098B}" destId="{BEAD7674-1BCA-4A65-915F-23B0136F2371}" srcOrd="2" destOrd="0" presId="urn:microsoft.com/office/officeart/2018/2/layout/IconVerticalSolidList"/>
    <dgm:cxn modelId="{2D3C9B7C-9036-E04D-9EB5-C6CA5B23BBC2}" type="presParOf" srcId="{4D315DB8-C065-4BD9-91B8-C43A61E5098B}" destId="{4E9A5E81-88A1-48A0-AFE5-8C2E829447C6}" srcOrd="3" destOrd="0" presId="urn:microsoft.com/office/officeart/2018/2/layout/IconVerticalSolidList"/>
    <dgm:cxn modelId="{5523B714-46A6-9546-A091-487C4D595DFF}" type="presParOf" srcId="{B3B44CE8-9EB0-4E94-AC20-BBFD45B3B64F}" destId="{2CE0F2B3-7CC5-4390-8ADB-31DD6C3E711B}" srcOrd="5" destOrd="0" presId="urn:microsoft.com/office/officeart/2018/2/layout/IconVerticalSolidList"/>
    <dgm:cxn modelId="{AE4D8549-8BF9-1844-9E16-C541A48F332C}" type="presParOf" srcId="{B3B44CE8-9EB0-4E94-AC20-BBFD45B3B64F}" destId="{2350B4E3-B65A-4FF7-914D-D10AB695422F}" srcOrd="6" destOrd="0" presId="urn:microsoft.com/office/officeart/2018/2/layout/IconVerticalSolidList"/>
    <dgm:cxn modelId="{FF65140E-4173-2244-B8C0-BEE2A6645FA4}" type="presParOf" srcId="{2350B4E3-B65A-4FF7-914D-D10AB695422F}" destId="{693E8EA8-B382-4DB9-9693-CC4A83C66864}" srcOrd="0" destOrd="0" presId="urn:microsoft.com/office/officeart/2018/2/layout/IconVerticalSolidList"/>
    <dgm:cxn modelId="{093500DD-C47C-704A-871F-EBC0EAF23067}" type="presParOf" srcId="{2350B4E3-B65A-4FF7-914D-D10AB695422F}" destId="{A1B2B1EA-5208-4C5B-8E7E-A2F7BA9F4A94}" srcOrd="1" destOrd="0" presId="urn:microsoft.com/office/officeart/2018/2/layout/IconVerticalSolidList"/>
    <dgm:cxn modelId="{C981AAE1-7AC0-5140-B1DF-1668AD38887E}" type="presParOf" srcId="{2350B4E3-B65A-4FF7-914D-D10AB695422F}" destId="{638C938E-6468-4496-BC07-970A09C5A1A7}" srcOrd="2" destOrd="0" presId="urn:microsoft.com/office/officeart/2018/2/layout/IconVerticalSolidList"/>
    <dgm:cxn modelId="{CB3EFB98-5ED4-5E4C-9DF9-39717AD4E92F}" type="presParOf" srcId="{2350B4E3-B65A-4FF7-914D-D10AB695422F}" destId="{54864B26-DA10-455E-A602-20A0CE7D3A9C}" srcOrd="3" destOrd="0" presId="urn:microsoft.com/office/officeart/2018/2/layout/IconVerticalSolidList"/>
    <dgm:cxn modelId="{60124377-3B5F-3647-85E3-27230C1D9627}" type="presParOf" srcId="{B3B44CE8-9EB0-4E94-AC20-BBFD45B3B64F}" destId="{266B042F-7D02-4D85-B2CB-4A9041D97857}" srcOrd="7" destOrd="0" presId="urn:microsoft.com/office/officeart/2018/2/layout/IconVerticalSolidList"/>
    <dgm:cxn modelId="{21F9D989-0639-1C40-812B-D1FAA861B72C}" type="presParOf" srcId="{B3B44CE8-9EB0-4E94-AC20-BBFD45B3B64F}" destId="{78971159-E34F-484C-AC41-6A7ADE5ADF47}" srcOrd="8" destOrd="0" presId="urn:microsoft.com/office/officeart/2018/2/layout/IconVerticalSolidList"/>
    <dgm:cxn modelId="{77C16D27-2E62-CF4B-A05C-3B84D88082C8}" type="presParOf" srcId="{78971159-E34F-484C-AC41-6A7ADE5ADF47}" destId="{7485C9CC-136B-45CA-ACEC-BE5C9D4E4E72}" srcOrd="0" destOrd="0" presId="urn:microsoft.com/office/officeart/2018/2/layout/IconVerticalSolidList"/>
    <dgm:cxn modelId="{525641C0-A8D6-CE43-A05F-B3898EA2ABCE}" type="presParOf" srcId="{78971159-E34F-484C-AC41-6A7ADE5ADF47}" destId="{C78D4626-1FAF-4B13-B316-6DBFB5221A01}" srcOrd="1" destOrd="0" presId="urn:microsoft.com/office/officeart/2018/2/layout/IconVerticalSolidList"/>
    <dgm:cxn modelId="{F7080CEA-BCDB-B144-A88B-AD20BDAE4996}" type="presParOf" srcId="{78971159-E34F-484C-AC41-6A7ADE5ADF47}" destId="{8EB9273C-2F5F-49DC-A2BC-2003C84BCBF4}" srcOrd="2" destOrd="0" presId="urn:microsoft.com/office/officeart/2018/2/layout/IconVerticalSolidList"/>
    <dgm:cxn modelId="{3723A2E9-6B42-E24D-8CD4-9E41F680FCD4}" type="presParOf" srcId="{78971159-E34F-484C-AC41-6A7ADE5ADF47}" destId="{3158C3DF-B0EA-4041-98EC-46489D1E8C1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AD8D98B-816E-4C82-A396-341BEE2BFC60}" type="doc">
      <dgm:prSet loTypeId="urn:microsoft.com/office/officeart/2005/8/layout/default" loCatId="list" qsTypeId="urn:microsoft.com/office/officeart/2005/8/quickstyle/simple2" qsCatId="simple" csTypeId="urn:microsoft.com/office/officeart/2005/8/colors/accent1_2" csCatId="accent1" phldr="1"/>
      <dgm:spPr/>
      <dgm:t>
        <a:bodyPr rtlCol="1"/>
        <a:lstStyle/>
        <a:p>
          <a:pPr rtl="1"/>
          <a:endParaRPr lang="en-US"/>
        </a:p>
      </dgm:t>
    </dgm:pt>
    <dgm:pt modelId="{AEA4962E-CB64-41C1-AB31-CD02E39A6365}">
      <dgm:prSet custT="1"/>
      <dgm:spPr>
        <a:solidFill>
          <a:schemeClr val="accent6">
            <a:lumMod val="20000"/>
            <a:lumOff val="80000"/>
          </a:schemeClr>
        </a:solidFill>
        <a:ln>
          <a:solidFill>
            <a:schemeClr val="accent6">
              <a:lumMod val="20000"/>
              <a:lumOff val="80000"/>
            </a:schemeClr>
          </a:solidFill>
        </a:ln>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معلومات العملاء</a:t>
          </a:r>
          <a:endParaRPr lang="en-US" sz="2800" dirty="0">
            <a:solidFill>
              <a:schemeClr val="tx1"/>
            </a:solidFill>
            <a:latin typeface="Times New Roman" panose="02020603050405020304" pitchFamily="18" charset="0"/>
            <a:cs typeface="Times New Roman" panose="02020603050405020304" pitchFamily="18" charset="0"/>
          </a:endParaRPr>
        </a:p>
      </dgm:t>
    </dgm:pt>
    <dgm:pt modelId="{22832000-7228-4D79-9921-3303C2D7CD32}" type="parTrans" cxnId="{B9D01DD1-D44C-433E-B656-67D9C1077791}">
      <dgm:prSet/>
      <dgm:spPr/>
      <dgm:t>
        <a:bodyPr rtlCol="1"/>
        <a:lstStyle/>
        <a:p>
          <a:pPr rtl="1"/>
          <a:endParaRPr lang="en-US"/>
        </a:p>
      </dgm:t>
    </dgm:pt>
    <dgm:pt modelId="{F4B8B870-23EC-44D2-A722-1F94EB80CDA3}" type="sibTrans" cxnId="{B9D01DD1-D44C-433E-B656-67D9C1077791}">
      <dgm:prSet/>
      <dgm:spPr/>
      <dgm:t>
        <a:bodyPr rtlCol="1"/>
        <a:lstStyle/>
        <a:p>
          <a:pPr rtl="1"/>
          <a:endParaRPr lang="en-US"/>
        </a:p>
      </dgm:t>
    </dgm:pt>
    <dgm:pt modelId="{FBFCD02B-C341-4482-A261-01B8F234A1F3}">
      <dgm:prSet custT="1"/>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إجراءات الحجز</a:t>
          </a:r>
          <a:endParaRPr lang="en-US" sz="2800" dirty="0">
            <a:solidFill>
              <a:schemeClr val="tx1"/>
            </a:solidFill>
            <a:latin typeface="Times New Roman" panose="02020603050405020304" pitchFamily="18" charset="0"/>
            <a:cs typeface="Times New Roman" panose="02020603050405020304" pitchFamily="18" charset="0"/>
          </a:endParaRPr>
        </a:p>
      </dgm:t>
    </dgm:pt>
    <dgm:pt modelId="{A544362E-97D1-47CA-857B-498C2E3BD000}" type="parTrans" cxnId="{D413F13E-1CF2-4343-B9FB-E6C4EC63DB41}">
      <dgm:prSet/>
      <dgm:spPr/>
      <dgm:t>
        <a:bodyPr rtlCol="1"/>
        <a:lstStyle/>
        <a:p>
          <a:pPr rtl="1"/>
          <a:endParaRPr lang="en-US"/>
        </a:p>
      </dgm:t>
    </dgm:pt>
    <dgm:pt modelId="{A7E02F98-E053-4B15-A16D-47FF5708241D}" type="sibTrans" cxnId="{D413F13E-1CF2-4343-B9FB-E6C4EC63DB41}">
      <dgm:prSet/>
      <dgm:spPr/>
      <dgm:t>
        <a:bodyPr rtlCol="1"/>
        <a:lstStyle/>
        <a:p>
          <a:pPr rtl="1"/>
          <a:endParaRPr lang="en-US"/>
        </a:p>
      </dgm:t>
    </dgm:pt>
    <dgm:pt modelId="{951551E7-5D4E-4812-9F62-BAA6514339BA}">
      <dgm:prSet custT="1"/>
      <dgm:spPr>
        <a:solidFill>
          <a:schemeClr val="accent6">
            <a:lumMod val="20000"/>
            <a:lumOff val="80000"/>
          </a:schemeClr>
        </a:solidFill>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تعريف العملاء بالخدمات</a:t>
          </a:r>
          <a:endParaRPr lang="en-US" sz="2800" dirty="0">
            <a:solidFill>
              <a:schemeClr val="tx1"/>
            </a:solidFill>
            <a:latin typeface="Times New Roman" panose="02020603050405020304" pitchFamily="18" charset="0"/>
            <a:cs typeface="Times New Roman" panose="02020603050405020304" pitchFamily="18" charset="0"/>
          </a:endParaRPr>
        </a:p>
      </dgm:t>
    </dgm:pt>
    <dgm:pt modelId="{0348BAD0-D9FF-44FA-8D92-F77D3C01D376}" type="parTrans" cxnId="{550A93EA-F499-4438-93CF-CD746DF7DE53}">
      <dgm:prSet/>
      <dgm:spPr/>
      <dgm:t>
        <a:bodyPr rtlCol="1"/>
        <a:lstStyle/>
        <a:p>
          <a:pPr rtl="1"/>
          <a:endParaRPr lang="en-US"/>
        </a:p>
      </dgm:t>
    </dgm:pt>
    <dgm:pt modelId="{EB4532CE-30DE-4581-81F7-3E0E542C9850}" type="sibTrans" cxnId="{550A93EA-F499-4438-93CF-CD746DF7DE53}">
      <dgm:prSet/>
      <dgm:spPr/>
      <dgm:t>
        <a:bodyPr rtlCol="1"/>
        <a:lstStyle/>
        <a:p>
          <a:pPr rtl="1"/>
          <a:endParaRPr lang="en-US"/>
        </a:p>
      </dgm:t>
    </dgm:pt>
    <dgm:pt modelId="{8CD27946-8ED6-4490-A524-6817672C9A1C}">
      <dgm:prSet custT="1"/>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سجلات العملاء</a:t>
          </a:r>
          <a:endParaRPr lang="en-US" sz="2800" dirty="0">
            <a:solidFill>
              <a:schemeClr val="tx1"/>
            </a:solidFill>
            <a:latin typeface="Times New Roman" panose="02020603050405020304" pitchFamily="18" charset="0"/>
            <a:cs typeface="Times New Roman" panose="02020603050405020304" pitchFamily="18" charset="0"/>
          </a:endParaRPr>
        </a:p>
      </dgm:t>
    </dgm:pt>
    <dgm:pt modelId="{ED832FB4-401C-4314-B430-1CFD41331ABF}" type="parTrans" cxnId="{75AA20C0-1BCC-4960-8D48-3F27A1369C94}">
      <dgm:prSet/>
      <dgm:spPr/>
      <dgm:t>
        <a:bodyPr rtlCol="1"/>
        <a:lstStyle/>
        <a:p>
          <a:pPr rtl="1"/>
          <a:endParaRPr lang="en-US"/>
        </a:p>
      </dgm:t>
    </dgm:pt>
    <dgm:pt modelId="{108471D9-21BB-4392-B7CE-4304611E678A}" type="sibTrans" cxnId="{75AA20C0-1BCC-4960-8D48-3F27A1369C94}">
      <dgm:prSet/>
      <dgm:spPr/>
      <dgm:t>
        <a:bodyPr rtlCol="1"/>
        <a:lstStyle/>
        <a:p>
          <a:pPr rtl="1"/>
          <a:endParaRPr lang="en-US"/>
        </a:p>
      </dgm:t>
    </dgm:pt>
    <dgm:pt modelId="{A8522630-C8BA-4807-AC1C-C70D7C28CCDC}">
      <dgm:prSet custT="1"/>
      <dgm:spPr>
        <a:solidFill>
          <a:schemeClr val="accent6">
            <a:lumMod val="20000"/>
            <a:lumOff val="80000"/>
          </a:schemeClr>
        </a:solidFill>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أنظمة الحجز</a:t>
          </a:r>
          <a:endParaRPr lang="en-US" sz="2800" dirty="0">
            <a:solidFill>
              <a:schemeClr val="tx1"/>
            </a:solidFill>
            <a:latin typeface="Times New Roman" panose="02020603050405020304" pitchFamily="18" charset="0"/>
            <a:cs typeface="Times New Roman" panose="02020603050405020304" pitchFamily="18" charset="0"/>
          </a:endParaRPr>
        </a:p>
      </dgm:t>
    </dgm:pt>
    <dgm:pt modelId="{F6606469-2F92-4A80-B06A-01722EB46B32}" type="parTrans" cxnId="{273759CC-B67E-4E00-82F3-130F44681F42}">
      <dgm:prSet/>
      <dgm:spPr/>
      <dgm:t>
        <a:bodyPr rtlCol="1"/>
        <a:lstStyle/>
        <a:p>
          <a:pPr rtl="1"/>
          <a:endParaRPr lang="en-US"/>
        </a:p>
      </dgm:t>
    </dgm:pt>
    <dgm:pt modelId="{5D84DC8E-2FF2-4E89-988E-CBA97994A35B}" type="sibTrans" cxnId="{273759CC-B67E-4E00-82F3-130F44681F42}">
      <dgm:prSet/>
      <dgm:spPr/>
      <dgm:t>
        <a:bodyPr rtlCol="1"/>
        <a:lstStyle/>
        <a:p>
          <a:pPr rtl="1"/>
          <a:endParaRPr lang="en-US"/>
        </a:p>
      </dgm:t>
    </dgm:pt>
    <dgm:pt modelId="{80C60D78-2675-4858-9B4F-20252B803C9D}">
      <dgm:prSet custT="1"/>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اتجاهات العملاء</a:t>
          </a:r>
          <a:endParaRPr lang="en-US" sz="2800" dirty="0">
            <a:solidFill>
              <a:schemeClr val="tx1"/>
            </a:solidFill>
            <a:latin typeface="Times New Roman" panose="02020603050405020304" pitchFamily="18" charset="0"/>
            <a:cs typeface="Times New Roman" panose="02020603050405020304" pitchFamily="18" charset="0"/>
          </a:endParaRPr>
        </a:p>
      </dgm:t>
    </dgm:pt>
    <dgm:pt modelId="{A8F1CA16-0305-4A5F-AC20-82D9AE137332}" type="parTrans" cxnId="{A25AC662-F278-42A8-ADAC-C6DD68FEAA1B}">
      <dgm:prSet/>
      <dgm:spPr/>
      <dgm:t>
        <a:bodyPr rtlCol="1"/>
        <a:lstStyle/>
        <a:p>
          <a:pPr rtl="1"/>
          <a:endParaRPr lang="en-US"/>
        </a:p>
      </dgm:t>
    </dgm:pt>
    <dgm:pt modelId="{4E7C2037-8165-4F26-A594-523C15660A7C}" type="sibTrans" cxnId="{A25AC662-F278-42A8-ADAC-C6DD68FEAA1B}">
      <dgm:prSet/>
      <dgm:spPr/>
      <dgm:t>
        <a:bodyPr rtlCol="1"/>
        <a:lstStyle/>
        <a:p>
          <a:pPr rtl="1"/>
          <a:endParaRPr lang="en-US"/>
        </a:p>
      </dgm:t>
    </dgm:pt>
    <dgm:pt modelId="{212813CF-67E7-481E-AF9A-AFB68FDA66FD}">
      <dgm:prSet custT="1"/>
      <dgm:spPr>
        <a:solidFill>
          <a:schemeClr val="accent6">
            <a:lumMod val="20000"/>
            <a:lumOff val="80000"/>
          </a:schemeClr>
        </a:solidFill>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تحليل السوق</a:t>
          </a:r>
          <a:endParaRPr lang="en-US" sz="2800" dirty="0">
            <a:solidFill>
              <a:schemeClr val="tx1"/>
            </a:solidFill>
            <a:latin typeface="Times New Roman" panose="02020603050405020304" pitchFamily="18" charset="0"/>
            <a:cs typeface="Times New Roman" panose="02020603050405020304" pitchFamily="18" charset="0"/>
          </a:endParaRPr>
        </a:p>
      </dgm:t>
    </dgm:pt>
    <dgm:pt modelId="{9C2D208C-C6E5-4842-929D-85E8B97E7A43}" type="parTrans" cxnId="{3F1A6CAB-B850-4474-8A52-41EB8B8822C6}">
      <dgm:prSet/>
      <dgm:spPr/>
      <dgm:t>
        <a:bodyPr rtlCol="1"/>
        <a:lstStyle/>
        <a:p>
          <a:pPr rtl="1"/>
          <a:endParaRPr lang="en-US"/>
        </a:p>
      </dgm:t>
    </dgm:pt>
    <dgm:pt modelId="{B73FD130-E753-44DF-86E5-29B3425216E5}" type="sibTrans" cxnId="{3F1A6CAB-B850-4474-8A52-41EB8B8822C6}">
      <dgm:prSet/>
      <dgm:spPr/>
      <dgm:t>
        <a:bodyPr rtlCol="1"/>
        <a:lstStyle/>
        <a:p>
          <a:pPr rtl="1"/>
          <a:endParaRPr lang="en-US"/>
        </a:p>
      </dgm:t>
    </dgm:pt>
    <dgm:pt modelId="{E4236E1F-18CB-49F6-86A3-B31D336B8E57}">
      <dgm:prSet custT="1"/>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آراء العملاء</a:t>
          </a:r>
          <a:endParaRPr lang="en-US" sz="2800" dirty="0">
            <a:solidFill>
              <a:schemeClr val="tx1"/>
            </a:solidFill>
            <a:latin typeface="Times New Roman" panose="02020603050405020304" pitchFamily="18" charset="0"/>
            <a:cs typeface="Times New Roman" panose="02020603050405020304" pitchFamily="18" charset="0"/>
          </a:endParaRPr>
        </a:p>
      </dgm:t>
    </dgm:pt>
    <dgm:pt modelId="{3260B593-35D9-423B-B110-95AEE61CA280}" type="parTrans" cxnId="{37F4BB20-AE6B-4259-AEB9-B971A91966EC}">
      <dgm:prSet/>
      <dgm:spPr/>
      <dgm:t>
        <a:bodyPr rtlCol="1"/>
        <a:lstStyle/>
        <a:p>
          <a:pPr rtl="1"/>
          <a:endParaRPr lang="en-US"/>
        </a:p>
      </dgm:t>
    </dgm:pt>
    <dgm:pt modelId="{AD1276FB-C996-4BEC-B738-3EFDED97BF57}" type="sibTrans" cxnId="{37F4BB20-AE6B-4259-AEB9-B971A91966EC}">
      <dgm:prSet/>
      <dgm:spPr/>
      <dgm:t>
        <a:bodyPr rtlCol="1"/>
        <a:lstStyle/>
        <a:p>
          <a:pPr rtl="1"/>
          <a:endParaRPr lang="en-US"/>
        </a:p>
      </dgm:t>
    </dgm:pt>
    <dgm:pt modelId="{71F787CF-0F01-40C7-BB51-0F3EC504E036}">
      <dgm:prSet custT="1"/>
      <dgm:spPr>
        <a:solidFill>
          <a:schemeClr val="accent6">
            <a:lumMod val="20000"/>
            <a:lumOff val="80000"/>
          </a:schemeClr>
        </a:solidFill>
      </dgm:spPr>
      <dgm:t>
        <a:bodyPr rtlCol="1"/>
        <a:lstStyle/>
        <a:p>
          <a:pPr rtl="1"/>
          <a:r>
            <a:rPr lang="ar" sz="2800" dirty="0">
              <a:solidFill>
                <a:schemeClr val="tx1"/>
              </a:solidFill>
              <a:latin typeface="Times New Roman" panose="02020603050405020304" pitchFamily="18" charset="0"/>
              <a:cs typeface="Times New Roman" panose="02020603050405020304" pitchFamily="18" charset="0"/>
            </a:rPr>
            <a:t>شكاوى العملاء</a:t>
          </a:r>
          <a:endParaRPr lang="en-US" sz="2800" dirty="0">
            <a:solidFill>
              <a:schemeClr val="tx1"/>
            </a:solidFill>
            <a:latin typeface="Times New Roman" panose="02020603050405020304" pitchFamily="18" charset="0"/>
            <a:cs typeface="Times New Roman" panose="02020603050405020304" pitchFamily="18" charset="0"/>
          </a:endParaRPr>
        </a:p>
      </dgm:t>
    </dgm:pt>
    <dgm:pt modelId="{5AFDD895-0159-402E-BC5D-383D9E3E0515}" type="parTrans" cxnId="{450FA917-FE67-4DE2-9391-8CD40F2CE73A}">
      <dgm:prSet/>
      <dgm:spPr/>
      <dgm:t>
        <a:bodyPr rtlCol="1"/>
        <a:lstStyle/>
        <a:p>
          <a:pPr rtl="1"/>
          <a:endParaRPr lang="en-US"/>
        </a:p>
      </dgm:t>
    </dgm:pt>
    <dgm:pt modelId="{7F5CFE2A-4608-4092-B843-CA8654EAFC55}" type="sibTrans" cxnId="{450FA917-FE67-4DE2-9391-8CD40F2CE73A}">
      <dgm:prSet/>
      <dgm:spPr/>
      <dgm:t>
        <a:bodyPr rtlCol="1"/>
        <a:lstStyle/>
        <a:p>
          <a:pPr rtl="1"/>
          <a:endParaRPr lang="en-US"/>
        </a:p>
      </dgm:t>
    </dgm:pt>
    <dgm:pt modelId="{91562259-17FE-4542-BC80-F64A41E5D844}" type="pres">
      <dgm:prSet presAssocID="{6AD8D98B-816E-4C82-A396-341BEE2BFC60}" presName="diagram" presStyleCnt="0">
        <dgm:presLayoutVars>
          <dgm:dir val="rev"/>
          <dgm:resizeHandles val="exact"/>
        </dgm:presLayoutVars>
      </dgm:prSet>
      <dgm:spPr/>
    </dgm:pt>
    <dgm:pt modelId="{90A09537-801A-574F-90B2-B0D7C8F3DF6A}" type="pres">
      <dgm:prSet presAssocID="{AEA4962E-CB64-41C1-AB31-CD02E39A6365}" presName="node" presStyleLbl="node1" presStyleIdx="0" presStyleCnt="9">
        <dgm:presLayoutVars>
          <dgm:bulletEnabled val="1"/>
        </dgm:presLayoutVars>
      </dgm:prSet>
      <dgm:spPr/>
    </dgm:pt>
    <dgm:pt modelId="{8EF53497-4CB3-2C41-8332-B5CDF3CFBA5D}" type="pres">
      <dgm:prSet presAssocID="{F4B8B870-23EC-44D2-A722-1F94EB80CDA3}" presName="sibTrans" presStyleCnt="0"/>
      <dgm:spPr/>
    </dgm:pt>
    <dgm:pt modelId="{301CED3F-1B08-9447-92A1-75505B2DAC67}" type="pres">
      <dgm:prSet presAssocID="{FBFCD02B-C341-4482-A261-01B8F234A1F3}" presName="node" presStyleLbl="node1" presStyleIdx="1" presStyleCnt="9">
        <dgm:presLayoutVars>
          <dgm:bulletEnabled val="1"/>
        </dgm:presLayoutVars>
      </dgm:prSet>
      <dgm:spPr/>
    </dgm:pt>
    <dgm:pt modelId="{0ECED2B3-9FBE-634A-BD1C-A5B8AF731C4B}" type="pres">
      <dgm:prSet presAssocID="{A7E02F98-E053-4B15-A16D-47FF5708241D}" presName="sibTrans" presStyleCnt="0"/>
      <dgm:spPr/>
    </dgm:pt>
    <dgm:pt modelId="{351D77A6-B389-CE46-9B9B-F0246B94ABD9}" type="pres">
      <dgm:prSet presAssocID="{951551E7-5D4E-4812-9F62-BAA6514339BA}" presName="node" presStyleLbl="node1" presStyleIdx="2" presStyleCnt="9">
        <dgm:presLayoutVars>
          <dgm:bulletEnabled val="1"/>
        </dgm:presLayoutVars>
      </dgm:prSet>
      <dgm:spPr/>
    </dgm:pt>
    <dgm:pt modelId="{E2589F49-5ADB-3C4D-97CC-280951462855}" type="pres">
      <dgm:prSet presAssocID="{EB4532CE-30DE-4581-81F7-3E0E542C9850}" presName="sibTrans" presStyleCnt="0"/>
      <dgm:spPr/>
    </dgm:pt>
    <dgm:pt modelId="{2DA5C5AD-8518-E944-B3B5-5F1FB659DC86}" type="pres">
      <dgm:prSet presAssocID="{8CD27946-8ED6-4490-A524-6817672C9A1C}" presName="node" presStyleLbl="node1" presStyleIdx="3" presStyleCnt="9">
        <dgm:presLayoutVars>
          <dgm:bulletEnabled val="1"/>
        </dgm:presLayoutVars>
      </dgm:prSet>
      <dgm:spPr/>
    </dgm:pt>
    <dgm:pt modelId="{8D77889D-E87F-1D4A-86A9-57E79FB1BC2F}" type="pres">
      <dgm:prSet presAssocID="{108471D9-21BB-4392-B7CE-4304611E678A}" presName="sibTrans" presStyleCnt="0"/>
      <dgm:spPr/>
    </dgm:pt>
    <dgm:pt modelId="{A13DDEDE-2847-914E-A1C2-0F3F500D04CE}" type="pres">
      <dgm:prSet presAssocID="{A8522630-C8BA-4807-AC1C-C70D7C28CCDC}" presName="node" presStyleLbl="node1" presStyleIdx="4" presStyleCnt="9">
        <dgm:presLayoutVars>
          <dgm:bulletEnabled val="1"/>
        </dgm:presLayoutVars>
      </dgm:prSet>
      <dgm:spPr/>
    </dgm:pt>
    <dgm:pt modelId="{8D85CB0F-17CA-3A43-A396-96F04BB063E1}" type="pres">
      <dgm:prSet presAssocID="{5D84DC8E-2FF2-4E89-988E-CBA97994A35B}" presName="sibTrans" presStyleCnt="0"/>
      <dgm:spPr/>
    </dgm:pt>
    <dgm:pt modelId="{DE7D9895-DA10-7846-BA54-85E9020F78DB}" type="pres">
      <dgm:prSet presAssocID="{80C60D78-2675-4858-9B4F-20252B803C9D}" presName="node" presStyleLbl="node1" presStyleIdx="5" presStyleCnt="9">
        <dgm:presLayoutVars>
          <dgm:bulletEnabled val="1"/>
        </dgm:presLayoutVars>
      </dgm:prSet>
      <dgm:spPr/>
    </dgm:pt>
    <dgm:pt modelId="{1D20B9DB-9432-174F-9EE2-E411DBE9E813}" type="pres">
      <dgm:prSet presAssocID="{4E7C2037-8165-4F26-A594-523C15660A7C}" presName="sibTrans" presStyleCnt="0"/>
      <dgm:spPr/>
    </dgm:pt>
    <dgm:pt modelId="{2BEA21AC-696E-414E-931E-285FAFD71C1B}" type="pres">
      <dgm:prSet presAssocID="{212813CF-67E7-481E-AF9A-AFB68FDA66FD}" presName="node" presStyleLbl="node1" presStyleIdx="6" presStyleCnt="9">
        <dgm:presLayoutVars>
          <dgm:bulletEnabled val="1"/>
        </dgm:presLayoutVars>
      </dgm:prSet>
      <dgm:spPr/>
    </dgm:pt>
    <dgm:pt modelId="{5D4577BC-FE41-644C-AA0E-FBC8553E16C2}" type="pres">
      <dgm:prSet presAssocID="{B73FD130-E753-44DF-86E5-29B3425216E5}" presName="sibTrans" presStyleCnt="0"/>
      <dgm:spPr/>
    </dgm:pt>
    <dgm:pt modelId="{EE001B8F-013B-2A48-93B3-949E3FDE3174}" type="pres">
      <dgm:prSet presAssocID="{E4236E1F-18CB-49F6-86A3-B31D336B8E57}" presName="node" presStyleLbl="node1" presStyleIdx="7" presStyleCnt="9">
        <dgm:presLayoutVars>
          <dgm:bulletEnabled val="1"/>
        </dgm:presLayoutVars>
      </dgm:prSet>
      <dgm:spPr/>
    </dgm:pt>
    <dgm:pt modelId="{6265BD81-9CF2-8E41-9594-DF6E3BF2FA20}" type="pres">
      <dgm:prSet presAssocID="{AD1276FB-C996-4BEC-B738-3EFDED97BF57}" presName="sibTrans" presStyleCnt="0"/>
      <dgm:spPr/>
    </dgm:pt>
    <dgm:pt modelId="{AE9B6264-BE12-8946-AEA3-D33C38267855}" type="pres">
      <dgm:prSet presAssocID="{71F787CF-0F01-40C7-BB51-0F3EC504E036}" presName="node" presStyleLbl="node1" presStyleIdx="8" presStyleCnt="9">
        <dgm:presLayoutVars>
          <dgm:bulletEnabled val="1"/>
        </dgm:presLayoutVars>
      </dgm:prSet>
      <dgm:spPr/>
    </dgm:pt>
  </dgm:ptLst>
  <dgm:cxnLst>
    <dgm:cxn modelId="{08770300-8D1D-5F4A-B265-3E7A197DFBF6}" type="presOf" srcId="{212813CF-67E7-481E-AF9A-AFB68FDA66FD}" destId="{2BEA21AC-696E-414E-931E-285FAFD71C1B}" srcOrd="0" destOrd="0" presId="urn:microsoft.com/office/officeart/2005/8/layout/default"/>
    <dgm:cxn modelId="{450FA917-FE67-4DE2-9391-8CD40F2CE73A}" srcId="{6AD8D98B-816E-4C82-A396-341BEE2BFC60}" destId="{71F787CF-0F01-40C7-BB51-0F3EC504E036}" srcOrd="8" destOrd="0" parTransId="{5AFDD895-0159-402E-BC5D-383D9E3E0515}" sibTransId="{7F5CFE2A-4608-4092-B843-CA8654EAFC55}"/>
    <dgm:cxn modelId="{37F4BB20-AE6B-4259-AEB9-B971A91966EC}" srcId="{6AD8D98B-816E-4C82-A396-341BEE2BFC60}" destId="{E4236E1F-18CB-49F6-86A3-B31D336B8E57}" srcOrd="7" destOrd="0" parTransId="{3260B593-35D9-423B-B110-95AEE61CA280}" sibTransId="{AD1276FB-C996-4BEC-B738-3EFDED97BF57}"/>
    <dgm:cxn modelId="{684B3137-B7FB-E847-9910-39C6C757FD75}" type="presOf" srcId="{AEA4962E-CB64-41C1-AB31-CD02E39A6365}" destId="{90A09537-801A-574F-90B2-B0D7C8F3DF6A}" srcOrd="0" destOrd="0" presId="urn:microsoft.com/office/officeart/2005/8/layout/default"/>
    <dgm:cxn modelId="{D413F13E-1CF2-4343-B9FB-E6C4EC63DB41}" srcId="{6AD8D98B-816E-4C82-A396-341BEE2BFC60}" destId="{FBFCD02B-C341-4482-A261-01B8F234A1F3}" srcOrd="1" destOrd="0" parTransId="{A544362E-97D1-47CA-857B-498C2E3BD000}" sibTransId="{A7E02F98-E053-4B15-A16D-47FF5708241D}"/>
    <dgm:cxn modelId="{A25AC662-F278-42A8-ADAC-C6DD68FEAA1B}" srcId="{6AD8D98B-816E-4C82-A396-341BEE2BFC60}" destId="{80C60D78-2675-4858-9B4F-20252B803C9D}" srcOrd="5" destOrd="0" parTransId="{A8F1CA16-0305-4A5F-AC20-82D9AE137332}" sibTransId="{4E7C2037-8165-4F26-A594-523C15660A7C}"/>
    <dgm:cxn modelId="{B2862853-C8F3-D147-8664-157E7B1F90B5}" type="presOf" srcId="{FBFCD02B-C341-4482-A261-01B8F234A1F3}" destId="{301CED3F-1B08-9447-92A1-75505B2DAC67}" srcOrd="0" destOrd="0" presId="urn:microsoft.com/office/officeart/2005/8/layout/default"/>
    <dgm:cxn modelId="{D829A1A3-87EF-BD46-BC3A-F627CE8D58B2}" type="presOf" srcId="{E4236E1F-18CB-49F6-86A3-B31D336B8E57}" destId="{EE001B8F-013B-2A48-93B3-949E3FDE3174}" srcOrd="0" destOrd="0" presId="urn:microsoft.com/office/officeart/2005/8/layout/default"/>
    <dgm:cxn modelId="{3F1A6CAB-B850-4474-8A52-41EB8B8822C6}" srcId="{6AD8D98B-816E-4C82-A396-341BEE2BFC60}" destId="{212813CF-67E7-481E-AF9A-AFB68FDA66FD}" srcOrd="6" destOrd="0" parTransId="{9C2D208C-C6E5-4842-929D-85E8B97E7A43}" sibTransId="{B73FD130-E753-44DF-86E5-29B3425216E5}"/>
    <dgm:cxn modelId="{5A97A3AE-47B3-A04C-A2E2-86159EEEEFA1}" type="presOf" srcId="{8CD27946-8ED6-4490-A524-6817672C9A1C}" destId="{2DA5C5AD-8518-E944-B3B5-5F1FB659DC86}" srcOrd="0" destOrd="0" presId="urn:microsoft.com/office/officeart/2005/8/layout/default"/>
    <dgm:cxn modelId="{75AA20C0-1BCC-4960-8D48-3F27A1369C94}" srcId="{6AD8D98B-816E-4C82-A396-341BEE2BFC60}" destId="{8CD27946-8ED6-4490-A524-6817672C9A1C}" srcOrd="3" destOrd="0" parTransId="{ED832FB4-401C-4314-B430-1CFD41331ABF}" sibTransId="{108471D9-21BB-4392-B7CE-4304611E678A}"/>
    <dgm:cxn modelId="{18657EC6-0633-B849-A1F9-C8B844EAFD0A}" type="presOf" srcId="{71F787CF-0F01-40C7-BB51-0F3EC504E036}" destId="{AE9B6264-BE12-8946-AEA3-D33C38267855}" srcOrd="0" destOrd="0" presId="urn:microsoft.com/office/officeart/2005/8/layout/default"/>
    <dgm:cxn modelId="{8ECE4DC8-CA8C-9C42-99CE-0A5334F10848}" type="presOf" srcId="{951551E7-5D4E-4812-9F62-BAA6514339BA}" destId="{351D77A6-B389-CE46-9B9B-F0246B94ABD9}" srcOrd="0" destOrd="0" presId="urn:microsoft.com/office/officeart/2005/8/layout/default"/>
    <dgm:cxn modelId="{273759CC-B67E-4E00-82F3-130F44681F42}" srcId="{6AD8D98B-816E-4C82-A396-341BEE2BFC60}" destId="{A8522630-C8BA-4807-AC1C-C70D7C28CCDC}" srcOrd="4" destOrd="0" parTransId="{F6606469-2F92-4A80-B06A-01722EB46B32}" sibTransId="{5D84DC8E-2FF2-4E89-988E-CBA97994A35B}"/>
    <dgm:cxn modelId="{B9D01DD1-D44C-433E-B656-67D9C1077791}" srcId="{6AD8D98B-816E-4C82-A396-341BEE2BFC60}" destId="{AEA4962E-CB64-41C1-AB31-CD02E39A6365}" srcOrd="0" destOrd="0" parTransId="{22832000-7228-4D79-9921-3303C2D7CD32}" sibTransId="{F4B8B870-23EC-44D2-A722-1F94EB80CDA3}"/>
    <dgm:cxn modelId="{F35E70DA-2D97-A049-9118-E53A97C3E175}" type="presOf" srcId="{A8522630-C8BA-4807-AC1C-C70D7C28CCDC}" destId="{A13DDEDE-2847-914E-A1C2-0F3F500D04CE}" srcOrd="0" destOrd="0" presId="urn:microsoft.com/office/officeart/2005/8/layout/default"/>
    <dgm:cxn modelId="{550A93EA-F499-4438-93CF-CD746DF7DE53}" srcId="{6AD8D98B-816E-4C82-A396-341BEE2BFC60}" destId="{951551E7-5D4E-4812-9F62-BAA6514339BA}" srcOrd="2" destOrd="0" parTransId="{0348BAD0-D9FF-44FA-8D92-F77D3C01D376}" sibTransId="{EB4532CE-30DE-4581-81F7-3E0E542C9850}"/>
    <dgm:cxn modelId="{932D01F9-3A1C-6B47-9E63-2D8435C7B721}" type="presOf" srcId="{6AD8D98B-816E-4C82-A396-341BEE2BFC60}" destId="{91562259-17FE-4542-BC80-F64A41E5D844}" srcOrd="0" destOrd="0" presId="urn:microsoft.com/office/officeart/2005/8/layout/default"/>
    <dgm:cxn modelId="{E6926BF9-944F-C44D-9E85-ED3AA6234DF7}" type="presOf" srcId="{80C60D78-2675-4858-9B4F-20252B803C9D}" destId="{DE7D9895-DA10-7846-BA54-85E9020F78DB}" srcOrd="0" destOrd="0" presId="urn:microsoft.com/office/officeart/2005/8/layout/default"/>
    <dgm:cxn modelId="{0DA17879-F7CB-A24B-985D-9D7FFB74D63B}" type="presParOf" srcId="{91562259-17FE-4542-BC80-F64A41E5D844}" destId="{90A09537-801A-574F-90B2-B0D7C8F3DF6A}" srcOrd="0" destOrd="0" presId="urn:microsoft.com/office/officeart/2005/8/layout/default"/>
    <dgm:cxn modelId="{7F4AFB09-627E-3D42-BC0A-7ECDB602D1B3}" type="presParOf" srcId="{91562259-17FE-4542-BC80-F64A41E5D844}" destId="{8EF53497-4CB3-2C41-8332-B5CDF3CFBA5D}" srcOrd="1" destOrd="0" presId="urn:microsoft.com/office/officeart/2005/8/layout/default"/>
    <dgm:cxn modelId="{E273B1A9-8D41-5D40-9101-2FA0AFD487DE}" type="presParOf" srcId="{91562259-17FE-4542-BC80-F64A41E5D844}" destId="{301CED3F-1B08-9447-92A1-75505B2DAC67}" srcOrd="2" destOrd="0" presId="urn:microsoft.com/office/officeart/2005/8/layout/default"/>
    <dgm:cxn modelId="{9A1DDADC-4D3D-1E4C-BD07-D4094002858F}" type="presParOf" srcId="{91562259-17FE-4542-BC80-F64A41E5D844}" destId="{0ECED2B3-9FBE-634A-BD1C-A5B8AF731C4B}" srcOrd="3" destOrd="0" presId="urn:microsoft.com/office/officeart/2005/8/layout/default"/>
    <dgm:cxn modelId="{4A454647-6FD1-0D4C-AB57-08D3EB117BC8}" type="presParOf" srcId="{91562259-17FE-4542-BC80-F64A41E5D844}" destId="{351D77A6-B389-CE46-9B9B-F0246B94ABD9}" srcOrd="4" destOrd="0" presId="urn:microsoft.com/office/officeart/2005/8/layout/default"/>
    <dgm:cxn modelId="{940CB4C2-97C7-5049-80BB-E43FE3E47868}" type="presParOf" srcId="{91562259-17FE-4542-BC80-F64A41E5D844}" destId="{E2589F49-5ADB-3C4D-97CC-280951462855}" srcOrd="5" destOrd="0" presId="urn:microsoft.com/office/officeart/2005/8/layout/default"/>
    <dgm:cxn modelId="{0067553F-DD78-E94A-9FC8-4C1FA2FCE236}" type="presParOf" srcId="{91562259-17FE-4542-BC80-F64A41E5D844}" destId="{2DA5C5AD-8518-E944-B3B5-5F1FB659DC86}" srcOrd="6" destOrd="0" presId="urn:microsoft.com/office/officeart/2005/8/layout/default"/>
    <dgm:cxn modelId="{178363C0-4383-784C-8361-963075A0FBB4}" type="presParOf" srcId="{91562259-17FE-4542-BC80-F64A41E5D844}" destId="{8D77889D-E87F-1D4A-86A9-57E79FB1BC2F}" srcOrd="7" destOrd="0" presId="urn:microsoft.com/office/officeart/2005/8/layout/default"/>
    <dgm:cxn modelId="{2C637C59-2AB5-0847-A35A-10E9E1027821}" type="presParOf" srcId="{91562259-17FE-4542-BC80-F64A41E5D844}" destId="{A13DDEDE-2847-914E-A1C2-0F3F500D04CE}" srcOrd="8" destOrd="0" presId="urn:microsoft.com/office/officeart/2005/8/layout/default"/>
    <dgm:cxn modelId="{66FD0702-710F-1D44-9468-18CFE35E1D22}" type="presParOf" srcId="{91562259-17FE-4542-BC80-F64A41E5D844}" destId="{8D85CB0F-17CA-3A43-A396-96F04BB063E1}" srcOrd="9" destOrd="0" presId="urn:microsoft.com/office/officeart/2005/8/layout/default"/>
    <dgm:cxn modelId="{77B97F54-C17C-974F-9839-258960CAF812}" type="presParOf" srcId="{91562259-17FE-4542-BC80-F64A41E5D844}" destId="{DE7D9895-DA10-7846-BA54-85E9020F78DB}" srcOrd="10" destOrd="0" presId="urn:microsoft.com/office/officeart/2005/8/layout/default"/>
    <dgm:cxn modelId="{41D01872-D371-B34C-8D3A-085A34F81D63}" type="presParOf" srcId="{91562259-17FE-4542-BC80-F64A41E5D844}" destId="{1D20B9DB-9432-174F-9EE2-E411DBE9E813}" srcOrd="11" destOrd="0" presId="urn:microsoft.com/office/officeart/2005/8/layout/default"/>
    <dgm:cxn modelId="{9EA36574-CFCE-094D-B8ED-91A390DBFBE3}" type="presParOf" srcId="{91562259-17FE-4542-BC80-F64A41E5D844}" destId="{2BEA21AC-696E-414E-931E-285FAFD71C1B}" srcOrd="12" destOrd="0" presId="urn:microsoft.com/office/officeart/2005/8/layout/default"/>
    <dgm:cxn modelId="{00F1E370-799F-F742-8DC8-C58A98EB448A}" type="presParOf" srcId="{91562259-17FE-4542-BC80-F64A41E5D844}" destId="{5D4577BC-FE41-644C-AA0E-FBC8553E16C2}" srcOrd="13" destOrd="0" presId="urn:microsoft.com/office/officeart/2005/8/layout/default"/>
    <dgm:cxn modelId="{2B4D5B53-768C-2E4A-BA19-C83015D120BC}" type="presParOf" srcId="{91562259-17FE-4542-BC80-F64A41E5D844}" destId="{EE001B8F-013B-2A48-93B3-949E3FDE3174}" srcOrd="14" destOrd="0" presId="urn:microsoft.com/office/officeart/2005/8/layout/default"/>
    <dgm:cxn modelId="{E7AEB85B-3DAE-484F-9082-BC948B414723}" type="presParOf" srcId="{91562259-17FE-4542-BC80-F64A41E5D844}" destId="{6265BD81-9CF2-8E41-9594-DF6E3BF2FA20}" srcOrd="15" destOrd="0" presId="urn:microsoft.com/office/officeart/2005/8/layout/default"/>
    <dgm:cxn modelId="{760110CE-F7CD-1343-96DE-15FCAA53D28C}" type="presParOf" srcId="{91562259-17FE-4542-BC80-F64A41E5D844}" destId="{AE9B6264-BE12-8946-AEA3-D33C38267855}" srcOrd="1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CB1FC9C-4A23-448C-A84F-07AF9FC33902}" type="doc">
      <dgm:prSet loTypeId="urn:microsoft.com/office/officeart/2005/8/layout/default" loCatId="list" qsTypeId="urn:microsoft.com/office/officeart/2005/8/quickstyle/simple5" qsCatId="simple" csTypeId="urn:microsoft.com/office/officeart/2005/8/colors/accent1_2" csCatId="accent1" phldr="1"/>
      <dgm:spPr/>
      <dgm:t>
        <a:bodyPr rtlCol="1"/>
        <a:lstStyle/>
        <a:p>
          <a:pPr rtl="1"/>
          <a:endParaRPr lang="en-US"/>
        </a:p>
      </dgm:t>
    </dgm:pt>
    <dgm:pt modelId="{DD798F38-BB79-4B83-BD24-BC54EB6BC149}">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إدارة حسابات العملاء</a:t>
          </a:r>
          <a:endParaRPr lang="en-US" dirty="0">
            <a:solidFill>
              <a:schemeClr val="tx1"/>
            </a:solidFill>
            <a:latin typeface="Times New Roman" panose="02020603050405020304" pitchFamily="18" charset="0"/>
            <a:cs typeface="Times New Roman" panose="02020603050405020304" pitchFamily="18" charset="0"/>
          </a:endParaRPr>
        </a:p>
      </dgm:t>
    </dgm:pt>
    <dgm:pt modelId="{2CAB5DEE-DD0B-4650-9356-948C2B0846AF}" type="parTrans" cxnId="{9785B3D3-ED47-4B7A-B5B2-56635534D79F}">
      <dgm:prSet/>
      <dgm:spPr/>
      <dgm:t>
        <a:bodyPr rtlCol="1"/>
        <a:lstStyle/>
        <a:p>
          <a:pPr rtl="1"/>
          <a:endParaRPr lang="en-US"/>
        </a:p>
      </dgm:t>
    </dgm:pt>
    <dgm:pt modelId="{B441724F-7E2B-4348-BB04-362D367784F4}" type="sibTrans" cxnId="{9785B3D3-ED47-4B7A-B5B2-56635534D79F}">
      <dgm:prSet/>
      <dgm:spPr/>
      <dgm:t>
        <a:bodyPr rtlCol="1"/>
        <a:lstStyle/>
        <a:p>
          <a:pPr rtl="1"/>
          <a:endParaRPr lang="en-US"/>
        </a:p>
      </dgm:t>
    </dgm:pt>
    <dgm:pt modelId="{45FF550B-EE2F-4294-A0D5-034101699310}">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أنظمة إصدار الفواتير</a:t>
          </a:r>
          <a:endParaRPr lang="en-US" dirty="0">
            <a:solidFill>
              <a:schemeClr val="tx1"/>
            </a:solidFill>
            <a:latin typeface="Times New Roman" panose="02020603050405020304" pitchFamily="18" charset="0"/>
            <a:cs typeface="Times New Roman" panose="02020603050405020304" pitchFamily="18" charset="0"/>
          </a:endParaRPr>
        </a:p>
      </dgm:t>
    </dgm:pt>
    <dgm:pt modelId="{B6A53BB1-0B99-4DB6-9982-19CD0B03E044}" type="parTrans" cxnId="{D32B1ED8-3532-476E-9213-3764D3D6518B}">
      <dgm:prSet/>
      <dgm:spPr/>
      <dgm:t>
        <a:bodyPr rtlCol="1"/>
        <a:lstStyle/>
        <a:p>
          <a:pPr rtl="1"/>
          <a:endParaRPr lang="en-US"/>
        </a:p>
      </dgm:t>
    </dgm:pt>
    <dgm:pt modelId="{84373AAE-3D21-4733-85D3-477E183BCD00}" type="sibTrans" cxnId="{D32B1ED8-3532-476E-9213-3764D3D6518B}">
      <dgm:prSet/>
      <dgm:spPr/>
      <dgm:t>
        <a:bodyPr rtlCol="1"/>
        <a:lstStyle/>
        <a:p>
          <a:pPr rtl="1"/>
          <a:endParaRPr lang="en-US"/>
        </a:p>
      </dgm:t>
    </dgm:pt>
    <dgm:pt modelId="{1D883498-FF22-435D-A45D-11445A0C89C8}">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مدفوعات العملاء</a:t>
          </a:r>
          <a:endParaRPr lang="en-US" dirty="0">
            <a:solidFill>
              <a:schemeClr val="tx1"/>
            </a:solidFill>
            <a:latin typeface="Times New Roman" panose="02020603050405020304" pitchFamily="18" charset="0"/>
            <a:cs typeface="Times New Roman" panose="02020603050405020304" pitchFamily="18" charset="0"/>
          </a:endParaRPr>
        </a:p>
      </dgm:t>
    </dgm:pt>
    <dgm:pt modelId="{72AB8C60-6569-4F3E-BEC8-5CA56EF13463}" type="parTrans" cxnId="{9BB6399B-E637-41B3-A25D-05FC3FACFCFE}">
      <dgm:prSet/>
      <dgm:spPr/>
      <dgm:t>
        <a:bodyPr rtlCol="1"/>
        <a:lstStyle/>
        <a:p>
          <a:pPr rtl="1"/>
          <a:endParaRPr lang="en-US"/>
        </a:p>
      </dgm:t>
    </dgm:pt>
    <dgm:pt modelId="{ACC3FE88-D283-4ACB-934D-53A6899E46EE}" type="sibTrans" cxnId="{9BB6399B-E637-41B3-A25D-05FC3FACFCFE}">
      <dgm:prSet/>
      <dgm:spPr/>
      <dgm:t>
        <a:bodyPr rtlCol="1"/>
        <a:lstStyle/>
        <a:p>
          <a:pPr rtl="1"/>
          <a:endParaRPr lang="en-US"/>
        </a:p>
      </dgm:t>
    </dgm:pt>
    <dgm:pt modelId="{6A3DE275-635F-4EC9-9D7D-EEAE65E013B6}">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الإيصالات</a:t>
          </a:r>
          <a:endParaRPr lang="en-US" dirty="0">
            <a:solidFill>
              <a:schemeClr val="tx1"/>
            </a:solidFill>
            <a:latin typeface="Times New Roman" panose="02020603050405020304" pitchFamily="18" charset="0"/>
            <a:cs typeface="Times New Roman" panose="02020603050405020304" pitchFamily="18" charset="0"/>
          </a:endParaRPr>
        </a:p>
      </dgm:t>
    </dgm:pt>
    <dgm:pt modelId="{2F198E87-252A-4491-8815-842B35907D73}" type="parTrans" cxnId="{988315BE-F2E1-46A7-BBC9-385693777C4A}">
      <dgm:prSet/>
      <dgm:spPr/>
      <dgm:t>
        <a:bodyPr rtlCol="1"/>
        <a:lstStyle/>
        <a:p>
          <a:pPr rtl="1"/>
          <a:endParaRPr lang="en-US"/>
        </a:p>
      </dgm:t>
    </dgm:pt>
    <dgm:pt modelId="{3582F90D-AB44-4F30-82EB-CB3D3EDFE01F}" type="sibTrans" cxnId="{988315BE-F2E1-46A7-BBC9-385693777C4A}">
      <dgm:prSet/>
      <dgm:spPr/>
      <dgm:t>
        <a:bodyPr rtlCol="1"/>
        <a:lstStyle/>
        <a:p>
          <a:pPr rtl="1"/>
          <a:endParaRPr lang="en-US"/>
        </a:p>
      </dgm:t>
    </dgm:pt>
    <dgm:pt modelId="{58BA0E9F-7252-40A0-84B4-5F1FBE0082B7}">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سجلات المبيعات</a:t>
          </a:r>
          <a:endParaRPr lang="en-US" dirty="0">
            <a:solidFill>
              <a:schemeClr val="tx1"/>
            </a:solidFill>
            <a:latin typeface="Times New Roman" panose="02020603050405020304" pitchFamily="18" charset="0"/>
            <a:cs typeface="Times New Roman" panose="02020603050405020304" pitchFamily="18" charset="0"/>
          </a:endParaRPr>
        </a:p>
      </dgm:t>
    </dgm:pt>
    <dgm:pt modelId="{B96874C4-A275-4544-8EA6-8687AD624448}" type="parTrans" cxnId="{DC0F71CD-0856-4E11-B7C6-0CA44CBBAC51}">
      <dgm:prSet/>
      <dgm:spPr/>
      <dgm:t>
        <a:bodyPr rtlCol="1"/>
        <a:lstStyle/>
        <a:p>
          <a:pPr rtl="1"/>
          <a:endParaRPr lang="en-US"/>
        </a:p>
      </dgm:t>
    </dgm:pt>
    <dgm:pt modelId="{95F74BBF-A619-4C3B-BD4B-0B06FDF295F2}" type="sibTrans" cxnId="{DC0F71CD-0856-4E11-B7C6-0CA44CBBAC51}">
      <dgm:prSet/>
      <dgm:spPr/>
      <dgm:t>
        <a:bodyPr rtlCol="1"/>
        <a:lstStyle/>
        <a:p>
          <a:pPr rtl="1"/>
          <a:endParaRPr lang="en-US"/>
        </a:p>
      </dgm:t>
    </dgm:pt>
    <dgm:pt modelId="{50EE0752-DB85-4BCE-B9E0-DA1CBD0C55FA}">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مراقبة المخزون</a:t>
          </a:r>
          <a:endParaRPr lang="en-US" dirty="0">
            <a:solidFill>
              <a:schemeClr val="tx1"/>
            </a:solidFill>
            <a:latin typeface="Times New Roman" panose="02020603050405020304" pitchFamily="18" charset="0"/>
            <a:cs typeface="Times New Roman" panose="02020603050405020304" pitchFamily="18" charset="0"/>
          </a:endParaRPr>
        </a:p>
      </dgm:t>
    </dgm:pt>
    <dgm:pt modelId="{6863B095-347E-43C5-BC7B-B7BE66F3E779}" type="parTrans" cxnId="{75DB9D66-B0EC-4378-88AB-4CA0158A0699}">
      <dgm:prSet/>
      <dgm:spPr/>
      <dgm:t>
        <a:bodyPr rtlCol="1"/>
        <a:lstStyle/>
        <a:p>
          <a:pPr rtl="1"/>
          <a:endParaRPr lang="en-US"/>
        </a:p>
      </dgm:t>
    </dgm:pt>
    <dgm:pt modelId="{627503F8-BA84-473D-A55D-AB2D51CED8D4}" type="sibTrans" cxnId="{75DB9D66-B0EC-4378-88AB-4CA0158A0699}">
      <dgm:prSet/>
      <dgm:spPr/>
      <dgm:t>
        <a:bodyPr rtlCol="1"/>
        <a:lstStyle/>
        <a:p>
          <a:pPr rtl="1"/>
          <a:endParaRPr lang="en-US"/>
        </a:p>
      </dgm:t>
    </dgm:pt>
    <dgm:pt modelId="{556E1F40-04E4-4C81-9BB1-B8638DF74297}">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الشراء</a:t>
          </a:r>
          <a:endParaRPr lang="en-US" dirty="0">
            <a:solidFill>
              <a:schemeClr val="tx1"/>
            </a:solidFill>
            <a:latin typeface="Times New Roman" panose="02020603050405020304" pitchFamily="18" charset="0"/>
            <a:cs typeface="Times New Roman" panose="02020603050405020304" pitchFamily="18" charset="0"/>
          </a:endParaRPr>
        </a:p>
      </dgm:t>
    </dgm:pt>
    <dgm:pt modelId="{5A462AD8-FC4E-4A04-8257-EEC1DCB45F65}" type="parTrans" cxnId="{37F3848C-CB9F-4AD1-967C-55E49BF5C80A}">
      <dgm:prSet/>
      <dgm:spPr/>
      <dgm:t>
        <a:bodyPr rtlCol="1"/>
        <a:lstStyle/>
        <a:p>
          <a:pPr rtl="1"/>
          <a:endParaRPr lang="en-US"/>
        </a:p>
      </dgm:t>
    </dgm:pt>
    <dgm:pt modelId="{F2B7155C-DE67-4FB8-8F40-2EA964FFD898}" type="sibTrans" cxnId="{37F3848C-CB9F-4AD1-967C-55E49BF5C80A}">
      <dgm:prSet/>
      <dgm:spPr/>
      <dgm:t>
        <a:bodyPr rtlCol="1"/>
        <a:lstStyle/>
        <a:p>
          <a:pPr rtl="1"/>
          <a:endParaRPr lang="en-US"/>
        </a:p>
      </dgm:t>
    </dgm:pt>
    <dgm:pt modelId="{0B81DB0B-CB43-4799-A6F9-F2B3A1FEE7D3}">
      <dgm:prSet/>
      <dgm:spPr>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rtlCol="1"/>
        <a:lstStyle/>
        <a:p>
          <a:pPr rtl="1"/>
          <a:r>
            <a:rPr lang="ar" dirty="0">
              <a:solidFill>
                <a:schemeClr val="tx1"/>
              </a:solidFill>
              <a:latin typeface="Times New Roman" panose="02020603050405020304" pitchFamily="18" charset="0"/>
              <a:cs typeface="Times New Roman" panose="02020603050405020304" pitchFamily="18" charset="0"/>
            </a:rPr>
            <a:t>أنظمة الرواتب</a:t>
          </a:r>
          <a:endParaRPr lang="en-US" dirty="0">
            <a:solidFill>
              <a:schemeClr val="tx1"/>
            </a:solidFill>
            <a:latin typeface="Times New Roman" panose="02020603050405020304" pitchFamily="18" charset="0"/>
            <a:cs typeface="Times New Roman" panose="02020603050405020304" pitchFamily="18" charset="0"/>
          </a:endParaRPr>
        </a:p>
      </dgm:t>
    </dgm:pt>
    <dgm:pt modelId="{6DC0943C-4A3E-4696-A67B-EB268B0B9FAD}" type="parTrans" cxnId="{D5D56BDF-9833-4960-80E6-EC5E2589C817}">
      <dgm:prSet/>
      <dgm:spPr/>
      <dgm:t>
        <a:bodyPr rtlCol="1"/>
        <a:lstStyle/>
        <a:p>
          <a:pPr rtl="1"/>
          <a:endParaRPr lang="en-US"/>
        </a:p>
      </dgm:t>
    </dgm:pt>
    <dgm:pt modelId="{3DA4D194-23CD-4230-9C0E-0DA307E0635A}" type="sibTrans" cxnId="{D5D56BDF-9833-4960-80E6-EC5E2589C817}">
      <dgm:prSet/>
      <dgm:spPr/>
      <dgm:t>
        <a:bodyPr rtlCol="1"/>
        <a:lstStyle/>
        <a:p>
          <a:pPr rtl="1"/>
          <a:endParaRPr lang="en-US"/>
        </a:p>
      </dgm:t>
    </dgm:pt>
    <dgm:pt modelId="{3D738FAF-F967-3540-89C8-EF92A48804BE}" type="pres">
      <dgm:prSet presAssocID="{ACB1FC9C-4A23-448C-A84F-07AF9FC33902}" presName="diagram" presStyleCnt="0">
        <dgm:presLayoutVars>
          <dgm:dir val="rev"/>
          <dgm:resizeHandles val="exact"/>
        </dgm:presLayoutVars>
      </dgm:prSet>
      <dgm:spPr/>
    </dgm:pt>
    <dgm:pt modelId="{F28FC550-FB21-6B4C-AA5B-F42DA4414C79}" type="pres">
      <dgm:prSet presAssocID="{DD798F38-BB79-4B83-BD24-BC54EB6BC149}" presName="node" presStyleLbl="node1" presStyleIdx="0" presStyleCnt="8">
        <dgm:presLayoutVars>
          <dgm:bulletEnabled val="1"/>
        </dgm:presLayoutVars>
      </dgm:prSet>
      <dgm:spPr/>
    </dgm:pt>
    <dgm:pt modelId="{4CC4209B-A6EA-304B-B51E-E05EEF1D29A5}" type="pres">
      <dgm:prSet presAssocID="{B441724F-7E2B-4348-BB04-362D367784F4}" presName="sibTrans" presStyleCnt="0"/>
      <dgm:spPr/>
    </dgm:pt>
    <dgm:pt modelId="{7EBCA9EF-B57F-5840-B5A0-8618DD209160}" type="pres">
      <dgm:prSet presAssocID="{45FF550B-EE2F-4294-A0D5-034101699310}" presName="node" presStyleLbl="node1" presStyleIdx="1" presStyleCnt="8">
        <dgm:presLayoutVars>
          <dgm:bulletEnabled val="1"/>
        </dgm:presLayoutVars>
      </dgm:prSet>
      <dgm:spPr/>
    </dgm:pt>
    <dgm:pt modelId="{BA47E99B-7122-9E4C-8BB6-FA5830ED61C0}" type="pres">
      <dgm:prSet presAssocID="{84373AAE-3D21-4733-85D3-477E183BCD00}" presName="sibTrans" presStyleCnt="0"/>
      <dgm:spPr/>
    </dgm:pt>
    <dgm:pt modelId="{9E4DD43B-8397-114D-9AEE-B279A83B2DD4}" type="pres">
      <dgm:prSet presAssocID="{1D883498-FF22-435D-A45D-11445A0C89C8}" presName="node" presStyleLbl="node1" presStyleIdx="2" presStyleCnt="8">
        <dgm:presLayoutVars>
          <dgm:bulletEnabled val="1"/>
        </dgm:presLayoutVars>
      </dgm:prSet>
      <dgm:spPr/>
    </dgm:pt>
    <dgm:pt modelId="{D614E098-47AB-314A-9DE1-E7E6F9566660}" type="pres">
      <dgm:prSet presAssocID="{ACC3FE88-D283-4ACB-934D-53A6899E46EE}" presName="sibTrans" presStyleCnt="0"/>
      <dgm:spPr/>
    </dgm:pt>
    <dgm:pt modelId="{9381D41D-F098-0A41-BF5D-6BB1371ECC2F}" type="pres">
      <dgm:prSet presAssocID="{6A3DE275-635F-4EC9-9D7D-EEAE65E013B6}" presName="node" presStyleLbl="node1" presStyleIdx="3" presStyleCnt="8">
        <dgm:presLayoutVars>
          <dgm:bulletEnabled val="1"/>
        </dgm:presLayoutVars>
      </dgm:prSet>
      <dgm:spPr/>
    </dgm:pt>
    <dgm:pt modelId="{E5633A86-D1F3-D443-A238-7E5234C85B31}" type="pres">
      <dgm:prSet presAssocID="{3582F90D-AB44-4F30-82EB-CB3D3EDFE01F}" presName="sibTrans" presStyleCnt="0"/>
      <dgm:spPr/>
    </dgm:pt>
    <dgm:pt modelId="{D01CF439-8697-3B47-90B1-7623F608E955}" type="pres">
      <dgm:prSet presAssocID="{58BA0E9F-7252-40A0-84B4-5F1FBE0082B7}" presName="node" presStyleLbl="node1" presStyleIdx="4" presStyleCnt="8">
        <dgm:presLayoutVars>
          <dgm:bulletEnabled val="1"/>
        </dgm:presLayoutVars>
      </dgm:prSet>
      <dgm:spPr/>
    </dgm:pt>
    <dgm:pt modelId="{DB2B0AB0-2197-3C46-A1F1-F5628065F04F}" type="pres">
      <dgm:prSet presAssocID="{95F74BBF-A619-4C3B-BD4B-0B06FDF295F2}" presName="sibTrans" presStyleCnt="0"/>
      <dgm:spPr/>
    </dgm:pt>
    <dgm:pt modelId="{002ADBDB-5CD8-4E43-A654-7306F890CCDC}" type="pres">
      <dgm:prSet presAssocID="{50EE0752-DB85-4BCE-B9E0-DA1CBD0C55FA}" presName="node" presStyleLbl="node1" presStyleIdx="5" presStyleCnt="8">
        <dgm:presLayoutVars>
          <dgm:bulletEnabled val="1"/>
        </dgm:presLayoutVars>
      </dgm:prSet>
      <dgm:spPr/>
    </dgm:pt>
    <dgm:pt modelId="{921887FA-38DE-3C4F-BF7C-1C11B1BAE138}" type="pres">
      <dgm:prSet presAssocID="{627503F8-BA84-473D-A55D-AB2D51CED8D4}" presName="sibTrans" presStyleCnt="0"/>
      <dgm:spPr/>
    </dgm:pt>
    <dgm:pt modelId="{D7C618AC-ABFC-2647-9CD9-B08CB0D88362}" type="pres">
      <dgm:prSet presAssocID="{556E1F40-04E4-4C81-9BB1-B8638DF74297}" presName="node" presStyleLbl="node1" presStyleIdx="6" presStyleCnt="8">
        <dgm:presLayoutVars>
          <dgm:bulletEnabled val="1"/>
        </dgm:presLayoutVars>
      </dgm:prSet>
      <dgm:spPr/>
    </dgm:pt>
    <dgm:pt modelId="{0A74EF16-FEF6-EA4F-8525-20D5180D2BD0}" type="pres">
      <dgm:prSet presAssocID="{F2B7155C-DE67-4FB8-8F40-2EA964FFD898}" presName="sibTrans" presStyleCnt="0"/>
      <dgm:spPr/>
    </dgm:pt>
    <dgm:pt modelId="{7E72C59C-1A2C-BA48-B93C-535533D9241F}" type="pres">
      <dgm:prSet presAssocID="{0B81DB0B-CB43-4799-A6F9-F2B3A1FEE7D3}" presName="node" presStyleLbl="node1" presStyleIdx="7" presStyleCnt="8">
        <dgm:presLayoutVars>
          <dgm:bulletEnabled val="1"/>
        </dgm:presLayoutVars>
      </dgm:prSet>
      <dgm:spPr/>
    </dgm:pt>
  </dgm:ptLst>
  <dgm:cxnLst>
    <dgm:cxn modelId="{098F521E-EAA1-0347-AA77-3E790E0FD65F}" type="presOf" srcId="{ACB1FC9C-4A23-448C-A84F-07AF9FC33902}" destId="{3D738FAF-F967-3540-89C8-EF92A48804BE}" srcOrd="0" destOrd="0" presId="urn:microsoft.com/office/officeart/2005/8/layout/default"/>
    <dgm:cxn modelId="{33C7833B-0883-5145-8DDC-8996D768C368}" type="presOf" srcId="{1D883498-FF22-435D-A45D-11445A0C89C8}" destId="{9E4DD43B-8397-114D-9AEE-B279A83B2DD4}" srcOrd="0" destOrd="0" presId="urn:microsoft.com/office/officeart/2005/8/layout/default"/>
    <dgm:cxn modelId="{01304542-D2AE-1A45-AE7B-B86206E08306}" type="presOf" srcId="{45FF550B-EE2F-4294-A0D5-034101699310}" destId="{7EBCA9EF-B57F-5840-B5A0-8618DD209160}" srcOrd="0" destOrd="0" presId="urn:microsoft.com/office/officeart/2005/8/layout/default"/>
    <dgm:cxn modelId="{75DB9D66-B0EC-4378-88AB-4CA0158A0699}" srcId="{ACB1FC9C-4A23-448C-A84F-07AF9FC33902}" destId="{50EE0752-DB85-4BCE-B9E0-DA1CBD0C55FA}" srcOrd="5" destOrd="0" parTransId="{6863B095-347E-43C5-BC7B-B7BE66F3E779}" sibTransId="{627503F8-BA84-473D-A55D-AB2D51CED8D4}"/>
    <dgm:cxn modelId="{B3923869-A6B5-584F-8D26-57E8130D2D03}" type="presOf" srcId="{50EE0752-DB85-4BCE-B9E0-DA1CBD0C55FA}" destId="{002ADBDB-5CD8-4E43-A654-7306F890CCDC}" srcOrd="0" destOrd="0" presId="urn:microsoft.com/office/officeart/2005/8/layout/default"/>
    <dgm:cxn modelId="{9552EF4A-B475-A444-9547-3FF339B1ECA2}" type="presOf" srcId="{58BA0E9F-7252-40A0-84B4-5F1FBE0082B7}" destId="{D01CF439-8697-3B47-90B1-7623F608E955}" srcOrd="0" destOrd="0" presId="urn:microsoft.com/office/officeart/2005/8/layout/default"/>
    <dgm:cxn modelId="{37F3848C-CB9F-4AD1-967C-55E49BF5C80A}" srcId="{ACB1FC9C-4A23-448C-A84F-07AF9FC33902}" destId="{556E1F40-04E4-4C81-9BB1-B8638DF74297}" srcOrd="6" destOrd="0" parTransId="{5A462AD8-FC4E-4A04-8257-EEC1DCB45F65}" sibTransId="{F2B7155C-DE67-4FB8-8F40-2EA964FFD898}"/>
    <dgm:cxn modelId="{9BB6399B-E637-41B3-A25D-05FC3FACFCFE}" srcId="{ACB1FC9C-4A23-448C-A84F-07AF9FC33902}" destId="{1D883498-FF22-435D-A45D-11445A0C89C8}" srcOrd="2" destOrd="0" parTransId="{72AB8C60-6569-4F3E-BEC8-5CA56EF13463}" sibTransId="{ACC3FE88-D283-4ACB-934D-53A6899E46EE}"/>
    <dgm:cxn modelId="{988315BE-F2E1-46A7-BBC9-385693777C4A}" srcId="{ACB1FC9C-4A23-448C-A84F-07AF9FC33902}" destId="{6A3DE275-635F-4EC9-9D7D-EEAE65E013B6}" srcOrd="3" destOrd="0" parTransId="{2F198E87-252A-4491-8815-842B35907D73}" sibTransId="{3582F90D-AB44-4F30-82EB-CB3D3EDFE01F}"/>
    <dgm:cxn modelId="{358645C7-A3ED-594E-9D95-092E9EE1D18E}" type="presOf" srcId="{DD798F38-BB79-4B83-BD24-BC54EB6BC149}" destId="{F28FC550-FB21-6B4C-AA5B-F42DA4414C79}" srcOrd="0" destOrd="0" presId="urn:microsoft.com/office/officeart/2005/8/layout/default"/>
    <dgm:cxn modelId="{DC0F71CD-0856-4E11-B7C6-0CA44CBBAC51}" srcId="{ACB1FC9C-4A23-448C-A84F-07AF9FC33902}" destId="{58BA0E9F-7252-40A0-84B4-5F1FBE0082B7}" srcOrd="4" destOrd="0" parTransId="{B96874C4-A275-4544-8EA6-8687AD624448}" sibTransId="{95F74BBF-A619-4C3B-BD4B-0B06FDF295F2}"/>
    <dgm:cxn modelId="{9785B3D3-ED47-4B7A-B5B2-56635534D79F}" srcId="{ACB1FC9C-4A23-448C-A84F-07AF9FC33902}" destId="{DD798F38-BB79-4B83-BD24-BC54EB6BC149}" srcOrd="0" destOrd="0" parTransId="{2CAB5DEE-DD0B-4650-9356-948C2B0846AF}" sibTransId="{B441724F-7E2B-4348-BB04-362D367784F4}"/>
    <dgm:cxn modelId="{D32B1ED8-3532-476E-9213-3764D3D6518B}" srcId="{ACB1FC9C-4A23-448C-A84F-07AF9FC33902}" destId="{45FF550B-EE2F-4294-A0D5-034101699310}" srcOrd="1" destOrd="0" parTransId="{B6A53BB1-0B99-4DB6-9982-19CD0B03E044}" sibTransId="{84373AAE-3D21-4733-85D3-477E183BCD00}"/>
    <dgm:cxn modelId="{D5D56BDF-9833-4960-80E6-EC5E2589C817}" srcId="{ACB1FC9C-4A23-448C-A84F-07AF9FC33902}" destId="{0B81DB0B-CB43-4799-A6F9-F2B3A1FEE7D3}" srcOrd="7" destOrd="0" parTransId="{6DC0943C-4A3E-4696-A67B-EB268B0B9FAD}" sibTransId="{3DA4D194-23CD-4230-9C0E-0DA307E0635A}"/>
    <dgm:cxn modelId="{A947C9E9-FF5C-8843-9C7D-28B81BBD69CE}" type="presOf" srcId="{0B81DB0B-CB43-4799-A6F9-F2B3A1FEE7D3}" destId="{7E72C59C-1A2C-BA48-B93C-535533D9241F}" srcOrd="0" destOrd="0" presId="urn:microsoft.com/office/officeart/2005/8/layout/default"/>
    <dgm:cxn modelId="{3C27F2F9-B846-BD46-96B0-5CF60DD8C29A}" type="presOf" srcId="{556E1F40-04E4-4C81-9BB1-B8638DF74297}" destId="{D7C618AC-ABFC-2647-9CD9-B08CB0D88362}" srcOrd="0" destOrd="0" presId="urn:microsoft.com/office/officeart/2005/8/layout/default"/>
    <dgm:cxn modelId="{BC57AEFB-53D1-EC43-92D1-6DFD853CC721}" type="presOf" srcId="{6A3DE275-635F-4EC9-9D7D-EEAE65E013B6}" destId="{9381D41D-F098-0A41-BF5D-6BB1371ECC2F}" srcOrd="0" destOrd="0" presId="urn:microsoft.com/office/officeart/2005/8/layout/default"/>
    <dgm:cxn modelId="{E0000B94-35F5-C14E-91FB-37AF1E412296}" type="presParOf" srcId="{3D738FAF-F967-3540-89C8-EF92A48804BE}" destId="{F28FC550-FB21-6B4C-AA5B-F42DA4414C79}" srcOrd="0" destOrd="0" presId="urn:microsoft.com/office/officeart/2005/8/layout/default"/>
    <dgm:cxn modelId="{76DEDD03-9495-BF42-9877-4C44D057E1BE}" type="presParOf" srcId="{3D738FAF-F967-3540-89C8-EF92A48804BE}" destId="{4CC4209B-A6EA-304B-B51E-E05EEF1D29A5}" srcOrd="1" destOrd="0" presId="urn:microsoft.com/office/officeart/2005/8/layout/default"/>
    <dgm:cxn modelId="{152D9A87-E3EA-0547-AF54-C06C9C26755A}" type="presParOf" srcId="{3D738FAF-F967-3540-89C8-EF92A48804BE}" destId="{7EBCA9EF-B57F-5840-B5A0-8618DD209160}" srcOrd="2" destOrd="0" presId="urn:microsoft.com/office/officeart/2005/8/layout/default"/>
    <dgm:cxn modelId="{59C4C66A-0D37-3349-8A4A-995C295A134C}" type="presParOf" srcId="{3D738FAF-F967-3540-89C8-EF92A48804BE}" destId="{BA47E99B-7122-9E4C-8BB6-FA5830ED61C0}" srcOrd="3" destOrd="0" presId="urn:microsoft.com/office/officeart/2005/8/layout/default"/>
    <dgm:cxn modelId="{19BB5485-AF89-7D4B-B16D-58CBE2974D32}" type="presParOf" srcId="{3D738FAF-F967-3540-89C8-EF92A48804BE}" destId="{9E4DD43B-8397-114D-9AEE-B279A83B2DD4}" srcOrd="4" destOrd="0" presId="urn:microsoft.com/office/officeart/2005/8/layout/default"/>
    <dgm:cxn modelId="{653FF3AE-A12D-7E42-8660-4D8FD154F61A}" type="presParOf" srcId="{3D738FAF-F967-3540-89C8-EF92A48804BE}" destId="{D614E098-47AB-314A-9DE1-E7E6F9566660}" srcOrd="5" destOrd="0" presId="urn:microsoft.com/office/officeart/2005/8/layout/default"/>
    <dgm:cxn modelId="{78D74237-7672-5247-A70E-BA9AD6F52042}" type="presParOf" srcId="{3D738FAF-F967-3540-89C8-EF92A48804BE}" destId="{9381D41D-F098-0A41-BF5D-6BB1371ECC2F}" srcOrd="6" destOrd="0" presId="urn:microsoft.com/office/officeart/2005/8/layout/default"/>
    <dgm:cxn modelId="{210584F2-0582-B74B-9837-D9B959379A34}" type="presParOf" srcId="{3D738FAF-F967-3540-89C8-EF92A48804BE}" destId="{E5633A86-D1F3-D443-A238-7E5234C85B31}" srcOrd="7" destOrd="0" presId="urn:microsoft.com/office/officeart/2005/8/layout/default"/>
    <dgm:cxn modelId="{3991B99F-7291-8940-A3E6-D5D2A23A4741}" type="presParOf" srcId="{3D738FAF-F967-3540-89C8-EF92A48804BE}" destId="{D01CF439-8697-3B47-90B1-7623F608E955}" srcOrd="8" destOrd="0" presId="urn:microsoft.com/office/officeart/2005/8/layout/default"/>
    <dgm:cxn modelId="{96CF0667-50C8-0E42-BDA1-D3E8CAEFA7D2}" type="presParOf" srcId="{3D738FAF-F967-3540-89C8-EF92A48804BE}" destId="{DB2B0AB0-2197-3C46-A1F1-F5628065F04F}" srcOrd="9" destOrd="0" presId="urn:microsoft.com/office/officeart/2005/8/layout/default"/>
    <dgm:cxn modelId="{9C5FB318-BD73-744D-A77B-C420B3427AA4}" type="presParOf" srcId="{3D738FAF-F967-3540-89C8-EF92A48804BE}" destId="{002ADBDB-5CD8-4E43-A654-7306F890CCDC}" srcOrd="10" destOrd="0" presId="urn:microsoft.com/office/officeart/2005/8/layout/default"/>
    <dgm:cxn modelId="{8059BDB6-35A7-4E46-A49C-6FF63D3B66AA}" type="presParOf" srcId="{3D738FAF-F967-3540-89C8-EF92A48804BE}" destId="{921887FA-38DE-3C4F-BF7C-1C11B1BAE138}" srcOrd="11" destOrd="0" presId="urn:microsoft.com/office/officeart/2005/8/layout/default"/>
    <dgm:cxn modelId="{7F566EAB-B705-F445-BBCC-1423E4DEAF4E}" type="presParOf" srcId="{3D738FAF-F967-3540-89C8-EF92A48804BE}" destId="{D7C618AC-ABFC-2647-9CD9-B08CB0D88362}" srcOrd="12" destOrd="0" presId="urn:microsoft.com/office/officeart/2005/8/layout/default"/>
    <dgm:cxn modelId="{481308B4-70B0-C547-8615-6E6B9D1568EB}" type="presParOf" srcId="{3D738FAF-F967-3540-89C8-EF92A48804BE}" destId="{0A74EF16-FEF6-EA4F-8525-20D5180D2BD0}" srcOrd="13" destOrd="0" presId="urn:microsoft.com/office/officeart/2005/8/layout/default"/>
    <dgm:cxn modelId="{DC091D12-3C36-0D40-9776-93CF16033EDE}" type="presParOf" srcId="{3D738FAF-F967-3540-89C8-EF92A48804BE}" destId="{7E72C59C-1A2C-BA48-B93C-535533D9241F}" srcOrd="1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9F8DCA8-8652-493C-93A0-3232A3CB02B6}" type="doc">
      <dgm:prSet loTypeId="urn:microsoft.com/office/officeart/2005/8/layout/vProcess5" loCatId="process" qsTypeId="urn:microsoft.com/office/officeart/2005/8/quickstyle/simple2" qsCatId="simple" csTypeId="urn:microsoft.com/office/officeart/2005/8/colors/accent1_2" csCatId="accent1" phldr="1"/>
      <dgm:spPr/>
      <dgm:t>
        <a:bodyPr rtlCol="1"/>
        <a:lstStyle/>
        <a:p>
          <a:pPr rtl="1"/>
          <a:endParaRPr lang="en-US"/>
        </a:p>
      </dgm:t>
    </dgm:pt>
    <dgm:pt modelId="{5754DD12-8D5C-491F-9628-C94B75CAF3EB}">
      <dgm:prSet/>
      <dgm:spPr/>
      <dgm:t>
        <a:bodyPr rtlCol="1"/>
        <a:lstStyle/>
        <a:p>
          <a:pPr algn="r" rtl="1"/>
          <a:r>
            <a:rPr lang="ar" b="1" dirty="0">
              <a:solidFill>
                <a:schemeClr val="tx1"/>
              </a:solidFill>
              <a:latin typeface="Times New Roman" panose="02020603050405020304" pitchFamily="18" charset="0"/>
              <a:cs typeface="Times New Roman" panose="02020603050405020304" pitchFamily="18" charset="0"/>
            </a:rPr>
            <a:t>مهارات الصحة والسلامة.</a:t>
          </a:r>
          <a:endParaRPr lang="en-US" b="1" dirty="0">
            <a:solidFill>
              <a:schemeClr val="tx1"/>
            </a:solidFill>
            <a:latin typeface="Times New Roman" panose="02020603050405020304" pitchFamily="18" charset="0"/>
            <a:cs typeface="Times New Roman" panose="02020603050405020304" pitchFamily="18" charset="0"/>
          </a:endParaRPr>
        </a:p>
      </dgm:t>
    </dgm:pt>
    <dgm:pt modelId="{CB8B6286-8F15-4770-9BE5-8CA662358FAB}" type="parTrans" cxnId="{4DA7160D-5239-4110-91F6-60DA97AF0D1D}">
      <dgm:prSet/>
      <dgm:spPr/>
      <dgm:t>
        <a:bodyPr rtlCol="1"/>
        <a:lstStyle/>
        <a:p>
          <a:pPr rtl="1"/>
          <a:endParaRPr lang="en-US"/>
        </a:p>
      </dgm:t>
    </dgm:pt>
    <dgm:pt modelId="{0CD3F103-33FD-4766-B40B-613CB0417A3D}" type="sibTrans" cxnId="{4DA7160D-5239-4110-91F6-60DA97AF0D1D}">
      <dgm:prSet/>
      <dgm:spPr/>
      <dgm:t>
        <a:bodyPr rtlCol="1"/>
        <a:lstStyle/>
        <a:p>
          <a:pPr rtl="1"/>
          <a:endParaRPr lang="en-US"/>
        </a:p>
      </dgm:t>
    </dgm:pt>
    <dgm:pt modelId="{056F6869-9EFB-4E8F-BDC1-344AA11230BE}">
      <dgm:prSet/>
      <dgm:spPr/>
      <dgm:t>
        <a:bodyPr rtlCol="1"/>
        <a:lstStyle/>
        <a:p>
          <a:pPr algn="r" rtl="1"/>
          <a:r>
            <a:rPr lang="ar" dirty="0">
              <a:solidFill>
                <a:schemeClr val="tx1"/>
              </a:solidFill>
              <a:latin typeface="Times New Roman" panose="02020603050405020304" pitchFamily="18" charset="0"/>
              <a:cs typeface="Times New Roman" panose="02020603050405020304" pitchFamily="18" charset="0"/>
            </a:rPr>
            <a:t>o تنفيذ أنظمة الصحة والسلامة.</a:t>
          </a:r>
          <a:endParaRPr lang="en-US" dirty="0">
            <a:solidFill>
              <a:schemeClr val="tx1"/>
            </a:solidFill>
            <a:latin typeface="Times New Roman" panose="02020603050405020304" pitchFamily="18" charset="0"/>
            <a:cs typeface="Times New Roman" panose="02020603050405020304" pitchFamily="18" charset="0"/>
          </a:endParaRPr>
        </a:p>
      </dgm:t>
    </dgm:pt>
    <dgm:pt modelId="{6605390E-EE6B-476C-84F5-A5844F1C535E}" type="parTrans" cxnId="{23C887C5-3324-4470-A210-245F6651FF84}">
      <dgm:prSet/>
      <dgm:spPr/>
      <dgm:t>
        <a:bodyPr rtlCol="1"/>
        <a:lstStyle/>
        <a:p>
          <a:pPr rtl="1"/>
          <a:endParaRPr lang="en-US"/>
        </a:p>
      </dgm:t>
    </dgm:pt>
    <dgm:pt modelId="{068B933C-7AA5-4EF9-BF7F-83A99D78D888}" type="sibTrans" cxnId="{23C887C5-3324-4470-A210-245F6651FF84}">
      <dgm:prSet/>
      <dgm:spPr/>
      <dgm:t>
        <a:bodyPr rtlCol="1"/>
        <a:lstStyle/>
        <a:p>
          <a:pPr rtl="1"/>
          <a:endParaRPr lang="en-US"/>
        </a:p>
      </dgm:t>
    </dgm:pt>
    <dgm:pt modelId="{6320E2B5-4CC9-4927-BD65-DD7DD178F750}">
      <dgm:prSet/>
      <dgm:spPr/>
      <dgm:t>
        <a:bodyPr rtlCol="1"/>
        <a:lstStyle/>
        <a:p>
          <a:pPr algn="r" rtl="1"/>
          <a:r>
            <a:rPr lang="ar" dirty="0">
              <a:solidFill>
                <a:schemeClr val="tx1"/>
              </a:solidFill>
              <a:latin typeface="Times New Roman" panose="02020603050405020304" pitchFamily="18" charset="0"/>
              <a:cs typeface="Times New Roman" panose="02020603050405020304" pitchFamily="18" charset="0"/>
            </a:rPr>
            <a:t>o التدريب على الإسعافات الأولية وتوفيرها.</a:t>
          </a:r>
          <a:endParaRPr lang="en-US" dirty="0">
            <a:solidFill>
              <a:schemeClr val="tx1"/>
            </a:solidFill>
            <a:latin typeface="Times New Roman" panose="02020603050405020304" pitchFamily="18" charset="0"/>
            <a:cs typeface="Times New Roman" panose="02020603050405020304" pitchFamily="18" charset="0"/>
          </a:endParaRPr>
        </a:p>
      </dgm:t>
    </dgm:pt>
    <dgm:pt modelId="{586203AD-6B2F-476D-9802-EDC771AD5E9D}" type="parTrans" cxnId="{A8A12838-B8B4-4B70-9C82-98BF6BF90ECD}">
      <dgm:prSet/>
      <dgm:spPr/>
      <dgm:t>
        <a:bodyPr rtlCol="1"/>
        <a:lstStyle/>
        <a:p>
          <a:pPr rtl="1"/>
          <a:endParaRPr lang="en-US"/>
        </a:p>
      </dgm:t>
    </dgm:pt>
    <dgm:pt modelId="{5BB7F941-2F07-415F-B481-788DDE3C8A6D}" type="sibTrans" cxnId="{A8A12838-B8B4-4B70-9C82-98BF6BF90ECD}">
      <dgm:prSet/>
      <dgm:spPr/>
      <dgm:t>
        <a:bodyPr rtlCol="1"/>
        <a:lstStyle/>
        <a:p>
          <a:pPr rtl="1"/>
          <a:endParaRPr lang="en-US"/>
        </a:p>
      </dgm:t>
    </dgm:pt>
    <dgm:pt modelId="{49EB01C1-F60E-453B-A5B9-08A6F54CB652}">
      <dgm:prSet/>
      <dgm:spPr/>
      <dgm:t>
        <a:bodyPr/>
        <a:lstStyle/>
        <a:p>
          <a:pPr algn="r" rtl="1">
            <a:spcAft>
              <a:spcPts val="0"/>
            </a:spcAft>
          </a:pPr>
          <a:r>
            <a:rPr lang="ar" dirty="0">
              <a:solidFill>
                <a:schemeClr val="tx1"/>
              </a:solidFill>
              <a:latin typeface="Times New Roman" panose="02020603050405020304" pitchFamily="18" charset="0"/>
              <a:cs typeface="Times New Roman" panose="02020603050405020304" pitchFamily="18" charset="0"/>
            </a:rPr>
            <a:t>o إجراءات الطوارئ، مثل إجراءات الإخلاء</a:t>
          </a:r>
          <a:r>
            <a:rPr lang="ar-EG" dirty="0">
              <a:solidFill>
                <a:schemeClr val="tx1"/>
              </a:solidFill>
              <a:latin typeface="Times New Roman" panose="02020603050405020304" pitchFamily="18" charset="0"/>
              <a:cs typeface="Times New Roman" panose="02020603050405020304" pitchFamily="18" charset="0"/>
            </a:rPr>
            <a:t> </a:t>
          </a:r>
          <a:r>
            <a:rPr lang="ar" dirty="0">
              <a:solidFill>
                <a:schemeClr val="tx1"/>
              </a:solidFill>
              <a:latin typeface="Times New Roman" panose="02020603050405020304" pitchFamily="18" charset="0"/>
              <a:cs typeface="Times New Roman" panose="02020603050405020304" pitchFamily="18" charset="0"/>
            </a:rPr>
            <a:t>عند</a:t>
          </a:r>
          <a:r>
            <a:rPr lang="en-US" dirty="0">
              <a:solidFill>
                <a:schemeClr val="tx1"/>
              </a:solidFill>
              <a:latin typeface="Times New Roman" panose="02020603050405020304" pitchFamily="18" charset="0"/>
              <a:cs typeface="Times New Roman" panose="02020603050405020304" pitchFamily="18" charset="0"/>
            </a:rPr>
            <a:t> </a:t>
          </a:r>
          <a:r>
            <a:rPr lang="ar" dirty="0">
              <a:solidFill>
                <a:schemeClr val="tx1"/>
              </a:solidFill>
              <a:latin typeface="Times New Roman" panose="02020603050405020304" pitchFamily="18" charset="0"/>
              <a:cs typeface="Times New Roman" panose="02020603050405020304" pitchFamily="18" charset="0"/>
            </a:rPr>
            <a:t>الحرائق.</a:t>
          </a:r>
          <a:endParaRPr lang="en-US" dirty="0">
            <a:solidFill>
              <a:schemeClr val="tx1"/>
            </a:solidFill>
            <a:latin typeface="Times New Roman" panose="02020603050405020304" pitchFamily="18" charset="0"/>
            <a:cs typeface="Times New Roman" panose="02020603050405020304" pitchFamily="18" charset="0"/>
          </a:endParaRPr>
        </a:p>
      </dgm:t>
    </dgm:pt>
    <dgm:pt modelId="{7BA42077-7C92-4728-A9F1-26EADC153909}" type="parTrans" cxnId="{51E7B7D9-E7A9-46A8-B003-54964F2FA851}">
      <dgm:prSet/>
      <dgm:spPr/>
      <dgm:t>
        <a:bodyPr/>
        <a:lstStyle/>
        <a:p>
          <a:endParaRPr lang="en-US"/>
        </a:p>
      </dgm:t>
    </dgm:pt>
    <dgm:pt modelId="{0DE8E94E-2151-4661-95FF-20B3FD88D944}" type="sibTrans" cxnId="{51E7B7D9-E7A9-46A8-B003-54964F2FA851}">
      <dgm:prSet/>
      <dgm:spPr/>
      <dgm:t>
        <a:bodyPr/>
        <a:lstStyle/>
        <a:p>
          <a:endParaRPr lang="en-US"/>
        </a:p>
      </dgm:t>
    </dgm:pt>
    <dgm:pt modelId="{493680EF-7C4B-3547-BC39-D373E9B2ADC8}" type="pres">
      <dgm:prSet presAssocID="{F9F8DCA8-8652-493C-93A0-3232A3CB02B6}" presName="outerComposite" presStyleCnt="0">
        <dgm:presLayoutVars>
          <dgm:chMax val="5"/>
          <dgm:dir val="rev"/>
          <dgm:resizeHandles val="exact"/>
        </dgm:presLayoutVars>
      </dgm:prSet>
      <dgm:spPr/>
    </dgm:pt>
    <dgm:pt modelId="{FB6047E4-C53A-3249-9823-16AF95B8F627}" type="pres">
      <dgm:prSet presAssocID="{F9F8DCA8-8652-493C-93A0-3232A3CB02B6}" presName="dummyMaxCanvas" presStyleCnt="0">
        <dgm:presLayoutVars/>
      </dgm:prSet>
      <dgm:spPr/>
    </dgm:pt>
    <dgm:pt modelId="{D60E0F22-BE8A-4F1B-92A5-3BC0C27C9EA2}" type="pres">
      <dgm:prSet presAssocID="{F9F8DCA8-8652-493C-93A0-3232A3CB02B6}" presName="FourNodes_1" presStyleLbl="node1" presStyleIdx="0" presStyleCnt="4">
        <dgm:presLayoutVars>
          <dgm:bulletEnabled val="1"/>
        </dgm:presLayoutVars>
      </dgm:prSet>
      <dgm:spPr/>
    </dgm:pt>
    <dgm:pt modelId="{0431A26E-8151-410D-85C5-298B15F05907}" type="pres">
      <dgm:prSet presAssocID="{F9F8DCA8-8652-493C-93A0-3232A3CB02B6}" presName="FourNodes_2" presStyleLbl="node1" presStyleIdx="1" presStyleCnt="4">
        <dgm:presLayoutVars>
          <dgm:bulletEnabled val="1"/>
        </dgm:presLayoutVars>
      </dgm:prSet>
      <dgm:spPr/>
    </dgm:pt>
    <dgm:pt modelId="{4D23589E-062B-4B78-937A-EE71C2516C39}" type="pres">
      <dgm:prSet presAssocID="{F9F8DCA8-8652-493C-93A0-3232A3CB02B6}" presName="FourNodes_3" presStyleLbl="node1" presStyleIdx="2" presStyleCnt="4">
        <dgm:presLayoutVars>
          <dgm:bulletEnabled val="1"/>
        </dgm:presLayoutVars>
      </dgm:prSet>
      <dgm:spPr/>
    </dgm:pt>
    <dgm:pt modelId="{F9AC7535-EF34-4056-8B75-048C1C856859}" type="pres">
      <dgm:prSet presAssocID="{F9F8DCA8-8652-493C-93A0-3232A3CB02B6}" presName="FourNodes_4" presStyleLbl="node1" presStyleIdx="3" presStyleCnt="4" custScaleX="103770">
        <dgm:presLayoutVars>
          <dgm:bulletEnabled val="1"/>
        </dgm:presLayoutVars>
      </dgm:prSet>
      <dgm:spPr/>
    </dgm:pt>
    <dgm:pt modelId="{4ADC4E55-F0E4-49B4-A797-A70963DDD45B}" type="pres">
      <dgm:prSet presAssocID="{F9F8DCA8-8652-493C-93A0-3232A3CB02B6}" presName="FourConn_1-2" presStyleLbl="fgAccFollowNode1" presStyleIdx="0" presStyleCnt="3">
        <dgm:presLayoutVars>
          <dgm:bulletEnabled val="1"/>
        </dgm:presLayoutVars>
      </dgm:prSet>
      <dgm:spPr/>
    </dgm:pt>
    <dgm:pt modelId="{609FD52A-1FEF-4884-AE26-CEEEEA524ADD}" type="pres">
      <dgm:prSet presAssocID="{F9F8DCA8-8652-493C-93A0-3232A3CB02B6}" presName="FourConn_2-3" presStyleLbl="fgAccFollowNode1" presStyleIdx="1" presStyleCnt="3">
        <dgm:presLayoutVars>
          <dgm:bulletEnabled val="1"/>
        </dgm:presLayoutVars>
      </dgm:prSet>
      <dgm:spPr/>
    </dgm:pt>
    <dgm:pt modelId="{B6D6FCE7-2121-42D2-9267-237D965436AD}" type="pres">
      <dgm:prSet presAssocID="{F9F8DCA8-8652-493C-93A0-3232A3CB02B6}" presName="FourConn_3-4" presStyleLbl="fgAccFollowNode1" presStyleIdx="2" presStyleCnt="3">
        <dgm:presLayoutVars>
          <dgm:bulletEnabled val="1"/>
        </dgm:presLayoutVars>
      </dgm:prSet>
      <dgm:spPr/>
    </dgm:pt>
    <dgm:pt modelId="{C99A9C19-CEBA-48AA-BF1B-1531E90EFC4F}" type="pres">
      <dgm:prSet presAssocID="{F9F8DCA8-8652-493C-93A0-3232A3CB02B6}" presName="FourNodes_1_text" presStyleLbl="node1" presStyleIdx="3" presStyleCnt="4">
        <dgm:presLayoutVars>
          <dgm:bulletEnabled val="1"/>
        </dgm:presLayoutVars>
      </dgm:prSet>
      <dgm:spPr/>
    </dgm:pt>
    <dgm:pt modelId="{3D031D72-05FC-4852-85D0-C83FF8D1CB33}" type="pres">
      <dgm:prSet presAssocID="{F9F8DCA8-8652-493C-93A0-3232A3CB02B6}" presName="FourNodes_2_text" presStyleLbl="node1" presStyleIdx="3" presStyleCnt="4">
        <dgm:presLayoutVars>
          <dgm:bulletEnabled val="1"/>
        </dgm:presLayoutVars>
      </dgm:prSet>
      <dgm:spPr/>
    </dgm:pt>
    <dgm:pt modelId="{AA530FD0-12E1-47F2-AF86-3A28715E4E8E}" type="pres">
      <dgm:prSet presAssocID="{F9F8DCA8-8652-493C-93A0-3232A3CB02B6}" presName="FourNodes_3_text" presStyleLbl="node1" presStyleIdx="3" presStyleCnt="4">
        <dgm:presLayoutVars>
          <dgm:bulletEnabled val="1"/>
        </dgm:presLayoutVars>
      </dgm:prSet>
      <dgm:spPr/>
    </dgm:pt>
    <dgm:pt modelId="{7EC4EB5F-FC31-4109-A74E-6C915985284D}" type="pres">
      <dgm:prSet presAssocID="{F9F8DCA8-8652-493C-93A0-3232A3CB02B6}" presName="FourNodes_4_text" presStyleLbl="node1" presStyleIdx="3" presStyleCnt="4">
        <dgm:presLayoutVars>
          <dgm:bulletEnabled val="1"/>
        </dgm:presLayoutVars>
      </dgm:prSet>
      <dgm:spPr/>
    </dgm:pt>
  </dgm:ptLst>
  <dgm:cxnLst>
    <dgm:cxn modelId="{4DA7160D-5239-4110-91F6-60DA97AF0D1D}" srcId="{F9F8DCA8-8652-493C-93A0-3232A3CB02B6}" destId="{5754DD12-8D5C-491F-9628-C94B75CAF3EB}" srcOrd="0" destOrd="0" parTransId="{CB8B6286-8F15-4770-9BE5-8CA662358FAB}" sibTransId="{0CD3F103-33FD-4766-B40B-613CB0417A3D}"/>
    <dgm:cxn modelId="{7BC5C018-20AD-43CE-B98B-B5807A9E522D}" type="presOf" srcId="{056F6869-9EFB-4E8F-BDC1-344AA11230BE}" destId="{0431A26E-8151-410D-85C5-298B15F05907}" srcOrd="0" destOrd="0" presId="urn:microsoft.com/office/officeart/2005/8/layout/vProcess5"/>
    <dgm:cxn modelId="{A8A12838-B8B4-4B70-9C82-98BF6BF90ECD}" srcId="{F9F8DCA8-8652-493C-93A0-3232A3CB02B6}" destId="{6320E2B5-4CC9-4927-BD65-DD7DD178F750}" srcOrd="2" destOrd="0" parTransId="{586203AD-6B2F-476D-9802-EDC771AD5E9D}" sibTransId="{5BB7F941-2F07-415F-B481-788DDE3C8A6D}"/>
    <dgm:cxn modelId="{E09F773A-051A-40A7-933D-4728364501FC}" type="presOf" srcId="{5754DD12-8D5C-491F-9628-C94B75CAF3EB}" destId="{C99A9C19-CEBA-48AA-BF1B-1531E90EFC4F}" srcOrd="1" destOrd="0" presId="urn:microsoft.com/office/officeart/2005/8/layout/vProcess5"/>
    <dgm:cxn modelId="{C9722D60-D207-4C3D-8D79-B8273F227625}" type="presOf" srcId="{5754DD12-8D5C-491F-9628-C94B75CAF3EB}" destId="{D60E0F22-BE8A-4F1B-92A5-3BC0C27C9EA2}" srcOrd="0" destOrd="0" presId="urn:microsoft.com/office/officeart/2005/8/layout/vProcess5"/>
    <dgm:cxn modelId="{16F1C1A4-3148-044F-B6F3-0010FE18C940}" type="presOf" srcId="{F9F8DCA8-8652-493C-93A0-3232A3CB02B6}" destId="{493680EF-7C4B-3547-BC39-D373E9B2ADC8}" srcOrd="0" destOrd="0" presId="urn:microsoft.com/office/officeart/2005/8/layout/vProcess5"/>
    <dgm:cxn modelId="{E06826B7-E3FD-4FC2-8278-3C68A3D4B481}" type="presOf" srcId="{49EB01C1-F60E-453B-A5B9-08A6F54CB652}" destId="{F9AC7535-EF34-4056-8B75-048C1C856859}" srcOrd="0" destOrd="0" presId="urn:microsoft.com/office/officeart/2005/8/layout/vProcess5"/>
    <dgm:cxn modelId="{583ED4BF-FCA1-4A70-848D-EAAB548DBEC0}" type="presOf" srcId="{056F6869-9EFB-4E8F-BDC1-344AA11230BE}" destId="{3D031D72-05FC-4852-85D0-C83FF8D1CB33}" srcOrd="1" destOrd="0" presId="urn:microsoft.com/office/officeart/2005/8/layout/vProcess5"/>
    <dgm:cxn modelId="{D4B94CC4-143B-43C6-8184-C4592F01FC39}" type="presOf" srcId="{6320E2B5-4CC9-4927-BD65-DD7DD178F750}" destId="{4D23589E-062B-4B78-937A-EE71C2516C39}" srcOrd="0" destOrd="0" presId="urn:microsoft.com/office/officeart/2005/8/layout/vProcess5"/>
    <dgm:cxn modelId="{23C887C5-3324-4470-A210-245F6651FF84}" srcId="{F9F8DCA8-8652-493C-93A0-3232A3CB02B6}" destId="{056F6869-9EFB-4E8F-BDC1-344AA11230BE}" srcOrd="1" destOrd="0" parTransId="{6605390E-EE6B-476C-84F5-A5844F1C535E}" sibTransId="{068B933C-7AA5-4EF9-BF7F-83A99D78D888}"/>
    <dgm:cxn modelId="{51E7B7D9-E7A9-46A8-B003-54964F2FA851}" srcId="{F9F8DCA8-8652-493C-93A0-3232A3CB02B6}" destId="{49EB01C1-F60E-453B-A5B9-08A6F54CB652}" srcOrd="3" destOrd="0" parTransId="{7BA42077-7C92-4728-A9F1-26EADC153909}" sibTransId="{0DE8E94E-2151-4661-95FF-20B3FD88D944}"/>
    <dgm:cxn modelId="{871ECCDA-56D4-40B2-B00C-E928B4402C7C}" type="presOf" srcId="{49EB01C1-F60E-453B-A5B9-08A6F54CB652}" destId="{7EC4EB5F-FC31-4109-A74E-6C915985284D}" srcOrd="1" destOrd="0" presId="urn:microsoft.com/office/officeart/2005/8/layout/vProcess5"/>
    <dgm:cxn modelId="{02B99CE7-7B85-4781-8C0C-BDA193332C67}" type="presOf" srcId="{5BB7F941-2F07-415F-B481-788DDE3C8A6D}" destId="{B6D6FCE7-2121-42D2-9267-237D965436AD}" srcOrd="0" destOrd="0" presId="urn:microsoft.com/office/officeart/2005/8/layout/vProcess5"/>
    <dgm:cxn modelId="{7D992BE9-B38C-4947-ACE8-A611605491CA}" type="presOf" srcId="{068B933C-7AA5-4EF9-BF7F-83A99D78D888}" destId="{609FD52A-1FEF-4884-AE26-CEEEEA524ADD}" srcOrd="0" destOrd="0" presId="urn:microsoft.com/office/officeart/2005/8/layout/vProcess5"/>
    <dgm:cxn modelId="{02FA8BEE-9C07-4838-8B3F-4FE809D6AE7E}" type="presOf" srcId="{0CD3F103-33FD-4766-B40B-613CB0417A3D}" destId="{4ADC4E55-F0E4-49B4-A797-A70963DDD45B}" srcOrd="0" destOrd="0" presId="urn:microsoft.com/office/officeart/2005/8/layout/vProcess5"/>
    <dgm:cxn modelId="{46741FFA-9441-4C2E-94B5-2E08C15B40A0}" type="presOf" srcId="{6320E2B5-4CC9-4927-BD65-DD7DD178F750}" destId="{AA530FD0-12E1-47F2-AF86-3A28715E4E8E}" srcOrd="1" destOrd="0" presId="urn:microsoft.com/office/officeart/2005/8/layout/vProcess5"/>
    <dgm:cxn modelId="{69B5906F-E744-F34D-8003-C0E70FF505BE}" type="presParOf" srcId="{493680EF-7C4B-3547-BC39-D373E9B2ADC8}" destId="{FB6047E4-C53A-3249-9823-16AF95B8F627}" srcOrd="0" destOrd="0" presId="urn:microsoft.com/office/officeart/2005/8/layout/vProcess5"/>
    <dgm:cxn modelId="{7DED649D-D60A-434C-AD11-A4AF78DE9D88}" type="presParOf" srcId="{493680EF-7C4B-3547-BC39-D373E9B2ADC8}" destId="{D60E0F22-BE8A-4F1B-92A5-3BC0C27C9EA2}" srcOrd="1" destOrd="0" presId="urn:microsoft.com/office/officeart/2005/8/layout/vProcess5"/>
    <dgm:cxn modelId="{043A886C-099D-406C-BE8F-34A80250AF84}" type="presParOf" srcId="{493680EF-7C4B-3547-BC39-D373E9B2ADC8}" destId="{0431A26E-8151-410D-85C5-298B15F05907}" srcOrd="2" destOrd="0" presId="urn:microsoft.com/office/officeart/2005/8/layout/vProcess5"/>
    <dgm:cxn modelId="{60353A13-07AF-491F-BB7C-EE754582BA0A}" type="presParOf" srcId="{493680EF-7C4B-3547-BC39-D373E9B2ADC8}" destId="{4D23589E-062B-4B78-937A-EE71C2516C39}" srcOrd="3" destOrd="0" presId="urn:microsoft.com/office/officeart/2005/8/layout/vProcess5"/>
    <dgm:cxn modelId="{BDD1AE59-EB34-4B92-8650-D02BC0529EC8}" type="presParOf" srcId="{493680EF-7C4B-3547-BC39-D373E9B2ADC8}" destId="{F9AC7535-EF34-4056-8B75-048C1C856859}" srcOrd="4" destOrd="0" presId="urn:microsoft.com/office/officeart/2005/8/layout/vProcess5"/>
    <dgm:cxn modelId="{3114CE3C-36D4-42BE-A03A-CF95FF730785}" type="presParOf" srcId="{493680EF-7C4B-3547-BC39-D373E9B2ADC8}" destId="{4ADC4E55-F0E4-49B4-A797-A70963DDD45B}" srcOrd="5" destOrd="0" presId="urn:microsoft.com/office/officeart/2005/8/layout/vProcess5"/>
    <dgm:cxn modelId="{804DC4B8-AE83-4DE8-B630-F83B8E36120A}" type="presParOf" srcId="{493680EF-7C4B-3547-BC39-D373E9B2ADC8}" destId="{609FD52A-1FEF-4884-AE26-CEEEEA524ADD}" srcOrd="6" destOrd="0" presId="urn:microsoft.com/office/officeart/2005/8/layout/vProcess5"/>
    <dgm:cxn modelId="{C2D11876-D07F-4FB8-8596-615E061AAE78}" type="presParOf" srcId="{493680EF-7C4B-3547-BC39-D373E9B2ADC8}" destId="{B6D6FCE7-2121-42D2-9267-237D965436AD}" srcOrd="7" destOrd="0" presId="urn:microsoft.com/office/officeart/2005/8/layout/vProcess5"/>
    <dgm:cxn modelId="{294178DC-8AAD-4935-AA86-7C047D9A270C}" type="presParOf" srcId="{493680EF-7C4B-3547-BC39-D373E9B2ADC8}" destId="{C99A9C19-CEBA-48AA-BF1B-1531E90EFC4F}" srcOrd="8" destOrd="0" presId="urn:microsoft.com/office/officeart/2005/8/layout/vProcess5"/>
    <dgm:cxn modelId="{87DD9EA1-F493-4513-9EBA-0AA7D16A3F32}" type="presParOf" srcId="{493680EF-7C4B-3547-BC39-D373E9B2ADC8}" destId="{3D031D72-05FC-4852-85D0-C83FF8D1CB33}" srcOrd="9" destOrd="0" presId="urn:microsoft.com/office/officeart/2005/8/layout/vProcess5"/>
    <dgm:cxn modelId="{AA9D589F-41EF-4F5C-B2BA-2AA0D4BFBB8D}" type="presParOf" srcId="{493680EF-7C4B-3547-BC39-D373E9B2ADC8}" destId="{AA530FD0-12E1-47F2-AF86-3A28715E4E8E}" srcOrd="10" destOrd="0" presId="urn:microsoft.com/office/officeart/2005/8/layout/vProcess5"/>
    <dgm:cxn modelId="{0D49A037-51E1-4907-A2A3-8FD78CE2CA93}" type="presParOf" srcId="{493680EF-7C4B-3547-BC39-D373E9B2ADC8}" destId="{7EC4EB5F-FC31-4109-A74E-6C915985284D}"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solidFill>
          <a:schemeClr val="accent5"/>
        </a:solidFill>
      </dgm:spPr>
      <dgm:t>
        <a:bodyPr rtlCol="1"/>
        <a:lstStyle/>
        <a:p>
          <a:pPr rtl="1">
            <a:lnSpc>
              <a:spcPct val="100000"/>
            </a:lnSpc>
          </a:pPr>
          <a:r>
            <a:rPr lang="ar" sz="2400">
              <a:latin typeface="Arial" panose="020B0604020202020204" pitchFamily="34" charset="0"/>
              <a:cs typeface="Arial" panose="020B0604020202020204" pitchFamily="34" charset="0"/>
            </a:rPr>
            <a:t>ج1 تحديد السوق المستهدف</a:t>
          </a:r>
          <a:endParaRPr lang="en-US" sz="2400" b="0">
            <a:latin typeface="Arial" panose="020B0604020202020204" pitchFamily="34" charset="0"/>
            <a:cs typeface="Arial" panose="020B0604020202020204" pitchFamily="34" charset="0"/>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dgm:spPr/>
      <dgm:t>
        <a:bodyPr rtlCol="1"/>
        <a:lstStyle/>
        <a:p>
          <a:pPr rtl="1">
            <a:lnSpc>
              <a:spcPct val="100000"/>
            </a:lnSpc>
          </a:pPr>
          <a:r>
            <a:rPr lang="ar" b="0"/>
            <a:t>ج2</a:t>
          </a:r>
          <a:r>
            <a:rPr lang="ar" b="0">
              <a:latin typeface="Arial" panose="020B0604020202020204" pitchFamily="34" charset="0"/>
              <a:cs typeface="Arial" panose="020B0604020202020204" pitchFamily="34" charset="0"/>
            </a:rPr>
            <a:t>تخطيط أبحاث السوق وشرحها</a:t>
          </a:r>
          <a:endParaRPr lang="en-US" b="0">
            <a:latin typeface="Arial" panose="020B0604020202020204" pitchFamily="34" charset="0"/>
            <a:cs typeface="Arial" panose="020B0604020202020204" pitchFamily="34" charset="0"/>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52968F88-400B-174F-BDB6-BBF0DB8511A5}">
      <dgm:prSet/>
      <dgm:spPr/>
      <dgm:t>
        <a:bodyPr rtlCol="1"/>
        <a:lstStyle/>
        <a:p>
          <a:pPr rtl="1">
            <a:lnSpc>
              <a:spcPct val="100000"/>
            </a:lnSpc>
          </a:pPr>
          <a:r>
            <a:rPr lang="ar" b="1" dirty="0"/>
            <a:t>مجالات المحتوى الرئيسة</a:t>
          </a:r>
          <a:endParaRPr lang="en-US" b="1" dirty="0"/>
        </a:p>
      </dgm:t>
    </dgm:pt>
    <dgm:pt modelId="{7ADB110D-0D55-5546-922D-F3A6F954F482}" type="parTrans" cxnId="{91BC1A53-D125-8B49-98FE-F1D2120E33F7}">
      <dgm:prSet/>
      <dgm:spPr/>
      <dgm:t>
        <a:bodyPr rtlCol="1"/>
        <a:lstStyle/>
        <a:p>
          <a:pPr rtl="1"/>
          <a:endParaRPr lang="en-GB"/>
        </a:p>
      </dgm:t>
    </dgm:pt>
    <dgm:pt modelId="{57F561BD-EB30-5F4A-AF80-6D264356F11C}" type="sibTrans" cxnId="{91BC1A53-D125-8B49-98FE-F1D2120E33F7}">
      <dgm:prSet/>
      <dgm:spPr/>
      <dgm:t>
        <a:bodyPr rtlCol="1"/>
        <a:lstStyle/>
        <a:p>
          <a:pPr rtl="1"/>
          <a:endParaRPr lang="en-GB"/>
        </a:p>
      </dgm:t>
    </dgm:pt>
    <dgm:pt modelId="{F0F0B2CC-7B49-5147-8653-7F054FD9EEB0}">
      <dgm:prSet/>
      <dgm:spPr/>
      <dgm:t>
        <a:bodyPr rtlCol="1"/>
        <a:lstStyle/>
        <a:p>
          <a:pPr rtl="1">
            <a:lnSpc>
              <a:spcPct val="100000"/>
            </a:lnSpc>
          </a:pPr>
          <a:r>
            <a:rPr lang="ar"/>
            <a:t>ج3 الخطة الترويجية</a:t>
          </a:r>
        </a:p>
      </dgm:t>
    </dgm:pt>
    <dgm:pt modelId="{6E6A0337-0D45-F545-90BC-97F846F19961}" type="parTrans" cxnId="{6003A081-3042-A54F-97FA-C404564AEA3E}">
      <dgm:prSet/>
      <dgm:spPr/>
      <dgm:t>
        <a:bodyPr rtlCol="1"/>
        <a:lstStyle/>
        <a:p>
          <a:pPr rtl="1"/>
          <a:endParaRPr lang="en-GB"/>
        </a:p>
      </dgm:t>
    </dgm:pt>
    <dgm:pt modelId="{6751C7E2-01F9-5240-8AAC-BF0C33F4BDFC}" type="sibTrans" cxnId="{6003A081-3042-A54F-97FA-C404564AEA3E}">
      <dgm:prSet/>
      <dgm:spPr/>
      <dgm:t>
        <a:bodyPr rtlCol="1"/>
        <a:lstStyle/>
        <a:p>
          <a:pPr rtl="1"/>
          <a:endParaRPr lang="en-GB"/>
        </a:p>
      </dgm:t>
    </dgm:pt>
    <dgm:pt modelId="{863AB74E-3625-45B1-8EEF-82074F2886A5}" type="pres">
      <dgm:prSet presAssocID="{273F4FFB-BF9F-4EE8-B58E-FFED8E01943B}" presName="root" presStyleCnt="0">
        <dgm:presLayoutVars>
          <dgm:dir/>
          <dgm:resizeHandles val="exact"/>
        </dgm:presLayoutVars>
      </dgm:prSet>
      <dgm:spPr/>
    </dgm:pt>
    <dgm:pt modelId="{DBA91AB4-0F8C-4E02-A259-591E230C10CE}" type="pres">
      <dgm:prSet presAssocID="{52968F88-400B-174F-BDB6-BBF0DB8511A5}" presName="compNode" presStyleCnt="0"/>
      <dgm:spPr/>
    </dgm:pt>
    <dgm:pt modelId="{D9198611-7235-4BB4-BB31-D216AABCC317}" type="pres">
      <dgm:prSet presAssocID="{52968F88-400B-174F-BDB6-BBF0DB8511A5}" presName="bgRect" presStyleLbl="bgShp" presStyleIdx="0" presStyleCnt="4"/>
      <dgm:spPr>
        <a:solidFill>
          <a:schemeClr val="accent6">
            <a:lumMod val="20000"/>
            <a:lumOff val="80000"/>
          </a:schemeClr>
        </a:solidFill>
      </dgm:spPr>
    </dgm:pt>
    <dgm:pt modelId="{E2776590-B244-4374-8BBB-C0658B713B0F}" type="pres">
      <dgm:prSet presAssocID="{52968F88-400B-174F-BDB6-BBF0DB8511A5}" presName="iconRect" presStyleLbl="node1" presStyleIdx="0" presStyleCnt="4" custLinFactX="300000" custLinFactNeighborX="388751"/>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4F50E5B-51DC-46C4-B36B-184882E0313F}" type="pres">
      <dgm:prSet presAssocID="{52968F88-400B-174F-BDB6-BBF0DB8511A5}" presName="spaceRect" presStyleCnt="0"/>
      <dgm:spPr/>
    </dgm:pt>
    <dgm:pt modelId="{33EEE30D-ABB2-471B-872D-A85FEFC192CD}" type="pres">
      <dgm:prSet presAssocID="{52968F88-400B-174F-BDB6-BBF0DB8511A5}" presName="parTx" presStyleLbl="revTx" presStyleIdx="0" presStyleCnt="4" custLinFactNeighborX="-30169">
        <dgm:presLayoutVars>
          <dgm:chMax val="0"/>
          <dgm:chPref val="0"/>
        </dgm:presLayoutVars>
      </dgm:prSet>
      <dgm:spPr/>
    </dgm:pt>
    <dgm:pt modelId="{68E1EC49-CCBB-4CA9-9876-8B6D2D3C9943}" type="pres">
      <dgm:prSet presAssocID="{57F561BD-EB30-5F4A-AF80-6D264356F11C}" presName="sibTrans" presStyleCnt="0"/>
      <dgm:spPr/>
    </dgm:pt>
    <dgm:pt modelId="{49459B3E-5676-4676-8856-8E627AB3FB07}" type="pres">
      <dgm:prSet presAssocID="{5FE25653-A7BA-47FB-8073-2B4FA7940492}" presName="compNode" presStyleCnt="0"/>
      <dgm:spPr/>
    </dgm:pt>
    <dgm:pt modelId="{CFBCFFB1-6659-4D2F-B414-B2122CCC09F7}" type="pres">
      <dgm:prSet presAssocID="{5FE25653-A7BA-47FB-8073-2B4FA7940492}" presName="bgRect" presStyleLbl="bgShp" presStyleIdx="1" presStyleCnt="4"/>
      <dgm:spPr>
        <a:solidFill>
          <a:schemeClr val="accent5"/>
        </a:solidFill>
      </dgm:spPr>
    </dgm:pt>
    <dgm:pt modelId="{E4205DB3-070F-4243-94BB-88B6A8D354CE}" type="pres">
      <dgm:prSet presAssocID="{5FE25653-A7BA-47FB-8073-2B4FA7940492}" presName="iconRect" presStyleLbl="node1" presStyleIdx="1" presStyleCnt="4" custLinFactX="300000" custLinFactNeighborX="388751"/>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agnifying glass with solid fill"/>
        </a:ext>
      </dgm:extLst>
    </dgm:pt>
    <dgm:pt modelId="{8B2FF412-4138-4381-900E-74C0FA3A2EB7}" type="pres">
      <dgm:prSet presAssocID="{5FE25653-A7BA-47FB-8073-2B4FA7940492}" presName="spaceRect" presStyleCnt="0"/>
      <dgm:spPr/>
    </dgm:pt>
    <dgm:pt modelId="{7262A4DF-EEB9-409B-BC1D-1F45D0A27FDC}" type="pres">
      <dgm:prSet presAssocID="{5FE25653-A7BA-47FB-8073-2B4FA7940492}" presName="parTx" presStyleLbl="revTx" presStyleIdx="1" presStyleCnt="4" custLinFactNeighborX="-30169">
        <dgm:presLayoutVars>
          <dgm:chMax val="0"/>
          <dgm:chPref val="0"/>
        </dgm:presLayoutVars>
      </dgm:prSet>
      <dgm:spPr/>
    </dgm:pt>
    <dgm:pt modelId="{46069B57-539B-486A-8A71-7E2ED541BEDA}" type="pres">
      <dgm:prSet presAssocID="{FD9ABB40-9682-4D97-B80C-F7F64D08F683}" presName="sibTrans" presStyleCnt="0"/>
      <dgm:spPr/>
    </dgm:pt>
    <dgm:pt modelId="{23EDF490-3A71-456F-8C5A-5A1A29AFF28C}" type="pres">
      <dgm:prSet presAssocID="{CCCABDE4-D42F-4A79-80D9-607472E8A4AF}" presName="compNode" presStyleCnt="0"/>
      <dgm:spPr/>
    </dgm:pt>
    <dgm:pt modelId="{2797CF68-E5BF-41A3-ABCF-8E79F0896476}" type="pres">
      <dgm:prSet presAssocID="{CCCABDE4-D42F-4A79-80D9-607472E8A4AF}" presName="bgRect" presStyleLbl="bgShp" presStyleIdx="2" presStyleCnt="4"/>
      <dgm:spPr>
        <a:solidFill>
          <a:schemeClr val="accent6">
            <a:lumMod val="20000"/>
            <a:lumOff val="80000"/>
          </a:schemeClr>
        </a:solidFill>
      </dgm:spPr>
    </dgm:pt>
    <dgm:pt modelId="{53052375-894A-423B-8CC9-89FA86F3D286}" type="pres">
      <dgm:prSet presAssocID="{CCCABDE4-D42F-4A79-80D9-607472E8A4AF}" presName="iconRect" presStyleLbl="node1" presStyleIdx="2" presStyleCnt="4" custLinFactX="300000" custLinFactNeighborX="388751"/>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097FB52C-EEAE-4FA8-86A6-1EEB37BFEDC3}" type="pres">
      <dgm:prSet presAssocID="{CCCABDE4-D42F-4A79-80D9-607472E8A4AF}" presName="spaceRect" presStyleCnt="0"/>
      <dgm:spPr/>
    </dgm:pt>
    <dgm:pt modelId="{854AA2ED-FFEE-4717-8F97-F43CEB41CECA}" type="pres">
      <dgm:prSet presAssocID="{CCCABDE4-D42F-4A79-80D9-607472E8A4AF}" presName="parTx" presStyleLbl="revTx" presStyleIdx="2" presStyleCnt="4" custLinFactNeighborX="-30169">
        <dgm:presLayoutVars>
          <dgm:chMax val="0"/>
          <dgm:chPref val="0"/>
        </dgm:presLayoutVars>
      </dgm:prSet>
      <dgm:spPr/>
    </dgm:pt>
    <dgm:pt modelId="{D8F0C14F-8347-0343-9E5E-554A702627BD}" type="pres">
      <dgm:prSet presAssocID="{F2E7893A-50A6-440B-AD9A-267ED4D45C29}" presName="sibTrans" presStyleCnt="0"/>
      <dgm:spPr/>
    </dgm:pt>
    <dgm:pt modelId="{D658358A-9AFD-D948-BBA7-590ADE91D654}" type="pres">
      <dgm:prSet presAssocID="{F0F0B2CC-7B49-5147-8653-7F054FD9EEB0}" presName="compNode" presStyleCnt="0"/>
      <dgm:spPr/>
    </dgm:pt>
    <dgm:pt modelId="{E4A96803-B9E9-824B-A3EB-1BC8E1600677}" type="pres">
      <dgm:prSet presAssocID="{F0F0B2CC-7B49-5147-8653-7F054FD9EEB0}" presName="bgRect" presStyleLbl="bgShp" presStyleIdx="3" presStyleCnt="4" custLinFactNeighborX="2871"/>
      <dgm:spPr>
        <a:solidFill>
          <a:schemeClr val="accent5"/>
        </a:solidFill>
      </dgm:spPr>
    </dgm:pt>
    <dgm:pt modelId="{89DA49A5-5604-3842-A57D-17849C2A32EF}" type="pres">
      <dgm:prSet presAssocID="{F0F0B2CC-7B49-5147-8653-7F054FD9EEB0}" presName="iconRect" presStyleLbl="node1" presStyleIdx="3" presStyleCnt="4" custLinFactX="300000" custLinFactNeighborX="388751"/>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ocument with solid fill"/>
        </a:ext>
      </dgm:extLst>
    </dgm:pt>
    <dgm:pt modelId="{09E8AB8B-4018-174A-8D4B-65AD1B8EB5C6}" type="pres">
      <dgm:prSet presAssocID="{F0F0B2CC-7B49-5147-8653-7F054FD9EEB0}" presName="spaceRect" presStyleCnt="0"/>
      <dgm:spPr/>
    </dgm:pt>
    <dgm:pt modelId="{6646F3F4-A7FE-4A48-A0D1-30A517D1CAC6}" type="pres">
      <dgm:prSet presAssocID="{F0F0B2CC-7B49-5147-8653-7F054FD9EEB0}" presName="parTx" presStyleLbl="revTx" presStyleIdx="3" presStyleCnt="4" custLinFactNeighborX="-30169">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BCCD8A38-88D4-DF47-9E26-DC3BF613AF4E}" type="presOf" srcId="{52968F88-400B-174F-BDB6-BBF0DB8511A5}" destId="{33EEE30D-ABB2-471B-872D-A85FEFC192CD}" srcOrd="0" destOrd="0" presId="urn:microsoft.com/office/officeart/2018/2/layout/IconVerticalSolidList"/>
    <dgm:cxn modelId="{91BC1A53-D125-8B49-98FE-F1D2120E33F7}" srcId="{273F4FFB-BF9F-4EE8-B58E-FFED8E01943B}" destId="{52968F88-400B-174F-BDB6-BBF0DB8511A5}" srcOrd="0" destOrd="0" parTransId="{7ADB110D-0D55-5546-922D-F3A6F954F482}" sibTransId="{57F561BD-EB30-5F4A-AF80-6D264356F11C}"/>
    <dgm:cxn modelId="{1154BE59-1B58-418C-9504-EC0D688BA33C}" srcId="{273F4FFB-BF9F-4EE8-B58E-FFED8E01943B}" destId="{CCCABDE4-D42F-4A79-80D9-607472E8A4AF}" srcOrd="2" destOrd="0" parTransId="{EAAD90EE-0E21-4401-A75A-1643B5084443}" sibTransId="{F2E7893A-50A6-440B-AD9A-267ED4D45C29}"/>
    <dgm:cxn modelId="{6003A081-3042-A54F-97FA-C404564AEA3E}" srcId="{273F4FFB-BF9F-4EE8-B58E-FFED8E01943B}" destId="{F0F0B2CC-7B49-5147-8653-7F054FD9EEB0}" srcOrd="3" destOrd="0" parTransId="{6E6A0337-0D45-F545-90BC-97F846F19961}" sibTransId="{6751C7E2-01F9-5240-8AAC-BF0C33F4BDFC}"/>
    <dgm:cxn modelId="{39A06588-161C-2E4E-BA4F-48E34227CEC5}" type="presOf" srcId="{CCCABDE4-D42F-4A79-80D9-607472E8A4AF}" destId="{854AA2ED-FFEE-4717-8F97-F43CEB41CECA}" srcOrd="0" destOrd="0" presId="urn:microsoft.com/office/officeart/2018/2/layout/IconVerticalSolidList"/>
    <dgm:cxn modelId="{9ED38C8E-F6AD-9E4E-9B04-2A512E3A8839}" type="presOf" srcId="{F0F0B2CC-7B49-5147-8653-7F054FD9EEB0}" destId="{6646F3F4-A7FE-4A48-A0D1-30A517D1CAC6}" srcOrd="0" destOrd="0" presId="urn:microsoft.com/office/officeart/2018/2/layout/IconVerticalSolidList"/>
    <dgm:cxn modelId="{6ADADCB9-6218-C54C-8EE6-DFB45CC10C47}" type="presOf" srcId="{273F4FFB-BF9F-4EE8-B58E-FFED8E01943B}" destId="{863AB74E-3625-45B1-8EEF-82074F2886A5}" srcOrd="0" destOrd="0" presId="urn:microsoft.com/office/officeart/2018/2/layout/IconVerticalSolidList"/>
    <dgm:cxn modelId="{D02F91F2-4EB5-D841-8294-20EC321709E7}" type="presOf" srcId="{5FE25653-A7BA-47FB-8073-2B4FA7940492}" destId="{7262A4DF-EEB9-409B-BC1D-1F45D0A27FDC}" srcOrd="0" destOrd="0" presId="urn:microsoft.com/office/officeart/2018/2/layout/IconVerticalSolidList"/>
    <dgm:cxn modelId="{CDFF1C99-170E-6048-B43E-E419E890FA59}" type="presParOf" srcId="{863AB74E-3625-45B1-8EEF-82074F2886A5}" destId="{DBA91AB4-0F8C-4E02-A259-591E230C10CE}" srcOrd="0" destOrd="0" presId="urn:microsoft.com/office/officeart/2018/2/layout/IconVerticalSolidList"/>
    <dgm:cxn modelId="{76D4E39F-B1A6-DA49-A0FE-1E247E89A80D}" type="presParOf" srcId="{DBA91AB4-0F8C-4E02-A259-591E230C10CE}" destId="{D9198611-7235-4BB4-BB31-D216AABCC317}" srcOrd="0" destOrd="0" presId="urn:microsoft.com/office/officeart/2018/2/layout/IconVerticalSolidList"/>
    <dgm:cxn modelId="{A97109A0-EDCF-8D48-B356-91204481D6B1}" type="presParOf" srcId="{DBA91AB4-0F8C-4E02-A259-591E230C10CE}" destId="{E2776590-B244-4374-8BBB-C0658B713B0F}" srcOrd="1" destOrd="0" presId="urn:microsoft.com/office/officeart/2018/2/layout/IconVerticalSolidList"/>
    <dgm:cxn modelId="{B0CDB994-EBD6-1646-9E0B-EC642784ABFF}" type="presParOf" srcId="{DBA91AB4-0F8C-4E02-A259-591E230C10CE}" destId="{D4F50E5B-51DC-46C4-B36B-184882E0313F}" srcOrd="2" destOrd="0" presId="urn:microsoft.com/office/officeart/2018/2/layout/IconVerticalSolidList"/>
    <dgm:cxn modelId="{2B9C9D85-1143-E54D-A0F8-4CBC3CDAEE00}" type="presParOf" srcId="{DBA91AB4-0F8C-4E02-A259-591E230C10CE}" destId="{33EEE30D-ABB2-471B-872D-A85FEFC192CD}" srcOrd="3" destOrd="0" presId="urn:microsoft.com/office/officeart/2018/2/layout/IconVerticalSolidList"/>
    <dgm:cxn modelId="{6F8D95CA-EB15-CA4F-B65A-32B42D1EE37A}" type="presParOf" srcId="{863AB74E-3625-45B1-8EEF-82074F2886A5}" destId="{68E1EC49-CCBB-4CA9-9876-8B6D2D3C9943}" srcOrd="1" destOrd="0" presId="urn:microsoft.com/office/officeart/2018/2/layout/IconVerticalSolidList"/>
    <dgm:cxn modelId="{9CE936D1-E24F-D643-8ADB-6F6139BD888E}" type="presParOf" srcId="{863AB74E-3625-45B1-8EEF-82074F2886A5}" destId="{49459B3E-5676-4676-8856-8E627AB3FB07}" srcOrd="2" destOrd="0" presId="urn:microsoft.com/office/officeart/2018/2/layout/IconVerticalSolidList"/>
    <dgm:cxn modelId="{08A3C282-5B89-9F44-8F82-46A3AB76C8BB}" type="presParOf" srcId="{49459B3E-5676-4676-8856-8E627AB3FB07}" destId="{CFBCFFB1-6659-4D2F-B414-B2122CCC09F7}" srcOrd="0" destOrd="0" presId="urn:microsoft.com/office/officeart/2018/2/layout/IconVerticalSolidList"/>
    <dgm:cxn modelId="{9F85E871-36AF-6C48-85A4-1F22948B4ADC}" type="presParOf" srcId="{49459B3E-5676-4676-8856-8E627AB3FB07}" destId="{E4205DB3-070F-4243-94BB-88B6A8D354CE}" srcOrd="1" destOrd="0" presId="urn:microsoft.com/office/officeart/2018/2/layout/IconVerticalSolidList"/>
    <dgm:cxn modelId="{5D200912-D726-F94A-851F-EB26BDC10213}" type="presParOf" srcId="{49459B3E-5676-4676-8856-8E627AB3FB07}" destId="{8B2FF412-4138-4381-900E-74C0FA3A2EB7}" srcOrd="2" destOrd="0" presId="urn:microsoft.com/office/officeart/2018/2/layout/IconVerticalSolidList"/>
    <dgm:cxn modelId="{35B00E79-93CE-444B-B463-B53E3C44D509}" type="presParOf" srcId="{49459B3E-5676-4676-8856-8E627AB3FB07}" destId="{7262A4DF-EEB9-409B-BC1D-1F45D0A27FDC}" srcOrd="3" destOrd="0" presId="urn:microsoft.com/office/officeart/2018/2/layout/IconVerticalSolidList"/>
    <dgm:cxn modelId="{C347EBDB-FAF8-8C40-A499-42DDD2C1BFEE}" type="presParOf" srcId="{863AB74E-3625-45B1-8EEF-82074F2886A5}" destId="{46069B57-539B-486A-8A71-7E2ED541BEDA}" srcOrd="3" destOrd="0" presId="urn:microsoft.com/office/officeart/2018/2/layout/IconVerticalSolidList"/>
    <dgm:cxn modelId="{A328B44A-C928-8445-96C1-38C0B8C4C6A9}" type="presParOf" srcId="{863AB74E-3625-45B1-8EEF-82074F2886A5}" destId="{23EDF490-3A71-456F-8C5A-5A1A29AFF28C}" srcOrd="4" destOrd="0" presId="urn:microsoft.com/office/officeart/2018/2/layout/IconVerticalSolidList"/>
    <dgm:cxn modelId="{B3AF0508-B93E-CE48-A443-E4C3AE614934}" type="presParOf" srcId="{23EDF490-3A71-456F-8C5A-5A1A29AFF28C}" destId="{2797CF68-E5BF-41A3-ABCF-8E79F0896476}" srcOrd="0" destOrd="0" presId="urn:microsoft.com/office/officeart/2018/2/layout/IconVerticalSolidList"/>
    <dgm:cxn modelId="{C5B1FED2-68D3-5946-8100-9382EAE3EA20}" type="presParOf" srcId="{23EDF490-3A71-456F-8C5A-5A1A29AFF28C}" destId="{53052375-894A-423B-8CC9-89FA86F3D286}" srcOrd="1" destOrd="0" presId="urn:microsoft.com/office/officeart/2018/2/layout/IconVerticalSolidList"/>
    <dgm:cxn modelId="{FE176165-E2F8-2F4A-86D7-091F787C496A}" type="presParOf" srcId="{23EDF490-3A71-456F-8C5A-5A1A29AFF28C}" destId="{097FB52C-EEAE-4FA8-86A6-1EEB37BFEDC3}" srcOrd="2" destOrd="0" presId="urn:microsoft.com/office/officeart/2018/2/layout/IconVerticalSolidList"/>
    <dgm:cxn modelId="{7CB52128-92A3-C748-B47D-229265C94B61}" type="presParOf" srcId="{23EDF490-3A71-456F-8C5A-5A1A29AFF28C}" destId="{854AA2ED-FFEE-4717-8F97-F43CEB41CECA}" srcOrd="3" destOrd="0" presId="urn:microsoft.com/office/officeart/2018/2/layout/IconVerticalSolidList"/>
    <dgm:cxn modelId="{9793B0B4-C99A-DA42-AC44-C79A860D97D8}" type="presParOf" srcId="{863AB74E-3625-45B1-8EEF-82074F2886A5}" destId="{D8F0C14F-8347-0343-9E5E-554A702627BD}" srcOrd="5" destOrd="0" presId="urn:microsoft.com/office/officeart/2018/2/layout/IconVerticalSolidList"/>
    <dgm:cxn modelId="{0D6D88D2-44DC-5D4A-A435-2C4B8BCCCCED}" type="presParOf" srcId="{863AB74E-3625-45B1-8EEF-82074F2886A5}" destId="{D658358A-9AFD-D948-BBA7-590ADE91D654}" srcOrd="6" destOrd="0" presId="urn:microsoft.com/office/officeart/2018/2/layout/IconVerticalSolidList"/>
    <dgm:cxn modelId="{283434F4-E14D-2E43-B6BD-6FAD66F3F0D9}" type="presParOf" srcId="{D658358A-9AFD-D948-BBA7-590ADE91D654}" destId="{E4A96803-B9E9-824B-A3EB-1BC8E1600677}" srcOrd="0" destOrd="0" presId="urn:microsoft.com/office/officeart/2018/2/layout/IconVerticalSolidList"/>
    <dgm:cxn modelId="{26C42D7A-E4AA-754C-ADE7-5AE440742C0C}" type="presParOf" srcId="{D658358A-9AFD-D948-BBA7-590ADE91D654}" destId="{89DA49A5-5604-3842-A57D-17849C2A32EF}" srcOrd="1" destOrd="0" presId="urn:microsoft.com/office/officeart/2018/2/layout/IconVerticalSolidList"/>
    <dgm:cxn modelId="{6DD800C0-7E49-E448-A9D6-560B893F04CB}" type="presParOf" srcId="{D658358A-9AFD-D948-BBA7-590ADE91D654}" destId="{09E8AB8B-4018-174A-8D4B-65AD1B8EB5C6}" srcOrd="2" destOrd="0" presId="urn:microsoft.com/office/officeart/2018/2/layout/IconVerticalSolidList"/>
    <dgm:cxn modelId="{01605177-B391-2A4D-B975-136B9D0097D4}" type="presParOf" srcId="{D658358A-9AFD-D948-BBA7-590ADE91D654}" destId="{6646F3F4-A7FE-4A48-A0D1-30A517D1CAC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DC70024-199F-439E-AF42-B4713D9A6598}"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A650EC0F-9692-495C-AF90-1A370FB4E949}">
      <dgm:prSet/>
      <dgm:spPr/>
      <dgm:t>
        <a:bodyPr rtlCol="1"/>
        <a:lstStyle/>
        <a:p>
          <a:pPr rtl="1"/>
          <a:r>
            <a:rPr lang="ar" b="1" dirty="0">
              <a:latin typeface="Times New Roman" panose="02020603050405020304" pitchFamily="18" charset="0"/>
              <a:cs typeface="Times New Roman" panose="02020603050405020304" pitchFamily="18" charset="0"/>
            </a:rPr>
            <a:t>أبحاث السوق الأولية</a:t>
          </a:r>
          <a:r>
            <a:rPr lang="ar" dirty="0">
              <a:latin typeface="Times New Roman" panose="02020603050405020304" pitchFamily="18" charset="0"/>
              <a:cs typeface="Times New Roman" panose="02020603050405020304" pitchFamily="18" charset="0"/>
            </a:rPr>
            <a:t>: مثل استطلاعات الرأي، والمقابلات الشخصية، ومجموعات التركيز، والعمل الميداني.</a:t>
          </a:r>
          <a:endParaRPr lang="en-US" dirty="0">
            <a:latin typeface="Times New Roman" panose="02020603050405020304" pitchFamily="18" charset="0"/>
            <a:cs typeface="Times New Roman" panose="02020603050405020304" pitchFamily="18" charset="0"/>
          </a:endParaRPr>
        </a:p>
      </dgm:t>
    </dgm:pt>
    <dgm:pt modelId="{7F8F3889-5381-42FB-8D2F-A145ABF054F1}" type="parTrans" cxnId="{F14C0838-DA5F-474D-B3A8-A6709F05180F}">
      <dgm:prSet/>
      <dgm:spPr/>
      <dgm:t>
        <a:bodyPr rtlCol="1"/>
        <a:lstStyle/>
        <a:p>
          <a:pPr rtl="1"/>
          <a:endParaRPr lang="en-US"/>
        </a:p>
      </dgm:t>
    </dgm:pt>
    <dgm:pt modelId="{B4A9948C-2ECF-4F4D-A4B1-E6C7178A589C}" type="sibTrans" cxnId="{F14C0838-DA5F-474D-B3A8-A6709F05180F}">
      <dgm:prSet/>
      <dgm:spPr/>
      <dgm:t>
        <a:bodyPr rtlCol="1"/>
        <a:lstStyle/>
        <a:p>
          <a:pPr rtl="1"/>
          <a:endParaRPr lang="en-US"/>
        </a:p>
      </dgm:t>
    </dgm:pt>
    <dgm:pt modelId="{B6423FCF-1FDE-49BE-9EC5-E8DB03E78FBA}">
      <dgm:prSet/>
      <dgm:spPr/>
      <dgm:t>
        <a:bodyPr rtlCol="1"/>
        <a:lstStyle/>
        <a:p>
          <a:pPr rtl="1"/>
          <a:r>
            <a:rPr lang="ar" b="1" dirty="0">
              <a:latin typeface="Times New Roman" panose="02020603050405020304" pitchFamily="18" charset="0"/>
              <a:cs typeface="Times New Roman" panose="02020603050405020304" pitchFamily="18" charset="0"/>
            </a:rPr>
            <a:t>أ</a:t>
          </a:r>
          <a:r>
            <a:rPr lang="ar" dirty="0">
              <a:latin typeface="Times New Roman" panose="02020603050405020304" pitchFamily="18" charset="0"/>
              <a:cs typeface="Times New Roman" panose="02020603050405020304" pitchFamily="18" charset="0"/>
            </a:rPr>
            <a:t>بحاث السوق الثانوية: مثل الصحف والمجلات، ومواقع المنافسين الإلكترونية، ومقرات المنافسين، والاتجاهات الرئيسة في السوق.</a:t>
          </a:r>
          <a:endParaRPr lang="en-US" dirty="0">
            <a:latin typeface="Times New Roman" panose="02020603050405020304" pitchFamily="18" charset="0"/>
            <a:cs typeface="Times New Roman" panose="02020603050405020304" pitchFamily="18" charset="0"/>
          </a:endParaRPr>
        </a:p>
      </dgm:t>
    </dgm:pt>
    <dgm:pt modelId="{7564BE84-693E-4B17-A545-6C7F9E574244}" type="parTrans" cxnId="{A801902C-E42B-4C68-B4EE-CA48B9F17D61}">
      <dgm:prSet/>
      <dgm:spPr/>
      <dgm:t>
        <a:bodyPr rtlCol="1"/>
        <a:lstStyle/>
        <a:p>
          <a:pPr rtl="1"/>
          <a:endParaRPr lang="en-US"/>
        </a:p>
      </dgm:t>
    </dgm:pt>
    <dgm:pt modelId="{7A671CEE-D78E-4073-9161-5F62F456EDE3}" type="sibTrans" cxnId="{A801902C-E42B-4C68-B4EE-CA48B9F17D61}">
      <dgm:prSet/>
      <dgm:spPr/>
      <dgm:t>
        <a:bodyPr rtlCol="1"/>
        <a:lstStyle/>
        <a:p>
          <a:pPr rtl="1"/>
          <a:endParaRPr lang="en-US"/>
        </a:p>
      </dgm:t>
    </dgm:pt>
    <dgm:pt modelId="{040A935A-2338-44FA-AF17-17ADF49A00B0}" type="pres">
      <dgm:prSet presAssocID="{7DC70024-199F-439E-AF42-B4713D9A6598}" presName="root" presStyleCnt="0">
        <dgm:presLayoutVars>
          <dgm:dir/>
          <dgm:resizeHandles val="exact"/>
        </dgm:presLayoutVars>
      </dgm:prSet>
      <dgm:spPr/>
    </dgm:pt>
    <dgm:pt modelId="{052D62B0-54F1-440B-BDBB-9486E8B3685F}" type="pres">
      <dgm:prSet presAssocID="{A650EC0F-9692-495C-AF90-1A370FB4E949}" presName="compNode" presStyleCnt="0"/>
      <dgm:spPr/>
    </dgm:pt>
    <dgm:pt modelId="{6E404D5A-FC0B-469B-B1F9-2485591BB55B}" type="pres">
      <dgm:prSet presAssocID="{A650EC0F-9692-495C-AF90-1A370FB4E949}" presName="bgRect" presStyleLbl="bgShp" presStyleIdx="0" presStyleCnt="2"/>
      <dgm:spPr>
        <a:solidFill>
          <a:schemeClr val="accent6">
            <a:lumMod val="20000"/>
            <a:lumOff val="80000"/>
          </a:schemeClr>
        </a:solidFill>
      </dgm:spPr>
    </dgm:pt>
    <dgm:pt modelId="{B44916DC-6312-4529-A900-8C3966C8B4BE}" type="pres">
      <dgm:prSet presAssocID="{A650EC0F-9692-495C-AF90-1A370FB4E949}" presName="iconRect" presStyleLbl="node1" presStyleIdx="0" presStyleCnt="2" custLinFactX="200000" custLinFactNeighborX="25708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4A1B851E-28B5-468A-9D83-EA72306C4E58}" type="pres">
      <dgm:prSet presAssocID="{A650EC0F-9692-495C-AF90-1A370FB4E949}" presName="spaceRect" presStyleCnt="0"/>
      <dgm:spPr/>
    </dgm:pt>
    <dgm:pt modelId="{53CF003B-1DE2-4AB3-89F8-C2168600DC4F}" type="pres">
      <dgm:prSet presAssocID="{A650EC0F-9692-495C-AF90-1A370FB4E949}" presName="parTx" presStyleLbl="revTx" presStyleIdx="0" presStyleCnt="2" custLinFactNeighborX="-47660">
        <dgm:presLayoutVars>
          <dgm:chMax val="0"/>
          <dgm:chPref val="0"/>
        </dgm:presLayoutVars>
      </dgm:prSet>
      <dgm:spPr/>
    </dgm:pt>
    <dgm:pt modelId="{7B4BA08E-9F55-41CC-AD53-2132DD8D30DA}" type="pres">
      <dgm:prSet presAssocID="{B4A9948C-2ECF-4F4D-A4B1-E6C7178A589C}" presName="sibTrans" presStyleCnt="0"/>
      <dgm:spPr/>
    </dgm:pt>
    <dgm:pt modelId="{BF848344-DE5F-4480-ABBD-6DB1280E2133}" type="pres">
      <dgm:prSet presAssocID="{B6423FCF-1FDE-49BE-9EC5-E8DB03E78FBA}" presName="compNode" presStyleCnt="0"/>
      <dgm:spPr/>
    </dgm:pt>
    <dgm:pt modelId="{F131E657-D6F9-4CCD-91FA-5210F4B92B4F}" type="pres">
      <dgm:prSet presAssocID="{B6423FCF-1FDE-49BE-9EC5-E8DB03E78FBA}" presName="bgRect" presStyleLbl="bgShp" presStyleIdx="1" presStyleCnt="2"/>
      <dgm:spPr>
        <a:solidFill>
          <a:schemeClr val="accent5">
            <a:lumMod val="90000"/>
          </a:schemeClr>
        </a:solidFill>
      </dgm:spPr>
    </dgm:pt>
    <dgm:pt modelId="{9E6690CB-BFBA-421D-8C56-5C7E6FA54DEF}" type="pres">
      <dgm:prSet presAssocID="{B6423FCF-1FDE-49BE-9EC5-E8DB03E78FBA}" presName="iconRect" presStyleLbl="node1" presStyleIdx="1" presStyleCnt="2" custLinFactX="200000" custLinFactNeighborX="25708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wspaper"/>
        </a:ext>
      </dgm:extLst>
    </dgm:pt>
    <dgm:pt modelId="{1BC6C997-FD38-41F9-8D68-4189D989AEC6}" type="pres">
      <dgm:prSet presAssocID="{B6423FCF-1FDE-49BE-9EC5-E8DB03E78FBA}" presName="spaceRect" presStyleCnt="0"/>
      <dgm:spPr/>
    </dgm:pt>
    <dgm:pt modelId="{48EDC52D-94B7-4320-A9A8-163326EDCD9C}" type="pres">
      <dgm:prSet presAssocID="{B6423FCF-1FDE-49BE-9EC5-E8DB03E78FBA}" presName="parTx" presStyleLbl="revTx" presStyleIdx="1" presStyleCnt="2" custLinFactNeighborX="-47660">
        <dgm:presLayoutVars>
          <dgm:chMax val="0"/>
          <dgm:chPref val="0"/>
        </dgm:presLayoutVars>
      </dgm:prSet>
      <dgm:spPr/>
    </dgm:pt>
  </dgm:ptLst>
  <dgm:cxnLst>
    <dgm:cxn modelId="{6268960B-D253-4293-9F69-3AC4A14162C9}" type="presOf" srcId="{B6423FCF-1FDE-49BE-9EC5-E8DB03E78FBA}" destId="{48EDC52D-94B7-4320-A9A8-163326EDCD9C}" srcOrd="0" destOrd="0" presId="urn:microsoft.com/office/officeart/2018/2/layout/IconVerticalSolidList"/>
    <dgm:cxn modelId="{A801902C-E42B-4C68-B4EE-CA48B9F17D61}" srcId="{7DC70024-199F-439E-AF42-B4713D9A6598}" destId="{B6423FCF-1FDE-49BE-9EC5-E8DB03E78FBA}" srcOrd="1" destOrd="0" parTransId="{7564BE84-693E-4B17-A545-6C7F9E574244}" sibTransId="{7A671CEE-D78E-4073-9161-5F62F456EDE3}"/>
    <dgm:cxn modelId="{F14C0838-DA5F-474D-B3A8-A6709F05180F}" srcId="{7DC70024-199F-439E-AF42-B4713D9A6598}" destId="{A650EC0F-9692-495C-AF90-1A370FB4E949}" srcOrd="0" destOrd="0" parTransId="{7F8F3889-5381-42FB-8D2F-A145ABF054F1}" sibTransId="{B4A9948C-2ECF-4F4D-A4B1-E6C7178A589C}"/>
    <dgm:cxn modelId="{86288A7D-B806-4C20-8842-CC5A4EC83B29}" type="presOf" srcId="{A650EC0F-9692-495C-AF90-1A370FB4E949}" destId="{53CF003B-1DE2-4AB3-89F8-C2168600DC4F}" srcOrd="0" destOrd="0" presId="urn:microsoft.com/office/officeart/2018/2/layout/IconVerticalSolidList"/>
    <dgm:cxn modelId="{1324FC90-DF8F-4D9A-BE10-43BC5145B8D8}" type="presOf" srcId="{7DC70024-199F-439E-AF42-B4713D9A6598}" destId="{040A935A-2338-44FA-AF17-17ADF49A00B0}" srcOrd="0" destOrd="0" presId="urn:microsoft.com/office/officeart/2018/2/layout/IconVerticalSolidList"/>
    <dgm:cxn modelId="{152EBE78-CA21-470C-904D-D240CE5AC481}" type="presParOf" srcId="{040A935A-2338-44FA-AF17-17ADF49A00B0}" destId="{052D62B0-54F1-440B-BDBB-9486E8B3685F}" srcOrd="0" destOrd="0" presId="urn:microsoft.com/office/officeart/2018/2/layout/IconVerticalSolidList"/>
    <dgm:cxn modelId="{9DCEFC49-95B5-4649-9203-2C9A18F7C93D}" type="presParOf" srcId="{052D62B0-54F1-440B-BDBB-9486E8B3685F}" destId="{6E404D5A-FC0B-469B-B1F9-2485591BB55B}" srcOrd="0" destOrd="0" presId="urn:microsoft.com/office/officeart/2018/2/layout/IconVerticalSolidList"/>
    <dgm:cxn modelId="{5FAF1C93-747E-4795-AABA-1B71F40982EC}" type="presParOf" srcId="{052D62B0-54F1-440B-BDBB-9486E8B3685F}" destId="{B44916DC-6312-4529-A900-8C3966C8B4BE}" srcOrd="1" destOrd="0" presId="urn:microsoft.com/office/officeart/2018/2/layout/IconVerticalSolidList"/>
    <dgm:cxn modelId="{7DE1B8CF-19D3-4355-B623-FEB9E599AB4D}" type="presParOf" srcId="{052D62B0-54F1-440B-BDBB-9486E8B3685F}" destId="{4A1B851E-28B5-468A-9D83-EA72306C4E58}" srcOrd="2" destOrd="0" presId="urn:microsoft.com/office/officeart/2018/2/layout/IconVerticalSolidList"/>
    <dgm:cxn modelId="{0668413F-CEE6-4F85-A2B0-EBF5B7FF414B}" type="presParOf" srcId="{052D62B0-54F1-440B-BDBB-9486E8B3685F}" destId="{53CF003B-1DE2-4AB3-89F8-C2168600DC4F}" srcOrd="3" destOrd="0" presId="urn:microsoft.com/office/officeart/2018/2/layout/IconVerticalSolidList"/>
    <dgm:cxn modelId="{514C74BA-51E4-46B4-A106-516C4FA2AAD9}" type="presParOf" srcId="{040A935A-2338-44FA-AF17-17ADF49A00B0}" destId="{7B4BA08E-9F55-41CC-AD53-2132DD8D30DA}" srcOrd="1" destOrd="0" presId="urn:microsoft.com/office/officeart/2018/2/layout/IconVerticalSolidList"/>
    <dgm:cxn modelId="{0887C061-4341-4EC2-97E8-157A00A53A48}" type="presParOf" srcId="{040A935A-2338-44FA-AF17-17ADF49A00B0}" destId="{BF848344-DE5F-4480-ABBD-6DB1280E2133}" srcOrd="2" destOrd="0" presId="urn:microsoft.com/office/officeart/2018/2/layout/IconVerticalSolidList"/>
    <dgm:cxn modelId="{4CCDB77A-8AEC-4566-AF31-B541EBC87DA7}" type="presParOf" srcId="{BF848344-DE5F-4480-ABBD-6DB1280E2133}" destId="{F131E657-D6F9-4CCD-91FA-5210F4B92B4F}" srcOrd="0" destOrd="0" presId="urn:microsoft.com/office/officeart/2018/2/layout/IconVerticalSolidList"/>
    <dgm:cxn modelId="{CB5B0D15-A52B-48C3-936E-854658C1EF28}" type="presParOf" srcId="{BF848344-DE5F-4480-ABBD-6DB1280E2133}" destId="{9E6690CB-BFBA-421D-8C56-5C7E6FA54DEF}" srcOrd="1" destOrd="0" presId="urn:microsoft.com/office/officeart/2018/2/layout/IconVerticalSolidList"/>
    <dgm:cxn modelId="{6ADF07F2-A3E8-4D0C-8795-E0536086985E}" type="presParOf" srcId="{BF848344-DE5F-4480-ABBD-6DB1280E2133}" destId="{1BC6C997-FD38-41F9-8D68-4189D989AEC6}" srcOrd="2" destOrd="0" presId="urn:microsoft.com/office/officeart/2018/2/layout/IconVerticalSolidList"/>
    <dgm:cxn modelId="{F3F457D7-7114-43AD-B45A-B576C1617DBA}" type="presParOf" srcId="{BF848344-DE5F-4480-ABBD-6DB1280E2133}" destId="{48EDC52D-94B7-4320-A9A8-163326EDCD9C}"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DC70024-199F-439E-AF42-B4713D9A6598}"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A650EC0F-9692-495C-AF90-1A370FB4E949}">
      <dgm:prSet custT="1"/>
      <dgm:spPr/>
      <dgm:t>
        <a:bodyPr rtlCol="1"/>
        <a:lstStyle/>
        <a:p>
          <a:pPr algn="r">
            <a:lnSpc>
              <a:spcPct val="100000"/>
            </a:lnSpc>
          </a:pPr>
          <a:r>
            <a:rPr lang="ar" sz="2800" dirty="0">
              <a:latin typeface="Times New Roman" panose="02020603050405020304" pitchFamily="18" charset="0"/>
              <a:cs typeface="Times New Roman" panose="02020603050405020304" pitchFamily="18" charset="0"/>
            </a:rPr>
            <a:t>تحليل نتائج أبحاث </a:t>
          </a:r>
          <a:br>
            <a:rPr lang="en-US" sz="2800" dirty="0">
              <a:latin typeface="Times New Roman" panose="02020603050405020304" pitchFamily="18" charset="0"/>
              <a:cs typeface="Times New Roman" panose="02020603050405020304" pitchFamily="18" charset="0"/>
            </a:rPr>
          </a:br>
          <a:r>
            <a:rPr lang="ar" sz="2800" dirty="0">
              <a:latin typeface="Times New Roman" panose="02020603050405020304" pitchFamily="18" charset="0"/>
              <a:cs typeface="Times New Roman" panose="02020603050405020304" pitchFamily="18" charset="0"/>
            </a:rPr>
            <a:t>السوق وعرضها.</a:t>
          </a:r>
          <a:endParaRPr lang="en-US" sz="2800" dirty="0">
            <a:latin typeface="Times New Roman" panose="02020603050405020304" pitchFamily="18" charset="0"/>
            <a:cs typeface="Times New Roman" panose="02020603050405020304" pitchFamily="18" charset="0"/>
          </a:endParaRPr>
        </a:p>
      </dgm:t>
    </dgm:pt>
    <dgm:pt modelId="{7F8F3889-5381-42FB-8D2F-A145ABF054F1}" type="parTrans" cxnId="{F14C0838-DA5F-474D-B3A8-A6709F05180F}">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B4A9948C-2ECF-4F4D-A4B1-E6C7178A589C}" type="sibTrans" cxnId="{F14C0838-DA5F-474D-B3A8-A6709F05180F}">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B6423FCF-1FDE-49BE-9EC5-E8DB03E78FBA}">
      <dgm:prSet custT="1"/>
      <dgm:spPr/>
      <dgm:t>
        <a:bodyPr rtlCol="1"/>
        <a:lstStyle/>
        <a:p>
          <a:pPr algn="r">
            <a:lnSpc>
              <a:spcPct val="100000"/>
            </a:lnSpc>
          </a:pPr>
          <a:r>
            <a:rPr lang="ar" sz="2800" dirty="0">
              <a:latin typeface="Times New Roman" panose="02020603050405020304" pitchFamily="18" charset="0"/>
              <a:cs typeface="Times New Roman" panose="02020603050405020304" pitchFamily="18" charset="0"/>
            </a:rPr>
            <a:t>التنبؤ بما إذا كان المنتج </a:t>
          </a:r>
          <a:br>
            <a:rPr lang="en-US" sz="2800" dirty="0">
              <a:latin typeface="Times New Roman" panose="02020603050405020304" pitchFamily="18" charset="0"/>
              <a:cs typeface="Times New Roman" panose="02020603050405020304" pitchFamily="18" charset="0"/>
            </a:rPr>
          </a:br>
          <a:r>
            <a:rPr lang="ar" sz="2800" dirty="0">
              <a:latin typeface="Times New Roman" panose="02020603050405020304" pitchFamily="18" charset="0"/>
              <a:cs typeface="Times New Roman" panose="02020603050405020304" pitchFamily="18" charset="0"/>
            </a:rPr>
            <a:t>سيلبي احتياجات العملاء.</a:t>
          </a:r>
          <a:endParaRPr lang="en-US" sz="2800" dirty="0">
            <a:latin typeface="Times New Roman" panose="02020603050405020304" pitchFamily="18" charset="0"/>
            <a:cs typeface="Times New Roman" panose="02020603050405020304" pitchFamily="18" charset="0"/>
          </a:endParaRPr>
        </a:p>
      </dgm:t>
    </dgm:pt>
    <dgm:pt modelId="{7564BE84-693E-4B17-A545-6C7F9E574244}" type="parTrans" cxnId="{A801902C-E42B-4C68-B4EE-CA48B9F17D61}">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7A671CEE-D78E-4073-9161-5F62F456EDE3}" type="sibTrans" cxnId="{A801902C-E42B-4C68-B4EE-CA48B9F17D61}">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040A935A-2338-44FA-AF17-17ADF49A00B0}" type="pres">
      <dgm:prSet presAssocID="{7DC70024-199F-439E-AF42-B4713D9A6598}" presName="root" presStyleCnt="0">
        <dgm:presLayoutVars>
          <dgm:dir/>
          <dgm:resizeHandles val="exact"/>
        </dgm:presLayoutVars>
      </dgm:prSet>
      <dgm:spPr/>
    </dgm:pt>
    <dgm:pt modelId="{052D62B0-54F1-440B-BDBB-9486E8B3685F}" type="pres">
      <dgm:prSet presAssocID="{A650EC0F-9692-495C-AF90-1A370FB4E949}" presName="compNode" presStyleCnt="0"/>
      <dgm:spPr/>
    </dgm:pt>
    <dgm:pt modelId="{6E404D5A-FC0B-469B-B1F9-2485591BB55B}" type="pres">
      <dgm:prSet presAssocID="{A650EC0F-9692-495C-AF90-1A370FB4E949}" presName="bgRect" presStyleLbl="bgShp" presStyleIdx="0" presStyleCnt="2"/>
      <dgm:spPr>
        <a:solidFill>
          <a:schemeClr val="accent6">
            <a:lumMod val="20000"/>
            <a:lumOff val="80000"/>
          </a:schemeClr>
        </a:solidFill>
      </dgm:spPr>
    </dgm:pt>
    <dgm:pt modelId="{B44916DC-6312-4529-A900-8C3966C8B4BE}" type="pres">
      <dgm:prSet presAssocID="{A650EC0F-9692-495C-AF90-1A370FB4E949}" presName="iconRect" presStyleLbl="node1" presStyleIdx="0" presStyleCnt="2" custLinFactX="200000" custLinFactNeighborX="25189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A1B851E-28B5-468A-9D83-EA72306C4E58}" type="pres">
      <dgm:prSet presAssocID="{A650EC0F-9692-495C-AF90-1A370FB4E949}" presName="spaceRect" presStyleCnt="0"/>
      <dgm:spPr/>
    </dgm:pt>
    <dgm:pt modelId="{53CF003B-1DE2-4AB3-89F8-C2168600DC4F}" type="pres">
      <dgm:prSet presAssocID="{A650EC0F-9692-495C-AF90-1A370FB4E949}" presName="parTx" presStyleLbl="revTx" presStyleIdx="0" presStyleCnt="2" custLinFactNeighborX="-48595">
        <dgm:presLayoutVars>
          <dgm:chMax val="0"/>
          <dgm:chPref val="0"/>
        </dgm:presLayoutVars>
      </dgm:prSet>
      <dgm:spPr/>
    </dgm:pt>
    <dgm:pt modelId="{7B4BA08E-9F55-41CC-AD53-2132DD8D30DA}" type="pres">
      <dgm:prSet presAssocID="{B4A9948C-2ECF-4F4D-A4B1-E6C7178A589C}" presName="sibTrans" presStyleCnt="0"/>
      <dgm:spPr/>
    </dgm:pt>
    <dgm:pt modelId="{BF848344-DE5F-4480-ABBD-6DB1280E2133}" type="pres">
      <dgm:prSet presAssocID="{B6423FCF-1FDE-49BE-9EC5-E8DB03E78FBA}" presName="compNode" presStyleCnt="0"/>
      <dgm:spPr/>
    </dgm:pt>
    <dgm:pt modelId="{F131E657-D6F9-4CCD-91FA-5210F4B92B4F}" type="pres">
      <dgm:prSet presAssocID="{B6423FCF-1FDE-49BE-9EC5-E8DB03E78FBA}" presName="bgRect" presStyleLbl="bgShp" presStyleIdx="1" presStyleCnt="2"/>
      <dgm:spPr>
        <a:solidFill>
          <a:schemeClr val="accent5">
            <a:lumMod val="90000"/>
          </a:schemeClr>
        </a:solidFill>
      </dgm:spPr>
    </dgm:pt>
    <dgm:pt modelId="{9E6690CB-BFBA-421D-8C56-5C7E6FA54DEF}" type="pres">
      <dgm:prSet presAssocID="{B6423FCF-1FDE-49BE-9EC5-E8DB03E78FBA}" presName="iconRect" presStyleLbl="node1" presStyleIdx="1" presStyleCnt="2" custLinFactX="200000" custLinFactNeighborX="25189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1BC6C997-FD38-41F9-8D68-4189D989AEC6}" type="pres">
      <dgm:prSet presAssocID="{B6423FCF-1FDE-49BE-9EC5-E8DB03E78FBA}" presName="spaceRect" presStyleCnt="0"/>
      <dgm:spPr/>
    </dgm:pt>
    <dgm:pt modelId="{48EDC52D-94B7-4320-A9A8-163326EDCD9C}" type="pres">
      <dgm:prSet presAssocID="{B6423FCF-1FDE-49BE-9EC5-E8DB03E78FBA}" presName="parTx" presStyleLbl="revTx" presStyleIdx="1" presStyleCnt="2" custLinFactNeighborX="-48595">
        <dgm:presLayoutVars>
          <dgm:chMax val="0"/>
          <dgm:chPref val="0"/>
        </dgm:presLayoutVars>
      </dgm:prSet>
      <dgm:spPr/>
    </dgm:pt>
  </dgm:ptLst>
  <dgm:cxnLst>
    <dgm:cxn modelId="{6268960B-D253-4293-9F69-3AC4A14162C9}" type="presOf" srcId="{B6423FCF-1FDE-49BE-9EC5-E8DB03E78FBA}" destId="{48EDC52D-94B7-4320-A9A8-163326EDCD9C}" srcOrd="0" destOrd="0" presId="urn:microsoft.com/office/officeart/2018/2/layout/IconVerticalSolidList"/>
    <dgm:cxn modelId="{A801902C-E42B-4C68-B4EE-CA48B9F17D61}" srcId="{7DC70024-199F-439E-AF42-B4713D9A6598}" destId="{B6423FCF-1FDE-49BE-9EC5-E8DB03E78FBA}" srcOrd="1" destOrd="0" parTransId="{7564BE84-693E-4B17-A545-6C7F9E574244}" sibTransId="{7A671CEE-D78E-4073-9161-5F62F456EDE3}"/>
    <dgm:cxn modelId="{F14C0838-DA5F-474D-B3A8-A6709F05180F}" srcId="{7DC70024-199F-439E-AF42-B4713D9A6598}" destId="{A650EC0F-9692-495C-AF90-1A370FB4E949}" srcOrd="0" destOrd="0" parTransId="{7F8F3889-5381-42FB-8D2F-A145ABF054F1}" sibTransId="{B4A9948C-2ECF-4F4D-A4B1-E6C7178A589C}"/>
    <dgm:cxn modelId="{86288A7D-B806-4C20-8842-CC5A4EC83B29}" type="presOf" srcId="{A650EC0F-9692-495C-AF90-1A370FB4E949}" destId="{53CF003B-1DE2-4AB3-89F8-C2168600DC4F}" srcOrd="0" destOrd="0" presId="urn:microsoft.com/office/officeart/2018/2/layout/IconVerticalSolidList"/>
    <dgm:cxn modelId="{1324FC90-DF8F-4D9A-BE10-43BC5145B8D8}" type="presOf" srcId="{7DC70024-199F-439E-AF42-B4713D9A6598}" destId="{040A935A-2338-44FA-AF17-17ADF49A00B0}" srcOrd="0" destOrd="0" presId="urn:microsoft.com/office/officeart/2018/2/layout/IconVerticalSolidList"/>
    <dgm:cxn modelId="{152EBE78-CA21-470C-904D-D240CE5AC481}" type="presParOf" srcId="{040A935A-2338-44FA-AF17-17ADF49A00B0}" destId="{052D62B0-54F1-440B-BDBB-9486E8B3685F}" srcOrd="0" destOrd="0" presId="urn:microsoft.com/office/officeart/2018/2/layout/IconVerticalSolidList"/>
    <dgm:cxn modelId="{9DCEFC49-95B5-4649-9203-2C9A18F7C93D}" type="presParOf" srcId="{052D62B0-54F1-440B-BDBB-9486E8B3685F}" destId="{6E404D5A-FC0B-469B-B1F9-2485591BB55B}" srcOrd="0" destOrd="0" presId="urn:microsoft.com/office/officeart/2018/2/layout/IconVerticalSolidList"/>
    <dgm:cxn modelId="{5FAF1C93-747E-4795-AABA-1B71F40982EC}" type="presParOf" srcId="{052D62B0-54F1-440B-BDBB-9486E8B3685F}" destId="{B44916DC-6312-4529-A900-8C3966C8B4BE}" srcOrd="1" destOrd="0" presId="urn:microsoft.com/office/officeart/2018/2/layout/IconVerticalSolidList"/>
    <dgm:cxn modelId="{7DE1B8CF-19D3-4355-B623-FEB9E599AB4D}" type="presParOf" srcId="{052D62B0-54F1-440B-BDBB-9486E8B3685F}" destId="{4A1B851E-28B5-468A-9D83-EA72306C4E58}" srcOrd="2" destOrd="0" presId="urn:microsoft.com/office/officeart/2018/2/layout/IconVerticalSolidList"/>
    <dgm:cxn modelId="{0668413F-CEE6-4F85-A2B0-EBF5B7FF414B}" type="presParOf" srcId="{052D62B0-54F1-440B-BDBB-9486E8B3685F}" destId="{53CF003B-1DE2-4AB3-89F8-C2168600DC4F}" srcOrd="3" destOrd="0" presId="urn:microsoft.com/office/officeart/2018/2/layout/IconVerticalSolidList"/>
    <dgm:cxn modelId="{514C74BA-51E4-46B4-A106-516C4FA2AAD9}" type="presParOf" srcId="{040A935A-2338-44FA-AF17-17ADF49A00B0}" destId="{7B4BA08E-9F55-41CC-AD53-2132DD8D30DA}" srcOrd="1" destOrd="0" presId="urn:microsoft.com/office/officeart/2018/2/layout/IconVerticalSolidList"/>
    <dgm:cxn modelId="{0887C061-4341-4EC2-97E8-157A00A53A48}" type="presParOf" srcId="{040A935A-2338-44FA-AF17-17ADF49A00B0}" destId="{BF848344-DE5F-4480-ABBD-6DB1280E2133}" srcOrd="2" destOrd="0" presId="urn:microsoft.com/office/officeart/2018/2/layout/IconVerticalSolidList"/>
    <dgm:cxn modelId="{4CCDB77A-8AEC-4566-AF31-B541EBC87DA7}" type="presParOf" srcId="{BF848344-DE5F-4480-ABBD-6DB1280E2133}" destId="{F131E657-D6F9-4CCD-91FA-5210F4B92B4F}" srcOrd="0" destOrd="0" presId="urn:microsoft.com/office/officeart/2018/2/layout/IconVerticalSolidList"/>
    <dgm:cxn modelId="{CB5B0D15-A52B-48C3-936E-854658C1EF28}" type="presParOf" srcId="{BF848344-DE5F-4480-ABBD-6DB1280E2133}" destId="{9E6690CB-BFBA-421D-8C56-5C7E6FA54DEF}" srcOrd="1" destOrd="0" presId="urn:microsoft.com/office/officeart/2018/2/layout/IconVerticalSolidList"/>
    <dgm:cxn modelId="{6ADF07F2-A3E8-4D0C-8795-E0536086985E}" type="presParOf" srcId="{BF848344-DE5F-4480-ABBD-6DB1280E2133}" destId="{1BC6C997-FD38-41F9-8D68-4189D989AEC6}" srcOrd="2" destOrd="0" presId="urn:microsoft.com/office/officeart/2018/2/layout/IconVerticalSolidList"/>
    <dgm:cxn modelId="{F3F457D7-7114-43AD-B45A-B576C1617DBA}" type="presParOf" srcId="{BF848344-DE5F-4480-ABBD-6DB1280E2133}" destId="{48EDC52D-94B7-4320-A9A8-163326EDCD9C}"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A8B51D4-181C-4DEC-82DB-D2B026E742B0}" type="doc">
      <dgm:prSet loTypeId="urn:microsoft.com/office/officeart/2016/7/layout/RepeatingBendingProcessNew" loCatId="process" qsTypeId="urn:microsoft.com/office/officeart/2005/8/quickstyle/simple2" qsCatId="simple" csTypeId="urn:microsoft.com/office/officeart/2005/8/colors/accent2_2" csCatId="accent2" phldr="1"/>
      <dgm:spPr/>
      <dgm:t>
        <a:bodyPr rtlCol="1"/>
        <a:lstStyle/>
        <a:p>
          <a:pPr rtl="1"/>
          <a:endParaRPr lang="en-US"/>
        </a:p>
      </dgm:t>
    </dgm:pt>
    <dgm:pt modelId="{BB202BC1-3CE2-4875-9023-D3A0DE668950}">
      <dgm:prSet custT="1"/>
      <dgm:spPr>
        <a:solidFill>
          <a:schemeClr val="accent5"/>
        </a:solidFill>
      </dgm:spPr>
      <dgm:t>
        <a:bodyPr rtlCol="1"/>
        <a:lstStyle/>
        <a:p>
          <a:pPr marL="0" marR="0" lvl="0" indent="0" algn="r" defTabSz="914400" rtl="1" eaLnBrk="1" fontAlgn="auto" latinLnBrk="0" hangingPunct="1">
            <a:lnSpc>
              <a:spcPct val="130000"/>
            </a:lnSpc>
            <a:spcBef>
              <a:spcPts val="0"/>
            </a:spcBef>
            <a:spcAft>
              <a:spcPts val="0"/>
            </a:spcAft>
            <a:buClrTx/>
            <a:buSzTx/>
            <a:buFontTx/>
            <a:buNone/>
            <a:tabLst/>
            <a:defRPr/>
          </a:pPr>
          <a:r>
            <a:rPr lang="ar" sz="1600" b="1" dirty="0">
              <a:solidFill>
                <a:schemeClr val="tx1"/>
              </a:solidFill>
            </a:rPr>
            <a:t>المنتَج</a:t>
          </a:r>
          <a:br>
            <a:rPr lang="en-GB" sz="1600" dirty="0">
              <a:solidFill>
                <a:schemeClr val="tx1"/>
              </a:solidFill>
            </a:rPr>
          </a:br>
          <a:r>
            <a:rPr lang="ar" sz="1600" dirty="0">
              <a:solidFill>
                <a:schemeClr val="tx1"/>
              </a:solidFill>
            </a:rPr>
            <a:t>تقدّم الشركات العاملة في مجال الرياضة والترفيه التفاعلي مجموعة متنوعة من المنتجات، والتي تشمل السلع والخدمات. </a:t>
          </a:r>
        </a:p>
        <a:p>
          <a:pPr marL="0" marR="0" lvl="0" indent="0" algn="r" defTabSz="914400" rtl="1" eaLnBrk="1" fontAlgn="auto" latinLnBrk="0" hangingPunct="1">
            <a:lnSpc>
              <a:spcPct val="130000"/>
            </a:lnSpc>
            <a:spcBef>
              <a:spcPts val="0"/>
            </a:spcBef>
            <a:spcAft>
              <a:spcPts val="0"/>
            </a:spcAft>
            <a:buClrTx/>
            <a:buSzTx/>
            <a:buFontTx/>
            <a:buNone/>
            <a:tabLst/>
            <a:defRPr/>
          </a:pPr>
          <a:endParaRPr lang="en-GB" sz="1600" dirty="0">
            <a:solidFill>
              <a:schemeClr val="tx1"/>
            </a:solidFill>
          </a:endParaRPr>
        </a:p>
        <a:p>
          <a:pPr marL="0" marR="0" lvl="0" indent="0" algn="r" defTabSz="914400" rtl="1" eaLnBrk="1" fontAlgn="auto" latinLnBrk="0" hangingPunct="1">
            <a:lnSpc>
              <a:spcPct val="130000"/>
            </a:lnSpc>
            <a:spcBef>
              <a:spcPts val="0"/>
            </a:spcBef>
            <a:spcAft>
              <a:spcPts val="0"/>
            </a:spcAft>
            <a:buClrTx/>
            <a:buSzTx/>
            <a:buFontTx/>
            <a:buNone/>
            <a:tabLst/>
            <a:defRPr/>
          </a:pPr>
          <a:r>
            <a:rPr lang="ar" sz="1600" dirty="0">
              <a:solidFill>
                <a:schemeClr val="tx1"/>
              </a:solidFill>
            </a:rPr>
            <a:t>وقد تتميز هذه المنتجات بنقاط بيع فريدة. </a:t>
          </a:r>
          <a:endParaRPr lang="en-US" sz="1600" dirty="0">
            <a:solidFill>
              <a:schemeClr val="tx1"/>
            </a:solidFill>
          </a:endParaRPr>
        </a:p>
        <a:p>
          <a:pPr marL="0" lvl="0" algn="r" defTabSz="533400" rtl="1">
            <a:lnSpc>
              <a:spcPct val="130000"/>
            </a:lnSpc>
            <a:spcBef>
              <a:spcPct val="0"/>
            </a:spcBef>
            <a:spcAft>
              <a:spcPct val="35000"/>
            </a:spcAft>
            <a:buNone/>
          </a:pPr>
          <a:endParaRPr lang="en-US" sz="1300" dirty="0"/>
        </a:p>
      </dgm:t>
    </dgm:pt>
    <dgm:pt modelId="{497D5B7A-3A54-4F15-A5B1-EB108C990FA6}" type="parTrans" cxnId="{30336D26-7456-4C88-84DB-AF0B4492B9F3}">
      <dgm:prSet/>
      <dgm:spPr/>
      <dgm:t>
        <a:bodyPr rtlCol="1"/>
        <a:lstStyle/>
        <a:p>
          <a:pPr rtl="1"/>
          <a:endParaRPr lang="en-US"/>
        </a:p>
      </dgm:t>
    </dgm:pt>
    <dgm:pt modelId="{D0608922-F9A8-447C-BE37-832065B23235}" type="sibTrans" cxnId="{30336D26-7456-4C88-84DB-AF0B4492B9F3}">
      <dgm:prSet/>
      <dgm:spPr/>
      <dgm:t>
        <a:bodyPr rtlCol="1"/>
        <a:lstStyle/>
        <a:p>
          <a:pPr rtl="1"/>
          <a:endParaRPr lang="en-US"/>
        </a:p>
      </dgm:t>
    </dgm:pt>
    <dgm:pt modelId="{533E4716-C933-46DB-84CD-A07A306749B9}">
      <dgm:prSet custT="1"/>
      <dgm:spPr>
        <a:solidFill>
          <a:schemeClr val="accent6">
            <a:lumMod val="20000"/>
            <a:lumOff val="80000"/>
          </a:schemeClr>
        </a:solidFill>
      </dgm:spPr>
      <dgm:t>
        <a:bodyPr rtlCol="1"/>
        <a:lstStyle/>
        <a:p>
          <a:pPr algn="r" rtl="1">
            <a:lnSpc>
              <a:spcPct val="130000"/>
            </a:lnSpc>
          </a:pPr>
          <a:r>
            <a:rPr lang="ar" sz="1600" b="1" kern="1200" dirty="0">
              <a:solidFill>
                <a:schemeClr val="tx1"/>
              </a:solidFill>
              <a:latin typeface="+mn-lt"/>
              <a:cs typeface="Arial" panose="020B0604020202020204" pitchFamily="34" charset="0"/>
            </a:rPr>
            <a:t>تمثل </a:t>
          </a:r>
          <a:r>
            <a:rPr lang="ar" sz="1600" kern="1200" dirty="0">
              <a:solidFill>
                <a:schemeClr val="tx1"/>
              </a:solidFill>
              <a:latin typeface="+mn-lt"/>
              <a:cs typeface="Arial" panose="020B0604020202020204" pitchFamily="34" charset="0"/>
            </a:rPr>
            <a:t>الخصائص</a:t>
          </a:r>
          <a:r>
            <a:rPr lang="ar" sz="1600" kern="1200" dirty="0">
              <a:solidFill>
                <a:srgbClr val="000000"/>
              </a:solidFill>
              <a:latin typeface="+mn-lt"/>
              <a:ea typeface="+mn-ea"/>
              <a:cs typeface="Arial" panose="020B0604020202020204" pitchFamily="34" charset="0"/>
            </a:rPr>
            <a:t> معلومات واقعية تُستخدم لوصف المنتج أو الخدمة، مثل أن يضم نادٍ صحي خاص (سبا) منتجعًا صحيًّا وحمام سباحة مدفأ. </a:t>
          </a:r>
        </a:p>
        <a:p>
          <a:pPr algn="r" rtl="1">
            <a:lnSpc>
              <a:spcPct val="130000"/>
            </a:lnSpc>
          </a:pPr>
          <a:r>
            <a:rPr lang="ar" sz="1600" b="1" kern="1200" dirty="0">
              <a:solidFill>
                <a:schemeClr val="tx1"/>
              </a:solidFill>
              <a:latin typeface="+mn-lt"/>
              <a:cs typeface="Arial" panose="020B0604020202020204" pitchFamily="34" charset="0"/>
            </a:rPr>
            <a:t>تمثل </a:t>
          </a:r>
          <a:r>
            <a:rPr lang="ar" sz="1600" kern="1200" dirty="0">
              <a:solidFill>
                <a:schemeClr val="tx1"/>
              </a:solidFill>
              <a:latin typeface="+mn-lt"/>
              <a:cs typeface="Arial" panose="020B0604020202020204" pitchFamily="34" charset="0"/>
            </a:rPr>
            <a:t>المزايا</a:t>
          </a:r>
          <a:r>
            <a:rPr lang="ar" sz="1600" kern="1200" dirty="0">
              <a:solidFill>
                <a:schemeClr val="tx1"/>
              </a:solidFill>
              <a:latin typeface="+mn-lt"/>
            </a:rPr>
            <a:t> التأثيرات الإيجابية التي تعزز تجربة العميل، </a:t>
          </a:r>
          <a:br>
            <a:rPr lang="en-US" sz="1600" kern="1200" dirty="0">
              <a:solidFill>
                <a:schemeClr val="tx1"/>
              </a:solidFill>
              <a:latin typeface="+mn-lt"/>
            </a:rPr>
          </a:br>
          <a:r>
            <a:rPr lang="ar-EG" sz="1600" kern="1200" dirty="0">
              <a:solidFill>
                <a:schemeClr val="tx1"/>
              </a:solidFill>
              <a:latin typeface="+mn-lt"/>
            </a:rPr>
            <a:t>كأن</a:t>
          </a:r>
          <a:r>
            <a:rPr lang="ar" sz="1600" kern="1200" dirty="0">
              <a:solidFill>
                <a:schemeClr val="tx1"/>
              </a:solidFill>
              <a:latin typeface="+mn-lt"/>
            </a:rPr>
            <a:t> يكون النادي الصحي وحوض السباحة مريحين للاستخدام في جميع فصول السنة.</a:t>
          </a:r>
        </a:p>
        <a:p>
          <a:pPr algn="r" rtl="1">
            <a:lnSpc>
              <a:spcPct val="130000"/>
            </a:lnSpc>
          </a:pPr>
          <a:r>
            <a:rPr lang="ar" sz="1600" b="1" i="0" kern="1200" dirty="0">
              <a:solidFill>
                <a:schemeClr val="tx1"/>
              </a:solidFill>
              <a:latin typeface="+mn-lt"/>
              <a:cs typeface="Arial" panose="020B0604020202020204" pitchFamily="34" charset="0"/>
            </a:rPr>
            <a:t>تمثل </a:t>
          </a:r>
          <a:r>
            <a:rPr lang="ar" sz="1600" b="0" i="0" kern="1200" dirty="0">
              <a:solidFill>
                <a:schemeClr val="tx1"/>
              </a:solidFill>
              <a:latin typeface="+mn-lt"/>
              <a:cs typeface="Arial" panose="020B0604020202020204" pitchFamily="34" charset="0"/>
            </a:rPr>
            <a:t>نقاط البيع الفريدة</a:t>
          </a:r>
          <a:r>
            <a:rPr lang="ar" sz="1600" kern="1200" dirty="0">
              <a:solidFill>
                <a:schemeClr val="tx1"/>
              </a:solidFill>
              <a:latin typeface="+mn-lt"/>
            </a:rPr>
            <a:t> الميزات أو الوظائف أو التصاميم الفريدة التي تجعل المنتج أو الخدمة مميزًا وأكثر جاذبية من غيره، </a:t>
          </a:r>
          <a:br>
            <a:rPr lang="en-US" sz="1600" kern="1200" dirty="0">
              <a:solidFill>
                <a:schemeClr val="tx1"/>
              </a:solidFill>
              <a:latin typeface="+mn-lt"/>
            </a:rPr>
          </a:br>
          <a:r>
            <a:rPr lang="ar" sz="1600" kern="1200" dirty="0">
              <a:solidFill>
                <a:schemeClr val="tx1"/>
              </a:solidFill>
              <a:latin typeface="+mn-lt"/>
            </a:rPr>
            <a:t>كأن يكون المنتجع وحوض السباحة متاحين طوال العام.</a:t>
          </a:r>
          <a:endParaRPr lang="en-US" sz="1600" kern="1200" dirty="0">
            <a:solidFill>
              <a:schemeClr val="tx1"/>
            </a:solidFill>
            <a:latin typeface="+mn-lt"/>
          </a:endParaRPr>
        </a:p>
      </dgm:t>
    </dgm:pt>
    <dgm:pt modelId="{E3ACA752-D354-4D03-918D-DCAE8E168176}" type="parTrans" cxnId="{786C23F4-13C8-47E2-A621-E578ED91A2DC}">
      <dgm:prSet/>
      <dgm:spPr/>
      <dgm:t>
        <a:bodyPr rtlCol="1"/>
        <a:lstStyle/>
        <a:p>
          <a:pPr rtl="1"/>
          <a:endParaRPr lang="en-US"/>
        </a:p>
      </dgm:t>
    </dgm:pt>
    <dgm:pt modelId="{A244719D-593A-4908-B353-BA149264A63C}" type="sibTrans" cxnId="{786C23F4-13C8-47E2-A621-E578ED91A2DC}">
      <dgm:prSet/>
      <dgm:spPr/>
      <dgm:t>
        <a:bodyPr rtlCol="1"/>
        <a:lstStyle/>
        <a:p>
          <a:pPr rtl="1"/>
          <a:endParaRPr lang="en-US"/>
        </a:p>
      </dgm:t>
    </dgm:pt>
    <dgm:pt modelId="{E697ED5F-1B44-4441-910B-9D8A75160A08}" type="pres">
      <dgm:prSet presAssocID="{9A8B51D4-181C-4DEC-82DB-D2B026E742B0}" presName="Name0" presStyleCnt="0">
        <dgm:presLayoutVars>
          <dgm:dir val="rev"/>
          <dgm:resizeHandles val="exact"/>
        </dgm:presLayoutVars>
      </dgm:prSet>
      <dgm:spPr/>
    </dgm:pt>
    <dgm:pt modelId="{2CE627FA-B7C4-B64A-83C9-9BA7D7DA4C9F}" type="pres">
      <dgm:prSet presAssocID="{BB202BC1-3CE2-4875-9023-D3A0DE668950}" presName="node" presStyleLbl="node1" presStyleIdx="0" presStyleCnt="2" custScaleY="134683">
        <dgm:presLayoutVars>
          <dgm:bulletEnabled val="1"/>
        </dgm:presLayoutVars>
      </dgm:prSet>
      <dgm:spPr/>
    </dgm:pt>
    <dgm:pt modelId="{6D3B4A6B-20C1-A84F-803D-F52B36984006}" type="pres">
      <dgm:prSet presAssocID="{D0608922-F9A8-447C-BE37-832065B23235}" presName="sibTrans" presStyleLbl="sibTrans1D1" presStyleIdx="0" presStyleCnt="1"/>
      <dgm:spPr/>
    </dgm:pt>
    <dgm:pt modelId="{B1843D6F-90E4-7D40-B037-1C652F80D6B7}" type="pres">
      <dgm:prSet presAssocID="{D0608922-F9A8-447C-BE37-832065B23235}" presName="connectorText" presStyleLbl="sibTrans1D1" presStyleIdx="0" presStyleCnt="1"/>
      <dgm:spPr/>
    </dgm:pt>
    <dgm:pt modelId="{0F310ABA-055E-F145-8778-BC0FB1467B31}" type="pres">
      <dgm:prSet presAssocID="{533E4716-C933-46DB-84CD-A07A306749B9}" presName="node" presStyleLbl="node1" presStyleIdx="1" presStyleCnt="2" custScaleX="148611" custScaleY="182562">
        <dgm:presLayoutVars>
          <dgm:bulletEnabled val="1"/>
        </dgm:presLayoutVars>
      </dgm:prSet>
      <dgm:spPr/>
    </dgm:pt>
  </dgm:ptLst>
  <dgm:cxnLst>
    <dgm:cxn modelId="{30336D26-7456-4C88-84DB-AF0B4492B9F3}" srcId="{9A8B51D4-181C-4DEC-82DB-D2B026E742B0}" destId="{BB202BC1-3CE2-4875-9023-D3A0DE668950}" srcOrd="0" destOrd="0" parTransId="{497D5B7A-3A54-4F15-A5B1-EB108C990FA6}" sibTransId="{D0608922-F9A8-447C-BE37-832065B23235}"/>
    <dgm:cxn modelId="{9F16B037-1CC6-5740-97EC-4AC60544112E}" type="presOf" srcId="{9A8B51D4-181C-4DEC-82DB-D2B026E742B0}" destId="{E697ED5F-1B44-4441-910B-9D8A75160A08}" srcOrd="0" destOrd="0" presId="urn:microsoft.com/office/officeart/2016/7/layout/RepeatingBendingProcessNew"/>
    <dgm:cxn modelId="{A18D4161-ED6A-3441-A190-166A32C412F0}" type="presOf" srcId="{533E4716-C933-46DB-84CD-A07A306749B9}" destId="{0F310ABA-055E-F145-8778-BC0FB1467B31}" srcOrd="0" destOrd="0" presId="urn:microsoft.com/office/officeart/2016/7/layout/RepeatingBendingProcessNew"/>
    <dgm:cxn modelId="{C571AF4A-C5B4-4B41-8BEA-C2194E2135BE}" type="presOf" srcId="{BB202BC1-3CE2-4875-9023-D3A0DE668950}" destId="{2CE627FA-B7C4-B64A-83C9-9BA7D7DA4C9F}" srcOrd="0" destOrd="0" presId="urn:microsoft.com/office/officeart/2016/7/layout/RepeatingBendingProcessNew"/>
    <dgm:cxn modelId="{C7F3D7ED-9890-2841-9DCC-429429B6F1D4}" type="presOf" srcId="{D0608922-F9A8-447C-BE37-832065B23235}" destId="{B1843D6F-90E4-7D40-B037-1C652F80D6B7}" srcOrd="1" destOrd="0" presId="urn:microsoft.com/office/officeart/2016/7/layout/RepeatingBendingProcessNew"/>
    <dgm:cxn modelId="{98EEB3F1-1657-A94E-BDC4-D3892365D62E}" type="presOf" srcId="{D0608922-F9A8-447C-BE37-832065B23235}" destId="{6D3B4A6B-20C1-A84F-803D-F52B36984006}" srcOrd="0" destOrd="0" presId="urn:microsoft.com/office/officeart/2016/7/layout/RepeatingBendingProcessNew"/>
    <dgm:cxn modelId="{786C23F4-13C8-47E2-A621-E578ED91A2DC}" srcId="{9A8B51D4-181C-4DEC-82DB-D2B026E742B0}" destId="{533E4716-C933-46DB-84CD-A07A306749B9}" srcOrd="1" destOrd="0" parTransId="{E3ACA752-D354-4D03-918D-DCAE8E168176}" sibTransId="{A244719D-593A-4908-B353-BA149264A63C}"/>
    <dgm:cxn modelId="{DE38DA13-145F-7D49-9B2D-DB8912FD722E}" type="presParOf" srcId="{E697ED5F-1B44-4441-910B-9D8A75160A08}" destId="{2CE627FA-B7C4-B64A-83C9-9BA7D7DA4C9F}" srcOrd="0" destOrd="0" presId="urn:microsoft.com/office/officeart/2016/7/layout/RepeatingBendingProcessNew"/>
    <dgm:cxn modelId="{07F30DEF-2F6C-3745-B7F1-B94F84CB55D5}" type="presParOf" srcId="{E697ED5F-1B44-4441-910B-9D8A75160A08}" destId="{6D3B4A6B-20C1-A84F-803D-F52B36984006}" srcOrd="1" destOrd="0" presId="urn:microsoft.com/office/officeart/2016/7/layout/RepeatingBendingProcessNew"/>
    <dgm:cxn modelId="{E6E920E6-CE87-3B42-A3DC-C018CB26EB0C}" type="presParOf" srcId="{6D3B4A6B-20C1-A84F-803D-F52B36984006}" destId="{B1843D6F-90E4-7D40-B037-1C652F80D6B7}" srcOrd="0" destOrd="0" presId="urn:microsoft.com/office/officeart/2016/7/layout/RepeatingBendingProcessNew"/>
    <dgm:cxn modelId="{2C0C45DD-DF7C-0D4D-867C-29CBD0AFDE8D}" type="presParOf" srcId="{E697ED5F-1B44-4441-910B-9D8A75160A08}" destId="{0F310ABA-055E-F145-8778-BC0FB1467B31}" srcOrd="2"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2A3891A-DCED-674F-B24D-E206E66D90BD}" type="doc">
      <dgm:prSet loTypeId="urn:microsoft.com/office/officeart/2005/8/layout/radial4" loCatId="list" qsTypeId="urn:microsoft.com/office/officeart/2005/8/quickstyle/simple1" qsCatId="simple" csTypeId="urn:microsoft.com/office/officeart/2005/8/colors/accent1_2" csCatId="accent1" phldr="1"/>
      <dgm:spPr/>
      <dgm:t>
        <a:bodyPr rtlCol="1"/>
        <a:lstStyle/>
        <a:p>
          <a:pPr rtl="1"/>
          <a:endParaRPr lang="en-GB"/>
        </a:p>
      </dgm:t>
    </dgm:pt>
    <dgm:pt modelId="{7B2A2015-4EF4-4542-9FC4-482DB6A51B6F}">
      <dgm:prSet/>
      <dgm:spPr/>
      <dgm:t>
        <a:bodyPr rtlCol="1"/>
        <a:lstStyle/>
        <a:p>
          <a:pPr rtl="1"/>
          <a:r>
            <a:rPr lang="ar" b="1" dirty="0">
              <a:solidFill>
                <a:srgbClr val="7030A0"/>
              </a:solidFill>
              <a:latin typeface="Times New Roman" panose="02020603050405020304" pitchFamily="18" charset="0"/>
              <a:cs typeface="Times New Roman" panose="02020603050405020304" pitchFamily="18" charset="0"/>
            </a:rPr>
            <a:t>إستراتيجيات التسعير</a:t>
          </a:r>
        </a:p>
      </dgm:t>
    </dgm:pt>
    <dgm:pt modelId="{7268EA9C-ADFE-5443-B71F-4DB5945387F0}" type="parTrans" cxnId="{5A64B782-4145-FA4F-B56E-79F6411F6143}">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4FCBC08A-243A-E64E-9212-A11B25F7B416}" type="sibTrans" cxnId="{5A64B782-4145-FA4F-B56E-79F6411F6143}">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0C6D0DD8-5166-EE43-AB15-3F10EA8A07B9}">
      <dgm:prSet/>
      <dgm:spPr/>
      <dgm:t>
        <a:bodyPr rtlCol="1"/>
        <a:lstStyle/>
        <a:p>
          <a:pPr rtl="1"/>
          <a:r>
            <a:rPr lang="ar" b="1" dirty="0">
              <a:solidFill>
                <a:srgbClr val="7030A0"/>
              </a:solidFill>
              <a:latin typeface="Times New Roman" panose="02020603050405020304" pitchFamily="18" charset="0"/>
              <a:cs typeface="Times New Roman" panose="02020603050405020304" pitchFamily="18" charset="0"/>
            </a:rPr>
            <a:t>كشط الأسعار (تحديد سعر عالٍ للمنتج ثم تخفيضه تدريجيًّا)</a:t>
          </a:r>
        </a:p>
      </dgm:t>
    </dgm:pt>
    <dgm:pt modelId="{077844BC-0D04-8C4B-8CE0-6865C2B0F7F9}" type="parTrans" cxnId="{1B0368D8-65AB-9849-9836-5E1C2FD3739B}">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50891CDF-A77B-2940-93BC-9CDFA5400748}" type="sibTrans" cxnId="{1B0368D8-65AB-9849-9836-5E1C2FD3739B}">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171254D0-1DF7-A340-8A7C-478B12CABA2C}">
      <dgm:prSet/>
      <dgm:spPr/>
      <dgm:t>
        <a:bodyPr rtlCol="1"/>
        <a:lstStyle/>
        <a:p>
          <a:pPr rtl="1"/>
          <a:r>
            <a:rPr lang="ar" b="1" dirty="0">
              <a:solidFill>
                <a:srgbClr val="7030A0"/>
              </a:solidFill>
              <a:latin typeface="Times New Roman" panose="02020603050405020304" pitchFamily="18" charset="0"/>
              <a:cs typeface="Times New Roman" panose="02020603050405020304" pitchFamily="18" charset="0"/>
            </a:rPr>
            <a:t>التسعير بحسب التكلفة الإضافية التسعير بموجب هامش الربح المُضاف</a:t>
          </a:r>
        </a:p>
      </dgm:t>
    </dgm:pt>
    <dgm:pt modelId="{C4F2E5C1-3158-7347-9FD8-F83239059493}" type="parTrans" cxnId="{5288E05D-5A67-B04A-8993-40726D08D5E3}">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7D908EED-C357-784F-855A-3184438BE8D3}" type="sibTrans" cxnId="{5288E05D-5A67-B04A-8993-40726D08D5E3}">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987F1C1A-51D9-5E4F-9F69-C5A334438817}">
      <dgm:prSet/>
      <dgm:spPr/>
      <dgm:t>
        <a:bodyPr rtlCol="1"/>
        <a:lstStyle/>
        <a:p>
          <a:pPr rtl="1"/>
          <a:r>
            <a:rPr lang="ar" b="1" dirty="0">
              <a:solidFill>
                <a:srgbClr val="7030A0"/>
              </a:solidFill>
              <a:latin typeface="Times New Roman" panose="02020603050405020304" pitchFamily="18" charset="0"/>
              <a:cs typeface="Times New Roman" panose="02020603050405020304" pitchFamily="18" charset="0"/>
            </a:rPr>
            <a:t>التسعير بناءً على المنافسة (التسعير التنافسي)</a:t>
          </a:r>
        </a:p>
      </dgm:t>
    </dgm:pt>
    <dgm:pt modelId="{EAD6BE51-CB42-3E43-970D-858F9340C664}" type="parTrans" cxnId="{90F36366-5C7C-814D-8A2F-17984EA24DAE}">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6443B88A-A479-0544-AF6A-34363A6BB058}" type="sibTrans" cxnId="{90F36366-5C7C-814D-8A2F-17984EA24DAE}">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752CD1BB-2610-1247-A280-D75319BA8C48}">
      <dgm:prSet/>
      <dgm:spPr/>
      <dgm:t>
        <a:bodyPr rtlCol="1"/>
        <a:lstStyle/>
        <a:p>
          <a:pPr rtl="1"/>
          <a:r>
            <a:rPr lang="ar" b="1" dirty="0">
              <a:solidFill>
                <a:srgbClr val="7030A0"/>
              </a:solidFill>
              <a:latin typeface="Times New Roman" panose="02020603050405020304" pitchFamily="18" charset="0"/>
              <a:cs typeface="Times New Roman" panose="02020603050405020304" pitchFamily="18" charset="0"/>
            </a:rPr>
            <a:t>العوامل النفسية</a:t>
          </a:r>
        </a:p>
      </dgm:t>
    </dgm:pt>
    <dgm:pt modelId="{F0108312-BA66-3F4B-8EDE-96FF3F8A9F9D}" type="parTrans" cxnId="{D47F9D56-7570-7549-AD1E-8C0AB44D2B0A}">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F5E132CD-F603-984D-BC44-F7537702F2AD}" type="sibTrans" cxnId="{D47F9D56-7570-7549-AD1E-8C0AB44D2B0A}">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C774AF92-718B-FD45-B601-C1F8C672752D}">
      <dgm:prSet/>
      <dgm:spPr/>
      <dgm:t>
        <a:bodyPr rtlCol="1"/>
        <a:lstStyle/>
        <a:p>
          <a:pPr rtl="1"/>
          <a:r>
            <a:rPr lang="ar" b="1" dirty="0">
              <a:solidFill>
                <a:srgbClr val="7030A0"/>
              </a:solidFill>
              <a:latin typeface="Times New Roman" panose="02020603050405020304" pitchFamily="18" charset="0"/>
              <a:cs typeface="Times New Roman" panose="02020603050405020304" pitchFamily="18" charset="0"/>
            </a:rPr>
            <a:t>تسعير دخول السوق</a:t>
          </a:r>
          <a:r>
            <a:rPr lang="ar" b="1" dirty="0">
              <a:latin typeface="Times New Roman" panose="02020603050405020304" pitchFamily="18" charset="0"/>
              <a:cs typeface="Times New Roman" panose="02020603050405020304" pitchFamily="18" charset="0"/>
            </a:rPr>
            <a:t> </a:t>
          </a:r>
        </a:p>
      </dgm:t>
    </dgm:pt>
    <dgm:pt modelId="{4A398BB7-E9A3-974A-B1B8-F118DE58662D}" type="parTrans" cxnId="{A6D2570E-071B-2244-8D24-7EA3149017EB}">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311D5A94-913F-0C4A-B477-44EA36B32335}" type="sibTrans" cxnId="{A6D2570E-071B-2244-8D24-7EA3149017EB}">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0E61ECFD-8E17-644A-A110-F1914A3AEAF3}">
      <dgm:prSet custT="1"/>
      <dgm:spPr/>
      <dgm:t>
        <a:bodyPr rtlCol="1"/>
        <a:lstStyle/>
        <a:p>
          <a:pPr rtl="1"/>
          <a:r>
            <a:rPr lang="ar" sz="1300" b="1" kern="1200" dirty="0">
              <a:solidFill>
                <a:srgbClr val="7030A0"/>
              </a:solidFill>
              <a:latin typeface="Times New Roman" panose="02020603050405020304" pitchFamily="18" charset="0"/>
              <a:ea typeface="+mn-ea"/>
              <a:cs typeface="Times New Roman" panose="02020603050405020304" pitchFamily="18" charset="0"/>
            </a:rPr>
            <a:t>علاوة إصدار</a:t>
          </a:r>
        </a:p>
      </dgm:t>
    </dgm:pt>
    <dgm:pt modelId="{3E38DCF4-D35A-2C4A-B5B8-11CBF22167C8}" type="parTrans" cxnId="{B876F17A-2C86-3745-AA51-81025F83DFE1}">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16CC3968-AEEB-2942-85BE-316347862DE2}" type="sibTrans" cxnId="{B876F17A-2C86-3745-AA51-81025F83DFE1}">
      <dgm:prSet/>
      <dgm:spPr/>
      <dgm:t>
        <a:bodyPr rtlCol="1"/>
        <a:lstStyle/>
        <a:p>
          <a:pPr rtl="1"/>
          <a:endParaRPr lang="en-GB">
            <a:latin typeface="Times New Roman" panose="02020603050405020304" pitchFamily="18" charset="0"/>
            <a:cs typeface="Times New Roman" panose="02020603050405020304" pitchFamily="18" charset="0"/>
          </a:endParaRPr>
        </a:p>
      </dgm:t>
    </dgm:pt>
    <dgm:pt modelId="{F327E64C-D835-7A44-A58C-1E884D2BA0B1}" type="pres">
      <dgm:prSet presAssocID="{12A3891A-DCED-674F-B24D-E206E66D90BD}" presName="cycle" presStyleCnt="0">
        <dgm:presLayoutVars>
          <dgm:chMax val="1"/>
          <dgm:dir val="rev"/>
          <dgm:animLvl val="ctr"/>
          <dgm:resizeHandles val="exact"/>
        </dgm:presLayoutVars>
      </dgm:prSet>
      <dgm:spPr/>
    </dgm:pt>
    <dgm:pt modelId="{915873AC-EC9E-3044-B700-EAAA876D7FD5}" type="pres">
      <dgm:prSet presAssocID="{7B2A2015-4EF4-4542-9FC4-482DB6A51B6F}" presName="centerShape" presStyleLbl="node0" presStyleIdx="0" presStyleCnt="1"/>
      <dgm:spPr/>
    </dgm:pt>
    <dgm:pt modelId="{1B2C454D-E40A-2344-9F71-56125A47EBF3}" type="pres">
      <dgm:prSet presAssocID="{077844BC-0D04-8C4B-8CE0-6865C2B0F7F9}" presName="parTrans" presStyleLbl="bgSibTrans2D1" presStyleIdx="0" presStyleCnt="6"/>
      <dgm:spPr/>
    </dgm:pt>
    <dgm:pt modelId="{C8CD8B18-90D1-8146-9137-53BD1BFB1450}" type="pres">
      <dgm:prSet presAssocID="{0C6D0DD8-5166-EE43-AB15-3F10EA8A07B9}" presName="node" presStyleLbl="node1" presStyleIdx="0" presStyleCnt="6">
        <dgm:presLayoutVars>
          <dgm:bulletEnabled val="1"/>
        </dgm:presLayoutVars>
      </dgm:prSet>
      <dgm:spPr/>
    </dgm:pt>
    <dgm:pt modelId="{C2D80D29-EEDA-A840-A938-1A92883EE3A3}" type="pres">
      <dgm:prSet presAssocID="{3E38DCF4-D35A-2C4A-B5B8-11CBF22167C8}" presName="parTrans" presStyleLbl="bgSibTrans2D1" presStyleIdx="1" presStyleCnt="6"/>
      <dgm:spPr/>
    </dgm:pt>
    <dgm:pt modelId="{401B8E8A-BDEF-6942-91EF-2519ECF2D4B2}" type="pres">
      <dgm:prSet presAssocID="{0E61ECFD-8E17-644A-A110-F1914A3AEAF3}" presName="node" presStyleLbl="node1" presStyleIdx="1" presStyleCnt="6">
        <dgm:presLayoutVars>
          <dgm:bulletEnabled val="1"/>
        </dgm:presLayoutVars>
      </dgm:prSet>
      <dgm:spPr/>
    </dgm:pt>
    <dgm:pt modelId="{90D24250-2564-6F4C-B019-540CAEB8D2D7}" type="pres">
      <dgm:prSet presAssocID="{C4F2E5C1-3158-7347-9FD8-F83239059493}" presName="parTrans" presStyleLbl="bgSibTrans2D1" presStyleIdx="2" presStyleCnt="6"/>
      <dgm:spPr/>
    </dgm:pt>
    <dgm:pt modelId="{D800DD07-9EC0-B44C-AC30-AAD4C1142756}" type="pres">
      <dgm:prSet presAssocID="{171254D0-1DF7-A340-8A7C-478B12CABA2C}" presName="node" presStyleLbl="node1" presStyleIdx="2" presStyleCnt="6">
        <dgm:presLayoutVars>
          <dgm:bulletEnabled val="1"/>
        </dgm:presLayoutVars>
      </dgm:prSet>
      <dgm:spPr/>
    </dgm:pt>
    <dgm:pt modelId="{014D0B21-82DB-944B-9161-BD6B3B613C44}" type="pres">
      <dgm:prSet presAssocID="{EAD6BE51-CB42-3E43-970D-858F9340C664}" presName="parTrans" presStyleLbl="bgSibTrans2D1" presStyleIdx="3" presStyleCnt="6"/>
      <dgm:spPr/>
    </dgm:pt>
    <dgm:pt modelId="{C99DB6B7-AF59-7947-8B9D-995A966225BF}" type="pres">
      <dgm:prSet presAssocID="{987F1C1A-51D9-5E4F-9F69-C5A334438817}" presName="node" presStyleLbl="node1" presStyleIdx="3" presStyleCnt="6">
        <dgm:presLayoutVars>
          <dgm:bulletEnabled val="1"/>
        </dgm:presLayoutVars>
      </dgm:prSet>
      <dgm:spPr/>
    </dgm:pt>
    <dgm:pt modelId="{5E13C062-34B8-6B4A-9699-FC695D73306B}" type="pres">
      <dgm:prSet presAssocID="{F0108312-BA66-3F4B-8EDE-96FF3F8A9F9D}" presName="parTrans" presStyleLbl="bgSibTrans2D1" presStyleIdx="4" presStyleCnt="6"/>
      <dgm:spPr/>
    </dgm:pt>
    <dgm:pt modelId="{A0B44F29-C93F-FC4D-8BF7-D8F25E3D75A5}" type="pres">
      <dgm:prSet presAssocID="{752CD1BB-2610-1247-A280-D75319BA8C48}" presName="node" presStyleLbl="node1" presStyleIdx="4" presStyleCnt="6">
        <dgm:presLayoutVars>
          <dgm:bulletEnabled val="1"/>
        </dgm:presLayoutVars>
      </dgm:prSet>
      <dgm:spPr/>
    </dgm:pt>
    <dgm:pt modelId="{0EEBFF35-60F8-5A49-8939-CEE2152ABD56}" type="pres">
      <dgm:prSet presAssocID="{4A398BB7-E9A3-974A-B1B8-F118DE58662D}" presName="parTrans" presStyleLbl="bgSibTrans2D1" presStyleIdx="5" presStyleCnt="6"/>
      <dgm:spPr/>
    </dgm:pt>
    <dgm:pt modelId="{0C511D67-7686-894F-A3ED-6C2E88BEA631}" type="pres">
      <dgm:prSet presAssocID="{C774AF92-718B-FD45-B601-C1F8C672752D}" presName="node" presStyleLbl="node1" presStyleIdx="5" presStyleCnt="6">
        <dgm:presLayoutVars>
          <dgm:bulletEnabled val="1"/>
        </dgm:presLayoutVars>
      </dgm:prSet>
      <dgm:spPr/>
    </dgm:pt>
  </dgm:ptLst>
  <dgm:cxnLst>
    <dgm:cxn modelId="{1802DB07-37AD-5A4F-8975-23449781E0AC}" type="presOf" srcId="{F0108312-BA66-3F4B-8EDE-96FF3F8A9F9D}" destId="{5E13C062-34B8-6B4A-9699-FC695D73306B}" srcOrd="0" destOrd="0" presId="urn:microsoft.com/office/officeart/2005/8/layout/radial4"/>
    <dgm:cxn modelId="{C569FC0C-D3B1-2043-BA03-D02F2E615AFD}" type="presOf" srcId="{752CD1BB-2610-1247-A280-D75319BA8C48}" destId="{A0B44F29-C93F-FC4D-8BF7-D8F25E3D75A5}" srcOrd="0" destOrd="0" presId="urn:microsoft.com/office/officeart/2005/8/layout/radial4"/>
    <dgm:cxn modelId="{A6D2570E-071B-2244-8D24-7EA3149017EB}" srcId="{7B2A2015-4EF4-4542-9FC4-482DB6A51B6F}" destId="{C774AF92-718B-FD45-B601-C1F8C672752D}" srcOrd="5" destOrd="0" parTransId="{4A398BB7-E9A3-974A-B1B8-F118DE58662D}" sibTransId="{311D5A94-913F-0C4A-B477-44EA36B32335}"/>
    <dgm:cxn modelId="{5C965419-2EDF-C84E-880C-D73AD22B8922}" type="presOf" srcId="{C4F2E5C1-3158-7347-9FD8-F83239059493}" destId="{90D24250-2564-6F4C-B019-540CAEB8D2D7}" srcOrd="0" destOrd="0" presId="urn:microsoft.com/office/officeart/2005/8/layout/radial4"/>
    <dgm:cxn modelId="{E5E24A30-976C-F945-B5EB-F5C2B0F6AC8F}" type="presOf" srcId="{171254D0-1DF7-A340-8A7C-478B12CABA2C}" destId="{D800DD07-9EC0-B44C-AC30-AAD4C1142756}" srcOrd="0" destOrd="0" presId="urn:microsoft.com/office/officeart/2005/8/layout/radial4"/>
    <dgm:cxn modelId="{BF971F32-BACF-B04E-9FBD-B3357D9F02CA}" type="presOf" srcId="{987F1C1A-51D9-5E4F-9F69-C5A334438817}" destId="{C99DB6B7-AF59-7947-8B9D-995A966225BF}" srcOrd="0" destOrd="0" presId="urn:microsoft.com/office/officeart/2005/8/layout/radial4"/>
    <dgm:cxn modelId="{D4AFA333-D97F-C748-A547-0C31E65019DC}" type="presOf" srcId="{0C6D0DD8-5166-EE43-AB15-3F10EA8A07B9}" destId="{C8CD8B18-90D1-8146-9137-53BD1BFB1450}" srcOrd="0" destOrd="0" presId="urn:microsoft.com/office/officeart/2005/8/layout/radial4"/>
    <dgm:cxn modelId="{134AE537-D56F-DB41-BF49-BBB65C4C35F8}" type="presOf" srcId="{C774AF92-718B-FD45-B601-C1F8C672752D}" destId="{0C511D67-7686-894F-A3ED-6C2E88BEA631}" srcOrd="0" destOrd="0" presId="urn:microsoft.com/office/officeart/2005/8/layout/radial4"/>
    <dgm:cxn modelId="{5288E05D-5A67-B04A-8993-40726D08D5E3}" srcId="{7B2A2015-4EF4-4542-9FC4-482DB6A51B6F}" destId="{171254D0-1DF7-A340-8A7C-478B12CABA2C}" srcOrd="2" destOrd="0" parTransId="{C4F2E5C1-3158-7347-9FD8-F83239059493}" sibTransId="{7D908EED-C357-784F-855A-3184438BE8D3}"/>
    <dgm:cxn modelId="{40C8AC5E-0EF3-704F-8010-343992896845}" type="presOf" srcId="{7B2A2015-4EF4-4542-9FC4-482DB6A51B6F}" destId="{915873AC-EC9E-3044-B700-EAAA876D7FD5}" srcOrd="0" destOrd="0" presId="urn:microsoft.com/office/officeart/2005/8/layout/radial4"/>
    <dgm:cxn modelId="{B75E3F43-E842-F94F-9593-137915A5E9EE}" type="presOf" srcId="{3E38DCF4-D35A-2C4A-B5B8-11CBF22167C8}" destId="{C2D80D29-EEDA-A840-A938-1A92883EE3A3}" srcOrd="0" destOrd="0" presId="urn:microsoft.com/office/officeart/2005/8/layout/radial4"/>
    <dgm:cxn modelId="{90F36366-5C7C-814D-8A2F-17984EA24DAE}" srcId="{7B2A2015-4EF4-4542-9FC4-482DB6A51B6F}" destId="{987F1C1A-51D9-5E4F-9F69-C5A334438817}" srcOrd="3" destOrd="0" parTransId="{EAD6BE51-CB42-3E43-970D-858F9340C664}" sibTransId="{6443B88A-A479-0544-AF6A-34363A6BB058}"/>
    <dgm:cxn modelId="{78B2F468-C844-B943-9018-DEC114AB449A}" type="presOf" srcId="{4A398BB7-E9A3-974A-B1B8-F118DE58662D}" destId="{0EEBFF35-60F8-5A49-8939-CEE2152ABD56}" srcOrd="0" destOrd="0" presId="urn:microsoft.com/office/officeart/2005/8/layout/radial4"/>
    <dgm:cxn modelId="{25208F6D-F0E1-374B-832B-426841CF9656}" type="presOf" srcId="{12A3891A-DCED-674F-B24D-E206E66D90BD}" destId="{F327E64C-D835-7A44-A58C-1E884D2BA0B1}" srcOrd="0" destOrd="0" presId="urn:microsoft.com/office/officeart/2005/8/layout/radial4"/>
    <dgm:cxn modelId="{D47F9D56-7570-7549-AD1E-8C0AB44D2B0A}" srcId="{7B2A2015-4EF4-4542-9FC4-482DB6A51B6F}" destId="{752CD1BB-2610-1247-A280-D75319BA8C48}" srcOrd="4" destOrd="0" parTransId="{F0108312-BA66-3F4B-8EDE-96FF3F8A9F9D}" sibTransId="{F5E132CD-F603-984D-BC44-F7537702F2AD}"/>
    <dgm:cxn modelId="{8595397A-5197-664F-AB9F-5A161524FDD4}" type="presOf" srcId="{0E61ECFD-8E17-644A-A110-F1914A3AEAF3}" destId="{401B8E8A-BDEF-6942-91EF-2519ECF2D4B2}" srcOrd="0" destOrd="0" presId="urn:microsoft.com/office/officeart/2005/8/layout/radial4"/>
    <dgm:cxn modelId="{B876F17A-2C86-3745-AA51-81025F83DFE1}" srcId="{7B2A2015-4EF4-4542-9FC4-482DB6A51B6F}" destId="{0E61ECFD-8E17-644A-A110-F1914A3AEAF3}" srcOrd="1" destOrd="0" parTransId="{3E38DCF4-D35A-2C4A-B5B8-11CBF22167C8}" sibTransId="{16CC3968-AEEB-2942-85BE-316347862DE2}"/>
    <dgm:cxn modelId="{9E702A80-A65A-0246-9D4C-841B7063EF6C}" type="presOf" srcId="{077844BC-0D04-8C4B-8CE0-6865C2B0F7F9}" destId="{1B2C454D-E40A-2344-9F71-56125A47EBF3}" srcOrd="0" destOrd="0" presId="urn:microsoft.com/office/officeart/2005/8/layout/radial4"/>
    <dgm:cxn modelId="{5A64B782-4145-FA4F-B56E-79F6411F6143}" srcId="{12A3891A-DCED-674F-B24D-E206E66D90BD}" destId="{7B2A2015-4EF4-4542-9FC4-482DB6A51B6F}" srcOrd="0" destOrd="0" parTransId="{7268EA9C-ADFE-5443-B71F-4DB5945387F0}" sibTransId="{4FCBC08A-243A-E64E-9212-A11B25F7B416}"/>
    <dgm:cxn modelId="{1B0368D8-65AB-9849-9836-5E1C2FD3739B}" srcId="{7B2A2015-4EF4-4542-9FC4-482DB6A51B6F}" destId="{0C6D0DD8-5166-EE43-AB15-3F10EA8A07B9}" srcOrd="0" destOrd="0" parTransId="{077844BC-0D04-8C4B-8CE0-6865C2B0F7F9}" sibTransId="{50891CDF-A77B-2940-93BC-9CDFA5400748}"/>
    <dgm:cxn modelId="{826A20F1-9F92-3E41-A574-157F41FD001C}" type="presOf" srcId="{EAD6BE51-CB42-3E43-970D-858F9340C664}" destId="{014D0B21-82DB-944B-9161-BD6B3B613C44}" srcOrd="0" destOrd="0" presId="urn:microsoft.com/office/officeart/2005/8/layout/radial4"/>
    <dgm:cxn modelId="{04EFF176-2DF3-7E4D-81B0-A6D1701D00B8}" type="presParOf" srcId="{F327E64C-D835-7A44-A58C-1E884D2BA0B1}" destId="{915873AC-EC9E-3044-B700-EAAA876D7FD5}" srcOrd="0" destOrd="0" presId="urn:microsoft.com/office/officeart/2005/8/layout/radial4"/>
    <dgm:cxn modelId="{7B0BB47C-E7AF-4C4E-A5AE-DFD8C6A68395}" type="presParOf" srcId="{F327E64C-D835-7A44-A58C-1E884D2BA0B1}" destId="{1B2C454D-E40A-2344-9F71-56125A47EBF3}" srcOrd="1" destOrd="0" presId="urn:microsoft.com/office/officeart/2005/8/layout/radial4"/>
    <dgm:cxn modelId="{CE83D859-12A1-D34F-9C99-C48FE46DBCD9}" type="presParOf" srcId="{F327E64C-D835-7A44-A58C-1E884D2BA0B1}" destId="{C8CD8B18-90D1-8146-9137-53BD1BFB1450}" srcOrd="2" destOrd="0" presId="urn:microsoft.com/office/officeart/2005/8/layout/radial4"/>
    <dgm:cxn modelId="{B452B087-C56C-A448-8C4C-43ED0F9A80DB}" type="presParOf" srcId="{F327E64C-D835-7A44-A58C-1E884D2BA0B1}" destId="{C2D80D29-EEDA-A840-A938-1A92883EE3A3}" srcOrd="3" destOrd="0" presId="urn:microsoft.com/office/officeart/2005/8/layout/radial4"/>
    <dgm:cxn modelId="{7A6329A4-2FE5-6640-8404-1033C68AC1B3}" type="presParOf" srcId="{F327E64C-D835-7A44-A58C-1E884D2BA0B1}" destId="{401B8E8A-BDEF-6942-91EF-2519ECF2D4B2}" srcOrd="4" destOrd="0" presId="urn:microsoft.com/office/officeart/2005/8/layout/radial4"/>
    <dgm:cxn modelId="{8E88691A-682E-2C4E-86DF-B080336FC7FC}" type="presParOf" srcId="{F327E64C-D835-7A44-A58C-1E884D2BA0B1}" destId="{90D24250-2564-6F4C-B019-540CAEB8D2D7}" srcOrd="5" destOrd="0" presId="urn:microsoft.com/office/officeart/2005/8/layout/radial4"/>
    <dgm:cxn modelId="{96D927C4-25EA-4A40-BADF-2D1A2AA693F8}" type="presParOf" srcId="{F327E64C-D835-7A44-A58C-1E884D2BA0B1}" destId="{D800DD07-9EC0-B44C-AC30-AAD4C1142756}" srcOrd="6" destOrd="0" presId="urn:microsoft.com/office/officeart/2005/8/layout/radial4"/>
    <dgm:cxn modelId="{A2CE07DE-D636-3240-BEBD-52C207E7C7E8}" type="presParOf" srcId="{F327E64C-D835-7A44-A58C-1E884D2BA0B1}" destId="{014D0B21-82DB-944B-9161-BD6B3B613C44}" srcOrd="7" destOrd="0" presId="urn:microsoft.com/office/officeart/2005/8/layout/radial4"/>
    <dgm:cxn modelId="{9A6D7FAD-4404-F447-BE75-94B3747326B4}" type="presParOf" srcId="{F327E64C-D835-7A44-A58C-1E884D2BA0B1}" destId="{C99DB6B7-AF59-7947-8B9D-995A966225BF}" srcOrd="8" destOrd="0" presId="urn:microsoft.com/office/officeart/2005/8/layout/radial4"/>
    <dgm:cxn modelId="{F937421C-3BFD-A04B-827C-9D727DD26BDC}" type="presParOf" srcId="{F327E64C-D835-7A44-A58C-1E884D2BA0B1}" destId="{5E13C062-34B8-6B4A-9699-FC695D73306B}" srcOrd="9" destOrd="0" presId="urn:microsoft.com/office/officeart/2005/8/layout/radial4"/>
    <dgm:cxn modelId="{D89D5E4F-6F81-5941-B7B2-2DEA9A0A9ED8}" type="presParOf" srcId="{F327E64C-D835-7A44-A58C-1E884D2BA0B1}" destId="{A0B44F29-C93F-FC4D-8BF7-D8F25E3D75A5}" srcOrd="10" destOrd="0" presId="urn:microsoft.com/office/officeart/2005/8/layout/radial4"/>
    <dgm:cxn modelId="{F66D4849-E9DE-1B4B-8AE3-BCE57C43EC8C}" type="presParOf" srcId="{F327E64C-D835-7A44-A58C-1E884D2BA0B1}" destId="{0EEBFF35-60F8-5A49-8939-CEE2152ABD56}" srcOrd="11" destOrd="0" presId="urn:microsoft.com/office/officeart/2005/8/layout/radial4"/>
    <dgm:cxn modelId="{66BD811C-9788-EF42-A41A-86FA10173CF6}" type="presParOf" srcId="{F327E64C-D835-7A44-A58C-1E884D2BA0B1}" destId="{0C511D67-7686-894F-A3ED-6C2E88BEA631}" srcOrd="12"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A8B51D4-181C-4DEC-82DB-D2B026E742B0}" type="doc">
      <dgm:prSet loTypeId="urn:microsoft.com/office/officeart/2016/7/layout/RepeatingBendingProcessNew" loCatId="process" qsTypeId="urn:microsoft.com/office/officeart/2005/8/quickstyle/simple2" qsCatId="simple" csTypeId="urn:microsoft.com/office/officeart/2005/8/colors/accent2_2" csCatId="accent2" phldr="1"/>
      <dgm:spPr/>
      <dgm:t>
        <a:bodyPr rtlCol="1"/>
        <a:lstStyle/>
        <a:p>
          <a:pPr rtl="1"/>
          <a:endParaRPr lang="en-US"/>
        </a:p>
      </dgm:t>
    </dgm:pt>
    <dgm:pt modelId="{BB202BC1-3CE2-4875-9023-D3A0DE668950}">
      <dgm:prSet custT="1"/>
      <dgm:spPr>
        <a:solidFill>
          <a:schemeClr val="accent5"/>
        </a:solidFill>
      </dgm:spPr>
      <dgm:t>
        <a:bodyPr rtlCol="1"/>
        <a:lstStyle/>
        <a:p>
          <a:pPr marL="0" marR="0" lvl="0" indent="0" algn="r" defTabSz="914400" rtl="1" eaLnBrk="1" fontAlgn="auto" latinLnBrk="0" hangingPunct="1">
            <a:lnSpc>
              <a:spcPct val="130000"/>
            </a:lnSpc>
            <a:spcBef>
              <a:spcPts val="0"/>
            </a:spcBef>
            <a:spcAft>
              <a:spcPts val="0"/>
            </a:spcAft>
            <a:buClrTx/>
            <a:buSzTx/>
            <a:buFontTx/>
            <a:buNone/>
            <a:tabLst/>
            <a:defRPr/>
          </a:pPr>
          <a:r>
            <a:rPr lang="ar" sz="1600" b="1" dirty="0">
              <a:solidFill>
                <a:schemeClr val="tx1"/>
              </a:solidFill>
              <a:latin typeface="Times New Roman" panose="02020603050405020304" pitchFamily="18" charset="0"/>
              <a:cs typeface="Times New Roman" panose="02020603050405020304" pitchFamily="18" charset="0"/>
            </a:rPr>
            <a:t>المكان</a:t>
          </a:r>
          <a:br>
            <a:rPr lang="en-GB" sz="1600" dirty="0">
              <a:solidFill>
                <a:schemeClr val="tx1"/>
              </a:solidFill>
              <a:latin typeface="Times New Roman" panose="02020603050405020304" pitchFamily="18" charset="0"/>
              <a:cs typeface="Times New Roman" panose="02020603050405020304" pitchFamily="18" charset="0"/>
            </a:rPr>
          </a:br>
          <a:r>
            <a:rPr lang="ar" sz="1600" dirty="0">
              <a:solidFill>
                <a:schemeClr val="tx1"/>
              </a:solidFill>
              <a:latin typeface="Times New Roman" panose="02020603050405020304" pitchFamily="18" charset="0"/>
              <a:cs typeface="Times New Roman" panose="02020603050405020304" pitchFamily="18" charset="0"/>
            </a:rPr>
            <a:t>ينبغي لمؤسسات الرياضة والترفيه التفاعلي</a:t>
          </a:r>
          <a:r>
            <a:rPr lang="ar" sz="1600" b="0" i="0" u="none" dirty="0">
              <a:solidFill>
                <a:schemeClr val="tx1"/>
              </a:solidFill>
              <a:latin typeface="Times New Roman" panose="02020603050405020304" pitchFamily="18" charset="0"/>
              <a:cs typeface="Times New Roman" panose="02020603050405020304" pitchFamily="18" charset="0"/>
            </a:rPr>
            <a:t> اختيار "مكان" يمكن فيه عرض السلع والخدمات على العملاء. </a:t>
          </a:r>
        </a:p>
        <a:p>
          <a:pPr marL="0" marR="0" lvl="0" indent="0" algn="r" defTabSz="914400" rtl="1" eaLnBrk="1" fontAlgn="auto" latinLnBrk="0" hangingPunct="1">
            <a:lnSpc>
              <a:spcPct val="130000"/>
            </a:lnSpc>
            <a:spcBef>
              <a:spcPts val="0"/>
            </a:spcBef>
            <a:spcAft>
              <a:spcPts val="0"/>
            </a:spcAft>
            <a:buClrTx/>
            <a:buSzTx/>
            <a:buFontTx/>
            <a:buNone/>
            <a:tabLst/>
            <a:defRPr/>
          </a:pPr>
          <a:r>
            <a:rPr lang="ar" sz="1600" b="0" i="0" u="none" dirty="0">
              <a:solidFill>
                <a:schemeClr val="tx1"/>
              </a:solidFill>
              <a:latin typeface="Times New Roman" panose="02020603050405020304" pitchFamily="18" charset="0"/>
              <a:cs typeface="Times New Roman" panose="02020603050405020304" pitchFamily="18" charset="0"/>
            </a:rPr>
            <a:t> </a:t>
          </a:r>
        </a:p>
        <a:p>
          <a:pPr marL="0" lvl="0" indent="0" algn="r" defTabSz="914400" rtl="1">
            <a:lnSpc>
              <a:spcPct val="130000"/>
            </a:lnSpc>
            <a:spcBef>
              <a:spcPts val="0"/>
            </a:spcBef>
            <a:spcAft>
              <a:spcPts val="0"/>
            </a:spcAft>
          </a:pPr>
          <a:r>
            <a:rPr lang="ar" sz="1600" b="0" i="0" u="none" dirty="0">
              <a:solidFill>
                <a:schemeClr val="tx1"/>
              </a:solidFill>
              <a:latin typeface="Times New Roman" panose="02020603050405020304" pitchFamily="18" charset="0"/>
              <a:cs typeface="Times New Roman" panose="02020603050405020304" pitchFamily="18" charset="0"/>
            </a:rPr>
            <a:t>وبعد ذلك يصبح "المكان" المُختار هو قناة توزيع المنتج أو الخدمة.</a:t>
          </a:r>
        </a:p>
        <a:p>
          <a:pPr marL="0" lvl="0" indent="0" algn="r" defTabSz="914400" rtl="1">
            <a:lnSpc>
              <a:spcPct val="130000"/>
            </a:lnSpc>
            <a:spcBef>
              <a:spcPts val="0"/>
            </a:spcBef>
            <a:spcAft>
              <a:spcPts val="0"/>
            </a:spcAft>
          </a:pPr>
          <a:endParaRPr lang="en-GB" sz="1600" b="0" i="0" u="none" dirty="0">
            <a:solidFill>
              <a:schemeClr val="tx1"/>
            </a:solidFill>
            <a:latin typeface="Times New Roman" panose="02020603050405020304" pitchFamily="18" charset="0"/>
            <a:cs typeface="Times New Roman" panose="02020603050405020304" pitchFamily="18" charset="0"/>
          </a:endParaRPr>
        </a:p>
        <a:p>
          <a:pPr marL="0" lvl="0" indent="0" algn="r" defTabSz="914400" rtl="1">
            <a:lnSpc>
              <a:spcPct val="130000"/>
            </a:lnSpc>
            <a:spcBef>
              <a:spcPts val="0"/>
            </a:spcBef>
            <a:spcAft>
              <a:spcPts val="0"/>
            </a:spcAft>
          </a:pPr>
          <a:r>
            <a:rPr lang="ar" sz="1600" b="0" i="0" u="none" dirty="0">
              <a:solidFill>
                <a:schemeClr val="tx1"/>
              </a:solidFill>
              <a:latin typeface="Times New Roman" panose="02020603050405020304" pitchFamily="18" charset="0"/>
              <a:cs typeface="Times New Roman" panose="02020603050405020304" pitchFamily="18" charset="0"/>
            </a:rPr>
            <a:t>وتستخدم العديد من الشركات مزيجًا يجمع بين المقرات الفعلية والافتراضية على الإنترنت</a:t>
          </a:r>
          <a:r>
            <a:rPr lang="ar-EG" sz="1600" b="0" i="0" u="none"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dgm:t>
    </dgm:pt>
    <dgm:pt modelId="{497D5B7A-3A54-4F15-A5B1-EB108C990FA6}" type="parTrans" cxnId="{30336D26-7456-4C88-84DB-AF0B4492B9F3}">
      <dgm:prSet/>
      <dgm:spPr/>
      <dgm:t>
        <a:bodyPr rtlCol="1"/>
        <a:lstStyle/>
        <a:p>
          <a:pPr rtl="1"/>
          <a:endParaRPr lang="en-US"/>
        </a:p>
      </dgm:t>
    </dgm:pt>
    <dgm:pt modelId="{D0608922-F9A8-447C-BE37-832065B23235}" type="sibTrans" cxnId="{30336D26-7456-4C88-84DB-AF0B4492B9F3}">
      <dgm:prSet/>
      <dgm:spPr/>
      <dgm:t>
        <a:bodyPr rtlCol="1"/>
        <a:lstStyle/>
        <a:p>
          <a:pPr rtl="1"/>
          <a:endParaRPr lang="en-US"/>
        </a:p>
      </dgm:t>
    </dgm:pt>
    <dgm:pt modelId="{533E4716-C933-46DB-84CD-A07A306749B9}">
      <dgm:prSet custT="1"/>
      <dgm:spPr>
        <a:solidFill>
          <a:schemeClr val="accent6">
            <a:lumMod val="20000"/>
            <a:lumOff val="80000"/>
          </a:schemeClr>
        </a:solidFill>
      </dgm:spPr>
      <dgm:t>
        <a:bodyPr rtlCol="1"/>
        <a:lstStyle/>
        <a:p>
          <a:pPr algn="r" rtl="1">
            <a:lnSpc>
              <a:spcPct val="130000"/>
            </a:lnSpc>
          </a:pPr>
          <a:r>
            <a:rPr lang="ar" sz="1600" b="1" dirty="0">
              <a:solidFill>
                <a:schemeClr val="tx1"/>
              </a:solidFill>
              <a:latin typeface="Times New Roman" panose="02020603050405020304" pitchFamily="18" charset="0"/>
              <a:cs typeface="Times New Roman" panose="02020603050405020304" pitchFamily="18" charset="0"/>
            </a:rPr>
            <a:t>المقرات الفعلية</a:t>
          </a:r>
          <a:r>
            <a:rPr lang="ar" sz="1600" dirty="0">
              <a:solidFill>
                <a:schemeClr val="tx1"/>
              </a:solidFill>
              <a:latin typeface="Times New Roman" panose="02020603050405020304" pitchFamily="18" charset="0"/>
              <a:cs typeface="Times New Roman" panose="02020603050405020304" pitchFamily="18" charset="0"/>
            </a:rPr>
            <a:t> مثل النوادي الرياضية ومتاجر البيع بالتجزئة في الشوارع الرئيسة</a:t>
          </a:r>
          <a:r>
            <a:rPr lang="ar-EG" sz="1600" dirty="0">
              <a:solidFill>
                <a:schemeClr val="tx1"/>
              </a:solidFill>
              <a:latin typeface="Times New Roman" panose="02020603050405020304" pitchFamily="18" charset="0"/>
              <a:cs typeface="Times New Roman" panose="02020603050405020304" pitchFamily="18" charset="0"/>
            </a:rPr>
            <a:t>.</a:t>
          </a:r>
          <a:endParaRPr lang="ar" sz="1600" dirty="0">
            <a:solidFill>
              <a:schemeClr val="tx1"/>
            </a:solidFill>
            <a:latin typeface="Times New Roman" panose="02020603050405020304" pitchFamily="18" charset="0"/>
            <a:cs typeface="Times New Roman" panose="02020603050405020304" pitchFamily="18" charset="0"/>
          </a:endParaRPr>
        </a:p>
        <a:p>
          <a:pPr algn="r" rtl="1">
            <a:lnSpc>
              <a:spcPct val="130000"/>
            </a:lnSpc>
          </a:pPr>
          <a:r>
            <a:rPr lang="ar" sz="1600" b="1" i="0" u="none" dirty="0">
              <a:solidFill>
                <a:schemeClr val="tx1"/>
              </a:solidFill>
              <a:latin typeface="Times New Roman" panose="02020603050405020304" pitchFamily="18" charset="0"/>
              <a:cs typeface="Times New Roman" panose="02020603050405020304" pitchFamily="18" charset="0"/>
            </a:rPr>
            <a:t>المواقع الإلكترونية</a:t>
          </a:r>
          <a:r>
            <a:rPr lang="ar" sz="1600" b="0" i="0" u="none" dirty="0">
              <a:solidFill>
                <a:schemeClr val="tx1"/>
              </a:solidFill>
              <a:latin typeface="Times New Roman" panose="02020603050405020304" pitchFamily="18" charset="0"/>
              <a:cs typeface="Times New Roman" panose="02020603050405020304" pitchFamily="18" charset="0"/>
            </a:rPr>
            <a:t> مثل مواقع البيع بالتجزئة للسلع الرياضية وبرامج التدريب الشخصي عبر الإنترنت</a:t>
          </a:r>
          <a:r>
            <a:rPr lang="ar-EG" sz="1600" b="0" i="0" u="none" dirty="0">
              <a:solidFill>
                <a:schemeClr val="tx1"/>
              </a:solidFill>
              <a:latin typeface="Times New Roman" panose="02020603050405020304" pitchFamily="18" charset="0"/>
              <a:cs typeface="Times New Roman" panose="02020603050405020304" pitchFamily="18" charset="0"/>
            </a:rPr>
            <a:t>.</a:t>
          </a:r>
          <a:endParaRPr lang="ar" sz="1600" b="0" i="0" u="none" dirty="0">
            <a:solidFill>
              <a:schemeClr val="tx1"/>
            </a:solidFill>
            <a:latin typeface="Times New Roman" panose="02020603050405020304" pitchFamily="18" charset="0"/>
            <a:cs typeface="Times New Roman" panose="02020603050405020304" pitchFamily="18" charset="0"/>
          </a:endParaRPr>
        </a:p>
      </dgm:t>
    </dgm:pt>
    <dgm:pt modelId="{E3ACA752-D354-4D03-918D-DCAE8E168176}" type="parTrans" cxnId="{786C23F4-13C8-47E2-A621-E578ED91A2DC}">
      <dgm:prSet/>
      <dgm:spPr/>
      <dgm:t>
        <a:bodyPr rtlCol="1"/>
        <a:lstStyle/>
        <a:p>
          <a:pPr rtl="1"/>
          <a:endParaRPr lang="en-US"/>
        </a:p>
      </dgm:t>
    </dgm:pt>
    <dgm:pt modelId="{A244719D-593A-4908-B353-BA149264A63C}" type="sibTrans" cxnId="{786C23F4-13C8-47E2-A621-E578ED91A2DC}">
      <dgm:prSet/>
      <dgm:spPr/>
      <dgm:t>
        <a:bodyPr rtlCol="1"/>
        <a:lstStyle/>
        <a:p>
          <a:pPr rtl="1"/>
          <a:endParaRPr lang="en-US"/>
        </a:p>
      </dgm:t>
    </dgm:pt>
    <dgm:pt modelId="{E697ED5F-1B44-4441-910B-9D8A75160A08}" type="pres">
      <dgm:prSet presAssocID="{9A8B51D4-181C-4DEC-82DB-D2B026E742B0}" presName="Name0" presStyleCnt="0">
        <dgm:presLayoutVars>
          <dgm:dir val="rev"/>
          <dgm:resizeHandles val="exact"/>
        </dgm:presLayoutVars>
      </dgm:prSet>
      <dgm:spPr/>
    </dgm:pt>
    <dgm:pt modelId="{2CE627FA-B7C4-B64A-83C9-9BA7D7DA4C9F}" type="pres">
      <dgm:prSet presAssocID="{BB202BC1-3CE2-4875-9023-D3A0DE668950}" presName="node" presStyleLbl="node1" presStyleIdx="0" presStyleCnt="2" custScaleY="163672" custLinFactNeighborX="-458" custLinFactNeighborY="-402">
        <dgm:presLayoutVars>
          <dgm:bulletEnabled val="1"/>
        </dgm:presLayoutVars>
      </dgm:prSet>
      <dgm:spPr/>
    </dgm:pt>
    <dgm:pt modelId="{6D3B4A6B-20C1-A84F-803D-F52B36984006}" type="pres">
      <dgm:prSet presAssocID="{D0608922-F9A8-447C-BE37-832065B23235}" presName="sibTrans" presStyleLbl="sibTrans1D1" presStyleIdx="0" presStyleCnt="1"/>
      <dgm:spPr/>
    </dgm:pt>
    <dgm:pt modelId="{B1843D6F-90E4-7D40-B037-1C652F80D6B7}" type="pres">
      <dgm:prSet presAssocID="{D0608922-F9A8-447C-BE37-832065B23235}" presName="connectorText" presStyleLbl="sibTrans1D1" presStyleIdx="0" presStyleCnt="1"/>
      <dgm:spPr/>
    </dgm:pt>
    <dgm:pt modelId="{0F310ABA-055E-F145-8778-BC0FB1467B31}" type="pres">
      <dgm:prSet presAssocID="{533E4716-C933-46DB-84CD-A07A306749B9}" presName="node" presStyleLbl="node1" presStyleIdx="1" presStyleCnt="2" custScaleY="104895">
        <dgm:presLayoutVars>
          <dgm:bulletEnabled val="1"/>
        </dgm:presLayoutVars>
      </dgm:prSet>
      <dgm:spPr/>
    </dgm:pt>
  </dgm:ptLst>
  <dgm:cxnLst>
    <dgm:cxn modelId="{30336D26-7456-4C88-84DB-AF0B4492B9F3}" srcId="{9A8B51D4-181C-4DEC-82DB-D2B026E742B0}" destId="{BB202BC1-3CE2-4875-9023-D3A0DE668950}" srcOrd="0" destOrd="0" parTransId="{497D5B7A-3A54-4F15-A5B1-EB108C990FA6}" sibTransId="{D0608922-F9A8-447C-BE37-832065B23235}"/>
    <dgm:cxn modelId="{9F16B037-1CC6-5740-97EC-4AC60544112E}" type="presOf" srcId="{9A8B51D4-181C-4DEC-82DB-D2B026E742B0}" destId="{E697ED5F-1B44-4441-910B-9D8A75160A08}" srcOrd="0" destOrd="0" presId="urn:microsoft.com/office/officeart/2016/7/layout/RepeatingBendingProcessNew"/>
    <dgm:cxn modelId="{A18D4161-ED6A-3441-A190-166A32C412F0}" type="presOf" srcId="{533E4716-C933-46DB-84CD-A07A306749B9}" destId="{0F310ABA-055E-F145-8778-BC0FB1467B31}" srcOrd="0" destOrd="0" presId="urn:microsoft.com/office/officeart/2016/7/layout/RepeatingBendingProcessNew"/>
    <dgm:cxn modelId="{C571AF4A-C5B4-4B41-8BEA-C2194E2135BE}" type="presOf" srcId="{BB202BC1-3CE2-4875-9023-D3A0DE668950}" destId="{2CE627FA-B7C4-B64A-83C9-9BA7D7DA4C9F}" srcOrd="0" destOrd="0" presId="urn:microsoft.com/office/officeart/2016/7/layout/RepeatingBendingProcessNew"/>
    <dgm:cxn modelId="{C7F3D7ED-9890-2841-9DCC-429429B6F1D4}" type="presOf" srcId="{D0608922-F9A8-447C-BE37-832065B23235}" destId="{B1843D6F-90E4-7D40-B037-1C652F80D6B7}" srcOrd="1" destOrd="0" presId="urn:microsoft.com/office/officeart/2016/7/layout/RepeatingBendingProcessNew"/>
    <dgm:cxn modelId="{98EEB3F1-1657-A94E-BDC4-D3892365D62E}" type="presOf" srcId="{D0608922-F9A8-447C-BE37-832065B23235}" destId="{6D3B4A6B-20C1-A84F-803D-F52B36984006}" srcOrd="0" destOrd="0" presId="urn:microsoft.com/office/officeart/2016/7/layout/RepeatingBendingProcessNew"/>
    <dgm:cxn modelId="{786C23F4-13C8-47E2-A621-E578ED91A2DC}" srcId="{9A8B51D4-181C-4DEC-82DB-D2B026E742B0}" destId="{533E4716-C933-46DB-84CD-A07A306749B9}" srcOrd="1" destOrd="0" parTransId="{E3ACA752-D354-4D03-918D-DCAE8E168176}" sibTransId="{A244719D-593A-4908-B353-BA149264A63C}"/>
    <dgm:cxn modelId="{DE38DA13-145F-7D49-9B2D-DB8912FD722E}" type="presParOf" srcId="{E697ED5F-1B44-4441-910B-9D8A75160A08}" destId="{2CE627FA-B7C4-B64A-83C9-9BA7D7DA4C9F}" srcOrd="0" destOrd="0" presId="urn:microsoft.com/office/officeart/2016/7/layout/RepeatingBendingProcessNew"/>
    <dgm:cxn modelId="{07F30DEF-2F6C-3745-B7F1-B94F84CB55D5}" type="presParOf" srcId="{E697ED5F-1B44-4441-910B-9D8A75160A08}" destId="{6D3B4A6B-20C1-A84F-803D-F52B36984006}" srcOrd="1" destOrd="0" presId="urn:microsoft.com/office/officeart/2016/7/layout/RepeatingBendingProcessNew"/>
    <dgm:cxn modelId="{E6E920E6-CE87-3B42-A3DC-C018CB26EB0C}" type="presParOf" srcId="{6D3B4A6B-20C1-A84F-803D-F52B36984006}" destId="{B1843D6F-90E4-7D40-B037-1C652F80D6B7}" srcOrd="0" destOrd="0" presId="urn:microsoft.com/office/officeart/2016/7/layout/RepeatingBendingProcessNew"/>
    <dgm:cxn modelId="{2C0C45DD-DF7C-0D4D-867C-29CBD0AFDE8D}" type="presParOf" srcId="{E697ED5F-1B44-4441-910B-9D8A75160A08}" destId="{0F310ABA-055E-F145-8778-BC0FB1467B31}" srcOrd="2"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A8B51D4-181C-4DEC-82DB-D2B026E742B0}" type="doc">
      <dgm:prSet loTypeId="urn:microsoft.com/office/officeart/2016/7/layout/RepeatingBendingProcessNew" loCatId="process" qsTypeId="urn:microsoft.com/office/officeart/2005/8/quickstyle/simple2" qsCatId="simple" csTypeId="urn:microsoft.com/office/officeart/2005/8/colors/accent2_2" csCatId="accent2" phldr="1"/>
      <dgm:spPr/>
      <dgm:t>
        <a:bodyPr rtlCol="1"/>
        <a:lstStyle/>
        <a:p>
          <a:pPr rtl="1"/>
          <a:endParaRPr lang="en-US"/>
        </a:p>
      </dgm:t>
    </dgm:pt>
    <dgm:pt modelId="{BB202BC1-3CE2-4875-9023-D3A0DE668950}">
      <dgm:prSet custT="1"/>
      <dgm:spPr>
        <a:solidFill>
          <a:schemeClr val="accent6">
            <a:lumMod val="20000"/>
            <a:lumOff val="80000"/>
          </a:schemeClr>
        </a:solidFill>
      </dgm:spPr>
      <dgm:t>
        <a:bodyPr rtlCol="1"/>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1" dirty="0">
              <a:solidFill>
                <a:schemeClr val="tx1"/>
              </a:solidFill>
              <a:latin typeface="Times New Roman" panose="02020603050405020304" pitchFamily="18" charset="0"/>
              <a:cs typeface="Times New Roman" panose="02020603050405020304" pitchFamily="18" charset="0"/>
            </a:rPr>
            <a:t>الترويج</a:t>
          </a:r>
          <a:br>
            <a:rPr lang="en-GB" sz="1600" dirty="0">
              <a:solidFill>
                <a:schemeClr val="tx1"/>
              </a:solidFill>
              <a:latin typeface="Times New Roman" panose="02020603050405020304" pitchFamily="18" charset="0"/>
              <a:cs typeface="Times New Roman" panose="02020603050405020304" pitchFamily="18" charset="0"/>
            </a:rPr>
          </a:br>
          <a:r>
            <a:rPr lang="ar" sz="1600" b="0" i="0" u="none" dirty="0">
              <a:solidFill>
                <a:schemeClr val="tx1"/>
              </a:solidFill>
              <a:latin typeface="Times New Roman" panose="02020603050405020304" pitchFamily="18" charset="0"/>
              <a:cs typeface="Times New Roman" panose="02020603050405020304" pitchFamily="18" charset="0"/>
            </a:rPr>
            <a:t>يهدف الترويج إلى خلق الوعي بالعلامة التجارية ويُستخدم في الغالب لإيصال سعر السلعة أو الخدمة وبيان كيفية تلبيتها لاحتياجات السوق المستهدف.</a:t>
          </a:r>
        </a:p>
        <a:p>
          <a:pPr marL="0" lvl="0" indent="0" algn="r" defTabSz="914400" rtl="1">
            <a:lnSpc>
              <a:spcPct val="100000"/>
            </a:lnSpc>
            <a:spcBef>
              <a:spcPts val="0"/>
            </a:spcBef>
            <a:spcAft>
              <a:spcPts val="0"/>
            </a:spcAft>
          </a:pPr>
          <a:endParaRPr lang="en-GB" sz="1600" b="0" i="0" u="none" dirty="0">
            <a:solidFill>
              <a:schemeClr val="tx1"/>
            </a:solidFill>
            <a:latin typeface="Times New Roman" panose="02020603050405020304" pitchFamily="18" charset="0"/>
            <a:cs typeface="Times New Roman" panose="02020603050405020304" pitchFamily="18" charset="0"/>
          </a:endParaRPr>
        </a:p>
        <a:p>
          <a:pPr marL="0" lvl="0" indent="0" algn="r" defTabSz="914400" rtl="1">
            <a:lnSpc>
              <a:spcPct val="100000"/>
            </a:lnSpc>
            <a:spcBef>
              <a:spcPts val="0"/>
            </a:spcBef>
            <a:spcAft>
              <a:spcPts val="0"/>
            </a:spcAft>
          </a:pPr>
          <a:r>
            <a:rPr lang="ar" sz="1600" b="0" i="0" u="none" dirty="0">
              <a:solidFill>
                <a:schemeClr val="tx1"/>
              </a:solidFill>
              <a:latin typeface="Times New Roman" panose="02020603050405020304" pitchFamily="18" charset="0"/>
              <a:cs typeface="Times New Roman" panose="02020603050405020304" pitchFamily="18" charset="0"/>
            </a:rPr>
            <a:t>يمكن استخدام مجموعة متنوعة من الطرق للترويج للسلع والخدمات في مجال الرياضة والترفيه التفاعلي.</a:t>
          </a:r>
          <a:endParaRPr lang="en-US" sz="1300" b="0" dirty="0">
            <a:solidFill>
              <a:schemeClr val="tx1"/>
            </a:solidFill>
            <a:latin typeface="Times New Roman" panose="02020603050405020304" pitchFamily="18" charset="0"/>
            <a:cs typeface="Times New Roman" panose="02020603050405020304" pitchFamily="18" charset="0"/>
          </a:endParaRPr>
        </a:p>
      </dgm:t>
    </dgm:pt>
    <dgm:pt modelId="{497D5B7A-3A54-4F15-A5B1-EB108C990FA6}" type="parTrans" cxnId="{30336D26-7456-4C88-84DB-AF0B4492B9F3}">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D0608922-F9A8-447C-BE37-832065B23235}" type="sibTrans" cxnId="{30336D26-7456-4C88-84DB-AF0B4492B9F3}">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533E4716-C933-46DB-84CD-A07A306749B9}">
      <dgm:prSet custT="1"/>
      <dgm:spPr>
        <a:solidFill>
          <a:schemeClr val="accent5"/>
        </a:solidFill>
      </dgm:spPr>
      <dgm:t>
        <a:bodyPr rtlCol="1"/>
        <a:lstStyle/>
        <a:p>
          <a:pPr marL="0" lvl="0" algn="r" defTabSz="711200" rtl="1">
            <a:lnSpc>
              <a:spcPct val="90000"/>
            </a:lnSpc>
            <a:spcBef>
              <a:spcPct val="0"/>
            </a:spcBef>
            <a:spcAft>
              <a:spcPct val="35000"/>
            </a:spcAft>
            <a:buNone/>
          </a:pPr>
          <a:r>
            <a:rPr lang="ar" sz="1600" b="1" kern="1200" dirty="0">
              <a:solidFill>
                <a:srgbClr val="000000"/>
              </a:solidFill>
              <a:latin typeface="Times New Roman" panose="02020603050405020304" pitchFamily="18" charset="0"/>
              <a:ea typeface="+mn-ea"/>
              <a:cs typeface="Times New Roman" panose="02020603050405020304" pitchFamily="18" charset="0"/>
            </a:rPr>
            <a:t>الطرق الترويجية</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1" i="0" u="none" kern="1200" dirty="0">
              <a:solidFill>
                <a:schemeClr val="tx1"/>
              </a:solidFill>
              <a:latin typeface="Times New Roman" panose="02020603050405020304" pitchFamily="18" charset="0"/>
              <a:cs typeface="Times New Roman" panose="02020603050405020304" pitchFamily="18" charset="0"/>
            </a:rPr>
            <a:t>طرق الدعاية:</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0" i="0" u="none" kern="1200" dirty="0">
              <a:solidFill>
                <a:schemeClr val="tx1"/>
              </a:solidFill>
              <a:latin typeface="Times New Roman" panose="02020603050405020304" pitchFamily="18" charset="0"/>
              <a:cs typeface="Times New Roman" panose="02020603050405020304" pitchFamily="18" charset="0"/>
            </a:rPr>
            <a:t>مثل الصور المتحركة، ومقاطع الصوت، والبث الإذاعي والتلفزيوني، والوسائط المطبوعة والرقمية، والإعلانات الخارجية، والإعلانات التي تُوضع في البيئة المحيطة، والتسويق المبتكر غير التقليدي، والإعلانات </a:t>
          </a:r>
          <a:br>
            <a:rPr lang="en-US" sz="1600" b="0" i="0" u="none" kern="1200" dirty="0">
              <a:solidFill>
                <a:schemeClr val="tx1"/>
              </a:solidFill>
              <a:latin typeface="Times New Roman" panose="02020603050405020304" pitchFamily="18" charset="0"/>
              <a:cs typeface="Times New Roman" panose="02020603050405020304" pitchFamily="18" charset="0"/>
            </a:rPr>
          </a:br>
          <a:r>
            <a:rPr lang="ar" sz="1600" b="0" i="0" u="none" kern="1200" dirty="0">
              <a:solidFill>
                <a:schemeClr val="tx1"/>
              </a:solidFill>
              <a:latin typeface="Times New Roman" panose="02020603050405020304" pitchFamily="18" charset="0"/>
              <a:cs typeface="Times New Roman" panose="02020603050405020304" pitchFamily="18" charset="0"/>
            </a:rPr>
            <a:t>عبر الإنترنت.</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1" i="0" u="none" kern="1200" dirty="0">
              <a:solidFill>
                <a:schemeClr val="tx1"/>
              </a:solidFill>
              <a:latin typeface="Times New Roman" panose="02020603050405020304" pitchFamily="18" charset="0"/>
              <a:cs typeface="Times New Roman" panose="02020603050405020304" pitchFamily="18" charset="0"/>
            </a:rPr>
            <a:t>طرق ترويجية إضافية</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0" i="0" u="none" kern="1200" dirty="0">
              <a:solidFill>
                <a:schemeClr val="tx1"/>
              </a:solidFill>
              <a:latin typeface="Times New Roman" panose="02020603050405020304" pitchFamily="18" charset="0"/>
              <a:cs typeface="Times New Roman" panose="02020603050405020304" pitchFamily="18" charset="0"/>
            </a:rPr>
            <a:t>البيع الشخصي، والتسويق المباشر، والعروض الترويجية والخاصة، والعلاقات العامة، والعلاقات العامة الرقمية.</a:t>
          </a:r>
        </a:p>
      </dgm:t>
    </dgm:pt>
    <dgm:pt modelId="{E3ACA752-D354-4D03-918D-DCAE8E168176}" type="parTrans" cxnId="{786C23F4-13C8-47E2-A621-E578ED91A2DC}">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A244719D-593A-4908-B353-BA149264A63C}" type="sibTrans" cxnId="{786C23F4-13C8-47E2-A621-E578ED91A2DC}">
      <dgm:prSet/>
      <dgm:spPr/>
      <dgm:t>
        <a:bodyPr rtlCol="1"/>
        <a:lstStyle/>
        <a:p>
          <a:pPr algn="r" rtl="1"/>
          <a:endParaRPr lang="en-US">
            <a:latin typeface="Times New Roman" panose="02020603050405020304" pitchFamily="18" charset="0"/>
            <a:cs typeface="Times New Roman" panose="02020603050405020304" pitchFamily="18" charset="0"/>
          </a:endParaRPr>
        </a:p>
      </dgm:t>
    </dgm:pt>
    <dgm:pt modelId="{E697ED5F-1B44-4441-910B-9D8A75160A08}" type="pres">
      <dgm:prSet presAssocID="{9A8B51D4-181C-4DEC-82DB-D2B026E742B0}" presName="Name0" presStyleCnt="0">
        <dgm:presLayoutVars>
          <dgm:dir val="rev"/>
          <dgm:resizeHandles val="exact"/>
        </dgm:presLayoutVars>
      </dgm:prSet>
      <dgm:spPr/>
    </dgm:pt>
    <dgm:pt modelId="{2CE627FA-B7C4-B64A-83C9-9BA7D7DA4C9F}" type="pres">
      <dgm:prSet presAssocID="{BB202BC1-3CE2-4875-9023-D3A0DE668950}" presName="node" presStyleLbl="node1" presStyleIdx="0" presStyleCnt="2" custScaleY="163672" custLinFactNeighborX="-458" custLinFactNeighborY="-402">
        <dgm:presLayoutVars>
          <dgm:bulletEnabled val="1"/>
        </dgm:presLayoutVars>
      </dgm:prSet>
      <dgm:spPr/>
    </dgm:pt>
    <dgm:pt modelId="{6D3B4A6B-20C1-A84F-803D-F52B36984006}" type="pres">
      <dgm:prSet presAssocID="{D0608922-F9A8-447C-BE37-832065B23235}" presName="sibTrans" presStyleLbl="sibTrans1D1" presStyleIdx="0" presStyleCnt="1"/>
      <dgm:spPr/>
    </dgm:pt>
    <dgm:pt modelId="{B1843D6F-90E4-7D40-B037-1C652F80D6B7}" type="pres">
      <dgm:prSet presAssocID="{D0608922-F9A8-447C-BE37-832065B23235}" presName="connectorText" presStyleLbl="sibTrans1D1" presStyleIdx="0" presStyleCnt="1"/>
      <dgm:spPr/>
    </dgm:pt>
    <dgm:pt modelId="{0F310ABA-055E-F145-8778-BC0FB1467B31}" type="pres">
      <dgm:prSet presAssocID="{533E4716-C933-46DB-84CD-A07A306749B9}" presName="node" presStyleLbl="node1" presStyleIdx="1" presStyleCnt="2" custScaleX="115540" custScaleY="170203" custLinFactNeighborX="-3123">
        <dgm:presLayoutVars>
          <dgm:bulletEnabled val="1"/>
        </dgm:presLayoutVars>
      </dgm:prSet>
      <dgm:spPr/>
    </dgm:pt>
  </dgm:ptLst>
  <dgm:cxnLst>
    <dgm:cxn modelId="{30336D26-7456-4C88-84DB-AF0B4492B9F3}" srcId="{9A8B51D4-181C-4DEC-82DB-D2B026E742B0}" destId="{BB202BC1-3CE2-4875-9023-D3A0DE668950}" srcOrd="0" destOrd="0" parTransId="{497D5B7A-3A54-4F15-A5B1-EB108C990FA6}" sibTransId="{D0608922-F9A8-447C-BE37-832065B23235}"/>
    <dgm:cxn modelId="{9F16B037-1CC6-5740-97EC-4AC60544112E}" type="presOf" srcId="{9A8B51D4-181C-4DEC-82DB-D2B026E742B0}" destId="{E697ED5F-1B44-4441-910B-9D8A75160A08}" srcOrd="0" destOrd="0" presId="urn:microsoft.com/office/officeart/2016/7/layout/RepeatingBendingProcessNew"/>
    <dgm:cxn modelId="{A18D4161-ED6A-3441-A190-166A32C412F0}" type="presOf" srcId="{533E4716-C933-46DB-84CD-A07A306749B9}" destId="{0F310ABA-055E-F145-8778-BC0FB1467B31}" srcOrd="0" destOrd="0" presId="urn:microsoft.com/office/officeart/2016/7/layout/RepeatingBendingProcessNew"/>
    <dgm:cxn modelId="{C571AF4A-C5B4-4B41-8BEA-C2194E2135BE}" type="presOf" srcId="{BB202BC1-3CE2-4875-9023-D3A0DE668950}" destId="{2CE627FA-B7C4-B64A-83C9-9BA7D7DA4C9F}" srcOrd="0" destOrd="0" presId="urn:microsoft.com/office/officeart/2016/7/layout/RepeatingBendingProcessNew"/>
    <dgm:cxn modelId="{C7F3D7ED-9890-2841-9DCC-429429B6F1D4}" type="presOf" srcId="{D0608922-F9A8-447C-BE37-832065B23235}" destId="{B1843D6F-90E4-7D40-B037-1C652F80D6B7}" srcOrd="1" destOrd="0" presId="urn:microsoft.com/office/officeart/2016/7/layout/RepeatingBendingProcessNew"/>
    <dgm:cxn modelId="{98EEB3F1-1657-A94E-BDC4-D3892365D62E}" type="presOf" srcId="{D0608922-F9A8-447C-BE37-832065B23235}" destId="{6D3B4A6B-20C1-A84F-803D-F52B36984006}" srcOrd="0" destOrd="0" presId="urn:microsoft.com/office/officeart/2016/7/layout/RepeatingBendingProcessNew"/>
    <dgm:cxn modelId="{786C23F4-13C8-47E2-A621-E578ED91A2DC}" srcId="{9A8B51D4-181C-4DEC-82DB-D2B026E742B0}" destId="{533E4716-C933-46DB-84CD-A07A306749B9}" srcOrd="1" destOrd="0" parTransId="{E3ACA752-D354-4D03-918D-DCAE8E168176}" sibTransId="{A244719D-593A-4908-B353-BA149264A63C}"/>
    <dgm:cxn modelId="{DE38DA13-145F-7D49-9B2D-DB8912FD722E}" type="presParOf" srcId="{E697ED5F-1B44-4441-910B-9D8A75160A08}" destId="{2CE627FA-B7C4-B64A-83C9-9BA7D7DA4C9F}" srcOrd="0" destOrd="0" presId="urn:microsoft.com/office/officeart/2016/7/layout/RepeatingBendingProcessNew"/>
    <dgm:cxn modelId="{07F30DEF-2F6C-3745-B7F1-B94F84CB55D5}" type="presParOf" srcId="{E697ED5F-1B44-4441-910B-9D8A75160A08}" destId="{6D3B4A6B-20C1-A84F-803D-F52B36984006}" srcOrd="1" destOrd="0" presId="urn:microsoft.com/office/officeart/2016/7/layout/RepeatingBendingProcessNew"/>
    <dgm:cxn modelId="{E6E920E6-CE87-3B42-A3DC-C018CB26EB0C}" type="presParOf" srcId="{6D3B4A6B-20C1-A84F-803D-F52B36984006}" destId="{B1843D6F-90E4-7D40-B037-1C652F80D6B7}" srcOrd="0" destOrd="0" presId="urn:microsoft.com/office/officeart/2016/7/layout/RepeatingBendingProcessNew"/>
    <dgm:cxn modelId="{2C0C45DD-DF7C-0D4D-867C-29CBD0AFDE8D}" type="presParOf" srcId="{E697ED5F-1B44-4441-910B-9D8A75160A08}" destId="{0F310ABA-055E-F145-8778-BC0FB1467B31}" srcOrd="2"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dgm:spPr>
        <a:solidFill>
          <a:schemeClr val="accent5"/>
        </a:solidFill>
      </dgm:spPr>
      <dgm:t>
        <a:bodyPr rtlCol="1"/>
        <a:lstStyle/>
        <a:p>
          <a:pPr rtl="1">
            <a:lnSpc>
              <a:spcPct val="100000"/>
            </a:lnSpc>
          </a:pPr>
          <a:r>
            <a:rPr lang="ar">
              <a:latin typeface="Times New Roman" panose="02020603050405020304" pitchFamily="18" charset="0"/>
              <a:cs typeface="Times New Roman" panose="02020603050405020304" pitchFamily="18" charset="0"/>
            </a:rPr>
            <a:t>د1 خطة العمل التجاري</a:t>
          </a:r>
          <a:endParaRPr lang="en-US" b="0">
            <a:latin typeface="Times New Roman" panose="02020603050405020304" pitchFamily="18" charset="0"/>
            <a:cs typeface="Times New Roman" panose="02020603050405020304" pitchFamily="18" charset="0"/>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dgm:spPr/>
      <dgm:t>
        <a:bodyPr rtlCol="1"/>
        <a:lstStyle/>
        <a:p>
          <a:pPr rtl="1">
            <a:lnSpc>
              <a:spcPct val="100000"/>
            </a:lnSpc>
          </a:pPr>
          <a:r>
            <a:rPr lang="ar">
              <a:latin typeface="Times New Roman" panose="02020603050405020304" pitchFamily="18" charset="0"/>
              <a:cs typeface="Times New Roman" panose="02020603050405020304" pitchFamily="18" charset="0"/>
            </a:rPr>
            <a:t>د2 التسويق والمبيعات</a:t>
          </a:r>
          <a:endParaRPr lang="en-US" b="0">
            <a:latin typeface="Times New Roman" panose="02020603050405020304" pitchFamily="18" charset="0"/>
            <a:cs typeface="Times New Roman" panose="02020603050405020304" pitchFamily="18" charset="0"/>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52968F88-400B-174F-BDB6-BBF0DB8511A5}">
      <dgm:prSet/>
      <dgm:spPr/>
      <dgm:t>
        <a:bodyPr rtlCol="1"/>
        <a:lstStyle/>
        <a:p>
          <a:pPr rtl="1">
            <a:lnSpc>
              <a:spcPct val="100000"/>
            </a:lnSpc>
          </a:pPr>
          <a:r>
            <a:rPr lang="ar" b="1" dirty="0">
              <a:latin typeface="Times New Roman" panose="02020603050405020304" pitchFamily="18" charset="0"/>
              <a:cs typeface="Times New Roman" panose="02020603050405020304" pitchFamily="18" charset="0"/>
            </a:rPr>
            <a:t>مجالات المحتوى الرئيسة</a:t>
          </a:r>
          <a:endParaRPr lang="en-US" b="1" dirty="0">
            <a:latin typeface="Times New Roman" panose="02020603050405020304" pitchFamily="18" charset="0"/>
            <a:cs typeface="Times New Roman" panose="02020603050405020304" pitchFamily="18" charset="0"/>
          </a:endParaRPr>
        </a:p>
      </dgm:t>
    </dgm:pt>
    <dgm:pt modelId="{7ADB110D-0D55-5546-922D-F3A6F954F482}" type="parTrans" cxnId="{91BC1A53-D125-8B49-98FE-F1D2120E33F7}">
      <dgm:prSet/>
      <dgm:spPr/>
      <dgm:t>
        <a:bodyPr rtlCol="1"/>
        <a:lstStyle/>
        <a:p>
          <a:pPr rtl="1"/>
          <a:endParaRPr lang="en-GB"/>
        </a:p>
      </dgm:t>
    </dgm:pt>
    <dgm:pt modelId="{57F561BD-EB30-5F4A-AF80-6D264356F11C}" type="sibTrans" cxnId="{91BC1A53-D125-8B49-98FE-F1D2120E33F7}">
      <dgm:prSet/>
      <dgm:spPr/>
      <dgm:t>
        <a:bodyPr rtlCol="1"/>
        <a:lstStyle/>
        <a:p>
          <a:pPr rtl="1"/>
          <a:endParaRPr lang="en-GB"/>
        </a:p>
      </dgm:t>
    </dgm:pt>
    <dgm:pt modelId="{F0F0B2CC-7B49-5147-8653-7F054FD9EEB0}">
      <dgm:prSet/>
      <dgm:spPr/>
      <dgm:t>
        <a:bodyPr rtlCol="1"/>
        <a:lstStyle/>
        <a:p>
          <a:pPr rtl="1">
            <a:lnSpc>
              <a:spcPct val="100000"/>
            </a:lnSpc>
          </a:pPr>
          <a:r>
            <a:rPr lang="ar">
              <a:latin typeface="Times New Roman" panose="02020603050405020304" pitchFamily="18" charset="0"/>
              <a:cs typeface="Times New Roman" panose="02020603050405020304" pitchFamily="18" charset="0"/>
            </a:rPr>
            <a:t>د3 خطة التسويق</a:t>
          </a:r>
        </a:p>
      </dgm:t>
    </dgm:pt>
    <dgm:pt modelId="{6E6A0337-0D45-F545-90BC-97F846F19961}" type="parTrans" cxnId="{6003A081-3042-A54F-97FA-C404564AEA3E}">
      <dgm:prSet/>
      <dgm:spPr/>
      <dgm:t>
        <a:bodyPr rtlCol="1"/>
        <a:lstStyle/>
        <a:p>
          <a:pPr rtl="1"/>
          <a:endParaRPr lang="en-GB"/>
        </a:p>
      </dgm:t>
    </dgm:pt>
    <dgm:pt modelId="{6751C7E2-01F9-5240-8AAC-BF0C33F4BDFC}" type="sibTrans" cxnId="{6003A081-3042-A54F-97FA-C404564AEA3E}">
      <dgm:prSet/>
      <dgm:spPr/>
      <dgm:t>
        <a:bodyPr rtlCol="1"/>
        <a:lstStyle/>
        <a:p>
          <a:pPr rtl="1"/>
          <a:endParaRPr lang="en-GB"/>
        </a:p>
      </dgm:t>
    </dgm:pt>
    <dgm:pt modelId="{863AB74E-3625-45B1-8EEF-82074F2886A5}" type="pres">
      <dgm:prSet presAssocID="{273F4FFB-BF9F-4EE8-B58E-FFED8E01943B}" presName="root" presStyleCnt="0">
        <dgm:presLayoutVars>
          <dgm:dir/>
          <dgm:resizeHandles val="exact"/>
        </dgm:presLayoutVars>
      </dgm:prSet>
      <dgm:spPr/>
    </dgm:pt>
    <dgm:pt modelId="{DBA91AB4-0F8C-4E02-A259-591E230C10CE}" type="pres">
      <dgm:prSet presAssocID="{52968F88-400B-174F-BDB6-BBF0DB8511A5}" presName="compNode" presStyleCnt="0"/>
      <dgm:spPr/>
    </dgm:pt>
    <dgm:pt modelId="{D9198611-7235-4BB4-BB31-D216AABCC317}" type="pres">
      <dgm:prSet presAssocID="{52968F88-400B-174F-BDB6-BBF0DB8511A5}" presName="bgRect" presStyleLbl="bgShp" presStyleIdx="0" presStyleCnt="4"/>
      <dgm:spPr>
        <a:solidFill>
          <a:schemeClr val="accent6">
            <a:lumMod val="20000"/>
            <a:lumOff val="80000"/>
          </a:schemeClr>
        </a:solidFill>
      </dgm:spPr>
    </dgm:pt>
    <dgm:pt modelId="{E2776590-B244-4374-8BBB-C0658B713B0F}" type="pres">
      <dgm:prSet presAssocID="{52968F88-400B-174F-BDB6-BBF0DB8511A5}" presName="iconRect" presStyleLbl="node1" presStyleIdx="0" presStyleCnt="4" custLinFactX="300000" custLinFactNeighborX="388229"/>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4F50E5B-51DC-46C4-B36B-184882E0313F}" type="pres">
      <dgm:prSet presAssocID="{52968F88-400B-174F-BDB6-BBF0DB8511A5}" presName="spaceRect" presStyleCnt="0"/>
      <dgm:spPr/>
    </dgm:pt>
    <dgm:pt modelId="{33EEE30D-ABB2-471B-872D-A85FEFC192CD}" type="pres">
      <dgm:prSet presAssocID="{52968F88-400B-174F-BDB6-BBF0DB8511A5}" presName="parTx" presStyleLbl="revTx" presStyleIdx="0" presStyleCnt="4" custLinFactNeighborX="-31051">
        <dgm:presLayoutVars>
          <dgm:chMax val="0"/>
          <dgm:chPref val="0"/>
        </dgm:presLayoutVars>
      </dgm:prSet>
      <dgm:spPr/>
    </dgm:pt>
    <dgm:pt modelId="{68E1EC49-CCBB-4CA9-9876-8B6D2D3C9943}" type="pres">
      <dgm:prSet presAssocID="{57F561BD-EB30-5F4A-AF80-6D264356F11C}" presName="sibTrans" presStyleCnt="0"/>
      <dgm:spPr/>
    </dgm:pt>
    <dgm:pt modelId="{49459B3E-5676-4676-8856-8E627AB3FB07}" type="pres">
      <dgm:prSet presAssocID="{5FE25653-A7BA-47FB-8073-2B4FA7940492}" presName="compNode" presStyleCnt="0"/>
      <dgm:spPr/>
    </dgm:pt>
    <dgm:pt modelId="{CFBCFFB1-6659-4D2F-B414-B2122CCC09F7}" type="pres">
      <dgm:prSet presAssocID="{5FE25653-A7BA-47FB-8073-2B4FA7940492}" presName="bgRect" presStyleLbl="bgShp" presStyleIdx="1" presStyleCnt="4"/>
      <dgm:spPr>
        <a:solidFill>
          <a:schemeClr val="accent5"/>
        </a:solidFill>
      </dgm:spPr>
    </dgm:pt>
    <dgm:pt modelId="{E4205DB3-070F-4243-94BB-88B6A8D354CE}" type="pres">
      <dgm:prSet presAssocID="{5FE25653-A7BA-47FB-8073-2B4FA7940492}" presName="iconRect" presStyleLbl="node1" presStyleIdx="1" presStyleCnt="4" custLinFactX="300000" custLinFactNeighborX="388229"/>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agnifying glass with solid fill"/>
        </a:ext>
      </dgm:extLst>
    </dgm:pt>
    <dgm:pt modelId="{8B2FF412-4138-4381-900E-74C0FA3A2EB7}" type="pres">
      <dgm:prSet presAssocID="{5FE25653-A7BA-47FB-8073-2B4FA7940492}" presName="spaceRect" presStyleCnt="0"/>
      <dgm:spPr/>
    </dgm:pt>
    <dgm:pt modelId="{7262A4DF-EEB9-409B-BC1D-1F45D0A27FDC}" type="pres">
      <dgm:prSet presAssocID="{5FE25653-A7BA-47FB-8073-2B4FA7940492}" presName="parTx" presStyleLbl="revTx" presStyleIdx="1" presStyleCnt="4" custLinFactNeighborX="-31051">
        <dgm:presLayoutVars>
          <dgm:chMax val="0"/>
          <dgm:chPref val="0"/>
        </dgm:presLayoutVars>
      </dgm:prSet>
      <dgm:spPr/>
    </dgm:pt>
    <dgm:pt modelId="{46069B57-539B-486A-8A71-7E2ED541BEDA}" type="pres">
      <dgm:prSet presAssocID="{FD9ABB40-9682-4D97-B80C-F7F64D08F683}" presName="sibTrans" presStyleCnt="0"/>
      <dgm:spPr/>
    </dgm:pt>
    <dgm:pt modelId="{23EDF490-3A71-456F-8C5A-5A1A29AFF28C}" type="pres">
      <dgm:prSet presAssocID="{CCCABDE4-D42F-4A79-80D9-607472E8A4AF}" presName="compNode" presStyleCnt="0"/>
      <dgm:spPr/>
    </dgm:pt>
    <dgm:pt modelId="{2797CF68-E5BF-41A3-ABCF-8E79F0896476}" type="pres">
      <dgm:prSet presAssocID="{CCCABDE4-D42F-4A79-80D9-607472E8A4AF}" presName="bgRect" presStyleLbl="bgShp" presStyleIdx="2" presStyleCnt="4"/>
      <dgm:spPr>
        <a:solidFill>
          <a:schemeClr val="accent6">
            <a:lumMod val="20000"/>
            <a:lumOff val="80000"/>
          </a:schemeClr>
        </a:solidFill>
      </dgm:spPr>
    </dgm:pt>
    <dgm:pt modelId="{53052375-894A-423B-8CC9-89FA86F3D286}" type="pres">
      <dgm:prSet presAssocID="{CCCABDE4-D42F-4A79-80D9-607472E8A4AF}" presName="iconRect" presStyleLbl="node1" presStyleIdx="2" presStyleCnt="4" custLinFactX="300000" custLinFactNeighborX="388229"/>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097FB52C-EEAE-4FA8-86A6-1EEB37BFEDC3}" type="pres">
      <dgm:prSet presAssocID="{CCCABDE4-D42F-4A79-80D9-607472E8A4AF}" presName="spaceRect" presStyleCnt="0"/>
      <dgm:spPr/>
    </dgm:pt>
    <dgm:pt modelId="{854AA2ED-FFEE-4717-8F97-F43CEB41CECA}" type="pres">
      <dgm:prSet presAssocID="{CCCABDE4-D42F-4A79-80D9-607472E8A4AF}" presName="parTx" presStyleLbl="revTx" presStyleIdx="2" presStyleCnt="4" custLinFactNeighborX="-31051">
        <dgm:presLayoutVars>
          <dgm:chMax val="0"/>
          <dgm:chPref val="0"/>
        </dgm:presLayoutVars>
      </dgm:prSet>
      <dgm:spPr/>
    </dgm:pt>
    <dgm:pt modelId="{D8F0C14F-8347-0343-9E5E-554A702627BD}" type="pres">
      <dgm:prSet presAssocID="{F2E7893A-50A6-440B-AD9A-267ED4D45C29}" presName="sibTrans" presStyleCnt="0"/>
      <dgm:spPr/>
    </dgm:pt>
    <dgm:pt modelId="{D658358A-9AFD-D948-BBA7-590ADE91D654}" type="pres">
      <dgm:prSet presAssocID="{F0F0B2CC-7B49-5147-8653-7F054FD9EEB0}" presName="compNode" presStyleCnt="0"/>
      <dgm:spPr/>
    </dgm:pt>
    <dgm:pt modelId="{E4A96803-B9E9-824B-A3EB-1BC8E1600677}" type="pres">
      <dgm:prSet presAssocID="{F0F0B2CC-7B49-5147-8653-7F054FD9EEB0}" presName="bgRect" presStyleLbl="bgShp" presStyleIdx="3" presStyleCnt="4"/>
      <dgm:spPr>
        <a:solidFill>
          <a:schemeClr val="accent5"/>
        </a:solidFill>
      </dgm:spPr>
    </dgm:pt>
    <dgm:pt modelId="{89DA49A5-5604-3842-A57D-17849C2A32EF}" type="pres">
      <dgm:prSet presAssocID="{F0F0B2CC-7B49-5147-8653-7F054FD9EEB0}" presName="iconRect" presStyleLbl="node1" presStyleIdx="3" presStyleCnt="4" custLinFactX="300000" custLinFactNeighborX="388229"/>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ocument with solid fill"/>
        </a:ext>
      </dgm:extLst>
    </dgm:pt>
    <dgm:pt modelId="{09E8AB8B-4018-174A-8D4B-65AD1B8EB5C6}" type="pres">
      <dgm:prSet presAssocID="{F0F0B2CC-7B49-5147-8653-7F054FD9EEB0}" presName="spaceRect" presStyleCnt="0"/>
      <dgm:spPr/>
    </dgm:pt>
    <dgm:pt modelId="{6646F3F4-A7FE-4A48-A0D1-30A517D1CAC6}" type="pres">
      <dgm:prSet presAssocID="{F0F0B2CC-7B49-5147-8653-7F054FD9EEB0}" presName="parTx" presStyleLbl="revTx" presStyleIdx="3" presStyleCnt="4" custLinFactNeighborX="-31051">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BCCD8A38-88D4-DF47-9E26-DC3BF613AF4E}" type="presOf" srcId="{52968F88-400B-174F-BDB6-BBF0DB8511A5}" destId="{33EEE30D-ABB2-471B-872D-A85FEFC192CD}" srcOrd="0" destOrd="0" presId="urn:microsoft.com/office/officeart/2018/2/layout/IconVerticalSolidList"/>
    <dgm:cxn modelId="{91BC1A53-D125-8B49-98FE-F1D2120E33F7}" srcId="{273F4FFB-BF9F-4EE8-B58E-FFED8E01943B}" destId="{52968F88-400B-174F-BDB6-BBF0DB8511A5}" srcOrd="0" destOrd="0" parTransId="{7ADB110D-0D55-5546-922D-F3A6F954F482}" sibTransId="{57F561BD-EB30-5F4A-AF80-6D264356F11C}"/>
    <dgm:cxn modelId="{1154BE59-1B58-418C-9504-EC0D688BA33C}" srcId="{273F4FFB-BF9F-4EE8-B58E-FFED8E01943B}" destId="{CCCABDE4-D42F-4A79-80D9-607472E8A4AF}" srcOrd="2" destOrd="0" parTransId="{EAAD90EE-0E21-4401-A75A-1643B5084443}" sibTransId="{F2E7893A-50A6-440B-AD9A-267ED4D45C29}"/>
    <dgm:cxn modelId="{6003A081-3042-A54F-97FA-C404564AEA3E}" srcId="{273F4FFB-BF9F-4EE8-B58E-FFED8E01943B}" destId="{F0F0B2CC-7B49-5147-8653-7F054FD9EEB0}" srcOrd="3" destOrd="0" parTransId="{6E6A0337-0D45-F545-90BC-97F846F19961}" sibTransId="{6751C7E2-01F9-5240-8AAC-BF0C33F4BDFC}"/>
    <dgm:cxn modelId="{39A06588-161C-2E4E-BA4F-48E34227CEC5}" type="presOf" srcId="{CCCABDE4-D42F-4A79-80D9-607472E8A4AF}" destId="{854AA2ED-FFEE-4717-8F97-F43CEB41CECA}" srcOrd="0" destOrd="0" presId="urn:microsoft.com/office/officeart/2018/2/layout/IconVerticalSolidList"/>
    <dgm:cxn modelId="{9ED38C8E-F6AD-9E4E-9B04-2A512E3A8839}" type="presOf" srcId="{F0F0B2CC-7B49-5147-8653-7F054FD9EEB0}" destId="{6646F3F4-A7FE-4A48-A0D1-30A517D1CAC6}" srcOrd="0" destOrd="0" presId="urn:microsoft.com/office/officeart/2018/2/layout/IconVerticalSolidList"/>
    <dgm:cxn modelId="{6ADADCB9-6218-C54C-8EE6-DFB45CC10C47}" type="presOf" srcId="{273F4FFB-BF9F-4EE8-B58E-FFED8E01943B}" destId="{863AB74E-3625-45B1-8EEF-82074F2886A5}" srcOrd="0" destOrd="0" presId="urn:microsoft.com/office/officeart/2018/2/layout/IconVerticalSolidList"/>
    <dgm:cxn modelId="{D02F91F2-4EB5-D841-8294-20EC321709E7}" type="presOf" srcId="{5FE25653-A7BA-47FB-8073-2B4FA7940492}" destId="{7262A4DF-EEB9-409B-BC1D-1F45D0A27FDC}" srcOrd="0" destOrd="0" presId="urn:microsoft.com/office/officeart/2018/2/layout/IconVerticalSolidList"/>
    <dgm:cxn modelId="{CDFF1C99-170E-6048-B43E-E419E890FA59}" type="presParOf" srcId="{863AB74E-3625-45B1-8EEF-82074F2886A5}" destId="{DBA91AB4-0F8C-4E02-A259-591E230C10CE}" srcOrd="0" destOrd="0" presId="urn:microsoft.com/office/officeart/2018/2/layout/IconVerticalSolidList"/>
    <dgm:cxn modelId="{76D4E39F-B1A6-DA49-A0FE-1E247E89A80D}" type="presParOf" srcId="{DBA91AB4-0F8C-4E02-A259-591E230C10CE}" destId="{D9198611-7235-4BB4-BB31-D216AABCC317}" srcOrd="0" destOrd="0" presId="urn:microsoft.com/office/officeart/2018/2/layout/IconVerticalSolidList"/>
    <dgm:cxn modelId="{A97109A0-EDCF-8D48-B356-91204481D6B1}" type="presParOf" srcId="{DBA91AB4-0F8C-4E02-A259-591E230C10CE}" destId="{E2776590-B244-4374-8BBB-C0658B713B0F}" srcOrd="1" destOrd="0" presId="urn:microsoft.com/office/officeart/2018/2/layout/IconVerticalSolidList"/>
    <dgm:cxn modelId="{B0CDB994-EBD6-1646-9E0B-EC642784ABFF}" type="presParOf" srcId="{DBA91AB4-0F8C-4E02-A259-591E230C10CE}" destId="{D4F50E5B-51DC-46C4-B36B-184882E0313F}" srcOrd="2" destOrd="0" presId="urn:microsoft.com/office/officeart/2018/2/layout/IconVerticalSolidList"/>
    <dgm:cxn modelId="{2B9C9D85-1143-E54D-A0F8-4CBC3CDAEE00}" type="presParOf" srcId="{DBA91AB4-0F8C-4E02-A259-591E230C10CE}" destId="{33EEE30D-ABB2-471B-872D-A85FEFC192CD}" srcOrd="3" destOrd="0" presId="urn:microsoft.com/office/officeart/2018/2/layout/IconVerticalSolidList"/>
    <dgm:cxn modelId="{6F8D95CA-EB15-CA4F-B65A-32B42D1EE37A}" type="presParOf" srcId="{863AB74E-3625-45B1-8EEF-82074F2886A5}" destId="{68E1EC49-CCBB-4CA9-9876-8B6D2D3C9943}" srcOrd="1" destOrd="0" presId="urn:microsoft.com/office/officeart/2018/2/layout/IconVerticalSolidList"/>
    <dgm:cxn modelId="{9CE936D1-E24F-D643-8ADB-6F6139BD888E}" type="presParOf" srcId="{863AB74E-3625-45B1-8EEF-82074F2886A5}" destId="{49459B3E-5676-4676-8856-8E627AB3FB07}" srcOrd="2" destOrd="0" presId="urn:microsoft.com/office/officeart/2018/2/layout/IconVerticalSolidList"/>
    <dgm:cxn modelId="{08A3C282-5B89-9F44-8F82-46A3AB76C8BB}" type="presParOf" srcId="{49459B3E-5676-4676-8856-8E627AB3FB07}" destId="{CFBCFFB1-6659-4D2F-B414-B2122CCC09F7}" srcOrd="0" destOrd="0" presId="urn:microsoft.com/office/officeart/2018/2/layout/IconVerticalSolidList"/>
    <dgm:cxn modelId="{9F85E871-36AF-6C48-85A4-1F22948B4ADC}" type="presParOf" srcId="{49459B3E-5676-4676-8856-8E627AB3FB07}" destId="{E4205DB3-070F-4243-94BB-88B6A8D354CE}" srcOrd="1" destOrd="0" presId="urn:microsoft.com/office/officeart/2018/2/layout/IconVerticalSolidList"/>
    <dgm:cxn modelId="{5D200912-D726-F94A-851F-EB26BDC10213}" type="presParOf" srcId="{49459B3E-5676-4676-8856-8E627AB3FB07}" destId="{8B2FF412-4138-4381-900E-74C0FA3A2EB7}" srcOrd="2" destOrd="0" presId="urn:microsoft.com/office/officeart/2018/2/layout/IconVerticalSolidList"/>
    <dgm:cxn modelId="{35B00E79-93CE-444B-B463-B53E3C44D509}" type="presParOf" srcId="{49459B3E-5676-4676-8856-8E627AB3FB07}" destId="{7262A4DF-EEB9-409B-BC1D-1F45D0A27FDC}" srcOrd="3" destOrd="0" presId="urn:microsoft.com/office/officeart/2018/2/layout/IconVerticalSolidList"/>
    <dgm:cxn modelId="{C347EBDB-FAF8-8C40-A499-42DDD2C1BFEE}" type="presParOf" srcId="{863AB74E-3625-45B1-8EEF-82074F2886A5}" destId="{46069B57-539B-486A-8A71-7E2ED541BEDA}" srcOrd="3" destOrd="0" presId="urn:microsoft.com/office/officeart/2018/2/layout/IconVerticalSolidList"/>
    <dgm:cxn modelId="{A328B44A-C928-8445-96C1-38C0B8C4C6A9}" type="presParOf" srcId="{863AB74E-3625-45B1-8EEF-82074F2886A5}" destId="{23EDF490-3A71-456F-8C5A-5A1A29AFF28C}" srcOrd="4" destOrd="0" presId="urn:microsoft.com/office/officeart/2018/2/layout/IconVerticalSolidList"/>
    <dgm:cxn modelId="{B3AF0508-B93E-CE48-A443-E4C3AE614934}" type="presParOf" srcId="{23EDF490-3A71-456F-8C5A-5A1A29AFF28C}" destId="{2797CF68-E5BF-41A3-ABCF-8E79F0896476}" srcOrd="0" destOrd="0" presId="urn:microsoft.com/office/officeart/2018/2/layout/IconVerticalSolidList"/>
    <dgm:cxn modelId="{C5B1FED2-68D3-5946-8100-9382EAE3EA20}" type="presParOf" srcId="{23EDF490-3A71-456F-8C5A-5A1A29AFF28C}" destId="{53052375-894A-423B-8CC9-89FA86F3D286}" srcOrd="1" destOrd="0" presId="urn:microsoft.com/office/officeart/2018/2/layout/IconVerticalSolidList"/>
    <dgm:cxn modelId="{FE176165-E2F8-2F4A-86D7-091F787C496A}" type="presParOf" srcId="{23EDF490-3A71-456F-8C5A-5A1A29AFF28C}" destId="{097FB52C-EEAE-4FA8-86A6-1EEB37BFEDC3}" srcOrd="2" destOrd="0" presId="urn:microsoft.com/office/officeart/2018/2/layout/IconVerticalSolidList"/>
    <dgm:cxn modelId="{7CB52128-92A3-C748-B47D-229265C94B61}" type="presParOf" srcId="{23EDF490-3A71-456F-8C5A-5A1A29AFF28C}" destId="{854AA2ED-FFEE-4717-8F97-F43CEB41CECA}" srcOrd="3" destOrd="0" presId="urn:microsoft.com/office/officeart/2018/2/layout/IconVerticalSolidList"/>
    <dgm:cxn modelId="{9793B0B4-C99A-DA42-AC44-C79A860D97D8}" type="presParOf" srcId="{863AB74E-3625-45B1-8EEF-82074F2886A5}" destId="{D8F0C14F-8347-0343-9E5E-554A702627BD}" srcOrd="5" destOrd="0" presId="urn:microsoft.com/office/officeart/2018/2/layout/IconVerticalSolidList"/>
    <dgm:cxn modelId="{0D6D88D2-44DC-5D4A-A435-2C4B8BCCCCED}" type="presParOf" srcId="{863AB74E-3625-45B1-8EEF-82074F2886A5}" destId="{D658358A-9AFD-D948-BBA7-590ADE91D654}" srcOrd="6" destOrd="0" presId="urn:microsoft.com/office/officeart/2018/2/layout/IconVerticalSolidList"/>
    <dgm:cxn modelId="{283434F4-E14D-2E43-B6BD-6FAD66F3F0D9}" type="presParOf" srcId="{D658358A-9AFD-D948-BBA7-590ADE91D654}" destId="{E4A96803-B9E9-824B-A3EB-1BC8E1600677}" srcOrd="0" destOrd="0" presId="urn:microsoft.com/office/officeart/2018/2/layout/IconVerticalSolidList"/>
    <dgm:cxn modelId="{26C42D7A-E4AA-754C-ADE7-5AE440742C0C}" type="presParOf" srcId="{D658358A-9AFD-D948-BBA7-590ADE91D654}" destId="{89DA49A5-5604-3842-A57D-17849C2A32EF}" srcOrd="1" destOrd="0" presId="urn:microsoft.com/office/officeart/2018/2/layout/IconVerticalSolidList"/>
    <dgm:cxn modelId="{6DD800C0-7E49-E448-A9D6-560B893F04CB}" type="presParOf" srcId="{D658358A-9AFD-D948-BBA7-590ADE91D654}" destId="{09E8AB8B-4018-174A-8D4B-65AD1B8EB5C6}" srcOrd="2" destOrd="0" presId="urn:microsoft.com/office/officeart/2018/2/layout/IconVerticalSolidList"/>
    <dgm:cxn modelId="{01605177-B391-2A4D-B975-136B9D0097D4}" type="presParOf" srcId="{D658358A-9AFD-D948-BBA7-590ADE91D654}" destId="{6646F3F4-A7FE-4A48-A0D1-30A517D1CAC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8F11EDE-042F-4324-888D-CFA8F43BC213}" type="doc">
      <dgm:prSet loTypeId="urn:microsoft.com/office/officeart/2008/layout/LinedList" loCatId="list" qsTypeId="urn:microsoft.com/office/officeart/2005/8/quickstyle/simple5" qsCatId="simple" csTypeId="urn:microsoft.com/office/officeart/2005/8/colors/accent2_2" csCatId="accent2"/>
      <dgm:spPr/>
      <dgm:t>
        <a:bodyPr rtlCol="1"/>
        <a:lstStyle/>
        <a:p>
          <a:pPr rtl="1"/>
          <a:endParaRPr lang="en-US"/>
        </a:p>
      </dgm:t>
    </dgm:pt>
    <dgm:pt modelId="{A612A080-4A8F-4C71-AD59-BBD3C29E357C}">
      <dgm:prSet/>
      <dgm:spPr/>
      <dgm:t>
        <a:bodyPr rtlCol="1"/>
        <a:lstStyle/>
        <a:p>
          <a:pPr rtl="1"/>
          <a:r>
            <a:rPr lang="ar" dirty="0">
              <a:latin typeface="Times New Roman" panose="02020603050405020304" pitchFamily="18" charset="0"/>
              <a:cs typeface="Times New Roman" panose="02020603050405020304" pitchFamily="18" charset="0"/>
            </a:rPr>
            <a:t>o الأساس المنطقي للمشروع وفكرته.</a:t>
          </a:r>
          <a:endParaRPr lang="en-US" dirty="0">
            <a:latin typeface="Times New Roman" panose="02020603050405020304" pitchFamily="18" charset="0"/>
            <a:cs typeface="Times New Roman" panose="02020603050405020304" pitchFamily="18" charset="0"/>
          </a:endParaRPr>
        </a:p>
      </dgm:t>
    </dgm:pt>
    <dgm:pt modelId="{0F82ABA1-6F33-4875-AC57-FC4F574B858D}" type="parTrans" cxnId="{BC4C416D-64CA-4CED-95E7-7E4C7CB9EC4C}">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5E8903BD-556E-41BF-B489-8705818F3D5F}" type="sibTrans" cxnId="{BC4C416D-64CA-4CED-95E7-7E4C7CB9EC4C}">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725680CA-1E97-4834-9087-75A192BDDA8C}">
      <dgm:prSet/>
      <dgm:spPr/>
      <dgm:t>
        <a:bodyPr rtlCol="1"/>
        <a:lstStyle/>
        <a:p>
          <a:pPr rtl="1"/>
          <a:r>
            <a:rPr lang="ar">
              <a:latin typeface="Times New Roman" panose="02020603050405020304" pitchFamily="18" charset="0"/>
              <a:cs typeface="Times New Roman" panose="02020603050405020304" pitchFamily="18" charset="0"/>
            </a:rPr>
            <a:t>o الأهداف العامة للمؤسسة.</a:t>
          </a:r>
          <a:endParaRPr lang="en-US">
            <a:latin typeface="Times New Roman" panose="02020603050405020304" pitchFamily="18" charset="0"/>
            <a:cs typeface="Times New Roman" panose="02020603050405020304" pitchFamily="18" charset="0"/>
          </a:endParaRPr>
        </a:p>
      </dgm:t>
    </dgm:pt>
    <dgm:pt modelId="{57001196-B436-4956-AE39-99A966B8F3FD}" type="parTrans" cxnId="{8E0EC964-494B-414A-B259-1240D3D9A73D}">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B576F2FF-9F69-404B-984C-512728D76535}" type="sibTrans" cxnId="{8E0EC964-494B-414A-B259-1240D3D9A73D}">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A916DCCD-55B4-425F-888E-88D05E87E5E9}">
      <dgm:prSet/>
      <dgm:spPr/>
      <dgm:t>
        <a:bodyPr rtlCol="1"/>
        <a:lstStyle/>
        <a:p>
          <a:pPr rtl="1"/>
          <a:r>
            <a:rPr lang="ar">
              <a:latin typeface="Times New Roman" panose="02020603050405020304" pitchFamily="18" charset="0"/>
              <a:cs typeface="Times New Roman" panose="02020603050405020304" pitchFamily="18" charset="0"/>
            </a:rPr>
            <a:t>o الأهداف المرحلية للمؤسسة.</a:t>
          </a:r>
          <a:endParaRPr lang="en-US">
            <a:latin typeface="Times New Roman" panose="02020603050405020304" pitchFamily="18" charset="0"/>
            <a:cs typeface="Times New Roman" panose="02020603050405020304" pitchFamily="18" charset="0"/>
          </a:endParaRPr>
        </a:p>
      </dgm:t>
    </dgm:pt>
    <dgm:pt modelId="{98802643-8DA8-43C1-8C83-A7BEFDB0AC05}" type="parTrans" cxnId="{FCC9A720-46F9-4EBB-BCC3-0C0556B8F4E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813FF9ED-B677-450F-A1A4-E1AF5032EFC8}" type="sibTrans" cxnId="{FCC9A720-46F9-4EBB-BCC3-0C0556B8F4E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6D09A75A-2FBD-4C85-9E99-29B927C259F9}">
      <dgm:prSet/>
      <dgm:spPr/>
      <dgm:t>
        <a:bodyPr rtlCol="1"/>
        <a:lstStyle/>
        <a:p>
          <a:pPr rtl="1"/>
          <a:r>
            <a:rPr lang="ar">
              <a:latin typeface="Times New Roman" panose="02020603050405020304" pitchFamily="18" charset="0"/>
              <a:cs typeface="Times New Roman" panose="02020603050405020304" pitchFamily="18" charset="0"/>
            </a:rPr>
            <a:t>o غايات المؤسسة.</a:t>
          </a:r>
          <a:endParaRPr lang="en-US">
            <a:latin typeface="Times New Roman" panose="02020603050405020304" pitchFamily="18" charset="0"/>
            <a:cs typeface="Times New Roman" panose="02020603050405020304" pitchFamily="18" charset="0"/>
          </a:endParaRPr>
        </a:p>
      </dgm:t>
    </dgm:pt>
    <dgm:pt modelId="{95F2B281-C6DF-4EE8-BC17-2A2B529DAAB3}" type="parTrans" cxnId="{1C573F75-2FE6-45F9-BEEB-2E2220738790}">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34AA599B-AC26-4092-93D7-CB67A325024D}" type="sibTrans" cxnId="{1C573F75-2FE6-45F9-BEEB-2E2220738790}">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3B8F5B91-0785-4688-AEA3-EF8F7AFDF492}">
      <dgm:prSet/>
      <dgm:spPr/>
      <dgm:t>
        <a:bodyPr rtlCol="1"/>
        <a:lstStyle/>
        <a:p>
          <a:pPr rtl="1"/>
          <a:r>
            <a:rPr lang="ar">
              <a:latin typeface="Times New Roman" panose="02020603050405020304" pitchFamily="18" charset="0"/>
              <a:cs typeface="Times New Roman" panose="02020603050405020304" pitchFamily="18" charset="0"/>
            </a:rPr>
            <a:t>o مؤشرات الأداء الرئيسة.</a:t>
          </a:r>
          <a:endParaRPr lang="en-US">
            <a:latin typeface="Times New Roman" panose="02020603050405020304" pitchFamily="18" charset="0"/>
            <a:cs typeface="Times New Roman" panose="02020603050405020304" pitchFamily="18" charset="0"/>
          </a:endParaRPr>
        </a:p>
      </dgm:t>
    </dgm:pt>
    <dgm:pt modelId="{D79F9523-E4D8-414E-A987-599077D7BE51}" type="parTrans" cxnId="{23586DA6-4BEE-42D5-A4CF-637946690A41}">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F0BCD4D7-DA82-4201-9446-29A6D803F3A9}" type="sibTrans" cxnId="{23586DA6-4BEE-42D5-A4CF-637946690A41}">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12D061C5-7044-45D3-86C2-12482800D156}">
      <dgm:prSet/>
      <dgm:spPr/>
      <dgm:t>
        <a:bodyPr rtlCol="1"/>
        <a:lstStyle/>
        <a:p>
          <a:pPr rtl="1"/>
          <a:r>
            <a:rPr lang="ar">
              <a:latin typeface="Times New Roman" panose="02020603050405020304" pitchFamily="18" charset="0"/>
              <a:cs typeface="Times New Roman" panose="02020603050405020304" pitchFamily="18" charset="0"/>
            </a:rPr>
            <a:t>o السوق المستهدف.</a:t>
          </a:r>
          <a:endParaRPr lang="en-US">
            <a:latin typeface="Times New Roman" panose="02020603050405020304" pitchFamily="18" charset="0"/>
            <a:cs typeface="Times New Roman" panose="02020603050405020304" pitchFamily="18" charset="0"/>
          </a:endParaRPr>
        </a:p>
      </dgm:t>
    </dgm:pt>
    <dgm:pt modelId="{325D08A4-8F71-4C5F-9DE8-BA503DA779E7}" type="parTrans" cxnId="{C271CB79-A5F3-4DB1-903F-675FA86A3BF1}">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81AF95B6-0237-49DF-AF3C-C57EE8D65E81}" type="sibTrans" cxnId="{C271CB79-A5F3-4DB1-903F-675FA86A3BF1}">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E369FAE7-09CB-4B7B-AD99-5B8A1C6D5C5B}">
      <dgm:prSet/>
      <dgm:spPr/>
      <dgm:t>
        <a:bodyPr rtlCol="1"/>
        <a:lstStyle/>
        <a:p>
          <a:pPr rtl="1"/>
          <a:r>
            <a:rPr lang="ar">
              <a:latin typeface="Times New Roman" panose="02020603050405020304" pitchFamily="18" charset="0"/>
              <a:cs typeface="Times New Roman" panose="02020603050405020304" pitchFamily="18" charset="0"/>
            </a:rPr>
            <a:t>o المنتجات والخدمات الموجهة للعملاء.</a:t>
          </a:r>
          <a:endParaRPr lang="en-US">
            <a:latin typeface="Times New Roman" panose="02020603050405020304" pitchFamily="18" charset="0"/>
            <a:cs typeface="Times New Roman" panose="02020603050405020304" pitchFamily="18" charset="0"/>
          </a:endParaRPr>
        </a:p>
      </dgm:t>
    </dgm:pt>
    <dgm:pt modelId="{950D869F-7B9C-405E-BAB8-74A756228595}" type="parTrans" cxnId="{F7003373-DA27-4262-B939-7771A6BE8212}">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334D49BE-2129-4FA6-978F-0FA1604E837C}" type="sibTrans" cxnId="{F7003373-DA27-4262-B939-7771A6BE8212}">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88829037-47F4-4DF2-88CA-89F6B04F14B2}">
      <dgm:prSet/>
      <dgm:spPr/>
      <dgm:t>
        <a:bodyPr rtlCol="1"/>
        <a:lstStyle/>
        <a:p>
          <a:pPr rtl="1"/>
          <a:r>
            <a:rPr lang="ar">
              <a:latin typeface="Times New Roman" panose="02020603050405020304" pitchFamily="18" charset="0"/>
              <a:cs typeface="Times New Roman" panose="02020603050405020304" pitchFamily="18" charset="0"/>
            </a:rPr>
            <a:t>o المبيعات وإستراتيجيات توسيع قاعدة العملاء.</a:t>
          </a:r>
          <a:endParaRPr lang="en-US">
            <a:latin typeface="Times New Roman" panose="02020603050405020304" pitchFamily="18" charset="0"/>
            <a:cs typeface="Times New Roman" panose="02020603050405020304" pitchFamily="18" charset="0"/>
          </a:endParaRPr>
        </a:p>
      </dgm:t>
    </dgm:pt>
    <dgm:pt modelId="{6FC544E9-40DF-4CEE-8E84-22D70B6A6072}" type="parTrans" cxnId="{5DA5A961-1269-430C-A1DA-29344A0229C1}">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E9A780E1-530D-4973-94A3-E88773FF61A0}" type="sibTrans" cxnId="{5DA5A961-1269-430C-A1DA-29344A0229C1}">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9D04ABE4-F647-40E3-9405-B28254049500}">
      <dgm:prSet/>
      <dgm:spPr/>
      <dgm:t>
        <a:bodyPr rtlCol="1"/>
        <a:lstStyle/>
        <a:p>
          <a:pPr rtl="1"/>
          <a:r>
            <a:rPr lang="ar">
              <a:latin typeface="Times New Roman" panose="02020603050405020304" pitchFamily="18" charset="0"/>
              <a:cs typeface="Times New Roman" panose="02020603050405020304" pitchFamily="18" charset="0"/>
            </a:rPr>
            <a:t>o النشاطات الداعمة لتحقيق أهداف العمل التجاري ونموه.</a:t>
          </a:r>
          <a:endParaRPr lang="en-US">
            <a:latin typeface="Times New Roman" panose="02020603050405020304" pitchFamily="18" charset="0"/>
            <a:cs typeface="Times New Roman" panose="02020603050405020304" pitchFamily="18" charset="0"/>
          </a:endParaRPr>
        </a:p>
      </dgm:t>
    </dgm:pt>
    <dgm:pt modelId="{31D49382-88F1-4EDC-833B-205935722B3A}" type="parTrans" cxnId="{8E40E5F1-0CFD-4DED-AC36-2F9C950B7D45}">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FBBC2E57-9666-4161-9C3D-601692D829C8}" type="sibTrans" cxnId="{8E40E5F1-0CFD-4DED-AC36-2F9C950B7D45}">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EC229185-740D-4EE0-A56E-1340122107D0}">
      <dgm:prSet/>
      <dgm:spPr/>
      <dgm:t>
        <a:bodyPr rtlCol="1"/>
        <a:lstStyle/>
        <a:p>
          <a:pPr rtl="1"/>
          <a:r>
            <a:rPr lang="ar">
              <a:latin typeface="Times New Roman" panose="02020603050405020304" pitchFamily="18" charset="0"/>
              <a:cs typeface="Times New Roman" panose="02020603050405020304" pitchFamily="18" charset="0"/>
            </a:rPr>
            <a:t>o نقطة البيع الفريد.</a:t>
          </a:r>
          <a:endParaRPr lang="en-US">
            <a:latin typeface="Times New Roman" panose="02020603050405020304" pitchFamily="18" charset="0"/>
            <a:cs typeface="Times New Roman" panose="02020603050405020304" pitchFamily="18" charset="0"/>
          </a:endParaRPr>
        </a:p>
      </dgm:t>
    </dgm:pt>
    <dgm:pt modelId="{97078BF3-3CC5-4BD3-9708-3760F919EFCD}" type="parTrans" cxnId="{8D683BF5-D347-4CA5-8584-258D4D004F4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107356EB-7B95-403B-B76D-2563FA640153}" type="sibTrans" cxnId="{8D683BF5-D347-4CA5-8584-258D4D004F4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25AF4656-E9B8-4199-8558-CB75547F83D3}">
      <dgm:prSet/>
      <dgm:spPr/>
      <dgm:t>
        <a:bodyPr rtlCol="1"/>
        <a:lstStyle/>
        <a:p>
          <a:pPr rtl="1"/>
          <a:r>
            <a:rPr lang="ar">
              <a:latin typeface="Times New Roman" panose="02020603050405020304" pitchFamily="18" charset="0"/>
              <a:cs typeface="Times New Roman" panose="02020603050405020304" pitchFamily="18" charset="0"/>
            </a:rPr>
            <a:t>o التدفق النقدي.</a:t>
          </a:r>
          <a:endParaRPr lang="en-US">
            <a:latin typeface="Times New Roman" panose="02020603050405020304" pitchFamily="18" charset="0"/>
            <a:cs typeface="Times New Roman" panose="02020603050405020304" pitchFamily="18" charset="0"/>
          </a:endParaRPr>
        </a:p>
      </dgm:t>
    </dgm:pt>
    <dgm:pt modelId="{63FFA325-9F50-4964-BCFA-A1AC53C3E099}" type="parTrans" cxnId="{BB66E0A8-5F5B-4F1B-8B67-3BEF128A2FB5}">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6A6FEF60-6409-462C-AE3E-D2CBBC27FD22}" type="sibTrans" cxnId="{BB66E0A8-5F5B-4F1B-8B67-3BEF128A2FB5}">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2077EF8B-B505-634B-ABE3-5FE2CE38CB84}" type="pres">
      <dgm:prSet presAssocID="{A8F11EDE-042F-4324-888D-CFA8F43BC213}" presName="vert0" presStyleCnt="0">
        <dgm:presLayoutVars>
          <dgm:dir/>
          <dgm:animOne val="branch"/>
          <dgm:animLvl val="lvl"/>
        </dgm:presLayoutVars>
      </dgm:prSet>
      <dgm:spPr/>
    </dgm:pt>
    <dgm:pt modelId="{635468A6-1858-AF4F-A0C5-5A9AF062709D}" type="pres">
      <dgm:prSet presAssocID="{A612A080-4A8F-4C71-AD59-BBD3C29E357C}" presName="thickLine" presStyleLbl="alignNode1" presStyleIdx="0" presStyleCnt="11"/>
      <dgm:spPr/>
    </dgm:pt>
    <dgm:pt modelId="{AA3474AA-6EFC-F749-BA46-7FC9CB1CCA40}" type="pres">
      <dgm:prSet presAssocID="{A612A080-4A8F-4C71-AD59-BBD3C29E357C}" presName="horz1" presStyleCnt="0"/>
      <dgm:spPr/>
    </dgm:pt>
    <dgm:pt modelId="{17C3F84D-45D2-9A47-94CB-1772FC9A57E5}" type="pres">
      <dgm:prSet presAssocID="{A612A080-4A8F-4C71-AD59-BBD3C29E357C}" presName="tx1" presStyleLbl="revTx" presStyleIdx="0" presStyleCnt="11"/>
      <dgm:spPr/>
    </dgm:pt>
    <dgm:pt modelId="{74D0D15A-BDDC-C844-B64E-8E299C7DFC7F}" type="pres">
      <dgm:prSet presAssocID="{A612A080-4A8F-4C71-AD59-BBD3C29E357C}" presName="vert1" presStyleCnt="0"/>
      <dgm:spPr/>
    </dgm:pt>
    <dgm:pt modelId="{DBF3B245-A5E0-9141-8BBE-8B0A21F2BCF5}" type="pres">
      <dgm:prSet presAssocID="{725680CA-1E97-4834-9087-75A192BDDA8C}" presName="thickLine" presStyleLbl="alignNode1" presStyleIdx="1" presStyleCnt="11"/>
      <dgm:spPr/>
    </dgm:pt>
    <dgm:pt modelId="{3B591F7C-1134-D14B-B45D-6FB077A09FBC}" type="pres">
      <dgm:prSet presAssocID="{725680CA-1E97-4834-9087-75A192BDDA8C}" presName="horz1" presStyleCnt="0"/>
      <dgm:spPr/>
    </dgm:pt>
    <dgm:pt modelId="{CE5485F8-EEA5-E349-92D7-7A32BC07B9BC}" type="pres">
      <dgm:prSet presAssocID="{725680CA-1E97-4834-9087-75A192BDDA8C}" presName="tx1" presStyleLbl="revTx" presStyleIdx="1" presStyleCnt="11"/>
      <dgm:spPr/>
    </dgm:pt>
    <dgm:pt modelId="{150381B6-DD64-344E-9113-F7DB887410B1}" type="pres">
      <dgm:prSet presAssocID="{725680CA-1E97-4834-9087-75A192BDDA8C}" presName="vert1" presStyleCnt="0"/>
      <dgm:spPr/>
    </dgm:pt>
    <dgm:pt modelId="{F823E0E8-C514-4245-8C32-197D938D2C27}" type="pres">
      <dgm:prSet presAssocID="{A916DCCD-55B4-425F-888E-88D05E87E5E9}" presName="thickLine" presStyleLbl="alignNode1" presStyleIdx="2" presStyleCnt="11"/>
      <dgm:spPr/>
    </dgm:pt>
    <dgm:pt modelId="{A9547B19-DCC4-504E-A037-7F558CC36C35}" type="pres">
      <dgm:prSet presAssocID="{A916DCCD-55B4-425F-888E-88D05E87E5E9}" presName="horz1" presStyleCnt="0"/>
      <dgm:spPr/>
    </dgm:pt>
    <dgm:pt modelId="{13CAC917-385B-1544-B3DD-E0DB6AD83B3D}" type="pres">
      <dgm:prSet presAssocID="{A916DCCD-55B4-425F-888E-88D05E87E5E9}" presName="tx1" presStyleLbl="revTx" presStyleIdx="2" presStyleCnt="11"/>
      <dgm:spPr/>
    </dgm:pt>
    <dgm:pt modelId="{573363E6-1CC0-DE46-9338-E318CFA2FB41}" type="pres">
      <dgm:prSet presAssocID="{A916DCCD-55B4-425F-888E-88D05E87E5E9}" presName="vert1" presStyleCnt="0"/>
      <dgm:spPr/>
    </dgm:pt>
    <dgm:pt modelId="{CE5E0037-D892-8242-95B7-DF5E4FEA56E6}" type="pres">
      <dgm:prSet presAssocID="{6D09A75A-2FBD-4C85-9E99-29B927C259F9}" presName="thickLine" presStyleLbl="alignNode1" presStyleIdx="3" presStyleCnt="11"/>
      <dgm:spPr/>
    </dgm:pt>
    <dgm:pt modelId="{B0093571-1D20-9C4E-B513-1ACC4700511D}" type="pres">
      <dgm:prSet presAssocID="{6D09A75A-2FBD-4C85-9E99-29B927C259F9}" presName="horz1" presStyleCnt="0"/>
      <dgm:spPr/>
    </dgm:pt>
    <dgm:pt modelId="{C5188D4E-31A9-7840-B5C5-D0F35030F869}" type="pres">
      <dgm:prSet presAssocID="{6D09A75A-2FBD-4C85-9E99-29B927C259F9}" presName="tx1" presStyleLbl="revTx" presStyleIdx="3" presStyleCnt="11"/>
      <dgm:spPr/>
    </dgm:pt>
    <dgm:pt modelId="{0CCABAE9-C438-574A-A8FB-432CE04636D6}" type="pres">
      <dgm:prSet presAssocID="{6D09A75A-2FBD-4C85-9E99-29B927C259F9}" presName="vert1" presStyleCnt="0"/>
      <dgm:spPr/>
    </dgm:pt>
    <dgm:pt modelId="{19903E5B-1F41-DA4E-81B1-41E6BECA7B07}" type="pres">
      <dgm:prSet presAssocID="{3B8F5B91-0785-4688-AEA3-EF8F7AFDF492}" presName="thickLine" presStyleLbl="alignNode1" presStyleIdx="4" presStyleCnt="11"/>
      <dgm:spPr/>
    </dgm:pt>
    <dgm:pt modelId="{B969E333-AB62-DA4F-B233-F05B19EF9C77}" type="pres">
      <dgm:prSet presAssocID="{3B8F5B91-0785-4688-AEA3-EF8F7AFDF492}" presName="horz1" presStyleCnt="0"/>
      <dgm:spPr/>
    </dgm:pt>
    <dgm:pt modelId="{23C2DA0D-7BEF-6040-8B2E-369A7A56E6D1}" type="pres">
      <dgm:prSet presAssocID="{3B8F5B91-0785-4688-AEA3-EF8F7AFDF492}" presName="tx1" presStyleLbl="revTx" presStyleIdx="4" presStyleCnt="11"/>
      <dgm:spPr/>
    </dgm:pt>
    <dgm:pt modelId="{49CA43C8-D808-8E4C-89E9-A2BAB6040B0B}" type="pres">
      <dgm:prSet presAssocID="{3B8F5B91-0785-4688-AEA3-EF8F7AFDF492}" presName="vert1" presStyleCnt="0"/>
      <dgm:spPr/>
    </dgm:pt>
    <dgm:pt modelId="{4D1794A3-80CE-2B41-B5EE-73C6B331793C}" type="pres">
      <dgm:prSet presAssocID="{12D061C5-7044-45D3-86C2-12482800D156}" presName="thickLine" presStyleLbl="alignNode1" presStyleIdx="5" presStyleCnt="11"/>
      <dgm:spPr/>
    </dgm:pt>
    <dgm:pt modelId="{5BF0E5D1-CBAB-C141-8EC2-2D933205E2A1}" type="pres">
      <dgm:prSet presAssocID="{12D061C5-7044-45D3-86C2-12482800D156}" presName="horz1" presStyleCnt="0"/>
      <dgm:spPr/>
    </dgm:pt>
    <dgm:pt modelId="{4605100E-DCD9-9C45-8E86-04D6E708E807}" type="pres">
      <dgm:prSet presAssocID="{12D061C5-7044-45D3-86C2-12482800D156}" presName="tx1" presStyleLbl="revTx" presStyleIdx="5" presStyleCnt="11"/>
      <dgm:spPr/>
    </dgm:pt>
    <dgm:pt modelId="{AA50F928-C62C-164F-86AC-E51A0C57DAA8}" type="pres">
      <dgm:prSet presAssocID="{12D061C5-7044-45D3-86C2-12482800D156}" presName="vert1" presStyleCnt="0"/>
      <dgm:spPr/>
    </dgm:pt>
    <dgm:pt modelId="{3BAB72B0-1D01-FE43-A9AE-0FD2E64DE150}" type="pres">
      <dgm:prSet presAssocID="{E369FAE7-09CB-4B7B-AD99-5B8A1C6D5C5B}" presName="thickLine" presStyleLbl="alignNode1" presStyleIdx="6" presStyleCnt="11"/>
      <dgm:spPr/>
    </dgm:pt>
    <dgm:pt modelId="{AFB5E9F7-02C2-9049-9429-67348B69F0CF}" type="pres">
      <dgm:prSet presAssocID="{E369FAE7-09CB-4B7B-AD99-5B8A1C6D5C5B}" presName="horz1" presStyleCnt="0"/>
      <dgm:spPr/>
    </dgm:pt>
    <dgm:pt modelId="{E977FED9-0080-E748-899B-326B7FBF6637}" type="pres">
      <dgm:prSet presAssocID="{E369FAE7-09CB-4B7B-AD99-5B8A1C6D5C5B}" presName="tx1" presStyleLbl="revTx" presStyleIdx="6" presStyleCnt="11"/>
      <dgm:spPr/>
    </dgm:pt>
    <dgm:pt modelId="{8B3A00CC-7925-9648-AEBB-672EC0653A00}" type="pres">
      <dgm:prSet presAssocID="{E369FAE7-09CB-4B7B-AD99-5B8A1C6D5C5B}" presName="vert1" presStyleCnt="0"/>
      <dgm:spPr/>
    </dgm:pt>
    <dgm:pt modelId="{AE82E7C3-52A2-844A-BEED-C19F0418AB19}" type="pres">
      <dgm:prSet presAssocID="{88829037-47F4-4DF2-88CA-89F6B04F14B2}" presName="thickLine" presStyleLbl="alignNode1" presStyleIdx="7" presStyleCnt="11"/>
      <dgm:spPr/>
    </dgm:pt>
    <dgm:pt modelId="{B7135CA8-277F-CD4C-B28F-0B02E03A41AC}" type="pres">
      <dgm:prSet presAssocID="{88829037-47F4-4DF2-88CA-89F6B04F14B2}" presName="horz1" presStyleCnt="0"/>
      <dgm:spPr/>
    </dgm:pt>
    <dgm:pt modelId="{1E849B37-8F03-FD47-A978-8872B6F17E6A}" type="pres">
      <dgm:prSet presAssocID="{88829037-47F4-4DF2-88CA-89F6B04F14B2}" presName="tx1" presStyleLbl="revTx" presStyleIdx="7" presStyleCnt="11"/>
      <dgm:spPr/>
    </dgm:pt>
    <dgm:pt modelId="{0749A316-52E5-264D-ACBD-F6C254A16FA7}" type="pres">
      <dgm:prSet presAssocID="{88829037-47F4-4DF2-88CA-89F6B04F14B2}" presName="vert1" presStyleCnt="0"/>
      <dgm:spPr/>
    </dgm:pt>
    <dgm:pt modelId="{3A18E062-16E5-7E41-BE84-2D2AEECEC2B1}" type="pres">
      <dgm:prSet presAssocID="{9D04ABE4-F647-40E3-9405-B28254049500}" presName="thickLine" presStyleLbl="alignNode1" presStyleIdx="8" presStyleCnt="11"/>
      <dgm:spPr/>
    </dgm:pt>
    <dgm:pt modelId="{BCDC73F4-3CFA-8442-A320-00C8110D8D21}" type="pres">
      <dgm:prSet presAssocID="{9D04ABE4-F647-40E3-9405-B28254049500}" presName="horz1" presStyleCnt="0"/>
      <dgm:spPr/>
    </dgm:pt>
    <dgm:pt modelId="{E50DC9C8-D7D1-E14D-92B9-94A5E987DECF}" type="pres">
      <dgm:prSet presAssocID="{9D04ABE4-F647-40E3-9405-B28254049500}" presName="tx1" presStyleLbl="revTx" presStyleIdx="8" presStyleCnt="11"/>
      <dgm:spPr/>
    </dgm:pt>
    <dgm:pt modelId="{B7553028-305C-254E-A377-D5323C4818E9}" type="pres">
      <dgm:prSet presAssocID="{9D04ABE4-F647-40E3-9405-B28254049500}" presName="vert1" presStyleCnt="0"/>
      <dgm:spPr/>
    </dgm:pt>
    <dgm:pt modelId="{A30F34AE-FB0B-D344-8101-F8BB8AC7CD2E}" type="pres">
      <dgm:prSet presAssocID="{EC229185-740D-4EE0-A56E-1340122107D0}" presName="thickLine" presStyleLbl="alignNode1" presStyleIdx="9" presStyleCnt="11"/>
      <dgm:spPr/>
    </dgm:pt>
    <dgm:pt modelId="{666F81E2-26DB-004F-BBD5-A9D17E25A7AF}" type="pres">
      <dgm:prSet presAssocID="{EC229185-740D-4EE0-A56E-1340122107D0}" presName="horz1" presStyleCnt="0"/>
      <dgm:spPr/>
    </dgm:pt>
    <dgm:pt modelId="{A6509FC4-8771-4C4D-B88A-810527566BF5}" type="pres">
      <dgm:prSet presAssocID="{EC229185-740D-4EE0-A56E-1340122107D0}" presName="tx1" presStyleLbl="revTx" presStyleIdx="9" presStyleCnt="11"/>
      <dgm:spPr/>
    </dgm:pt>
    <dgm:pt modelId="{697B3D0D-F8A2-0344-BB1C-0746836CCFE6}" type="pres">
      <dgm:prSet presAssocID="{EC229185-740D-4EE0-A56E-1340122107D0}" presName="vert1" presStyleCnt="0"/>
      <dgm:spPr/>
    </dgm:pt>
    <dgm:pt modelId="{4E19098D-33C1-E041-8B8D-C0B7EEEF695C}" type="pres">
      <dgm:prSet presAssocID="{25AF4656-E9B8-4199-8558-CB75547F83D3}" presName="thickLine" presStyleLbl="alignNode1" presStyleIdx="10" presStyleCnt="11"/>
      <dgm:spPr/>
    </dgm:pt>
    <dgm:pt modelId="{88AEEA3F-001D-A449-87AC-C1FAC2E1EBA6}" type="pres">
      <dgm:prSet presAssocID="{25AF4656-E9B8-4199-8558-CB75547F83D3}" presName="horz1" presStyleCnt="0"/>
      <dgm:spPr/>
    </dgm:pt>
    <dgm:pt modelId="{DE92672A-686A-6441-8A2A-80CFE74B1F8D}" type="pres">
      <dgm:prSet presAssocID="{25AF4656-E9B8-4199-8558-CB75547F83D3}" presName="tx1" presStyleLbl="revTx" presStyleIdx="10" presStyleCnt="11"/>
      <dgm:spPr/>
    </dgm:pt>
    <dgm:pt modelId="{025C30D1-2CEB-9C46-8145-602D23694398}" type="pres">
      <dgm:prSet presAssocID="{25AF4656-E9B8-4199-8558-CB75547F83D3}" presName="vert1" presStyleCnt="0"/>
      <dgm:spPr/>
    </dgm:pt>
  </dgm:ptLst>
  <dgm:cxnLst>
    <dgm:cxn modelId="{8FB1C806-9ACA-0446-A35C-93D0FBB36A0A}" type="presOf" srcId="{E369FAE7-09CB-4B7B-AD99-5B8A1C6D5C5B}" destId="{E977FED9-0080-E748-899B-326B7FBF6637}" srcOrd="0" destOrd="0" presId="urn:microsoft.com/office/officeart/2008/layout/LinedList"/>
    <dgm:cxn modelId="{B64C0119-61FB-F449-94C9-8A24E96EC046}" type="presOf" srcId="{3B8F5B91-0785-4688-AEA3-EF8F7AFDF492}" destId="{23C2DA0D-7BEF-6040-8B2E-369A7A56E6D1}" srcOrd="0" destOrd="0" presId="urn:microsoft.com/office/officeart/2008/layout/LinedList"/>
    <dgm:cxn modelId="{FCC9A720-46F9-4EBB-BCC3-0C0556B8F4E3}" srcId="{A8F11EDE-042F-4324-888D-CFA8F43BC213}" destId="{A916DCCD-55B4-425F-888E-88D05E87E5E9}" srcOrd="2" destOrd="0" parTransId="{98802643-8DA8-43C1-8C83-A7BEFDB0AC05}" sibTransId="{813FF9ED-B677-450F-A1A4-E1AF5032EFC8}"/>
    <dgm:cxn modelId="{FEADA03B-C5B3-7845-BE8F-84001DE34CC5}" type="presOf" srcId="{25AF4656-E9B8-4199-8558-CB75547F83D3}" destId="{DE92672A-686A-6441-8A2A-80CFE74B1F8D}" srcOrd="0" destOrd="0" presId="urn:microsoft.com/office/officeart/2008/layout/LinedList"/>
    <dgm:cxn modelId="{5DA5A961-1269-430C-A1DA-29344A0229C1}" srcId="{A8F11EDE-042F-4324-888D-CFA8F43BC213}" destId="{88829037-47F4-4DF2-88CA-89F6B04F14B2}" srcOrd="7" destOrd="0" parTransId="{6FC544E9-40DF-4CEE-8E84-22D70B6A6072}" sibTransId="{E9A780E1-530D-4973-94A3-E88773FF61A0}"/>
    <dgm:cxn modelId="{A7697744-C0CE-0140-808A-425CE1572C70}" type="presOf" srcId="{A612A080-4A8F-4C71-AD59-BBD3C29E357C}" destId="{17C3F84D-45D2-9A47-94CB-1772FC9A57E5}" srcOrd="0" destOrd="0" presId="urn:microsoft.com/office/officeart/2008/layout/LinedList"/>
    <dgm:cxn modelId="{8E0EC964-494B-414A-B259-1240D3D9A73D}" srcId="{A8F11EDE-042F-4324-888D-CFA8F43BC213}" destId="{725680CA-1E97-4834-9087-75A192BDDA8C}" srcOrd="1" destOrd="0" parTransId="{57001196-B436-4956-AE39-99A966B8F3FD}" sibTransId="{B576F2FF-9F69-404B-984C-512728D76535}"/>
    <dgm:cxn modelId="{B84DDF4A-A948-CB48-BD95-334FC650BB04}" type="presOf" srcId="{EC229185-740D-4EE0-A56E-1340122107D0}" destId="{A6509FC4-8771-4C4D-B88A-810527566BF5}" srcOrd="0" destOrd="0" presId="urn:microsoft.com/office/officeart/2008/layout/LinedList"/>
    <dgm:cxn modelId="{BC4C416D-64CA-4CED-95E7-7E4C7CB9EC4C}" srcId="{A8F11EDE-042F-4324-888D-CFA8F43BC213}" destId="{A612A080-4A8F-4C71-AD59-BBD3C29E357C}" srcOrd="0" destOrd="0" parTransId="{0F82ABA1-6F33-4875-AC57-FC4F574B858D}" sibTransId="{5E8903BD-556E-41BF-B489-8705818F3D5F}"/>
    <dgm:cxn modelId="{258F0E50-ADA1-0A46-BE34-FA58E6B8D38F}" type="presOf" srcId="{725680CA-1E97-4834-9087-75A192BDDA8C}" destId="{CE5485F8-EEA5-E349-92D7-7A32BC07B9BC}" srcOrd="0" destOrd="0" presId="urn:microsoft.com/office/officeart/2008/layout/LinedList"/>
    <dgm:cxn modelId="{635DA052-0D24-7344-AF18-28952250C218}" type="presOf" srcId="{9D04ABE4-F647-40E3-9405-B28254049500}" destId="{E50DC9C8-D7D1-E14D-92B9-94A5E987DECF}" srcOrd="0" destOrd="0" presId="urn:microsoft.com/office/officeart/2008/layout/LinedList"/>
    <dgm:cxn modelId="{AC390E53-3B34-2E4B-A0AD-C2A6B42EFEBB}" type="presOf" srcId="{12D061C5-7044-45D3-86C2-12482800D156}" destId="{4605100E-DCD9-9C45-8E86-04D6E708E807}" srcOrd="0" destOrd="0" presId="urn:microsoft.com/office/officeart/2008/layout/LinedList"/>
    <dgm:cxn modelId="{F7003373-DA27-4262-B939-7771A6BE8212}" srcId="{A8F11EDE-042F-4324-888D-CFA8F43BC213}" destId="{E369FAE7-09CB-4B7B-AD99-5B8A1C6D5C5B}" srcOrd="6" destOrd="0" parTransId="{950D869F-7B9C-405E-BAB8-74A756228595}" sibTransId="{334D49BE-2129-4FA6-978F-0FA1604E837C}"/>
    <dgm:cxn modelId="{1C573F75-2FE6-45F9-BEEB-2E2220738790}" srcId="{A8F11EDE-042F-4324-888D-CFA8F43BC213}" destId="{6D09A75A-2FBD-4C85-9E99-29B927C259F9}" srcOrd="3" destOrd="0" parTransId="{95F2B281-C6DF-4EE8-BC17-2A2B529DAAB3}" sibTransId="{34AA599B-AC26-4092-93D7-CB67A325024D}"/>
    <dgm:cxn modelId="{C271CB79-A5F3-4DB1-903F-675FA86A3BF1}" srcId="{A8F11EDE-042F-4324-888D-CFA8F43BC213}" destId="{12D061C5-7044-45D3-86C2-12482800D156}" srcOrd="5" destOrd="0" parTransId="{325D08A4-8F71-4C5F-9DE8-BA503DA779E7}" sibTransId="{81AF95B6-0237-49DF-AF3C-C57EE8D65E81}"/>
    <dgm:cxn modelId="{23586DA6-4BEE-42D5-A4CF-637946690A41}" srcId="{A8F11EDE-042F-4324-888D-CFA8F43BC213}" destId="{3B8F5B91-0785-4688-AEA3-EF8F7AFDF492}" srcOrd="4" destOrd="0" parTransId="{D79F9523-E4D8-414E-A987-599077D7BE51}" sibTransId="{F0BCD4D7-DA82-4201-9446-29A6D803F3A9}"/>
    <dgm:cxn modelId="{BB66E0A8-5F5B-4F1B-8B67-3BEF128A2FB5}" srcId="{A8F11EDE-042F-4324-888D-CFA8F43BC213}" destId="{25AF4656-E9B8-4199-8558-CB75547F83D3}" srcOrd="10" destOrd="0" parTransId="{63FFA325-9F50-4964-BCFA-A1AC53C3E099}" sibTransId="{6A6FEF60-6409-462C-AE3E-D2CBBC27FD22}"/>
    <dgm:cxn modelId="{4C941EC8-D856-EB4C-9D2E-9886A539E943}" type="presOf" srcId="{6D09A75A-2FBD-4C85-9E99-29B927C259F9}" destId="{C5188D4E-31A9-7840-B5C5-D0F35030F869}" srcOrd="0" destOrd="0" presId="urn:microsoft.com/office/officeart/2008/layout/LinedList"/>
    <dgm:cxn modelId="{C55292C8-FE1C-A648-853D-47F92C59D752}" type="presOf" srcId="{A916DCCD-55B4-425F-888E-88D05E87E5E9}" destId="{13CAC917-385B-1544-B3DD-E0DB6AD83B3D}" srcOrd="0" destOrd="0" presId="urn:microsoft.com/office/officeart/2008/layout/LinedList"/>
    <dgm:cxn modelId="{7989CDE7-A844-1642-8E33-132ED2CF1185}" type="presOf" srcId="{A8F11EDE-042F-4324-888D-CFA8F43BC213}" destId="{2077EF8B-B505-634B-ABE3-5FE2CE38CB84}" srcOrd="0" destOrd="0" presId="urn:microsoft.com/office/officeart/2008/layout/LinedList"/>
    <dgm:cxn modelId="{8E40E5F1-0CFD-4DED-AC36-2F9C950B7D45}" srcId="{A8F11EDE-042F-4324-888D-CFA8F43BC213}" destId="{9D04ABE4-F647-40E3-9405-B28254049500}" srcOrd="8" destOrd="0" parTransId="{31D49382-88F1-4EDC-833B-205935722B3A}" sibTransId="{FBBC2E57-9666-4161-9C3D-601692D829C8}"/>
    <dgm:cxn modelId="{8D683BF5-D347-4CA5-8584-258D4D004F43}" srcId="{A8F11EDE-042F-4324-888D-CFA8F43BC213}" destId="{EC229185-740D-4EE0-A56E-1340122107D0}" srcOrd="9" destOrd="0" parTransId="{97078BF3-3CC5-4BD3-9708-3760F919EFCD}" sibTransId="{107356EB-7B95-403B-B76D-2563FA640153}"/>
    <dgm:cxn modelId="{399036F9-1353-1748-9E02-4204A5106ED0}" type="presOf" srcId="{88829037-47F4-4DF2-88CA-89F6B04F14B2}" destId="{1E849B37-8F03-FD47-A978-8872B6F17E6A}" srcOrd="0" destOrd="0" presId="urn:microsoft.com/office/officeart/2008/layout/LinedList"/>
    <dgm:cxn modelId="{5840A1E0-4966-0E44-AC37-FDB7964D4A28}" type="presParOf" srcId="{2077EF8B-B505-634B-ABE3-5FE2CE38CB84}" destId="{635468A6-1858-AF4F-A0C5-5A9AF062709D}" srcOrd="0" destOrd="0" presId="urn:microsoft.com/office/officeart/2008/layout/LinedList"/>
    <dgm:cxn modelId="{EE9EDE26-20B2-F24F-94EA-51B3A6E67FF6}" type="presParOf" srcId="{2077EF8B-B505-634B-ABE3-5FE2CE38CB84}" destId="{AA3474AA-6EFC-F749-BA46-7FC9CB1CCA40}" srcOrd="1" destOrd="0" presId="urn:microsoft.com/office/officeart/2008/layout/LinedList"/>
    <dgm:cxn modelId="{E9890CA1-F15C-5E47-B140-DB5B139DE7E3}" type="presParOf" srcId="{AA3474AA-6EFC-F749-BA46-7FC9CB1CCA40}" destId="{17C3F84D-45D2-9A47-94CB-1772FC9A57E5}" srcOrd="0" destOrd="0" presId="urn:microsoft.com/office/officeart/2008/layout/LinedList"/>
    <dgm:cxn modelId="{944A230F-513F-B74E-BCE5-5E486E7C6ACD}" type="presParOf" srcId="{AA3474AA-6EFC-F749-BA46-7FC9CB1CCA40}" destId="{74D0D15A-BDDC-C844-B64E-8E299C7DFC7F}" srcOrd="1" destOrd="0" presId="urn:microsoft.com/office/officeart/2008/layout/LinedList"/>
    <dgm:cxn modelId="{BD3F0EDA-6DC6-A346-BB62-2D805DCB4A35}" type="presParOf" srcId="{2077EF8B-B505-634B-ABE3-5FE2CE38CB84}" destId="{DBF3B245-A5E0-9141-8BBE-8B0A21F2BCF5}" srcOrd="2" destOrd="0" presId="urn:microsoft.com/office/officeart/2008/layout/LinedList"/>
    <dgm:cxn modelId="{E4B67EE5-3603-8B4B-85D8-B33666048F0F}" type="presParOf" srcId="{2077EF8B-B505-634B-ABE3-5FE2CE38CB84}" destId="{3B591F7C-1134-D14B-B45D-6FB077A09FBC}" srcOrd="3" destOrd="0" presId="urn:microsoft.com/office/officeart/2008/layout/LinedList"/>
    <dgm:cxn modelId="{B810C931-D500-1E41-9653-503B838BA50D}" type="presParOf" srcId="{3B591F7C-1134-D14B-B45D-6FB077A09FBC}" destId="{CE5485F8-EEA5-E349-92D7-7A32BC07B9BC}" srcOrd="0" destOrd="0" presId="urn:microsoft.com/office/officeart/2008/layout/LinedList"/>
    <dgm:cxn modelId="{BA12F3CA-0370-2F4D-B912-D74C331FE122}" type="presParOf" srcId="{3B591F7C-1134-D14B-B45D-6FB077A09FBC}" destId="{150381B6-DD64-344E-9113-F7DB887410B1}" srcOrd="1" destOrd="0" presId="urn:microsoft.com/office/officeart/2008/layout/LinedList"/>
    <dgm:cxn modelId="{4DD6B2A2-8F8A-2040-9F34-86BB56670973}" type="presParOf" srcId="{2077EF8B-B505-634B-ABE3-5FE2CE38CB84}" destId="{F823E0E8-C514-4245-8C32-197D938D2C27}" srcOrd="4" destOrd="0" presId="urn:microsoft.com/office/officeart/2008/layout/LinedList"/>
    <dgm:cxn modelId="{EAD143F3-1711-BA4C-9F96-463999C90B28}" type="presParOf" srcId="{2077EF8B-B505-634B-ABE3-5FE2CE38CB84}" destId="{A9547B19-DCC4-504E-A037-7F558CC36C35}" srcOrd="5" destOrd="0" presId="urn:microsoft.com/office/officeart/2008/layout/LinedList"/>
    <dgm:cxn modelId="{55D1238C-99C6-F84E-8223-F8DD4DC64A1B}" type="presParOf" srcId="{A9547B19-DCC4-504E-A037-7F558CC36C35}" destId="{13CAC917-385B-1544-B3DD-E0DB6AD83B3D}" srcOrd="0" destOrd="0" presId="urn:microsoft.com/office/officeart/2008/layout/LinedList"/>
    <dgm:cxn modelId="{1C7342C0-5631-5547-9F6F-289BCEB959A5}" type="presParOf" srcId="{A9547B19-DCC4-504E-A037-7F558CC36C35}" destId="{573363E6-1CC0-DE46-9338-E318CFA2FB41}" srcOrd="1" destOrd="0" presId="urn:microsoft.com/office/officeart/2008/layout/LinedList"/>
    <dgm:cxn modelId="{E4EA93A5-FDE7-2747-A66C-F30752F47AB3}" type="presParOf" srcId="{2077EF8B-B505-634B-ABE3-5FE2CE38CB84}" destId="{CE5E0037-D892-8242-95B7-DF5E4FEA56E6}" srcOrd="6" destOrd="0" presId="urn:microsoft.com/office/officeart/2008/layout/LinedList"/>
    <dgm:cxn modelId="{7EDA771F-8C50-1246-8D57-4D8CAC6CBCD1}" type="presParOf" srcId="{2077EF8B-B505-634B-ABE3-5FE2CE38CB84}" destId="{B0093571-1D20-9C4E-B513-1ACC4700511D}" srcOrd="7" destOrd="0" presId="urn:microsoft.com/office/officeart/2008/layout/LinedList"/>
    <dgm:cxn modelId="{334126D3-0C8B-6F4E-80CA-85E38904BCFE}" type="presParOf" srcId="{B0093571-1D20-9C4E-B513-1ACC4700511D}" destId="{C5188D4E-31A9-7840-B5C5-D0F35030F869}" srcOrd="0" destOrd="0" presId="urn:microsoft.com/office/officeart/2008/layout/LinedList"/>
    <dgm:cxn modelId="{E75AD4C5-2E84-AB45-B227-A14E9D34BE79}" type="presParOf" srcId="{B0093571-1D20-9C4E-B513-1ACC4700511D}" destId="{0CCABAE9-C438-574A-A8FB-432CE04636D6}" srcOrd="1" destOrd="0" presId="urn:microsoft.com/office/officeart/2008/layout/LinedList"/>
    <dgm:cxn modelId="{765795E4-46E5-1E41-AE88-EC08BC8F22EA}" type="presParOf" srcId="{2077EF8B-B505-634B-ABE3-5FE2CE38CB84}" destId="{19903E5B-1F41-DA4E-81B1-41E6BECA7B07}" srcOrd="8" destOrd="0" presId="urn:microsoft.com/office/officeart/2008/layout/LinedList"/>
    <dgm:cxn modelId="{97956F18-E3D5-1742-AE76-80F5DEAB8207}" type="presParOf" srcId="{2077EF8B-B505-634B-ABE3-5FE2CE38CB84}" destId="{B969E333-AB62-DA4F-B233-F05B19EF9C77}" srcOrd="9" destOrd="0" presId="urn:microsoft.com/office/officeart/2008/layout/LinedList"/>
    <dgm:cxn modelId="{E7CDF8AF-7C55-BF49-9F49-6781ED11C19D}" type="presParOf" srcId="{B969E333-AB62-DA4F-B233-F05B19EF9C77}" destId="{23C2DA0D-7BEF-6040-8B2E-369A7A56E6D1}" srcOrd="0" destOrd="0" presId="urn:microsoft.com/office/officeart/2008/layout/LinedList"/>
    <dgm:cxn modelId="{C88EF699-00AA-6146-9D81-D8DC08D6E535}" type="presParOf" srcId="{B969E333-AB62-DA4F-B233-F05B19EF9C77}" destId="{49CA43C8-D808-8E4C-89E9-A2BAB6040B0B}" srcOrd="1" destOrd="0" presId="urn:microsoft.com/office/officeart/2008/layout/LinedList"/>
    <dgm:cxn modelId="{CE5C459D-7C8A-2248-AA62-01322B634CCB}" type="presParOf" srcId="{2077EF8B-B505-634B-ABE3-5FE2CE38CB84}" destId="{4D1794A3-80CE-2B41-B5EE-73C6B331793C}" srcOrd="10" destOrd="0" presId="urn:microsoft.com/office/officeart/2008/layout/LinedList"/>
    <dgm:cxn modelId="{0F2FFD55-09C5-8944-9648-AF1A2B23862B}" type="presParOf" srcId="{2077EF8B-B505-634B-ABE3-5FE2CE38CB84}" destId="{5BF0E5D1-CBAB-C141-8EC2-2D933205E2A1}" srcOrd="11" destOrd="0" presId="urn:microsoft.com/office/officeart/2008/layout/LinedList"/>
    <dgm:cxn modelId="{5E1CFB19-6DF6-BF49-B26D-F7A39E30D9D0}" type="presParOf" srcId="{5BF0E5D1-CBAB-C141-8EC2-2D933205E2A1}" destId="{4605100E-DCD9-9C45-8E86-04D6E708E807}" srcOrd="0" destOrd="0" presId="urn:microsoft.com/office/officeart/2008/layout/LinedList"/>
    <dgm:cxn modelId="{57E15812-4376-6443-BA69-29D00C90F3AC}" type="presParOf" srcId="{5BF0E5D1-CBAB-C141-8EC2-2D933205E2A1}" destId="{AA50F928-C62C-164F-86AC-E51A0C57DAA8}" srcOrd="1" destOrd="0" presId="urn:microsoft.com/office/officeart/2008/layout/LinedList"/>
    <dgm:cxn modelId="{BA0DC538-E272-DB40-974A-35DEF52BB80E}" type="presParOf" srcId="{2077EF8B-B505-634B-ABE3-5FE2CE38CB84}" destId="{3BAB72B0-1D01-FE43-A9AE-0FD2E64DE150}" srcOrd="12" destOrd="0" presId="urn:microsoft.com/office/officeart/2008/layout/LinedList"/>
    <dgm:cxn modelId="{7EEF47AA-294E-F74C-AE70-45BDF6A580DD}" type="presParOf" srcId="{2077EF8B-B505-634B-ABE3-5FE2CE38CB84}" destId="{AFB5E9F7-02C2-9049-9429-67348B69F0CF}" srcOrd="13" destOrd="0" presId="urn:microsoft.com/office/officeart/2008/layout/LinedList"/>
    <dgm:cxn modelId="{D754F6BD-A372-1344-BAED-A6226E5671FB}" type="presParOf" srcId="{AFB5E9F7-02C2-9049-9429-67348B69F0CF}" destId="{E977FED9-0080-E748-899B-326B7FBF6637}" srcOrd="0" destOrd="0" presId="urn:microsoft.com/office/officeart/2008/layout/LinedList"/>
    <dgm:cxn modelId="{3CA82E7F-27BA-4449-B967-4F7F5E4C888F}" type="presParOf" srcId="{AFB5E9F7-02C2-9049-9429-67348B69F0CF}" destId="{8B3A00CC-7925-9648-AEBB-672EC0653A00}" srcOrd="1" destOrd="0" presId="urn:microsoft.com/office/officeart/2008/layout/LinedList"/>
    <dgm:cxn modelId="{64FACD52-BB14-C84C-8EDE-E238A26A7CFA}" type="presParOf" srcId="{2077EF8B-B505-634B-ABE3-5FE2CE38CB84}" destId="{AE82E7C3-52A2-844A-BEED-C19F0418AB19}" srcOrd="14" destOrd="0" presId="urn:microsoft.com/office/officeart/2008/layout/LinedList"/>
    <dgm:cxn modelId="{FAB2AD6D-8848-BC4B-839E-B0D85D36FD44}" type="presParOf" srcId="{2077EF8B-B505-634B-ABE3-5FE2CE38CB84}" destId="{B7135CA8-277F-CD4C-B28F-0B02E03A41AC}" srcOrd="15" destOrd="0" presId="urn:microsoft.com/office/officeart/2008/layout/LinedList"/>
    <dgm:cxn modelId="{74112AA2-79EC-E340-89B4-190CA5F72506}" type="presParOf" srcId="{B7135CA8-277F-CD4C-B28F-0B02E03A41AC}" destId="{1E849B37-8F03-FD47-A978-8872B6F17E6A}" srcOrd="0" destOrd="0" presId="urn:microsoft.com/office/officeart/2008/layout/LinedList"/>
    <dgm:cxn modelId="{7B405EFE-A49C-7F4E-84F4-C7771F493522}" type="presParOf" srcId="{B7135CA8-277F-CD4C-B28F-0B02E03A41AC}" destId="{0749A316-52E5-264D-ACBD-F6C254A16FA7}" srcOrd="1" destOrd="0" presId="urn:microsoft.com/office/officeart/2008/layout/LinedList"/>
    <dgm:cxn modelId="{CFF2A472-420B-EF41-9EF2-CA539E1F1681}" type="presParOf" srcId="{2077EF8B-B505-634B-ABE3-5FE2CE38CB84}" destId="{3A18E062-16E5-7E41-BE84-2D2AEECEC2B1}" srcOrd="16" destOrd="0" presId="urn:microsoft.com/office/officeart/2008/layout/LinedList"/>
    <dgm:cxn modelId="{8D0F7E7E-6345-BE47-9E52-6AA79101E6AB}" type="presParOf" srcId="{2077EF8B-B505-634B-ABE3-5FE2CE38CB84}" destId="{BCDC73F4-3CFA-8442-A320-00C8110D8D21}" srcOrd="17" destOrd="0" presId="urn:microsoft.com/office/officeart/2008/layout/LinedList"/>
    <dgm:cxn modelId="{3F950BCE-71F3-9E48-AB88-A16369B60E70}" type="presParOf" srcId="{BCDC73F4-3CFA-8442-A320-00C8110D8D21}" destId="{E50DC9C8-D7D1-E14D-92B9-94A5E987DECF}" srcOrd="0" destOrd="0" presId="urn:microsoft.com/office/officeart/2008/layout/LinedList"/>
    <dgm:cxn modelId="{A1D17C49-DA50-E84E-8445-414EAA2165EC}" type="presParOf" srcId="{BCDC73F4-3CFA-8442-A320-00C8110D8D21}" destId="{B7553028-305C-254E-A377-D5323C4818E9}" srcOrd="1" destOrd="0" presId="urn:microsoft.com/office/officeart/2008/layout/LinedList"/>
    <dgm:cxn modelId="{B82B229E-B88A-8849-BA05-0934C55334EC}" type="presParOf" srcId="{2077EF8B-B505-634B-ABE3-5FE2CE38CB84}" destId="{A30F34AE-FB0B-D344-8101-F8BB8AC7CD2E}" srcOrd="18" destOrd="0" presId="urn:microsoft.com/office/officeart/2008/layout/LinedList"/>
    <dgm:cxn modelId="{B1F36F2C-1B82-B446-A331-35BBE05F2AAD}" type="presParOf" srcId="{2077EF8B-B505-634B-ABE3-5FE2CE38CB84}" destId="{666F81E2-26DB-004F-BBD5-A9D17E25A7AF}" srcOrd="19" destOrd="0" presId="urn:microsoft.com/office/officeart/2008/layout/LinedList"/>
    <dgm:cxn modelId="{91D44044-BA4C-D24C-8741-89D26AF6451E}" type="presParOf" srcId="{666F81E2-26DB-004F-BBD5-A9D17E25A7AF}" destId="{A6509FC4-8771-4C4D-B88A-810527566BF5}" srcOrd="0" destOrd="0" presId="urn:microsoft.com/office/officeart/2008/layout/LinedList"/>
    <dgm:cxn modelId="{3ED8304D-A3C2-7944-A311-61AE48F145EB}" type="presParOf" srcId="{666F81E2-26DB-004F-BBD5-A9D17E25A7AF}" destId="{697B3D0D-F8A2-0344-BB1C-0746836CCFE6}" srcOrd="1" destOrd="0" presId="urn:microsoft.com/office/officeart/2008/layout/LinedList"/>
    <dgm:cxn modelId="{8C660B73-D9A8-204A-B3A2-814A2F41B11F}" type="presParOf" srcId="{2077EF8B-B505-634B-ABE3-5FE2CE38CB84}" destId="{4E19098D-33C1-E041-8B8D-C0B7EEEF695C}" srcOrd="20" destOrd="0" presId="urn:microsoft.com/office/officeart/2008/layout/LinedList"/>
    <dgm:cxn modelId="{A8D4359F-82AD-DC4E-A51E-594CDA5A1F62}" type="presParOf" srcId="{2077EF8B-B505-634B-ABE3-5FE2CE38CB84}" destId="{88AEEA3F-001D-A449-87AC-C1FAC2E1EBA6}" srcOrd="21" destOrd="0" presId="urn:microsoft.com/office/officeart/2008/layout/LinedList"/>
    <dgm:cxn modelId="{D286FB6B-9104-EF4C-9AA5-6E57E84A1D3E}" type="presParOf" srcId="{88AEEA3F-001D-A449-87AC-C1FAC2E1EBA6}" destId="{DE92672A-686A-6441-8A2A-80CFE74B1F8D}" srcOrd="0" destOrd="0" presId="urn:microsoft.com/office/officeart/2008/layout/LinedList"/>
    <dgm:cxn modelId="{4FD68F86-605B-F946-8338-7E46D0CF766C}" type="presParOf" srcId="{88AEEA3F-001D-A449-87AC-C1FAC2E1EBA6}" destId="{025C30D1-2CEB-9C46-8145-602D23694398}"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dgm:spPr>
        <a:solidFill>
          <a:schemeClr val="accent5"/>
        </a:solidFill>
      </dgm:spPr>
      <dgm:t>
        <a:bodyPr rtlCol="1"/>
        <a:lstStyle/>
        <a:p>
          <a:pPr rtl="1">
            <a:lnSpc>
              <a:spcPct val="100000"/>
            </a:lnSpc>
          </a:pPr>
          <a:r>
            <a:rPr lang="ar" dirty="0">
              <a:latin typeface="Times New Roman" panose="02020603050405020304" pitchFamily="18" charset="0"/>
              <a:cs typeface="Times New Roman" panose="02020603050405020304" pitchFamily="18" charset="0"/>
            </a:rPr>
            <a:t>السعر</a:t>
          </a:r>
          <a:endParaRPr lang="en-US" b="0" dirty="0">
            <a:latin typeface="Times New Roman" panose="02020603050405020304" pitchFamily="18" charset="0"/>
            <a:cs typeface="Times New Roman" panose="02020603050405020304" pitchFamily="18" charset="0"/>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dgm:spPr/>
      <dgm:t>
        <a:bodyPr rtlCol="1"/>
        <a:lstStyle/>
        <a:p>
          <a:pPr rtl="1">
            <a:lnSpc>
              <a:spcPct val="100000"/>
            </a:lnSpc>
          </a:pPr>
          <a:r>
            <a:rPr lang="ar" dirty="0">
              <a:latin typeface="Times New Roman" panose="02020603050405020304" pitchFamily="18" charset="0"/>
              <a:cs typeface="Times New Roman" panose="02020603050405020304" pitchFamily="18" charset="0"/>
            </a:rPr>
            <a:t>الترويج</a:t>
          </a:r>
          <a:endParaRPr lang="en-US" b="0" dirty="0">
            <a:latin typeface="Times New Roman" panose="02020603050405020304" pitchFamily="18" charset="0"/>
            <a:cs typeface="Times New Roman" panose="02020603050405020304" pitchFamily="18" charset="0"/>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52968F88-400B-174F-BDB6-BBF0DB8511A5}">
      <dgm:prSet/>
      <dgm:spPr/>
      <dgm:t>
        <a:bodyPr rtlCol="1"/>
        <a:lstStyle/>
        <a:p>
          <a:pPr rtl="1">
            <a:lnSpc>
              <a:spcPct val="100000"/>
            </a:lnSpc>
          </a:pPr>
          <a:r>
            <a:rPr lang="ar" dirty="0">
              <a:latin typeface="Times New Roman" panose="02020603050405020304" pitchFamily="18" charset="0"/>
              <a:cs typeface="Times New Roman" panose="02020603050405020304" pitchFamily="18" charset="0"/>
            </a:rPr>
            <a:t>المنتَج</a:t>
          </a:r>
          <a:endParaRPr lang="en-US" dirty="0">
            <a:latin typeface="Times New Roman" panose="02020603050405020304" pitchFamily="18" charset="0"/>
            <a:cs typeface="Times New Roman" panose="02020603050405020304" pitchFamily="18" charset="0"/>
          </a:endParaRPr>
        </a:p>
      </dgm:t>
    </dgm:pt>
    <dgm:pt modelId="{7ADB110D-0D55-5546-922D-F3A6F954F482}" type="parTrans" cxnId="{91BC1A53-D125-8B49-98FE-F1D2120E33F7}">
      <dgm:prSet/>
      <dgm:spPr/>
      <dgm:t>
        <a:bodyPr rtlCol="1"/>
        <a:lstStyle/>
        <a:p>
          <a:pPr rtl="1"/>
          <a:endParaRPr lang="en-GB"/>
        </a:p>
      </dgm:t>
    </dgm:pt>
    <dgm:pt modelId="{57F561BD-EB30-5F4A-AF80-6D264356F11C}" type="sibTrans" cxnId="{91BC1A53-D125-8B49-98FE-F1D2120E33F7}">
      <dgm:prSet/>
      <dgm:spPr/>
      <dgm:t>
        <a:bodyPr rtlCol="1"/>
        <a:lstStyle/>
        <a:p>
          <a:pPr rtl="1"/>
          <a:endParaRPr lang="en-GB"/>
        </a:p>
      </dgm:t>
    </dgm:pt>
    <dgm:pt modelId="{F0F0B2CC-7B49-5147-8653-7F054FD9EEB0}">
      <dgm:prSet/>
      <dgm:spPr/>
      <dgm:t>
        <a:bodyPr rtlCol="1"/>
        <a:lstStyle/>
        <a:p>
          <a:pPr rtl="1">
            <a:lnSpc>
              <a:spcPct val="100000"/>
            </a:lnSpc>
          </a:pPr>
          <a:r>
            <a:rPr lang="ar" dirty="0">
              <a:latin typeface="Times New Roman" panose="02020603050405020304" pitchFamily="18" charset="0"/>
              <a:cs typeface="Times New Roman" panose="02020603050405020304" pitchFamily="18" charset="0"/>
            </a:rPr>
            <a:t>المكان</a:t>
          </a:r>
        </a:p>
      </dgm:t>
    </dgm:pt>
    <dgm:pt modelId="{6E6A0337-0D45-F545-90BC-97F846F19961}" type="parTrans" cxnId="{6003A081-3042-A54F-97FA-C404564AEA3E}">
      <dgm:prSet/>
      <dgm:spPr/>
      <dgm:t>
        <a:bodyPr rtlCol="1"/>
        <a:lstStyle/>
        <a:p>
          <a:pPr rtl="1"/>
          <a:endParaRPr lang="en-GB"/>
        </a:p>
      </dgm:t>
    </dgm:pt>
    <dgm:pt modelId="{6751C7E2-01F9-5240-8AAC-BF0C33F4BDFC}" type="sibTrans" cxnId="{6003A081-3042-A54F-97FA-C404564AEA3E}">
      <dgm:prSet/>
      <dgm:spPr/>
      <dgm:t>
        <a:bodyPr rtlCol="1"/>
        <a:lstStyle/>
        <a:p>
          <a:pPr rtl="1"/>
          <a:endParaRPr lang="en-GB"/>
        </a:p>
      </dgm:t>
    </dgm:pt>
    <dgm:pt modelId="{863AB74E-3625-45B1-8EEF-82074F2886A5}" type="pres">
      <dgm:prSet presAssocID="{273F4FFB-BF9F-4EE8-B58E-FFED8E01943B}" presName="root" presStyleCnt="0">
        <dgm:presLayoutVars>
          <dgm:dir/>
          <dgm:resizeHandles val="exact"/>
        </dgm:presLayoutVars>
      </dgm:prSet>
      <dgm:spPr/>
    </dgm:pt>
    <dgm:pt modelId="{DBA91AB4-0F8C-4E02-A259-591E230C10CE}" type="pres">
      <dgm:prSet presAssocID="{52968F88-400B-174F-BDB6-BBF0DB8511A5}" presName="compNode" presStyleCnt="0"/>
      <dgm:spPr/>
    </dgm:pt>
    <dgm:pt modelId="{D9198611-7235-4BB4-BB31-D216AABCC317}" type="pres">
      <dgm:prSet presAssocID="{52968F88-400B-174F-BDB6-BBF0DB8511A5}" presName="bgRect" presStyleLbl="bgShp" presStyleIdx="0" presStyleCnt="4" custLinFactNeighborX="-5492"/>
      <dgm:spPr>
        <a:solidFill>
          <a:schemeClr val="accent6">
            <a:lumMod val="20000"/>
            <a:lumOff val="80000"/>
          </a:schemeClr>
        </a:solidFill>
      </dgm:spPr>
    </dgm:pt>
    <dgm:pt modelId="{E2776590-B244-4374-8BBB-C0658B713B0F}" type="pres">
      <dgm:prSet presAssocID="{52968F88-400B-174F-BDB6-BBF0DB8511A5}" presName="iconRect" presStyleLbl="node1" presStyleIdx="0" presStyleCnt="4" custLinFactX="300000" custLinFactNeighborX="32772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oot with solid fill"/>
        </a:ext>
      </dgm:extLst>
    </dgm:pt>
    <dgm:pt modelId="{D4F50E5B-51DC-46C4-B36B-184882E0313F}" type="pres">
      <dgm:prSet presAssocID="{52968F88-400B-174F-BDB6-BBF0DB8511A5}" presName="spaceRect" presStyleCnt="0"/>
      <dgm:spPr/>
    </dgm:pt>
    <dgm:pt modelId="{33EEE30D-ABB2-471B-872D-A85FEFC192CD}" type="pres">
      <dgm:prSet presAssocID="{52968F88-400B-174F-BDB6-BBF0DB8511A5}" presName="parTx" presStyleLbl="revTx" presStyleIdx="0" presStyleCnt="4" custLinFactNeighborX="-33035">
        <dgm:presLayoutVars>
          <dgm:chMax val="0"/>
          <dgm:chPref val="0"/>
        </dgm:presLayoutVars>
      </dgm:prSet>
      <dgm:spPr/>
    </dgm:pt>
    <dgm:pt modelId="{68E1EC49-CCBB-4CA9-9876-8B6D2D3C9943}" type="pres">
      <dgm:prSet presAssocID="{57F561BD-EB30-5F4A-AF80-6D264356F11C}" presName="sibTrans" presStyleCnt="0"/>
      <dgm:spPr/>
    </dgm:pt>
    <dgm:pt modelId="{49459B3E-5676-4676-8856-8E627AB3FB07}" type="pres">
      <dgm:prSet presAssocID="{5FE25653-A7BA-47FB-8073-2B4FA7940492}" presName="compNode" presStyleCnt="0"/>
      <dgm:spPr/>
    </dgm:pt>
    <dgm:pt modelId="{CFBCFFB1-6659-4D2F-B414-B2122CCC09F7}" type="pres">
      <dgm:prSet presAssocID="{5FE25653-A7BA-47FB-8073-2B4FA7940492}" presName="bgRect" presStyleLbl="bgShp" presStyleIdx="1" presStyleCnt="4"/>
      <dgm:spPr>
        <a:solidFill>
          <a:schemeClr val="accent5"/>
        </a:solidFill>
      </dgm:spPr>
    </dgm:pt>
    <dgm:pt modelId="{E4205DB3-070F-4243-94BB-88B6A8D354CE}" type="pres">
      <dgm:prSet presAssocID="{5FE25653-A7BA-47FB-8073-2B4FA7940492}" presName="iconRect" presStyleLbl="node1" presStyleIdx="1" presStyleCnt="4" custLinFactX="300000" custLinFactNeighborX="32772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bel"/>
        </a:ext>
      </dgm:extLst>
    </dgm:pt>
    <dgm:pt modelId="{8B2FF412-4138-4381-900E-74C0FA3A2EB7}" type="pres">
      <dgm:prSet presAssocID="{5FE25653-A7BA-47FB-8073-2B4FA7940492}" presName="spaceRect" presStyleCnt="0"/>
      <dgm:spPr/>
    </dgm:pt>
    <dgm:pt modelId="{7262A4DF-EEB9-409B-BC1D-1F45D0A27FDC}" type="pres">
      <dgm:prSet presAssocID="{5FE25653-A7BA-47FB-8073-2B4FA7940492}" presName="parTx" presStyleLbl="revTx" presStyleIdx="1" presStyleCnt="4" custLinFactNeighborX="-39321">
        <dgm:presLayoutVars>
          <dgm:chMax val="0"/>
          <dgm:chPref val="0"/>
        </dgm:presLayoutVars>
      </dgm:prSet>
      <dgm:spPr/>
    </dgm:pt>
    <dgm:pt modelId="{46069B57-539B-486A-8A71-7E2ED541BEDA}" type="pres">
      <dgm:prSet presAssocID="{FD9ABB40-9682-4D97-B80C-F7F64D08F683}" presName="sibTrans" presStyleCnt="0"/>
      <dgm:spPr/>
    </dgm:pt>
    <dgm:pt modelId="{23EDF490-3A71-456F-8C5A-5A1A29AFF28C}" type="pres">
      <dgm:prSet presAssocID="{CCCABDE4-D42F-4A79-80D9-607472E8A4AF}" presName="compNode" presStyleCnt="0"/>
      <dgm:spPr/>
    </dgm:pt>
    <dgm:pt modelId="{2797CF68-E5BF-41A3-ABCF-8E79F0896476}" type="pres">
      <dgm:prSet presAssocID="{CCCABDE4-D42F-4A79-80D9-607472E8A4AF}" presName="bgRect" presStyleLbl="bgShp" presStyleIdx="2" presStyleCnt="4" custLinFactNeighborX="-5492"/>
      <dgm:spPr>
        <a:solidFill>
          <a:schemeClr val="accent6">
            <a:lumMod val="20000"/>
            <a:lumOff val="80000"/>
          </a:schemeClr>
        </a:solidFill>
      </dgm:spPr>
    </dgm:pt>
    <dgm:pt modelId="{53052375-894A-423B-8CC9-89FA86F3D286}" type="pres">
      <dgm:prSet presAssocID="{CCCABDE4-D42F-4A79-80D9-607472E8A4AF}" presName="iconRect" presStyleLbl="node1" presStyleIdx="2" presStyleCnt="4" custLinFactX="300000" custLinFactNeighborX="32772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itor"/>
        </a:ext>
      </dgm:extLst>
    </dgm:pt>
    <dgm:pt modelId="{097FB52C-EEAE-4FA8-86A6-1EEB37BFEDC3}" type="pres">
      <dgm:prSet presAssocID="{CCCABDE4-D42F-4A79-80D9-607472E8A4AF}" presName="spaceRect" presStyleCnt="0"/>
      <dgm:spPr/>
    </dgm:pt>
    <dgm:pt modelId="{854AA2ED-FFEE-4717-8F97-F43CEB41CECA}" type="pres">
      <dgm:prSet presAssocID="{CCCABDE4-D42F-4A79-80D9-607472E8A4AF}" presName="parTx" presStyleLbl="revTx" presStyleIdx="2" presStyleCnt="4" custLinFactNeighborX="-32814">
        <dgm:presLayoutVars>
          <dgm:chMax val="0"/>
          <dgm:chPref val="0"/>
        </dgm:presLayoutVars>
      </dgm:prSet>
      <dgm:spPr/>
    </dgm:pt>
    <dgm:pt modelId="{D8F0C14F-8347-0343-9E5E-554A702627BD}" type="pres">
      <dgm:prSet presAssocID="{F2E7893A-50A6-440B-AD9A-267ED4D45C29}" presName="sibTrans" presStyleCnt="0"/>
      <dgm:spPr/>
    </dgm:pt>
    <dgm:pt modelId="{D658358A-9AFD-D948-BBA7-590ADE91D654}" type="pres">
      <dgm:prSet presAssocID="{F0F0B2CC-7B49-5147-8653-7F054FD9EEB0}" presName="compNode" presStyleCnt="0"/>
      <dgm:spPr/>
    </dgm:pt>
    <dgm:pt modelId="{E4A96803-B9E9-824B-A3EB-1BC8E1600677}" type="pres">
      <dgm:prSet presAssocID="{F0F0B2CC-7B49-5147-8653-7F054FD9EEB0}" presName="bgRect" presStyleLbl="bgShp" presStyleIdx="3" presStyleCnt="4" custLinFactNeighborX="-5492"/>
      <dgm:spPr>
        <a:solidFill>
          <a:schemeClr val="accent5"/>
        </a:solidFill>
      </dgm:spPr>
    </dgm:pt>
    <dgm:pt modelId="{89DA49A5-5604-3842-A57D-17849C2A32EF}" type="pres">
      <dgm:prSet presAssocID="{F0F0B2CC-7B49-5147-8653-7F054FD9EEB0}" presName="iconRect" presStyleLbl="node1" presStyleIdx="3" presStyleCnt="4" custLinFactX="300000" custLinFactNeighborX="327722"/>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Store with solid fill"/>
        </a:ext>
      </dgm:extLst>
    </dgm:pt>
    <dgm:pt modelId="{09E8AB8B-4018-174A-8D4B-65AD1B8EB5C6}" type="pres">
      <dgm:prSet presAssocID="{F0F0B2CC-7B49-5147-8653-7F054FD9EEB0}" presName="spaceRect" presStyleCnt="0"/>
      <dgm:spPr/>
    </dgm:pt>
    <dgm:pt modelId="{6646F3F4-A7FE-4A48-A0D1-30A517D1CAC6}" type="pres">
      <dgm:prSet presAssocID="{F0F0B2CC-7B49-5147-8653-7F054FD9EEB0}" presName="parTx" presStyleLbl="revTx" presStyleIdx="3" presStyleCnt="4" custLinFactNeighborX="-32624">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BCCD8A38-88D4-DF47-9E26-DC3BF613AF4E}" type="presOf" srcId="{52968F88-400B-174F-BDB6-BBF0DB8511A5}" destId="{33EEE30D-ABB2-471B-872D-A85FEFC192CD}" srcOrd="0" destOrd="0" presId="urn:microsoft.com/office/officeart/2018/2/layout/IconVerticalSolidList"/>
    <dgm:cxn modelId="{91BC1A53-D125-8B49-98FE-F1D2120E33F7}" srcId="{273F4FFB-BF9F-4EE8-B58E-FFED8E01943B}" destId="{52968F88-400B-174F-BDB6-BBF0DB8511A5}" srcOrd="0" destOrd="0" parTransId="{7ADB110D-0D55-5546-922D-F3A6F954F482}" sibTransId="{57F561BD-EB30-5F4A-AF80-6D264356F11C}"/>
    <dgm:cxn modelId="{1154BE59-1B58-418C-9504-EC0D688BA33C}" srcId="{273F4FFB-BF9F-4EE8-B58E-FFED8E01943B}" destId="{CCCABDE4-D42F-4A79-80D9-607472E8A4AF}" srcOrd="2" destOrd="0" parTransId="{EAAD90EE-0E21-4401-A75A-1643B5084443}" sibTransId="{F2E7893A-50A6-440B-AD9A-267ED4D45C29}"/>
    <dgm:cxn modelId="{6003A081-3042-A54F-97FA-C404564AEA3E}" srcId="{273F4FFB-BF9F-4EE8-B58E-FFED8E01943B}" destId="{F0F0B2CC-7B49-5147-8653-7F054FD9EEB0}" srcOrd="3" destOrd="0" parTransId="{6E6A0337-0D45-F545-90BC-97F846F19961}" sibTransId="{6751C7E2-01F9-5240-8AAC-BF0C33F4BDFC}"/>
    <dgm:cxn modelId="{39A06588-161C-2E4E-BA4F-48E34227CEC5}" type="presOf" srcId="{CCCABDE4-D42F-4A79-80D9-607472E8A4AF}" destId="{854AA2ED-FFEE-4717-8F97-F43CEB41CECA}" srcOrd="0" destOrd="0" presId="urn:microsoft.com/office/officeart/2018/2/layout/IconVerticalSolidList"/>
    <dgm:cxn modelId="{9ED38C8E-F6AD-9E4E-9B04-2A512E3A8839}" type="presOf" srcId="{F0F0B2CC-7B49-5147-8653-7F054FD9EEB0}" destId="{6646F3F4-A7FE-4A48-A0D1-30A517D1CAC6}" srcOrd="0" destOrd="0" presId="urn:microsoft.com/office/officeart/2018/2/layout/IconVerticalSolidList"/>
    <dgm:cxn modelId="{6ADADCB9-6218-C54C-8EE6-DFB45CC10C47}" type="presOf" srcId="{273F4FFB-BF9F-4EE8-B58E-FFED8E01943B}" destId="{863AB74E-3625-45B1-8EEF-82074F2886A5}" srcOrd="0" destOrd="0" presId="urn:microsoft.com/office/officeart/2018/2/layout/IconVerticalSolidList"/>
    <dgm:cxn modelId="{D02F91F2-4EB5-D841-8294-20EC321709E7}" type="presOf" srcId="{5FE25653-A7BA-47FB-8073-2B4FA7940492}" destId="{7262A4DF-EEB9-409B-BC1D-1F45D0A27FDC}" srcOrd="0" destOrd="0" presId="urn:microsoft.com/office/officeart/2018/2/layout/IconVerticalSolidList"/>
    <dgm:cxn modelId="{CDFF1C99-170E-6048-B43E-E419E890FA59}" type="presParOf" srcId="{863AB74E-3625-45B1-8EEF-82074F2886A5}" destId="{DBA91AB4-0F8C-4E02-A259-591E230C10CE}" srcOrd="0" destOrd="0" presId="urn:microsoft.com/office/officeart/2018/2/layout/IconVerticalSolidList"/>
    <dgm:cxn modelId="{76D4E39F-B1A6-DA49-A0FE-1E247E89A80D}" type="presParOf" srcId="{DBA91AB4-0F8C-4E02-A259-591E230C10CE}" destId="{D9198611-7235-4BB4-BB31-D216AABCC317}" srcOrd="0" destOrd="0" presId="urn:microsoft.com/office/officeart/2018/2/layout/IconVerticalSolidList"/>
    <dgm:cxn modelId="{A97109A0-EDCF-8D48-B356-91204481D6B1}" type="presParOf" srcId="{DBA91AB4-0F8C-4E02-A259-591E230C10CE}" destId="{E2776590-B244-4374-8BBB-C0658B713B0F}" srcOrd="1" destOrd="0" presId="urn:microsoft.com/office/officeart/2018/2/layout/IconVerticalSolidList"/>
    <dgm:cxn modelId="{B0CDB994-EBD6-1646-9E0B-EC642784ABFF}" type="presParOf" srcId="{DBA91AB4-0F8C-4E02-A259-591E230C10CE}" destId="{D4F50E5B-51DC-46C4-B36B-184882E0313F}" srcOrd="2" destOrd="0" presId="urn:microsoft.com/office/officeart/2018/2/layout/IconVerticalSolidList"/>
    <dgm:cxn modelId="{2B9C9D85-1143-E54D-A0F8-4CBC3CDAEE00}" type="presParOf" srcId="{DBA91AB4-0F8C-4E02-A259-591E230C10CE}" destId="{33EEE30D-ABB2-471B-872D-A85FEFC192CD}" srcOrd="3" destOrd="0" presId="urn:microsoft.com/office/officeart/2018/2/layout/IconVerticalSolidList"/>
    <dgm:cxn modelId="{6F8D95CA-EB15-CA4F-B65A-32B42D1EE37A}" type="presParOf" srcId="{863AB74E-3625-45B1-8EEF-82074F2886A5}" destId="{68E1EC49-CCBB-4CA9-9876-8B6D2D3C9943}" srcOrd="1" destOrd="0" presId="urn:microsoft.com/office/officeart/2018/2/layout/IconVerticalSolidList"/>
    <dgm:cxn modelId="{9CE936D1-E24F-D643-8ADB-6F6139BD888E}" type="presParOf" srcId="{863AB74E-3625-45B1-8EEF-82074F2886A5}" destId="{49459B3E-5676-4676-8856-8E627AB3FB07}" srcOrd="2" destOrd="0" presId="urn:microsoft.com/office/officeart/2018/2/layout/IconVerticalSolidList"/>
    <dgm:cxn modelId="{08A3C282-5B89-9F44-8F82-46A3AB76C8BB}" type="presParOf" srcId="{49459B3E-5676-4676-8856-8E627AB3FB07}" destId="{CFBCFFB1-6659-4D2F-B414-B2122CCC09F7}" srcOrd="0" destOrd="0" presId="urn:microsoft.com/office/officeart/2018/2/layout/IconVerticalSolidList"/>
    <dgm:cxn modelId="{9F85E871-36AF-6C48-85A4-1F22948B4ADC}" type="presParOf" srcId="{49459B3E-5676-4676-8856-8E627AB3FB07}" destId="{E4205DB3-070F-4243-94BB-88B6A8D354CE}" srcOrd="1" destOrd="0" presId="urn:microsoft.com/office/officeart/2018/2/layout/IconVerticalSolidList"/>
    <dgm:cxn modelId="{5D200912-D726-F94A-851F-EB26BDC10213}" type="presParOf" srcId="{49459B3E-5676-4676-8856-8E627AB3FB07}" destId="{8B2FF412-4138-4381-900E-74C0FA3A2EB7}" srcOrd="2" destOrd="0" presId="urn:microsoft.com/office/officeart/2018/2/layout/IconVerticalSolidList"/>
    <dgm:cxn modelId="{35B00E79-93CE-444B-B463-B53E3C44D509}" type="presParOf" srcId="{49459B3E-5676-4676-8856-8E627AB3FB07}" destId="{7262A4DF-EEB9-409B-BC1D-1F45D0A27FDC}" srcOrd="3" destOrd="0" presId="urn:microsoft.com/office/officeart/2018/2/layout/IconVerticalSolidList"/>
    <dgm:cxn modelId="{C347EBDB-FAF8-8C40-A499-42DDD2C1BFEE}" type="presParOf" srcId="{863AB74E-3625-45B1-8EEF-82074F2886A5}" destId="{46069B57-539B-486A-8A71-7E2ED541BEDA}" srcOrd="3" destOrd="0" presId="urn:microsoft.com/office/officeart/2018/2/layout/IconVerticalSolidList"/>
    <dgm:cxn modelId="{A328B44A-C928-8445-96C1-38C0B8C4C6A9}" type="presParOf" srcId="{863AB74E-3625-45B1-8EEF-82074F2886A5}" destId="{23EDF490-3A71-456F-8C5A-5A1A29AFF28C}" srcOrd="4" destOrd="0" presId="urn:microsoft.com/office/officeart/2018/2/layout/IconVerticalSolidList"/>
    <dgm:cxn modelId="{B3AF0508-B93E-CE48-A443-E4C3AE614934}" type="presParOf" srcId="{23EDF490-3A71-456F-8C5A-5A1A29AFF28C}" destId="{2797CF68-E5BF-41A3-ABCF-8E79F0896476}" srcOrd="0" destOrd="0" presId="urn:microsoft.com/office/officeart/2018/2/layout/IconVerticalSolidList"/>
    <dgm:cxn modelId="{C5B1FED2-68D3-5946-8100-9382EAE3EA20}" type="presParOf" srcId="{23EDF490-3A71-456F-8C5A-5A1A29AFF28C}" destId="{53052375-894A-423B-8CC9-89FA86F3D286}" srcOrd="1" destOrd="0" presId="urn:microsoft.com/office/officeart/2018/2/layout/IconVerticalSolidList"/>
    <dgm:cxn modelId="{FE176165-E2F8-2F4A-86D7-091F787C496A}" type="presParOf" srcId="{23EDF490-3A71-456F-8C5A-5A1A29AFF28C}" destId="{097FB52C-EEAE-4FA8-86A6-1EEB37BFEDC3}" srcOrd="2" destOrd="0" presId="urn:microsoft.com/office/officeart/2018/2/layout/IconVerticalSolidList"/>
    <dgm:cxn modelId="{7CB52128-92A3-C748-B47D-229265C94B61}" type="presParOf" srcId="{23EDF490-3A71-456F-8C5A-5A1A29AFF28C}" destId="{854AA2ED-FFEE-4717-8F97-F43CEB41CECA}" srcOrd="3" destOrd="0" presId="urn:microsoft.com/office/officeart/2018/2/layout/IconVerticalSolidList"/>
    <dgm:cxn modelId="{9793B0B4-C99A-DA42-AC44-C79A860D97D8}" type="presParOf" srcId="{863AB74E-3625-45B1-8EEF-82074F2886A5}" destId="{D8F0C14F-8347-0343-9E5E-554A702627BD}" srcOrd="5" destOrd="0" presId="urn:microsoft.com/office/officeart/2018/2/layout/IconVerticalSolidList"/>
    <dgm:cxn modelId="{0D6D88D2-44DC-5D4A-A435-2C4B8BCCCCED}" type="presParOf" srcId="{863AB74E-3625-45B1-8EEF-82074F2886A5}" destId="{D658358A-9AFD-D948-BBA7-590ADE91D654}" srcOrd="6" destOrd="0" presId="urn:microsoft.com/office/officeart/2018/2/layout/IconVerticalSolidList"/>
    <dgm:cxn modelId="{283434F4-E14D-2E43-B6BD-6FAD66F3F0D9}" type="presParOf" srcId="{D658358A-9AFD-D948-BBA7-590ADE91D654}" destId="{E4A96803-B9E9-824B-A3EB-1BC8E1600677}" srcOrd="0" destOrd="0" presId="urn:microsoft.com/office/officeart/2018/2/layout/IconVerticalSolidList"/>
    <dgm:cxn modelId="{26C42D7A-E4AA-754C-ADE7-5AE440742C0C}" type="presParOf" srcId="{D658358A-9AFD-D948-BBA7-590ADE91D654}" destId="{89DA49A5-5604-3842-A57D-17849C2A32EF}" srcOrd="1" destOrd="0" presId="urn:microsoft.com/office/officeart/2018/2/layout/IconVerticalSolidList"/>
    <dgm:cxn modelId="{6DD800C0-7E49-E448-A9D6-560B893F04CB}" type="presParOf" srcId="{D658358A-9AFD-D948-BBA7-590ADE91D654}" destId="{09E8AB8B-4018-174A-8D4B-65AD1B8EB5C6}" srcOrd="2" destOrd="0" presId="urn:microsoft.com/office/officeart/2018/2/layout/IconVerticalSolidList"/>
    <dgm:cxn modelId="{01605177-B391-2A4D-B975-136B9D0097D4}" type="presParOf" srcId="{D658358A-9AFD-D948-BBA7-590ADE91D654}" destId="{6646F3F4-A7FE-4A48-A0D1-30A517D1CAC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763135EB-45B6-44F3-8AC7-E04D6E17E3EC}"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0D4DC9E4-B9A4-4266-8A1B-84C7F7CCF392}">
      <dgm:prSet/>
      <dgm:spPr/>
      <dgm:t>
        <a:bodyPr rtlCol="1"/>
        <a:lstStyle/>
        <a:p>
          <a:pPr rtl="1"/>
          <a:r>
            <a:rPr lang="ar" b="1" dirty="0">
              <a:latin typeface="Times New Roman" panose="02020603050405020304" pitchFamily="18" charset="0"/>
              <a:cs typeface="Times New Roman" panose="02020603050405020304" pitchFamily="18" charset="0"/>
            </a:rPr>
            <a:t>أبحاث السوق</a:t>
          </a:r>
          <a:endParaRPr lang="en-US" b="1" dirty="0">
            <a:latin typeface="Times New Roman" panose="02020603050405020304" pitchFamily="18" charset="0"/>
            <a:cs typeface="Times New Roman" panose="02020603050405020304" pitchFamily="18" charset="0"/>
          </a:endParaRPr>
        </a:p>
      </dgm:t>
    </dgm:pt>
    <dgm:pt modelId="{54163A49-0939-44A7-9AD2-45D2733E3C4C}" type="parTrans" cxnId="{FFFB14CA-F749-4F1D-AD47-AAFCA5935200}">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DCC91807-A7D2-48AF-9853-CAE0C3695876}" type="sibTrans" cxnId="{FFFB14CA-F749-4F1D-AD47-AAFCA5935200}">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3C1FC412-48BA-4359-9A86-086E35DC091E}">
      <dgm:prSet/>
      <dgm:spPr/>
      <dgm:t>
        <a:bodyPr rtlCol="1"/>
        <a:lstStyle/>
        <a:p>
          <a:pPr rtl="1"/>
          <a:r>
            <a:rPr lang="ar">
              <a:latin typeface="Times New Roman" panose="02020603050405020304" pitchFamily="18" charset="0"/>
              <a:cs typeface="Times New Roman" panose="02020603050405020304" pitchFamily="18" charset="0"/>
            </a:rPr>
            <a:t>الاستبيانات والمقابلات العامة (الورقية)</a:t>
          </a:r>
          <a:endParaRPr lang="en-US">
            <a:latin typeface="Times New Roman" panose="02020603050405020304" pitchFamily="18" charset="0"/>
            <a:cs typeface="Times New Roman" panose="02020603050405020304" pitchFamily="18" charset="0"/>
          </a:endParaRPr>
        </a:p>
      </dgm:t>
    </dgm:pt>
    <dgm:pt modelId="{8FEC9146-95EA-433C-9234-211FC6AE61FF}" type="parTrans" cxnId="{3491DCBD-20A6-4615-99E3-DA2CCF0C2F0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FE5D4F36-74A3-43AC-B6AF-C29551EE6B98}" type="sibTrans" cxnId="{3491DCBD-20A6-4615-99E3-DA2CCF0C2F0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C26A5C5F-C2BB-44BA-A700-2A8105F664C0}">
      <dgm:prSet/>
      <dgm:spPr/>
      <dgm:t>
        <a:bodyPr rtlCol="1"/>
        <a:lstStyle/>
        <a:p>
          <a:pPr rtl="1"/>
          <a:r>
            <a:rPr lang="ar" dirty="0">
              <a:latin typeface="Times New Roman" panose="02020603050405020304" pitchFamily="18" charset="0"/>
              <a:cs typeface="Times New Roman" panose="02020603050405020304" pitchFamily="18" charset="0"/>
            </a:rPr>
            <a:t>الاستبيانات والمقابلات الرقمية </a:t>
          </a:r>
          <a:br>
            <a:rPr 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عبر الإنترنت</a:t>
          </a:r>
          <a:endParaRPr lang="en-US" dirty="0">
            <a:latin typeface="Times New Roman" panose="02020603050405020304" pitchFamily="18" charset="0"/>
            <a:cs typeface="Times New Roman" panose="02020603050405020304" pitchFamily="18" charset="0"/>
          </a:endParaRPr>
        </a:p>
      </dgm:t>
    </dgm:pt>
    <dgm:pt modelId="{060935CC-368E-4D1A-9433-AFD50B626B9C}" type="parTrans" cxnId="{7C5A248C-1DCD-455A-AE58-395F9E9A84B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53D4A297-37C8-4A20-961F-8DE2A77D0FEB}" type="sibTrans" cxnId="{7C5A248C-1DCD-455A-AE58-395F9E9A84B3}">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B50522DD-F9FA-49B5-A0D2-A9F15385C59D}">
      <dgm:prSet/>
      <dgm:spPr/>
      <dgm:t>
        <a:bodyPr rtlCol="1"/>
        <a:lstStyle/>
        <a:p>
          <a:pPr rtl="1"/>
          <a:r>
            <a:rPr lang="ar">
              <a:latin typeface="Times New Roman" panose="02020603050405020304" pitchFamily="18" charset="0"/>
              <a:cs typeface="Times New Roman" panose="02020603050405020304" pitchFamily="18" charset="0"/>
            </a:rPr>
            <a:t>تحليل سوات</a:t>
          </a:r>
          <a:endParaRPr lang="en-US">
            <a:latin typeface="Times New Roman" panose="02020603050405020304" pitchFamily="18" charset="0"/>
            <a:cs typeface="Times New Roman" panose="02020603050405020304" pitchFamily="18" charset="0"/>
          </a:endParaRPr>
        </a:p>
      </dgm:t>
    </dgm:pt>
    <dgm:pt modelId="{66D71E9A-82CE-4846-8397-011CEF55F1CA}" type="parTrans" cxnId="{F0C38C9A-EB8D-43B5-A659-E6AA4B034D3D}">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A9B34583-3CD6-4529-A908-45D480B20DBA}" type="sibTrans" cxnId="{F0C38C9A-EB8D-43B5-A659-E6AA4B034D3D}">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6FD15498-8BC0-4F01-B665-C0C04AAAACE5}">
      <dgm:prSet/>
      <dgm:spPr/>
      <dgm:t>
        <a:bodyPr rtlCol="1"/>
        <a:lstStyle/>
        <a:p>
          <a:pPr rtl="1"/>
          <a:r>
            <a:rPr lang="ar">
              <a:latin typeface="Times New Roman" panose="02020603050405020304" pitchFamily="18" charset="0"/>
              <a:cs typeface="Times New Roman" panose="02020603050405020304" pitchFamily="18" charset="0"/>
            </a:rPr>
            <a:t>تحليل الفرص والمنافسة في المناطق المحلية.</a:t>
          </a:r>
          <a:endParaRPr lang="en-US">
            <a:latin typeface="Times New Roman" panose="02020603050405020304" pitchFamily="18" charset="0"/>
            <a:cs typeface="Times New Roman" panose="02020603050405020304" pitchFamily="18" charset="0"/>
          </a:endParaRPr>
        </a:p>
      </dgm:t>
    </dgm:pt>
    <dgm:pt modelId="{06F858C0-34F8-4CA6-9CC8-D72AC89BDAF5}" type="parTrans" cxnId="{E39364F0-FFD0-4DBA-8C24-1B988CDC908E}">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EA1930F7-CE8C-40A5-96E6-5E79FBA63CFB}" type="sibTrans" cxnId="{E39364F0-FFD0-4DBA-8C24-1B988CDC908E}">
      <dgm:prSet/>
      <dgm:spPr/>
      <dgm:t>
        <a:bodyPr rtlCol="1"/>
        <a:lstStyle/>
        <a:p>
          <a:pPr rtl="1"/>
          <a:endParaRPr lang="en-US">
            <a:latin typeface="Times New Roman" panose="02020603050405020304" pitchFamily="18" charset="0"/>
            <a:cs typeface="Times New Roman" panose="02020603050405020304" pitchFamily="18" charset="0"/>
          </a:endParaRPr>
        </a:p>
      </dgm:t>
    </dgm:pt>
    <dgm:pt modelId="{CB24B18A-7A3E-4E9D-94C9-5B1F54FD1377}" type="pres">
      <dgm:prSet presAssocID="{763135EB-45B6-44F3-8AC7-E04D6E17E3EC}" presName="root" presStyleCnt="0">
        <dgm:presLayoutVars>
          <dgm:dir/>
          <dgm:resizeHandles val="exact"/>
        </dgm:presLayoutVars>
      </dgm:prSet>
      <dgm:spPr/>
    </dgm:pt>
    <dgm:pt modelId="{6749530E-67D0-40E9-A399-993EEC1FB9B1}" type="pres">
      <dgm:prSet presAssocID="{0D4DC9E4-B9A4-4266-8A1B-84C7F7CCF392}" presName="compNode" presStyleCnt="0"/>
      <dgm:spPr/>
    </dgm:pt>
    <dgm:pt modelId="{50D9E0E1-53B9-4F3F-8502-0BF68DBE1EED}" type="pres">
      <dgm:prSet presAssocID="{0D4DC9E4-B9A4-4266-8A1B-84C7F7CCF392}" presName="bgRect" presStyleLbl="bgShp" presStyleIdx="0" presStyleCnt="5"/>
      <dgm:spPr>
        <a:solidFill>
          <a:schemeClr val="accent6">
            <a:lumMod val="20000"/>
            <a:lumOff val="80000"/>
          </a:schemeClr>
        </a:solidFill>
      </dgm:spPr>
    </dgm:pt>
    <dgm:pt modelId="{5AB3C617-8028-42F8-B6CB-47A3863CC963}" type="pres">
      <dgm:prSet presAssocID="{0D4DC9E4-B9A4-4266-8A1B-84C7F7CCF392}" presName="iconRect" presStyleLbl="node1" presStyleIdx="0" presStyleCnt="5" custLinFactX="350546" custLinFactNeighborX="4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77A5CB26-E7AF-4EE7-8109-165DFF09EC38}" type="pres">
      <dgm:prSet presAssocID="{0D4DC9E4-B9A4-4266-8A1B-84C7F7CCF392}" presName="spaceRect" presStyleCnt="0"/>
      <dgm:spPr/>
    </dgm:pt>
    <dgm:pt modelId="{F4BDA973-3284-4AF2-8BED-ADF95DCD0E0B}" type="pres">
      <dgm:prSet presAssocID="{0D4DC9E4-B9A4-4266-8A1B-84C7F7CCF392}" presName="parTx" presStyleLbl="revTx" presStyleIdx="0" presStyleCnt="5" custLinFactNeighborX="-27129">
        <dgm:presLayoutVars>
          <dgm:chMax val="0"/>
          <dgm:chPref val="0"/>
        </dgm:presLayoutVars>
      </dgm:prSet>
      <dgm:spPr/>
    </dgm:pt>
    <dgm:pt modelId="{F80F8485-7A2A-48E3-BED8-99193F8D27EF}" type="pres">
      <dgm:prSet presAssocID="{DCC91807-A7D2-48AF-9853-CAE0C3695876}" presName="sibTrans" presStyleCnt="0"/>
      <dgm:spPr/>
    </dgm:pt>
    <dgm:pt modelId="{DEB7C983-25CC-4B10-B149-FEDCF00FC4DE}" type="pres">
      <dgm:prSet presAssocID="{3C1FC412-48BA-4359-9A86-086E35DC091E}" presName="compNode" presStyleCnt="0"/>
      <dgm:spPr/>
    </dgm:pt>
    <dgm:pt modelId="{5DBB4B1E-8E32-476A-B6A5-AD9FE568C97F}" type="pres">
      <dgm:prSet presAssocID="{3C1FC412-48BA-4359-9A86-086E35DC091E}" presName="bgRect" presStyleLbl="bgShp" presStyleIdx="1" presStyleCnt="5"/>
      <dgm:spPr>
        <a:solidFill>
          <a:schemeClr val="accent5">
            <a:lumMod val="90000"/>
          </a:schemeClr>
        </a:solidFill>
      </dgm:spPr>
    </dgm:pt>
    <dgm:pt modelId="{D24457CB-452D-4E7D-B32B-2F6BB02D90A8}" type="pres">
      <dgm:prSet presAssocID="{3C1FC412-48BA-4359-9A86-086E35DC091E}" presName="iconRect" presStyleLbl="node1" presStyleIdx="1" presStyleCnt="5" custLinFactX="350546" custLinFactNeighborX="4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List"/>
        </a:ext>
      </dgm:extLst>
    </dgm:pt>
    <dgm:pt modelId="{4DE361F1-5DAC-49B8-9529-C90B11FD2926}" type="pres">
      <dgm:prSet presAssocID="{3C1FC412-48BA-4359-9A86-086E35DC091E}" presName="spaceRect" presStyleCnt="0"/>
      <dgm:spPr/>
    </dgm:pt>
    <dgm:pt modelId="{E17C63EA-E20F-4E34-B72A-5BB7803E4A3E}" type="pres">
      <dgm:prSet presAssocID="{3C1FC412-48BA-4359-9A86-086E35DC091E}" presName="parTx" presStyleLbl="revTx" presStyleIdx="1" presStyleCnt="5" custLinFactNeighborX="-27129">
        <dgm:presLayoutVars>
          <dgm:chMax val="0"/>
          <dgm:chPref val="0"/>
        </dgm:presLayoutVars>
      </dgm:prSet>
      <dgm:spPr/>
    </dgm:pt>
    <dgm:pt modelId="{8578336B-B59B-4A47-AE0D-90148A404408}" type="pres">
      <dgm:prSet presAssocID="{FE5D4F36-74A3-43AC-B6AF-C29551EE6B98}" presName="sibTrans" presStyleCnt="0"/>
      <dgm:spPr/>
    </dgm:pt>
    <dgm:pt modelId="{E3A019DD-75E2-4A22-9FA4-F41FCF0C2964}" type="pres">
      <dgm:prSet presAssocID="{C26A5C5F-C2BB-44BA-A700-2A8105F664C0}" presName="compNode" presStyleCnt="0"/>
      <dgm:spPr/>
    </dgm:pt>
    <dgm:pt modelId="{D772CF3F-C616-45A5-826A-FD26F610E258}" type="pres">
      <dgm:prSet presAssocID="{C26A5C5F-C2BB-44BA-A700-2A8105F664C0}" presName="bgRect" presStyleLbl="bgShp" presStyleIdx="2" presStyleCnt="5"/>
      <dgm:spPr>
        <a:solidFill>
          <a:schemeClr val="accent6">
            <a:lumMod val="20000"/>
            <a:lumOff val="80000"/>
          </a:schemeClr>
        </a:solidFill>
      </dgm:spPr>
    </dgm:pt>
    <dgm:pt modelId="{BC7D3799-E60F-40C2-B64A-B58B6C7AED1F}" type="pres">
      <dgm:prSet presAssocID="{C26A5C5F-C2BB-44BA-A700-2A8105F664C0}" presName="iconRect" presStyleLbl="node1" presStyleIdx="2" presStyleCnt="5" custLinFactX="350546" custLinFactNeighborX="4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704E67FE-30E3-4584-8EED-E62A76EC7F63}" type="pres">
      <dgm:prSet presAssocID="{C26A5C5F-C2BB-44BA-A700-2A8105F664C0}" presName="spaceRect" presStyleCnt="0"/>
      <dgm:spPr/>
    </dgm:pt>
    <dgm:pt modelId="{64CE55E0-3B6A-4AF8-84DF-A2043C688A4F}" type="pres">
      <dgm:prSet presAssocID="{C26A5C5F-C2BB-44BA-A700-2A8105F664C0}" presName="parTx" presStyleLbl="revTx" presStyleIdx="2" presStyleCnt="5" custLinFactNeighborX="-27129">
        <dgm:presLayoutVars>
          <dgm:chMax val="0"/>
          <dgm:chPref val="0"/>
        </dgm:presLayoutVars>
      </dgm:prSet>
      <dgm:spPr/>
    </dgm:pt>
    <dgm:pt modelId="{28DD9352-4C15-4239-AB3F-81FC7DC3E8FE}" type="pres">
      <dgm:prSet presAssocID="{53D4A297-37C8-4A20-961F-8DE2A77D0FEB}" presName="sibTrans" presStyleCnt="0"/>
      <dgm:spPr/>
    </dgm:pt>
    <dgm:pt modelId="{0BF2D069-82DC-4422-8CD8-93FC00003BA4}" type="pres">
      <dgm:prSet presAssocID="{B50522DD-F9FA-49B5-A0D2-A9F15385C59D}" presName="compNode" presStyleCnt="0"/>
      <dgm:spPr/>
    </dgm:pt>
    <dgm:pt modelId="{9C0B52CE-3EB1-401D-AA81-F6BC9DAC699E}" type="pres">
      <dgm:prSet presAssocID="{B50522DD-F9FA-49B5-A0D2-A9F15385C59D}" presName="bgRect" presStyleLbl="bgShp" presStyleIdx="3" presStyleCnt="5"/>
      <dgm:spPr>
        <a:solidFill>
          <a:schemeClr val="accent5">
            <a:lumMod val="90000"/>
          </a:schemeClr>
        </a:solidFill>
      </dgm:spPr>
    </dgm:pt>
    <dgm:pt modelId="{ABCE674C-ECE0-4609-AE7B-CAD52FED5984}" type="pres">
      <dgm:prSet presAssocID="{B50522DD-F9FA-49B5-A0D2-A9F15385C59D}" presName="iconRect" presStyleLbl="node1" presStyleIdx="3" presStyleCnt="5" custLinFactX="350546" custLinFactNeighborX="4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rning"/>
        </a:ext>
      </dgm:extLst>
    </dgm:pt>
    <dgm:pt modelId="{3372FAE5-B52C-466D-9334-AF656D5A89B9}" type="pres">
      <dgm:prSet presAssocID="{B50522DD-F9FA-49B5-A0D2-A9F15385C59D}" presName="spaceRect" presStyleCnt="0"/>
      <dgm:spPr/>
    </dgm:pt>
    <dgm:pt modelId="{9292DEA1-75EE-4396-9D25-228D83CC5F74}" type="pres">
      <dgm:prSet presAssocID="{B50522DD-F9FA-49B5-A0D2-A9F15385C59D}" presName="parTx" presStyleLbl="revTx" presStyleIdx="3" presStyleCnt="5" custLinFactNeighborX="-27129">
        <dgm:presLayoutVars>
          <dgm:chMax val="0"/>
          <dgm:chPref val="0"/>
        </dgm:presLayoutVars>
      </dgm:prSet>
      <dgm:spPr/>
    </dgm:pt>
    <dgm:pt modelId="{8604C6B6-EA74-4680-B879-6C0CDF7EE2DC}" type="pres">
      <dgm:prSet presAssocID="{A9B34583-3CD6-4529-A908-45D480B20DBA}" presName="sibTrans" presStyleCnt="0"/>
      <dgm:spPr/>
    </dgm:pt>
    <dgm:pt modelId="{B96E9E40-AB8F-4FA0-A3D4-08C0CE5B5128}" type="pres">
      <dgm:prSet presAssocID="{6FD15498-8BC0-4F01-B665-C0C04AAAACE5}" presName="compNode" presStyleCnt="0"/>
      <dgm:spPr/>
    </dgm:pt>
    <dgm:pt modelId="{772F1DC7-83B8-46C0-837D-D9EA964A48DA}" type="pres">
      <dgm:prSet presAssocID="{6FD15498-8BC0-4F01-B665-C0C04AAAACE5}" presName="bgRect" presStyleLbl="bgShp" presStyleIdx="4" presStyleCnt="5"/>
      <dgm:spPr>
        <a:solidFill>
          <a:schemeClr val="accent6">
            <a:lumMod val="20000"/>
            <a:lumOff val="80000"/>
          </a:schemeClr>
        </a:solidFill>
      </dgm:spPr>
    </dgm:pt>
    <dgm:pt modelId="{3216A76F-8543-45A5-B3EA-0DF9D9010DC9}" type="pres">
      <dgm:prSet presAssocID="{6FD15498-8BC0-4F01-B665-C0C04AAAACE5}" presName="iconRect" presStyleLbl="node1" presStyleIdx="4" presStyleCnt="5" custLinFactX="350546" custLinFactNeighborX="400000"/>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Map with pin with solid fill"/>
        </a:ext>
      </dgm:extLst>
    </dgm:pt>
    <dgm:pt modelId="{ED3DBF88-BCC1-4EE3-8B2A-C664038851C4}" type="pres">
      <dgm:prSet presAssocID="{6FD15498-8BC0-4F01-B665-C0C04AAAACE5}" presName="spaceRect" presStyleCnt="0"/>
      <dgm:spPr/>
    </dgm:pt>
    <dgm:pt modelId="{81DEB941-B859-45D8-9ED5-44A27DE504D6}" type="pres">
      <dgm:prSet presAssocID="{6FD15498-8BC0-4F01-B665-C0C04AAAACE5}" presName="parTx" presStyleLbl="revTx" presStyleIdx="4" presStyleCnt="5" custLinFactNeighborX="-27129">
        <dgm:presLayoutVars>
          <dgm:chMax val="0"/>
          <dgm:chPref val="0"/>
        </dgm:presLayoutVars>
      </dgm:prSet>
      <dgm:spPr/>
    </dgm:pt>
  </dgm:ptLst>
  <dgm:cxnLst>
    <dgm:cxn modelId="{9C2CA268-C12F-4B3C-9A86-81495DE9DA16}" type="presOf" srcId="{3C1FC412-48BA-4359-9A86-086E35DC091E}" destId="{E17C63EA-E20F-4E34-B72A-5BB7803E4A3E}" srcOrd="0" destOrd="0" presId="urn:microsoft.com/office/officeart/2018/2/layout/IconVerticalSolidList"/>
    <dgm:cxn modelId="{E244F48B-1B0D-43EB-A5A7-1CE97C9BA15C}" type="presOf" srcId="{763135EB-45B6-44F3-8AC7-E04D6E17E3EC}" destId="{CB24B18A-7A3E-4E9D-94C9-5B1F54FD1377}" srcOrd="0" destOrd="0" presId="urn:microsoft.com/office/officeart/2018/2/layout/IconVerticalSolidList"/>
    <dgm:cxn modelId="{7C5A248C-1DCD-455A-AE58-395F9E9A84B3}" srcId="{763135EB-45B6-44F3-8AC7-E04D6E17E3EC}" destId="{C26A5C5F-C2BB-44BA-A700-2A8105F664C0}" srcOrd="2" destOrd="0" parTransId="{060935CC-368E-4D1A-9433-AFD50B626B9C}" sibTransId="{53D4A297-37C8-4A20-961F-8DE2A77D0FEB}"/>
    <dgm:cxn modelId="{F0C38C9A-EB8D-43B5-A659-E6AA4B034D3D}" srcId="{763135EB-45B6-44F3-8AC7-E04D6E17E3EC}" destId="{B50522DD-F9FA-49B5-A0D2-A9F15385C59D}" srcOrd="3" destOrd="0" parTransId="{66D71E9A-82CE-4846-8397-011CEF55F1CA}" sibTransId="{A9B34583-3CD6-4529-A908-45D480B20DBA}"/>
    <dgm:cxn modelId="{3491DCBD-20A6-4615-99E3-DA2CCF0C2F03}" srcId="{763135EB-45B6-44F3-8AC7-E04D6E17E3EC}" destId="{3C1FC412-48BA-4359-9A86-086E35DC091E}" srcOrd="1" destOrd="0" parTransId="{8FEC9146-95EA-433C-9234-211FC6AE61FF}" sibTransId="{FE5D4F36-74A3-43AC-B6AF-C29551EE6B98}"/>
    <dgm:cxn modelId="{FFFB14CA-F749-4F1D-AD47-AAFCA5935200}" srcId="{763135EB-45B6-44F3-8AC7-E04D6E17E3EC}" destId="{0D4DC9E4-B9A4-4266-8A1B-84C7F7CCF392}" srcOrd="0" destOrd="0" parTransId="{54163A49-0939-44A7-9AD2-45D2733E3C4C}" sibTransId="{DCC91807-A7D2-48AF-9853-CAE0C3695876}"/>
    <dgm:cxn modelId="{C5B285D0-09AC-4EDA-9D9F-292BD26684C1}" type="presOf" srcId="{B50522DD-F9FA-49B5-A0D2-A9F15385C59D}" destId="{9292DEA1-75EE-4396-9D25-228D83CC5F74}" srcOrd="0" destOrd="0" presId="urn:microsoft.com/office/officeart/2018/2/layout/IconVerticalSolidList"/>
    <dgm:cxn modelId="{BFDC81DC-45FD-4C35-9A7C-96D2F41030DD}" type="presOf" srcId="{C26A5C5F-C2BB-44BA-A700-2A8105F664C0}" destId="{64CE55E0-3B6A-4AF8-84DF-A2043C688A4F}" srcOrd="0" destOrd="0" presId="urn:microsoft.com/office/officeart/2018/2/layout/IconVerticalSolidList"/>
    <dgm:cxn modelId="{E39364F0-FFD0-4DBA-8C24-1B988CDC908E}" srcId="{763135EB-45B6-44F3-8AC7-E04D6E17E3EC}" destId="{6FD15498-8BC0-4F01-B665-C0C04AAAACE5}" srcOrd="4" destOrd="0" parTransId="{06F858C0-34F8-4CA6-9CC8-D72AC89BDAF5}" sibTransId="{EA1930F7-CE8C-40A5-96E6-5E79FBA63CFB}"/>
    <dgm:cxn modelId="{A29B39F3-062A-4EDA-AFA9-970AFCEC9C6E}" type="presOf" srcId="{0D4DC9E4-B9A4-4266-8A1B-84C7F7CCF392}" destId="{F4BDA973-3284-4AF2-8BED-ADF95DCD0E0B}" srcOrd="0" destOrd="0" presId="urn:microsoft.com/office/officeart/2018/2/layout/IconVerticalSolidList"/>
    <dgm:cxn modelId="{2B7327FE-ACE4-43F0-B0CD-EE2FB0E71F3E}" type="presOf" srcId="{6FD15498-8BC0-4F01-B665-C0C04AAAACE5}" destId="{81DEB941-B859-45D8-9ED5-44A27DE504D6}" srcOrd="0" destOrd="0" presId="urn:microsoft.com/office/officeart/2018/2/layout/IconVerticalSolidList"/>
    <dgm:cxn modelId="{FCC70087-B9D9-4347-AB94-B7E16B06A35A}" type="presParOf" srcId="{CB24B18A-7A3E-4E9D-94C9-5B1F54FD1377}" destId="{6749530E-67D0-40E9-A399-993EEC1FB9B1}" srcOrd="0" destOrd="0" presId="urn:microsoft.com/office/officeart/2018/2/layout/IconVerticalSolidList"/>
    <dgm:cxn modelId="{5D7B9DBA-54B6-4DE8-B534-1DB6988195CF}" type="presParOf" srcId="{6749530E-67D0-40E9-A399-993EEC1FB9B1}" destId="{50D9E0E1-53B9-4F3F-8502-0BF68DBE1EED}" srcOrd="0" destOrd="0" presId="urn:microsoft.com/office/officeart/2018/2/layout/IconVerticalSolidList"/>
    <dgm:cxn modelId="{EDF7F526-5186-4895-9ED7-B971CE9ABB88}" type="presParOf" srcId="{6749530E-67D0-40E9-A399-993EEC1FB9B1}" destId="{5AB3C617-8028-42F8-B6CB-47A3863CC963}" srcOrd="1" destOrd="0" presId="urn:microsoft.com/office/officeart/2018/2/layout/IconVerticalSolidList"/>
    <dgm:cxn modelId="{48FDA3FB-2A84-4BD8-8FC8-C3EFA788B818}" type="presParOf" srcId="{6749530E-67D0-40E9-A399-993EEC1FB9B1}" destId="{77A5CB26-E7AF-4EE7-8109-165DFF09EC38}" srcOrd="2" destOrd="0" presId="urn:microsoft.com/office/officeart/2018/2/layout/IconVerticalSolidList"/>
    <dgm:cxn modelId="{EF56B979-DC97-481F-88F6-0C77B5CEB3C5}" type="presParOf" srcId="{6749530E-67D0-40E9-A399-993EEC1FB9B1}" destId="{F4BDA973-3284-4AF2-8BED-ADF95DCD0E0B}" srcOrd="3" destOrd="0" presId="urn:microsoft.com/office/officeart/2018/2/layout/IconVerticalSolidList"/>
    <dgm:cxn modelId="{C26DE479-F53C-4847-B6CB-48E6DB25763B}" type="presParOf" srcId="{CB24B18A-7A3E-4E9D-94C9-5B1F54FD1377}" destId="{F80F8485-7A2A-48E3-BED8-99193F8D27EF}" srcOrd="1" destOrd="0" presId="urn:microsoft.com/office/officeart/2018/2/layout/IconVerticalSolidList"/>
    <dgm:cxn modelId="{691A2E1E-8BE6-41DD-9A2D-B5AE25ED5F47}" type="presParOf" srcId="{CB24B18A-7A3E-4E9D-94C9-5B1F54FD1377}" destId="{DEB7C983-25CC-4B10-B149-FEDCF00FC4DE}" srcOrd="2" destOrd="0" presId="urn:microsoft.com/office/officeart/2018/2/layout/IconVerticalSolidList"/>
    <dgm:cxn modelId="{2957A603-796B-485E-BA54-E90B0F5658E5}" type="presParOf" srcId="{DEB7C983-25CC-4B10-B149-FEDCF00FC4DE}" destId="{5DBB4B1E-8E32-476A-B6A5-AD9FE568C97F}" srcOrd="0" destOrd="0" presId="urn:microsoft.com/office/officeart/2018/2/layout/IconVerticalSolidList"/>
    <dgm:cxn modelId="{79544CBA-30E1-4414-88F3-1EA4BCD2BA3A}" type="presParOf" srcId="{DEB7C983-25CC-4B10-B149-FEDCF00FC4DE}" destId="{D24457CB-452D-4E7D-B32B-2F6BB02D90A8}" srcOrd="1" destOrd="0" presId="urn:microsoft.com/office/officeart/2018/2/layout/IconVerticalSolidList"/>
    <dgm:cxn modelId="{A692EC43-5E18-4DAD-93D7-FA0F24273634}" type="presParOf" srcId="{DEB7C983-25CC-4B10-B149-FEDCF00FC4DE}" destId="{4DE361F1-5DAC-49B8-9529-C90B11FD2926}" srcOrd="2" destOrd="0" presId="urn:microsoft.com/office/officeart/2018/2/layout/IconVerticalSolidList"/>
    <dgm:cxn modelId="{55334D73-9A93-4ACE-98A3-B4195EF34C63}" type="presParOf" srcId="{DEB7C983-25CC-4B10-B149-FEDCF00FC4DE}" destId="{E17C63EA-E20F-4E34-B72A-5BB7803E4A3E}" srcOrd="3" destOrd="0" presId="urn:microsoft.com/office/officeart/2018/2/layout/IconVerticalSolidList"/>
    <dgm:cxn modelId="{A01A8E6E-FB8B-4774-81EE-B6106E402240}" type="presParOf" srcId="{CB24B18A-7A3E-4E9D-94C9-5B1F54FD1377}" destId="{8578336B-B59B-4A47-AE0D-90148A404408}" srcOrd="3" destOrd="0" presId="urn:microsoft.com/office/officeart/2018/2/layout/IconVerticalSolidList"/>
    <dgm:cxn modelId="{F2E47472-2C43-4C49-BE2C-2EEA0AE00536}" type="presParOf" srcId="{CB24B18A-7A3E-4E9D-94C9-5B1F54FD1377}" destId="{E3A019DD-75E2-4A22-9FA4-F41FCF0C2964}" srcOrd="4" destOrd="0" presId="urn:microsoft.com/office/officeart/2018/2/layout/IconVerticalSolidList"/>
    <dgm:cxn modelId="{3930A20B-BE76-46DA-8928-3EE41A8209BE}" type="presParOf" srcId="{E3A019DD-75E2-4A22-9FA4-F41FCF0C2964}" destId="{D772CF3F-C616-45A5-826A-FD26F610E258}" srcOrd="0" destOrd="0" presId="urn:microsoft.com/office/officeart/2018/2/layout/IconVerticalSolidList"/>
    <dgm:cxn modelId="{80EB5CE3-E4AB-49C1-8693-A9A8022951D6}" type="presParOf" srcId="{E3A019DD-75E2-4A22-9FA4-F41FCF0C2964}" destId="{BC7D3799-E60F-40C2-B64A-B58B6C7AED1F}" srcOrd="1" destOrd="0" presId="urn:microsoft.com/office/officeart/2018/2/layout/IconVerticalSolidList"/>
    <dgm:cxn modelId="{ED035631-21A0-4531-8CE8-375B57399FEE}" type="presParOf" srcId="{E3A019DD-75E2-4A22-9FA4-F41FCF0C2964}" destId="{704E67FE-30E3-4584-8EED-E62A76EC7F63}" srcOrd="2" destOrd="0" presId="urn:microsoft.com/office/officeart/2018/2/layout/IconVerticalSolidList"/>
    <dgm:cxn modelId="{6451013F-33FC-4E4E-9C82-49DA27E2D5F4}" type="presParOf" srcId="{E3A019DD-75E2-4A22-9FA4-F41FCF0C2964}" destId="{64CE55E0-3B6A-4AF8-84DF-A2043C688A4F}" srcOrd="3" destOrd="0" presId="urn:microsoft.com/office/officeart/2018/2/layout/IconVerticalSolidList"/>
    <dgm:cxn modelId="{1687F339-A5B1-401D-82A5-DA480A0C1920}" type="presParOf" srcId="{CB24B18A-7A3E-4E9D-94C9-5B1F54FD1377}" destId="{28DD9352-4C15-4239-AB3F-81FC7DC3E8FE}" srcOrd="5" destOrd="0" presId="urn:microsoft.com/office/officeart/2018/2/layout/IconVerticalSolidList"/>
    <dgm:cxn modelId="{EE6C7B4F-429A-48CA-B3FA-2FF0EE5E9634}" type="presParOf" srcId="{CB24B18A-7A3E-4E9D-94C9-5B1F54FD1377}" destId="{0BF2D069-82DC-4422-8CD8-93FC00003BA4}" srcOrd="6" destOrd="0" presId="urn:microsoft.com/office/officeart/2018/2/layout/IconVerticalSolidList"/>
    <dgm:cxn modelId="{4821520A-7840-46F9-B9BC-72A3F550965D}" type="presParOf" srcId="{0BF2D069-82DC-4422-8CD8-93FC00003BA4}" destId="{9C0B52CE-3EB1-401D-AA81-F6BC9DAC699E}" srcOrd="0" destOrd="0" presId="urn:microsoft.com/office/officeart/2018/2/layout/IconVerticalSolidList"/>
    <dgm:cxn modelId="{4AF87F8C-BA09-4E1E-A38B-A4A34C0E475B}" type="presParOf" srcId="{0BF2D069-82DC-4422-8CD8-93FC00003BA4}" destId="{ABCE674C-ECE0-4609-AE7B-CAD52FED5984}" srcOrd="1" destOrd="0" presId="urn:microsoft.com/office/officeart/2018/2/layout/IconVerticalSolidList"/>
    <dgm:cxn modelId="{1860413A-A74D-4825-8983-C558FBE49298}" type="presParOf" srcId="{0BF2D069-82DC-4422-8CD8-93FC00003BA4}" destId="{3372FAE5-B52C-466D-9334-AF656D5A89B9}" srcOrd="2" destOrd="0" presId="urn:microsoft.com/office/officeart/2018/2/layout/IconVerticalSolidList"/>
    <dgm:cxn modelId="{7F7AAA03-6EB8-474A-A457-2D89B5EE9CB2}" type="presParOf" srcId="{0BF2D069-82DC-4422-8CD8-93FC00003BA4}" destId="{9292DEA1-75EE-4396-9D25-228D83CC5F74}" srcOrd="3" destOrd="0" presId="urn:microsoft.com/office/officeart/2018/2/layout/IconVerticalSolidList"/>
    <dgm:cxn modelId="{74580579-0FE7-4EFF-A954-D290490ACFB6}" type="presParOf" srcId="{CB24B18A-7A3E-4E9D-94C9-5B1F54FD1377}" destId="{8604C6B6-EA74-4680-B879-6C0CDF7EE2DC}" srcOrd="7" destOrd="0" presId="urn:microsoft.com/office/officeart/2018/2/layout/IconVerticalSolidList"/>
    <dgm:cxn modelId="{14C20E77-84CC-416B-A845-AA319EC6C5C4}" type="presParOf" srcId="{CB24B18A-7A3E-4E9D-94C9-5B1F54FD1377}" destId="{B96E9E40-AB8F-4FA0-A3D4-08C0CE5B5128}" srcOrd="8" destOrd="0" presId="urn:microsoft.com/office/officeart/2018/2/layout/IconVerticalSolidList"/>
    <dgm:cxn modelId="{0B128A29-E2E1-4124-85DA-8868812AD7E0}" type="presParOf" srcId="{B96E9E40-AB8F-4FA0-A3D4-08C0CE5B5128}" destId="{772F1DC7-83B8-46C0-837D-D9EA964A48DA}" srcOrd="0" destOrd="0" presId="urn:microsoft.com/office/officeart/2018/2/layout/IconVerticalSolidList"/>
    <dgm:cxn modelId="{BD19490B-EE85-45C3-AA3A-9C4FE0CAE06C}" type="presParOf" srcId="{B96E9E40-AB8F-4FA0-A3D4-08C0CE5B5128}" destId="{3216A76F-8543-45A5-B3EA-0DF9D9010DC9}" srcOrd="1" destOrd="0" presId="urn:microsoft.com/office/officeart/2018/2/layout/IconVerticalSolidList"/>
    <dgm:cxn modelId="{BF9A2D59-C007-4281-BE44-C7EB42028478}" type="presParOf" srcId="{B96E9E40-AB8F-4FA0-A3D4-08C0CE5B5128}" destId="{ED3DBF88-BCC1-4EE3-8B2A-C664038851C4}" srcOrd="2" destOrd="0" presId="urn:microsoft.com/office/officeart/2018/2/layout/IconVerticalSolidList"/>
    <dgm:cxn modelId="{BE3FB81E-A271-4DE3-A3CE-35E5B468FF30}" type="presParOf" srcId="{B96E9E40-AB8F-4FA0-A3D4-08C0CE5B5128}" destId="{81DEB941-B859-45D8-9ED5-44A27DE504D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14C67A6-2C92-47E6-8B0B-5E2931E44B40}" type="doc">
      <dgm:prSet loTypeId="urn:microsoft.com/office/officeart/2005/8/layout/list1" loCatId="list" qsTypeId="urn:microsoft.com/office/officeart/2005/8/quickstyle/simple5" qsCatId="simple" csTypeId="urn:microsoft.com/office/officeart/2005/8/colors/accent1_2" csCatId="accent1" phldr="1"/>
      <dgm:spPr/>
      <dgm:t>
        <a:bodyPr rtlCol="1"/>
        <a:lstStyle/>
        <a:p>
          <a:pPr rtl="1"/>
          <a:endParaRPr lang="en-US"/>
        </a:p>
      </dgm:t>
    </dgm:pt>
    <dgm:pt modelId="{B81E57F9-6374-4558-B75E-540BD9A193A5}">
      <dgm:prSet/>
      <dgm:spPr/>
      <dgm:t>
        <a:bodyPr rtlCol="1"/>
        <a:lstStyle/>
        <a:p>
          <a:pPr rtl="1"/>
          <a:r>
            <a:rPr lang="ar" dirty="0">
              <a:solidFill>
                <a:schemeClr val="accent6"/>
              </a:solidFill>
              <a:latin typeface="Times New Roman" panose="02020603050405020304" pitchFamily="18" charset="0"/>
              <a:cs typeface="Times New Roman" panose="02020603050405020304" pitchFamily="18" charset="0"/>
            </a:rPr>
            <a:t>أهداف المؤسسة</a:t>
          </a:r>
          <a:endParaRPr lang="en-US" dirty="0">
            <a:solidFill>
              <a:schemeClr val="accent6"/>
            </a:solidFill>
            <a:latin typeface="Times New Roman" panose="02020603050405020304" pitchFamily="18" charset="0"/>
            <a:cs typeface="Times New Roman" panose="02020603050405020304" pitchFamily="18" charset="0"/>
          </a:endParaRPr>
        </a:p>
      </dgm:t>
    </dgm:pt>
    <dgm:pt modelId="{B401D502-D64D-4486-A6BF-ACB7FD5E8C8E}" type="parTrans" cxnId="{3379D79B-5BE4-4190-A3EA-9B08A462BA6D}">
      <dgm:prSet/>
      <dgm:spPr/>
      <dgm:t>
        <a:bodyPr rtlCol="1"/>
        <a:lstStyle/>
        <a:p>
          <a:pPr rtl="1"/>
          <a:endParaRPr lang="en-US"/>
        </a:p>
      </dgm:t>
    </dgm:pt>
    <dgm:pt modelId="{E7676779-7EF9-457B-8795-C919D65994C6}" type="sibTrans" cxnId="{3379D79B-5BE4-4190-A3EA-9B08A462BA6D}">
      <dgm:prSet/>
      <dgm:spPr/>
      <dgm:t>
        <a:bodyPr rtlCol="1"/>
        <a:lstStyle/>
        <a:p>
          <a:pPr rtl="1"/>
          <a:endParaRPr lang="en-US"/>
        </a:p>
      </dgm:t>
    </dgm:pt>
    <dgm:pt modelId="{B9C345BD-E097-4114-ABE8-1EDFBB24ED2E}">
      <dgm:prSet/>
      <dgm:spPr/>
      <dgm:t>
        <a:bodyPr rtlCol="1"/>
        <a:lstStyle/>
        <a:p>
          <a:pPr rtl="1"/>
          <a:r>
            <a:rPr lang="ar" dirty="0">
              <a:solidFill>
                <a:schemeClr val="accent6"/>
              </a:solidFill>
              <a:latin typeface="Times New Roman" panose="02020603050405020304" pitchFamily="18" charset="0"/>
              <a:cs typeface="Times New Roman" panose="02020603050405020304" pitchFamily="18" charset="0"/>
            </a:rPr>
            <a:t>الأهداف التي تحقق معيار سمارت</a:t>
          </a:r>
          <a:endParaRPr lang="en-US" dirty="0">
            <a:solidFill>
              <a:schemeClr val="accent6"/>
            </a:solidFill>
            <a:latin typeface="Times New Roman" panose="02020603050405020304" pitchFamily="18" charset="0"/>
            <a:cs typeface="Times New Roman" panose="02020603050405020304" pitchFamily="18" charset="0"/>
          </a:endParaRPr>
        </a:p>
      </dgm:t>
    </dgm:pt>
    <dgm:pt modelId="{428B7A88-3761-4DF8-A632-52D3C312DCD5}" type="parTrans" cxnId="{DBE5A530-3EB6-473F-A56F-9704A6B513F1}">
      <dgm:prSet/>
      <dgm:spPr/>
      <dgm:t>
        <a:bodyPr rtlCol="1"/>
        <a:lstStyle/>
        <a:p>
          <a:pPr rtl="1"/>
          <a:endParaRPr lang="en-US"/>
        </a:p>
      </dgm:t>
    </dgm:pt>
    <dgm:pt modelId="{EE9994CF-D184-429B-94C0-520BB8CF69D5}" type="sibTrans" cxnId="{DBE5A530-3EB6-473F-A56F-9704A6B513F1}">
      <dgm:prSet/>
      <dgm:spPr/>
      <dgm:t>
        <a:bodyPr rtlCol="1"/>
        <a:lstStyle/>
        <a:p>
          <a:pPr rtl="1"/>
          <a:endParaRPr lang="en-US"/>
        </a:p>
      </dgm:t>
    </dgm:pt>
    <dgm:pt modelId="{22AC2335-4B8F-49B3-919B-7595F3CB9394}">
      <dgm:prSet/>
      <dgm:spPr/>
      <dgm:t>
        <a:bodyPr rtlCol="1"/>
        <a:lstStyle/>
        <a:p>
          <a:pPr rtl="1"/>
          <a:r>
            <a:rPr lang="ar" dirty="0">
              <a:solidFill>
                <a:schemeClr val="accent6"/>
              </a:solidFill>
              <a:latin typeface="Times New Roman" panose="02020603050405020304" pitchFamily="18" charset="0"/>
              <a:cs typeface="Times New Roman" panose="02020603050405020304" pitchFamily="18" charset="0"/>
            </a:rPr>
            <a:t>السوق المستهدف</a:t>
          </a:r>
          <a:endParaRPr lang="en-US" dirty="0">
            <a:solidFill>
              <a:schemeClr val="accent6"/>
            </a:solidFill>
            <a:latin typeface="Times New Roman" panose="02020603050405020304" pitchFamily="18" charset="0"/>
            <a:cs typeface="Times New Roman" panose="02020603050405020304" pitchFamily="18" charset="0"/>
          </a:endParaRPr>
        </a:p>
      </dgm:t>
    </dgm:pt>
    <dgm:pt modelId="{F4F6FD56-FED5-495D-8B4B-4C79DEB824CF}" type="parTrans" cxnId="{3FF86119-F66C-4B9C-99FA-FBA57D36349E}">
      <dgm:prSet/>
      <dgm:spPr/>
      <dgm:t>
        <a:bodyPr rtlCol="1"/>
        <a:lstStyle/>
        <a:p>
          <a:pPr rtl="1"/>
          <a:endParaRPr lang="en-US"/>
        </a:p>
      </dgm:t>
    </dgm:pt>
    <dgm:pt modelId="{094A62DD-8F29-421B-8761-F204D03EDFF9}" type="sibTrans" cxnId="{3FF86119-F66C-4B9C-99FA-FBA57D36349E}">
      <dgm:prSet/>
      <dgm:spPr/>
      <dgm:t>
        <a:bodyPr rtlCol="1"/>
        <a:lstStyle/>
        <a:p>
          <a:pPr rtl="1"/>
          <a:endParaRPr lang="en-US"/>
        </a:p>
      </dgm:t>
    </dgm:pt>
    <dgm:pt modelId="{8F9FC4ED-5718-4985-9FF4-88FCA0D855CD}">
      <dgm:prSet/>
      <dgm:spPr/>
      <dgm:t>
        <a:bodyPr rtlCol="1"/>
        <a:lstStyle/>
        <a:p>
          <a:pPr rtl="1"/>
          <a:r>
            <a:rPr lang="ar" dirty="0">
              <a:solidFill>
                <a:schemeClr val="accent6"/>
              </a:solidFill>
              <a:latin typeface="Times New Roman" panose="02020603050405020304" pitchFamily="18" charset="0"/>
              <a:cs typeface="Times New Roman" panose="02020603050405020304" pitchFamily="18" charset="0"/>
            </a:rPr>
            <a:t>السلع والخدمات</a:t>
          </a:r>
          <a:endParaRPr lang="en-US" dirty="0">
            <a:solidFill>
              <a:schemeClr val="accent6"/>
            </a:solidFill>
            <a:latin typeface="Times New Roman" panose="02020603050405020304" pitchFamily="18" charset="0"/>
            <a:cs typeface="Times New Roman" panose="02020603050405020304" pitchFamily="18" charset="0"/>
          </a:endParaRPr>
        </a:p>
      </dgm:t>
    </dgm:pt>
    <dgm:pt modelId="{8B445E5B-66A2-443A-9DD5-C039B9F44644}" type="parTrans" cxnId="{F03D3E5F-24B4-4F0C-8F92-6DC41A39F2C8}">
      <dgm:prSet/>
      <dgm:spPr/>
      <dgm:t>
        <a:bodyPr rtlCol="1"/>
        <a:lstStyle/>
        <a:p>
          <a:pPr rtl="1"/>
          <a:endParaRPr lang="en-US"/>
        </a:p>
      </dgm:t>
    </dgm:pt>
    <dgm:pt modelId="{2D1A5F93-9EEF-4BDE-A189-FDBE94AFF78E}" type="sibTrans" cxnId="{F03D3E5F-24B4-4F0C-8F92-6DC41A39F2C8}">
      <dgm:prSet/>
      <dgm:spPr/>
      <dgm:t>
        <a:bodyPr rtlCol="1"/>
        <a:lstStyle/>
        <a:p>
          <a:pPr rtl="1"/>
          <a:endParaRPr lang="en-US"/>
        </a:p>
      </dgm:t>
    </dgm:pt>
    <dgm:pt modelId="{89B94AA9-34D1-4E96-8BBB-818F01A1BD44}">
      <dgm:prSet/>
      <dgm:spPr/>
      <dgm:t>
        <a:bodyPr rtlCol="1"/>
        <a:lstStyle/>
        <a:p>
          <a:pPr rtl="1"/>
          <a:r>
            <a:rPr lang="ar" dirty="0">
              <a:solidFill>
                <a:schemeClr val="accent6"/>
              </a:solidFill>
              <a:latin typeface="Times New Roman" panose="02020603050405020304" pitchFamily="18" charset="0"/>
              <a:cs typeface="Times New Roman" panose="02020603050405020304" pitchFamily="18" charset="0"/>
            </a:rPr>
            <a:t>إستراتيجيات التسويق والترويج</a:t>
          </a:r>
          <a:endParaRPr lang="en-US" dirty="0">
            <a:solidFill>
              <a:schemeClr val="accent6"/>
            </a:solidFill>
            <a:latin typeface="Times New Roman" panose="02020603050405020304" pitchFamily="18" charset="0"/>
            <a:cs typeface="Times New Roman" panose="02020603050405020304" pitchFamily="18" charset="0"/>
          </a:endParaRPr>
        </a:p>
      </dgm:t>
    </dgm:pt>
    <dgm:pt modelId="{7EE5E81F-59E9-4290-B7AD-897D285FC424}" type="parTrans" cxnId="{879E0E4A-7F93-42DD-8487-EF85F6947C2A}">
      <dgm:prSet/>
      <dgm:spPr/>
      <dgm:t>
        <a:bodyPr rtlCol="1"/>
        <a:lstStyle/>
        <a:p>
          <a:pPr rtl="1"/>
          <a:endParaRPr lang="en-US"/>
        </a:p>
      </dgm:t>
    </dgm:pt>
    <dgm:pt modelId="{3FC5EFD5-0700-4265-8E41-7662516165EE}" type="sibTrans" cxnId="{879E0E4A-7F93-42DD-8487-EF85F6947C2A}">
      <dgm:prSet/>
      <dgm:spPr/>
      <dgm:t>
        <a:bodyPr rtlCol="1"/>
        <a:lstStyle/>
        <a:p>
          <a:pPr rtl="1"/>
          <a:endParaRPr lang="en-US"/>
        </a:p>
      </dgm:t>
    </dgm:pt>
    <dgm:pt modelId="{F586A2C5-4095-8A46-82BC-AF7E2915F190}" type="pres">
      <dgm:prSet presAssocID="{114C67A6-2C92-47E6-8B0B-5E2931E44B40}" presName="linear" presStyleCnt="0">
        <dgm:presLayoutVars>
          <dgm:dir val="rev"/>
          <dgm:animLvl val="lvl"/>
          <dgm:resizeHandles val="exact"/>
        </dgm:presLayoutVars>
      </dgm:prSet>
      <dgm:spPr/>
    </dgm:pt>
    <dgm:pt modelId="{4565793F-3D4C-B64B-A26B-776DD5795D50}" type="pres">
      <dgm:prSet presAssocID="{B81E57F9-6374-4558-B75E-540BD9A193A5}" presName="parentLin" presStyleCnt="0"/>
      <dgm:spPr/>
    </dgm:pt>
    <dgm:pt modelId="{0D590E3E-F1C0-544D-81A0-A7A7DFC1AC2D}" type="pres">
      <dgm:prSet presAssocID="{B81E57F9-6374-4558-B75E-540BD9A193A5}" presName="parentLeftMargin" presStyleLbl="node1" presStyleIdx="0" presStyleCnt="5"/>
      <dgm:spPr/>
    </dgm:pt>
    <dgm:pt modelId="{A248324F-BD61-584A-9242-8BBE2A0963DA}" type="pres">
      <dgm:prSet presAssocID="{B81E57F9-6374-4558-B75E-540BD9A193A5}" presName="parentText" presStyleLbl="node1" presStyleIdx="0" presStyleCnt="5">
        <dgm:presLayoutVars>
          <dgm:chMax val="0"/>
          <dgm:bulletEnabled val="1"/>
        </dgm:presLayoutVars>
      </dgm:prSet>
      <dgm:spPr/>
    </dgm:pt>
    <dgm:pt modelId="{458CE26C-7B07-CB41-8B54-C8084D2A54B3}" type="pres">
      <dgm:prSet presAssocID="{B81E57F9-6374-4558-B75E-540BD9A193A5}" presName="negativeSpace" presStyleCnt="0"/>
      <dgm:spPr/>
    </dgm:pt>
    <dgm:pt modelId="{324ACF8F-20C8-B24B-8938-CC8B187F9982}" type="pres">
      <dgm:prSet presAssocID="{B81E57F9-6374-4558-B75E-540BD9A193A5}" presName="childText" presStyleLbl="conFgAcc1" presStyleIdx="0" presStyleCnt="5">
        <dgm:presLayoutVars>
          <dgm:bulletEnabled val="1"/>
        </dgm:presLayoutVars>
      </dgm:prSet>
      <dgm:spPr/>
    </dgm:pt>
    <dgm:pt modelId="{1AB0A73E-2116-034A-B758-805CCF058601}" type="pres">
      <dgm:prSet presAssocID="{E7676779-7EF9-457B-8795-C919D65994C6}" presName="spaceBetweenRectangles" presStyleCnt="0"/>
      <dgm:spPr/>
    </dgm:pt>
    <dgm:pt modelId="{E1F13C35-18EF-F641-8597-8646CFD7D913}" type="pres">
      <dgm:prSet presAssocID="{B9C345BD-E097-4114-ABE8-1EDFBB24ED2E}" presName="parentLin" presStyleCnt="0"/>
      <dgm:spPr/>
    </dgm:pt>
    <dgm:pt modelId="{9F9DE515-9F50-B842-B73C-CAD5E84200B4}" type="pres">
      <dgm:prSet presAssocID="{B9C345BD-E097-4114-ABE8-1EDFBB24ED2E}" presName="parentLeftMargin" presStyleLbl="node1" presStyleIdx="0" presStyleCnt="5"/>
      <dgm:spPr/>
    </dgm:pt>
    <dgm:pt modelId="{23243AC5-E34D-0240-8D61-44766B9642F6}" type="pres">
      <dgm:prSet presAssocID="{B9C345BD-E097-4114-ABE8-1EDFBB24ED2E}" presName="parentText" presStyleLbl="node1" presStyleIdx="1" presStyleCnt="5">
        <dgm:presLayoutVars>
          <dgm:chMax val="0"/>
          <dgm:bulletEnabled val="1"/>
        </dgm:presLayoutVars>
      </dgm:prSet>
      <dgm:spPr/>
    </dgm:pt>
    <dgm:pt modelId="{277C5D1D-CA9C-434D-BDF9-1E81A4BE1251}" type="pres">
      <dgm:prSet presAssocID="{B9C345BD-E097-4114-ABE8-1EDFBB24ED2E}" presName="negativeSpace" presStyleCnt="0"/>
      <dgm:spPr/>
    </dgm:pt>
    <dgm:pt modelId="{A682B809-83A8-7C40-AB50-11AEF6ECCA4B}" type="pres">
      <dgm:prSet presAssocID="{B9C345BD-E097-4114-ABE8-1EDFBB24ED2E}" presName="childText" presStyleLbl="conFgAcc1" presStyleIdx="1" presStyleCnt="5">
        <dgm:presLayoutVars>
          <dgm:bulletEnabled val="1"/>
        </dgm:presLayoutVars>
      </dgm:prSet>
      <dgm:spPr/>
    </dgm:pt>
    <dgm:pt modelId="{76401229-1874-4C4B-A583-BDD37716E352}" type="pres">
      <dgm:prSet presAssocID="{EE9994CF-D184-429B-94C0-520BB8CF69D5}" presName="spaceBetweenRectangles" presStyleCnt="0"/>
      <dgm:spPr/>
    </dgm:pt>
    <dgm:pt modelId="{3A768C25-1690-7D45-9BBD-85C737FF3E98}" type="pres">
      <dgm:prSet presAssocID="{22AC2335-4B8F-49B3-919B-7595F3CB9394}" presName="parentLin" presStyleCnt="0"/>
      <dgm:spPr/>
    </dgm:pt>
    <dgm:pt modelId="{292FA37B-ECA1-B54D-9230-3EDAA1A7BA6F}" type="pres">
      <dgm:prSet presAssocID="{22AC2335-4B8F-49B3-919B-7595F3CB9394}" presName="parentLeftMargin" presStyleLbl="node1" presStyleIdx="1" presStyleCnt="5"/>
      <dgm:spPr/>
    </dgm:pt>
    <dgm:pt modelId="{C2FF29CE-0A72-BE4A-8BED-87B5859A2D06}" type="pres">
      <dgm:prSet presAssocID="{22AC2335-4B8F-49B3-919B-7595F3CB9394}" presName="parentText" presStyleLbl="node1" presStyleIdx="2" presStyleCnt="5">
        <dgm:presLayoutVars>
          <dgm:chMax val="0"/>
          <dgm:bulletEnabled val="1"/>
        </dgm:presLayoutVars>
      </dgm:prSet>
      <dgm:spPr/>
    </dgm:pt>
    <dgm:pt modelId="{2AD514B1-7FFC-D344-B9F9-6EECF76CBD9B}" type="pres">
      <dgm:prSet presAssocID="{22AC2335-4B8F-49B3-919B-7595F3CB9394}" presName="negativeSpace" presStyleCnt="0"/>
      <dgm:spPr/>
    </dgm:pt>
    <dgm:pt modelId="{2DE954D8-6525-CA4B-9523-FC49D32B56A2}" type="pres">
      <dgm:prSet presAssocID="{22AC2335-4B8F-49B3-919B-7595F3CB9394}" presName="childText" presStyleLbl="conFgAcc1" presStyleIdx="2" presStyleCnt="5">
        <dgm:presLayoutVars>
          <dgm:bulletEnabled val="1"/>
        </dgm:presLayoutVars>
      </dgm:prSet>
      <dgm:spPr/>
    </dgm:pt>
    <dgm:pt modelId="{48624439-718D-5443-A206-75732F0EAE5E}" type="pres">
      <dgm:prSet presAssocID="{094A62DD-8F29-421B-8761-F204D03EDFF9}" presName="spaceBetweenRectangles" presStyleCnt="0"/>
      <dgm:spPr/>
    </dgm:pt>
    <dgm:pt modelId="{243FEC16-398E-604B-A76D-3B7E512D34F2}" type="pres">
      <dgm:prSet presAssocID="{8F9FC4ED-5718-4985-9FF4-88FCA0D855CD}" presName="parentLin" presStyleCnt="0"/>
      <dgm:spPr/>
    </dgm:pt>
    <dgm:pt modelId="{B86FDD60-0803-EC45-8805-51AEC6757C96}" type="pres">
      <dgm:prSet presAssocID="{8F9FC4ED-5718-4985-9FF4-88FCA0D855CD}" presName="parentLeftMargin" presStyleLbl="node1" presStyleIdx="2" presStyleCnt="5"/>
      <dgm:spPr/>
    </dgm:pt>
    <dgm:pt modelId="{C951081E-DC43-0747-B448-6F310CAD7411}" type="pres">
      <dgm:prSet presAssocID="{8F9FC4ED-5718-4985-9FF4-88FCA0D855CD}" presName="parentText" presStyleLbl="node1" presStyleIdx="3" presStyleCnt="5">
        <dgm:presLayoutVars>
          <dgm:chMax val="0"/>
          <dgm:bulletEnabled val="1"/>
        </dgm:presLayoutVars>
      </dgm:prSet>
      <dgm:spPr/>
    </dgm:pt>
    <dgm:pt modelId="{44900FC2-C8C0-964B-8FCB-C44BE234647E}" type="pres">
      <dgm:prSet presAssocID="{8F9FC4ED-5718-4985-9FF4-88FCA0D855CD}" presName="negativeSpace" presStyleCnt="0"/>
      <dgm:spPr/>
    </dgm:pt>
    <dgm:pt modelId="{DDC9F51C-0624-C24B-83D8-899EF61A98B5}" type="pres">
      <dgm:prSet presAssocID="{8F9FC4ED-5718-4985-9FF4-88FCA0D855CD}" presName="childText" presStyleLbl="conFgAcc1" presStyleIdx="3" presStyleCnt="5">
        <dgm:presLayoutVars>
          <dgm:bulletEnabled val="1"/>
        </dgm:presLayoutVars>
      </dgm:prSet>
      <dgm:spPr/>
    </dgm:pt>
    <dgm:pt modelId="{BB137231-BE69-3B4B-83ED-CE310CECB5B3}" type="pres">
      <dgm:prSet presAssocID="{2D1A5F93-9EEF-4BDE-A189-FDBE94AFF78E}" presName="spaceBetweenRectangles" presStyleCnt="0"/>
      <dgm:spPr/>
    </dgm:pt>
    <dgm:pt modelId="{B412456E-8310-1F42-8BFD-0B40CF11B5AE}" type="pres">
      <dgm:prSet presAssocID="{89B94AA9-34D1-4E96-8BBB-818F01A1BD44}" presName="parentLin" presStyleCnt="0"/>
      <dgm:spPr/>
    </dgm:pt>
    <dgm:pt modelId="{C821C1B1-1C80-C24C-A564-A4A924F10112}" type="pres">
      <dgm:prSet presAssocID="{89B94AA9-34D1-4E96-8BBB-818F01A1BD44}" presName="parentLeftMargin" presStyleLbl="node1" presStyleIdx="3" presStyleCnt="5"/>
      <dgm:spPr/>
    </dgm:pt>
    <dgm:pt modelId="{E88F69D2-643C-3D4B-BD8D-1A5DA396F1F8}" type="pres">
      <dgm:prSet presAssocID="{89B94AA9-34D1-4E96-8BBB-818F01A1BD44}" presName="parentText" presStyleLbl="node1" presStyleIdx="4" presStyleCnt="5">
        <dgm:presLayoutVars>
          <dgm:chMax val="0"/>
          <dgm:bulletEnabled val="1"/>
        </dgm:presLayoutVars>
      </dgm:prSet>
      <dgm:spPr/>
    </dgm:pt>
    <dgm:pt modelId="{0B6E2F5E-9704-B04E-A7C7-23DC8645761D}" type="pres">
      <dgm:prSet presAssocID="{89B94AA9-34D1-4E96-8BBB-818F01A1BD44}" presName="negativeSpace" presStyleCnt="0"/>
      <dgm:spPr/>
    </dgm:pt>
    <dgm:pt modelId="{36E0A909-5EF3-F34E-A70E-827743E89B00}" type="pres">
      <dgm:prSet presAssocID="{89B94AA9-34D1-4E96-8BBB-818F01A1BD44}" presName="childText" presStyleLbl="conFgAcc1" presStyleIdx="4" presStyleCnt="5">
        <dgm:presLayoutVars>
          <dgm:bulletEnabled val="1"/>
        </dgm:presLayoutVars>
      </dgm:prSet>
      <dgm:spPr/>
    </dgm:pt>
  </dgm:ptLst>
  <dgm:cxnLst>
    <dgm:cxn modelId="{4A248C07-F38B-2147-8D3D-325815041AB0}" type="presOf" srcId="{B81E57F9-6374-4558-B75E-540BD9A193A5}" destId="{A248324F-BD61-584A-9242-8BBE2A0963DA}" srcOrd="1" destOrd="0" presId="urn:microsoft.com/office/officeart/2005/8/layout/list1"/>
    <dgm:cxn modelId="{3FF86119-F66C-4B9C-99FA-FBA57D36349E}" srcId="{114C67A6-2C92-47E6-8B0B-5E2931E44B40}" destId="{22AC2335-4B8F-49B3-919B-7595F3CB9394}" srcOrd="2" destOrd="0" parTransId="{F4F6FD56-FED5-495D-8B4B-4C79DEB824CF}" sibTransId="{094A62DD-8F29-421B-8761-F204D03EDFF9}"/>
    <dgm:cxn modelId="{8344AE23-2447-9D4C-953E-1C7EA6593644}" type="presOf" srcId="{B81E57F9-6374-4558-B75E-540BD9A193A5}" destId="{0D590E3E-F1C0-544D-81A0-A7A7DFC1AC2D}" srcOrd="0" destOrd="0" presId="urn:microsoft.com/office/officeart/2005/8/layout/list1"/>
    <dgm:cxn modelId="{B96BC524-6F94-EB46-9245-CAC245B3F49D}" type="presOf" srcId="{B9C345BD-E097-4114-ABE8-1EDFBB24ED2E}" destId="{23243AC5-E34D-0240-8D61-44766B9642F6}" srcOrd="1" destOrd="0" presId="urn:microsoft.com/office/officeart/2005/8/layout/list1"/>
    <dgm:cxn modelId="{057F5126-6766-B945-9703-F4A671525ABD}" type="presOf" srcId="{89B94AA9-34D1-4E96-8BBB-818F01A1BD44}" destId="{C821C1B1-1C80-C24C-A564-A4A924F10112}" srcOrd="0" destOrd="0" presId="urn:microsoft.com/office/officeart/2005/8/layout/list1"/>
    <dgm:cxn modelId="{DBE5A530-3EB6-473F-A56F-9704A6B513F1}" srcId="{114C67A6-2C92-47E6-8B0B-5E2931E44B40}" destId="{B9C345BD-E097-4114-ABE8-1EDFBB24ED2E}" srcOrd="1" destOrd="0" parTransId="{428B7A88-3761-4DF8-A632-52D3C312DCD5}" sibTransId="{EE9994CF-D184-429B-94C0-520BB8CF69D5}"/>
    <dgm:cxn modelId="{F03D3E5F-24B4-4F0C-8F92-6DC41A39F2C8}" srcId="{114C67A6-2C92-47E6-8B0B-5E2931E44B40}" destId="{8F9FC4ED-5718-4985-9FF4-88FCA0D855CD}" srcOrd="3" destOrd="0" parTransId="{8B445E5B-66A2-443A-9DD5-C039B9F44644}" sibTransId="{2D1A5F93-9EEF-4BDE-A189-FDBE94AFF78E}"/>
    <dgm:cxn modelId="{86598860-54CE-854E-8584-51BC4A1B2FCD}" type="presOf" srcId="{89B94AA9-34D1-4E96-8BBB-818F01A1BD44}" destId="{E88F69D2-643C-3D4B-BD8D-1A5DA396F1F8}" srcOrd="1" destOrd="0" presId="urn:microsoft.com/office/officeart/2005/8/layout/list1"/>
    <dgm:cxn modelId="{879E0E4A-7F93-42DD-8487-EF85F6947C2A}" srcId="{114C67A6-2C92-47E6-8B0B-5E2931E44B40}" destId="{89B94AA9-34D1-4E96-8BBB-818F01A1BD44}" srcOrd="4" destOrd="0" parTransId="{7EE5E81F-59E9-4290-B7AD-897D285FC424}" sibTransId="{3FC5EFD5-0700-4265-8E41-7662516165EE}"/>
    <dgm:cxn modelId="{66583471-2F30-E846-BF4C-97146E20B5B3}" type="presOf" srcId="{8F9FC4ED-5718-4985-9FF4-88FCA0D855CD}" destId="{C951081E-DC43-0747-B448-6F310CAD7411}" srcOrd="1" destOrd="0" presId="urn:microsoft.com/office/officeart/2005/8/layout/list1"/>
    <dgm:cxn modelId="{DA01C18C-57BC-624F-B864-395BEBABA8C5}" type="presOf" srcId="{22AC2335-4B8F-49B3-919B-7595F3CB9394}" destId="{292FA37B-ECA1-B54D-9230-3EDAA1A7BA6F}" srcOrd="0" destOrd="0" presId="urn:microsoft.com/office/officeart/2005/8/layout/list1"/>
    <dgm:cxn modelId="{7547268F-C2B0-C545-94CA-F572A315FCC3}" type="presOf" srcId="{22AC2335-4B8F-49B3-919B-7595F3CB9394}" destId="{C2FF29CE-0A72-BE4A-8BED-87B5859A2D06}" srcOrd="1" destOrd="0" presId="urn:microsoft.com/office/officeart/2005/8/layout/list1"/>
    <dgm:cxn modelId="{3379D79B-5BE4-4190-A3EA-9B08A462BA6D}" srcId="{114C67A6-2C92-47E6-8B0B-5E2931E44B40}" destId="{B81E57F9-6374-4558-B75E-540BD9A193A5}" srcOrd="0" destOrd="0" parTransId="{B401D502-D64D-4486-A6BF-ACB7FD5E8C8E}" sibTransId="{E7676779-7EF9-457B-8795-C919D65994C6}"/>
    <dgm:cxn modelId="{FBB815A4-F245-CF4D-9C1B-556ADC1CF53E}" type="presOf" srcId="{114C67A6-2C92-47E6-8B0B-5E2931E44B40}" destId="{F586A2C5-4095-8A46-82BC-AF7E2915F190}" srcOrd="0" destOrd="0" presId="urn:microsoft.com/office/officeart/2005/8/layout/list1"/>
    <dgm:cxn modelId="{14D4D4AC-C722-2F40-9F76-F5175539AAC9}" type="presOf" srcId="{B9C345BD-E097-4114-ABE8-1EDFBB24ED2E}" destId="{9F9DE515-9F50-B842-B73C-CAD5E84200B4}" srcOrd="0" destOrd="0" presId="urn:microsoft.com/office/officeart/2005/8/layout/list1"/>
    <dgm:cxn modelId="{E891C0FB-ADFF-314C-9523-33015F184BA6}" type="presOf" srcId="{8F9FC4ED-5718-4985-9FF4-88FCA0D855CD}" destId="{B86FDD60-0803-EC45-8805-51AEC6757C96}" srcOrd="0" destOrd="0" presId="urn:microsoft.com/office/officeart/2005/8/layout/list1"/>
    <dgm:cxn modelId="{631C0D60-A017-504F-8AE2-6ED4E734C0AA}" type="presParOf" srcId="{F586A2C5-4095-8A46-82BC-AF7E2915F190}" destId="{4565793F-3D4C-B64B-A26B-776DD5795D50}" srcOrd="0" destOrd="0" presId="urn:microsoft.com/office/officeart/2005/8/layout/list1"/>
    <dgm:cxn modelId="{C6268013-EF50-8E47-9446-B35E8036F413}" type="presParOf" srcId="{4565793F-3D4C-B64B-A26B-776DD5795D50}" destId="{0D590E3E-F1C0-544D-81A0-A7A7DFC1AC2D}" srcOrd="0" destOrd="0" presId="urn:microsoft.com/office/officeart/2005/8/layout/list1"/>
    <dgm:cxn modelId="{4FF98311-7F9D-0142-B214-95EA1190C1F3}" type="presParOf" srcId="{4565793F-3D4C-B64B-A26B-776DD5795D50}" destId="{A248324F-BD61-584A-9242-8BBE2A0963DA}" srcOrd="1" destOrd="0" presId="urn:microsoft.com/office/officeart/2005/8/layout/list1"/>
    <dgm:cxn modelId="{9FEEA117-689B-B248-BB27-7E15BAA78A47}" type="presParOf" srcId="{F586A2C5-4095-8A46-82BC-AF7E2915F190}" destId="{458CE26C-7B07-CB41-8B54-C8084D2A54B3}" srcOrd="1" destOrd="0" presId="urn:microsoft.com/office/officeart/2005/8/layout/list1"/>
    <dgm:cxn modelId="{7B13F13E-3ED1-D946-A283-CA31054ED0C1}" type="presParOf" srcId="{F586A2C5-4095-8A46-82BC-AF7E2915F190}" destId="{324ACF8F-20C8-B24B-8938-CC8B187F9982}" srcOrd="2" destOrd="0" presId="urn:microsoft.com/office/officeart/2005/8/layout/list1"/>
    <dgm:cxn modelId="{4F5C3E6D-9A80-4C49-8771-7029BDA3DA92}" type="presParOf" srcId="{F586A2C5-4095-8A46-82BC-AF7E2915F190}" destId="{1AB0A73E-2116-034A-B758-805CCF058601}" srcOrd="3" destOrd="0" presId="urn:microsoft.com/office/officeart/2005/8/layout/list1"/>
    <dgm:cxn modelId="{88C5B022-1AD5-8C4E-ACF7-4B75C75BA04F}" type="presParOf" srcId="{F586A2C5-4095-8A46-82BC-AF7E2915F190}" destId="{E1F13C35-18EF-F641-8597-8646CFD7D913}" srcOrd="4" destOrd="0" presId="urn:microsoft.com/office/officeart/2005/8/layout/list1"/>
    <dgm:cxn modelId="{DCE66250-BDD6-0241-A111-003038284D7D}" type="presParOf" srcId="{E1F13C35-18EF-F641-8597-8646CFD7D913}" destId="{9F9DE515-9F50-B842-B73C-CAD5E84200B4}" srcOrd="0" destOrd="0" presId="urn:microsoft.com/office/officeart/2005/8/layout/list1"/>
    <dgm:cxn modelId="{BA40BECF-0ECF-0D4F-AD85-6E36D42F5F4A}" type="presParOf" srcId="{E1F13C35-18EF-F641-8597-8646CFD7D913}" destId="{23243AC5-E34D-0240-8D61-44766B9642F6}" srcOrd="1" destOrd="0" presId="urn:microsoft.com/office/officeart/2005/8/layout/list1"/>
    <dgm:cxn modelId="{1AECC734-33B0-1F4F-A8B9-15DA2DF8D35C}" type="presParOf" srcId="{F586A2C5-4095-8A46-82BC-AF7E2915F190}" destId="{277C5D1D-CA9C-434D-BDF9-1E81A4BE1251}" srcOrd="5" destOrd="0" presId="urn:microsoft.com/office/officeart/2005/8/layout/list1"/>
    <dgm:cxn modelId="{B191AACD-9A5A-F24D-98C0-54BA2CEA7EBD}" type="presParOf" srcId="{F586A2C5-4095-8A46-82BC-AF7E2915F190}" destId="{A682B809-83A8-7C40-AB50-11AEF6ECCA4B}" srcOrd="6" destOrd="0" presId="urn:microsoft.com/office/officeart/2005/8/layout/list1"/>
    <dgm:cxn modelId="{497703A4-91C7-0748-A1C7-DC4D2C52494C}" type="presParOf" srcId="{F586A2C5-4095-8A46-82BC-AF7E2915F190}" destId="{76401229-1874-4C4B-A583-BDD37716E352}" srcOrd="7" destOrd="0" presId="urn:microsoft.com/office/officeart/2005/8/layout/list1"/>
    <dgm:cxn modelId="{E476FB5E-500F-0048-8A0F-A7EBC92A5B33}" type="presParOf" srcId="{F586A2C5-4095-8A46-82BC-AF7E2915F190}" destId="{3A768C25-1690-7D45-9BBD-85C737FF3E98}" srcOrd="8" destOrd="0" presId="urn:microsoft.com/office/officeart/2005/8/layout/list1"/>
    <dgm:cxn modelId="{1FA3FDD9-3B9D-2847-9188-1F22724FDE6B}" type="presParOf" srcId="{3A768C25-1690-7D45-9BBD-85C737FF3E98}" destId="{292FA37B-ECA1-B54D-9230-3EDAA1A7BA6F}" srcOrd="0" destOrd="0" presId="urn:microsoft.com/office/officeart/2005/8/layout/list1"/>
    <dgm:cxn modelId="{62F5FBFB-8B4F-8749-8A9A-500811A8F8F4}" type="presParOf" srcId="{3A768C25-1690-7D45-9BBD-85C737FF3E98}" destId="{C2FF29CE-0A72-BE4A-8BED-87B5859A2D06}" srcOrd="1" destOrd="0" presId="urn:microsoft.com/office/officeart/2005/8/layout/list1"/>
    <dgm:cxn modelId="{81950687-E512-404A-9688-1DC0988A0C4B}" type="presParOf" srcId="{F586A2C5-4095-8A46-82BC-AF7E2915F190}" destId="{2AD514B1-7FFC-D344-B9F9-6EECF76CBD9B}" srcOrd="9" destOrd="0" presId="urn:microsoft.com/office/officeart/2005/8/layout/list1"/>
    <dgm:cxn modelId="{ED2C86A2-171B-7642-ABE3-46B760C3A91E}" type="presParOf" srcId="{F586A2C5-4095-8A46-82BC-AF7E2915F190}" destId="{2DE954D8-6525-CA4B-9523-FC49D32B56A2}" srcOrd="10" destOrd="0" presId="urn:microsoft.com/office/officeart/2005/8/layout/list1"/>
    <dgm:cxn modelId="{3B141944-1634-0543-BCE4-7B991485D14C}" type="presParOf" srcId="{F586A2C5-4095-8A46-82BC-AF7E2915F190}" destId="{48624439-718D-5443-A206-75732F0EAE5E}" srcOrd="11" destOrd="0" presId="urn:microsoft.com/office/officeart/2005/8/layout/list1"/>
    <dgm:cxn modelId="{CF300673-870A-AB41-8EED-9AD5FDC35F6B}" type="presParOf" srcId="{F586A2C5-4095-8A46-82BC-AF7E2915F190}" destId="{243FEC16-398E-604B-A76D-3B7E512D34F2}" srcOrd="12" destOrd="0" presId="urn:microsoft.com/office/officeart/2005/8/layout/list1"/>
    <dgm:cxn modelId="{3D204D21-61AE-7F43-B80F-183F80859D3F}" type="presParOf" srcId="{243FEC16-398E-604B-A76D-3B7E512D34F2}" destId="{B86FDD60-0803-EC45-8805-51AEC6757C96}" srcOrd="0" destOrd="0" presId="urn:microsoft.com/office/officeart/2005/8/layout/list1"/>
    <dgm:cxn modelId="{D1C687B9-AF75-E044-9380-676FBA2FD520}" type="presParOf" srcId="{243FEC16-398E-604B-A76D-3B7E512D34F2}" destId="{C951081E-DC43-0747-B448-6F310CAD7411}" srcOrd="1" destOrd="0" presId="urn:microsoft.com/office/officeart/2005/8/layout/list1"/>
    <dgm:cxn modelId="{4C110FC1-9A90-E149-805C-585B984FFA35}" type="presParOf" srcId="{F586A2C5-4095-8A46-82BC-AF7E2915F190}" destId="{44900FC2-C8C0-964B-8FCB-C44BE234647E}" srcOrd="13" destOrd="0" presId="urn:microsoft.com/office/officeart/2005/8/layout/list1"/>
    <dgm:cxn modelId="{2B792EB4-D592-BB41-8E4F-772FB0658069}" type="presParOf" srcId="{F586A2C5-4095-8A46-82BC-AF7E2915F190}" destId="{DDC9F51C-0624-C24B-83D8-899EF61A98B5}" srcOrd="14" destOrd="0" presId="urn:microsoft.com/office/officeart/2005/8/layout/list1"/>
    <dgm:cxn modelId="{1D32FCEB-1E67-AF47-8993-CB8D05ABD89A}" type="presParOf" srcId="{F586A2C5-4095-8A46-82BC-AF7E2915F190}" destId="{BB137231-BE69-3B4B-83ED-CE310CECB5B3}" srcOrd="15" destOrd="0" presId="urn:microsoft.com/office/officeart/2005/8/layout/list1"/>
    <dgm:cxn modelId="{C4FCBFE7-D0B1-3E46-AC0F-50E756C636E5}" type="presParOf" srcId="{F586A2C5-4095-8A46-82BC-AF7E2915F190}" destId="{B412456E-8310-1F42-8BFD-0B40CF11B5AE}" srcOrd="16" destOrd="0" presId="urn:microsoft.com/office/officeart/2005/8/layout/list1"/>
    <dgm:cxn modelId="{B4A495B2-C3B1-464C-ADCC-6D3F8ABB77E4}" type="presParOf" srcId="{B412456E-8310-1F42-8BFD-0B40CF11B5AE}" destId="{C821C1B1-1C80-C24C-A564-A4A924F10112}" srcOrd="0" destOrd="0" presId="urn:microsoft.com/office/officeart/2005/8/layout/list1"/>
    <dgm:cxn modelId="{0AE6535C-ED94-FB44-B863-4F7CFAF9C2B1}" type="presParOf" srcId="{B412456E-8310-1F42-8BFD-0B40CF11B5AE}" destId="{E88F69D2-643C-3D4B-BD8D-1A5DA396F1F8}" srcOrd="1" destOrd="0" presId="urn:microsoft.com/office/officeart/2005/8/layout/list1"/>
    <dgm:cxn modelId="{DBD1C520-D8DA-7A4E-88E1-FD88F67C39AD}" type="presParOf" srcId="{F586A2C5-4095-8A46-82BC-AF7E2915F190}" destId="{0B6E2F5E-9704-B04E-A7C7-23DC8645761D}" srcOrd="17" destOrd="0" presId="urn:microsoft.com/office/officeart/2005/8/layout/list1"/>
    <dgm:cxn modelId="{D3614C1B-F339-5243-8611-4D4293E18572}" type="presParOf" srcId="{F586A2C5-4095-8A46-82BC-AF7E2915F190}" destId="{36E0A909-5EF3-F34E-A70E-827743E89B00}"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9973B-5D49-8A42-BAC4-EF82E5721969}">
      <dsp:nvSpPr>
        <dsp:cNvPr id="0" name=""/>
        <dsp:cNvSpPr/>
      </dsp:nvSpPr>
      <dsp:spPr>
        <a:xfrm>
          <a:off x="1021809" y="14640"/>
          <a:ext cx="5411041" cy="105281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8580" rIns="464261" bIns="68580" numCol="1" spcCol="1270" rtlCol="1" anchor="ctr" anchorCtr="0">
          <a:noAutofit/>
        </a:bodyPr>
        <a:lstStyle/>
        <a:p>
          <a:pPr marL="0" lvl="0" indent="0" algn="ctr" defTabSz="800100" rtl="1">
            <a:lnSpc>
              <a:spcPct val="90000"/>
            </a:lnSpc>
            <a:spcBef>
              <a:spcPct val="0"/>
            </a:spcBef>
            <a:spcAft>
              <a:spcPct val="35000"/>
            </a:spcAft>
            <a:buNone/>
          </a:pPr>
          <a:r>
            <a:rPr lang="ar" sz="1800" b="0" kern="1200" dirty="0">
              <a:solidFill>
                <a:schemeClr val="tx1"/>
              </a:solidFill>
              <a:latin typeface="Times New Roman" panose="02020603050405020304" pitchFamily="18" charset="0"/>
              <a:cs typeface="Times New Roman" panose="02020603050405020304" pitchFamily="18" charset="0"/>
            </a:rPr>
            <a:t>تخضع هذه الوحدة للتقييم بموجز واجب Pearson المُحدد</a:t>
          </a:r>
          <a:endParaRPr lang="en-GB" sz="1800" b="0" kern="1200" dirty="0">
            <a:latin typeface="Times New Roman" panose="02020603050405020304" pitchFamily="18" charset="0"/>
            <a:cs typeface="Times New Roman" panose="02020603050405020304" pitchFamily="18" charset="0"/>
          </a:endParaRPr>
        </a:p>
      </dsp:txBody>
      <dsp:txXfrm>
        <a:off x="1021809" y="14640"/>
        <a:ext cx="5147838" cy="1052811"/>
      </dsp:txXfrm>
    </dsp:sp>
    <dsp:sp modelId="{07466073-534A-6D46-8ADE-679263BC913B}">
      <dsp:nvSpPr>
        <dsp:cNvPr id="0" name=""/>
        <dsp:cNvSpPr/>
      </dsp:nvSpPr>
      <dsp:spPr>
        <a:xfrm>
          <a:off x="6624220" y="0"/>
          <a:ext cx="1052811" cy="1052811"/>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FB1FB1-11BF-224B-AB57-8205C1A8E483}">
      <dsp:nvSpPr>
        <dsp:cNvPr id="0" name=""/>
        <dsp:cNvSpPr/>
      </dsp:nvSpPr>
      <dsp:spPr>
        <a:xfrm>
          <a:off x="1071888" y="1368153"/>
          <a:ext cx="5522400" cy="1571004"/>
        </a:xfrm>
        <a:prstGeom prst="homePlate">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8580" rIns="464261"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tx1"/>
              </a:solidFill>
              <a:latin typeface="Times New Roman" panose="02020603050405020304" pitchFamily="18" charset="0"/>
              <a:cs typeface="Times New Roman" panose="02020603050405020304" pitchFamily="18" charset="0"/>
            </a:rPr>
            <a:t>يقتضي واجب Pearson المحدد من المتعلمين </a:t>
          </a:r>
          <a:br>
            <a:rPr lang="en-US" sz="1800" kern="1200" dirty="0">
              <a:solidFill>
                <a:schemeClr val="tx1"/>
              </a:solidFill>
              <a:latin typeface="Times New Roman" panose="02020603050405020304" pitchFamily="18" charset="0"/>
              <a:cs typeface="Times New Roman" panose="02020603050405020304" pitchFamily="18" charset="0"/>
            </a:rPr>
          </a:br>
          <a:r>
            <a:rPr lang="ar" sz="1800" kern="1200" dirty="0">
              <a:solidFill>
                <a:schemeClr val="tx1"/>
              </a:solidFill>
              <a:latin typeface="Times New Roman" panose="02020603050405020304" pitchFamily="18" charset="0"/>
              <a:cs typeface="Times New Roman" panose="02020603050405020304" pitchFamily="18" charset="0"/>
            </a:rPr>
            <a:t>إكمال ثلاث نشاطات استنادًا إلى مؤسسة محددة تعمل </a:t>
          </a:r>
          <a:br>
            <a:rPr lang="en-US" sz="1800" kern="1200" dirty="0">
              <a:solidFill>
                <a:schemeClr val="tx1"/>
              </a:solidFill>
              <a:latin typeface="Times New Roman" panose="02020603050405020304" pitchFamily="18" charset="0"/>
              <a:cs typeface="Times New Roman" panose="02020603050405020304" pitchFamily="18" charset="0"/>
            </a:rPr>
          </a:br>
          <a:r>
            <a:rPr lang="ar" sz="1800" kern="1200" dirty="0">
              <a:solidFill>
                <a:schemeClr val="tx1"/>
              </a:solidFill>
              <a:latin typeface="Times New Roman" panose="02020603050405020304" pitchFamily="18" charset="0"/>
              <a:cs typeface="Times New Roman" panose="02020603050405020304" pitchFamily="18" charset="0"/>
            </a:rPr>
            <a:t>في الرياضة والترفيه التفاعلي</a:t>
          </a:r>
          <a:endParaRPr lang="en-GB" sz="1800" kern="1200" dirty="0">
            <a:solidFill>
              <a:srgbClr val="000000"/>
            </a:solidFill>
            <a:latin typeface="Times New Roman" panose="02020603050405020304" pitchFamily="18" charset="0"/>
            <a:ea typeface="+mn-ea"/>
            <a:cs typeface="Times New Roman" panose="02020603050405020304" pitchFamily="18" charset="0"/>
          </a:endParaRPr>
        </a:p>
      </dsp:txBody>
      <dsp:txXfrm>
        <a:off x="1071888" y="1368153"/>
        <a:ext cx="5129649" cy="1571004"/>
      </dsp:txXfrm>
    </dsp:sp>
    <dsp:sp modelId="{F0BB6657-F43C-A140-B1F2-D744ED259593}">
      <dsp:nvSpPr>
        <dsp:cNvPr id="0" name=""/>
        <dsp:cNvSpPr/>
      </dsp:nvSpPr>
      <dsp:spPr>
        <a:xfrm>
          <a:off x="6652060" y="1640999"/>
          <a:ext cx="1052811" cy="1052811"/>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C2EE03-B08C-7540-BB3E-0E43195B2D99}">
      <dsp:nvSpPr>
        <dsp:cNvPr id="0" name=""/>
        <dsp:cNvSpPr/>
      </dsp:nvSpPr>
      <dsp:spPr>
        <a:xfrm>
          <a:off x="1099728" y="3253430"/>
          <a:ext cx="5411041" cy="105281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8580" rIns="464261"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tx1"/>
              </a:solidFill>
              <a:latin typeface="Times New Roman" panose="02020603050405020304" pitchFamily="18" charset="0"/>
              <a:cs typeface="Times New Roman" panose="02020603050405020304" pitchFamily="18" charset="0"/>
            </a:rPr>
            <a:t>ستخضع للتقييم الداخلي على يد معلمك</a:t>
          </a:r>
        </a:p>
      </dsp:txBody>
      <dsp:txXfrm>
        <a:off x="1099728" y="3253430"/>
        <a:ext cx="5147838" cy="1052811"/>
      </dsp:txXfrm>
    </dsp:sp>
    <dsp:sp modelId="{EAAD1AC9-DE04-3442-A4F4-1538E3E85E1E}">
      <dsp:nvSpPr>
        <dsp:cNvPr id="0" name=""/>
        <dsp:cNvSpPr/>
      </dsp:nvSpPr>
      <dsp:spPr>
        <a:xfrm>
          <a:off x="6687578" y="3254499"/>
          <a:ext cx="1052811" cy="1052811"/>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9F91B-A412-4046-9AE9-167787D1DE0B}">
      <dsp:nvSpPr>
        <dsp:cNvPr id="0" name=""/>
        <dsp:cNvSpPr/>
      </dsp:nvSpPr>
      <dsp:spPr>
        <a:xfrm>
          <a:off x="0" y="1609"/>
          <a:ext cx="8207375" cy="81583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F189B75D-60E8-4A38-AC23-0DC503925009}">
      <dsp:nvSpPr>
        <dsp:cNvPr id="0" name=""/>
        <dsp:cNvSpPr/>
      </dsp:nvSpPr>
      <dsp:spPr>
        <a:xfrm>
          <a:off x="7526766" y="185172"/>
          <a:ext cx="448709" cy="4487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39B92-C7E8-4937-BA2F-63BBE1282096}">
      <dsp:nvSpPr>
        <dsp:cNvPr id="0" name=""/>
        <dsp:cNvSpPr/>
      </dsp:nvSpPr>
      <dsp:spPr>
        <a:xfrm>
          <a:off x="4948" y="1609"/>
          <a:ext cx="7265085" cy="815835"/>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Times New Roman" panose="02020603050405020304" pitchFamily="18" charset="0"/>
              <a:cs typeface="Times New Roman" panose="02020603050405020304" pitchFamily="18" charset="0"/>
            </a:rPr>
            <a:t>أ: </a:t>
          </a:r>
          <a:r>
            <a:rPr lang="ar" sz="2200" kern="1200" dirty="0">
              <a:latin typeface="Times New Roman" panose="02020603050405020304" pitchFamily="18" charset="0"/>
              <a:cs typeface="Times New Roman" panose="02020603050405020304" pitchFamily="18" charset="0"/>
            </a:rPr>
            <a:t>استكشاف كيفية إدارة الأعمال التجارية في مجال الرياضة</a:t>
          </a:r>
          <a:endParaRPr lang="en-US" sz="2200" kern="1200" dirty="0">
            <a:latin typeface="Times New Roman" panose="02020603050405020304" pitchFamily="18" charset="0"/>
            <a:cs typeface="Times New Roman" panose="02020603050405020304" pitchFamily="18" charset="0"/>
          </a:endParaRPr>
        </a:p>
      </dsp:txBody>
      <dsp:txXfrm>
        <a:off x="4948" y="1609"/>
        <a:ext cx="7265085" cy="815835"/>
      </dsp:txXfrm>
    </dsp:sp>
    <dsp:sp modelId="{F43D942C-5076-405B-826A-BC7DA2026AC7}">
      <dsp:nvSpPr>
        <dsp:cNvPr id="0" name=""/>
        <dsp:cNvSpPr/>
      </dsp:nvSpPr>
      <dsp:spPr>
        <a:xfrm>
          <a:off x="0" y="1021403"/>
          <a:ext cx="8207375" cy="81583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ED43BA3-C6FA-40D0-98FE-78504CE20FC3}">
      <dsp:nvSpPr>
        <dsp:cNvPr id="0" name=""/>
        <dsp:cNvSpPr/>
      </dsp:nvSpPr>
      <dsp:spPr>
        <a:xfrm>
          <a:off x="7526766" y="1204966"/>
          <a:ext cx="448709" cy="44870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8200A-96B4-428C-8E55-83C8FFDC1FB3}">
      <dsp:nvSpPr>
        <dsp:cNvPr id="0" name=""/>
        <dsp:cNvSpPr/>
      </dsp:nvSpPr>
      <dsp:spPr>
        <a:xfrm>
          <a:off x="4948" y="1021403"/>
          <a:ext cx="7265085" cy="815835"/>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Times New Roman" panose="02020603050405020304" pitchFamily="18" charset="0"/>
              <a:cs typeface="Times New Roman" panose="02020603050405020304" pitchFamily="18" charset="0"/>
            </a:rPr>
            <a:t>ب: </a:t>
          </a:r>
          <a:r>
            <a:rPr lang="ar" sz="2200" kern="1200" dirty="0">
              <a:latin typeface="Times New Roman" panose="02020603050405020304" pitchFamily="18" charset="0"/>
              <a:cs typeface="Times New Roman" panose="02020603050405020304" pitchFamily="18" charset="0"/>
            </a:rPr>
            <a:t>معرفة المهارات الأساسية اللازمة لنجاح إدارة الأعمال التجارية </a:t>
          </a:r>
          <a:br>
            <a:rPr lang="en-US" sz="2200" kern="1200" dirty="0">
              <a:latin typeface="Times New Roman" panose="02020603050405020304" pitchFamily="18" charset="0"/>
              <a:cs typeface="Times New Roman" panose="02020603050405020304" pitchFamily="18" charset="0"/>
            </a:rPr>
          </a:br>
          <a:r>
            <a:rPr lang="ar" sz="2200" kern="1200" dirty="0">
              <a:latin typeface="Times New Roman" panose="02020603050405020304" pitchFamily="18" charset="0"/>
              <a:cs typeface="Times New Roman" panose="02020603050405020304" pitchFamily="18" charset="0"/>
            </a:rPr>
            <a:t>الرياضية والترفيهية</a:t>
          </a:r>
          <a:endParaRPr lang="en-US" sz="2200" kern="1200" dirty="0">
            <a:latin typeface="Times New Roman" panose="02020603050405020304" pitchFamily="18" charset="0"/>
            <a:cs typeface="Times New Roman" panose="02020603050405020304" pitchFamily="18" charset="0"/>
          </a:endParaRPr>
        </a:p>
      </dsp:txBody>
      <dsp:txXfrm>
        <a:off x="4948" y="1021403"/>
        <a:ext cx="7265085" cy="815835"/>
      </dsp:txXfrm>
    </dsp:sp>
    <dsp:sp modelId="{875D741C-CAD9-4AF6-B4FA-DE20C2DFD952}">
      <dsp:nvSpPr>
        <dsp:cNvPr id="0" name=""/>
        <dsp:cNvSpPr/>
      </dsp:nvSpPr>
      <dsp:spPr>
        <a:xfrm flipH="1">
          <a:off x="0" y="2041197"/>
          <a:ext cx="8207375" cy="81583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848AB56E-E0E6-4724-B224-7DF8D29317AC}">
      <dsp:nvSpPr>
        <dsp:cNvPr id="0" name=""/>
        <dsp:cNvSpPr/>
      </dsp:nvSpPr>
      <dsp:spPr>
        <a:xfrm>
          <a:off x="7526766" y="2224760"/>
          <a:ext cx="448709" cy="448709"/>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D209A1-A39C-4A34-A67B-7F58F8B67DCB}">
      <dsp:nvSpPr>
        <dsp:cNvPr id="0" name=""/>
        <dsp:cNvSpPr/>
      </dsp:nvSpPr>
      <dsp:spPr>
        <a:xfrm>
          <a:off x="4948" y="2041197"/>
          <a:ext cx="7265085" cy="815835"/>
        </a:xfrm>
        <a:prstGeom prst="rect">
          <a:avLst/>
        </a:prstGeom>
        <a:solidFill>
          <a:schemeClr val="accent6">
            <a:lumMod val="20000"/>
            <a:lumOff val="80000"/>
          </a:schemeClr>
        </a:solidFill>
        <a:ln>
          <a:solidFill>
            <a:schemeClr val="accent6"/>
          </a:solid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Times New Roman" panose="02020603050405020304" pitchFamily="18" charset="0"/>
              <a:cs typeface="Times New Roman" panose="02020603050405020304" pitchFamily="18" charset="0"/>
            </a:rPr>
            <a:t>ج: </a:t>
          </a:r>
          <a:r>
            <a:rPr lang="ar" sz="2200" kern="1200" dirty="0">
              <a:latin typeface="Times New Roman" panose="02020603050405020304" pitchFamily="18" charset="0"/>
              <a:cs typeface="Times New Roman" panose="02020603050405020304" pitchFamily="18" charset="0"/>
            </a:rPr>
            <a:t>إعداد خطة ترويجية لمؤسسة تجارية محددة </a:t>
          </a:r>
          <a:endParaRPr lang="en-US" sz="2200" kern="1200" dirty="0">
            <a:latin typeface="Times New Roman" panose="02020603050405020304" pitchFamily="18" charset="0"/>
            <a:cs typeface="Times New Roman" panose="02020603050405020304" pitchFamily="18" charset="0"/>
          </a:endParaRPr>
        </a:p>
      </dsp:txBody>
      <dsp:txXfrm>
        <a:off x="4948" y="2041197"/>
        <a:ext cx="7265085" cy="815835"/>
      </dsp:txXfrm>
    </dsp:sp>
    <dsp:sp modelId="{6EB0FB92-A70A-AC45-9209-1911CAC6571A}">
      <dsp:nvSpPr>
        <dsp:cNvPr id="0" name=""/>
        <dsp:cNvSpPr/>
      </dsp:nvSpPr>
      <dsp:spPr>
        <a:xfrm>
          <a:off x="0" y="3060991"/>
          <a:ext cx="8207375" cy="81583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BAD13127-DEF8-EB47-AFF0-C99F05B08382}">
      <dsp:nvSpPr>
        <dsp:cNvPr id="0" name=""/>
        <dsp:cNvSpPr/>
      </dsp:nvSpPr>
      <dsp:spPr>
        <a:xfrm>
          <a:off x="7526766" y="3244554"/>
          <a:ext cx="448709" cy="448709"/>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A4D53C-5C32-E443-8EA5-06590864A81A}">
      <dsp:nvSpPr>
        <dsp:cNvPr id="0" name=""/>
        <dsp:cNvSpPr/>
      </dsp:nvSpPr>
      <dsp:spPr>
        <a:xfrm>
          <a:off x="75128" y="3060991"/>
          <a:ext cx="7265085" cy="815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43" tIns="86343" rIns="86343" bIns="86343"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Times New Roman" panose="02020603050405020304" pitchFamily="18" charset="0"/>
              <a:cs typeface="Times New Roman" panose="02020603050405020304" pitchFamily="18" charset="0"/>
            </a:rPr>
            <a:t>د: </a:t>
          </a:r>
          <a:r>
            <a:rPr lang="ar" sz="2200" kern="1200" dirty="0">
              <a:latin typeface="Times New Roman" panose="02020603050405020304" pitchFamily="18" charset="0"/>
              <a:cs typeface="Times New Roman" panose="02020603050405020304" pitchFamily="18" charset="0"/>
            </a:rPr>
            <a:t>إعداد خطة عمل وتسويق لعمل تجاري محدد</a:t>
          </a:r>
          <a:endParaRPr lang="en-US" sz="2200" kern="1200" dirty="0">
            <a:latin typeface="Times New Roman" panose="02020603050405020304" pitchFamily="18" charset="0"/>
            <a:cs typeface="Times New Roman" panose="02020603050405020304" pitchFamily="18" charset="0"/>
          </a:endParaRPr>
        </a:p>
      </dsp:txBody>
      <dsp:txXfrm>
        <a:off x="75128" y="3060991"/>
        <a:ext cx="7265085" cy="8158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6443E-F6CB-4E39-B8B4-8735A3F35C81}">
      <dsp:nvSpPr>
        <dsp:cNvPr id="0" name=""/>
        <dsp:cNvSpPr/>
      </dsp:nvSpPr>
      <dsp:spPr>
        <a:xfrm>
          <a:off x="0" y="1986"/>
          <a:ext cx="5111751" cy="10066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B1E01E3D-6D85-4BA8-8D47-D67B5A12AA05}">
      <dsp:nvSpPr>
        <dsp:cNvPr id="0" name=""/>
        <dsp:cNvSpPr/>
      </dsp:nvSpPr>
      <dsp:spPr>
        <a:xfrm>
          <a:off x="4220009" y="228474"/>
          <a:ext cx="553638" cy="553638"/>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A834-0AE3-40C9-B5C8-75BE27C4EBF8}">
      <dsp:nvSpPr>
        <dsp:cNvPr id="0" name=""/>
        <dsp:cNvSpPr/>
      </dsp:nvSpPr>
      <dsp:spPr>
        <a:xfrm>
          <a:off x="189461" y="1986"/>
          <a:ext cx="3949110"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a:lnSpc>
              <a:spcPct val="100000"/>
            </a:lnSpc>
            <a:spcBef>
              <a:spcPct val="0"/>
            </a:spcBef>
            <a:spcAft>
              <a:spcPct val="35000"/>
            </a:spcAft>
            <a:buNone/>
          </a:pPr>
          <a:r>
            <a:rPr lang="ar" sz="2200" b="1" kern="1200" dirty="0">
              <a:latin typeface="Times New Roman" panose="02020603050405020304" pitchFamily="18" charset="0"/>
              <a:cs typeface="Times New Roman" panose="02020603050405020304" pitchFamily="18" charset="0"/>
            </a:rPr>
            <a:t>مجالات المحتوى الرئيسة</a:t>
          </a:r>
        </a:p>
      </dsp:txBody>
      <dsp:txXfrm>
        <a:off x="189461" y="1986"/>
        <a:ext cx="3949110" cy="1006615"/>
      </dsp:txXfrm>
    </dsp:sp>
    <dsp:sp modelId="{CF774ABA-3244-4408-901F-6CCE877A456B}">
      <dsp:nvSpPr>
        <dsp:cNvPr id="0" name=""/>
        <dsp:cNvSpPr/>
      </dsp:nvSpPr>
      <dsp:spPr>
        <a:xfrm>
          <a:off x="0" y="1260255"/>
          <a:ext cx="5111751" cy="10066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07EE78B-D7B9-41CD-B540-6B48BF9CD5D7}">
      <dsp:nvSpPr>
        <dsp:cNvPr id="0" name=""/>
        <dsp:cNvSpPr/>
      </dsp:nvSpPr>
      <dsp:spPr>
        <a:xfrm>
          <a:off x="4220009" y="1486743"/>
          <a:ext cx="553638" cy="5536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E2D37-BA8E-4389-9AA8-5F0BF3C22FB2}">
      <dsp:nvSpPr>
        <dsp:cNvPr id="0" name=""/>
        <dsp:cNvSpPr/>
      </dsp:nvSpPr>
      <dsp:spPr>
        <a:xfrm>
          <a:off x="153958" y="1260255"/>
          <a:ext cx="3949110" cy="1006615"/>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889000">
            <a:lnSpc>
              <a:spcPct val="100000"/>
            </a:lnSpc>
            <a:spcBef>
              <a:spcPct val="0"/>
            </a:spcBef>
            <a:spcAft>
              <a:spcPct val="35000"/>
            </a:spcAft>
            <a:buNone/>
          </a:pPr>
          <a:r>
            <a:rPr lang="ar" sz="2000" kern="1200" dirty="0">
              <a:latin typeface="Times New Roman" panose="02020603050405020304" pitchFamily="18" charset="0"/>
              <a:cs typeface="Times New Roman" panose="02020603050405020304" pitchFamily="18" charset="0"/>
            </a:rPr>
            <a:t>أ1 أنواع الأعمال التجارية في مجال الرياضة</a:t>
          </a:r>
          <a:endParaRPr lang="en-US" sz="2000" kern="1200" dirty="0">
            <a:solidFill>
              <a:srgbClr val="000000">
                <a:hueOff val="0"/>
                <a:satOff val="0"/>
                <a:lumOff val="0"/>
                <a:alphaOff val="0"/>
              </a:srgbClr>
            </a:solidFill>
            <a:latin typeface="Times New Roman" panose="02020603050405020304" pitchFamily="18" charset="0"/>
            <a:ea typeface="+mn-ea"/>
            <a:cs typeface="Times New Roman" panose="02020603050405020304" pitchFamily="18" charset="0"/>
          </a:endParaRPr>
        </a:p>
      </dsp:txBody>
      <dsp:txXfrm>
        <a:off x="153958" y="1260255"/>
        <a:ext cx="3949110" cy="1006615"/>
      </dsp:txXfrm>
    </dsp:sp>
    <dsp:sp modelId="{3DCFFCF7-9656-439F-BBA1-13F8CDCDF580}">
      <dsp:nvSpPr>
        <dsp:cNvPr id="0" name=""/>
        <dsp:cNvSpPr/>
      </dsp:nvSpPr>
      <dsp:spPr>
        <a:xfrm>
          <a:off x="0" y="2518524"/>
          <a:ext cx="5111751" cy="10066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0F9FDF15-0AA0-473D-88E0-CE97E32171A0}">
      <dsp:nvSpPr>
        <dsp:cNvPr id="0" name=""/>
        <dsp:cNvSpPr/>
      </dsp:nvSpPr>
      <dsp:spPr>
        <a:xfrm>
          <a:off x="4220009" y="2745012"/>
          <a:ext cx="553638" cy="553638"/>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9A5E81-88A1-48A0-AFE5-8C2E829447C6}">
      <dsp:nvSpPr>
        <dsp:cNvPr id="0" name=""/>
        <dsp:cNvSpPr/>
      </dsp:nvSpPr>
      <dsp:spPr>
        <a:xfrm>
          <a:off x="153958" y="2518524"/>
          <a:ext cx="3949110"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889000">
            <a:lnSpc>
              <a:spcPct val="100000"/>
            </a:lnSpc>
            <a:spcBef>
              <a:spcPct val="0"/>
            </a:spcBef>
            <a:spcAft>
              <a:spcPct val="35000"/>
            </a:spcAft>
            <a:buNone/>
          </a:pPr>
          <a:r>
            <a:rPr lang="ar" sz="2000" kern="1200" dirty="0">
              <a:latin typeface="Times New Roman" panose="02020603050405020304" pitchFamily="18" charset="0"/>
              <a:cs typeface="Times New Roman" panose="02020603050405020304" pitchFamily="18" charset="0"/>
            </a:rPr>
            <a:t>أ2 غرض الأعمال التجارية في مجال الرياضة</a:t>
          </a:r>
          <a:endParaRPr lang="en-US" sz="2000" b="0" kern="1200" dirty="0">
            <a:latin typeface="Times New Roman" panose="02020603050405020304" pitchFamily="18" charset="0"/>
            <a:cs typeface="Times New Roman" panose="02020603050405020304" pitchFamily="18" charset="0"/>
          </a:endParaRPr>
        </a:p>
      </dsp:txBody>
      <dsp:txXfrm>
        <a:off x="153958" y="2518524"/>
        <a:ext cx="3949110" cy="1006615"/>
      </dsp:txXfrm>
    </dsp:sp>
    <dsp:sp modelId="{ADECAE07-2184-2A47-8AE2-CAD102EF394E}">
      <dsp:nvSpPr>
        <dsp:cNvPr id="0" name=""/>
        <dsp:cNvSpPr/>
      </dsp:nvSpPr>
      <dsp:spPr>
        <a:xfrm>
          <a:off x="0" y="3776793"/>
          <a:ext cx="5111751" cy="10066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E4A5A69-05A2-9745-8A54-4F236E4A4ABE}">
      <dsp:nvSpPr>
        <dsp:cNvPr id="0" name=""/>
        <dsp:cNvSpPr/>
      </dsp:nvSpPr>
      <dsp:spPr>
        <a:xfrm>
          <a:off x="4220009" y="4003282"/>
          <a:ext cx="553638" cy="5536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185E06-AC53-8048-ADA5-06CC82F05F1D}">
      <dsp:nvSpPr>
        <dsp:cNvPr id="0" name=""/>
        <dsp:cNvSpPr/>
      </dsp:nvSpPr>
      <dsp:spPr>
        <a:xfrm>
          <a:off x="139821" y="3778776"/>
          <a:ext cx="3949110"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889000">
            <a:lnSpc>
              <a:spcPct val="100000"/>
            </a:lnSpc>
            <a:spcBef>
              <a:spcPct val="0"/>
            </a:spcBef>
            <a:spcAft>
              <a:spcPct val="35000"/>
            </a:spcAft>
            <a:buNone/>
          </a:pPr>
          <a:r>
            <a:rPr lang="ar" sz="2000" kern="1200" dirty="0">
              <a:solidFill>
                <a:srgbClr val="000000">
                  <a:hueOff val="0"/>
                  <a:satOff val="0"/>
                  <a:lumOff val="0"/>
                  <a:alphaOff val="0"/>
                </a:srgbClr>
              </a:solidFill>
              <a:latin typeface="Times New Roman" panose="02020603050405020304" pitchFamily="18" charset="0"/>
              <a:ea typeface="+mn-ea"/>
              <a:cs typeface="Times New Roman" panose="02020603050405020304" pitchFamily="18" charset="0"/>
            </a:rPr>
            <a:t>أ3 تقييم مؤشرات نجاح المؤسسات التجارية في مجال الرياضة</a:t>
          </a:r>
        </a:p>
      </dsp:txBody>
      <dsp:txXfrm>
        <a:off x="139821" y="3778776"/>
        <a:ext cx="3949110" cy="10066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941304-1D74-0E4C-B93D-79A902EE3188}">
      <dsp:nvSpPr>
        <dsp:cNvPr id="0" name=""/>
        <dsp:cNvSpPr/>
      </dsp:nvSpPr>
      <dsp:spPr>
        <a:xfrm>
          <a:off x="0" y="0"/>
          <a:ext cx="7309083" cy="655200"/>
        </a:xfrm>
        <a:prstGeom prst="round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b="1" kern="1200" dirty="0">
              <a:solidFill>
                <a:schemeClr val="accent6"/>
              </a:solidFill>
              <a:latin typeface="Times New Roman" panose="02020603050405020304" pitchFamily="18" charset="0"/>
              <a:cs typeface="Times New Roman" panose="02020603050405020304" pitchFamily="18" charset="0"/>
            </a:rPr>
            <a:t>المؤسسات الهادفة للربح في القطاع الخاص</a:t>
          </a:r>
        </a:p>
      </dsp:txBody>
      <dsp:txXfrm>
        <a:off x="31984" y="31984"/>
        <a:ext cx="7245115" cy="591232"/>
      </dsp:txXfrm>
    </dsp:sp>
    <dsp:sp modelId="{BFE099FF-7A32-7D4F-A214-E3D13DA232E9}">
      <dsp:nvSpPr>
        <dsp:cNvPr id="0" name=""/>
        <dsp:cNvSpPr/>
      </dsp:nvSpPr>
      <dsp:spPr>
        <a:xfrm>
          <a:off x="0" y="774564"/>
          <a:ext cx="7309083" cy="655200"/>
        </a:xfrm>
        <a:prstGeom prst="round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Times New Roman" panose="02020603050405020304" pitchFamily="18" charset="0"/>
              <a:cs typeface="Times New Roman" panose="02020603050405020304" pitchFamily="18" charset="0"/>
            </a:rPr>
            <a:t>o </a:t>
          </a:r>
          <a:r>
            <a:rPr lang="ar" sz="1800" b="1" kern="1200" dirty="0">
              <a:solidFill>
                <a:schemeClr val="tx1"/>
              </a:solidFill>
              <a:latin typeface="Times New Roman" panose="02020603050405020304" pitchFamily="18" charset="0"/>
              <a:cs typeface="Times New Roman" panose="02020603050405020304" pitchFamily="18" charset="0"/>
            </a:rPr>
            <a:t>المؤسسات الفردية</a:t>
          </a:r>
          <a:r>
            <a:rPr lang="ar" sz="1800" kern="1200" dirty="0">
              <a:solidFill>
                <a:schemeClr val="tx1"/>
              </a:solidFill>
              <a:latin typeface="Times New Roman" panose="02020603050405020304" pitchFamily="18" charset="0"/>
              <a:cs typeface="Times New Roman" panose="02020603050405020304" pitchFamily="18" charset="0"/>
            </a:rPr>
            <a:t>:</a:t>
          </a:r>
          <a:r>
            <a:rPr lang="ar" sz="1600" kern="1200" dirty="0">
              <a:solidFill>
                <a:srgbClr val="000000"/>
              </a:solidFill>
              <a:latin typeface="Times New Roman" panose="02020603050405020304" pitchFamily="18" charset="0"/>
              <a:ea typeface="+mn-ea"/>
              <a:cs typeface="Times New Roman" panose="02020603050405020304" pitchFamily="18" charset="0"/>
            </a:rPr>
            <a:t> مثل المتاجر الصغيرة أو مدربي اليوغا أو اللياقة البدنية أو السباحة. </a:t>
          </a:r>
        </a:p>
      </dsp:txBody>
      <dsp:txXfrm>
        <a:off x="31984" y="806548"/>
        <a:ext cx="7245115" cy="591232"/>
      </dsp:txXfrm>
    </dsp:sp>
    <dsp:sp modelId="{27FD5942-A9B3-2340-9337-728CD9B67E4A}">
      <dsp:nvSpPr>
        <dsp:cNvPr id="0" name=""/>
        <dsp:cNvSpPr/>
      </dsp:nvSpPr>
      <dsp:spPr>
        <a:xfrm>
          <a:off x="0" y="1530564"/>
          <a:ext cx="7309083" cy="655200"/>
        </a:xfrm>
        <a:prstGeom prst="round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tx1"/>
              </a:solidFill>
              <a:latin typeface="Times New Roman" panose="02020603050405020304" pitchFamily="18" charset="0"/>
              <a:cs typeface="Times New Roman" panose="02020603050405020304" pitchFamily="18" charset="0"/>
            </a:rPr>
            <a:t>o </a:t>
          </a:r>
          <a:r>
            <a:rPr lang="ar" sz="1800" b="1" kern="1200" dirty="0">
              <a:solidFill>
                <a:schemeClr val="tx1"/>
              </a:solidFill>
              <a:latin typeface="Times New Roman" panose="02020603050405020304" pitchFamily="18" charset="0"/>
              <a:cs typeface="Times New Roman" panose="02020603050405020304" pitchFamily="18" charset="0"/>
            </a:rPr>
            <a:t>الشراكات</a:t>
          </a:r>
          <a:r>
            <a:rPr lang="ar" sz="1600" kern="1200" dirty="0">
              <a:solidFill>
                <a:schemeClr val="tx1"/>
              </a:solidFill>
              <a:latin typeface="Times New Roman" panose="02020603050405020304" pitchFamily="18" charset="0"/>
              <a:cs typeface="Times New Roman" panose="02020603050405020304" pitchFamily="18" charset="0"/>
            </a:rPr>
            <a:t>: مثل أطباء الأسنان أو الأطباء أو المحامين، أو مجموعة من المستثمرين يتعاونون ويجمعون مواردهم لشراء فريق رياضي</a:t>
          </a:r>
          <a:endParaRPr lang="en-GB" sz="1100" kern="1200" dirty="0">
            <a:solidFill>
              <a:schemeClr val="tx1"/>
            </a:solidFill>
            <a:latin typeface="Times New Roman" panose="02020603050405020304" pitchFamily="18" charset="0"/>
            <a:cs typeface="Times New Roman" panose="02020603050405020304" pitchFamily="18" charset="0"/>
          </a:endParaRPr>
        </a:p>
      </dsp:txBody>
      <dsp:txXfrm>
        <a:off x="31984" y="1562548"/>
        <a:ext cx="7245115" cy="591232"/>
      </dsp:txXfrm>
    </dsp:sp>
    <dsp:sp modelId="{D1309920-5EE4-2F42-AE1B-82B931D36A63}">
      <dsp:nvSpPr>
        <dsp:cNvPr id="0" name=""/>
        <dsp:cNvSpPr/>
      </dsp:nvSpPr>
      <dsp:spPr>
        <a:xfrm>
          <a:off x="0" y="2286564"/>
          <a:ext cx="7309083" cy="655200"/>
        </a:xfrm>
        <a:prstGeom prst="round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rtlCol="1" anchor="ctr" anchorCtr="0">
          <a:noAutofit/>
        </a:bodyPr>
        <a:lstStyle/>
        <a:p>
          <a:pPr marL="0" lvl="0" indent="0" algn="r" defTabSz="755650" rtl="1">
            <a:lnSpc>
              <a:spcPct val="90000"/>
            </a:lnSpc>
            <a:spcBef>
              <a:spcPct val="0"/>
            </a:spcBef>
            <a:spcAft>
              <a:spcPct val="35000"/>
            </a:spcAft>
            <a:buNone/>
          </a:pPr>
          <a:r>
            <a:rPr lang="ar" sz="1700" kern="1200" dirty="0">
              <a:solidFill>
                <a:schemeClr val="tx1"/>
              </a:solidFill>
              <a:latin typeface="Times New Roman" panose="02020603050405020304" pitchFamily="18" charset="0"/>
              <a:cs typeface="Times New Roman" panose="02020603050405020304" pitchFamily="18" charset="0"/>
            </a:rPr>
            <a:t>o </a:t>
          </a:r>
          <a:r>
            <a:rPr lang="ar" sz="1800" b="1" kern="1200" dirty="0">
              <a:solidFill>
                <a:schemeClr val="tx1"/>
              </a:solidFill>
              <a:latin typeface="Times New Roman" panose="02020603050405020304" pitchFamily="18" charset="0"/>
              <a:cs typeface="Times New Roman" panose="02020603050405020304" pitchFamily="18" charset="0"/>
            </a:rPr>
            <a:t> </a:t>
          </a:r>
          <a:r>
            <a:rPr lang="ar" sz="1700" kern="1200" dirty="0">
              <a:solidFill>
                <a:schemeClr val="tx1"/>
              </a:solidFill>
              <a:latin typeface="Times New Roman" panose="02020603050405020304" pitchFamily="18" charset="0"/>
              <a:cs typeface="Times New Roman" panose="02020603050405020304" pitchFamily="18" charset="0"/>
            </a:rPr>
            <a:t>الشركات المحدودة:شركات صغيرة يديرها شخص واحد على الأقل</a:t>
          </a:r>
        </a:p>
      </dsp:txBody>
      <dsp:txXfrm>
        <a:off x="31984" y="2318548"/>
        <a:ext cx="7245115" cy="591232"/>
      </dsp:txXfrm>
    </dsp:sp>
    <dsp:sp modelId="{3145957E-1503-4A43-9518-42108EB364B1}">
      <dsp:nvSpPr>
        <dsp:cNvPr id="0" name=""/>
        <dsp:cNvSpPr/>
      </dsp:nvSpPr>
      <dsp:spPr>
        <a:xfrm>
          <a:off x="0" y="3042564"/>
          <a:ext cx="7309083" cy="655200"/>
        </a:xfrm>
        <a:prstGeom prst="round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rtlCol="1" anchor="ctr" anchorCtr="0">
          <a:noAutofit/>
        </a:bodyPr>
        <a:lstStyle/>
        <a:p>
          <a:pPr marL="0" lvl="0" indent="0" algn="r" defTabSz="755650" rtl="1">
            <a:lnSpc>
              <a:spcPct val="90000"/>
            </a:lnSpc>
            <a:spcBef>
              <a:spcPct val="0"/>
            </a:spcBef>
            <a:spcAft>
              <a:spcPct val="35000"/>
            </a:spcAft>
            <a:buNone/>
          </a:pPr>
          <a:r>
            <a:rPr lang="ar" sz="1700" kern="1200" dirty="0">
              <a:solidFill>
                <a:schemeClr val="tx1"/>
              </a:solidFill>
              <a:latin typeface="Times New Roman" panose="02020603050405020304" pitchFamily="18" charset="0"/>
              <a:cs typeface="Times New Roman" panose="02020603050405020304" pitchFamily="18" charset="0"/>
            </a:rPr>
            <a:t>o </a:t>
          </a:r>
          <a:r>
            <a:rPr lang="ar" sz="1800" b="1" kern="1200" dirty="0">
              <a:solidFill>
                <a:schemeClr val="tx1"/>
              </a:solidFill>
              <a:latin typeface="Times New Roman" panose="02020603050405020304" pitchFamily="18" charset="0"/>
              <a:cs typeface="Times New Roman" panose="02020603050405020304" pitchFamily="18" charset="0"/>
            </a:rPr>
            <a:t>الشركات العامة المحدودة:</a:t>
          </a:r>
          <a:r>
            <a:rPr lang="ar" sz="1700" kern="1200" dirty="0">
              <a:solidFill>
                <a:schemeClr val="tx1"/>
              </a:solidFill>
              <a:latin typeface="Times New Roman" panose="02020603050405020304" pitchFamily="18" charset="0"/>
              <a:cs typeface="Times New Roman" panose="02020603050405020304" pitchFamily="18" charset="0"/>
            </a:rPr>
            <a:t> مثل الشركات الكبيرة والمرموقة</a:t>
          </a:r>
        </a:p>
      </dsp:txBody>
      <dsp:txXfrm>
        <a:off x="31984" y="3074548"/>
        <a:ext cx="7245115" cy="5912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23D1F-6028-4A40-BBE2-903D299AEDBA}">
      <dsp:nvSpPr>
        <dsp:cNvPr id="0" name=""/>
        <dsp:cNvSpPr/>
      </dsp:nvSpPr>
      <dsp:spPr>
        <a:xfrm>
          <a:off x="0" y="1634"/>
          <a:ext cx="7189210" cy="580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b="1" kern="1200" dirty="0">
              <a:solidFill>
                <a:schemeClr val="accent6"/>
              </a:solidFill>
              <a:latin typeface="Times New Roman" panose="02020603050405020304" pitchFamily="18" charset="0"/>
              <a:cs typeface="Times New Roman" panose="02020603050405020304" pitchFamily="18" charset="0"/>
            </a:rPr>
            <a:t>المؤسسات غير الهادفة للربح</a:t>
          </a:r>
        </a:p>
      </dsp:txBody>
      <dsp:txXfrm>
        <a:off x="28329" y="29963"/>
        <a:ext cx="7132552" cy="523662"/>
      </dsp:txXfrm>
    </dsp:sp>
    <dsp:sp modelId="{A5298277-3C66-E34C-B8C4-A6FA5A94E3F0}">
      <dsp:nvSpPr>
        <dsp:cNvPr id="0" name=""/>
        <dsp:cNvSpPr/>
      </dsp:nvSpPr>
      <dsp:spPr>
        <a:xfrm>
          <a:off x="0" y="671234"/>
          <a:ext cx="7189210" cy="580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o </a:t>
          </a:r>
          <a:r>
            <a:rPr lang="ar" sz="1800" b="1" kern="1200" dirty="0">
              <a:solidFill>
                <a:schemeClr val="accent6"/>
              </a:solidFill>
              <a:latin typeface="Times New Roman" panose="02020603050405020304" pitchFamily="18" charset="0"/>
              <a:cs typeface="Times New Roman" panose="02020603050405020304" pitchFamily="18" charset="0"/>
            </a:rPr>
            <a:t>الجمعيات الخيرية:</a:t>
          </a:r>
          <a:r>
            <a:rPr lang="ar" sz="1800" b="0" kern="1200" dirty="0">
              <a:solidFill>
                <a:schemeClr val="accent6"/>
              </a:solidFill>
              <a:latin typeface="Times New Roman" panose="02020603050405020304" pitchFamily="18" charset="0"/>
              <a:cs typeface="Times New Roman" panose="02020603050405020304" pitchFamily="18" charset="0"/>
            </a:rPr>
            <a:t> التي تهدف لمساعدة الناس</a:t>
          </a:r>
          <a:endParaRPr lang="en-GB" sz="1600" b="0" kern="1200" dirty="0">
            <a:solidFill>
              <a:schemeClr val="accent6"/>
            </a:solidFill>
            <a:latin typeface="Times New Roman" panose="02020603050405020304" pitchFamily="18" charset="0"/>
            <a:cs typeface="Times New Roman" panose="02020603050405020304" pitchFamily="18" charset="0"/>
          </a:endParaRPr>
        </a:p>
      </dsp:txBody>
      <dsp:txXfrm>
        <a:off x="28329" y="699563"/>
        <a:ext cx="7132552" cy="523662"/>
      </dsp:txXfrm>
    </dsp:sp>
    <dsp:sp modelId="{3A3160DC-A5A5-5545-89AC-938E8286ABD1}">
      <dsp:nvSpPr>
        <dsp:cNvPr id="0" name=""/>
        <dsp:cNvSpPr/>
      </dsp:nvSpPr>
      <dsp:spPr>
        <a:xfrm>
          <a:off x="0" y="1340834"/>
          <a:ext cx="7189210" cy="580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o </a:t>
          </a:r>
          <a:r>
            <a:rPr lang="ar" sz="1800" b="1" kern="1200" dirty="0">
              <a:solidFill>
                <a:schemeClr val="accent6"/>
              </a:solidFill>
              <a:latin typeface="Times New Roman" panose="02020603050405020304" pitchFamily="18" charset="0"/>
              <a:cs typeface="Times New Roman" panose="02020603050405020304" pitchFamily="18" charset="0"/>
            </a:rPr>
            <a:t>المؤسسات الاجتماعية:</a:t>
          </a:r>
          <a:r>
            <a:rPr lang="en-US" sz="1800" b="1" kern="1200" dirty="0">
              <a:solidFill>
                <a:schemeClr val="accent6"/>
              </a:solidFill>
              <a:latin typeface="Times New Roman" panose="02020603050405020304" pitchFamily="18" charset="0"/>
              <a:cs typeface="Times New Roman" panose="02020603050405020304" pitchFamily="18" charset="0"/>
            </a:rPr>
            <a:t> </a:t>
          </a:r>
          <a:r>
            <a:rPr lang="ar" sz="1800" kern="1200" dirty="0">
              <a:solidFill>
                <a:schemeClr val="accent6"/>
              </a:solidFill>
              <a:latin typeface="Times New Roman" panose="02020603050405020304" pitchFamily="18" charset="0"/>
              <a:cs typeface="Times New Roman" panose="02020603050405020304" pitchFamily="18" charset="0"/>
            </a:rPr>
            <a:t>التي تهدف إلى تقليل أوجه عدم المساواة</a:t>
          </a:r>
          <a:endParaRPr lang="en-GB" sz="1600" kern="1200" dirty="0">
            <a:solidFill>
              <a:schemeClr val="accent6"/>
            </a:solidFill>
            <a:latin typeface="Times New Roman" panose="02020603050405020304" pitchFamily="18" charset="0"/>
            <a:cs typeface="Times New Roman" panose="02020603050405020304" pitchFamily="18" charset="0"/>
          </a:endParaRPr>
        </a:p>
      </dsp:txBody>
      <dsp:txXfrm>
        <a:off x="28329" y="1369163"/>
        <a:ext cx="7132552" cy="523662"/>
      </dsp:txXfrm>
    </dsp:sp>
    <dsp:sp modelId="{EF1CE27F-F218-D744-BEF2-18DCD149D0C0}">
      <dsp:nvSpPr>
        <dsp:cNvPr id="0" name=""/>
        <dsp:cNvSpPr/>
      </dsp:nvSpPr>
      <dsp:spPr>
        <a:xfrm>
          <a:off x="0" y="2010435"/>
          <a:ext cx="7189210" cy="580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o </a:t>
          </a:r>
          <a:r>
            <a:rPr lang="ar" sz="1800" b="1" kern="1200" dirty="0">
              <a:solidFill>
                <a:schemeClr val="accent6"/>
              </a:solidFill>
              <a:latin typeface="Times New Roman" panose="02020603050405020304" pitchFamily="18" charset="0"/>
              <a:cs typeface="Times New Roman" panose="02020603050405020304" pitchFamily="18" charset="0"/>
            </a:rPr>
            <a:t>شركات ذات مصلحة مجتمعية: </a:t>
          </a:r>
          <a:r>
            <a:rPr lang="ar" sz="1800" kern="1200" dirty="0">
              <a:solidFill>
                <a:srgbClr val="2D2D8A"/>
              </a:solidFill>
              <a:latin typeface="Times New Roman" panose="02020603050405020304" pitchFamily="18" charset="0"/>
              <a:ea typeface="+mn-ea"/>
              <a:cs typeface="Times New Roman" panose="02020603050405020304" pitchFamily="18" charset="0"/>
            </a:rPr>
            <a:t>التي تهدف إلى خدمة المجتمع المحلي</a:t>
          </a:r>
        </a:p>
      </dsp:txBody>
      <dsp:txXfrm>
        <a:off x="28329" y="2038764"/>
        <a:ext cx="7132552" cy="523662"/>
      </dsp:txXfrm>
    </dsp:sp>
    <dsp:sp modelId="{E6C87F0A-5175-944A-87EE-DCC765A5FD04}">
      <dsp:nvSpPr>
        <dsp:cNvPr id="0" name=""/>
        <dsp:cNvSpPr/>
      </dsp:nvSpPr>
      <dsp:spPr>
        <a:xfrm>
          <a:off x="0" y="2680035"/>
          <a:ext cx="7189210" cy="580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accent6"/>
              </a:solidFill>
              <a:latin typeface="Times New Roman" panose="02020603050405020304" pitchFamily="18" charset="0"/>
              <a:cs typeface="Times New Roman" panose="02020603050405020304" pitchFamily="18" charset="0"/>
            </a:rPr>
            <a:t>o </a:t>
          </a:r>
          <a:r>
            <a:rPr lang="ar" sz="1800" b="1" kern="1200" dirty="0">
              <a:solidFill>
                <a:schemeClr val="accent6"/>
              </a:solidFill>
              <a:latin typeface="Times New Roman" panose="02020603050405020304" pitchFamily="18" charset="0"/>
              <a:cs typeface="Times New Roman" panose="02020603050405020304" pitchFamily="18" charset="0"/>
            </a:rPr>
            <a:t> المؤسسات التطوعية والمجتمعية:</a:t>
          </a:r>
          <a:r>
            <a:rPr lang="en-US" sz="1800" b="1" kern="1200" dirty="0">
              <a:solidFill>
                <a:schemeClr val="accent6"/>
              </a:solidFill>
              <a:latin typeface="Times New Roman" panose="02020603050405020304" pitchFamily="18" charset="0"/>
              <a:cs typeface="Times New Roman" panose="02020603050405020304" pitchFamily="18" charset="0"/>
            </a:rPr>
            <a:t> </a:t>
          </a:r>
          <a:r>
            <a:rPr lang="ar" sz="1800" kern="1200" dirty="0">
              <a:solidFill>
                <a:srgbClr val="2D2D8A"/>
              </a:solidFill>
              <a:latin typeface="Times New Roman" panose="02020603050405020304" pitchFamily="18" charset="0"/>
              <a:ea typeface="+mn-ea"/>
              <a:cs typeface="Times New Roman" panose="02020603050405020304" pitchFamily="18" charset="0"/>
            </a:rPr>
            <a:t>التي تهدف لتغيير حياة الناس والمجتمعات</a:t>
          </a:r>
        </a:p>
      </dsp:txBody>
      <dsp:txXfrm>
        <a:off x="28329" y="2708364"/>
        <a:ext cx="7132552" cy="5236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873AC-EC9E-3044-B700-EAAA876D7FD5}">
      <dsp:nvSpPr>
        <dsp:cNvPr id="0" name=""/>
        <dsp:cNvSpPr/>
      </dsp:nvSpPr>
      <dsp:spPr>
        <a:xfrm>
          <a:off x="2863902" y="1994284"/>
          <a:ext cx="1903505" cy="190198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rtlCol="1" anchor="ctr" anchorCtr="0">
          <a:noAutofit/>
        </a:bodyPr>
        <a:lstStyle/>
        <a:p>
          <a:pPr marL="0" lvl="0" indent="0" algn="ctr" defTabSz="1244600" rtl="1">
            <a:lnSpc>
              <a:spcPct val="90000"/>
            </a:lnSpc>
            <a:spcBef>
              <a:spcPct val="0"/>
            </a:spcBef>
            <a:spcAft>
              <a:spcPct val="35000"/>
            </a:spcAft>
            <a:buNone/>
          </a:pPr>
          <a:r>
            <a:rPr lang="ar" sz="2800" b="1" kern="1200" dirty="0">
              <a:solidFill>
                <a:srgbClr val="7030A0"/>
              </a:solidFill>
              <a:effectLst/>
              <a:latin typeface="Times New Roman" panose="02020603050405020304" pitchFamily="18" charset="0"/>
              <a:cs typeface="Times New Roman" panose="02020603050405020304" pitchFamily="18" charset="0"/>
            </a:rPr>
            <a:t>حجم المؤسسة</a:t>
          </a:r>
          <a:endParaRPr lang="en-GB" sz="2800" b="1" kern="1200" dirty="0">
            <a:solidFill>
              <a:srgbClr val="7030A0"/>
            </a:solidFill>
            <a:latin typeface="Times New Roman" panose="02020603050405020304" pitchFamily="18" charset="0"/>
            <a:cs typeface="Times New Roman" panose="02020603050405020304" pitchFamily="18" charset="0"/>
          </a:endParaRPr>
        </a:p>
      </dsp:txBody>
      <dsp:txXfrm>
        <a:off x="3142664" y="2272823"/>
        <a:ext cx="1345981" cy="1344904"/>
      </dsp:txXfrm>
    </dsp:sp>
    <dsp:sp modelId="{1B2C454D-E40A-2344-9F71-56125A47EBF3}">
      <dsp:nvSpPr>
        <dsp:cNvPr id="0" name=""/>
        <dsp:cNvSpPr/>
      </dsp:nvSpPr>
      <dsp:spPr>
        <a:xfrm rot="20700000">
          <a:off x="4790407" y="2223139"/>
          <a:ext cx="1415964" cy="54249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CD8B18-90D1-8146-9137-53BD1BFB1450}">
      <dsp:nvSpPr>
        <dsp:cNvPr id="0" name=""/>
        <dsp:cNvSpPr/>
      </dsp:nvSpPr>
      <dsp:spPr>
        <a:xfrm>
          <a:off x="5278083" y="1587817"/>
          <a:ext cx="1808330" cy="144666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1066800" rtl="1">
            <a:lnSpc>
              <a:spcPct val="90000"/>
            </a:lnSpc>
            <a:spcBef>
              <a:spcPct val="0"/>
            </a:spcBef>
            <a:spcAft>
              <a:spcPct val="35000"/>
            </a:spcAft>
            <a:buNone/>
          </a:pPr>
          <a:r>
            <a:rPr lang="ar" sz="2400" b="1" kern="1200" dirty="0">
              <a:solidFill>
                <a:srgbClr val="7030A0"/>
              </a:solidFill>
              <a:effectLst/>
              <a:latin typeface="Times New Roman" panose="02020603050405020304" pitchFamily="18" charset="0"/>
              <a:cs typeface="Times New Roman" panose="02020603050405020304" pitchFamily="18" charset="0"/>
            </a:rPr>
            <a:t>صغير جدًا</a:t>
          </a:r>
        </a:p>
        <a:p>
          <a:pPr marL="0" lvl="0" indent="0" algn="ctr" defTabSz="1066800" rtl="1">
            <a:lnSpc>
              <a:spcPct val="120000"/>
            </a:lnSpc>
            <a:spcBef>
              <a:spcPct val="0"/>
            </a:spcBef>
            <a:spcAft>
              <a:spcPct val="35000"/>
            </a:spcAft>
            <a:buNone/>
          </a:pPr>
          <a:r>
            <a:rPr lang="ar" sz="2400" kern="1200" dirty="0">
              <a:solidFill>
                <a:schemeClr val="accent6"/>
              </a:solidFill>
              <a:effectLst/>
              <a:latin typeface="Times New Roman" panose="02020603050405020304" pitchFamily="18" charset="0"/>
              <a:cs typeface="Times New Roman" panose="02020603050405020304" pitchFamily="18" charset="0"/>
            </a:rPr>
            <a:t>حتى 10 موظفين</a:t>
          </a:r>
          <a:endParaRPr lang="en-GB" sz="2400" kern="1200" dirty="0">
            <a:solidFill>
              <a:schemeClr val="accent6"/>
            </a:solidFill>
            <a:latin typeface="Times New Roman" panose="02020603050405020304" pitchFamily="18" charset="0"/>
            <a:cs typeface="Times New Roman" panose="02020603050405020304" pitchFamily="18" charset="0"/>
          </a:endParaRPr>
        </a:p>
      </dsp:txBody>
      <dsp:txXfrm>
        <a:off x="5320454" y="1630188"/>
        <a:ext cx="1723588" cy="1361922"/>
      </dsp:txXfrm>
    </dsp:sp>
    <dsp:sp modelId="{C2D80D29-EEDA-A840-A938-1A92883EE3A3}">
      <dsp:nvSpPr>
        <dsp:cNvPr id="0" name=""/>
        <dsp:cNvSpPr/>
      </dsp:nvSpPr>
      <dsp:spPr>
        <a:xfrm rot="17700000">
          <a:off x="3843527" y="1095398"/>
          <a:ext cx="1416507" cy="54249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1B8E8A-BDEF-6942-91EF-2519ECF2D4B2}">
      <dsp:nvSpPr>
        <dsp:cNvPr id="0" name=""/>
        <dsp:cNvSpPr/>
      </dsp:nvSpPr>
      <dsp:spPr>
        <a:xfrm>
          <a:off x="3946937" y="1419"/>
          <a:ext cx="1808330" cy="144666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1066800" rtl="1">
            <a:lnSpc>
              <a:spcPct val="90000"/>
            </a:lnSpc>
            <a:spcBef>
              <a:spcPct val="0"/>
            </a:spcBef>
            <a:spcAft>
              <a:spcPct val="35000"/>
            </a:spcAft>
            <a:buNone/>
          </a:pPr>
          <a:r>
            <a:rPr lang="ar" sz="2400" b="1" kern="1200" dirty="0">
              <a:solidFill>
                <a:srgbClr val="7030A0"/>
              </a:solidFill>
              <a:effectLst/>
              <a:latin typeface="Times New Roman" panose="02020603050405020304" pitchFamily="18" charset="0"/>
              <a:cs typeface="Times New Roman" panose="02020603050405020304" pitchFamily="18" charset="0"/>
            </a:rPr>
            <a:t>صغيرة</a:t>
          </a:r>
        </a:p>
        <a:p>
          <a:pPr marL="0" lvl="0" indent="0" algn="ctr" defTabSz="1066800" rtl="1">
            <a:lnSpc>
              <a:spcPct val="120000"/>
            </a:lnSpc>
            <a:spcBef>
              <a:spcPct val="0"/>
            </a:spcBef>
            <a:spcAft>
              <a:spcPct val="35000"/>
            </a:spcAft>
            <a:buNone/>
          </a:pPr>
          <a:r>
            <a:rPr lang="ar" sz="2400" kern="1200" dirty="0">
              <a:solidFill>
                <a:schemeClr val="accent6"/>
              </a:solidFill>
              <a:effectLst/>
              <a:latin typeface="Times New Roman" panose="02020603050405020304" pitchFamily="18" charset="0"/>
              <a:cs typeface="Times New Roman" panose="02020603050405020304" pitchFamily="18" charset="0"/>
            </a:rPr>
            <a:t>بين</a:t>
          </a:r>
          <a:r>
            <a:rPr lang="ar" sz="2400" kern="1200" dirty="0">
              <a:solidFill>
                <a:srgbClr val="2D2D8A"/>
              </a:solidFill>
              <a:effectLst/>
              <a:latin typeface="Times New Roman" panose="02020603050405020304" pitchFamily="18" charset="0"/>
              <a:ea typeface="+mn-ea"/>
              <a:cs typeface="Times New Roman" panose="02020603050405020304" pitchFamily="18" charset="0"/>
            </a:rPr>
            <a:t> 11 </a:t>
          </a:r>
          <a:r>
            <a:rPr lang="ar" sz="2400" kern="1200" dirty="0">
              <a:solidFill>
                <a:schemeClr val="accent6"/>
              </a:solidFill>
              <a:effectLst/>
              <a:latin typeface="Times New Roman" panose="02020603050405020304" pitchFamily="18" charset="0"/>
              <a:cs typeface="Times New Roman" panose="02020603050405020304" pitchFamily="18" charset="0"/>
            </a:rPr>
            <a:t>و 49 موظفًا.</a:t>
          </a:r>
          <a:endParaRPr lang="en-GB" sz="2400" kern="1200" dirty="0">
            <a:solidFill>
              <a:schemeClr val="accent6"/>
            </a:solidFill>
            <a:latin typeface="Times New Roman" panose="02020603050405020304" pitchFamily="18" charset="0"/>
            <a:ea typeface="+mn-ea"/>
            <a:cs typeface="Times New Roman" panose="02020603050405020304" pitchFamily="18" charset="0"/>
          </a:endParaRPr>
        </a:p>
      </dsp:txBody>
      <dsp:txXfrm>
        <a:off x="3989308" y="43790"/>
        <a:ext cx="1723588" cy="1361922"/>
      </dsp:txXfrm>
    </dsp:sp>
    <dsp:sp modelId="{90D24250-2564-6F4C-B019-540CAEB8D2D7}">
      <dsp:nvSpPr>
        <dsp:cNvPr id="0" name=""/>
        <dsp:cNvSpPr/>
      </dsp:nvSpPr>
      <dsp:spPr>
        <a:xfrm rot="14700000">
          <a:off x="2371275" y="1095398"/>
          <a:ext cx="1416507" cy="54249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00DD07-9EC0-B44C-AC30-AAD4C1142756}">
      <dsp:nvSpPr>
        <dsp:cNvPr id="0" name=""/>
        <dsp:cNvSpPr/>
      </dsp:nvSpPr>
      <dsp:spPr>
        <a:xfrm>
          <a:off x="1876043" y="1419"/>
          <a:ext cx="1808330" cy="144666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1066800" rtl="1">
            <a:lnSpc>
              <a:spcPct val="90000"/>
            </a:lnSpc>
            <a:spcBef>
              <a:spcPct val="0"/>
            </a:spcBef>
            <a:spcAft>
              <a:spcPct val="35000"/>
            </a:spcAft>
            <a:buNone/>
          </a:pPr>
          <a:r>
            <a:rPr lang="ar" sz="2400" b="1" kern="1200" dirty="0">
              <a:solidFill>
                <a:srgbClr val="7030A0"/>
              </a:solidFill>
              <a:effectLst/>
              <a:latin typeface="Times New Roman" panose="02020603050405020304" pitchFamily="18" charset="0"/>
              <a:cs typeface="Times New Roman" panose="02020603050405020304" pitchFamily="18" charset="0"/>
            </a:rPr>
            <a:t>متوسطة</a:t>
          </a:r>
        </a:p>
        <a:p>
          <a:pPr marL="0" lvl="0" indent="0" algn="ctr" defTabSz="1066800" rtl="1">
            <a:lnSpc>
              <a:spcPct val="120000"/>
            </a:lnSpc>
            <a:spcBef>
              <a:spcPct val="0"/>
            </a:spcBef>
            <a:spcAft>
              <a:spcPct val="35000"/>
            </a:spcAft>
            <a:buNone/>
          </a:pPr>
          <a:r>
            <a:rPr lang="ar" sz="2400" kern="1200" dirty="0">
              <a:solidFill>
                <a:schemeClr val="accent6"/>
              </a:solidFill>
              <a:effectLst/>
              <a:latin typeface="Times New Roman" panose="02020603050405020304" pitchFamily="18" charset="0"/>
              <a:cs typeface="Times New Roman" panose="02020603050405020304" pitchFamily="18" charset="0"/>
            </a:rPr>
            <a:t>بين 50 و 249 موظفًا</a:t>
          </a:r>
          <a:endParaRPr lang="en-GB" sz="2400" kern="1200" dirty="0">
            <a:solidFill>
              <a:schemeClr val="accent6"/>
            </a:solidFill>
            <a:latin typeface="Times New Roman" panose="02020603050405020304" pitchFamily="18" charset="0"/>
            <a:cs typeface="Times New Roman" panose="02020603050405020304" pitchFamily="18" charset="0"/>
          </a:endParaRPr>
        </a:p>
      </dsp:txBody>
      <dsp:txXfrm>
        <a:off x="1918414" y="43790"/>
        <a:ext cx="1723588" cy="1361922"/>
      </dsp:txXfrm>
    </dsp:sp>
    <dsp:sp modelId="{014D0B21-82DB-944B-9161-BD6B3B613C44}">
      <dsp:nvSpPr>
        <dsp:cNvPr id="0" name=""/>
        <dsp:cNvSpPr/>
      </dsp:nvSpPr>
      <dsp:spPr>
        <a:xfrm rot="11700000">
          <a:off x="1424939" y="2223139"/>
          <a:ext cx="1415964" cy="542499"/>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9DB6B7-AF59-7947-8B9D-995A966225BF}">
      <dsp:nvSpPr>
        <dsp:cNvPr id="0" name=""/>
        <dsp:cNvSpPr/>
      </dsp:nvSpPr>
      <dsp:spPr>
        <a:xfrm>
          <a:off x="544897" y="1587817"/>
          <a:ext cx="1808330" cy="144666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rtlCol="1" anchor="ctr" anchorCtr="0">
          <a:noAutofit/>
        </a:bodyPr>
        <a:lstStyle/>
        <a:p>
          <a:pPr marL="0" lvl="0" indent="0" algn="ctr" defTabSz="1066800" rtl="1">
            <a:lnSpc>
              <a:spcPct val="90000"/>
            </a:lnSpc>
            <a:spcBef>
              <a:spcPct val="0"/>
            </a:spcBef>
            <a:spcAft>
              <a:spcPct val="35000"/>
            </a:spcAft>
            <a:buNone/>
          </a:pPr>
          <a:r>
            <a:rPr lang="ar" sz="2400" b="1" kern="1200" dirty="0">
              <a:solidFill>
                <a:srgbClr val="7030A0"/>
              </a:solidFill>
              <a:effectLst/>
              <a:latin typeface="Times New Roman" panose="02020603050405020304" pitchFamily="18" charset="0"/>
              <a:cs typeface="Times New Roman" panose="02020603050405020304" pitchFamily="18" charset="0"/>
            </a:rPr>
            <a:t>كبيرة</a:t>
          </a:r>
        </a:p>
        <a:p>
          <a:pPr marL="0" lvl="0" indent="0" algn="ctr" defTabSz="1066800" rtl="1">
            <a:lnSpc>
              <a:spcPct val="120000"/>
            </a:lnSpc>
            <a:spcBef>
              <a:spcPct val="0"/>
            </a:spcBef>
            <a:spcAft>
              <a:spcPct val="35000"/>
            </a:spcAft>
            <a:buNone/>
          </a:pPr>
          <a:r>
            <a:rPr lang="ar" sz="2400" kern="1200" dirty="0">
              <a:solidFill>
                <a:schemeClr val="accent6"/>
              </a:solidFill>
              <a:effectLst/>
              <a:latin typeface="Times New Roman" panose="02020603050405020304" pitchFamily="18" charset="0"/>
              <a:cs typeface="Times New Roman" panose="02020603050405020304" pitchFamily="18" charset="0"/>
            </a:rPr>
            <a:t>أكثر من 250 موظفًا</a:t>
          </a:r>
          <a:endParaRPr lang="en-GB" sz="2400" kern="1200" dirty="0">
            <a:solidFill>
              <a:schemeClr val="accent6"/>
            </a:solidFill>
            <a:latin typeface="Times New Roman" panose="02020603050405020304" pitchFamily="18" charset="0"/>
            <a:cs typeface="Times New Roman" panose="02020603050405020304" pitchFamily="18" charset="0"/>
          </a:endParaRPr>
        </a:p>
      </dsp:txBody>
      <dsp:txXfrm>
        <a:off x="587268" y="1630188"/>
        <a:ext cx="1723588" cy="13619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6443E-F6CB-4E39-B8B4-8735A3F35C81}">
      <dsp:nvSpPr>
        <dsp:cNvPr id="0" name=""/>
        <dsp:cNvSpPr/>
      </dsp:nvSpPr>
      <dsp:spPr>
        <a:xfrm>
          <a:off x="0" y="3738"/>
          <a:ext cx="4914034"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B1E01E3D-6D85-4BA8-8D47-D67B5A12AA05}">
      <dsp:nvSpPr>
        <dsp:cNvPr id="0" name=""/>
        <dsp:cNvSpPr/>
      </dsp:nvSpPr>
      <dsp:spPr>
        <a:xfrm>
          <a:off x="4222380" y="182910"/>
          <a:ext cx="437975" cy="4379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A834-0AE3-40C9-B5C8-75BE27C4EBF8}">
      <dsp:nvSpPr>
        <dsp:cNvPr id="0" name=""/>
        <dsp:cNvSpPr/>
      </dsp:nvSpPr>
      <dsp:spPr>
        <a:xfrm>
          <a:off x="0" y="3738"/>
          <a:ext cx="3994284"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1244600" rtl="1">
            <a:lnSpc>
              <a:spcPct val="100000"/>
            </a:lnSpc>
            <a:spcBef>
              <a:spcPct val="0"/>
            </a:spcBef>
            <a:spcAft>
              <a:spcPct val="35000"/>
            </a:spcAft>
            <a:buNone/>
          </a:pPr>
          <a:r>
            <a:rPr lang="ar" sz="2800" b="1" kern="1200" dirty="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محدّدة</a:t>
          </a:r>
          <a:endParaRPr lang="en-US" altLang="en-US" sz="1900" b="1" kern="1200" dirty="0">
            <a:solidFill>
              <a:schemeClr val="accent6"/>
            </a:solidFill>
          </a:endParaRPr>
        </a:p>
      </dsp:txBody>
      <dsp:txXfrm>
        <a:off x="0" y="3738"/>
        <a:ext cx="3994284" cy="796319"/>
      </dsp:txXfrm>
    </dsp:sp>
    <dsp:sp modelId="{CF774ABA-3244-4408-901F-6CCE877A456B}">
      <dsp:nvSpPr>
        <dsp:cNvPr id="0" name=""/>
        <dsp:cNvSpPr/>
      </dsp:nvSpPr>
      <dsp:spPr>
        <a:xfrm>
          <a:off x="0" y="999138"/>
          <a:ext cx="4914034" cy="79631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07EE78B-D7B9-41CD-B540-6B48BF9CD5D7}">
      <dsp:nvSpPr>
        <dsp:cNvPr id="0" name=""/>
        <dsp:cNvSpPr/>
      </dsp:nvSpPr>
      <dsp:spPr>
        <a:xfrm>
          <a:off x="4222380" y="1178310"/>
          <a:ext cx="437975" cy="4379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E2D37-BA8E-4389-9AA8-5F0BF3C22FB2}">
      <dsp:nvSpPr>
        <dsp:cNvPr id="0" name=""/>
        <dsp:cNvSpPr/>
      </dsp:nvSpPr>
      <dsp:spPr>
        <a:xfrm>
          <a:off x="0" y="999138"/>
          <a:ext cx="3994284" cy="796319"/>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1244600" rtl="1">
            <a:lnSpc>
              <a:spcPct val="100000"/>
            </a:lnSpc>
            <a:spcBef>
              <a:spcPct val="0"/>
            </a:spcBef>
            <a:spcAft>
              <a:spcPct val="35000"/>
            </a:spcAft>
            <a:buNone/>
          </a:pPr>
          <a:r>
            <a:rPr lang="ar" sz="2800" b="1" kern="1200" dirty="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قابلة</a:t>
          </a:r>
          <a:r>
            <a:rPr lang="ar" sz="2800" b="1" kern="1200" dirty="0">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 للقياس</a:t>
          </a:r>
          <a:endParaRPr lang="en-US" sz="2000" b="0" kern="1200" dirty="0">
            <a:solidFill>
              <a:schemeClr val="accent6"/>
            </a:solidFill>
            <a:latin typeface="Arial" panose="020B0604020202020204" pitchFamily="34" charset="0"/>
            <a:cs typeface="Arial" panose="020B0604020202020204" pitchFamily="34" charset="0"/>
          </a:endParaRPr>
        </a:p>
      </dsp:txBody>
      <dsp:txXfrm>
        <a:off x="0" y="999138"/>
        <a:ext cx="3994284" cy="796319"/>
      </dsp:txXfrm>
    </dsp:sp>
    <dsp:sp modelId="{3DCFFCF7-9656-439F-BBA1-13F8CDCDF580}">
      <dsp:nvSpPr>
        <dsp:cNvPr id="0" name=""/>
        <dsp:cNvSpPr/>
      </dsp:nvSpPr>
      <dsp:spPr>
        <a:xfrm>
          <a:off x="0" y="1994537"/>
          <a:ext cx="4914034"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0F9FDF15-0AA0-473D-88E0-CE97E32171A0}">
      <dsp:nvSpPr>
        <dsp:cNvPr id="0" name=""/>
        <dsp:cNvSpPr/>
      </dsp:nvSpPr>
      <dsp:spPr>
        <a:xfrm>
          <a:off x="4222380" y="2173709"/>
          <a:ext cx="437975" cy="4379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9A5E81-88A1-48A0-AFE5-8C2E829447C6}">
      <dsp:nvSpPr>
        <dsp:cNvPr id="0" name=""/>
        <dsp:cNvSpPr/>
      </dsp:nvSpPr>
      <dsp:spPr>
        <a:xfrm>
          <a:off x="0" y="1994537"/>
          <a:ext cx="3994284"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1244600" rtl="1">
            <a:lnSpc>
              <a:spcPct val="100000"/>
            </a:lnSpc>
            <a:spcBef>
              <a:spcPct val="0"/>
            </a:spcBef>
            <a:spcAft>
              <a:spcPct val="35000"/>
            </a:spcAft>
            <a:buNone/>
          </a:pPr>
          <a:r>
            <a:rPr lang="ar" sz="2800" b="1" kern="120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قابلة</a:t>
          </a:r>
          <a:r>
            <a:rPr lang="ar" sz="2800" b="1" kern="1200">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 للتحقيق</a:t>
          </a:r>
          <a:endParaRPr lang="en-US" sz="2000" b="0" kern="1200">
            <a:solidFill>
              <a:schemeClr val="accent6"/>
            </a:solidFill>
            <a:latin typeface="Arial" panose="020B0604020202020204" pitchFamily="34" charset="0"/>
            <a:cs typeface="Arial" panose="020B0604020202020204" pitchFamily="34" charset="0"/>
          </a:endParaRPr>
        </a:p>
      </dsp:txBody>
      <dsp:txXfrm>
        <a:off x="0" y="1994537"/>
        <a:ext cx="3994284" cy="796319"/>
      </dsp:txXfrm>
    </dsp:sp>
    <dsp:sp modelId="{693E8EA8-B382-4DB9-9693-CC4A83C66864}">
      <dsp:nvSpPr>
        <dsp:cNvPr id="0" name=""/>
        <dsp:cNvSpPr/>
      </dsp:nvSpPr>
      <dsp:spPr>
        <a:xfrm>
          <a:off x="0" y="2989937"/>
          <a:ext cx="4914034" cy="79631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A1B2B1EA-5208-4C5B-8E7E-A2F7BA9F4A94}">
      <dsp:nvSpPr>
        <dsp:cNvPr id="0" name=""/>
        <dsp:cNvSpPr/>
      </dsp:nvSpPr>
      <dsp:spPr>
        <a:xfrm>
          <a:off x="4222380" y="3169109"/>
          <a:ext cx="437975" cy="4379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864B26-DA10-455E-A602-20A0CE7D3A9C}">
      <dsp:nvSpPr>
        <dsp:cNvPr id="0" name=""/>
        <dsp:cNvSpPr/>
      </dsp:nvSpPr>
      <dsp:spPr>
        <a:xfrm>
          <a:off x="0" y="2989937"/>
          <a:ext cx="3994284"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1244600" rtl="1">
            <a:lnSpc>
              <a:spcPct val="100000"/>
            </a:lnSpc>
            <a:spcBef>
              <a:spcPct val="0"/>
            </a:spcBef>
            <a:spcAft>
              <a:spcPct val="35000"/>
            </a:spcAft>
            <a:buNone/>
          </a:pPr>
          <a:r>
            <a:rPr lang="ar" sz="2800" b="1" kern="1200">
              <a:solidFill>
                <a:schemeClr val="accent1">
                  <a:lumMod val="50000"/>
                </a:schemeClr>
              </a:solidFill>
              <a:latin typeface="Arial" panose="020B0604020202020204" pitchFamily="34" charset="0"/>
              <a:ea typeface="Times New Roman" panose="02020603050405020304" pitchFamily="18" charset="0"/>
              <a:cs typeface="Arial" panose="020B0604020202020204" pitchFamily="34" charset="0"/>
            </a:rPr>
            <a:t>ذات </a:t>
          </a:r>
          <a:r>
            <a:rPr lang="ar" sz="2800" b="1" kern="1200">
              <a:solidFill>
                <a:schemeClr val="accent6"/>
              </a:solidFill>
              <a:effectLst/>
              <a:latin typeface="Arial" panose="020B0604020202020204" pitchFamily="34" charset="0"/>
              <a:ea typeface="Times New Roman" panose="02020603050405020304" pitchFamily="18" charset="0"/>
              <a:cs typeface="Arial" panose="020B0604020202020204" pitchFamily="34" charset="0"/>
            </a:rPr>
            <a:t>صلة</a:t>
          </a:r>
          <a:endParaRPr lang="en-US" sz="2800" b="0" kern="1200">
            <a:solidFill>
              <a:schemeClr val="accent6"/>
            </a:solidFill>
            <a:latin typeface="Arial" panose="020B0604020202020204" pitchFamily="34" charset="0"/>
            <a:cs typeface="Arial" panose="020B0604020202020204" pitchFamily="34" charset="0"/>
          </a:endParaRPr>
        </a:p>
      </dsp:txBody>
      <dsp:txXfrm>
        <a:off x="0" y="2989937"/>
        <a:ext cx="3994284" cy="796319"/>
      </dsp:txXfrm>
    </dsp:sp>
    <dsp:sp modelId="{7485C9CC-136B-45CA-ACEC-BE5C9D4E4E72}">
      <dsp:nvSpPr>
        <dsp:cNvPr id="0" name=""/>
        <dsp:cNvSpPr/>
      </dsp:nvSpPr>
      <dsp:spPr>
        <a:xfrm>
          <a:off x="0" y="3985336"/>
          <a:ext cx="4914034"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C78D4626-1FAF-4B13-B316-6DBFB5221A01}">
      <dsp:nvSpPr>
        <dsp:cNvPr id="0" name=""/>
        <dsp:cNvSpPr/>
      </dsp:nvSpPr>
      <dsp:spPr>
        <a:xfrm>
          <a:off x="4222380" y="4164508"/>
          <a:ext cx="437975" cy="43797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58C3DF-B0EA-4041-98EC-46489D1E8C1D}">
      <dsp:nvSpPr>
        <dsp:cNvPr id="0" name=""/>
        <dsp:cNvSpPr/>
      </dsp:nvSpPr>
      <dsp:spPr>
        <a:xfrm>
          <a:off x="0" y="3985336"/>
          <a:ext cx="3994284"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1244600" rtl="1">
            <a:lnSpc>
              <a:spcPct val="100000"/>
            </a:lnSpc>
            <a:spcBef>
              <a:spcPct val="0"/>
            </a:spcBef>
            <a:spcAft>
              <a:spcPct val="35000"/>
            </a:spcAft>
            <a:buNone/>
          </a:pPr>
          <a:r>
            <a:rPr lang="ar" sz="2800" b="1" kern="1200" dirty="0">
              <a:solidFill>
                <a:schemeClr val="accent1">
                  <a:lumMod val="50000"/>
                </a:schemeClr>
              </a:solidFill>
              <a:effectLst/>
              <a:latin typeface="Arial" panose="020B0604020202020204" pitchFamily="34" charset="0"/>
              <a:ea typeface="Times New Roman" panose="02020603050405020304" pitchFamily="18" charset="0"/>
              <a:cs typeface="Times New Roman" panose="02020603050405020304" pitchFamily="18" charset="0"/>
            </a:rPr>
            <a:t>محددة</a:t>
          </a:r>
          <a:r>
            <a:rPr lang="ar" sz="2800" b="1" kern="1200" dirty="0">
              <a:solidFill>
                <a:schemeClr val="accent6"/>
              </a:solidFill>
              <a:effectLst/>
              <a:latin typeface="Arial" panose="020B0604020202020204" pitchFamily="34" charset="0"/>
              <a:ea typeface="Times New Roman" panose="02020603050405020304" pitchFamily="18" charset="0"/>
              <a:cs typeface="Times New Roman" panose="02020603050405020304" pitchFamily="18" charset="0"/>
            </a:rPr>
            <a:t> زمنيًّا</a:t>
          </a:r>
          <a:endParaRPr lang="en-US" sz="2000" b="0" kern="1200" dirty="0">
            <a:solidFill>
              <a:schemeClr val="accent6"/>
            </a:solidFill>
            <a:latin typeface="Arial" panose="020B0604020202020204" pitchFamily="34" charset="0"/>
            <a:cs typeface="Arial" panose="020B0604020202020204" pitchFamily="34" charset="0"/>
          </a:endParaRPr>
        </a:p>
      </dsp:txBody>
      <dsp:txXfrm>
        <a:off x="0" y="3985336"/>
        <a:ext cx="3994284" cy="7963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559B1A-3F63-4773-AEC0-472A301DEC23}">
      <dsp:nvSpPr>
        <dsp:cNvPr id="0" name=""/>
        <dsp:cNvSpPr/>
      </dsp:nvSpPr>
      <dsp:spPr>
        <a:xfrm>
          <a:off x="0" y="80631"/>
          <a:ext cx="5301472" cy="15524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64BF55-B702-4DEA-BBDF-16FFB29BC301}">
      <dsp:nvSpPr>
        <dsp:cNvPr id="0" name=""/>
        <dsp:cNvSpPr/>
      </dsp:nvSpPr>
      <dsp:spPr>
        <a:xfrm>
          <a:off x="4332473" y="353827"/>
          <a:ext cx="854667" cy="8538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7B3DE6-8935-4749-9EB4-618A6E405FC5}">
      <dsp:nvSpPr>
        <dsp:cNvPr id="0" name=""/>
        <dsp:cNvSpPr/>
      </dsp:nvSpPr>
      <dsp:spPr>
        <a:xfrm>
          <a:off x="156736" y="4531"/>
          <a:ext cx="3413354" cy="1553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459" tIns="164459" rIns="164459" bIns="164459" numCol="1" spcCol="1270" rtlCol="1" anchor="ctr" anchorCtr="0">
          <a:noAutofit/>
        </a:bodyPr>
        <a:lstStyle/>
        <a:p>
          <a:pPr marL="0" lvl="0" indent="0" algn="r" defTabSz="711200" rtl="1">
            <a:lnSpc>
              <a:spcPct val="90000"/>
            </a:lnSpc>
            <a:spcBef>
              <a:spcPct val="0"/>
            </a:spcBef>
            <a:spcAft>
              <a:spcPct val="35000"/>
            </a:spcAft>
            <a:buNone/>
          </a:pPr>
          <a:r>
            <a:rPr lang="ar" sz="1600" b="1" kern="1200" dirty="0">
              <a:latin typeface="Times New Roman" panose="02020603050405020304" pitchFamily="18" charset="0"/>
              <a:cs typeface="Times New Roman" panose="02020603050405020304" pitchFamily="18" charset="0"/>
            </a:rPr>
            <a:t>قياس النجاح</a:t>
          </a:r>
        </a:p>
        <a:p>
          <a:pPr marL="0" lvl="0" indent="0" algn="r" defTabSz="711200" rtl="1">
            <a:lnSpc>
              <a:spcPct val="90000"/>
            </a:lnSpc>
            <a:spcBef>
              <a:spcPct val="0"/>
            </a:spcBef>
            <a:spcAft>
              <a:spcPct val="35000"/>
            </a:spcAft>
            <a:buNone/>
          </a:pPr>
          <a:r>
            <a:rPr lang="ar" sz="1800" kern="1200" dirty="0">
              <a:latin typeface="Times New Roman" panose="02020603050405020304" pitchFamily="18" charset="0"/>
              <a:cs typeface="Times New Roman" panose="02020603050405020304" pitchFamily="18" charset="0"/>
            </a:rPr>
            <a:t>تحقيق أهداف العمل التجاري </a:t>
          </a:r>
          <a:br>
            <a:rPr lang="en-US" sz="1800" kern="1200" dirty="0">
              <a:latin typeface="Times New Roman" panose="02020603050405020304" pitchFamily="18" charset="0"/>
              <a:cs typeface="Times New Roman" panose="02020603050405020304" pitchFamily="18" charset="0"/>
            </a:rPr>
          </a:br>
          <a:r>
            <a:rPr lang="ar" sz="1800" b="0" kern="1200" dirty="0">
              <a:latin typeface="Times New Roman" panose="02020603050405020304" pitchFamily="18" charset="0"/>
              <a:cs typeface="Times New Roman" panose="02020603050405020304" pitchFamily="18" charset="0"/>
            </a:rPr>
            <a:t>ومؤشرات الأداء الرئيسة </a:t>
          </a:r>
          <a:endParaRPr lang="en-US" sz="1800" b="0" kern="1200" dirty="0">
            <a:latin typeface="Times New Roman" panose="02020603050405020304" pitchFamily="18" charset="0"/>
            <a:cs typeface="Times New Roman" panose="02020603050405020304" pitchFamily="18" charset="0"/>
          </a:endParaRPr>
        </a:p>
      </dsp:txBody>
      <dsp:txXfrm>
        <a:off x="156736" y="4531"/>
        <a:ext cx="3413354" cy="1553940"/>
      </dsp:txXfrm>
    </dsp:sp>
    <dsp:sp modelId="{51E7C8A5-D898-4E17-AEC4-B91D31A773A5}">
      <dsp:nvSpPr>
        <dsp:cNvPr id="0" name=""/>
        <dsp:cNvSpPr/>
      </dsp:nvSpPr>
      <dsp:spPr>
        <a:xfrm>
          <a:off x="0" y="1924105"/>
          <a:ext cx="5301472" cy="1552423"/>
        </a:xfrm>
        <a:prstGeom prst="roundRect">
          <a:avLst>
            <a:gd name="adj" fmla="val 10000"/>
          </a:avLst>
        </a:prstGeom>
        <a:solidFill>
          <a:schemeClr val="accent5">
            <a:lumMod val="90000"/>
          </a:schemeClr>
        </a:solidFill>
        <a:ln>
          <a:noFill/>
        </a:ln>
        <a:effectLst/>
      </dsp:spPr>
      <dsp:style>
        <a:lnRef idx="0">
          <a:scrgbClr r="0" g="0" b="0"/>
        </a:lnRef>
        <a:fillRef idx="1">
          <a:scrgbClr r="0" g="0" b="0"/>
        </a:fillRef>
        <a:effectRef idx="0">
          <a:scrgbClr r="0" g="0" b="0"/>
        </a:effectRef>
        <a:fontRef idx="minor"/>
      </dsp:style>
    </dsp:sp>
    <dsp:sp modelId="{6508A6CE-AB00-449A-8475-6A5ECD157D55}">
      <dsp:nvSpPr>
        <dsp:cNvPr id="0" name=""/>
        <dsp:cNvSpPr/>
      </dsp:nvSpPr>
      <dsp:spPr>
        <a:xfrm>
          <a:off x="4332473" y="2273400"/>
          <a:ext cx="854667" cy="8538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13B693-E125-4454-BE08-38CB2AE3870A}">
      <dsp:nvSpPr>
        <dsp:cNvPr id="0" name=""/>
        <dsp:cNvSpPr/>
      </dsp:nvSpPr>
      <dsp:spPr>
        <a:xfrm>
          <a:off x="156736" y="1924105"/>
          <a:ext cx="3413354" cy="1553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459" tIns="164459" rIns="164459" bIns="164459" numCol="1" spcCol="1270" rtlCol="1" anchor="ctr" anchorCtr="0">
          <a:noAutofit/>
        </a:bodyPr>
        <a:lstStyle/>
        <a:p>
          <a:pPr marL="0" lvl="0" indent="0" algn="r" defTabSz="622300" rtl="1">
            <a:lnSpc>
              <a:spcPct val="90000"/>
            </a:lnSpc>
            <a:spcBef>
              <a:spcPct val="0"/>
            </a:spcBef>
            <a:spcAft>
              <a:spcPct val="35000"/>
            </a:spcAft>
            <a:buNone/>
          </a:pPr>
          <a:r>
            <a:rPr lang="ar" sz="1400" b="1" kern="1200" dirty="0">
              <a:latin typeface="Times New Roman" panose="02020603050405020304" pitchFamily="18" charset="0"/>
              <a:cs typeface="Times New Roman" panose="02020603050405020304" pitchFamily="18" charset="0"/>
            </a:rPr>
            <a:t>المؤشرات الرئيسة للأداء المالي: </a:t>
          </a:r>
        </a:p>
        <a:p>
          <a:pPr marL="0" lvl="0" indent="0" algn="r" defTabSz="6223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إيرادات المبيعات</a:t>
          </a:r>
        </a:p>
        <a:p>
          <a:pPr marL="0" lvl="0" indent="0" algn="r" defTabSz="6223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الربح</a:t>
          </a:r>
        </a:p>
        <a:p>
          <a:pPr marL="0" lvl="0" indent="0" algn="r" defTabSz="6223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المبيعات أو الأرباح المحققة لكل متر مربع</a:t>
          </a:r>
        </a:p>
        <a:p>
          <a:pPr marL="0" lvl="0" indent="0" algn="r" defTabSz="622300" rtl="1">
            <a:lnSpc>
              <a:spcPct val="90000"/>
            </a:lnSpc>
            <a:spcBef>
              <a:spcPct val="0"/>
            </a:spcBef>
            <a:spcAft>
              <a:spcPct val="35000"/>
            </a:spcAft>
            <a:buNone/>
          </a:pPr>
          <a:r>
            <a:rPr lang="ar" sz="1600" kern="1200" dirty="0">
              <a:latin typeface="Times New Roman" panose="02020603050405020304" pitchFamily="18" charset="0"/>
              <a:cs typeface="Times New Roman" panose="02020603050405020304" pitchFamily="18" charset="0"/>
            </a:rPr>
            <a:t>متوسط تكلفة الإنتاج</a:t>
          </a:r>
          <a:endParaRPr lang="en-US" sz="1600" kern="1200" dirty="0">
            <a:latin typeface="Times New Roman" panose="02020603050405020304" pitchFamily="18" charset="0"/>
            <a:cs typeface="Times New Roman" panose="02020603050405020304" pitchFamily="18" charset="0"/>
          </a:endParaRPr>
        </a:p>
      </dsp:txBody>
      <dsp:txXfrm>
        <a:off x="156736" y="1924105"/>
        <a:ext cx="3413354" cy="1553940"/>
      </dsp:txXfrm>
    </dsp:sp>
    <dsp:sp modelId="{E5AA3D73-D884-479A-8F42-9B937DA98F27}">
      <dsp:nvSpPr>
        <dsp:cNvPr id="0" name=""/>
        <dsp:cNvSpPr/>
      </dsp:nvSpPr>
      <dsp:spPr>
        <a:xfrm>
          <a:off x="0" y="3843679"/>
          <a:ext cx="5301472" cy="15524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255856-F431-4901-9546-452ADAC740B0}">
      <dsp:nvSpPr>
        <dsp:cNvPr id="0" name=""/>
        <dsp:cNvSpPr/>
      </dsp:nvSpPr>
      <dsp:spPr>
        <a:xfrm>
          <a:off x="4332473" y="4192974"/>
          <a:ext cx="854667" cy="8538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3CE9E7-9F8B-497C-B7E6-721A4B10D81B}">
      <dsp:nvSpPr>
        <dsp:cNvPr id="0" name=""/>
        <dsp:cNvSpPr/>
      </dsp:nvSpPr>
      <dsp:spPr>
        <a:xfrm>
          <a:off x="156736" y="3843679"/>
          <a:ext cx="3413354" cy="1553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459" tIns="164459" rIns="164459" bIns="164459" numCol="1" spcCol="1270" rtlCol="1" anchor="ctr" anchorCtr="0">
          <a:noAutofit/>
        </a:bodyPr>
        <a:lstStyle/>
        <a:p>
          <a:pPr marL="0" lvl="0" indent="0" algn="r" defTabSz="800100" rtl="1">
            <a:lnSpc>
              <a:spcPct val="90000"/>
            </a:lnSpc>
            <a:spcBef>
              <a:spcPct val="0"/>
            </a:spcBef>
            <a:spcAft>
              <a:spcPct val="35000"/>
            </a:spcAft>
            <a:buNone/>
          </a:pPr>
          <a:r>
            <a:rPr lang="ar" sz="1800" b="1" kern="1200" dirty="0">
              <a:latin typeface="Times New Roman" panose="02020603050405020304" pitchFamily="18" charset="0"/>
              <a:cs typeface="Times New Roman" panose="02020603050405020304" pitchFamily="18" charset="0"/>
            </a:rPr>
            <a:t>المؤشرات الرئيسة للأداء غير المالي: </a:t>
          </a:r>
        </a:p>
        <a:p>
          <a:pPr marL="0" lvl="0" indent="0" algn="r" defTabSz="800100" rtl="1">
            <a:lnSpc>
              <a:spcPct val="90000"/>
            </a:lnSpc>
            <a:spcBef>
              <a:spcPct val="0"/>
            </a:spcBef>
            <a:spcAft>
              <a:spcPct val="35000"/>
            </a:spcAft>
            <a:buNone/>
          </a:pPr>
          <a:r>
            <a:rPr lang="ar" sz="1800" kern="1200" dirty="0">
              <a:latin typeface="Times New Roman" panose="02020603050405020304" pitchFamily="18" charset="0"/>
              <a:cs typeface="Times New Roman" panose="02020603050405020304" pitchFamily="18" charset="0"/>
            </a:rPr>
            <a:t>الصورة الذهنية للمؤسسة</a:t>
          </a:r>
        </a:p>
        <a:p>
          <a:pPr marL="0" lvl="0" indent="0" algn="r" defTabSz="800100" rtl="1">
            <a:lnSpc>
              <a:spcPct val="90000"/>
            </a:lnSpc>
            <a:spcBef>
              <a:spcPct val="0"/>
            </a:spcBef>
            <a:spcAft>
              <a:spcPct val="35000"/>
            </a:spcAft>
            <a:buNone/>
          </a:pPr>
          <a:r>
            <a:rPr lang="ar" sz="1800" kern="1200" dirty="0">
              <a:latin typeface="Times New Roman" panose="02020603050405020304" pitchFamily="18" charset="0"/>
              <a:cs typeface="Times New Roman" panose="02020603050405020304" pitchFamily="18" charset="0"/>
            </a:rPr>
            <a:t>رضا العملاء</a:t>
          </a:r>
        </a:p>
        <a:p>
          <a:pPr marL="0" lvl="0" indent="0" algn="r" defTabSz="800100" rtl="1">
            <a:lnSpc>
              <a:spcPct val="90000"/>
            </a:lnSpc>
            <a:spcBef>
              <a:spcPct val="0"/>
            </a:spcBef>
            <a:spcAft>
              <a:spcPct val="35000"/>
            </a:spcAft>
            <a:buNone/>
          </a:pPr>
          <a:r>
            <a:rPr lang="ar" sz="1800" kern="1200" dirty="0">
              <a:latin typeface="Times New Roman" panose="02020603050405020304" pitchFamily="18" charset="0"/>
              <a:cs typeface="Times New Roman" panose="02020603050405020304" pitchFamily="18" charset="0"/>
            </a:rPr>
            <a:t>الأهداف المتعلقة بالأداء البيئي</a:t>
          </a:r>
          <a:endParaRPr lang="en-US" sz="1800" kern="1200" dirty="0">
            <a:latin typeface="Times New Roman" panose="02020603050405020304" pitchFamily="18" charset="0"/>
            <a:cs typeface="Times New Roman" panose="02020603050405020304" pitchFamily="18" charset="0"/>
          </a:endParaRPr>
        </a:p>
      </dsp:txBody>
      <dsp:txXfrm>
        <a:off x="156736" y="3843679"/>
        <a:ext cx="3413354" cy="15539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6443E-F6CB-4E39-B8B4-8735A3F35C81}">
      <dsp:nvSpPr>
        <dsp:cNvPr id="0" name=""/>
        <dsp:cNvSpPr/>
      </dsp:nvSpPr>
      <dsp:spPr>
        <a:xfrm>
          <a:off x="0" y="3738"/>
          <a:ext cx="4914034"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B1E01E3D-6D85-4BA8-8D47-D67B5A12AA05}">
      <dsp:nvSpPr>
        <dsp:cNvPr id="0" name=""/>
        <dsp:cNvSpPr/>
      </dsp:nvSpPr>
      <dsp:spPr>
        <a:xfrm>
          <a:off x="4119933" y="182910"/>
          <a:ext cx="437975" cy="437975"/>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A834-0AE3-40C9-B5C8-75BE27C4EBF8}">
      <dsp:nvSpPr>
        <dsp:cNvPr id="0" name=""/>
        <dsp:cNvSpPr/>
      </dsp:nvSpPr>
      <dsp:spPr>
        <a:xfrm>
          <a:off x="0" y="3738"/>
          <a:ext cx="3828881"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44550" rtl="1">
            <a:lnSpc>
              <a:spcPct val="100000"/>
            </a:lnSpc>
            <a:spcBef>
              <a:spcPct val="0"/>
            </a:spcBef>
            <a:spcAft>
              <a:spcPct val="35000"/>
            </a:spcAft>
            <a:buNone/>
          </a:pPr>
          <a:r>
            <a:rPr lang="ar" sz="1900" b="1" kern="1200" dirty="0">
              <a:latin typeface="Times New Roman" panose="02020603050405020304" pitchFamily="18" charset="0"/>
              <a:cs typeface="Times New Roman" panose="02020603050405020304" pitchFamily="18" charset="0"/>
            </a:rPr>
            <a:t>مجالات المحتوى الرئيسة</a:t>
          </a:r>
        </a:p>
      </dsp:txBody>
      <dsp:txXfrm>
        <a:off x="0" y="3738"/>
        <a:ext cx="3828881" cy="796319"/>
      </dsp:txXfrm>
    </dsp:sp>
    <dsp:sp modelId="{CF774ABA-3244-4408-901F-6CCE877A456B}">
      <dsp:nvSpPr>
        <dsp:cNvPr id="0" name=""/>
        <dsp:cNvSpPr/>
      </dsp:nvSpPr>
      <dsp:spPr>
        <a:xfrm>
          <a:off x="0" y="999138"/>
          <a:ext cx="4914034" cy="79631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07EE78B-D7B9-41CD-B540-6B48BF9CD5D7}">
      <dsp:nvSpPr>
        <dsp:cNvPr id="0" name=""/>
        <dsp:cNvSpPr/>
      </dsp:nvSpPr>
      <dsp:spPr>
        <a:xfrm>
          <a:off x="4119933" y="1178310"/>
          <a:ext cx="437975" cy="4379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E2D37-BA8E-4389-9AA8-5F0BF3C22FB2}">
      <dsp:nvSpPr>
        <dsp:cNvPr id="0" name=""/>
        <dsp:cNvSpPr/>
      </dsp:nvSpPr>
      <dsp:spPr>
        <a:xfrm>
          <a:off x="0" y="999138"/>
          <a:ext cx="3828881" cy="796319"/>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b="0" kern="1200" dirty="0">
              <a:latin typeface="Times New Roman" panose="02020603050405020304" pitchFamily="18" charset="0"/>
              <a:cs typeface="Times New Roman" panose="02020603050405020304" pitchFamily="18" charset="0"/>
            </a:rPr>
            <a:t>ب1</a:t>
          </a:r>
          <a:r>
            <a:rPr lang="ar" sz="2000" kern="1200" dirty="0">
              <a:latin typeface="Times New Roman" panose="02020603050405020304" pitchFamily="18" charset="0"/>
              <a:cs typeface="Times New Roman" panose="02020603050405020304" pitchFamily="18" charset="0"/>
            </a:rPr>
            <a:t> المهارات التجارية</a:t>
          </a:r>
          <a:endParaRPr lang="en-US" sz="2000" b="0" kern="1200" dirty="0">
            <a:latin typeface="Times New Roman" panose="02020603050405020304" pitchFamily="18" charset="0"/>
            <a:cs typeface="Times New Roman" panose="02020603050405020304" pitchFamily="18" charset="0"/>
          </a:endParaRPr>
        </a:p>
      </dsp:txBody>
      <dsp:txXfrm>
        <a:off x="0" y="999138"/>
        <a:ext cx="3828881" cy="796319"/>
      </dsp:txXfrm>
    </dsp:sp>
    <dsp:sp modelId="{3DCFFCF7-9656-439F-BBA1-13F8CDCDF580}">
      <dsp:nvSpPr>
        <dsp:cNvPr id="0" name=""/>
        <dsp:cNvSpPr/>
      </dsp:nvSpPr>
      <dsp:spPr>
        <a:xfrm>
          <a:off x="0" y="1994537"/>
          <a:ext cx="4914034"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0F9FDF15-0AA0-473D-88E0-CE97E32171A0}">
      <dsp:nvSpPr>
        <dsp:cNvPr id="0" name=""/>
        <dsp:cNvSpPr/>
      </dsp:nvSpPr>
      <dsp:spPr>
        <a:xfrm>
          <a:off x="4119933" y="2173709"/>
          <a:ext cx="437975" cy="4379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9A5E81-88A1-48A0-AFE5-8C2E829447C6}">
      <dsp:nvSpPr>
        <dsp:cNvPr id="0" name=""/>
        <dsp:cNvSpPr/>
      </dsp:nvSpPr>
      <dsp:spPr>
        <a:xfrm>
          <a:off x="0" y="1994537"/>
          <a:ext cx="3828881"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b="0" kern="1200" dirty="0">
              <a:solidFill>
                <a:schemeClr val="accent6"/>
              </a:solidFill>
              <a:latin typeface="Times New Roman" panose="02020603050405020304" pitchFamily="18" charset="0"/>
              <a:cs typeface="Times New Roman" panose="02020603050405020304" pitchFamily="18" charset="0"/>
            </a:rPr>
            <a:t>ب2 مهارات الشؤون المالية</a:t>
          </a:r>
          <a:endParaRPr lang="en-US" sz="2000" b="0" kern="1200" dirty="0">
            <a:solidFill>
              <a:schemeClr val="accent6"/>
            </a:solidFill>
            <a:latin typeface="Times New Roman" panose="02020603050405020304" pitchFamily="18" charset="0"/>
            <a:cs typeface="Times New Roman" panose="02020603050405020304" pitchFamily="18" charset="0"/>
          </a:endParaRPr>
        </a:p>
      </dsp:txBody>
      <dsp:txXfrm>
        <a:off x="0" y="1994537"/>
        <a:ext cx="3828881" cy="796319"/>
      </dsp:txXfrm>
    </dsp:sp>
    <dsp:sp modelId="{693E8EA8-B382-4DB9-9693-CC4A83C66864}">
      <dsp:nvSpPr>
        <dsp:cNvPr id="0" name=""/>
        <dsp:cNvSpPr/>
      </dsp:nvSpPr>
      <dsp:spPr>
        <a:xfrm>
          <a:off x="0" y="2989937"/>
          <a:ext cx="4914034" cy="79631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A1B2B1EA-5208-4C5B-8E7E-A2F7BA9F4A94}">
      <dsp:nvSpPr>
        <dsp:cNvPr id="0" name=""/>
        <dsp:cNvSpPr/>
      </dsp:nvSpPr>
      <dsp:spPr>
        <a:xfrm>
          <a:off x="4119933" y="3169109"/>
          <a:ext cx="437975" cy="437975"/>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864B26-DA10-455E-A602-20A0CE7D3A9C}">
      <dsp:nvSpPr>
        <dsp:cNvPr id="0" name=""/>
        <dsp:cNvSpPr/>
      </dsp:nvSpPr>
      <dsp:spPr>
        <a:xfrm>
          <a:off x="0" y="2989937"/>
          <a:ext cx="3828881"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b="0" kern="1200" dirty="0">
              <a:latin typeface="Times New Roman" panose="02020603050405020304" pitchFamily="18" charset="0"/>
              <a:cs typeface="Times New Roman" panose="02020603050405020304" pitchFamily="18" charset="0"/>
            </a:rPr>
            <a:t>ب3</a:t>
          </a:r>
          <a:r>
            <a:rPr lang="ar" sz="2000" kern="1200" dirty="0">
              <a:latin typeface="Times New Roman" panose="02020603050405020304" pitchFamily="18" charset="0"/>
              <a:cs typeface="Times New Roman" panose="02020603050405020304" pitchFamily="18" charset="0"/>
            </a:rPr>
            <a:t> مهارات الصحة والسلامة</a:t>
          </a:r>
          <a:endParaRPr lang="en-US" sz="2000" b="0" kern="1200" dirty="0">
            <a:latin typeface="Times New Roman" panose="02020603050405020304" pitchFamily="18" charset="0"/>
            <a:cs typeface="Times New Roman" panose="02020603050405020304" pitchFamily="18" charset="0"/>
          </a:endParaRPr>
        </a:p>
      </dsp:txBody>
      <dsp:txXfrm>
        <a:off x="0" y="2989937"/>
        <a:ext cx="3828881" cy="796319"/>
      </dsp:txXfrm>
    </dsp:sp>
    <dsp:sp modelId="{7485C9CC-136B-45CA-ACEC-BE5C9D4E4E72}">
      <dsp:nvSpPr>
        <dsp:cNvPr id="0" name=""/>
        <dsp:cNvSpPr/>
      </dsp:nvSpPr>
      <dsp:spPr>
        <a:xfrm>
          <a:off x="0" y="3985336"/>
          <a:ext cx="4914034"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C78D4626-1FAF-4B13-B316-6DBFB5221A01}">
      <dsp:nvSpPr>
        <dsp:cNvPr id="0" name=""/>
        <dsp:cNvSpPr/>
      </dsp:nvSpPr>
      <dsp:spPr>
        <a:xfrm>
          <a:off x="4119933" y="4164508"/>
          <a:ext cx="437975" cy="437975"/>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58C3DF-B0EA-4041-98EC-46489D1E8C1D}">
      <dsp:nvSpPr>
        <dsp:cNvPr id="0" name=""/>
        <dsp:cNvSpPr/>
      </dsp:nvSpPr>
      <dsp:spPr>
        <a:xfrm>
          <a:off x="0" y="3985336"/>
          <a:ext cx="3828881"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b="0" kern="1200" dirty="0">
              <a:solidFill>
                <a:schemeClr val="accent6"/>
              </a:solidFill>
              <a:latin typeface="Times New Roman" panose="02020603050405020304" pitchFamily="18" charset="0"/>
              <a:cs typeface="Times New Roman" panose="02020603050405020304" pitchFamily="18" charset="0"/>
            </a:rPr>
            <a:t>ب4</a:t>
          </a:r>
          <a:r>
            <a:rPr lang="ar" sz="2000" kern="1200" dirty="0">
              <a:solidFill>
                <a:schemeClr val="accent6"/>
              </a:solidFill>
              <a:latin typeface="Times New Roman" panose="02020603050405020304" pitchFamily="18" charset="0"/>
              <a:cs typeface="Times New Roman" panose="02020603050405020304" pitchFamily="18" charset="0"/>
            </a:rPr>
            <a:t> مهارات خدمة العملاء</a:t>
          </a:r>
          <a:endParaRPr lang="en-US" sz="2000" b="0" kern="1200" dirty="0">
            <a:solidFill>
              <a:schemeClr val="accent6"/>
            </a:solidFill>
            <a:latin typeface="Times New Roman" panose="02020603050405020304" pitchFamily="18" charset="0"/>
            <a:cs typeface="Times New Roman" panose="02020603050405020304" pitchFamily="18" charset="0"/>
          </a:endParaRPr>
        </a:p>
      </dsp:txBody>
      <dsp:txXfrm>
        <a:off x="0" y="3985336"/>
        <a:ext cx="3828881" cy="7963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09537-801A-574F-90B2-B0D7C8F3DF6A}">
      <dsp:nvSpPr>
        <dsp:cNvPr id="0" name=""/>
        <dsp:cNvSpPr/>
      </dsp:nvSpPr>
      <dsp:spPr>
        <a:xfrm>
          <a:off x="5531666" y="1280"/>
          <a:ext cx="2079290" cy="1247574"/>
        </a:xfrm>
        <a:prstGeom prst="rect">
          <a:avLst/>
        </a:prstGeom>
        <a:solidFill>
          <a:schemeClr val="accent6">
            <a:lumMod val="20000"/>
            <a:lumOff val="80000"/>
          </a:schemeClr>
        </a:solidFill>
        <a:ln w="38100" cap="flat" cmpd="sng" algn="ctr">
          <a:solidFill>
            <a:schemeClr val="accent6">
              <a:lumMod val="20000"/>
              <a:lumOff val="8000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معلومات العملاء</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5531666" y="1280"/>
        <a:ext cx="2079290" cy="1247574"/>
      </dsp:txXfrm>
    </dsp:sp>
    <dsp:sp modelId="{301CED3F-1B08-9447-92A1-75505B2DAC67}">
      <dsp:nvSpPr>
        <dsp:cNvPr id="0" name=""/>
        <dsp:cNvSpPr/>
      </dsp:nvSpPr>
      <dsp:spPr>
        <a:xfrm>
          <a:off x="3244446" y="1280"/>
          <a:ext cx="2079290" cy="1247574"/>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إجراءات الحجز</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3244446" y="1280"/>
        <a:ext cx="2079290" cy="1247574"/>
      </dsp:txXfrm>
    </dsp:sp>
    <dsp:sp modelId="{351D77A6-B389-CE46-9B9B-F0246B94ABD9}">
      <dsp:nvSpPr>
        <dsp:cNvPr id="0" name=""/>
        <dsp:cNvSpPr/>
      </dsp:nvSpPr>
      <dsp:spPr>
        <a:xfrm>
          <a:off x="957226" y="1280"/>
          <a:ext cx="2079290" cy="1247574"/>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تعريف العملاء بالخدمات</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957226" y="1280"/>
        <a:ext cx="2079290" cy="1247574"/>
      </dsp:txXfrm>
    </dsp:sp>
    <dsp:sp modelId="{2DA5C5AD-8518-E944-B3B5-5F1FB659DC86}">
      <dsp:nvSpPr>
        <dsp:cNvPr id="0" name=""/>
        <dsp:cNvSpPr/>
      </dsp:nvSpPr>
      <dsp:spPr>
        <a:xfrm>
          <a:off x="5531666" y="1456783"/>
          <a:ext cx="2079290" cy="1247574"/>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سجلات العملاء</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5531666" y="1456783"/>
        <a:ext cx="2079290" cy="1247574"/>
      </dsp:txXfrm>
    </dsp:sp>
    <dsp:sp modelId="{A13DDEDE-2847-914E-A1C2-0F3F500D04CE}">
      <dsp:nvSpPr>
        <dsp:cNvPr id="0" name=""/>
        <dsp:cNvSpPr/>
      </dsp:nvSpPr>
      <dsp:spPr>
        <a:xfrm>
          <a:off x="3244446" y="1456783"/>
          <a:ext cx="2079290" cy="1247574"/>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أنظمة الحجز</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3244446" y="1456783"/>
        <a:ext cx="2079290" cy="1247574"/>
      </dsp:txXfrm>
    </dsp:sp>
    <dsp:sp modelId="{DE7D9895-DA10-7846-BA54-85E9020F78DB}">
      <dsp:nvSpPr>
        <dsp:cNvPr id="0" name=""/>
        <dsp:cNvSpPr/>
      </dsp:nvSpPr>
      <dsp:spPr>
        <a:xfrm>
          <a:off x="957226" y="1456783"/>
          <a:ext cx="2079290" cy="1247574"/>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اتجاهات العملاء</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957226" y="1456783"/>
        <a:ext cx="2079290" cy="1247574"/>
      </dsp:txXfrm>
    </dsp:sp>
    <dsp:sp modelId="{2BEA21AC-696E-414E-931E-285FAFD71C1B}">
      <dsp:nvSpPr>
        <dsp:cNvPr id="0" name=""/>
        <dsp:cNvSpPr/>
      </dsp:nvSpPr>
      <dsp:spPr>
        <a:xfrm>
          <a:off x="5531666" y="2912287"/>
          <a:ext cx="2079290" cy="1247574"/>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تحليل السوق</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5531666" y="2912287"/>
        <a:ext cx="2079290" cy="1247574"/>
      </dsp:txXfrm>
    </dsp:sp>
    <dsp:sp modelId="{EE001B8F-013B-2A48-93B3-949E3FDE3174}">
      <dsp:nvSpPr>
        <dsp:cNvPr id="0" name=""/>
        <dsp:cNvSpPr/>
      </dsp:nvSpPr>
      <dsp:spPr>
        <a:xfrm>
          <a:off x="3244446" y="2912287"/>
          <a:ext cx="2079290" cy="1247574"/>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آراء العملاء</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3244446" y="2912287"/>
        <a:ext cx="2079290" cy="1247574"/>
      </dsp:txXfrm>
    </dsp:sp>
    <dsp:sp modelId="{AE9B6264-BE12-8946-AEA3-D33C38267855}">
      <dsp:nvSpPr>
        <dsp:cNvPr id="0" name=""/>
        <dsp:cNvSpPr/>
      </dsp:nvSpPr>
      <dsp:spPr>
        <a:xfrm>
          <a:off x="957226" y="2912287"/>
          <a:ext cx="2079290" cy="1247574"/>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ctr" defTabSz="1244600" rtl="1">
            <a:lnSpc>
              <a:spcPct val="90000"/>
            </a:lnSpc>
            <a:spcBef>
              <a:spcPct val="0"/>
            </a:spcBef>
            <a:spcAft>
              <a:spcPct val="35000"/>
            </a:spcAft>
            <a:buNone/>
          </a:pPr>
          <a:r>
            <a:rPr lang="ar" sz="2800" kern="1200" dirty="0">
              <a:solidFill>
                <a:schemeClr val="tx1"/>
              </a:solidFill>
              <a:latin typeface="Times New Roman" panose="02020603050405020304" pitchFamily="18" charset="0"/>
              <a:cs typeface="Times New Roman" panose="02020603050405020304" pitchFamily="18" charset="0"/>
            </a:rPr>
            <a:t>شكاوى العملاء</a:t>
          </a:r>
          <a:endParaRPr lang="en-US" sz="2800" kern="1200" dirty="0">
            <a:solidFill>
              <a:schemeClr val="tx1"/>
            </a:solidFill>
            <a:latin typeface="Times New Roman" panose="02020603050405020304" pitchFamily="18" charset="0"/>
            <a:cs typeface="Times New Roman" panose="02020603050405020304" pitchFamily="18" charset="0"/>
          </a:endParaRPr>
        </a:p>
      </dsp:txBody>
      <dsp:txXfrm>
        <a:off x="957226" y="2912287"/>
        <a:ext cx="2079290" cy="124757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FC550-FB21-6B4C-AA5B-F42DA4414C79}">
      <dsp:nvSpPr>
        <dsp:cNvPr id="0" name=""/>
        <dsp:cNvSpPr/>
      </dsp:nvSpPr>
      <dsp:spPr>
        <a:xfrm>
          <a:off x="5064588" y="388"/>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إدارة حسابات العملاء</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5064588" y="388"/>
        <a:ext cx="2020267" cy="1212160"/>
      </dsp:txXfrm>
    </dsp:sp>
    <dsp:sp modelId="{7EBCA9EF-B57F-5840-B5A0-8618DD209160}">
      <dsp:nvSpPr>
        <dsp:cNvPr id="0" name=""/>
        <dsp:cNvSpPr/>
      </dsp:nvSpPr>
      <dsp:spPr>
        <a:xfrm>
          <a:off x="2842294" y="388"/>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أنظمة إصدار الفواتير</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2842294" y="388"/>
        <a:ext cx="2020267" cy="1212160"/>
      </dsp:txXfrm>
    </dsp:sp>
    <dsp:sp modelId="{9E4DD43B-8397-114D-9AEE-B279A83B2DD4}">
      <dsp:nvSpPr>
        <dsp:cNvPr id="0" name=""/>
        <dsp:cNvSpPr/>
      </dsp:nvSpPr>
      <dsp:spPr>
        <a:xfrm>
          <a:off x="620000" y="388"/>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مدفوعات العملاء</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620000" y="388"/>
        <a:ext cx="2020267" cy="1212160"/>
      </dsp:txXfrm>
    </dsp:sp>
    <dsp:sp modelId="{9381D41D-F098-0A41-BF5D-6BB1371ECC2F}">
      <dsp:nvSpPr>
        <dsp:cNvPr id="0" name=""/>
        <dsp:cNvSpPr/>
      </dsp:nvSpPr>
      <dsp:spPr>
        <a:xfrm>
          <a:off x="5064588" y="1414575"/>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الإيصالات</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5064588" y="1414575"/>
        <a:ext cx="2020267" cy="1212160"/>
      </dsp:txXfrm>
    </dsp:sp>
    <dsp:sp modelId="{D01CF439-8697-3B47-90B1-7623F608E955}">
      <dsp:nvSpPr>
        <dsp:cNvPr id="0" name=""/>
        <dsp:cNvSpPr/>
      </dsp:nvSpPr>
      <dsp:spPr>
        <a:xfrm>
          <a:off x="2842294" y="1414575"/>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سجلات المبيعات</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2842294" y="1414575"/>
        <a:ext cx="2020267" cy="1212160"/>
      </dsp:txXfrm>
    </dsp:sp>
    <dsp:sp modelId="{002ADBDB-5CD8-4E43-A654-7306F890CCDC}">
      <dsp:nvSpPr>
        <dsp:cNvPr id="0" name=""/>
        <dsp:cNvSpPr/>
      </dsp:nvSpPr>
      <dsp:spPr>
        <a:xfrm>
          <a:off x="620000" y="1414575"/>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مراقبة المخزون</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620000" y="1414575"/>
        <a:ext cx="2020267" cy="1212160"/>
      </dsp:txXfrm>
    </dsp:sp>
    <dsp:sp modelId="{D7C618AC-ABFC-2647-9CD9-B08CB0D88362}">
      <dsp:nvSpPr>
        <dsp:cNvPr id="0" name=""/>
        <dsp:cNvSpPr/>
      </dsp:nvSpPr>
      <dsp:spPr>
        <a:xfrm>
          <a:off x="3953441" y="2828762"/>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الشراء</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3953441" y="2828762"/>
        <a:ext cx="2020267" cy="1212160"/>
      </dsp:txXfrm>
    </dsp:sp>
    <dsp:sp modelId="{7E72C59C-1A2C-BA48-B93C-535533D9241F}">
      <dsp:nvSpPr>
        <dsp:cNvPr id="0" name=""/>
        <dsp:cNvSpPr/>
      </dsp:nvSpPr>
      <dsp:spPr>
        <a:xfrm>
          <a:off x="1731147" y="2828762"/>
          <a:ext cx="2020267" cy="1212160"/>
        </a:xfrm>
        <a:prstGeom prst="rect">
          <a:avLst/>
        </a:prstGeom>
        <a:gradFill rotWithShape="0">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rtlCol="1" anchor="ctr" anchorCtr="0">
          <a:noAutofit/>
        </a:bodyPr>
        <a:lstStyle/>
        <a:p>
          <a:pPr marL="0" lvl="0" indent="0" algn="ctr" defTabSz="1422400" rtl="1">
            <a:lnSpc>
              <a:spcPct val="90000"/>
            </a:lnSpc>
            <a:spcBef>
              <a:spcPct val="0"/>
            </a:spcBef>
            <a:spcAft>
              <a:spcPct val="35000"/>
            </a:spcAft>
            <a:buNone/>
          </a:pPr>
          <a:r>
            <a:rPr lang="ar" sz="3200" kern="1200" dirty="0">
              <a:solidFill>
                <a:schemeClr val="tx1"/>
              </a:solidFill>
              <a:latin typeface="Times New Roman" panose="02020603050405020304" pitchFamily="18" charset="0"/>
              <a:cs typeface="Times New Roman" panose="02020603050405020304" pitchFamily="18" charset="0"/>
            </a:rPr>
            <a:t>أنظمة الرواتب</a:t>
          </a:r>
          <a:endParaRPr lang="en-US" sz="3200" kern="1200" dirty="0">
            <a:solidFill>
              <a:schemeClr val="tx1"/>
            </a:solidFill>
            <a:latin typeface="Times New Roman" panose="02020603050405020304" pitchFamily="18" charset="0"/>
            <a:cs typeface="Times New Roman" panose="02020603050405020304" pitchFamily="18" charset="0"/>
          </a:endParaRPr>
        </a:p>
      </dsp:txBody>
      <dsp:txXfrm>
        <a:off x="1731147" y="2828762"/>
        <a:ext cx="2020267" cy="12121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0E0F22-BE8A-4F1B-92A5-3BC0C27C9EA2}">
      <dsp:nvSpPr>
        <dsp:cNvPr id="0" name=""/>
        <dsp:cNvSpPr/>
      </dsp:nvSpPr>
      <dsp:spPr>
        <a:xfrm>
          <a:off x="1625402" y="0"/>
          <a:ext cx="6265405" cy="82351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b="1" kern="1200" dirty="0">
              <a:solidFill>
                <a:schemeClr val="tx1"/>
              </a:solidFill>
              <a:latin typeface="Times New Roman" panose="02020603050405020304" pitchFamily="18" charset="0"/>
              <a:cs typeface="Times New Roman" panose="02020603050405020304" pitchFamily="18" charset="0"/>
            </a:rPr>
            <a:t>مهارات الصحة والسلامة.</a:t>
          </a:r>
          <a:endParaRPr lang="en-US" sz="2200" b="1" kern="1200" dirty="0">
            <a:solidFill>
              <a:schemeClr val="tx1"/>
            </a:solidFill>
            <a:latin typeface="Times New Roman" panose="02020603050405020304" pitchFamily="18" charset="0"/>
            <a:cs typeface="Times New Roman" panose="02020603050405020304" pitchFamily="18" charset="0"/>
          </a:endParaRPr>
        </a:p>
      </dsp:txBody>
      <dsp:txXfrm>
        <a:off x="2554154" y="24120"/>
        <a:ext cx="5312534" cy="775275"/>
      </dsp:txXfrm>
    </dsp:sp>
    <dsp:sp modelId="{0431A26E-8151-410D-85C5-298B15F05907}">
      <dsp:nvSpPr>
        <dsp:cNvPr id="0" name=""/>
        <dsp:cNvSpPr/>
      </dsp:nvSpPr>
      <dsp:spPr>
        <a:xfrm>
          <a:off x="1100675" y="973245"/>
          <a:ext cx="6265405" cy="82351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tx1"/>
              </a:solidFill>
              <a:latin typeface="Times New Roman" panose="02020603050405020304" pitchFamily="18" charset="0"/>
              <a:cs typeface="Times New Roman" panose="02020603050405020304" pitchFamily="18" charset="0"/>
            </a:rPr>
            <a:t>o تنفيذ أنظمة الصحة والسلامة.</a:t>
          </a:r>
          <a:endParaRPr lang="en-US" sz="2200" kern="1200" dirty="0">
            <a:solidFill>
              <a:schemeClr val="tx1"/>
            </a:solidFill>
            <a:latin typeface="Times New Roman" panose="02020603050405020304" pitchFamily="18" charset="0"/>
            <a:cs typeface="Times New Roman" panose="02020603050405020304" pitchFamily="18" charset="0"/>
          </a:endParaRPr>
        </a:p>
      </dsp:txBody>
      <dsp:txXfrm>
        <a:off x="2184807" y="997365"/>
        <a:ext cx="5157153" cy="775275"/>
      </dsp:txXfrm>
    </dsp:sp>
    <dsp:sp modelId="{4D23589E-062B-4B78-937A-EE71C2516C39}">
      <dsp:nvSpPr>
        <dsp:cNvPr id="0" name=""/>
        <dsp:cNvSpPr/>
      </dsp:nvSpPr>
      <dsp:spPr>
        <a:xfrm>
          <a:off x="583779" y="1946490"/>
          <a:ext cx="6265405" cy="82351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tx1"/>
              </a:solidFill>
              <a:latin typeface="Times New Roman" panose="02020603050405020304" pitchFamily="18" charset="0"/>
              <a:cs typeface="Times New Roman" panose="02020603050405020304" pitchFamily="18" charset="0"/>
            </a:rPr>
            <a:t>o التدريب على الإسعافات الأولية وتوفيرها.</a:t>
          </a:r>
          <a:endParaRPr lang="en-US" sz="2200" kern="1200" dirty="0">
            <a:solidFill>
              <a:schemeClr val="tx1"/>
            </a:solidFill>
            <a:latin typeface="Times New Roman" panose="02020603050405020304" pitchFamily="18" charset="0"/>
            <a:cs typeface="Times New Roman" panose="02020603050405020304" pitchFamily="18" charset="0"/>
          </a:endParaRPr>
        </a:p>
      </dsp:txBody>
      <dsp:txXfrm>
        <a:off x="1660079" y="1970610"/>
        <a:ext cx="5164984" cy="775275"/>
      </dsp:txXfrm>
    </dsp:sp>
    <dsp:sp modelId="{F9AC7535-EF34-4056-8B75-048C1C856859}">
      <dsp:nvSpPr>
        <dsp:cNvPr id="0" name=""/>
        <dsp:cNvSpPr/>
      </dsp:nvSpPr>
      <dsp:spPr>
        <a:xfrm>
          <a:off x="-59051" y="2919735"/>
          <a:ext cx="6501611" cy="82351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r" defTabSz="977900" rtl="1">
            <a:lnSpc>
              <a:spcPct val="90000"/>
            </a:lnSpc>
            <a:spcBef>
              <a:spcPct val="0"/>
            </a:spcBef>
            <a:spcAft>
              <a:spcPts val="0"/>
            </a:spcAft>
            <a:buNone/>
          </a:pPr>
          <a:r>
            <a:rPr lang="ar" sz="2200" kern="1200" dirty="0">
              <a:solidFill>
                <a:schemeClr val="tx1"/>
              </a:solidFill>
              <a:latin typeface="Times New Roman" panose="02020603050405020304" pitchFamily="18" charset="0"/>
              <a:cs typeface="Times New Roman" panose="02020603050405020304" pitchFamily="18" charset="0"/>
            </a:rPr>
            <a:t>o إجراءات الطوارئ، مثل إجراءات الإخلاء</a:t>
          </a:r>
          <a:r>
            <a:rPr lang="ar-EG" sz="2200" kern="1200" dirty="0">
              <a:solidFill>
                <a:schemeClr val="tx1"/>
              </a:solidFill>
              <a:latin typeface="Times New Roman" panose="02020603050405020304" pitchFamily="18" charset="0"/>
              <a:cs typeface="Times New Roman" panose="02020603050405020304" pitchFamily="18" charset="0"/>
            </a:rPr>
            <a:t> </a:t>
          </a:r>
          <a:r>
            <a:rPr lang="ar" sz="2200" kern="1200" dirty="0">
              <a:solidFill>
                <a:schemeClr val="tx1"/>
              </a:solidFill>
              <a:latin typeface="Times New Roman" panose="02020603050405020304" pitchFamily="18" charset="0"/>
              <a:cs typeface="Times New Roman" panose="02020603050405020304" pitchFamily="18" charset="0"/>
            </a:rPr>
            <a:t>عند</a:t>
          </a:r>
          <a:r>
            <a:rPr lang="en-US" sz="2200" kern="1200" dirty="0">
              <a:solidFill>
                <a:schemeClr val="tx1"/>
              </a:solidFill>
              <a:latin typeface="Times New Roman" panose="02020603050405020304" pitchFamily="18" charset="0"/>
              <a:cs typeface="Times New Roman" panose="02020603050405020304" pitchFamily="18" charset="0"/>
            </a:rPr>
            <a:t> </a:t>
          </a:r>
          <a:r>
            <a:rPr lang="ar" sz="2200" kern="1200" dirty="0">
              <a:solidFill>
                <a:schemeClr val="tx1"/>
              </a:solidFill>
              <a:latin typeface="Times New Roman" panose="02020603050405020304" pitchFamily="18" charset="0"/>
              <a:cs typeface="Times New Roman" panose="02020603050405020304" pitchFamily="18" charset="0"/>
            </a:rPr>
            <a:t>الحرائق.</a:t>
          </a:r>
          <a:endParaRPr lang="en-US" sz="2200" kern="1200" dirty="0">
            <a:solidFill>
              <a:schemeClr val="tx1"/>
            </a:solidFill>
            <a:latin typeface="Times New Roman" panose="02020603050405020304" pitchFamily="18" charset="0"/>
            <a:cs typeface="Times New Roman" panose="02020603050405020304" pitchFamily="18" charset="0"/>
          </a:endParaRPr>
        </a:p>
      </dsp:txBody>
      <dsp:txXfrm>
        <a:off x="1065043" y="2943855"/>
        <a:ext cx="5353396" cy="775275"/>
      </dsp:txXfrm>
    </dsp:sp>
    <dsp:sp modelId="{4ADC4E55-F0E4-49B4-A797-A70963DDD45B}">
      <dsp:nvSpPr>
        <dsp:cNvPr id="0" name=""/>
        <dsp:cNvSpPr/>
      </dsp:nvSpPr>
      <dsp:spPr>
        <a:xfrm>
          <a:off x="1625402" y="630737"/>
          <a:ext cx="535284" cy="535284"/>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rtlCol="1" anchor="ctr" anchorCtr="0">
          <a:noAutofit/>
        </a:bodyPr>
        <a:lstStyle/>
        <a:p>
          <a:pPr marL="0" lvl="0" indent="0" algn="ctr" defTabSz="1066800" rtl="1">
            <a:lnSpc>
              <a:spcPct val="90000"/>
            </a:lnSpc>
            <a:spcBef>
              <a:spcPct val="0"/>
            </a:spcBef>
            <a:spcAft>
              <a:spcPct val="35000"/>
            </a:spcAft>
            <a:buNone/>
          </a:pPr>
          <a:endParaRPr lang="en-US" sz="2400" kern="1200"/>
        </a:p>
      </dsp:txBody>
      <dsp:txXfrm>
        <a:off x="1745841" y="630737"/>
        <a:ext cx="294406" cy="402801"/>
      </dsp:txXfrm>
    </dsp:sp>
    <dsp:sp modelId="{609FD52A-1FEF-4884-AE26-CEEEEA524ADD}">
      <dsp:nvSpPr>
        <dsp:cNvPr id="0" name=""/>
        <dsp:cNvSpPr/>
      </dsp:nvSpPr>
      <dsp:spPr>
        <a:xfrm>
          <a:off x="1100675" y="1603982"/>
          <a:ext cx="535284" cy="535284"/>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rtlCol="1" anchor="ctr" anchorCtr="0">
          <a:noAutofit/>
        </a:bodyPr>
        <a:lstStyle/>
        <a:p>
          <a:pPr marL="0" lvl="0" indent="0" algn="ctr" defTabSz="1066800" rtl="1">
            <a:lnSpc>
              <a:spcPct val="90000"/>
            </a:lnSpc>
            <a:spcBef>
              <a:spcPct val="0"/>
            </a:spcBef>
            <a:spcAft>
              <a:spcPct val="35000"/>
            </a:spcAft>
            <a:buNone/>
          </a:pPr>
          <a:endParaRPr lang="en-US" sz="2400" kern="1200"/>
        </a:p>
      </dsp:txBody>
      <dsp:txXfrm>
        <a:off x="1221114" y="1603982"/>
        <a:ext cx="294406" cy="402801"/>
      </dsp:txXfrm>
    </dsp:sp>
    <dsp:sp modelId="{B6D6FCE7-2121-42D2-9267-237D965436AD}">
      <dsp:nvSpPr>
        <dsp:cNvPr id="0" name=""/>
        <dsp:cNvSpPr/>
      </dsp:nvSpPr>
      <dsp:spPr>
        <a:xfrm>
          <a:off x="583779" y="2577227"/>
          <a:ext cx="535284" cy="535284"/>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rtlCol="1" anchor="ctr" anchorCtr="0">
          <a:noAutofit/>
        </a:bodyPr>
        <a:lstStyle/>
        <a:p>
          <a:pPr marL="0" lvl="0" indent="0" algn="ctr" defTabSz="1066800" rtl="1">
            <a:lnSpc>
              <a:spcPct val="90000"/>
            </a:lnSpc>
            <a:spcBef>
              <a:spcPct val="0"/>
            </a:spcBef>
            <a:spcAft>
              <a:spcPct val="35000"/>
            </a:spcAft>
            <a:buNone/>
          </a:pPr>
          <a:endParaRPr lang="en-US" sz="2400" kern="1200"/>
        </a:p>
      </dsp:txBody>
      <dsp:txXfrm>
        <a:off x="704218" y="2577227"/>
        <a:ext cx="294406" cy="4028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198611-7235-4BB4-BB31-D216AABCC317}">
      <dsp:nvSpPr>
        <dsp:cNvPr id="0" name=""/>
        <dsp:cNvSpPr/>
      </dsp:nvSpPr>
      <dsp:spPr>
        <a:xfrm>
          <a:off x="0" y="1986"/>
          <a:ext cx="5016422" cy="10066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E2776590-B244-4374-8BBB-C0658B713B0F}">
      <dsp:nvSpPr>
        <dsp:cNvPr id="0" name=""/>
        <dsp:cNvSpPr/>
      </dsp:nvSpPr>
      <dsp:spPr>
        <a:xfrm>
          <a:off x="4117691" y="228474"/>
          <a:ext cx="553638" cy="553638"/>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EEE30D-ABB2-471B-872D-A85FEFC192CD}">
      <dsp:nvSpPr>
        <dsp:cNvPr id="0" name=""/>
        <dsp:cNvSpPr/>
      </dsp:nvSpPr>
      <dsp:spPr>
        <a:xfrm>
          <a:off x="0" y="1986"/>
          <a:ext cx="3853782"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t>مجالات المحتوى الرئيسة</a:t>
          </a:r>
          <a:endParaRPr lang="en-US" sz="2200" b="1" kern="1200" dirty="0"/>
        </a:p>
      </dsp:txBody>
      <dsp:txXfrm>
        <a:off x="0" y="1986"/>
        <a:ext cx="3853782" cy="1006615"/>
      </dsp:txXfrm>
    </dsp:sp>
    <dsp:sp modelId="{CFBCFFB1-6659-4D2F-B414-B2122CCC09F7}">
      <dsp:nvSpPr>
        <dsp:cNvPr id="0" name=""/>
        <dsp:cNvSpPr/>
      </dsp:nvSpPr>
      <dsp:spPr>
        <a:xfrm>
          <a:off x="0" y="1260255"/>
          <a:ext cx="5016422" cy="10066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4205DB3-070F-4243-94BB-88B6A8D354CE}">
      <dsp:nvSpPr>
        <dsp:cNvPr id="0" name=""/>
        <dsp:cNvSpPr/>
      </dsp:nvSpPr>
      <dsp:spPr>
        <a:xfrm>
          <a:off x="4117691" y="1486743"/>
          <a:ext cx="553638" cy="55363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62A4DF-EEB9-409B-BC1D-1F45D0A27FDC}">
      <dsp:nvSpPr>
        <dsp:cNvPr id="0" name=""/>
        <dsp:cNvSpPr/>
      </dsp:nvSpPr>
      <dsp:spPr>
        <a:xfrm>
          <a:off x="0" y="1260255"/>
          <a:ext cx="3853782" cy="1006615"/>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1066800" rtl="1">
            <a:lnSpc>
              <a:spcPct val="100000"/>
            </a:lnSpc>
            <a:spcBef>
              <a:spcPct val="0"/>
            </a:spcBef>
            <a:spcAft>
              <a:spcPct val="35000"/>
            </a:spcAft>
            <a:buNone/>
          </a:pPr>
          <a:r>
            <a:rPr lang="ar" sz="2400" kern="1200">
              <a:latin typeface="Arial" panose="020B0604020202020204" pitchFamily="34" charset="0"/>
              <a:cs typeface="Arial" panose="020B0604020202020204" pitchFamily="34" charset="0"/>
            </a:rPr>
            <a:t>ج1 تحديد السوق المستهدف</a:t>
          </a:r>
          <a:endParaRPr lang="en-US" sz="2400" b="0" kern="1200">
            <a:latin typeface="Arial" panose="020B0604020202020204" pitchFamily="34" charset="0"/>
            <a:cs typeface="Arial" panose="020B0604020202020204" pitchFamily="34" charset="0"/>
          </a:endParaRPr>
        </a:p>
      </dsp:txBody>
      <dsp:txXfrm>
        <a:off x="0" y="1260255"/>
        <a:ext cx="3853782" cy="1006615"/>
      </dsp:txXfrm>
    </dsp:sp>
    <dsp:sp modelId="{2797CF68-E5BF-41A3-ABCF-8E79F0896476}">
      <dsp:nvSpPr>
        <dsp:cNvPr id="0" name=""/>
        <dsp:cNvSpPr/>
      </dsp:nvSpPr>
      <dsp:spPr>
        <a:xfrm>
          <a:off x="0" y="2518524"/>
          <a:ext cx="5016422" cy="10066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53052375-894A-423B-8CC9-89FA86F3D286}">
      <dsp:nvSpPr>
        <dsp:cNvPr id="0" name=""/>
        <dsp:cNvSpPr/>
      </dsp:nvSpPr>
      <dsp:spPr>
        <a:xfrm>
          <a:off x="4117691" y="2745012"/>
          <a:ext cx="553638" cy="55363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AA2ED-FFEE-4717-8F97-F43CEB41CECA}">
      <dsp:nvSpPr>
        <dsp:cNvPr id="0" name=""/>
        <dsp:cNvSpPr/>
      </dsp:nvSpPr>
      <dsp:spPr>
        <a:xfrm>
          <a:off x="0" y="2518524"/>
          <a:ext cx="3853782"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b="0" kern="1200"/>
            <a:t>ج2</a:t>
          </a:r>
          <a:r>
            <a:rPr lang="ar" sz="2200" b="0" kern="1200">
              <a:latin typeface="Arial" panose="020B0604020202020204" pitchFamily="34" charset="0"/>
              <a:cs typeface="Arial" panose="020B0604020202020204" pitchFamily="34" charset="0"/>
            </a:rPr>
            <a:t>تخطيط أبحاث السوق وشرحها</a:t>
          </a:r>
          <a:endParaRPr lang="en-US" sz="2200" b="0" kern="1200">
            <a:latin typeface="Arial" panose="020B0604020202020204" pitchFamily="34" charset="0"/>
            <a:cs typeface="Arial" panose="020B0604020202020204" pitchFamily="34" charset="0"/>
          </a:endParaRPr>
        </a:p>
      </dsp:txBody>
      <dsp:txXfrm>
        <a:off x="0" y="2518524"/>
        <a:ext cx="3853782" cy="1006615"/>
      </dsp:txXfrm>
    </dsp:sp>
    <dsp:sp modelId="{E4A96803-B9E9-824B-A3EB-1BC8E1600677}">
      <dsp:nvSpPr>
        <dsp:cNvPr id="0" name=""/>
        <dsp:cNvSpPr/>
      </dsp:nvSpPr>
      <dsp:spPr>
        <a:xfrm>
          <a:off x="0" y="3776793"/>
          <a:ext cx="5016422" cy="10066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9DA49A5-5604-3842-A57D-17849C2A32EF}">
      <dsp:nvSpPr>
        <dsp:cNvPr id="0" name=""/>
        <dsp:cNvSpPr/>
      </dsp:nvSpPr>
      <dsp:spPr>
        <a:xfrm>
          <a:off x="4117691" y="4003282"/>
          <a:ext cx="553638" cy="55363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46F3F4-A7FE-4A48-A0D1-30A517D1CAC6}">
      <dsp:nvSpPr>
        <dsp:cNvPr id="0" name=""/>
        <dsp:cNvSpPr/>
      </dsp:nvSpPr>
      <dsp:spPr>
        <a:xfrm>
          <a:off x="0" y="3776793"/>
          <a:ext cx="3853782"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t>ج3 الخطة الترويجية</a:t>
          </a:r>
        </a:p>
      </dsp:txBody>
      <dsp:txXfrm>
        <a:off x="0" y="3776793"/>
        <a:ext cx="3853782" cy="100661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04D5A-FC0B-469B-B1F9-2485591BB55B}">
      <dsp:nvSpPr>
        <dsp:cNvPr id="0" name=""/>
        <dsp:cNvSpPr/>
      </dsp:nvSpPr>
      <dsp:spPr>
        <a:xfrm>
          <a:off x="0" y="877849"/>
          <a:ext cx="5723806" cy="162064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B44916DC-6312-4529-A900-8C3966C8B4BE}">
      <dsp:nvSpPr>
        <dsp:cNvPr id="0" name=""/>
        <dsp:cNvSpPr/>
      </dsp:nvSpPr>
      <dsp:spPr>
        <a:xfrm>
          <a:off x="4564531" y="1242494"/>
          <a:ext cx="891355" cy="891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CF003B-1DE2-4AB3-89F8-C2168600DC4F}">
      <dsp:nvSpPr>
        <dsp:cNvPr id="0" name=""/>
        <dsp:cNvSpPr/>
      </dsp:nvSpPr>
      <dsp:spPr>
        <a:xfrm>
          <a:off x="36001" y="877849"/>
          <a:ext cx="3851960" cy="1620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518" tIns="171518" rIns="171518" bIns="171518" numCol="1" spcCol="1270" rtlCol="1" anchor="ctr" anchorCtr="0">
          <a:noAutofit/>
        </a:bodyPr>
        <a:lstStyle/>
        <a:p>
          <a:pPr marL="0" lvl="0" indent="0" algn="r" defTabSz="1066800" rtl="1">
            <a:lnSpc>
              <a:spcPct val="90000"/>
            </a:lnSpc>
            <a:spcBef>
              <a:spcPct val="0"/>
            </a:spcBef>
            <a:spcAft>
              <a:spcPct val="35000"/>
            </a:spcAft>
            <a:buNone/>
          </a:pPr>
          <a:r>
            <a:rPr lang="ar" sz="2400" b="1" kern="1200" dirty="0">
              <a:latin typeface="Times New Roman" panose="02020603050405020304" pitchFamily="18" charset="0"/>
              <a:cs typeface="Times New Roman" panose="02020603050405020304" pitchFamily="18" charset="0"/>
            </a:rPr>
            <a:t>أبحاث السوق الأولية</a:t>
          </a:r>
          <a:r>
            <a:rPr lang="ar" sz="2400" kern="1200" dirty="0">
              <a:latin typeface="Times New Roman" panose="02020603050405020304" pitchFamily="18" charset="0"/>
              <a:cs typeface="Times New Roman" panose="02020603050405020304" pitchFamily="18" charset="0"/>
            </a:rPr>
            <a:t>: مثل استطلاعات الرأي، والمقابلات الشخصية، ومجموعات التركيز، والعمل الميداني.</a:t>
          </a:r>
          <a:endParaRPr lang="en-US" sz="2400" kern="1200" dirty="0">
            <a:latin typeface="Times New Roman" panose="02020603050405020304" pitchFamily="18" charset="0"/>
            <a:cs typeface="Times New Roman" panose="02020603050405020304" pitchFamily="18" charset="0"/>
          </a:endParaRPr>
        </a:p>
      </dsp:txBody>
      <dsp:txXfrm>
        <a:off x="36001" y="877849"/>
        <a:ext cx="3851960" cy="1620645"/>
      </dsp:txXfrm>
    </dsp:sp>
    <dsp:sp modelId="{F131E657-D6F9-4CCD-91FA-5210F4B92B4F}">
      <dsp:nvSpPr>
        <dsp:cNvPr id="0" name=""/>
        <dsp:cNvSpPr/>
      </dsp:nvSpPr>
      <dsp:spPr>
        <a:xfrm>
          <a:off x="0" y="2903656"/>
          <a:ext cx="5723806" cy="1620645"/>
        </a:xfrm>
        <a:prstGeom prst="roundRect">
          <a:avLst>
            <a:gd name="adj" fmla="val 10000"/>
          </a:avLst>
        </a:prstGeom>
        <a:solidFill>
          <a:schemeClr val="accent5">
            <a:lumMod val="90000"/>
          </a:schemeClr>
        </a:solidFill>
        <a:ln>
          <a:noFill/>
        </a:ln>
        <a:effectLst/>
      </dsp:spPr>
      <dsp:style>
        <a:lnRef idx="0">
          <a:scrgbClr r="0" g="0" b="0"/>
        </a:lnRef>
        <a:fillRef idx="1">
          <a:scrgbClr r="0" g="0" b="0"/>
        </a:fillRef>
        <a:effectRef idx="0">
          <a:scrgbClr r="0" g="0" b="0"/>
        </a:effectRef>
        <a:fontRef idx="minor"/>
      </dsp:style>
    </dsp:sp>
    <dsp:sp modelId="{9E6690CB-BFBA-421D-8C56-5C7E6FA54DEF}">
      <dsp:nvSpPr>
        <dsp:cNvPr id="0" name=""/>
        <dsp:cNvSpPr/>
      </dsp:nvSpPr>
      <dsp:spPr>
        <a:xfrm>
          <a:off x="4564531" y="3268301"/>
          <a:ext cx="891355" cy="891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EDC52D-94B7-4320-A9A8-163326EDCD9C}">
      <dsp:nvSpPr>
        <dsp:cNvPr id="0" name=""/>
        <dsp:cNvSpPr/>
      </dsp:nvSpPr>
      <dsp:spPr>
        <a:xfrm>
          <a:off x="36001" y="2903656"/>
          <a:ext cx="3851960" cy="1620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518" tIns="171518" rIns="171518" bIns="171518" numCol="1" spcCol="1270" rtlCol="1" anchor="ctr" anchorCtr="0">
          <a:noAutofit/>
        </a:bodyPr>
        <a:lstStyle/>
        <a:p>
          <a:pPr marL="0" lvl="0" indent="0" algn="r" defTabSz="1066800" rtl="1">
            <a:lnSpc>
              <a:spcPct val="90000"/>
            </a:lnSpc>
            <a:spcBef>
              <a:spcPct val="0"/>
            </a:spcBef>
            <a:spcAft>
              <a:spcPct val="35000"/>
            </a:spcAft>
            <a:buNone/>
          </a:pPr>
          <a:r>
            <a:rPr lang="ar" sz="2400" b="1" kern="1200" dirty="0">
              <a:latin typeface="Times New Roman" panose="02020603050405020304" pitchFamily="18" charset="0"/>
              <a:cs typeface="Times New Roman" panose="02020603050405020304" pitchFamily="18" charset="0"/>
            </a:rPr>
            <a:t>أ</a:t>
          </a:r>
          <a:r>
            <a:rPr lang="ar" sz="2400" kern="1200" dirty="0">
              <a:latin typeface="Times New Roman" panose="02020603050405020304" pitchFamily="18" charset="0"/>
              <a:cs typeface="Times New Roman" panose="02020603050405020304" pitchFamily="18" charset="0"/>
            </a:rPr>
            <a:t>بحاث السوق الثانوية: مثل الصحف والمجلات، ومواقع المنافسين الإلكترونية، ومقرات المنافسين، والاتجاهات الرئيسة في السوق.</a:t>
          </a:r>
          <a:endParaRPr lang="en-US" sz="2400" kern="1200" dirty="0">
            <a:latin typeface="Times New Roman" panose="02020603050405020304" pitchFamily="18" charset="0"/>
            <a:cs typeface="Times New Roman" panose="02020603050405020304" pitchFamily="18" charset="0"/>
          </a:endParaRPr>
        </a:p>
      </dsp:txBody>
      <dsp:txXfrm>
        <a:off x="36001" y="2903656"/>
        <a:ext cx="3851960" cy="162064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04D5A-FC0B-469B-B1F9-2485591BB55B}">
      <dsp:nvSpPr>
        <dsp:cNvPr id="0" name=""/>
        <dsp:cNvSpPr/>
      </dsp:nvSpPr>
      <dsp:spPr>
        <a:xfrm>
          <a:off x="0" y="877849"/>
          <a:ext cx="5723806" cy="162064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B44916DC-6312-4529-A900-8C3966C8B4BE}">
      <dsp:nvSpPr>
        <dsp:cNvPr id="0" name=""/>
        <dsp:cNvSpPr/>
      </dsp:nvSpPr>
      <dsp:spPr>
        <a:xfrm>
          <a:off x="4518234" y="1242494"/>
          <a:ext cx="891355" cy="891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CF003B-1DE2-4AB3-89F8-C2168600DC4F}">
      <dsp:nvSpPr>
        <dsp:cNvPr id="0" name=""/>
        <dsp:cNvSpPr/>
      </dsp:nvSpPr>
      <dsp:spPr>
        <a:xfrm>
          <a:off x="0" y="877849"/>
          <a:ext cx="3851960" cy="1620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518" tIns="171518" rIns="171518" bIns="171518" numCol="1" spcCol="1270" rtlCol="1" anchor="ctr" anchorCtr="0">
          <a:noAutofit/>
        </a:bodyPr>
        <a:lstStyle/>
        <a:p>
          <a:pPr marL="0" lvl="0" indent="0" algn="r" defTabSz="1244600">
            <a:lnSpc>
              <a:spcPct val="100000"/>
            </a:lnSpc>
            <a:spcBef>
              <a:spcPct val="0"/>
            </a:spcBef>
            <a:spcAft>
              <a:spcPct val="35000"/>
            </a:spcAft>
            <a:buNone/>
          </a:pPr>
          <a:r>
            <a:rPr lang="ar" sz="2800" kern="1200" dirty="0">
              <a:latin typeface="Times New Roman" panose="02020603050405020304" pitchFamily="18" charset="0"/>
              <a:cs typeface="Times New Roman" panose="02020603050405020304" pitchFamily="18" charset="0"/>
            </a:rPr>
            <a:t>تحليل نتائج أبحاث </a:t>
          </a:r>
          <a:br>
            <a:rPr lang="en-US" sz="2800" kern="1200" dirty="0">
              <a:latin typeface="Times New Roman" panose="02020603050405020304" pitchFamily="18" charset="0"/>
              <a:cs typeface="Times New Roman" panose="02020603050405020304" pitchFamily="18" charset="0"/>
            </a:rPr>
          </a:br>
          <a:r>
            <a:rPr lang="ar" sz="2800" kern="1200" dirty="0">
              <a:latin typeface="Times New Roman" panose="02020603050405020304" pitchFamily="18" charset="0"/>
              <a:cs typeface="Times New Roman" panose="02020603050405020304" pitchFamily="18" charset="0"/>
            </a:rPr>
            <a:t>السوق وعرضها.</a:t>
          </a:r>
          <a:endParaRPr lang="en-US" sz="2800" kern="1200" dirty="0">
            <a:latin typeface="Times New Roman" panose="02020603050405020304" pitchFamily="18" charset="0"/>
            <a:cs typeface="Times New Roman" panose="02020603050405020304" pitchFamily="18" charset="0"/>
          </a:endParaRPr>
        </a:p>
      </dsp:txBody>
      <dsp:txXfrm>
        <a:off x="0" y="877849"/>
        <a:ext cx="3851960" cy="1620645"/>
      </dsp:txXfrm>
    </dsp:sp>
    <dsp:sp modelId="{F131E657-D6F9-4CCD-91FA-5210F4B92B4F}">
      <dsp:nvSpPr>
        <dsp:cNvPr id="0" name=""/>
        <dsp:cNvSpPr/>
      </dsp:nvSpPr>
      <dsp:spPr>
        <a:xfrm>
          <a:off x="0" y="2903656"/>
          <a:ext cx="5723806" cy="1620645"/>
        </a:xfrm>
        <a:prstGeom prst="roundRect">
          <a:avLst>
            <a:gd name="adj" fmla="val 10000"/>
          </a:avLst>
        </a:prstGeom>
        <a:solidFill>
          <a:schemeClr val="accent5">
            <a:lumMod val="90000"/>
          </a:schemeClr>
        </a:solidFill>
        <a:ln>
          <a:noFill/>
        </a:ln>
        <a:effectLst/>
      </dsp:spPr>
      <dsp:style>
        <a:lnRef idx="0">
          <a:scrgbClr r="0" g="0" b="0"/>
        </a:lnRef>
        <a:fillRef idx="1">
          <a:scrgbClr r="0" g="0" b="0"/>
        </a:fillRef>
        <a:effectRef idx="0">
          <a:scrgbClr r="0" g="0" b="0"/>
        </a:effectRef>
        <a:fontRef idx="minor"/>
      </dsp:style>
    </dsp:sp>
    <dsp:sp modelId="{9E6690CB-BFBA-421D-8C56-5C7E6FA54DEF}">
      <dsp:nvSpPr>
        <dsp:cNvPr id="0" name=""/>
        <dsp:cNvSpPr/>
      </dsp:nvSpPr>
      <dsp:spPr>
        <a:xfrm>
          <a:off x="4518234" y="3268301"/>
          <a:ext cx="891355" cy="891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EDC52D-94B7-4320-A9A8-163326EDCD9C}">
      <dsp:nvSpPr>
        <dsp:cNvPr id="0" name=""/>
        <dsp:cNvSpPr/>
      </dsp:nvSpPr>
      <dsp:spPr>
        <a:xfrm>
          <a:off x="0" y="2903656"/>
          <a:ext cx="3851960" cy="1620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518" tIns="171518" rIns="171518" bIns="171518" numCol="1" spcCol="1270" rtlCol="1" anchor="ctr" anchorCtr="0">
          <a:noAutofit/>
        </a:bodyPr>
        <a:lstStyle/>
        <a:p>
          <a:pPr marL="0" lvl="0" indent="0" algn="r" defTabSz="1244600">
            <a:lnSpc>
              <a:spcPct val="100000"/>
            </a:lnSpc>
            <a:spcBef>
              <a:spcPct val="0"/>
            </a:spcBef>
            <a:spcAft>
              <a:spcPct val="35000"/>
            </a:spcAft>
            <a:buNone/>
          </a:pPr>
          <a:r>
            <a:rPr lang="ar" sz="2800" kern="1200" dirty="0">
              <a:latin typeface="Times New Roman" panose="02020603050405020304" pitchFamily="18" charset="0"/>
              <a:cs typeface="Times New Roman" panose="02020603050405020304" pitchFamily="18" charset="0"/>
            </a:rPr>
            <a:t>التنبؤ بما إذا كان المنتج </a:t>
          </a:r>
          <a:br>
            <a:rPr lang="en-US" sz="2800" kern="1200" dirty="0">
              <a:latin typeface="Times New Roman" panose="02020603050405020304" pitchFamily="18" charset="0"/>
              <a:cs typeface="Times New Roman" panose="02020603050405020304" pitchFamily="18" charset="0"/>
            </a:rPr>
          </a:br>
          <a:r>
            <a:rPr lang="ar" sz="2800" kern="1200" dirty="0">
              <a:latin typeface="Times New Roman" panose="02020603050405020304" pitchFamily="18" charset="0"/>
              <a:cs typeface="Times New Roman" panose="02020603050405020304" pitchFamily="18" charset="0"/>
            </a:rPr>
            <a:t>سيلبي احتياجات العملاء.</a:t>
          </a:r>
          <a:endParaRPr lang="en-US" sz="2800" kern="1200" dirty="0">
            <a:latin typeface="Times New Roman" panose="02020603050405020304" pitchFamily="18" charset="0"/>
            <a:cs typeface="Times New Roman" panose="02020603050405020304" pitchFamily="18" charset="0"/>
          </a:endParaRPr>
        </a:p>
      </dsp:txBody>
      <dsp:txXfrm>
        <a:off x="0" y="2903656"/>
        <a:ext cx="3851960" cy="162064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B4A6B-20C1-A84F-803D-F52B36984006}">
      <dsp:nvSpPr>
        <dsp:cNvPr id="0" name=""/>
        <dsp:cNvSpPr/>
      </dsp:nvSpPr>
      <dsp:spPr>
        <a:xfrm>
          <a:off x="4522648" y="1974936"/>
          <a:ext cx="663703" cy="91440"/>
        </a:xfrm>
        <a:custGeom>
          <a:avLst/>
          <a:gdLst/>
          <a:ahLst/>
          <a:cxnLst/>
          <a:rect l="0" t="0" r="0" b="0"/>
          <a:pathLst>
            <a:path>
              <a:moveTo>
                <a:pt x="663703" y="45720"/>
              </a:moveTo>
              <a:lnTo>
                <a:pt x="0"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US" sz="500" kern="1200"/>
        </a:p>
      </dsp:txBody>
      <dsp:txXfrm>
        <a:off x="4837142" y="2017181"/>
        <a:ext cx="34715" cy="6949"/>
      </dsp:txXfrm>
    </dsp:sp>
    <dsp:sp modelId="{2CE627FA-B7C4-B64A-83C9-9BA7D7DA4C9F}">
      <dsp:nvSpPr>
        <dsp:cNvPr id="0" name=""/>
        <dsp:cNvSpPr/>
      </dsp:nvSpPr>
      <dsp:spPr>
        <a:xfrm>
          <a:off x="5184551" y="800949"/>
          <a:ext cx="3018709" cy="2439413"/>
        </a:xfrm>
        <a:prstGeom prst="rect">
          <a:avLst/>
        </a:prstGeom>
        <a:solidFill>
          <a:schemeClr val="accent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7919" tIns="155267" rIns="147919" bIns="155267" numCol="1" spcCol="1270" rtlCol="1" anchor="ctr" anchorCtr="0">
          <a:noAutofit/>
        </a:bodyPr>
        <a:lstStyle/>
        <a:p>
          <a:pPr marL="0" marR="0" lvl="0" indent="0" algn="r" defTabSz="914400" rtl="1" eaLnBrk="1" fontAlgn="auto" latinLnBrk="0" hangingPunct="1">
            <a:lnSpc>
              <a:spcPct val="130000"/>
            </a:lnSpc>
            <a:spcBef>
              <a:spcPts val="0"/>
            </a:spcBef>
            <a:spcAft>
              <a:spcPts val="0"/>
            </a:spcAft>
            <a:buClrTx/>
            <a:buSzTx/>
            <a:buFontTx/>
            <a:buNone/>
            <a:tabLst/>
            <a:defRPr/>
          </a:pPr>
          <a:r>
            <a:rPr lang="ar" sz="1600" b="1" kern="1200" dirty="0">
              <a:solidFill>
                <a:schemeClr val="tx1"/>
              </a:solidFill>
            </a:rPr>
            <a:t>المنتَج</a:t>
          </a:r>
          <a:br>
            <a:rPr lang="en-GB" sz="1600" kern="1200" dirty="0">
              <a:solidFill>
                <a:schemeClr val="tx1"/>
              </a:solidFill>
            </a:rPr>
          </a:br>
          <a:r>
            <a:rPr lang="ar" sz="1600" kern="1200" dirty="0">
              <a:solidFill>
                <a:schemeClr val="tx1"/>
              </a:solidFill>
            </a:rPr>
            <a:t>تقدّم الشركات العاملة في مجال الرياضة والترفيه التفاعلي مجموعة متنوعة من المنتجات، والتي تشمل السلع والخدمات. </a:t>
          </a:r>
        </a:p>
        <a:p>
          <a:pPr marL="0" marR="0" lvl="0" indent="0" algn="r" defTabSz="914400" rtl="1" eaLnBrk="1" fontAlgn="auto" latinLnBrk="0" hangingPunct="1">
            <a:lnSpc>
              <a:spcPct val="130000"/>
            </a:lnSpc>
            <a:spcBef>
              <a:spcPts val="0"/>
            </a:spcBef>
            <a:spcAft>
              <a:spcPts val="0"/>
            </a:spcAft>
            <a:buClrTx/>
            <a:buSzTx/>
            <a:buFontTx/>
            <a:buNone/>
            <a:tabLst/>
            <a:defRPr/>
          </a:pPr>
          <a:endParaRPr lang="en-GB" sz="1600" kern="1200" dirty="0">
            <a:solidFill>
              <a:schemeClr val="tx1"/>
            </a:solidFill>
          </a:endParaRPr>
        </a:p>
        <a:p>
          <a:pPr marL="0" marR="0" lvl="0" indent="0" algn="r" defTabSz="914400" rtl="1" eaLnBrk="1" fontAlgn="auto" latinLnBrk="0" hangingPunct="1">
            <a:lnSpc>
              <a:spcPct val="130000"/>
            </a:lnSpc>
            <a:spcBef>
              <a:spcPts val="0"/>
            </a:spcBef>
            <a:spcAft>
              <a:spcPts val="0"/>
            </a:spcAft>
            <a:buClrTx/>
            <a:buSzTx/>
            <a:buFontTx/>
            <a:buNone/>
            <a:tabLst/>
            <a:defRPr/>
          </a:pPr>
          <a:r>
            <a:rPr lang="ar" sz="1600" kern="1200" dirty="0">
              <a:solidFill>
                <a:schemeClr val="tx1"/>
              </a:solidFill>
            </a:rPr>
            <a:t>وقد تتميز هذه المنتجات بنقاط بيع فريدة. </a:t>
          </a:r>
          <a:endParaRPr lang="en-US" sz="1600" kern="1200" dirty="0">
            <a:solidFill>
              <a:schemeClr val="tx1"/>
            </a:solidFill>
          </a:endParaRPr>
        </a:p>
        <a:p>
          <a:pPr marL="0" lvl="0" algn="r" defTabSz="533400" rtl="1">
            <a:lnSpc>
              <a:spcPct val="130000"/>
            </a:lnSpc>
            <a:spcBef>
              <a:spcPct val="0"/>
            </a:spcBef>
            <a:spcAft>
              <a:spcPct val="35000"/>
            </a:spcAft>
            <a:buNone/>
          </a:pPr>
          <a:endParaRPr lang="en-US" sz="1300" kern="1200" dirty="0"/>
        </a:p>
      </dsp:txBody>
      <dsp:txXfrm>
        <a:off x="5184551" y="800949"/>
        <a:ext cx="3018709" cy="2439413"/>
      </dsp:txXfrm>
    </dsp:sp>
    <dsp:sp modelId="{0F310ABA-055E-F145-8778-BC0FB1467B31}">
      <dsp:nvSpPr>
        <dsp:cNvPr id="0" name=""/>
        <dsp:cNvSpPr/>
      </dsp:nvSpPr>
      <dsp:spPr>
        <a:xfrm>
          <a:off x="4113" y="367350"/>
          <a:ext cx="4486134" cy="3306610"/>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7919" tIns="155267" rIns="147919" bIns="155267" numCol="1" spcCol="1270" rtlCol="1" anchor="ctr" anchorCtr="0">
          <a:noAutofit/>
        </a:bodyPr>
        <a:lstStyle/>
        <a:p>
          <a:pPr marL="0" lvl="0" indent="0" algn="r" defTabSz="711200" rtl="1">
            <a:lnSpc>
              <a:spcPct val="130000"/>
            </a:lnSpc>
            <a:spcBef>
              <a:spcPct val="0"/>
            </a:spcBef>
            <a:spcAft>
              <a:spcPct val="35000"/>
            </a:spcAft>
            <a:buNone/>
          </a:pPr>
          <a:r>
            <a:rPr lang="ar" sz="1600" b="1" kern="1200" dirty="0">
              <a:solidFill>
                <a:schemeClr val="tx1"/>
              </a:solidFill>
              <a:latin typeface="+mn-lt"/>
              <a:cs typeface="Arial" panose="020B0604020202020204" pitchFamily="34" charset="0"/>
            </a:rPr>
            <a:t>تمثل </a:t>
          </a:r>
          <a:r>
            <a:rPr lang="ar" sz="1600" kern="1200" dirty="0">
              <a:solidFill>
                <a:schemeClr val="tx1"/>
              </a:solidFill>
              <a:latin typeface="+mn-lt"/>
              <a:cs typeface="Arial" panose="020B0604020202020204" pitchFamily="34" charset="0"/>
            </a:rPr>
            <a:t>الخصائص</a:t>
          </a:r>
          <a:r>
            <a:rPr lang="ar" sz="1600" kern="1200" dirty="0">
              <a:solidFill>
                <a:srgbClr val="000000"/>
              </a:solidFill>
              <a:latin typeface="+mn-lt"/>
              <a:ea typeface="+mn-ea"/>
              <a:cs typeface="Arial" panose="020B0604020202020204" pitchFamily="34" charset="0"/>
            </a:rPr>
            <a:t> معلومات واقعية تُستخدم لوصف المنتج أو الخدمة، مثل أن يضم نادٍ صحي خاص (سبا) منتجعًا صحيًّا وحمام سباحة مدفأ. </a:t>
          </a:r>
        </a:p>
        <a:p>
          <a:pPr marL="0" lvl="0" indent="0" algn="r" defTabSz="711200" rtl="1">
            <a:lnSpc>
              <a:spcPct val="130000"/>
            </a:lnSpc>
            <a:spcBef>
              <a:spcPct val="0"/>
            </a:spcBef>
            <a:spcAft>
              <a:spcPct val="35000"/>
            </a:spcAft>
            <a:buNone/>
          </a:pPr>
          <a:r>
            <a:rPr lang="ar" sz="1600" b="1" kern="1200" dirty="0">
              <a:solidFill>
                <a:schemeClr val="tx1"/>
              </a:solidFill>
              <a:latin typeface="+mn-lt"/>
              <a:cs typeface="Arial" panose="020B0604020202020204" pitchFamily="34" charset="0"/>
            </a:rPr>
            <a:t>تمثل </a:t>
          </a:r>
          <a:r>
            <a:rPr lang="ar" sz="1600" kern="1200" dirty="0">
              <a:solidFill>
                <a:schemeClr val="tx1"/>
              </a:solidFill>
              <a:latin typeface="+mn-lt"/>
              <a:cs typeface="Arial" panose="020B0604020202020204" pitchFamily="34" charset="0"/>
            </a:rPr>
            <a:t>المزايا</a:t>
          </a:r>
          <a:r>
            <a:rPr lang="ar" sz="1600" kern="1200" dirty="0">
              <a:solidFill>
                <a:schemeClr val="tx1"/>
              </a:solidFill>
              <a:latin typeface="+mn-lt"/>
            </a:rPr>
            <a:t> التأثيرات الإيجابية التي تعزز تجربة العميل، </a:t>
          </a:r>
          <a:br>
            <a:rPr lang="en-US" sz="1600" kern="1200" dirty="0">
              <a:solidFill>
                <a:schemeClr val="tx1"/>
              </a:solidFill>
              <a:latin typeface="+mn-lt"/>
            </a:rPr>
          </a:br>
          <a:r>
            <a:rPr lang="ar-EG" sz="1600" kern="1200" dirty="0">
              <a:solidFill>
                <a:schemeClr val="tx1"/>
              </a:solidFill>
              <a:latin typeface="+mn-lt"/>
            </a:rPr>
            <a:t>كأن</a:t>
          </a:r>
          <a:r>
            <a:rPr lang="ar" sz="1600" kern="1200" dirty="0">
              <a:solidFill>
                <a:schemeClr val="tx1"/>
              </a:solidFill>
              <a:latin typeface="+mn-lt"/>
            </a:rPr>
            <a:t> يكون النادي الصحي وحوض السباحة مريحين للاستخدام في جميع فصول السنة.</a:t>
          </a:r>
        </a:p>
        <a:p>
          <a:pPr marL="0" lvl="0" indent="0" algn="r" defTabSz="711200" rtl="1">
            <a:lnSpc>
              <a:spcPct val="130000"/>
            </a:lnSpc>
            <a:spcBef>
              <a:spcPct val="0"/>
            </a:spcBef>
            <a:spcAft>
              <a:spcPct val="35000"/>
            </a:spcAft>
            <a:buNone/>
          </a:pPr>
          <a:r>
            <a:rPr lang="ar" sz="1600" b="1" i="0" kern="1200" dirty="0">
              <a:solidFill>
                <a:schemeClr val="tx1"/>
              </a:solidFill>
              <a:latin typeface="+mn-lt"/>
              <a:cs typeface="Arial" panose="020B0604020202020204" pitchFamily="34" charset="0"/>
            </a:rPr>
            <a:t>تمثل </a:t>
          </a:r>
          <a:r>
            <a:rPr lang="ar" sz="1600" b="0" i="0" kern="1200" dirty="0">
              <a:solidFill>
                <a:schemeClr val="tx1"/>
              </a:solidFill>
              <a:latin typeface="+mn-lt"/>
              <a:cs typeface="Arial" panose="020B0604020202020204" pitchFamily="34" charset="0"/>
            </a:rPr>
            <a:t>نقاط البيع الفريدة</a:t>
          </a:r>
          <a:r>
            <a:rPr lang="ar" sz="1600" kern="1200" dirty="0">
              <a:solidFill>
                <a:schemeClr val="tx1"/>
              </a:solidFill>
              <a:latin typeface="+mn-lt"/>
            </a:rPr>
            <a:t> الميزات أو الوظائف أو التصاميم الفريدة التي تجعل المنتج أو الخدمة مميزًا وأكثر جاذبية من غيره، </a:t>
          </a:r>
          <a:br>
            <a:rPr lang="en-US" sz="1600" kern="1200" dirty="0">
              <a:solidFill>
                <a:schemeClr val="tx1"/>
              </a:solidFill>
              <a:latin typeface="+mn-lt"/>
            </a:rPr>
          </a:br>
          <a:r>
            <a:rPr lang="ar" sz="1600" kern="1200" dirty="0">
              <a:solidFill>
                <a:schemeClr val="tx1"/>
              </a:solidFill>
              <a:latin typeface="+mn-lt"/>
            </a:rPr>
            <a:t>كأن يكون المنتجع وحوض السباحة متاحين طوال العام.</a:t>
          </a:r>
          <a:endParaRPr lang="en-US" sz="1600" kern="1200" dirty="0">
            <a:solidFill>
              <a:schemeClr val="tx1"/>
            </a:solidFill>
            <a:latin typeface="+mn-lt"/>
          </a:endParaRPr>
        </a:p>
      </dsp:txBody>
      <dsp:txXfrm>
        <a:off x="4113" y="367350"/>
        <a:ext cx="4486134" cy="330661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873AC-EC9E-3044-B700-EAAA876D7FD5}">
      <dsp:nvSpPr>
        <dsp:cNvPr id="0" name=""/>
        <dsp:cNvSpPr/>
      </dsp:nvSpPr>
      <dsp:spPr>
        <a:xfrm>
          <a:off x="2938352" y="2143020"/>
          <a:ext cx="1754605" cy="175460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1066800" rtl="1">
            <a:lnSpc>
              <a:spcPct val="90000"/>
            </a:lnSpc>
            <a:spcBef>
              <a:spcPct val="0"/>
            </a:spcBef>
            <a:spcAft>
              <a:spcPct val="35000"/>
            </a:spcAft>
            <a:buNone/>
          </a:pPr>
          <a:r>
            <a:rPr lang="ar" sz="2400" b="1" kern="1200" dirty="0">
              <a:solidFill>
                <a:srgbClr val="7030A0"/>
              </a:solidFill>
              <a:latin typeface="Times New Roman" panose="02020603050405020304" pitchFamily="18" charset="0"/>
              <a:cs typeface="Times New Roman" panose="02020603050405020304" pitchFamily="18" charset="0"/>
            </a:rPr>
            <a:t>إستراتيجيات التسعير</a:t>
          </a:r>
        </a:p>
      </dsp:txBody>
      <dsp:txXfrm>
        <a:off x="3195308" y="2399976"/>
        <a:ext cx="1240693" cy="1240693"/>
      </dsp:txXfrm>
    </dsp:sp>
    <dsp:sp modelId="{1B2C454D-E40A-2344-9F71-56125A47EBF3}">
      <dsp:nvSpPr>
        <dsp:cNvPr id="0" name=""/>
        <dsp:cNvSpPr/>
      </dsp:nvSpPr>
      <dsp:spPr>
        <a:xfrm>
          <a:off x="4790958" y="2770291"/>
          <a:ext cx="1683816" cy="50006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CD8B18-90D1-8146-9137-53BD1BFB1450}">
      <dsp:nvSpPr>
        <dsp:cNvPr id="0" name=""/>
        <dsp:cNvSpPr/>
      </dsp:nvSpPr>
      <dsp:spPr>
        <a:xfrm>
          <a:off x="5860662" y="2529033"/>
          <a:ext cx="1228223" cy="9825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577850" rtl="1">
            <a:lnSpc>
              <a:spcPct val="90000"/>
            </a:lnSpc>
            <a:spcBef>
              <a:spcPct val="0"/>
            </a:spcBef>
            <a:spcAft>
              <a:spcPct val="35000"/>
            </a:spcAft>
            <a:buNone/>
          </a:pPr>
          <a:r>
            <a:rPr lang="ar" sz="1300" b="1" kern="1200" dirty="0">
              <a:solidFill>
                <a:srgbClr val="7030A0"/>
              </a:solidFill>
              <a:latin typeface="Times New Roman" panose="02020603050405020304" pitchFamily="18" charset="0"/>
              <a:cs typeface="Times New Roman" panose="02020603050405020304" pitchFamily="18" charset="0"/>
            </a:rPr>
            <a:t>كشط الأسعار (تحديد سعر عالٍ للمنتج ثم تخفيضه تدريجيًّا)</a:t>
          </a:r>
        </a:p>
      </dsp:txBody>
      <dsp:txXfrm>
        <a:off x="5889441" y="2557812"/>
        <a:ext cx="1170665" cy="925020"/>
      </dsp:txXfrm>
    </dsp:sp>
    <dsp:sp modelId="{C2D80D29-EEDA-A840-A938-1A92883EE3A3}">
      <dsp:nvSpPr>
        <dsp:cNvPr id="0" name=""/>
        <dsp:cNvSpPr/>
      </dsp:nvSpPr>
      <dsp:spPr>
        <a:xfrm rot="19440000">
          <a:off x="4443901" y="1702162"/>
          <a:ext cx="1683816" cy="50006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1B8E8A-BDEF-6942-91EF-2519ECF2D4B2}">
      <dsp:nvSpPr>
        <dsp:cNvPr id="0" name=""/>
        <dsp:cNvSpPr/>
      </dsp:nvSpPr>
      <dsp:spPr>
        <a:xfrm>
          <a:off x="5352816" y="966042"/>
          <a:ext cx="1228223" cy="9825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577850" rtl="1">
            <a:lnSpc>
              <a:spcPct val="90000"/>
            </a:lnSpc>
            <a:spcBef>
              <a:spcPct val="0"/>
            </a:spcBef>
            <a:spcAft>
              <a:spcPct val="35000"/>
            </a:spcAft>
            <a:buNone/>
          </a:pPr>
          <a:r>
            <a:rPr lang="ar" sz="1300" b="1" kern="1200" dirty="0">
              <a:solidFill>
                <a:srgbClr val="7030A0"/>
              </a:solidFill>
              <a:latin typeface="Times New Roman" panose="02020603050405020304" pitchFamily="18" charset="0"/>
              <a:ea typeface="+mn-ea"/>
              <a:cs typeface="Times New Roman" panose="02020603050405020304" pitchFamily="18" charset="0"/>
            </a:rPr>
            <a:t>علاوة إصدار</a:t>
          </a:r>
        </a:p>
      </dsp:txBody>
      <dsp:txXfrm>
        <a:off x="5381595" y="994821"/>
        <a:ext cx="1170665" cy="925020"/>
      </dsp:txXfrm>
    </dsp:sp>
    <dsp:sp modelId="{90D24250-2564-6F4C-B019-540CAEB8D2D7}">
      <dsp:nvSpPr>
        <dsp:cNvPr id="0" name=""/>
        <dsp:cNvSpPr/>
      </dsp:nvSpPr>
      <dsp:spPr>
        <a:xfrm rot="17280000">
          <a:off x="3535296" y="1042021"/>
          <a:ext cx="1683816" cy="50006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00DD07-9EC0-B44C-AC30-AAD4C1142756}">
      <dsp:nvSpPr>
        <dsp:cNvPr id="0" name=""/>
        <dsp:cNvSpPr/>
      </dsp:nvSpPr>
      <dsp:spPr>
        <a:xfrm>
          <a:off x="4023256" y="61"/>
          <a:ext cx="1228223" cy="9825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577850" rtl="1">
            <a:lnSpc>
              <a:spcPct val="90000"/>
            </a:lnSpc>
            <a:spcBef>
              <a:spcPct val="0"/>
            </a:spcBef>
            <a:spcAft>
              <a:spcPct val="35000"/>
            </a:spcAft>
            <a:buNone/>
          </a:pPr>
          <a:r>
            <a:rPr lang="ar" sz="1300" b="1" kern="1200" dirty="0">
              <a:solidFill>
                <a:srgbClr val="7030A0"/>
              </a:solidFill>
              <a:latin typeface="Times New Roman" panose="02020603050405020304" pitchFamily="18" charset="0"/>
              <a:cs typeface="Times New Roman" panose="02020603050405020304" pitchFamily="18" charset="0"/>
            </a:rPr>
            <a:t>التسعير بحسب التكلفة الإضافية التسعير بموجب هامش الربح المُضاف</a:t>
          </a:r>
        </a:p>
      </dsp:txBody>
      <dsp:txXfrm>
        <a:off x="4052035" y="28840"/>
        <a:ext cx="1170665" cy="925020"/>
      </dsp:txXfrm>
    </dsp:sp>
    <dsp:sp modelId="{014D0B21-82DB-944B-9161-BD6B3B613C44}">
      <dsp:nvSpPr>
        <dsp:cNvPr id="0" name=""/>
        <dsp:cNvSpPr/>
      </dsp:nvSpPr>
      <dsp:spPr>
        <a:xfrm rot="15120000">
          <a:off x="2412198" y="1042021"/>
          <a:ext cx="1683816" cy="50006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9DB6B7-AF59-7947-8B9D-995A966225BF}">
      <dsp:nvSpPr>
        <dsp:cNvPr id="0" name=""/>
        <dsp:cNvSpPr/>
      </dsp:nvSpPr>
      <dsp:spPr>
        <a:xfrm>
          <a:off x="2379830" y="61"/>
          <a:ext cx="1228223" cy="9825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577850" rtl="1">
            <a:lnSpc>
              <a:spcPct val="90000"/>
            </a:lnSpc>
            <a:spcBef>
              <a:spcPct val="0"/>
            </a:spcBef>
            <a:spcAft>
              <a:spcPct val="35000"/>
            </a:spcAft>
            <a:buNone/>
          </a:pPr>
          <a:r>
            <a:rPr lang="ar" sz="1300" b="1" kern="1200" dirty="0">
              <a:solidFill>
                <a:srgbClr val="7030A0"/>
              </a:solidFill>
              <a:latin typeface="Times New Roman" panose="02020603050405020304" pitchFamily="18" charset="0"/>
              <a:cs typeface="Times New Roman" panose="02020603050405020304" pitchFamily="18" charset="0"/>
            </a:rPr>
            <a:t>التسعير بناءً على المنافسة (التسعير التنافسي)</a:t>
          </a:r>
        </a:p>
      </dsp:txBody>
      <dsp:txXfrm>
        <a:off x="2408609" y="28840"/>
        <a:ext cx="1170665" cy="925020"/>
      </dsp:txXfrm>
    </dsp:sp>
    <dsp:sp modelId="{5E13C062-34B8-6B4A-9699-FC695D73306B}">
      <dsp:nvSpPr>
        <dsp:cNvPr id="0" name=""/>
        <dsp:cNvSpPr/>
      </dsp:nvSpPr>
      <dsp:spPr>
        <a:xfrm rot="12960000">
          <a:off x="1503592" y="1702162"/>
          <a:ext cx="1683816" cy="50006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0B44F29-C93F-FC4D-8BF7-D8F25E3D75A5}">
      <dsp:nvSpPr>
        <dsp:cNvPr id="0" name=""/>
        <dsp:cNvSpPr/>
      </dsp:nvSpPr>
      <dsp:spPr>
        <a:xfrm>
          <a:off x="1050271" y="966042"/>
          <a:ext cx="1228223" cy="9825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577850" rtl="1">
            <a:lnSpc>
              <a:spcPct val="90000"/>
            </a:lnSpc>
            <a:spcBef>
              <a:spcPct val="0"/>
            </a:spcBef>
            <a:spcAft>
              <a:spcPct val="35000"/>
            </a:spcAft>
            <a:buNone/>
          </a:pPr>
          <a:r>
            <a:rPr lang="ar" sz="1300" b="1" kern="1200" dirty="0">
              <a:solidFill>
                <a:srgbClr val="7030A0"/>
              </a:solidFill>
              <a:latin typeface="Times New Roman" panose="02020603050405020304" pitchFamily="18" charset="0"/>
              <a:cs typeface="Times New Roman" panose="02020603050405020304" pitchFamily="18" charset="0"/>
            </a:rPr>
            <a:t>العوامل النفسية</a:t>
          </a:r>
        </a:p>
      </dsp:txBody>
      <dsp:txXfrm>
        <a:off x="1079050" y="994821"/>
        <a:ext cx="1170665" cy="925020"/>
      </dsp:txXfrm>
    </dsp:sp>
    <dsp:sp modelId="{0EEBFF35-60F8-5A49-8939-CEE2152ABD56}">
      <dsp:nvSpPr>
        <dsp:cNvPr id="0" name=""/>
        <dsp:cNvSpPr/>
      </dsp:nvSpPr>
      <dsp:spPr>
        <a:xfrm rot="10800000">
          <a:off x="1156536" y="2770291"/>
          <a:ext cx="1683816" cy="500062"/>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511D67-7686-894F-A3ED-6C2E88BEA631}">
      <dsp:nvSpPr>
        <dsp:cNvPr id="0" name=""/>
        <dsp:cNvSpPr/>
      </dsp:nvSpPr>
      <dsp:spPr>
        <a:xfrm>
          <a:off x="542424" y="2529033"/>
          <a:ext cx="1228223" cy="98257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rtlCol="1" anchor="ctr" anchorCtr="0">
          <a:noAutofit/>
        </a:bodyPr>
        <a:lstStyle/>
        <a:p>
          <a:pPr marL="0" lvl="0" indent="0" algn="ctr" defTabSz="577850" rtl="1">
            <a:lnSpc>
              <a:spcPct val="90000"/>
            </a:lnSpc>
            <a:spcBef>
              <a:spcPct val="0"/>
            </a:spcBef>
            <a:spcAft>
              <a:spcPct val="35000"/>
            </a:spcAft>
            <a:buNone/>
          </a:pPr>
          <a:r>
            <a:rPr lang="ar" sz="1300" b="1" kern="1200" dirty="0">
              <a:solidFill>
                <a:srgbClr val="7030A0"/>
              </a:solidFill>
              <a:latin typeface="Times New Roman" panose="02020603050405020304" pitchFamily="18" charset="0"/>
              <a:cs typeface="Times New Roman" panose="02020603050405020304" pitchFamily="18" charset="0"/>
            </a:rPr>
            <a:t>تسعير دخول السوق</a:t>
          </a:r>
          <a:r>
            <a:rPr lang="ar" sz="1300" b="1" kern="1200" dirty="0">
              <a:latin typeface="Times New Roman" panose="02020603050405020304" pitchFamily="18" charset="0"/>
              <a:cs typeface="Times New Roman" panose="02020603050405020304" pitchFamily="18" charset="0"/>
            </a:rPr>
            <a:t> </a:t>
          </a:r>
        </a:p>
      </dsp:txBody>
      <dsp:txXfrm>
        <a:off x="571203" y="2557812"/>
        <a:ext cx="1170665" cy="92502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B4A6B-20C1-A84F-803D-F52B36984006}">
      <dsp:nvSpPr>
        <dsp:cNvPr id="0" name=""/>
        <dsp:cNvSpPr/>
      </dsp:nvSpPr>
      <dsp:spPr>
        <a:xfrm>
          <a:off x="3713428" y="1966071"/>
          <a:ext cx="797885" cy="91440"/>
        </a:xfrm>
        <a:custGeom>
          <a:avLst/>
          <a:gdLst/>
          <a:ahLst/>
          <a:cxnLst/>
          <a:rect l="0" t="0" r="0" b="0"/>
          <a:pathLst>
            <a:path>
              <a:moveTo>
                <a:pt x="797885" y="45720"/>
              </a:moveTo>
              <a:lnTo>
                <a:pt x="381842" y="45720"/>
              </a:lnTo>
              <a:lnTo>
                <a:pt x="381842" y="54584"/>
              </a:lnTo>
              <a:lnTo>
                <a:pt x="0" y="54584"/>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US" sz="500" kern="1200"/>
        </a:p>
      </dsp:txBody>
      <dsp:txXfrm>
        <a:off x="4091657" y="2007560"/>
        <a:ext cx="41426" cy="8461"/>
      </dsp:txXfrm>
    </dsp:sp>
    <dsp:sp modelId="{2CE627FA-B7C4-B64A-83C9-9BA7D7DA4C9F}">
      <dsp:nvSpPr>
        <dsp:cNvPr id="0" name=""/>
        <dsp:cNvSpPr/>
      </dsp:nvSpPr>
      <dsp:spPr>
        <a:xfrm>
          <a:off x="4509514" y="207160"/>
          <a:ext cx="3675299" cy="3609261"/>
        </a:xfrm>
        <a:prstGeom prst="rect">
          <a:avLst/>
        </a:prstGeom>
        <a:solidFill>
          <a:schemeClr val="accent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80093" tIns="189039" rIns="180093" bIns="189039" numCol="1" spcCol="1270" rtlCol="1" anchor="ctr" anchorCtr="0">
          <a:noAutofit/>
        </a:bodyPr>
        <a:lstStyle/>
        <a:p>
          <a:pPr marL="0" marR="0" lvl="0" indent="0" algn="r" defTabSz="914400" rtl="1" eaLnBrk="1" fontAlgn="auto" latinLnBrk="0" hangingPunct="1">
            <a:lnSpc>
              <a:spcPct val="130000"/>
            </a:lnSpc>
            <a:spcBef>
              <a:spcPts val="0"/>
            </a:spcBef>
            <a:spcAft>
              <a:spcPts val="0"/>
            </a:spcAft>
            <a:buClrTx/>
            <a:buSzTx/>
            <a:buFontTx/>
            <a:buNone/>
            <a:tabLst/>
            <a:defRPr/>
          </a:pPr>
          <a:r>
            <a:rPr lang="ar" sz="1600" b="1" kern="1200" dirty="0">
              <a:solidFill>
                <a:schemeClr val="tx1"/>
              </a:solidFill>
              <a:latin typeface="Times New Roman" panose="02020603050405020304" pitchFamily="18" charset="0"/>
              <a:cs typeface="Times New Roman" panose="02020603050405020304" pitchFamily="18" charset="0"/>
            </a:rPr>
            <a:t>المكان</a:t>
          </a:r>
          <a:br>
            <a:rPr lang="en-GB" sz="1600" kern="1200" dirty="0">
              <a:solidFill>
                <a:schemeClr val="tx1"/>
              </a:solidFill>
              <a:latin typeface="Times New Roman" panose="02020603050405020304" pitchFamily="18" charset="0"/>
              <a:cs typeface="Times New Roman" panose="02020603050405020304" pitchFamily="18" charset="0"/>
            </a:rPr>
          </a:br>
          <a:r>
            <a:rPr lang="ar" sz="1600" kern="1200" dirty="0">
              <a:solidFill>
                <a:schemeClr val="tx1"/>
              </a:solidFill>
              <a:latin typeface="Times New Roman" panose="02020603050405020304" pitchFamily="18" charset="0"/>
              <a:cs typeface="Times New Roman" panose="02020603050405020304" pitchFamily="18" charset="0"/>
            </a:rPr>
            <a:t>ينبغي لمؤسسات الرياضة والترفيه التفاعلي</a:t>
          </a:r>
          <a:r>
            <a:rPr lang="ar" sz="1600" b="0" i="0" u="none" kern="1200" dirty="0">
              <a:solidFill>
                <a:schemeClr val="tx1"/>
              </a:solidFill>
              <a:latin typeface="Times New Roman" panose="02020603050405020304" pitchFamily="18" charset="0"/>
              <a:cs typeface="Times New Roman" panose="02020603050405020304" pitchFamily="18" charset="0"/>
            </a:rPr>
            <a:t> اختيار "مكان" يمكن فيه عرض السلع والخدمات على العملاء. </a:t>
          </a:r>
        </a:p>
        <a:p>
          <a:pPr marL="0" marR="0" lvl="0" indent="0" algn="r" defTabSz="914400" rtl="1" eaLnBrk="1" fontAlgn="auto" latinLnBrk="0" hangingPunct="1">
            <a:lnSpc>
              <a:spcPct val="130000"/>
            </a:lnSpc>
            <a:spcBef>
              <a:spcPts val="0"/>
            </a:spcBef>
            <a:spcAft>
              <a:spcPts val="0"/>
            </a:spcAft>
            <a:buClrTx/>
            <a:buSzTx/>
            <a:buFontTx/>
            <a:buNone/>
            <a:tabLst/>
            <a:defRPr/>
          </a:pPr>
          <a:r>
            <a:rPr lang="ar" sz="1600" b="0" i="0" u="none" kern="1200" dirty="0">
              <a:solidFill>
                <a:schemeClr val="tx1"/>
              </a:solidFill>
              <a:latin typeface="Times New Roman" panose="02020603050405020304" pitchFamily="18" charset="0"/>
              <a:cs typeface="Times New Roman" panose="02020603050405020304" pitchFamily="18" charset="0"/>
            </a:rPr>
            <a:t> </a:t>
          </a:r>
        </a:p>
        <a:p>
          <a:pPr marL="0" lvl="0" indent="0" algn="r" defTabSz="914400" rtl="1">
            <a:lnSpc>
              <a:spcPct val="130000"/>
            </a:lnSpc>
            <a:spcBef>
              <a:spcPts val="0"/>
            </a:spcBef>
            <a:spcAft>
              <a:spcPts val="0"/>
            </a:spcAft>
            <a:buNone/>
          </a:pPr>
          <a:r>
            <a:rPr lang="ar" sz="1600" b="0" i="0" u="none" kern="1200" dirty="0">
              <a:solidFill>
                <a:schemeClr val="tx1"/>
              </a:solidFill>
              <a:latin typeface="Times New Roman" panose="02020603050405020304" pitchFamily="18" charset="0"/>
              <a:cs typeface="Times New Roman" panose="02020603050405020304" pitchFamily="18" charset="0"/>
            </a:rPr>
            <a:t>وبعد ذلك يصبح "المكان" المُختار هو قناة توزيع المنتج أو الخدمة.</a:t>
          </a:r>
        </a:p>
        <a:p>
          <a:pPr marL="0" lvl="0" indent="0" algn="r" defTabSz="914400" rtl="1">
            <a:lnSpc>
              <a:spcPct val="130000"/>
            </a:lnSpc>
            <a:spcBef>
              <a:spcPts val="0"/>
            </a:spcBef>
            <a:spcAft>
              <a:spcPts val="0"/>
            </a:spcAft>
            <a:buNone/>
          </a:pPr>
          <a:endParaRPr lang="en-GB" sz="1600" b="0" i="0" u="none" kern="1200" dirty="0">
            <a:solidFill>
              <a:schemeClr val="tx1"/>
            </a:solidFill>
            <a:latin typeface="Times New Roman" panose="02020603050405020304" pitchFamily="18" charset="0"/>
            <a:cs typeface="Times New Roman" panose="02020603050405020304" pitchFamily="18" charset="0"/>
          </a:endParaRPr>
        </a:p>
        <a:p>
          <a:pPr marL="0" lvl="0" indent="0" algn="r" defTabSz="914400" rtl="1">
            <a:lnSpc>
              <a:spcPct val="130000"/>
            </a:lnSpc>
            <a:spcBef>
              <a:spcPts val="0"/>
            </a:spcBef>
            <a:spcAft>
              <a:spcPts val="0"/>
            </a:spcAft>
            <a:buNone/>
          </a:pPr>
          <a:r>
            <a:rPr lang="ar" sz="1600" b="0" i="0" u="none" kern="1200" dirty="0">
              <a:solidFill>
                <a:schemeClr val="tx1"/>
              </a:solidFill>
              <a:latin typeface="Times New Roman" panose="02020603050405020304" pitchFamily="18" charset="0"/>
              <a:cs typeface="Times New Roman" panose="02020603050405020304" pitchFamily="18" charset="0"/>
            </a:rPr>
            <a:t>وتستخدم العديد من الشركات مزيجًا يجمع بين المقرات الفعلية والافتراضية على الإنترنت</a:t>
          </a:r>
          <a:r>
            <a:rPr lang="ar-EG" sz="1600" b="0" i="0" u="none" kern="1200" dirty="0">
              <a:solidFill>
                <a:schemeClr val="tx1"/>
              </a:solidFill>
              <a:latin typeface="Times New Roman" panose="02020603050405020304" pitchFamily="18" charset="0"/>
              <a:cs typeface="Times New Roman" panose="02020603050405020304" pitchFamily="18" charset="0"/>
            </a:rPr>
            <a:t>.</a:t>
          </a:r>
          <a:endParaRPr lang="en-US" sz="1300" b="0" kern="1200" dirty="0">
            <a:solidFill>
              <a:schemeClr val="tx1"/>
            </a:solidFill>
            <a:latin typeface="Times New Roman" panose="02020603050405020304" pitchFamily="18" charset="0"/>
            <a:cs typeface="Times New Roman" panose="02020603050405020304" pitchFamily="18" charset="0"/>
          </a:endParaRPr>
        </a:p>
      </dsp:txBody>
      <dsp:txXfrm>
        <a:off x="4509514" y="207160"/>
        <a:ext cx="3675299" cy="3609261"/>
      </dsp:txXfrm>
    </dsp:sp>
    <dsp:sp modelId="{0F310ABA-055E-F145-8778-BC0FB1467B31}">
      <dsp:nvSpPr>
        <dsp:cNvPr id="0" name=""/>
        <dsp:cNvSpPr/>
      </dsp:nvSpPr>
      <dsp:spPr>
        <a:xfrm>
          <a:off x="5729" y="864094"/>
          <a:ext cx="3675299" cy="2313122"/>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80093" tIns="189039" rIns="180093" bIns="189039" numCol="1" spcCol="1270" rtlCol="1" anchor="ctr" anchorCtr="0">
          <a:noAutofit/>
        </a:bodyPr>
        <a:lstStyle/>
        <a:p>
          <a:pPr marL="0" lvl="0" indent="0" algn="r" defTabSz="711200" rtl="1">
            <a:lnSpc>
              <a:spcPct val="130000"/>
            </a:lnSpc>
            <a:spcBef>
              <a:spcPct val="0"/>
            </a:spcBef>
            <a:spcAft>
              <a:spcPct val="35000"/>
            </a:spcAft>
            <a:buNone/>
          </a:pPr>
          <a:r>
            <a:rPr lang="ar" sz="1600" b="1" kern="1200" dirty="0">
              <a:solidFill>
                <a:schemeClr val="tx1"/>
              </a:solidFill>
              <a:latin typeface="Times New Roman" panose="02020603050405020304" pitchFamily="18" charset="0"/>
              <a:cs typeface="Times New Roman" panose="02020603050405020304" pitchFamily="18" charset="0"/>
            </a:rPr>
            <a:t>المقرات الفعلية</a:t>
          </a:r>
          <a:r>
            <a:rPr lang="ar" sz="1600" kern="1200" dirty="0">
              <a:solidFill>
                <a:schemeClr val="tx1"/>
              </a:solidFill>
              <a:latin typeface="Times New Roman" panose="02020603050405020304" pitchFamily="18" charset="0"/>
              <a:cs typeface="Times New Roman" panose="02020603050405020304" pitchFamily="18" charset="0"/>
            </a:rPr>
            <a:t> مثل النوادي الرياضية ومتاجر البيع بالتجزئة في الشوارع الرئيسة</a:t>
          </a:r>
          <a:r>
            <a:rPr lang="ar-EG" sz="1600" kern="1200" dirty="0">
              <a:solidFill>
                <a:schemeClr val="tx1"/>
              </a:solidFill>
              <a:latin typeface="Times New Roman" panose="02020603050405020304" pitchFamily="18" charset="0"/>
              <a:cs typeface="Times New Roman" panose="02020603050405020304" pitchFamily="18" charset="0"/>
            </a:rPr>
            <a:t>.</a:t>
          </a:r>
          <a:endParaRPr lang="ar" sz="1600" kern="1200" dirty="0">
            <a:solidFill>
              <a:schemeClr val="tx1"/>
            </a:solidFill>
            <a:latin typeface="Times New Roman" panose="02020603050405020304" pitchFamily="18" charset="0"/>
            <a:cs typeface="Times New Roman" panose="02020603050405020304" pitchFamily="18" charset="0"/>
          </a:endParaRPr>
        </a:p>
        <a:p>
          <a:pPr marL="0" lvl="0" indent="0" algn="r" defTabSz="711200" rtl="1">
            <a:lnSpc>
              <a:spcPct val="130000"/>
            </a:lnSpc>
            <a:spcBef>
              <a:spcPct val="0"/>
            </a:spcBef>
            <a:spcAft>
              <a:spcPct val="35000"/>
            </a:spcAft>
            <a:buNone/>
          </a:pPr>
          <a:r>
            <a:rPr lang="ar" sz="1600" b="1" i="0" u="none" kern="1200" dirty="0">
              <a:solidFill>
                <a:schemeClr val="tx1"/>
              </a:solidFill>
              <a:latin typeface="Times New Roman" panose="02020603050405020304" pitchFamily="18" charset="0"/>
              <a:cs typeface="Times New Roman" panose="02020603050405020304" pitchFamily="18" charset="0"/>
            </a:rPr>
            <a:t>المواقع الإلكترونية</a:t>
          </a:r>
          <a:r>
            <a:rPr lang="ar" sz="1600" b="0" i="0" u="none" kern="1200" dirty="0">
              <a:solidFill>
                <a:schemeClr val="tx1"/>
              </a:solidFill>
              <a:latin typeface="Times New Roman" panose="02020603050405020304" pitchFamily="18" charset="0"/>
              <a:cs typeface="Times New Roman" panose="02020603050405020304" pitchFamily="18" charset="0"/>
            </a:rPr>
            <a:t> مثل مواقع البيع بالتجزئة للسلع الرياضية وبرامج التدريب الشخصي عبر الإنترنت</a:t>
          </a:r>
          <a:r>
            <a:rPr lang="ar-EG" sz="1600" b="0" i="0" u="none" kern="1200" dirty="0">
              <a:solidFill>
                <a:schemeClr val="tx1"/>
              </a:solidFill>
              <a:latin typeface="Times New Roman" panose="02020603050405020304" pitchFamily="18" charset="0"/>
              <a:cs typeface="Times New Roman" panose="02020603050405020304" pitchFamily="18" charset="0"/>
            </a:rPr>
            <a:t>.</a:t>
          </a:r>
          <a:endParaRPr lang="ar" sz="1600" b="0" i="0" u="none" kern="1200" dirty="0">
            <a:solidFill>
              <a:schemeClr val="tx1"/>
            </a:solidFill>
            <a:latin typeface="Times New Roman" panose="02020603050405020304" pitchFamily="18" charset="0"/>
            <a:cs typeface="Times New Roman" panose="02020603050405020304" pitchFamily="18" charset="0"/>
          </a:endParaRPr>
        </a:p>
      </dsp:txBody>
      <dsp:txXfrm>
        <a:off x="5729" y="864094"/>
        <a:ext cx="3675299" cy="231312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B4A6B-20C1-A84F-803D-F52B36984006}">
      <dsp:nvSpPr>
        <dsp:cNvPr id="0" name=""/>
        <dsp:cNvSpPr/>
      </dsp:nvSpPr>
      <dsp:spPr>
        <a:xfrm>
          <a:off x="3907814" y="1648962"/>
          <a:ext cx="824298" cy="91440"/>
        </a:xfrm>
        <a:custGeom>
          <a:avLst/>
          <a:gdLst/>
          <a:ahLst/>
          <a:cxnLst/>
          <a:rect l="0" t="0" r="0" b="0"/>
          <a:pathLst>
            <a:path>
              <a:moveTo>
                <a:pt x="824298" y="45720"/>
              </a:moveTo>
              <a:lnTo>
                <a:pt x="395049" y="45720"/>
              </a:lnTo>
              <a:lnTo>
                <a:pt x="395049" y="53754"/>
              </a:lnTo>
              <a:lnTo>
                <a:pt x="0" y="53754"/>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r" defTabSz="222250" rtl="1">
            <a:lnSpc>
              <a:spcPct val="90000"/>
            </a:lnSpc>
            <a:spcBef>
              <a:spcPct val="0"/>
            </a:spcBef>
            <a:spcAft>
              <a:spcPct val="35000"/>
            </a:spcAft>
            <a:buNone/>
          </a:pPr>
          <a:endParaRPr lang="en-US" sz="500" kern="1200">
            <a:latin typeface="Times New Roman" panose="02020603050405020304" pitchFamily="18" charset="0"/>
            <a:cs typeface="Times New Roman" panose="02020603050405020304" pitchFamily="18" charset="0"/>
          </a:endParaRPr>
        </a:p>
      </dsp:txBody>
      <dsp:txXfrm>
        <a:off x="4298590" y="1690848"/>
        <a:ext cx="42746" cy="7668"/>
      </dsp:txXfrm>
    </dsp:sp>
    <dsp:sp modelId="{2CE627FA-B7C4-B64A-83C9-9BA7D7DA4C9F}">
      <dsp:nvSpPr>
        <dsp:cNvPr id="0" name=""/>
        <dsp:cNvSpPr/>
      </dsp:nvSpPr>
      <dsp:spPr>
        <a:xfrm>
          <a:off x="4730313" y="59113"/>
          <a:ext cx="3330989" cy="3271138"/>
        </a:xfrm>
        <a:prstGeom prst="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3221" tIns="171329" rIns="163221" bIns="171329" numCol="1" spcCol="1270" rtlCol="1"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 sz="1600" b="1" kern="1200" dirty="0">
              <a:solidFill>
                <a:schemeClr val="tx1"/>
              </a:solidFill>
              <a:latin typeface="Times New Roman" panose="02020603050405020304" pitchFamily="18" charset="0"/>
              <a:cs typeface="Times New Roman" panose="02020603050405020304" pitchFamily="18" charset="0"/>
            </a:rPr>
            <a:t>الترويج</a:t>
          </a:r>
          <a:br>
            <a:rPr lang="en-GB" sz="1600" kern="1200" dirty="0">
              <a:solidFill>
                <a:schemeClr val="tx1"/>
              </a:solidFill>
              <a:latin typeface="Times New Roman" panose="02020603050405020304" pitchFamily="18" charset="0"/>
              <a:cs typeface="Times New Roman" panose="02020603050405020304" pitchFamily="18" charset="0"/>
            </a:rPr>
          </a:br>
          <a:r>
            <a:rPr lang="ar" sz="1600" b="0" i="0" u="none" kern="1200" dirty="0">
              <a:solidFill>
                <a:schemeClr val="tx1"/>
              </a:solidFill>
              <a:latin typeface="Times New Roman" panose="02020603050405020304" pitchFamily="18" charset="0"/>
              <a:cs typeface="Times New Roman" panose="02020603050405020304" pitchFamily="18" charset="0"/>
            </a:rPr>
            <a:t>يهدف الترويج إلى خلق الوعي بالعلامة التجارية ويُستخدم في الغالب لإيصال سعر السلعة أو الخدمة وبيان كيفية تلبيتها لاحتياجات السوق المستهدف.</a:t>
          </a:r>
        </a:p>
        <a:p>
          <a:pPr marL="0" lvl="0" indent="0" algn="r" defTabSz="914400" rtl="1">
            <a:lnSpc>
              <a:spcPct val="100000"/>
            </a:lnSpc>
            <a:spcBef>
              <a:spcPts val="0"/>
            </a:spcBef>
            <a:spcAft>
              <a:spcPts val="0"/>
            </a:spcAft>
            <a:buNone/>
          </a:pPr>
          <a:endParaRPr lang="en-GB" sz="1600" b="0" i="0" u="none" kern="1200" dirty="0">
            <a:solidFill>
              <a:schemeClr val="tx1"/>
            </a:solidFill>
            <a:latin typeface="Times New Roman" panose="02020603050405020304" pitchFamily="18" charset="0"/>
            <a:cs typeface="Times New Roman" panose="02020603050405020304" pitchFamily="18" charset="0"/>
          </a:endParaRPr>
        </a:p>
        <a:p>
          <a:pPr marL="0" lvl="0" indent="0" algn="r" defTabSz="914400" rtl="1">
            <a:lnSpc>
              <a:spcPct val="100000"/>
            </a:lnSpc>
            <a:spcBef>
              <a:spcPts val="0"/>
            </a:spcBef>
            <a:spcAft>
              <a:spcPts val="0"/>
            </a:spcAft>
            <a:buNone/>
          </a:pPr>
          <a:r>
            <a:rPr lang="ar" sz="1600" b="0" i="0" u="none" kern="1200" dirty="0">
              <a:solidFill>
                <a:schemeClr val="tx1"/>
              </a:solidFill>
              <a:latin typeface="Times New Roman" panose="02020603050405020304" pitchFamily="18" charset="0"/>
              <a:cs typeface="Times New Roman" panose="02020603050405020304" pitchFamily="18" charset="0"/>
            </a:rPr>
            <a:t>يمكن استخدام مجموعة متنوعة من الطرق للترويج للسلع والخدمات في مجال الرياضة والترفيه التفاعلي.</a:t>
          </a:r>
          <a:endParaRPr lang="en-US" sz="1300" b="0" kern="1200" dirty="0">
            <a:solidFill>
              <a:schemeClr val="tx1"/>
            </a:solidFill>
            <a:latin typeface="Times New Roman" panose="02020603050405020304" pitchFamily="18" charset="0"/>
            <a:cs typeface="Times New Roman" panose="02020603050405020304" pitchFamily="18" charset="0"/>
          </a:endParaRPr>
        </a:p>
      </dsp:txBody>
      <dsp:txXfrm>
        <a:off x="4730313" y="59113"/>
        <a:ext cx="3330989" cy="3271138"/>
      </dsp:txXfrm>
    </dsp:sp>
    <dsp:sp modelId="{0F310ABA-055E-F145-8778-BC0FB1467B31}">
      <dsp:nvSpPr>
        <dsp:cNvPr id="0" name=""/>
        <dsp:cNvSpPr/>
      </dsp:nvSpPr>
      <dsp:spPr>
        <a:xfrm>
          <a:off x="26788" y="1883"/>
          <a:ext cx="3848625" cy="3401666"/>
        </a:xfrm>
        <a:prstGeom prst="rect">
          <a:avLst/>
        </a:prstGeom>
        <a:solidFill>
          <a:schemeClr val="accent5"/>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3221" tIns="171329" rIns="163221" bIns="171329" numCol="1" spcCol="1270" rtlCol="1" anchor="ctr" anchorCtr="0">
          <a:noAutofit/>
        </a:bodyPr>
        <a:lstStyle/>
        <a:p>
          <a:pPr marL="0" lvl="0" algn="r" defTabSz="711200" rtl="1">
            <a:lnSpc>
              <a:spcPct val="90000"/>
            </a:lnSpc>
            <a:spcBef>
              <a:spcPct val="0"/>
            </a:spcBef>
            <a:spcAft>
              <a:spcPct val="35000"/>
            </a:spcAft>
            <a:buNone/>
          </a:pPr>
          <a:r>
            <a:rPr lang="ar" sz="1600" b="1" kern="1200" dirty="0">
              <a:solidFill>
                <a:srgbClr val="000000"/>
              </a:solidFill>
              <a:latin typeface="Times New Roman" panose="02020603050405020304" pitchFamily="18" charset="0"/>
              <a:ea typeface="+mn-ea"/>
              <a:cs typeface="Times New Roman" panose="02020603050405020304" pitchFamily="18" charset="0"/>
            </a:rPr>
            <a:t>الطرق الترويجية</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1" i="0" u="none" kern="1200" dirty="0">
              <a:solidFill>
                <a:schemeClr val="tx1"/>
              </a:solidFill>
              <a:latin typeface="Times New Roman" panose="02020603050405020304" pitchFamily="18" charset="0"/>
              <a:cs typeface="Times New Roman" panose="02020603050405020304" pitchFamily="18" charset="0"/>
            </a:rPr>
            <a:t>طرق الدعاية:</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0" i="0" u="none" kern="1200" dirty="0">
              <a:solidFill>
                <a:schemeClr val="tx1"/>
              </a:solidFill>
              <a:latin typeface="Times New Roman" panose="02020603050405020304" pitchFamily="18" charset="0"/>
              <a:cs typeface="Times New Roman" panose="02020603050405020304" pitchFamily="18" charset="0"/>
            </a:rPr>
            <a:t>مثل الصور المتحركة، ومقاطع الصوت، والبث الإذاعي والتلفزيوني، والوسائط المطبوعة والرقمية، والإعلانات الخارجية، والإعلانات التي تُوضع في البيئة المحيطة، والتسويق المبتكر غير التقليدي، والإعلانات </a:t>
          </a:r>
          <a:br>
            <a:rPr lang="en-US" sz="1600" b="0" i="0" u="none" kern="1200" dirty="0">
              <a:solidFill>
                <a:schemeClr val="tx1"/>
              </a:solidFill>
              <a:latin typeface="Times New Roman" panose="02020603050405020304" pitchFamily="18" charset="0"/>
              <a:cs typeface="Times New Roman" panose="02020603050405020304" pitchFamily="18" charset="0"/>
            </a:rPr>
          </a:br>
          <a:r>
            <a:rPr lang="ar" sz="1600" b="0" i="0" u="none" kern="1200" dirty="0">
              <a:solidFill>
                <a:schemeClr val="tx1"/>
              </a:solidFill>
              <a:latin typeface="Times New Roman" panose="02020603050405020304" pitchFamily="18" charset="0"/>
              <a:cs typeface="Times New Roman" panose="02020603050405020304" pitchFamily="18" charset="0"/>
            </a:rPr>
            <a:t>عبر الإنترنت.</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1" i="0" u="none" kern="1200" dirty="0">
              <a:solidFill>
                <a:schemeClr val="tx1"/>
              </a:solidFill>
              <a:latin typeface="Times New Roman" panose="02020603050405020304" pitchFamily="18" charset="0"/>
              <a:cs typeface="Times New Roman" panose="02020603050405020304" pitchFamily="18" charset="0"/>
            </a:rPr>
            <a:t>طرق ترويجية إضافية</a:t>
          </a:r>
        </a:p>
        <a:p>
          <a:pPr marL="0" marR="0" lvl="0" indent="0" algn="r" defTabSz="711200" rtl="1" eaLnBrk="1" fontAlgn="auto" latinLnBrk="0" hangingPunct="1">
            <a:lnSpc>
              <a:spcPct val="100000"/>
            </a:lnSpc>
            <a:spcBef>
              <a:spcPts val="600"/>
            </a:spcBef>
            <a:spcAft>
              <a:spcPts val="600"/>
            </a:spcAft>
            <a:buClrTx/>
            <a:buSzTx/>
            <a:buFontTx/>
            <a:buNone/>
            <a:tabLst/>
            <a:defRPr/>
          </a:pPr>
          <a:r>
            <a:rPr lang="ar" sz="1600" b="0" i="0" u="none" kern="1200" dirty="0">
              <a:solidFill>
                <a:schemeClr val="tx1"/>
              </a:solidFill>
              <a:latin typeface="Times New Roman" panose="02020603050405020304" pitchFamily="18" charset="0"/>
              <a:cs typeface="Times New Roman" panose="02020603050405020304" pitchFamily="18" charset="0"/>
            </a:rPr>
            <a:t>البيع الشخصي، والتسويق المباشر، والعروض الترويجية والخاصة، والعلاقات العامة، والعلاقات العامة الرقمية.</a:t>
          </a:r>
        </a:p>
      </dsp:txBody>
      <dsp:txXfrm>
        <a:off x="26788" y="1883"/>
        <a:ext cx="3848625" cy="340166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198611-7235-4BB4-BB31-D216AABCC317}">
      <dsp:nvSpPr>
        <dsp:cNvPr id="0" name=""/>
        <dsp:cNvSpPr/>
      </dsp:nvSpPr>
      <dsp:spPr>
        <a:xfrm>
          <a:off x="0" y="1986"/>
          <a:ext cx="4906889" cy="10066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E2776590-B244-4374-8BBB-C0658B713B0F}">
      <dsp:nvSpPr>
        <dsp:cNvPr id="0" name=""/>
        <dsp:cNvSpPr/>
      </dsp:nvSpPr>
      <dsp:spPr>
        <a:xfrm>
          <a:off x="4114801" y="228474"/>
          <a:ext cx="553638" cy="553638"/>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EEE30D-ABB2-471B-872D-A85FEFC192CD}">
      <dsp:nvSpPr>
        <dsp:cNvPr id="0" name=""/>
        <dsp:cNvSpPr/>
      </dsp:nvSpPr>
      <dsp:spPr>
        <a:xfrm>
          <a:off x="14" y="1986"/>
          <a:ext cx="3744248"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Times New Roman" panose="02020603050405020304" pitchFamily="18" charset="0"/>
              <a:cs typeface="Times New Roman" panose="02020603050405020304" pitchFamily="18" charset="0"/>
            </a:rPr>
            <a:t>مجالات المحتوى الرئيسة</a:t>
          </a:r>
          <a:endParaRPr lang="en-US" sz="2200" b="1" kern="1200" dirty="0">
            <a:latin typeface="Times New Roman" panose="02020603050405020304" pitchFamily="18" charset="0"/>
            <a:cs typeface="Times New Roman" panose="02020603050405020304" pitchFamily="18" charset="0"/>
          </a:endParaRPr>
        </a:p>
      </dsp:txBody>
      <dsp:txXfrm>
        <a:off x="14" y="1986"/>
        <a:ext cx="3744248" cy="1006615"/>
      </dsp:txXfrm>
    </dsp:sp>
    <dsp:sp modelId="{CFBCFFB1-6659-4D2F-B414-B2122CCC09F7}">
      <dsp:nvSpPr>
        <dsp:cNvPr id="0" name=""/>
        <dsp:cNvSpPr/>
      </dsp:nvSpPr>
      <dsp:spPr>
        <a:xfrm>
          <a:off x="0" y="1260255"/>
          <a:ext cx="4906889" cy="10066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4205DB3-070F-4243-94BB-88B6A8D354CE}">
      <dsp:nvSpPr>
        <dsp:cNvPr id="0" name=""/>
        <dsp:cNvSpPr/>
      </dsp:nvSpPr>
      <dsp:spPr>
        <a:xfrm>
          <a:off x="4114801" y="1486743"/>
          <a:ext cx="553638" cy="55363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62A4DF-EEB9-409B-BC1D-1F45D0A27FDC}">
      <dsp:nvSpPr>
        <dsp:cNvPr id="0" name=""/>
        <dsp:cNvSpPr/>
      </dsp:nvSpPr>
      <dsp:spPr>
        <a:xfrm>
          <a:off x="14" y="1260255"/>
          <a:ext cx="3744248" cy="1006615"/>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د1 خطة العمل التجاري</a:t>
          </a:r>
          <a:endParaRPr lang="en-US" sz="2200" b="0" kern="1200">
            <a:latin typeface="Times New Roman" panose="02020603050405020304" pitchFamily="18" charset="0"/>
            <a:cs typeface="Times New Roman" panose="02020603050405020304" pitchFamily="18" charset="0"/>
          </a:endParaRPr>
        </a:p>
      </dsp:txBody>
      <dsp:txXfrm>
        <a:off x="14" y="1260255"/>
        <a:ext cx="3744248" cy="1006615"/>
      </dsp:txXfrm>
    </dsp:sp>
    <dsp:sp modelId="{2797CF68-E5BF-41A3-ABCF-8E79F0896476}">
      <dsp:nvSpPr>
        <dsp:cNvPr id="0" name=""/>
        <dsp:cNvSpPr/>
      </dsp:nvSpPr>
      <dsp:spPr>
        <a:xfrm>
          <a:off x="0" y="2518524"/>
          <a:ext cx="4906889" cy="10066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53052375-894A-423B-8CC9-89FA86F3D286}">
      <dsp:nvSpPr>
        <dsp:cNvPr id="0" name=""/>
        <dsp:cNvSpPr/>
      </dsp:nvSpPr>
      <dsp:spPr>
        <a:xfrm>
          <a:off x="4114801" y="2745012"/>
          <a:ext cx="553638" cy="553638"/>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AA2ED-FFEE-4717-8F97-F43CEB41CECA}">
      <dsp:nvSpPr>
        <dsp:cNvPr id="0" name=""/>
        <dsp:cNvSpPr/>
      </dsp:nvSpPr>
      <dsp:spPr>
        <a:xfrm>
          <a:off x="14" y="2518524"/>
          <a:ext cx="3744248"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د2 التسويق والمبيعات</a:t>
          </a:r>
          <a:endParaRPr lang="en-US" sz="2200" b="0" kern="1200">
            <a:latin typeface="Times New Roman" panose="02020603050405020304" pitchFamily="18" charset="0"/>
            <a:cs typeface="Times New Roman" panose="02020603050405020304" pitchFamily="18" charset="0"/>
          </a:endParaRPr>
        </a:p>
      </dsp:txBody>
      <dsp:txXfrm>
        <a:off x="14" y="2518524"/>
        <a:ext cx="3744248" cy="1006615"/>
      </dsp:txXfrm>
    </dsp:sp>
    <dsp:sp modelId="{E4A96803-B9E9-824B-A3EB-1BC8E1600677}">
      <dsp:nvSpPr>
        <dsp:cNvPr id="0" name=""/>
        <dsp:cNvSpPr/>
      </dsp:nvSpPr>
      <dsp:spPr>
        <a:xfrm>
          <a:off x="0" y="3776793"/>
          <a:ext cx="4906889" cy="10066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9DA49A5-5604-3842-A57D-17849C2A32EF}">
      <dsp:nvSpPr>
        <dsp:cNvPr id="0" name=""/>
        <dsp:cNvSpPr/>
      </dsp:nvSpPr>
      <dsp:spPr>
        <a:xfrm>
          <a:off x="4114801" y="4003282"/>
          <a:ext cx="553638" cy="55363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46F3F4-A7FE-4A48-A0D1-30A517D1CAC6}">
      <dsp:nvSpPr>
        <dsp:cNvPr id="0" name=""/>
        <dsp:cNvSpPr/>
      </dsp:nvSpPr>
      <dsp:spPr>
        <a:xfrm>
          <a:off x="14" y="3776793"/>
          <a:ext cx="3744248" cy="10066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533" tIns="106533" rIns="106533" bIns="106533" numCol="1" spcCol="1270" rtlCol="1" anchor="ctr" anchorCtr="0">
          <a:noAutofit/>
        </a:bodyPr>
        <a:lstStyle/>
        <a:p>
          <a:pPr marL="0" lvl="0" indent="0" algn="r" defTabSz="977900" rtl="1">
            <a:lnSpc>
              <a:spcPct val="100000"/>
            </a:lnSpc>
            <a:spcBef>
              <a:spcPct val="0"/>
            </a:spcBef>
            <a:spcAft>
              <a:spcPct val="35000"/>
            </a:spcAft>
            <a:buNone/>
          </a:pPr>
          <a:r>
            <a:rPr lang="ar" sz="2200" kern="1200">
              <a:latin typeface="Times New Roman" panose="02020603050405020304" pitchFamily="18" charset="0"/>
              <a:cs typeface="Times New Roman" panose="02020603050405020304" pitchFamily="18" charset="0"/>
            </a:rPr>
            <a:t>د3 خطة التسويق</a:t>
          </a:r>
        </a:p>
      </dsp:txBody>
      <dsp:txXfrm>
        <a:off x="14" y="3776793"/>
        <a:ext cx="3744248" cy="100661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468A6-1858-AF4F-A0C5-5A9AF062709D}">
      <dsp:nvSpPr>
        <dsp:cNvPr id="0" name=""/>
        <dsp:cNvSpPr/>
      </dsp:nvSpPr>
      <dsp:spPr>
        <a:xfrm>
          <a:off x="0" y="2602"/>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7C3F84D-45D2-9A47-94CB-1772FC9A57E5}">
      <dsp:nvSpPr>
        <dsp:cNvPr id="0" name=""/>
        <dsp:cNvSpPr/>
      </dsp:nvSpPr>
      <dsp:spPr>
        <a:xfrm>
          <a:off x="0" y="2602"/>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dirty="0">
              <a:latin typeface="Times New Roman" panose="02020603050405020304" pitchFamily="18" charset="0"/>
              <a:cs typeface="Times New Roman" panose="02020603050405020304" pitchFamily="18" charset="0"/>
            </a:rPr>
            <a:t>o الأساس المنطقي للمشروع وفكرته.</a:t>
          </a:r>
          <a:endParaRPr lang="en-US" sz="2100" kern="1200" dirty="0">
            <a:latin typeface="Times New Roman" panose="02020603050405020304" pitchFamily="18" charset="0"/>
            <a:cs typeface="Times New Roman" panose="02020603050405020304" pitchFamily="18" charset="0"/>
          </a:endParaRPr>
        </a:p>
      </dsp:txBody>
      <dsp:txXfrm>
        <a:off x="0" y="2602"/>
        <a:ext cx="5111751" cy="484085"/>
      </dsp:txXfrm>
    </dsp:sp>
    <dsp:sp modelId="{DBF3B245-A5E0-9141-8BBE-8B0A21F2BCF5}">
      <dsp:nvSpPr>
        <dsp:cNvPr id="0" name=""/>
        <dsp:cNvSpPr/>
      </dsp:nvSpPr>
      <dsp:spPr>
        <a:xfrm>
          <a:off x="0" y="486687"/>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CE5485F8-EEA5-E349-92D7-7A32BC07B9BC}">
      <dsp:nvSpPr>
        <dsp:cNvPr id="0" name=""/>
        <dsp:cNvSpPr/>
      </dsp:nvSpPr>
      <dsp:spPr>
        <a:xfrm>
          <a:off x="0" y="486687"/>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الأهداف العامة للمؤسسة.</a:t>
          </a:r>
          <a:endParaRPr lang="en-US" sz="2100" kern="1200">
            <a:latin typeface="Times New Roman" panose="02020603050405020304" pitchFamily="18" charset="0"/>
            <a:cs typeface="Times New Roman" panose="02020603050405020304" pitchFamily="18" charset="0"/>
          </a:endParaRPr>
        </a:p>
      </dsp:txBody>
      <dsp:txXfrm>
        <a:off x="0" y="486687"/>
        <a:ext cx="5111751" cy="484085"/>
      </dsp:txXfrm>
    </dsp:sp>
    <dsp:sp modelId="{F823E0E8-C514-4245-8C32-197D938D2C27}">
      <dsp:nvSpPr>
        <dsp:cNvPr id="0" name=""/>
        <dsp:cNvSpPr/>
      </dsp:nvSpPr>
      <dsp:spPr>
        <a:xfrm>
          <a:off x="0" y="970773"/>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3CAC917-385B-1544-B3DD-E0DB6AD83B3D}">
      <dsp:nvSpPr>
        <dsp:cNvPr id="0" name=""/>
        <dsp:cNvSpPr/>
      </dsp:nvSpPr>
      <dsp:spPr>
        <a:xfrm>
          <a:off x="0" y="970773"/>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الأهداف المرحلية للمؤسسة.</a:t>
          </a:r>
          <a:endParaRPr lang="en-US" sz="2100" kern="1200">
            <a:latin typeface="Times New Roman" panose="02020603050405020304" pitchFamily="18" charset="0"/>
            <a:cs typeface="Times New Roman" panose="02020603050405020304" pitchFamily="18" charset="0"/>
          </a:endParaRPr>
        </a:p>
      </dsp:txBody>
      <dsp:txXfrm>
        <a:off x="0" y="970773"/>
        <a:ext cx="5111751" cy="484085"/>
      </dsp:txXfrm>
    </dsp:sp>
    <dsp:sp modelId="{CE5E0037-D892-8242-95B7-DF5E4FEA56E6}">
      <dsp:nvSpPr>
        <dsp:cNvPr id="0" name=""/>
        <dsp:cNvSpPr/>
      </dsp:nvSpPr>
      <dsp:spPr>
        <a:xfrm>
          <a:off x="0" y="1454858"/>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C5188D4E-31A9-7840-B5C5-D0F35030F869}">
      <dsp:nvSpPr>
        <dsp:cNvPr id="0" name=""/>
        <dsp:cNvSpPr/>
      </dsp:nvSpPr>
      <dsp:spPr>
        <a:xfrm>
          <a:off x="0" y="1454858"/>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غايات المؤسسة.</a:t>
          </a:r>
          <a:endParaRPr lang="en-US" sz="2100" kern="1200">
            <a:latin typeface="Times New Roman" panose="02020603050405020304" pitchFamily="18" charset="0"/>
            <a:cs typeface="Times New Roman" panose="02020603050405020304" pitchFamily="18" charset="0"/>
          </a:endParaRPr>
        </a:p>
      </dsp:txBody>
      <dsp:txXfrm>
        <a:off x="0" y="1454858"/>
        <a:ext cx="5111751" cy="484085"/>
      </dsp:txXfrm>
    </dsp:sp>
    <dsp:sp modelId="{19903E5B-1F41-DA4E-81B1-41E6BECA7B07}">
      <dsp:nvSpPr>
        <dsp:cNvPr id="0" name=""/>
        <dsp:cNvSpPr/>
      </dsp:nvSpPr>
      <dsp:spPr>
        <a:xfrm>
          <a:off x="0" y="1938943"/>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23C2DA0D-7BEF-6040-8B2E-369A7A56E6D1}">
      <dsp:nvSpPr>
        <dsp:cNvPr id="0" name=""/>
        <dsp:cNvSpPr/>
      </dsp:nvSpPr>
      <dsp:spPr>
        <a:xfrm>
          <a:off x="0" y="1938943"/>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مؤشرات الأداء الرئيسة.</a:t>
          </a:r>
          <a:endParaRPr lang="en-US" sz="2100" kern="1200">
            <a:latin typeface="Times New Roman" panose="02020603050405020304" pitchFamily="18" charset="0"/>
            <a:cs typeface="Times New Roman" panose="02020603050405020304" pitchFamily="18" charset="0"/>
          </a:endParaRPr>
        </a:p>
      </dsp:txBody>
      <dsp:txXfrm>
        <a:off x="0" y="1938943"/>
        <a:ext cx="5111751" cy="484085"/>
      </dsp:txXfrm>
    </dsp:sp>
    <dsp:sp modelId="{4D1794A3-80CE-2B41-B5EE-73C6B331793C}">
      <dsp:nvSpPr>
        <dsp:cNvPr id="0" name=""/>
        <dsp:cNvSpPr/>
      </dsp:nvSpPr>
      <dsp:spPr>
        <a:xfrm>
          <a:off x="0" y="2423028"/>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4605100E-DCD9-9C45-8E86-04D6E708E807}">
      <dsp:nvSpPr>
        <dsp:cNvPr id="0" name=""/>
        <dsp:cNvSpPr/>
      </dsp:nvSpPr>
      <dsp:spPr>
        <a:xfrm>
          <a:off x="0" y="2423028"/>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السوق المستهدف.</a:t>
          </a:r>
          <a:endParaRPr lang="en-US" sz="2100" kern="1200">
            <a:latin typeface="Times New Roman" panose="02020603050405020304" pitchFamily="18" charset="0"/>
            <a:cs typeface="Times New Roman" panose="02020603050405020304" pitchFamily="18" charset="0"/>
          </a:endParaRPr>
        </a:p>
      </dsp:txBody>
      <dsp:txXfrm>
        <a:off x="0" y="2423028"/>
        <a:ext cx="5111751" cy="484085"/>
      </dsp:txXfrm>
    </dsp:sp>
    <dsp:sp modelId="{3BAB72B0-1D01-FE43-A9AE-0FD2E64DE150}">
      <dsp:nvSpPr>
        <dsp:cNvPr id="0" name=""/>
        <dsp:cNvSpPr/>
      </dsp:nvSpPr>
      <dsp:spPr>
        <a:xfrm>
          <a:off x="0" y="2907114"/>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E977FED9-0080-E748-899B-326B7FBF6637}">
      <dsp:nvSpPr>
        <dsp:cNvPr id="0" name=""/>
        <dsp:cNvSpPr/>
      </dsp:nvSpPr>
      <dsp:spPr>
        <a:xfrm>
          <a:off x="0" y="2907114"/>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المنتجات والخدمات الموجهة للعملاء.</a:t>
          </a:r>
          <a:endParaRPr lang="en-US" sz="2100" kern="1200">
            <a:latin typeface="Times New Roman" panose="02020603050405020304" pitchFamily="18" charset="0"/>
            <a:cs typeface="Times New Roman" panose="02020603050405020304" pitchFamily="18" charset="0"/>
          </a:endParaRPr>
        </a:p>
      </dsp:txBody>
      <dsp:txXfrm>
        <a:off x="0" y="2907114"/>
        <a:ext cx="5111751" cy="484085"/>
      </dsp:txXfrm>
    </dsp:sp>
    <dsp:sp modelId="{AE82E7C3-52A2-844A-BEED-C19F0418AB19}">
      <dsp:nvSpPr>
        <dsp:cNvPr id="0" name=""/>
        <dsp:cNvSpPr/>
      </dsp:nvSpPr>
      <dsp:spPr>
        <a:xfrm>
          <a:off x="0" y="3391199"/>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E849B37-8F03-FD47-A978-8872B6F17E6A}">
      <dsp:nvSpPr>
        <dsp:cNvPr id="0" name=""/>
        <dsp:cNvSpPr/>
      </dsp:nvSpPr>
      <dsp:spPr>
        <a:xfrm>
          <a:off x="0" y="3391199"/>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المبيعات وإستراتيجيات توسيع قاعدة العملاء.</a:t>
          </a:r>
          <a:endParaRPr lang="en-US" sz="2100" kern="1200">
            <a:latin typeface="Times New Roman" panose="02020603050405020304" pitchFamily="18" charset="0"/>
            <a:cs typeface="Times New Roman" panose="02020603050405020304" pitchFamily="18" charset="0"/>
          </a:endParaRPr>
        </a:p>
      </dsp:txBody>
      <dsp:txXfrm>
        <a:off x="0" y="3391199"/>
        <a:ext cx="5111751" cy="484085"/>
      </dsp:txXfrm>
    </dsp:sp>
    <dsp:sp modelId="{3A18E062-16E5-7E41-BE84-2D2AEECEC2B1}">
      <dsp:nvSpPr>
        <dsp:cNvPr id="0" name=""/>
        <dsp:cNvSpPr/>
      </dsp:nvSpPr>
      <dsp:spPr>
        <a:xfrm>
          <a:off x="0" y="3875284"/>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E50DC9C8-D7D1-E14D-92B9-94A5E987DECF}">
      <dsp:nvSpPr>
        <dsp:cNvPr id="0" name=""/>
        <dsp:cNvSpPr/>
      </dsp:nvSpPr>
      <dsp:spPr>
        <a:xfrm>
          <a:off x="0" y="3875284"/>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النشاطات الداعمة لتحقيق أهداف العمل التجاري ونموه.</a:t>
          </a:r>
          <a:endParaRPr lang="en-US" sz="2100" kern="1200">
            <a:latin typeface="Times New Roman" panose="02020603050405020304" pitchFamily="18" charset="0"/>
            <a:cs typeface="Times New Roman" panose="02020603050405020304" pitchFamily="18" charset="0"/>
          </a:endParaRPr>
        </a:p>
      </dsp:txBody>
      <dsp:txXfrm>
        <a:off x="0" y="3875284"/>
        <a:ext cx="5111751" cy="484085"/>
      </dsp:txXfrm>
    </dsp:sp>
    <dsp:sp modelId="{A30F34AE-FB0B-D344-8101-F8BB8AC7CD2E}">
      <dsp:nvSpPr>
        <dsp:cNvPr id="0" name=""/>
        <dsp:cNvSpPr/>
      </dsp:nvSpPr>
      <dsp:spPr>
        <a:xfrm>
          <a:off x="0" y="4359369"/>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A6509FC4-8771-4C4D-B88A-810527566BF5}">
      <dsp:nvSpPr>
        <dsp:cNvPr id="0" name=""/>
        <dsp:cNvSpPr/>
      </dsp:nvSpPr>
      <dsp:spPr>
        <a:xfrm>
          <a:off x="0" y="4359369"/>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نقطة البيع الفريد.</a:t>
          </a:r>
          <a:endParaRPr lang="en-US" sz="2100" kern="1200">
            <a:latin typeface="Times New Roman" panose="02020603050405020304" pitchFamily="18" charset="0"/>
            <a:cs typeface="Times New Roman" panose="02020603050405020304" pitchFamily="18" charset="0"/>
          </a:endParaRPr>
        </a:p>
      </dsp:txBody>
      <dsp:txXfrm>
        <a:off x="0" y="4359369"/>
        <a:ext cx="5111751" cy="484085"/>
      </dsp:txXfrm>
    </dsp:sp>
    <dsp:sp modelId="{4E19098D-33C1-E041-8B8D-C0B7EEEF695C}">
      <dsp:nvSpPr>
        <dsp:cNvPr id="0" name=""/>
        <dsp:cNvSpPr/>
      </dsp:nvSpPr>
      <dsp:spPr>
        <a:xfrm>
          <a:off x="0" y="4843455"/>
          <a:ext cx="5111751" cy="0"/>
        </a:xfrm>
        <a:prstGeom prst="lin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E92672A-686A-6441-8A2A-80CFE74B1F8D}">
      <dsp:nvSpPr>
        <dsp:cNvPr id="0" name=""/>
        <dsp:cNvSpPr/>
      </dsp:nvSpPr>
      <dsp:spPr>
        <a:xfrm>
          <a:off x="0" y="4843455"/>
          <a:ext cx="5111751" cy="484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rtlCol="1" anchor="t" anchorCtr="0">
          <a:noAutofit/>
        </a:bodyPr>
        <a:lstStyle/>
        <a:p>
          <a:pPr marL="0" lvl="0" indent="0" algn="r" defTabSz="933450" rtl="1">
            <a:lnSpc>
              <a:spcPct val="90000"/>
            </a:lnSpc>
            <a:spcBef>
              <a:spcPct val="0"/>
            </a:spcBef>
            <a:spcAft>
              <a:spcPct val="35000"/>
            </a:spcAft>
            <a:buNone/>
          </a:pPr>
          <a:r>
            <a:rPr lang="ar" sz="2100" kern="1200">
              <a:latin typeface="Times New Roman" panose="02020603050405020304" pitchFamily="18" charset="0"/>
              <a:cs typeface="Times New Roman" panose="02020603050405020304" pitchFamily="18" charset="0"/>
            </a:rPr>
            <a:t>o التدفق النقدي.</a:t>
          </a:r>
          <a:endParaRPr lang="en-US" sz="2100" kern="1200">
            <a:latin typeface="Times New Roman" panose="02020603050405020304" pitchFamily="18" charset="0"/>
            <a:cs typeface="Times New Roman" panose="02020603050405020304" pitchFamily="18" charset="0"/>
          </a:endParaRPr>
        </a:p>
      </dsp:txBody>
      <dsp:txXfrm>
        <a:off x="0" y="4843455"/>
        <a:ext cx="5111751" cy="48408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198611-7235-4BB4-BB31-D216AABCC317}">
      <dsp:nvSpPr>
        <dsp:cNvPr id="0" name=""/>
        <dsp:cNvSpPr/>
      </dsp:nvSpPr>
      <dsp:spPr>
        <a:xfrm>
          <a:off x="0" y="1607"/>
          <a:ext cx="3754243" cy="814676"/>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E2776590-B244-4374-8BBB-C0658B713B0F}">
      <dsp:nvSpPr>
        <dsp:cNvPr id="0" name=""/>
        <dsp:cNvSpPr/>
      </dsp:nvSpPr>
      <dsp:spPr>
        <a:xfrm>
          <a:off x="3059085" y="184909"/>
          <a:ext cx="448071" cy="44807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EEE30D-ABB2-471B-872D-A85FEFC192CD}">
      <dsp:nvSpPr>
        <dsp:cNvPr id="0" name=""/>
        <dsp:cNvSpPr/>
      </dsp:nvSpPr>
      <dsp:spPr>
        <a:xfrm>
          <a:off x="11580" y="1607"/>
          <a:ext cx="2813291" cy="814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20" tIns="86220" rIns="86220" bIns="86220"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المنتَج</a:t>
          </a:r>
          <a:endParaRPr lang="en-US" sz="2200" kern="1200" dirty="0">
            <a:latin typeface="Times New Roman" panose="02020603050405020304" pitchFamily="18" charset="0"/>
            <a:cs typeface="Times New Roman" panose="02020603050405020304" pitchFamily="18" charset="0"/>
          </a:endParaRPr>
        </a:p>
      </dsp:txBody>
      <dsp:txXfrm>
        <a:off x="11580" y="1607"/>
        <a:ext cx="2813291" cy="814676"/>
      </dsp:txXfrm>
    </dsp:sp>
    <dsp:sp modelId="{CFBCFFB1-6659-4D2F-B414-B2122CCC09F7}">
      <dsp:nvSpPr>
        <dsp:cNvPr id="0" name=""/>
        <dsp:cNvSpPr/>
      </dsp:nvSpPr>
      <dsp:spPr>
        <a:xfrm>
          <a:off x="0" y="1019952"/>
          <a:ext cx="3754243" cy="814676"/>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4205DB3-070F-4243-94BB-88B6A8D354CE}">
      <dsp:nvSpPr>
        <dsp:cNvPr id="0" name=""/>
        <dsp:cNvSpPr/>
      </dsp:nvSpPr>
      <dsp:spPr>
        <a:xfrm>
          <a:off x="3059085" y="1203254"/>
          <a:ext cx="448071" cy="4480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62A4DF-EEB9-409B-BC1D-1F45D0A27FDC}">
      <dsp:nvSpPr>
        <dsp:cNvPr id="0" name=""/>
        <dsp:cNvSpPr/>
      </dsp:nvSpPr>
      <dsp:spPr>
        <a:xfrm>
          <a:off x="0" y="1019952"/>
          <a:ext cx="2813291" cy="814676"/>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86220" tIns="86220" rIns="86220" bIns="86220"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السعر</a:t>
          </a:r>
          <a:endParaRPr lang="en-US" sz="2200" b="0" kern="1200" dirty="0">
            <a:latin typeface="Times New Roman" panose="02020603050405020304" pitchFamily="18" charset="0"/>
            <a:cs typeface="Times New Roman" panose="02020603050405020304" pitchFamily="18" charset="0"/>
          </a:endParaRPr>
        </a:p>
      </dsp:txBody>
      <dsp:txXfrm>
        <a:off x="0" y="1019952"/>
        <a:ext cx="2813291" cy="814676"/>
      </dsp:txXfrm>
    </dsp:sp>
    <dsp:sp modelId="{2797CF68-E5BF-41A3-ABCF-8E79F0896476}">
      <dsp:nvSpPr>
        <dsp:cNvPr id="0" name=""/>
        <dsp:cNvSpPr/>
      </dsp:nvSpPr>
      <dsp:spPr>
        <a:xfrm>
          <a:off x="0" y="2038298"/>
          <a:ext cx="3754243" cy="814676"/>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53052375-894A-423B-8CC9-89FA86F3D286}">
      <dsp:nvSpPr>
        <dsp:cNvPr id="0" name=""/>
        <dsp:cNvSpPr/>
      </dsp:nvSpPr>
      <dsp:spPr>
        <a:xfrm>
          <a:off x="3059085" y="2221600"/>
          <a:ext cx="448071" cy="4480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AA2ED-FFEE-4717-8F97-F43CEB41CECA}">
      <dsp:nvSpPr>
        <dsp:cNvPr id="0" name=""/>
        <dsp:cNvSpPr/>
      </dsp:nvSpPr>
      <dsp:spPr>
        <a:xfrm>
          <a:off x="17797" y="2038298"/>
          <a:ext cx="2813291" cy="814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20" tIns="86220" rIns="86220" bIns="86220"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الترويج</a:t>
          </a:r>
          <a:endParaRPr lang="en-US" sz="2200" b="0" kern="1200" dirty="0">
            <a:latin typeface="Times New Roman" panose="02020603050405020304" pitchFamily="18" charset="0"/>
            <a:cs typeface="Times New Roman" panose="02020603050405020304" pitchFamily="18" charset="0"/>
          </a:endParaRPr>
        </a:p>
      </dsp:txBody>
      <dsp:txXfrm>
        <a:off x="17797" y="2038298"/>
        <a:ext cx="2813291" cy="814676"/>
      </dsp:txXfrm>
    </dsp:sp>
    <dsp:sp modelId="{E4A96803-B9E9-824B-A3EB-1BC8E1600677}">
      <dsp:nvSpPr>
        <dsp:cNvPr id="0" name=""/>
        <dsp:cNvSpPr/>
      </dsp:nvSpPr>
      <dsp:spPr>
        <a:xfrm>
          <a:off x="0" y="3056643"/>
          <a:ext cx="3754243" cy="814676"/>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9DA49A5-5604-3842-A57D-17849C2A32EF}">
      <dsp:nvSpPr>
        <dsp:cNvPr id="0" name=""/>
        <dsp:cNvSpPr/>
      </dsp:nvSpPr>
      <dsp:spPr>
        <a:xfrm>
          <a:off x="3059085" y="3239945"/>
          <a:ext cx="448071" cy="44807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46F3F4-A7FE-4A48-A0D1-30A517D1CAC6}">
      <dsp:nvSpPr>
        <dsp:cNvPr id="0" name=""/>
        <dsp:cNvSpPr/>
      </dsp:nvSpPr>
      <dsp:spPr>
        <a:xfrm>
          <a:off x="23142" y="3056643"/>
          <a:ext cx="2813291" cy="8146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20" tIns="86220" rIns="86220" bIns="86220" numCol="1" spcCol="1270" rtlCol="1" anchor="ctr" anchorCtr="0">
          <a:noAutofit/>
        </a:bodyPr>
        <a:lstStyle/>
        <a:p>
          <a:pPr marL="0" lvl="0" indent="0" algn="r" defTabSz="977900" rtl="1">
            <a:lnSpc>
              <a:spcPct val="100000"/>
            </a:lnSpc>
            <a:spcBef>
              <a:spcPct val="0"/>
            </a:spcBef>
            <a:spcAft>
              <a:spcPct val="35000"/>
            </a:spcAft>
            <a:buNone/>
          </a:pPr>
          <a:r>
            <a:rPr lang="ar" sz="2200" kern="1200" dirty="0">
              <a:latin typeface="Times New Roman" panose="02020603050405020304" pitchFamily="18" charset="0"/>
              <a:cs typeface="Times New Roman" panose="02020603050405020304" pitchFamily="18" charset="0"/>
            </a:rPr>
            <a:t>المكان</a:t>
          </a:r>
        </a:p>
      </dsp:txBody>
      <dsp:txXfrm>
        <a:off x="23142" y="3056643"/>
        <a:ext cx="2813291" cy="81467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D9E0E1-53B9-4F3F-8502-0BF68DBE1EED}">
      <dsp:nvSpPr>
        <dsp:cNvPr id="0" name=""/>
        <dsp:cNvSpPr/>
      </dsp:nvSpPr>
      <dsp:spPr>
        <a:xfrm>
          <a:off x="0" y="3738"/>
          <a:ext cx="4247655"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5AB3C617-8028-42F8-B6CB-47A3863CC963}">
      <dsp:nvSpPr>
        <dsp:cNvPr id="0" name=""/>
        <dsp:cNvSpPr/>
      </dsp:nvSpPr>
      <dsp:spPr>
        <a:xfrm>
          <a:off x="3528096" y="182910"/>
          <a:ext cx="437975" cy="4379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BDA973-3284-4AF2-8BED-ADF95DCD0E0B}">
      <dsp:nvSpPr>
        <dsp:cNvPr id="0" name=""/>
        <dsp:cNvSpPr/>
      </dsp:nvSpPr>
      <dsp:spPr>
        <a:xfrm>
          <a:off x="16921" y="3738"/>
          <a:ext cx="3327905"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44550" rtl="1">
            <a:lnSpc>
              <a:spcPct val="90000"/>
            </a:lnSpc>
            <a:spcBef>
              <a:spcPct val="0"/>
            </a:spcBef>
            <a:spcAft>
              <a:spcPct val="35000"/>
            </a:spcAft>
            <a:buNone/>
          </a:pPr>
          <a:r>
            <a:rPr lang="ar" sz="1900" b="1" kern="1200" dirty="0">
              <a:latin typeface="Times New Roman" panose="02020603050405020304" pitchFamily="18" charset="0"/>
              <a:cs typeface="Times New Roman" panose="02020603050405020304" pitchFamily="18" charset="0"/>
            </a:rPr>
            <a:t>أبحاث السوق</a:t>
          </a:r>
          <a:endParaRPr lang="en-US" sz="1900" b="1" kern="1200" dirty="0">
            <a:latin typeface="Times New Roman" panose="02020603050405020304" pitchFamily="18" charset="0"/>
            <a:cs typeface="Times New Roman" panose="02020603050405020304" pitchFamily="18" charset="0"/>
          </a:endParaRPr>
        </a:p>
      </dsp:txBody>
      <dsp:txXfrm>
        <a:off x="16921" y="3738"/>
        <a:ext cx="3327905" cy="796319"/>
      </dsp:txXfrm>
    </dsp:sp>
    <dsp:sp modelId="{5DBB4B1E-8E32-476A-B6A5-AD9FE568C97F}">
      <dsp:nvSpPr>
        <dsp:cNvPr id="0" name=""/>
        <dsp:cNvSpPr/>
      </dsp:nvSpPr>
      <dsp:spPr>
        <a:xfrm>
          <a:off x="0" y="999138"/>
          <a:ext cx="4247655" cy="796319"/>
        </a:xfrm>
        <a:prstGeom prst="roundRect">
          <a:avLst>
            <a:gd name="adj" fmla="val 10000"/>
          </a:avLst>
        </a:prstGeom>
        <a:solidFill>
          <a:schemeClr val="accent5">
            <a:lumMod val="90000"/>
          </a:schemeClr>
        </a:solidFill>
        <a:ln>
          <a:noFill/>
        </a:ln>
        <a:effectLst/>
      </dsp:spPr>
      <dsp:style>
        <a:lnRef idx="0">
          <a:scrgbClr r="0" g="0" b="0"/>
        </a:lnRef>
        <a:fillRef idx="1">
          <a:scrgbClr r="0" g="0" b="0"/>
        </a:fillRef>
        <a:effectRef idx="0">
          <a:scrgbClr r="0" g="0" b="0"/>
        </a:effectRef>
        <a:fontRef idx="minor"/>
      </dsp:style>
    </dsp:sp>
    <dsp:sp modelId="{D24457CB-452D-4E7D-B32B-2F6BB02D90A8}">
      <dsp:nvSpPr>
        <dsp:cNvPr id="0" name=""/>
        <dsp:cNvSpPr/>
      </dsp:nvSpPr>
      <dsp:spPr>
        <a:xfrm>
          <a:off x="3528096" y="1178310"/>
          <a:ext cx="437975" cy="4379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7C63EA-E20F-4E34-B72A-5BB7803E4A3E}">
      <dsp:nvSpPr>
        <dsp:cNvPr id="0" name=""/>
        <dsp:cNvSpPr/>
      </dsp:nvSpPr>
      <dsp:spPr>
        <a:xfrm>
          <a:off x="16921" y="999138"/>
          <a:ext cx="3327905"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44550" rtl="1">
            <a:lnSpc>
              <a:spcPct val="9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الاستبيانات والمقابلات العامة (الورقية)</a:t>
          </a:r>
          <a:endParaRPr lang="en-US" sz="1900" kern="1200">
            <a:latin typeface="Times New Roman" panose="02020603050405020304" pitchFamily="18" charset="0"/>
            <a:cs typeface="Times New Roman" panose="02020603050405020304" pitchFamily="18" charset="0"/>
          </a:endParaRPr>
        </a:p>
      </dsp:txBody>
      <dsp:txXfrm>
        <a:off x="16921" y="999138"/>
        <a:ext cx="3327905" cy="796319"/>
      </dsp:txXfrm>
    </dsp:sp>
    <dsp:sp modelId="{D772CF3F-C616-45A5-826A-FD26F610E258}">
      <dsp:nvSpPr>
        <dsp:cNvPr id="0" name=""/>
        <dsp:cNvSpPr/>
      </dsp:nvSpPr>
      <dsp:spPr>
        <a:xfrm>
          <a:off x="0" y="1994537"/>
          <a:ext cx="4247655"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BC7D3799-E60F-40C2-B64A-B58B6C7AED1F}">
      <dsp:nvSpPr>
        <dsp:cNvPr id="0" name=""/>
        <dsp:cNvSpPr/>
      </dsp:nvSpPr>
      <dsp:spPr>
        <a:xfrm>
          <a:off x="3528096" y="2173709"/>
          <a:ext cx="437975" cy="4379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CE55E0-3B6A-4AF8-84DF-A2043C688A4F}">
      <dsp:nvSpPr>
        <dsp:cNvPr id="0" name=""/>
        <dsp:cNvSpPr/>
      </dsp:nvSpPr>
      <dsp:spPr>
        <a:xfrm>
          <a:off x="16921" y="1994537"/>
          <a:ext cx="3327905"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44550" rtl="1">
            <a:lnSpc>
              <a:spcPct val="90000"/>
            </a:lnSpc>
            <a:spcBef>
              <a:spcPct val="0"/>
            </a:spcBef>
            <a:spcAft>
              <a:spcPct val="35000"/>
            </a:spcAft>
            <a:buNone/>
          </a:pPr>
          <a:r>
            <a:rPr lang="ar" sz="1900" kern="1200" dirty="0">
              <a:latin typeface="Times New Roman" panose="02020603050405020304" pitchFamily="18" charset="0"/>
              <a:cs typeface="Times New Roman" panose="02020603050405020304" pitchFamily="18" charset="0"/>
            </a:rPr>
            <a:t>الاستبيانات والمقابلات الرقمية </a:t>
          </a:r>
          <a:br>
            <a:rPr lang="en-US" sz="1900" kern="1200" dirty="0">
              <a:latin typeface="Times New Roman" panose="02020603050405020304" pitchFamily="18" charset="0"/>
              <a:cs typeface="Times New Roman" panose="02020603050405020304" pitchFamily="18" charset="0"/>
            </a:rPr>
          </a:br>
          <a:r>
            <a:rPr lang="ar" sz="1900" kern="1200" dirty="0">
              <a:latin typeface="Times New Roman" panose="02020603050405020304" pitchFamily="18" charset="0"/>
              <a:cs typeface="Times New Roman" panose="02020603050405020304" pitchFamily="18" charset="0"/>
            </a:rPr>
            <a:t>عبر الإنترنت</a:t>
          </a:r>
          <a:endParaRPr lang="en-US" sz="1900" kern="1200" dirty="0">
            <a:latin typeface="Times New Roman" panose="02020603050405020304" pitchFamily="18" charset="0"/>
            <a:cs typeface="Times New Roman" panose="02020603050405020304" pitchFamily="18" charset="0"/>
          </a:endParaRPr>
        </a:p>
      </dsp:txBody>
      <dsp:txXfrm>
        <a:off x="16921" y="1994537"/>
        <a:ext cx="3327905" cy="796319"/>
      </dsp:txXfrm>
    </dsp:sp>
    <dsp:sp modelId="{9C0B52CE-3EB1-401D-AA81-F6BC9DAC699E}">
      <dsp:nvSpPr>
        <dsp:cNvPr id="0" name=""/>
        <dsp:cNvSpPr/>
      </dsp:nvSpPr>
      <dsp:spPr>
        <a:xfrm>
          <a:off x="0" y="2989937"/>
          <a:ext cx="4247655" cy="796319"/>
        </a:xfrm>
        <a:prstGeom prst="roundRect">
          <a:avLst>
            <a:gd name="adj" fmla="val 10000"/>
          </a:avLst>
        </a:prstGeom>
        <a:solidFill>
          <a:schemeClr val="accent5">
            <a:lumMod val="90000"/>
          </a:schemeClr>
        </a:solidFill>
        <a:ln>
          <a:noFill/>
        </a:ln>
        <a:effectLst/>
      </dsp:spPr>
      <dsp:style>
        <a:lnRef idx="0">
          <a:scrgbClr r="0" g="0" b="0"/>
        </a:lnRef>
        <a:fillRef idx="1">
          <a:scrgbClr r="0" g="0" b="0"/>
        </a:fillRef>
        <a:effectRef idx="0">
          <a:scrgbClr r="0" g="0" b="0"/>
        </a:effectRef>
        <a:fontRef idx="minor"/>
      </dsp:style>
    </dsp:sp>
    <dsp:sp modelId="{ABCE674C-ECE0-4609-AE7B-CAD52FED5984}">
      <dsp:nvSpPr>
        <dsp:cNvPr id="0" name=""/>
        <dsp:cNvSpPr/>
      </dsp:nvSpPr>
      <dsp:spPr>
        <a:xfrm>
          <a:off x="3528096" y="3169109"/>
          <a:ext cx="437975" cy="4379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92DEA1-75EE-4396-9D25-228D83CC5F74}">
      <dsp:nvSpPr>
        <dsp:cNvPr id="0" name=""/>
        <dsp:cNvSpPr/>
      </dsp:nvSpPr>
      <dsp:spPr>
        <a:xfrm>
          <a:off x="16921" y="2989937"/>
          <a:ext cx="3327905"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44550" rtl="1">
            <a:lnSpc>
              <a:spcPct val="9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تحليل سوات</a:t>
          </a:r>
          <a:endParaRPr lang="en-US" sz="1900" kern="1200">
            <a:latin typeface="Times New Roman" panose="02020603050405020304" pitchFamily="18" charset="0"/>
            <a:cs typeface="Times New Roman" panose="02020603050405020304" pitchFamily="18" charset="0"/>
          </a:endParaRPr>
        </a:p>
      </dsp:txBody>
      <dsp:txXfrm>
        <a:off x="16921" y="2989937"/>
        <a:ext cx="3327905" cy="796319"/>
      </dsp:txXfrm>
    </dsp:sp>
    <dsp:sp modelId="{772F1DC7-83B8-46C0-837D-D9EA964A48DA}">
      <dsp:nvSpPr>
        <dsp:cNvPr id="0" name=""/>
        <dsp:cNvSpPr/>
      </dsp:nvSpPr>
      <dsp:spPr>
        <a:xfrm>
          <a:off x="0" y="3985336"/>
          <a:ext cx="4247655" cy="796319"/>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3216A76F-8543-45A5-B3EA-0DF9D9010DC9}">
      <dsp:nvSpPr>
        <dsp:cNvPr id="0" name=""/>
        <dsp:cNvSpPr/>
      </dsp:nvSpPr>
      <dsp:spPr>
        <a:xfrm>
          <a:off x="3528096" y="4164508"/>
          <a:ext cx="437975" cy="437975"/>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DEB941-B859-45D8-9ED5-44A27DE504D6}">
      <dsp:nvSpPr>
        <dsp:cNvPr id="0" name=""/>
        <dsp:cNvSpPr/>
      </dsp:nvSpPr>
      <dsp:spPr>
        <a:xfrm>
          <a:off x="16921" y="3985336"/>
          <a:ext cx="3327905"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844550" rtl="1">
            <a:lnSpc>
              <a:spcPct val="9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تحليل الفرص والمنافسة في المناطق المحلية.</a:t>
          </a:r>
          <a:endParaRPr lang="en-US" sz="1900" kern="1200">
            <a:latin typeface="Times New Roman" panose="02020603050405020304" pitchFamily="18" charset="0"/>
            <a:cs typeface="Times New Roman" panose="02020603050405020304" pitchFamily="18" charset="0"/>
          </a:endParaRPr>
        </a:p>
      </dsp:txBody>
      <dsp:txXfrm>
        <a:off x="16921" y="3985336"/>
        <a:ext cx="3327905" cy="79631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ACF8F-20C8-B24B-8938-CC8B187F9982}">
      <dsp:nvSpPr>
        <dsp:cNvPr id="0" name=""/>
        <dsp:cNvSpPr/>
      </dsp:nvSpPr>
      <dsp:spPr>
        <a:xfrm>
          <a:off x="0" y="305334"/>
          <a:ext cx="6684861" cy="403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A248324F-BD61-584A-9242-8BBE2A0963DA}">
      <dsp:nvSpPr>
        <dsp:cNvPr id="0" name=""/>
        <dsp:cNvSpPr/>
      </dsp:nvSpPr>
      <dsp:spPr>
        <a:xfrm>
          <a:off x="1671215" y="69174"/>
          <a:ext cx="4679402" cy="4723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76870" tIns="0" rIns="176870" bIns="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أهداف المؤسسة</a:t>
          </a:r>
          <a:endParaRPr lang="en-US" sz="1600" kern="1200" dirty="0">
            <a:solidFill>
              <a:schemeClr val="accent6"/>
            </a:solidFill>
            <a:latin typeface="Times New Roman" panose="02020603050405020304" pitchFamily="18" charset="0"/>
            <a:cs typeface="Times New Roman" panose="02020603050405020304" pitchFamily="18" charset="0"/>
          </a:endParaRPr>
        </a:p>
      </dsp:txBody>
      <dsp:txXfrm>
        <a:off x="1694272" y="92231"/>
        <a:ext cx="4633288" cy="426206"/>
      </dsp:txXfrm>
    </dsp:sp>
    <dsp:sp modelId="{A682B809-83A8-7C40-AB50-11AEF6ECCA4B}">
      <dsp:nvSpPr>
        <dsp:cNvPr id="0" name=""/>
        <dsp:cNvSpPr/>
      </dsp:nvSpPr>
      <dsp:spPr>
        <a:xfrm>
          <a:off x="0" y="1031094"/>
          <a:ext cx="6684861" cy="403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23243AC5-E34D-0240-8D61-44766B9642F6}">
      <dsp:nvSpPr>
        <dsp:cNvPr id="0" name=""/>
        <dsp:cNvSpPr/>
      </dsp:nvSpPr>
      <dsp:spPr>
        <a:xfrm>
          <a:off x="1671215" y="794934"/>
          <a:ext cx="4679402" cy="4723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76870" tIns="0" rIns="176870" bIns="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الأهداف التي تحقق معيار سمارت</a:t>
          </a:r>
          <a:endParaRPr lang="en-US" sz="1600" kern="1200" dirty="0">
            <a:solidFill>
              <a:schemeClr val="accent6"/>
            </a:solidFill>
            <a:latin typeface="Times New Roman" panose="02020603050405020304" pitchFamily="18" charset="0"/>
            <a:cs typeface="Times New Roman" panose="02020603050405020304" pitchFamily="18" charset="0"/>
          </a:endParaRPr>
        </a:p>
      </dsp:txBody>
      <dsp:txXfrm>
        <a:off x="1694272" y="817991"/>
        <a:ext cx="4633288" cy="426206"/>
      </dsp:txXfrm>
    </dsp:sp>
    <dsp:sp modelId="{2DE954D8-6525-CA4B-9523-FC49D32B56A2}">
      <dsp:nvSpPr>
        <dsp:cNvPr id="0" name=""/>
        <dsp:cNvSpPr/>
      </dsp:nvSpPr>
      <dsp:spPr>
        <a:xfrm>
          <a:off x="0" y="1756854"/>
          <a:ext cx="6684861" cy="403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C2FF29CE-0A72-BE4A-8BED-87B5859A2D06}">
      <dsp:nvSpPr>
        <dsp:cNvPr id="0" name=""/>
        <dsp:cNvSpPr/>
      </dsp:nvSpPr>
      <dsp:spPr>
        <a:xfrm>
          <a:off x="1671215" y="1520694"/>
          <a:ext cx="4679402" cy="4723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76870" tIns="0" rIns="176870" bIns="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السوق المستهدف</a:t>
          </a:r>
          <a:endParaRPr lang="en-US" sz="1600" kern="1200" dirty="0">
            <a:solidFill>
              <a:schemeClr val="accent6"/>
            </a:solidFill>
            <a:latin typeface="Times New Roman" panose="02020603050405020304" pitchFamily="18" charset="0"/>
            <a:cs typeface="Times New Roman" panose="02020603050405020304" pitchFamily="18" charset="0"/>
          </a:endParaRPr>
        </a:p>
      </dsp:txBody>
      <dsp:txXfrm>
        <a:off x="1694272" y="1543751"/>
        <a:ext cx="4633288" cy="426206"/>
      </dsp:txXfrm>
    </dsp:sp>
    <dsp:sp modelId="{DDC9F51C-0624-C24B-83D8-899EF61A98B5}">
      <dsp:nvSpPr>
        <dsp:cNvPr id="0" name=""/>
        <dsp:cNvSpPr/>
      </dsp:nvSpPr>
      <dsp:spPr>
        <a:xfrm>
          <a:off x="0" y="2482614"/>
          <a:ext cx="6684861" cy="403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C951081E-DC43-0747-B448-6F310CAD7411}">
      <dsp:nvSpPr>
        <dsp:cNvPr id="0" name=""/>
        <dsp:cNvSpPr/>
      </dsp:nvSpPr>
      <dsp:spPr>
        <a:xfrm>
          <a:off x="1671215" y="2246454"/>
          <a:ext cx="4679402" cy="4723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76870" tIns="0" rIns="176870" bIns="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السلع والخدمات</a:t>
          </a:r>
          <a:endParaRPr lang="en-US" sz="1600" kern="1200" dirty="0">
            <a:solidFill>
              <a:schemeClr val="accent6"/>
            </a:solidFill>
            <a:latin typeface="Times New Roman" panose="02020603050405020304" pitchFamily="18" charset="0"/>
            <a:cs typeface="Times New Roman" panose="02020603050405020304" pitchFamily="18" charset="0"/>
          </a:endParaRPr>
        </a:p>
      </dsp:txBody>
      <dsp:txXfrm>
        <a:off x="1694272" y="2269511"/>
        <a:ext cx="4633288" cy="426206"/>
      </dsp:txXfrm>
    </dsp:sp>
    <dsp:sp modelId="{36E0A909-5EF3-F34E-A70E-827743E89B00}">
      <dsp:nvSpPr>
        <dsp:cNvPr id="0" name=""/>
        <dsp:cNvSpPr/>
      </dsp:nvSpPr>
      <dsp:spPr>
        <a:xfrm>
          <a:off x="0" y="3208374"/>
          <a:ext cx="6684861" cy="4032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E88F69D2-643C-3D4B-BD8D-1A5DA396F1F8}">
      <dsp:nvSpPr>
        <dsp:cNvPr id="0" name=""/>
        <dsp:cNvSpPr/>
      </dsp:nvSpPr>
      <dsp:spPr>
        <a:xfrm>
          <a:off x="1671215" y="2972214"/>
          <a:ext cx="4679402" cy="47232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76870" tIns="0" rIns="176870" bIns="0" numCol="1" spcCol="1270" rtlCol="1" anchor="ctr" anchorCtr="0">
          <a:noAutofit/>
        </a:bodyPr>
        <a:lstStyle/>
        <a:p>
          <a:pPr marL="0" lvl="0" indent="0" algn="r" defTabSz="711200" rtl="1">
            <a:lnSpc>
              <a:spcPct val="90000"/>
            </a:lnSpc>
            <a:spcBef>
              <a:spcPct val="0"/>
            </a:spcBef>
            <a:spcAft>
              <a:spcPct val="35000"/>
            </a:spcAft>
            <a:buNone/>
          </a:pPr>
          <a:r>
            <a:rPr lang="ar" sz="1600" kern="1200" dirty="0">
              <a:solidFill>
                <a:schemeClr val="accent6"/>
              </a:solidFill>
              <a:latin typeface="Times New Roman" panose="02020603050405020304" pitchFamily="18" charset="0"/>
              <a:cs typeface="Times New Roman" panose="02020603050405020304" pitchFamily="18" charset="0"/>
            </a:rPr>
            <a:t>إستراتيجيات التسويق والترويج</a:t>
          </a:r>
          <a:endParaRPr lang="en-US" sz="1600" kern="1200" dirty="0">
            <a:solidFill>
              <a:schemeClr val="accent6"/>
            </a:solidFill>
            <a:latin typeface="Times New Roman" panose="02020603050405020304" pitchFamily="18" charset="0"/>
            <a:cs typeface="Times New Roman" panose="02020603050405020304" pitchFamily="18" charset="0"/>
          </a:endParaRPr>
        </a:p>
      </dsp:txBody>
      <dsp:txXfrm>
        <a:off x="1694272" y="2995271"/>
        <a:ext cx="4633288"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F29C-60F7-E1F0-AE41-5D88545712C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1B65633-FCED-66C9-3BA4-DE4A782C6F9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F231252-95A1-4000-F22A-64821FD97F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Roboto" panose="02000000000000000000" pitchFamily="2" charset="0"/>
            </a:endParaRPr>
          </a:p>
        </p:txBody>
      </p:sp>
      <p:sp>
        <p:nvSpPr>
          <p:cNvPr id="31747" name="Slide Number Placeholder 3">
            <a:extLst>
              <a:ext uri="{FF2B5EF4-FFF2-40B4-BE49-F238E27FC236}">
                <a16:creationId xmlns:a16="http://schemas.microsoft.com/office/drawing/2014/main" id="{6550F044-16E4-EA92-AF18-35300F7D36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a:t>
            </a:fld>
            <a:endParaRPr lang="en-GB" altLang="en-US"/>
          </a:p>
        </p:txBody>
      </p:sp>
    </p:spTree>
    <p:extLst>
      <p:ext uri="{BB962C8B-B14F-4D97-AF65-F5344CB8AC3E}">
        <p14:creationId xmlns:p14="http://schemas.microsoft.com/office/powerpoint/2010/main" val="968539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BD45-6ADD-4D94-96EB-CA91E08A083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A41E9BB1-4D4A-665E-9F05-41EE7EC42A35}"/>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F5EDE3B-470E-729E-E5A9-F1EFB2AE8C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sz="1200" b="1" kern="1200">
                <a:solidFill>
                  <a:schemeClr val="tx1"/>
                </a:solidFill>
                <a:effectLst/>
                <a:latin typeface="Arial" charset="0"/>
                <a:ea typeface="+mn-ea"/>
                <a:cs typeface="+mn-cs"/>
              </a:rPr>
              <a:t>AL2032450</a:t>
            </a:r>
            <a:endParaRPr lang="en-GB" altLang="en-US" b="1">
              <a:latin typeface="Arial" panose="020B0604020202020204" pitchFamily="34" charset="0"/>
            </a:endParaRPr>
          </a:p>
          <a:p>
            <a:pPr algn="l" rtl="1"/>
            <a:endParaRPr lang="en-GB" altLang="en-US">
              <a:latin typeface="Arial" panose="020B0604020202020204" pitchFamily="34" charset="0"/>
            </a:endParaRPr>
          </a:p>
        </p:txBody>
      </p:sp>
      <p:sp>
        <p:nvSpPr>
          <p:cNvPr id="31747" name="Slide Number Placeholder 3">
            <a:extLst>
              <a:ext uri="{FF2B5EF4-FFF2-40B4-BE49-F238E27FC236}">
                <a16:creationId xmlns:a16="http://schemas.microsoft.com/office/drawing/2014/main" id="{7610ED42-683C-D4A3-DF14-7BAF6F2E01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4</a:t>
            </a:fld>
            <a:endParaRPr lang="en-GB" altLang="en-US"/>
          </a:p>
        </p:txBody>
      </p:sp>
    </p:spTree>
    <p:extLst>
      <p:ext uri="{BB962C8B-B14F-4D97-AF65-F5344CB8AC3E}">
        <p14:creationId xmlns:p14="http://schemas.microsoft.com/office/powerpoint/2010/main" val="1775754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5</a:t>
            </a:fld>
            <a:endParaRPr lang="en-GB" altLang="en-US"/>
          </a:p>
        </p:txBody>
      </p:sp>
    </p:spTree>
    <p:extLst>
      <p:ext uri="{BB962C8B-B14F-4D97-AF65-F5344CB8AC3E}">
        <p14:creationId xmlns:p14="http://schemas.microsoft.com/office/powerpoint/2010/main" val="825913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 </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700726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7</a:t>
            </a:fld>
            <a:endParaRPr lang="en-GB" altLang="en-US"/>
          </a:p>
        </p:txBody>
      </p:sp>
    </p:spTree>
    <p:extLst>
      <p:ext uri="{BB962C8B-B14F-4D97-AF65-F5344CB8AC3E}">
        <p14:creationId xmlns:p14="http://schemas.microsoft.com/office/powerpoint/2010/main" val="2829407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8</a:t>
            </a:fld>
            <a:endParaRPr lang="en-GB" altLang="en-US"/>
          </a:p>
        </p:txBody>
      </p:sp>
    </p:spTree>
    <p:extLst>
      <p:ext uri="{BB962C8B-B14F-4D97-AF65-F5344CB8AC3E}">
        <p14:creationId xmlns:p14="http://schemas.microsoft.com/office/powerpoint/2010/main" val="3078355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sz="1200" b="1" i="0" u="none" strike="noStrike" kern="1200">
                <a:solidFill>
                  <a:schemeClr val="tx1"/>
                </a:solidFill>
                <a:effectLst/>
                <a:latin typeface="Arial" charset="0"/>
                <a:ea typeface="+mn-ea"/>
                <a:cs typeface="+mn-cs"/>
              </a:rPr>
              <a:t>AL2033320</a:t>
            </a:r>
          </a:p>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a:p>
        </p:txBody>
      </p:sp>
    </p:spTree>
    <p:extLst>
      <p:ext uri="{BB962C8B-B14F-4D97-AF65-F5344CB8AC3E}">
        <p14:creationId xmlns:p14="http://schemas.microsoft.com/office/powerpoint/2010/main" val="3466961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10</a:t>
            </a:fld>
            <a:endParaRPr lang="en-GB" altLang="en-US"/>
          </a:p>
        </p:txBody>
      </p:sp>
    </p:spTree>
    <p:extLst>
      <p:ext uri="{BB962C8B-B14F-4D97-AF65-F5344CB8AC3E}">
        <p14:creationId xmlns:p14="http://schemas.microsoft.com/office/powerpoint/2010/main" val="2224405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67CD6-41EC-CD62-5F9C-D87C2623C55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3216F0E-EAFC-A4AB-4224-6C7547F70B09}"/>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023268F1-BF6C-9D7E-A7B1-97BACA523C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sz="1200" b="1" i="0" u="none" strike="noStrike" kern="1200">
                <a:solidFill>
                  <a:schemeClr val="tx1"/>
                </a:solidFill>
                <a:effectLst/>
                <a:latin typeface="Arial" charset="0"/>
                <a:ea typeface="+mn-ea"/>
                <a:cs typeface="+mn-cs"/>
              </a:rPr>
              <a:t>AL2038448</a:t>
            </a:r>
          </a:p>
          <a:p>
            <a:pPr rtl="1"/>
            <a:br>
              <a:rPr lang="en-GB"/>
            </a:br>
            <a:endParaRPr lang="en-GB" b="1" i="0">
              <a:effectLst/>
              <a:latin typeface="Roboto" panose="02000000000000000000" pitchFamily="2" charset="0"/>
            </a:endParaRPr>
          </a:p>
        </p:txBody>
      </p:sp>
      <p:sp>
        <p:nvSpPr>
          <p:cNvPr id="31747" name="Slide Number Placeholder 3">
            <a:extLst>
              <a:ext uri="{FF2B5EF4-FFF2-40B4-BE49-F238E27FC236}">
                <a16:creationId xmlns:a16="http://schemas.microsoft.com/office/drawing/2014/main" id="{00C0A613-8B34-488B-0B38-20F74FAF44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11</a:t>
            </a:fld>
            <a:endParaRPr lang="en-GB" altLang="en-US"/>
          </a:p>
        </p:txBody>
      </p:sp>
    </p:spTree>
    <p:extLst>
      <p:ext uri="{BB962C8B-B14F-4D97-AF65-F5344CB8AC3E}">
        <p14:creationId xmlns:p14="http://schemas.microsoft.com/office/powerpoint/2010/main" val="260988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Roboto" panose="02000000000000000000" pitchFamily="2"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12</a:t>
            </a:fld>
            <a:endParaRPr lang="en-GB" altLang="en-US"/>
          </a:p>
        </p:txBody>
      </p:sp>
    </p:spTree>
    <p:extLst>
      <p:ext uri="{BB962C8B-B14F-4D97-AF65-F5344CB8AC3E}">
        <p14:creationId xmlns:p14="http://schemas.microsoft.com/office/powerpoint/2010/main" val="1304012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2553947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sz="1200" b="1" kern="1200" dirty="0">
                <a:solidFill>
                  <a:schemeClr val="tx1"/>
                </a:solidFill>
                <a:effectLst/>
                <a:latin typeface="Arial" charset="0"/>
                <a:ea typeface="+mn-ea"/>
                <a:cs typeface="+mn-cs"/>
              </a:rPr>
              <a:t>AL</a:t>
            </a:r>
            <a:r>
              <a:rPr lang="en-US" sz="1200" b="1" kern="1200" dirty="0">
                <a:solidFill>
                  <a:schemeClr val="tx1"/>
                </a:solidFill>
                <a:effectLst/>
                <a:latin typeface="Arial" charset="0"/>
                <a:ea typeface="+mn-ea"/>
                <a:cs typeface="+mn-cs"/>
              </a:rPr>
              <a:t>	</a:t>
            </a:r>
            <a:r>
              <a:rPr lang="ar" sz="1200" b="1" kern="1200" dirty="0">
                <a:solidFill>
                  <a:schemeClr val="tx1"/>
                </a:solidFill>
                <a:effectLst/>
                <a:latin typeface="Arial" charset="0"/>
                <a:ea typeface="+mn-ea"/>
                <a:cs typeface="+mn-cs"/>
              </a:rPr>
              <a:t>2004174</a:t>
            </a:r>
            <a:r>
              <a:rPr lang="ar" b="1" dirty="0">
                <a:effectLst/>
              </a:rPr>
              <a:t> </a:t>
            </a:r>
            <a:endParaRPr lang="en-GB" b="1" dirty="0">
              <a:solidFill>
                <a:schemeClr val="tx1"/>
              </a:solidFill>
            </a:endParaRP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14</a:t>
            </a:fld>
            <a:endParaRPr lang="en-GB" altLang="en-US"/>
          </a:p>
        </p:txBody>
      </p:sp>
    </p:spTree>
    <p:extLst>
      <p:ext uri="{BB962C8B-B14F-4D97-AF65-F5344CB8AC3E}">
        <p14:creationId xmlns:p14="http://schemas.microsoft.com/office/powerpoint/2010/main" val="616600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15</a:t>
            </a:fld>
            <a:endParaRPr lang="en-GB" altLang="en-US"/>
          </a:p>
        </p:txBody>
      </p:sp>
    </p:spTree>
    <p:extLst>
      <p:ext uri="{BB962C8B-B14F-4D97-AF65-F5344CB8AC3E}">
        <p14:creationId xmlns:p14="http://schemas.microsoft.com/office/powerpoint/2010/main" val="3812341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 </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3399485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17</a:t>
            </a:fld>
            <a:endParaRPr lang="en-GB" altLang="en-US"/>
          </a:p>
        </p:txBody>
      </p:sp>
    </p:spTree>
    <p:extLst>
      <p:ext uri="{BB962C8B-B14F-4D97-AF65-F5344CB8AC3E}">
        <p14:creationId xmlns:p14="http://schemas.microsoft.com/office/powerpoint/2010/main" val="3725263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sz="1200" b="1" kern="1200">
                <a:solidFill>
                  <a:schemeClr val="tx1"/>
                </a:solidFill>
                <a:effectLst/>
                <a:latin typeface="Arial" charset="0"/>
                <a:ea typeface="+mn-ea"/>
                <a:cs typeface="+mn-cs"/>
              </a:rPr>
              <a:t>AL1472255</a:t>
            </a:r>
            <a:r>
              <a:rPr lang="ar" b="1">
                <a:effectLst/>
              </a:rPr>
              <a:t> </a:t>
            </a:r>
            <a:endParaRPr lang="en-US" b="1"/>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18</a:t>
            </a:fld>
            <a:endParaRPr lang="en-GB" altLang="en-US"/>
          </a:p>
        </p:txBody>
      </p:sp>
    </p:spTree>
    <p:extLst>
      <p:ext uri="{BB962C8B-B14F-4D97-AF65-F5344CB8AC3E}">
        <p14:creationId xmlns:p14="http://schemas.microsoft.com/office/powerpoint/2010/main" val="857546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19</a:t>
            </a:fld>
            <a:endParaRPr lang="en-GB" altLang="en-US"/>
          </a:p>
        </p:txBody>
      </p:sp>
    </p:spTree>
    <p:extLst>
      <p:ext uri="{BB962C8B-B14F-4D97-AF65-F5344CB8AC3E}">
        <p14:creationId xmlns:p14="http://schemas.microsoft.com/office/powerpoint/2010/main" val="13479569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sz="1200" b="1" kern="1200">
                <a:solidFill>
                  <a:schemeClr val="tx1"/>
                </a:solidFill>
                <a:effectLst/>
                <a:latin typeface="Arial" charset="0"/>
                <a:ea typeface="+mn-ea"/>
                <a:cs typeface="+mn-cs"/>
              </a:rPr>
              <a:t>AL2070104</a:t>
            </a:r>
            <a:r>
              <a:rPr lang="ar" b="1">
                <a:effectLst/>
              </a:rPr>
              <a:t> </a:t>
            </a:r>
            <a:endParaRPr lang="en-US" b="1"/>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20</a:t>
            </a:fld>
            <a:endParaRPr lang="en-GB" altLang="en-US"/>
          </a:p>
        </p:txBody>
      </p:sp>
    </p:spTree>
    <p:extLst>
      <p:ext uri="{BB962C8B-B14F-4D97-AF65-F5344CB8AC3E}">
        <p14:creationId xmlns:p14="http://schemas.microsoft.com/office/powerpoint/2010/main" val="50122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E88E2-489E-1674-828A-4B0375D5176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5C90619-D921-C10C-E4BD-CA488C33918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69E2DF8-89CA-9F20-A91F-38D9081C54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6523A658-FC93-0217-63E3-198A77E86F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2985028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22</a:t>
            </a:fld>
            <a:endParaRPr lang="en-GB" altLang="en-US"/>
          </a:p>
        </p:txBody>
      </p:sp>
    </p:spTree>
    <p:extLst>
      <p:ext uri="{BB962C8B-B14F-4D97-AF65-F5344CB8AC3E}">
        <p14:creationId xmlns:p14="http://schemas.microsoft.com/office/powerpoint/2010/main" val="10957142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932AB-25E3-AD0F-5E5F-1EF137798129}"/>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3682576-D601-B951-E806-7F4D9628D668}"/>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523E22D-A045-968E-DE6D-9C4A65BD6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F1ADCC05-4E4C-F54A-D644-F4B388D826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23</a:t>
            </a:fld>
            <a:endParaRPr lang="en-GB" altLang="en-US"/>
          </a:p>
        </p:txBody>
      </p:sp>
    </p:spTree>
    <p:extLst>
      <p:ext uri="{BB962C8B-B14F-4D97-AF65-F5344CB8AC3E}">
        <p14:creationId xmlns:p14="http://schemas.microsoft.com/office/powerpoint/2010/main" val="37038854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defRPr/>
            </a:pPr>
            <a:r>
              <a:rPr lang="en-GB" b="1" i="0" u="none" strike="noStrike" dirty="0">
                <a:effectLst/>
                <a:latin typeface="Roboto" panose="02000000000000000000" pitchFamily="2" charset="0"/>
              </a:rPr>
              <a:t>	</a:t>
            </a: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24</a:t>
            </a:fld>
            <a:endParaRPr lang="en-GB" altLang="en-US"/>
          </a:p>
        </p:txBody>
      </p:sp>
    </p:spTree>
    <p:extLst>
      <p:ext uri="{BB962C8B-B14F-4D97-AF65-F5344CB8AC3E}">
        <p14:creationId xmlns:p14="http://schemas.microsoft.com/office/powerpoint/2010/main" val="27165825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D3239-E4CB-1634-B8C2-59C0FAA76955}"/>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64B63E6-A7C5-96B4-51FB-66A28746C8B7}"/>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5C931C68-FBB5-AE95-CD2F-274A39658D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defRPr/>
            </a:pPr>
            <a:endParaRPr lang="en-GB" b="1" i="0" u="none" strike="noStrike">
              <a:effectLst/>
              <a:latin typeface="Roboto" panose="02000000000000000000" pitchFamily="2" charset="0"/>
            </a:endParaRPr>
          </a:p>
        </p:txBody>
      </p:sp>
      <p:sp>
        <p:nvSpPr>
          <p:cNvPr id="31747" name="Slide Number Placeholder 3">
            <a:extLst>
              <a:ext uri="{FF2B5EF4-FFF2-40B4-BE49-F238E27FC236}">
                <a16:creationId xmlns:a16="http://schemas.microsoft.com/office/drawing/2014/main" id="{E531A3ED-1A82-C69D-5C8E-5AAA128051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25</a:t>
            </a:fld>
            <a:endParaRPr lang="en-GB" altLang="en-US"/>
          </a:p>
        </p:txBody>
      </p:sp>
    </p:spTree>
    <p:extLst>
      <p:ext uri="{BB962C8B-B14F-4D97-AF65-F5344CB8AC3E}">
        <p14:creationId xmlns:p14="http://schemas.microsoft.com/office/powerpoint/2010/main" val="33013352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b="1" i="0" u="none" strike="noStrike">
                <a:effectLst/>
                <a:latin typeface="Roboto" panose="02000000000000000000" pitchFamily="2" charset="0"/>
              </a:rPr>
              <a:t> </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26</a:t>
            </a:fld>
            <a:endParaRPr lang="en-GB" altLang="en-US"/>
          </a:p>
        </p:txBody>
      </p:sp>
    </p:spTree>
    <p:extLst>
      <p:ext uri="{BB962C8B-B14F-4D97-AF65-F5344CB8AC3E}">
        <p14:creationId xmlns:p14="http://schemas.microsoft.com/office/powerpoint/2010/main" val="26366759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27</a:t>
            </a:fld>
            <a:endParaRPr lang="en-GB" altLang="en-US"/>
          </a:p>
        </p:txBody>
      </p:sp>
    </p:spTree>
    <p:extLst>
      <p:ext uri="{BB962C8B-B14F-4D97-AF65-F5344CB8AC3E}">
        <p14:creationId xmlns:p14="http://schemas.microsoft.com/office/powerpoint/2010/main" val="29906452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28</a:t>
            </a:fld>
            <a:endParaRPr lang="en-GB" altLang="en-US"/>
          </a:p>
        </p:txBody>
      </p:sp>
    </p:spTree>
    <p:extLst>
      <p:ext uri="{BB962C8B-B14F-4D97-AF65-F5344CB8AC3E}">
        <p14:creationId xmlns:p14="http://schemas.microsoft.com/office/powerpoint/2010/main" val="9820520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29</a:t>
            </a:fld>
            <a:endParaRPr lang="en-GB" altLang="en-US"/>
          </a:p>
        </p:txBody>
      </p:sp>
    </p:spTree>
    <p:extLst>
      <p:ext uri="{BB962C8B-B14F-4D97-AF65-F5344CB8AC3E}">
        <p14:creationId xmlns:p14="http://schemas.microsoft.com/office/powerpoint/2010/main" val="4031828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30</a:t>
            </a:fld>
            <a:endParaRPr lang="en-GB" altLang="en-US"/>
          </a:p>
        </p:txBody>
      </p:sp>
    </p:spTree>
    <p:extLst>
      <p:ext uri="{BB962C8B-B14F-4D97-AF65-F5344CB8AC3E}">
        <p14:creationId xmlns:p14="http://schemas.microsoft.com/office/powerpoint/2010/main" val="10985763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br>
              <a:rPr lang="en-GB"/>
            </a:br>
            <a:r>
              <a:rPr lang="ar" sz="1200" b="0" i="0" u="none" strike="noStrike" kern="1200">
                <a:solidFill>
                  <a:schemeClr val="tx1"/>
                </a:solidFill>
                <a:effectLst/>
                <a:latin typeface="Arial" charset="0"/>
                <a:ea typeface="+mn-ea"/>
                <a:cs typeface="+mn-cs"/>
              </a:rPr>
              <a:t>AL1477529</a:t>
            </a: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31</a:t>
            </a:fld>
            <a:endParaRPr lang="en-GB" altLang="en-US"/>
          </a:p>
        </p:txBody>
      </p:sp>
    </p:spTree>
    <p:extLst>
      <p:ext uri="{BB962C8B-B14F-4D97-AF65-F5344CB8AC3E}">
        <p14:creationId xmlns:p14="http://schemas.microsoft.com/office/powerpoint/2010/main" val="2043394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946B5-B4A0-0C54-6AC3-71B9362406D5}"/>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19C9762E-BC3C-5235-61DC-9CBA050E4E9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2FBE7E3-45C9-9101-7E63-0CB31B83CD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a:effectLst/>
              <a:latin typeface="Arial" panose="020B0604020202020204" pitchFamily="34" charset="0"/>
              <a:cs typeface="Arial" panose="020B0604020202020204" pitchFamily="34" charset="0"/>
            </a:endParaRPr>
          </a:p>
        </p:txBody>
      </p:sp>
      <p:sp>
        <p:nvSpPr>
          <p:cNvPr id="31747" name="Slide Number Placeholder 3">
            <a:extLst>
              <a:ext uri="{FF2B5EF4-FFF2-40B4-BE49-F238E27FC236}">
                <a16:creationId xmlns:a16="http://schemas.microsoft.com/office/drawing/2014/main" id="{612256E8-11DF-75AD-E367-685524EE56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32</a:t>
            </a:fld>
            <a:endParaRPr lang="en-GB" altLang="en-US"/>
          </a:p>
        </p:txBody>
      </p:sp>
    </p:spTree>
    <p:extLst>
      <p:ext uri="{BB962C8B-B14F-4D97-AF65-F5344CB8AC3E}">
        <p14:creationId xmlns:p14="http://schemas.microsoft.com/office/powerpoint/2010/main" val="39441617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63288-A101-249A-36EE-A46EC009FA4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78EBD46E-F621-0998-E091-06EABA0FC54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3851848-7FE0-A8E8-878C-783041545F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9E5B2359-1977-30E0-63F1-1630B37F31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13469964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34</a:t>
            </a:fld>
            <a:endParaRPr lang="en-GB" altLang="en-US"/>
          </a:p>
        </p:txBody>
      </p:sp>
    </p:spTree>
    <p:extLst>
      <p:ext uri="{BB962C8B-B14F-4D97-AF65-F5344CB8AC3E}">
        <p14:creationId xmlns:p14="http://schemas.microsoft.com/office/powerpoint/2010/main" val="40301296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35</a:t>
            </a:fld>
            <a:endParaRPr lang="en-GB" altLang="en-US"/>
          </a:p>
        </p:txBody>
      </p:sp>
    </p:spTree>
    <p:extLst>
      <p:ext uri="{BB962C8B-B14F-4D97-AF65-F5344CB8AC3E}">
        <p14:creationId xmlns:p14="http://schemas.microsoft.com/office/powerpoint/2010/main" val="457338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7D0C-8ECA-030B-650C-822ED5A699D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47B890D-8FD6-72B0-7D25-CF3AEDB0225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57281A7-BEBD-9733-1161-EBC46D70EC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sz="1200" b="1" i="0" u="none" strike="noStrike" kern="1200" dirty="0">
                <a:solidFill>
                  <a:schemeClr val="tx1"/>
                </a:solidFill>
                <a:effectLst/>
                <a:latin typeface="Arial" charset="0"/>
                <a:ea typeface="+mn-ea"/>
                <a:cs typeface="+mn-cs"/>
              </a:rPr>
              <a:t>AL2133938</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latin typeface="Roboto" panose="02000000000000000000" pitchFamily="2" charset="0"/>
            </a:endParaRPr>
          </a:p>
        </p:txBody>
      </p:sp>
      <p:sp>
        <p:nvSpPr>
          <p:cNvPr id="31747" name="Slide Number Placeholder 3">
            <a:extLst>
              <a:ext uri="{FF2B5EF4-FFF2-40B4-BE49-F238E27FC236}">
                <a16:creationId xmlns:a16="http://schemas.microsoft.com/office/drawing/2014/main" id="{45C049F8-98D7-2DA4-B788-4E5F73D2F0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36</a:t>
            </a:fld>
            <a:endParaRPr lang="en-GB" altLang="en-US"/>
          </a:p>
        </p:txBody>
      </p:sp>
    </p:spTree>
    <p:extLst>
      <p:ext uri="{BB962C8B-B14F-4D97-AF65-F5344CB8AC3E}">
        <p14:creationId xmlns:p14="http://schemas.microsoft.com/office/powerpoint/2010/main" val="4108836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7D0C-8ECA-030B-650C-822ED5A699D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47B890D-8FD6-72B0-7D25-CF3AEDB0225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57281A7-BEBD-9733-1161-EBC46D70EC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171450" indent="-171450" rtl="1">
              <a:buFont typeface="Arial" panose="020B0604020202020204" pitchFamily="34" charset="0"/>
              <a:buChar char="•"/>
            </a:pPr>
            <a:r>
              <a:rPr lang="ar" sz="1200" b="1" kern="1200" dirty="0">
                <a:solidFill>
                  <a:schemeClr val="tx1"/>
                </a:solidFill>
                <a:effectLst/>
                <a:latin typeface="Arial" charset="0"/>
                <a:ea typeface="+mn-ea"/>
                <a:cs typeface="+mn-cs"/>
              </a:rPr>
              <a:t>AL1400191</a:t>
            </a:r>
            <a:r>
              <a:rPr lang="en-US" sz="1200" b="1" kern="1200" dirty="0">
                <a:solidFill>
                  <a:schemeClr val="tx1"/>
                </a:solidFill>
                <a:effectLst/>
                <a:latin typeface="Arial" charset="0"/>
                <a:ea typeface="+mn-ea"/>
                <a:cs typeface="+mn-cs"/>
              </a:rPr>
              <a:t>	</a:t>
            </a:r>
            <a:r>
              <a:rPr lang="ar" b="1" dirty="0">
                <a:effectLst/>
              </a:rPr>
              <a:t> </a:t>
            </a:r>
            <a:endParaRPr lang="en-GB" altLang="en-US" b="1"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45C049F8-98D7-2DA4-B788-4E5F73D2F0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37</a:t>
            </a:fld>
            <a:endParaRPr lang="en-GB" altLang="en-US"/>
          </a:p>
        </p:txBody>
      </p:sp>
    </p:spTree>
    <p:extLst>
      <p:ext uri="{BB962C8B-B14F-4D97-AF65-F5344CB8AC3E}">
        <p14:creationId xmlns:p14="http://schemas.microsoft.com/office/powerpoint/2010/main" val="35842494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effectLst/>
              <a:latin typeface="Helvetica" pitchFamily="2" charset="0"/>
            </a:endParaRPr>
          </a:p>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38</a:t>
            </a:fld>
            <a:endParaRPr lang="en-GB" altLang="en-US"/>
          </a:p>
        </p:txBody>
      </p:sp>
    </p:spTree>
    <p:extLst>
      <p:ext uri="{BB962C8B-B14F-4D97-AF65-F5344CB8AC3E}">
        <p14:creationId xmlns:p14="http://schemas.microsoft.com/office/powerpoint/2010/main" val="12336793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39</a:t>
            </a:fld>
            <a:endParaRPr lang="en-GB" altLang="en-US"/>
          </a:p>
        </p:txBody>
      </p:sp>
    </p:spTree>
    <p:extLst>
      <p:ext uri="{BB962C8B-B14F-4D97-AF65-F5344CB8AC3E}">
        <p14:creationId xmlns:p14="http://schemas.microsoft.com/office/powerpoint/2010/main" val="25779514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40</a:t>
            </a:fld>
            <a:endParaRPr lang="en-GB" altLang="en-US"/>
          </a:p>
        </p:txBody>
      </p:sp>
    </p:spTree>
    <p:extLst>
      <p:ext uri="{BB962C8B-B14F-4D97-AF65-F5344CB8AC3E}">
        <p14:creationId xmlns:p14="http://schemas.microsoft.com/office/powerpoint/2010/main" val="3109920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41</a:t>
            </a:fld>
            <a:endParaRPr lang="en-GB" altLang="en-US"/>
          </a:p>
        </p:txBody>
      </p:sp>
    </p:spTree>
    <p:extLst>
      <p:ext uri="{BB962C8B-B14F-4D97-AF65-F5344CB8AC3E}">
        <p14:creationId xmlns:p14="http://schemas.microsoft.com/office/powerpoint/2010/main" val="28765177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6.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5.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8.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313241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0492544"/>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27089029"/>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97727003"/>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54089648"/>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53870987"/>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40779964"/>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60455431"/>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49455710"/>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24011895"/>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6964402"/>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08467467"/>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58396018"/>
      </p:ext>
    </p:extLst>
  </p:cSld>
  <p:clrMapOvr>
    <a:masterClrMapping/>
  </p:clrMapOvr>
  <p:transition>
    <p:sndAc>
      <p:stSnd>
        <p:snd r:embed="rId1" name="click.wav"/>
      </p:stSnd>
    </p:sndAc>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16870689"/>
      </p:ext>
    </p:extLst>
  </p:cSld>
  <p:clrMapOvr>
    <a:masterClrMapping/>
  </p:clrMapOvr>
  <p:transition>
    <p:sndAc>
      <p:stSnd>
        <p:snd r:embed="rId1" name="click.wav"/>
      </p:stSnd>
    </p:sndAc>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8273899"/>
      </p:ext>
    </p:extLst>
  </p:cSld>
  <p:clrMapOvr>
    <a:masterClrMapping/>
  </p:clrMapOvr>
  <p:transition>
    <p:sndAc>
      <p:stSnd>
        <p:snd r:embed="rId1" name="click.wav"/>
      </p:stSnd>
    </p:sndAc>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746353"/>
      </p:ext>
    </p:extLst>
  </p:cSld>
  <p:clrMapOvr>
    <a:masterClrMapping/>
  </p:clrMapOvr>
  <p:transition>
    <p:sndAc>
      <p:stSnd>
        <p:snd r:embed="rId1" name="click.wav"/>
      </p:stSnd>
    </p:sndAc>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86515145"/>
      </p:ext>
    </p:extLst>
  </p:cSld>
  <p:clrMapOvr>
    <a:masterClrMapping/>
  </p:clrMapOvr>
  <p:transition>
    <p:sndAc>
      <p:stSnd>
        <p:snd r:embed="rId1" name="click.wav"/>
      </p:stSnd>
    </p:sndAc>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1601815"/>
      </p:ext>
    </p:extLst>
  </p:cSld>
  <p:clrMapOvr>
    <a:masterClrMapping/>
  </p:clrMapOvr>
  <p:transition>
    <p:sndAc>
      <p:stSnd>
        <p:snd r:embed="rId1" name="click.wav"/>
      </p:stSnd>
    </p:sndAc>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15916"/>
      </p:ext>
    </p:extLst>
  </p:cSld>
  <p:clrMapOvr>
    <a:masterClrMapping/>
  </p:clrMapOvr>
  <p:transition>
    <p:sndAc>
      <p:stSnd>
        <p:snd r:embed="rId1" name="click.wav"/>
      </p:stSnd>
    </p:sndAc>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15017319"/>
      </p:ext>
    </p:extLst>
  </p:cSld>
  <p:clrMapOvr>
    <a:masterClrMapping/>
  </p:clrMapOvr>
  <p:transition>
    <p:sndAc>
      <p:stSnd>
        <p:snd r:embed="rId1" name="click.wav"/>
      </p:stSnd>
    </p:sndAc>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4887850"/>
      </p:ext>
    </p:extLst>
  </p:cSld>
  <p:clrMapOvr>
    <a:masterClrMapping/>
  </p:clrMapOvr>
  <p:transition>
    <p:sndAc>
      <p:stSnd>
        <p:snd r:embed="rId1" name="click.wav"/>
      </p:stSnd>
    </p:sndAc>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49496821"/>
      </p:ext>
    </p:extLst>
  </p:cSld>
  <p:clrMapOvr>
    <a:masterClrMapping/>
  </p:clrMapOvr>
  <p:transition>
    <p:sndAc>
      <p:stSnd>
        <p:snd r:embed="rId1" name="click.wav"/>
      </p:stSnd>
    </p:sndAc>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0494618"/>
      </p:ext>
    </p:extLst>
  </p:cSld>
  <p:clrMapOvr>
    <a:masterClrMapping/>
  </p:clrMapOvr>
  <p:transition>
    <p:sndAc>
      <p:stSnd>
        <p:snd r:embed="rId1" name="click.wav"/>
      </p:stSnd>
    </p:sndAc>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57990214"/>
      </p:ext>
    </p:extLst>
  </p:cSld>
  <p:clrMapOvr>
    <a:masterClrMapping/>
  </p:clrMapOvr>
  <p:transition>
    <p:sndAc>
      <p:stSnd>
        <p:snd r:embed="rId1" name="click.wav"/>
      </p:stSnd>
    </p:sndAc>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6632829"/>
      </p:ext>
    </p:extLst>
  </p:cSld>
  <p:clrMapOvr>
    <a:masterClrMapping/>
  </p:clrMapOvr>
  <p:transition>
    <p:sndAc>
      <p:stSnd>
        <p:snd r:embed="rId1" name="click.wav"/>
      </p:stSnd>
    </p:sndAc>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598676"/>
      </p:ext>
    </p:extLst>
  </p:cSld>
  <p:clrMapOvr>
    <a:masterClrMapping/>
  </p:clrMapOvr>
  <p:transition>
    <p:sndAc>
      <p:stSnd>
        <p:snd r:embed="rId1" name="click.wav"/>
      </p:stSnd>
    </p:sndAc>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51109234"/>
      </p:ext>
    </p:extLst>
  </p:cSld>
  <p:clrMapOvr>
    <a:masterClrMapping/>
  </p:clrMapOvr>
  <p:transition>
    <p:sndAc>
      <p:stSnd>
        <p:snd r:embed="rId1" name="click.wav"/>
      </p:stSnd>
    </p:sndAc>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8898297"/>
      </p:ext>
    </p:extLst>
  </p:cSld>
  <p:clrMapOvr>
    <a:masterClrMapping/>
  </p:clrMapOvr>
  <p:transition>
    <p:sndAc>
      <p:stSnd>
        <p:snd r:embed="rId1" name="click.wav"/>
      </p:stSnd>
    </p:sndAc>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19663635"/>
      </p:ext>
    </p:extLst>
  </p:cSld>
  <p:clrMapOvr>
    <a:masterClrMapping/>
  </p:clrMapOvr>
  <p:transition>
    <p:sndAc>
      <p:stSnd>
        <p:snd r:embed="rId1" name="click.wav"/>
      </p:stSnd>
    </p:sndAc>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7072292"/>
      </p:ext>
    </p:extLst>
  </p:cSld>
  <p:clrMapOvr>
    <a:masterClrMapping/>
  </p:clrMapOvr>
  <p:transition>
    <p:sndAc>
      <p:stSnd>
        <p:snd r:embed="rId1" name="click.wav"/>
      </p:stSnd>
    </p:sndAc>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9662465"/>
      </p:ext>
    </p:extLst>
  </p:cSld>
  <p:clrMapOvr>
    <a:masterClrMapping/>
  </p:clrMapOvr>
  <p:transition>
    <p:sndAc>
      <p:stSnd>
        <p:snd r:embed="rId1" name="click.wav"/>
      </p:stSnd>
    </p:sndAc>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0114295"/>
      </p:ext>
    </p:extLst>
  </p:cSld>
  <p:clrMapOvr>
    <a:masterClrMapping/>
  </p:clrMapOvr>
  <p:transition>
    <p:sndAc>
      <p:stSnd>
        <p:snd r:embed="rId1" name="click.wav"/>
      </p:stSnd>
    </p:sndAc>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66395932"/>
      </p:ext>
    </p:extLst>
  </p:cSld>
  <p:clrMapOvr>
    <a:masterClrMapping/>
  </p:clrMapOvr>
  <p:transition>
    <p:sndAc>
      <p:stSnd>
        <p:snd r:embed="rId1" name="click.wav"/>
      </p:stSnd>
    </p:sndAc>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7073188"/>
      </p:ext>
    </p:extLst>
  </p:cSld>
  <p:clrMapOvr>
    <a:masterClrMapping/>
  </p:clrMapOvr>
  <p:transition>
    <p:sndAc>
      <p:stSnd>
        <p:snd r:embed="rId1" name="click.wav"/>
      </p:stSnd>
    </p:sndAc>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3131022"/>
      </p:ext>
    </p:extLst>
  </p:cSld>
  <p:clrMapOvr>
    <a:masterClrMapping/>
  </p:clrMapOvr>
  <p:transition>
    <p:sndAc>
      <p:stSnd>
        <p:snd r:embed="rId1" name="click.wav"/>
      </p:stSnd>
    </p:sndAc>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28944972"/>
      </p:ext>
    </p:extLst>
  </p:cSld>
  <p:clrMapOvr>
    <a:masterClrMapping/>
  </p:clrMapOvr>
  <p:transition>
    <p:sndAc>
      <p:stSnd>
        <p:snd r:embed="rId1" name="click.wav"/>
      </p:stSnd>
    </p:sndAc>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647884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7.jpe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audio" Target="../media/audio1.bin"/><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e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e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9.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10.jpe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theme" Target="../theme/theme10.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5" Type="http://schemas.openxmlformats.org/officeDocument/2006/relationships/image" Target="../media/image11.png"/><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audio" Target="../media/audio1.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theme" Target="../theme/theme11.xml"/><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slideLayout" Target="../slideLayouts/slideLayout135.xml"/><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5" Type="http://schemas.openxmlformats.org/officeDocument/2006/relationships/image" Target="../media/image12.png"/><Relationship Id="rId10" Type="http://schemas.openxmlformats.org/officeDocument/2006/relationships/slideLayout" Target="../slideLayouts/slideLayout133.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audio" Target="../media/audio1.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theme" Target="../theme/theme12.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5" Type="http://schemas.openxmlformats.org/officeDocument/2006/relationships/image" Target="../media/image13.png"/><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audio" Target="../media/audio1.bin"/></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theme" Target="../theme/theme13.xml"/><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slideLayout" Target="../slideLayouts/slideLayout159.xml"/><Relationship Id="rId2" Type="http://schemas.openxmlformats.org/officeDocument/2006/relationships/slideLayout" Target="../slideLayouts/slideLayout149.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5" Type="http://schemas.openxmlformats.org/officeDocument/2006/relationships/image" Target="../media/image14.png"/><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audio" Target="../media/audio1.bin"/></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7.xml"/><Relationship Id="rId13" Type="http://schemas.openxmlformats.org/officeDocument/2006/relationships/slideLayout" Target="../slideLayouts/slideLayout172.xml"/><Relationship Id="rId3" Type="http://schemas.openxmlformats.org/officeDocument/2006/relationships/slideLayout" Target="../slideLayouts/slideLayout162.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17" Type="http://schemas.openxmlformats.org/officeDocument/2006/relationships/image" Target="../media/image16.jpeg"/><Relationship Id="rId2" Type="http://schemas.openxmlformats.org/officeDocument/2006/relationships/slideLayout" Target="../slideLayouts/slideLayout161.xml"/><Relationship Id="rId16" Type="http://schemas.openxmlformats.org/officeDocument/2006/relationships/image" Target="../media/image15.png"/><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5" Type="http://schemas.openxmlformats.org/officeDocument/2006/relationships/slideLayout" Target="../slideLayouts/slideLayout164.xml"/><Relationship Id="rId15" Type="http://schemas.openxmlformats.org/officeDocument/2006/relationships/audio" Target="../media/audio1.bin"/><Relationship Id="rId10" Type="http://schemas.openxmlformats.org/officeDocument/2006/relationships/slideLayout" Target="../slideLayouts/slideLayout169.xml"/><Relationship Id="rId4" Type="http://schemas.openxmlformats.org/officeDocument/2006/relationships/slideLayout" Target="../slideLayouts/slideLayout163.xml"/><Relationship Id="rId9" Type="http://schemas.openxmlformats.org/officeDocument/2006/relationships/slideLayout" Target="../slideLayouts/slideLayout168.xml"/><Relationship Id="rId1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92384E05-9E1C-E490-9AFD-934E80BEE906}"/>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11112"/>
            <a:ext cx="9144000" cy="1076325"/>
          </a:xfrm>
          <a:prstGeom prst="rect">
            <a:avLst/>
          </a:prstGeom>
        </p:spPr>
      </p:pic>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5" name="Picture 4">
            <a:extLst>
              <a:ext uri="{FF2B5EF4-FFF2-40B4-BE49-F238E27FC236}">
                <a16:creationId xmlns:a16="http://schemas.microsoft.com/office/drawing/2014/main" id="{8808BF29-9A3B-CF6C-9FC1-DF71046C0764}"/>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27384"/>
            <a:ext cx="9144000" cy="1076325"/>
          </a:xfrm>
          <a:prstGeom prst="rect">
            <a:avLst/>
          </a:prstGeom>
        </p:spPr>
      </p:pic>
    </p:spTree>
    <p:extLst>
      <p:ext uri="{BB962C8B-B14F-4D97-AF65-F5344CB8AC3E}">
        <p14:creationId xmlns:p14="http://schemas.microsoft.com/office/powerpoint/2010/main" val="571902250"/>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1E828300-C9A3-A6C9-BCC9-A9F536AAE611}"/>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325816024"/>
      </p:ext>
    </p:extLst>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 id="2147484956" r:id="rId11"/>
    <p:sldLayoutId id="2147484957"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46444E42-22D5-3C44-D060-73B1D9BC95A7}"/>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42084CCC-2836-BEFD-D3FA-58984FD41023}"/>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14089"/>
            <a:ext cx="9144000" cy="1076325"/>
          </a:xfrm>
          <a:prstGeom prst="rect">
            <a:avLst/>
          </a:prstGeom>
        </p:spPr>
      </p:pic>
      <p:pic>
        <p:nvPicPr>
          <p:cNvPr id="2" name="Picture 8">
            <a:extLst>
              <a:ext uri="{FF2B5EF4-FFF2-40B4-BE49-F238E27FC236}">
                <a16:creationId xmlns:a16="http://schemas.microsoft.com/office/drawing/2014/main" id="{BD96EF5C-C0F3-0C5B-C9E8-722AFE48BEB4}"/>
              </a:ext>
            </a:extLst>
          </p:cNvPr>
          <p:cNvPicPr>
            <a:picLocks noChangeAspect="1" noChangeArrowheads="1"/>
          </p:cNvPicPr>
          <p:nvPr userDrawn="1"/>
        </p:nvPicPr>
        <p:blipFill rotWithShape="1">
          <a:blip r:embed="rId17"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1BB4D39-B59A-406C-CA0F-FAD3E29B2132}"/>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a:t>
            </a:r>
            <a:r>
              <a:rPr lang="ar-EG" sz="2500" b="1" dirty="0">
                <a:latin typeface="Sakkal Majalla" panose="02000000000000000000" pitchFamily="2" charset="-78"/>
                <a:cs typeface="Sakkal Majalla" panose="02000000000000000000" pitchFamily="2" charset="-78"/>
              </a:rPr>
              <a:t>ل</a:t>
            </a:r>
            <a:r>
              <a:rPr lang="ar" sz="2500" b="1" dirty="0">
                <a:latin typeface="Sakkal Majalla" panose="02000000000000000000" pitchFamily="2" charset="-78"/>
                <a:cs typeface="Sakkal Majalla" panose="02000000000000000000" pitchFamily="2" charset="-78"/>
              </a:rPr>
              <a:t>لمستوى </a:t>
            </a:r>
            <a:r>
              <a:rPr lang="ar-EG" sz="2500" b="1" dirty="0">
                <a:latin typeface="Sakkal Majalla" panose="02000000000000000000" pitchFamily="2" charset="-78"/>
                <a:cs typeface="Sakkal Majalla" panose="02000000000000000000" pitchFamily="2" charset="-78"/>
              </a:rPr>
              <a:t>2</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الرياضة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68742601"/>
      </p:ext>
    </p:extLst>
  </p:cSld>
  <p:clrMap bg1="lt1" tx1="dk1" bg2="lt2" tx2="dk2" accent1="accent1" accent2="accent2" accent3="accent3" accent4="accent4" accent5="accent5" accent6="accent6" hlink="hlink" folHlink="folHlink"/>
  <p:sldLayoutIdLst>
    <p:sldLayoutId id="2147484972" r:id="rId1"/>
    <p:sldLayoutId id="2147484973" r:id="rId2"/>
    <p:sldLayoutId id="2147484974" r:id="rId3"/>
    <p:sldLayoutId id="2147484975" r:id="rId4"/>
    <p:sldLayoutId id="2147484976" r:id="rId5"/>
    <p:sldLayoutId id="2147484977" r:id="rId6"/>
    <p:sldLayoutId id="2147484978" r:id="rId7"/>
    <p:sldLayoutId id="2147484979" r:id="rId8"/>
    <p:sldLayoutId id="2147484980" r:id="rId9"/>
    <p:sldLayoutId id="2147484981" r:id="rId10"/>
    <p:sldLayoutId id="2147484982" r:id="rId11"/>
    <p:sldLayoutId id="2147484983" r:id="rId12"/>
    <p:sldLayoutId id="214748498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60.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17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6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163.xml"/><Relationship Id="rId4" Type="http://schemas.openxmlformats.org/officeDocument/2006/relationships/image" Target="../media/image23.jpe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16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16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7.xml"/><Relationship Id="rId1" Type="http://schemas.openxmlformats.org/officeDocument/2006/relationships/slideLayout" Target="../slideLayouts/slideLayout16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8.xml"/><Relationship Id="rId1" Type="http://schemas.openxmlformats.org/officeDocument/2006/relationships/slideLayout" Target="../slideLayouts/slideLayout16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166.xml"/><Relationship Id="rId4" Type="http://schemas.openxmlformats.org/officeDocument/2006/relationships/image" Target="../media/image40.jpeg"/></Relationships>
</file>

<file path=ppt/slides/_rels/slide1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audio" Target="../media/audio1.bin"/><Relationship Id="rId7" Type="http://schemas.openxmlformats.org/officeDocument/2006/relationships/diagramColors" Target="../diagrams/colors6.xml"/><Relationship Id="rId2" Type="http://schemas.openxmlformats.org/officeDocument/2006/relationships/notesSlide" Target="../notesSlides/notesSlide10.xml"/><Relationship Id="rId1" Type="http://schemas.openxmlformats.org/officeDocument/2006/relationships/slideLayout" Target="../slideLayouts/slideLayout16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172.xml"/><Relationship Id="rId4" Type="http://schemas.openxmlformats.org/officeDocument/2006/relationships/image" Target="../media/image41.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172.xml"/></Relationships>
</file>

<file path=ppt/slides/_rels/slide13.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audio" Target="../media/audio1.bin"/><Relationship Id="rId7" Type="http://schemas.openxmlformats.org/officeDocument/2006/relationships/diagramColors" Target="../diagrams/colors7.xml"/><Relationship Id="rId2" Type="http://schemas.openxmlformats.org/officeDocument/2006/relationships/notesSlide" Target="../notesSlides/notesSlide13.xml"/><Relationship Id="rId1" Type="http://schemas.openxmlformats.org/officeDocument/2006/relationships/slideLayout" Target="../slideLayouts/slideLayout16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4.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audio" Target="../media/audio1.bin"/><Relationship Id="rId7" Type="http://schemas.openxmlformats.org/officeDocument/2006/relationships/diagramColors" Target="../diagrams/colors8.xml"/><Relationship Id="rId2" Type="http://schemas.openxmlformats.org/officeDocument/2006/relationships/notesSlide" Target="../notesSlides/notesSlide14.xml"/><Relationship Id="rId1" Type="http://schemas.openxmlformats.org/officeDocument/2006/relationships/slideLayout" Target="../slideLayouts/slideLayout167.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 Id="rId9" Type="http://schemas.openxmlformats.org/officeDocument/2006/relationships/image" Target="../media/image55.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166.xml"/></Relationships>
</file>

<file path=ppt/slides/_rels/slide16.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audio" Target="../media/audio1.bin"/><Relationship Id="rId7" Type="http://schemas.openxmlformats.org/officeDocument/2006/relationships/diagramColors" Target="../diagrams/colors9.xml"/><Relationship Id="rId2" Type="http://schemas.openxmlformats.org/officeDocument/2006/relationships/notesSlide" Target="../notesSlides/notesSlide16.xml"/><Relationship Id="rId1" Type="http://schemas.openxmlformats.org/officeDocument/2006/relationships/slideLayout" Target="../slideLayouts/slideLayout167.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7.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audio" Target="../media/audio1.bin"/><Relationship Id="rId7" Type="http://schemas.openxmlformats.org/officeDocument/2006/relationships/diagramColors" Target="../diagrams/colors10.xml"/><Relationship Id="rId2" Type="http://schemas.openxmlformats.org/officeDocument/2006/relationships/notesSlide" Target="../notesSlides/notesSlide17.xml"/><Relationship Id="rId1" Type="http://schemas.openxmlformats.org/officeDocument/2006/relationships/slideLayout" Target="../slideLayouts/slideLayout16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8.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audio" Target="../media/audio1.bin"/><Relationship Id="rId7" Type="http://schemas.openxmlformats.org/officeDocument/2006/relationships/diagramColors" Target="../diagrams/colors11.xml"/><Relationship Id="rId2" Type="http://schemas.openxmlformats.org/officeDocument/2006/relationships/notesSlide" Target="../notesSlides/notesSlide18.xml"/><Relationship Id="rId1" Type="http://schemas.openxmlformats.org/officeDocument/2006/relationships/slideLayout" Target="../slideLayouts/slideLayout17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 Id="rId9" Type="http://schemas.openxmlformats.org/officeDocument/2006/relationships/image" Target="../media/image61.jpeg"/></Relationships>
</file>

<file path=ppt/slides/_rels/slide19.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audio" Target="../media/audio1.bin"/><Relationship Id="rId7" Type="http://schemas.openxmlformats.org/officeDocument/2006/relationships/diagramColors" Target="../diagrams/colors12.xml"/><Relationship Id="rId2" Type="http://schemas.openxmlformats.org/officeDocument/2006/relationships/notesSlide" Target="../notesSlides/notesSlide19.xml"/><Relationship Id="rId1" Type="http://schemas.openxmlformats.org/officeDocument/2006/relationships/slideLayout" Target="../slideLayouts/slideLayout161.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166.xml"/><Relationship Id="rId4" Type="http://schemas.openxmlformats.org/officeDocument/2006/relationships/image" Target="../media/image62.jpeg"/></Relationships>
</file>

<file path=ppt/slides/_rels/slide21.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audio" Target="../media/audio1.bin"/><Relationship Id="rId7" Type="http://schemas.openxmlformats.org/officeDocument/2006/relationships/diagramColors" Target="../diagrams/colors13.xml"/><Relationship Id="rId2" Type="http://schemas.openxmlformats.org/officeDocument/2006/relationships/notesSlide" Target="../notesSlides/notesSlide21.xml"/><Relationship Id="rId1" Type="http://schemas.openxmlformats.org/officeDocument/2006/relationships/slideLayout" Target="../slideLayouts/slideLayout167.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172.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172.xml"/></Relationships>
</file>

<file path=ppt/slides/_rels/slide24.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audio" Target="../media/audio1.bin"/><Relationship Id="rId7" Type="http://schemas.openxmlformats.org/officeDocument/2006/relationships/diagramColors" Target="../diagrams/colors14.xml"/><Relationship Id="rId2" Type="http://schemas.openxmlformats.org/officeDocument/2006/relationships/notesSlide" Target="../notesSlides/notesSlide24.xml"/><Relationship Id="rId1" Type="http://schemas.openxmlformats.org/officeDocument/2006/relationships/slideLayout" Target="../slideLayouts/slideLayout167.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25.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audio" Target="../media/audio1.bin"/><Relationship Id="rId7" Type="http://schemas.openxmlformats.org/officeDocument/2006/relationships/diagramColors" Target="../diagrams/colors15.xml"/><Relationship Id="rId2" Type="http://schemas.openxmlformats.org/officeDocument/2006/relationships/notesSlide" Target="../notesSlides/notesSlide25.xml"/><Relationship Id="rId1" Type="http://schemas.openxmlformats.org/officeDocument/2006/relationships/slideLayout" Target="../slideLayouts/slideLayout167.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171.xml"/></Relationships>
</file>

<file path=ppt/slides/_rels/slide27.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audio" Target="../media/audio1.bin"/><Relationship Id="rId7" Type="http://schemas.openxmlformats.org/officeDocument/2006/relationships/diagramColors" Target="../diagrams/colors16.xml"/><Relationship Id="rId2" Type="http://schemas.openxmlformats.org/officeDocument/2006/relationships/notesSlide" Target="../notesSlides/notesSlide27.xml"/><Relationship Id="rId1" Type="http://schemas.openxmlformats.org/officeDocument/2006/relationships/slideLayout" Target="../slideLayouts/slideLayout171.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28.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audio" Target="../media/audio1.bin"/><Relationship Id="rId7" Type="http://schemas.openxmlformats.org/officeDocument/2006/relationships/diagramColors" Target="../diagrams/colors17.xml"/><Relationship Id="rId2" Type="http://schemas.openxmlformats.org/officeDocument/2006/relationships/notesSlide" Target="../notesSlides/notesSlide28.xml"/><Relationship Id="rId1" Type="http://schemas.openxmlformats.org/officeDocument/2006/relationships/slideLayout" Target="../slideLayouts/slideLayout171.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29.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audio" Target="../media/audio1.bin"/><Relationship Id="rId7" Type="http://schemas.openxmlformats.org/officeDocument/2006/relationships/diagramColors" Target="../diagrams/colors18.xml"/><Relationship Id="rId2" Type="http://schemas.openxmlformats.org/officeDocument/2006/relationships/notesSlide" Target="../notesSlides/notesSlide29.xml"/><Relationship Id="rId1" Type="http://schemas.openxmlformats.org/officeDocument/2006/relationships/slideLayout" Target="../slideLayouts/slideLayout171.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30.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audio" Target="../media/audio1.bin"/><Relationship Id="rId7" Type="http://schemas.openxmlformats.org/officeDocument/2006/relationships/diagramColors" Target="../diagrams/colors19.xml"/><Relationship Id="rId2" Type="http://schemas.openxmlformats.org/officeDocument/2006/relationships/notesSlide" Target="../notesSlides/notesSlide30.xml"/><Relationship Id="rId1" Type="http://schemas.openxmlformats.org/officeDocument/2006/relationships/slideLayout" Target="../slideLayouts/slideLayout171.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172.xml"/><Relationship Id="rId4" Type="http://schemas.openxmlformats.org/officeDocument/2006/relationships/image" Target="../media/image72.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172.xml"/></Relationships>
</file>

<file path=ppt/slides/_rels/slide33.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audio" Target="../media/audio1.bin"/><Relationship Id="rId7" Type="http://schemas.openxmlformats.org/officeDocument/2006/relationships/diagramColors" Target="../diagrams/colors20.xml"/><Relationship Id="rId2" Type="http://schemas.openxmlformats.org/officeDocument/2006/relationships/notesSlide" Target="../notesSlides/notesSlide33.xml"/><Relationship Id="rId1" Type="http://schemas.openxmlformats.org/officeDocument/2006/relationships/slideLayout" Target="../slideLayouts/slideLayout167.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34.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audio" Target="../media/audio1.bin"/><Relationship Id="rId7" Type="http://schemas.openxmlformats.org/officeDocument/2006/relationships/diagramColors" Target="../diagrams/colors21.xml"/><Relationship Id="rId2" Type="http://schemas.openxmlformats.org/officeDocument/2006/relationships/notesSlide" Target="../notesSlides/notesSlide34.xml"/><Relationship Id="rId1" Type="http://schemas.openxmlformats.org/officeDocument/2006/relationships/slideLayout" Target="../slideLayouts/slideLayout167.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166.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172.xml"/><Relationship Id="rId4" Type="http://schemas.openxmlformats.org/officeDocument/2006/relationships/image" Target="../media/image73.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172.xml"/><Relationship Id="rId4" Type="http://schemas.openxmlformats.org/officeDocument/2006/relationships/image" Target="../media/image74.jpeg"/></Relationships>
</file>

<file path=ppt/slides/_rels/slide38.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audio" Target="../media/audio1.bin"/><Relationship Id="rId7" Type="http://schemas.openxmlformats.org/officeDocument/2006/relationships/diagramColors" Target="../diagrams/colors22.xml"/><Relationship Id="rId2" Type="http://schemas.openxmlformats.org/officeDocument/2006/relationships/notesSlide" Target="../notesSlides/notesSlide38.xml"/><Relationship Id="rId1" Type="http://schemas.openxmlformats.org/officeDocument/2006/relationships/slideLayout" Target="../slideLayouts/slideLayout17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172.xml"/></Relationships>
</file>

<file path=ppt/slides/_rels/slide40.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audio" Target="../media/audio1.bin"/><Relationship Id="rId7" Type="http://schemas.openxmlformats.org/officeDocument/2006/relationships/diagramColors" Target="../diagrams/colors23.xml"/><Relationship Id="rId2" Type="http://schemas.openxmlformats.org/officeDocument/2006/relationships/notesSlide" Target="../notesSlides/notesSlide40.xml"/><Relationship Id="rId1" Type="http://schemas.openxmlformats.org/officeDocument/2006/relationships/slideLayout" Target="../slideLayouts/slideLayout167.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41.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audio" Target="../media/audio1.bin"/><Relationship Id="rId7" Type="http://schemas.openxmlformats.org/officeDocument/2006/relationships/diagramColors" Target="../diagrams/colors24.xml"/><Relationship Id="rId2" Type="http://schemas.openxmlformats.org/officeDocument/2006/relationships/notesSlide" Target="../notesSlides/notesSlide41.xml"/><Relationship Id="rId1" Type="http://schemas.openxmlformats.org/officeDocument/2006/relationships/slideLayout" Target="../slideLayouts/slideLayout171.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4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a:bodyPr>
          <a:lstStyle/>
          <a:p>
            <a:pPr algn="ctr" rtl="1">
              <a:lnSpc>
                <a:spcPct val="90000"/>
              </a:lnSpc>
              <a:spcAft>
                <a:spcPts val="600"/>
              </a:spcAft>
              <a:defRPr/>
            </a:pPr>
            <a:r>
              <a:rPr lang="ar-EG" sz="1400" dirty="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sp>
        <p:nvSpPr>
          <p:cNvPr id="7" name="Title 1">
            <a:extLst>
              <a:ext uri="{FF2B5EF4-FFF2-40B4-BE49-F238E27FC236}">
                <a16:creationId xmlns:a16="http://schemas.microsoft.com/office/drawing/2014/main" id="{791AAEE8-C041-CEA3-B475-39E186DB29EA}"/>
              </a:ext>
            </a:extLst>
          </p:cNvPr>
          <p:cNvSpPr>
            <a:spLocks noGrp="1" noChangeArrowheads="1"/>
          </p:cNvSpPr>
          <p:nvPr/>
        </p:nvSpPr>
        <p:spPr bwMode="auto">
          <a:xfrm>
            <a:off x="685800" y="213042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dirty="0">
                <a:latin typeface="Times New Roman" panose="02020603050405020304" pitchFamily="18" charset="0"/>
                <a:cs typeface="Times New Roman" panose="02020603050405020304" pitchFamily="18" charset="0"/>
              </a:rPr>
              <a:t>الوحدة 3</a:t>
            </a:r>
            <a:br>
              <a:rPr lang="ar-EG" alt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مهارات الأعمال التجارية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في مجال الرياضة</a:t>
            </a:r>
            <a:br>
              <a:rPr lang="ar-EG" altLang="en-US" dirty="0">
                <a:latin typeface="Times New Roman" panose="02020603050405020304" pitchFamily="18" charset="0"/>
                <a:cs typeface="Times New Roman" panose="02020603050405020304" pitchFamily="18" charset="0"/>
              </a:rPr>
            </a:br>
            <a:br>
              <a:rPr lang="ar-EG" altLang="en-US" dirty="0">
                <a:latin typeface="Times New Roman" panose="02020603050405020304" pitchFamily="18" charset="0"/>
                <a:cs typeface="Times New Roman" panose="02020603050405020304" pitchFamily="18" charset="0"/>
              </a:rPr>
            </a:br>
            <a:br>
              <a:rPr lang="ar-EG" altLang="en-US" dirty="0">
                <a:latin typeface="Times New Roman" panose="02020603050405020304" pitchFamily="18" charset="0"/>
                <a:cs typeface="Times New Roman" panose="02020603050405020304" pitchFamily="18" charset="0"/>
              </a:rPr>
            </a:br>
            <a:endParaRPr lang="ar-EG" alt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A79F958-776E-25EC-0AD7-24BDDE84F2C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FC4F7FC9-2CE9-41A9-0CEE-4C8BD93B5782}"/>
              </a:ext>
            </a:extLst>
          </p:cNvPr>
          <p:cNvSpPr>
            <a:spLocks noGrp="1" noChangeArrowheads="1"/>
          </p:cNvSpPr>
          <p:nvPr/>
        </p:nvSpPr>
        <p:spPr bwMode="auto">
          <a:xfrm>
            <a:off x="179512" y="1195388"/>
            <a:ext cx="8640960" cy="72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800" b="1" dirty="0">
                <a:latin typeface="Times New Roman" panose="02020603050405020304" pitchFamily="18" charset="0"/>
                <a:cs typeface="Times New Roman" panose="02020603050405020304" pitchFamily="18" charset="0"/>
              </a:rPr>
              <a:t>مهارات الأعمال التجارية في مجال الرياضة</a:t>
            </a:r>
          </a:p>
        </p:txBody>
      </p:sp>
      <p:sp>
        <p:nvSpPr>
          <p:cNvPr id="7" name="Content Placeholder 3">
            <a:extLst>
              <a:ext uri="{FF2B5EF4-FFF2-40B4-BE49-F238E27FC236}">
                <a16:creationId xmlns:a16="http://schemas.microsoft.com/office/drawing/2014/main" id="{3C79F714-332C-AB63-03D9-E6D0CAE0623F}"/>
              </a:ext>
            </a:extLst>
          </p:cNvPr>
          <p:cNvSpPr>
            <a:spLocks noGrp="1" noChangeArrowheads="1"/>
          </p:cNvSpPr>
          <p:nvPr/>
        </p:nvSpPr>
        <p:spPr bwMode="auto">
          <a:xfrm>
            <a:off x="415487" y="1988840"/>
            <a:ext cx="8424935" cy="4032448"/>
          </a:xfrm>
          <a:prstGeom prst="rect">
            <a:avLst/>
          </a:prstGeom>
          <a:solidFill>
            <a:schemeClr val="accent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EG" sz="2000" dirty="0">
                <a:latin typeface="Times New Roman" panose="02020603050405020304" pitchFamily="18" charset="0"/>
                <a:cs typeface="Times New Roman" panose="02020603050405020304" pitchFamily="18" charset="0"/>
              </a:rPr>
              <a:t>ستستكشف في هذه الوحدة</a:t>
            </a:r>
            <a:r>
              <a:rPr lang="ar-EG" sz="2000" kern="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أنواع مختلفة من الأعمال التجارية في مجال الرياضة والنشاط الترفيهي التفاعلي، إضافة إلى تطوير فهم للمهارات المطلوبة للنجاح في العمل في قطاع الرياضة. </a:t>
            </a:r>
          </a:p>
          <a:p>
            <a:pPr marL="0" indent="0" rtl="1">
              <a:buNone/>
            </a:pPr>
            <a:endParaRPr lang="ar-EG" altLang="en-US" sz="2000" dirty="0">
              <a:latin typeface="Times New Roman" panose="02020603050405020304" pitchFamily="18" charset="0"/>
              <a:cs typeface="Times New Roman" panose="02020603050405020304" pitchFamily="18" charset="0"/>
            </a:endParaRPr>
          </a:p>
          <a:p>
            <a:pPr marL="0" indent="0" rtl="1">
              <a:buNone/>
            </a:pPr>
            <a:r>
              <a:rPr lang="ar-EG" sz="2000" dirty="0">
                <a:latin typeface="Times New Roman" panose="02020603050405020304" pitchFamily="18" charset="0"/>
                <a:cs typeface="Times New Roman" panose="02020603050405020304" pitchFamily="18" charset="0"/>
              </a:rPr>
              <a:t>وستدرس في هذه الوحدة:</a:t>
            </a:r>
          </a:p>
          <a:p>
            <a:pPr rtl="1"/>
            <a:r>
              <a:rPr lang="ar-EG" sz="2000" dirty="0">
                <a:latin typeface="Times New Roman" panose="02020603050405020304" pitchFamily="18" charset="0"/>
                <a:cs typeface="Times New Roman" panose="02020603050405020304" pitchFamily="18" charset="0"/>
              </a:rPr>
              <a:t>استكشاف كيفية إدارة الأعمال التجارية في قطاع الرياضة</a:t>
            </a:r>
          </a:p>
          <a:p>
            <a:pPr rtl="1"/>
            <a:r>
              <a:rPr lang="ar-EG" sz="2000" dirty="0">
                <a:latin typeface="Times New Roman" panose="02020603050405020304" pitchFamily="18" charset="0"/>
                <a:cs typeface="Times New Roman" panose="02020603050405020304" pitchFamily="18" charset="0"/>
              </a:rPr>
              <a:t>معرفة المهارات الأساسية اللازمة لنجاح إدارة المؤسسات الرياضية والترفيهية</a:t>
            </a:r>
          </a:p>
          <a:p>
            <a:pPr rtl="1"/>
            <a:r>
              <a:rPr lang="ar-EG" sz="2000" dirty="0">
                <a:latin typeface="Times New Roman" panose="02020603050405020304" pitchFamily="18" charset="0"/>
                <a:cs typeface="Times New Roman" panose="02020603050405020304" pitchFamily="18" charset="0"/>
              </a:rPr>
              <a:t>الخطط الترويجية</a:t>
            </a:r>
          </a:p>
          <a:p>
            <a:pPr rtl="1"/>
            <a:r>
              <a:rPr lang="ar-EG" sz="2000" dirty="0">
                <a:latin typeface="Times New Roman" panose="02020603050405020304" pitchFamily="18" charset="0"/>
                <a:cs typeface="Times New Roman" panose="02020603050405020304" pitchFamily="18" charset="0"/>
              </a:rPr>
              <a:t>خطط العمل والتسويق </a:t>
            </a:r>
          </a:p>
        </p:txBody>
      </p:sp>
      <p:sp>
        <p:nvSpPr>
          <p:cNvPr id="2" name="TextBox 1">
            <a:extLst>
              <a:ext uri="{FF2B5EF4-FFF2-40B4-BE49-F238E27FC236}">
                <a16:creationId xmlns:a16="http://schemas.microsoft.com/office/drawing/2014/main" id="{9FD3D04B-C6A6-68B1-EE86-BEC60B0159F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15C3-2163-B9EE-9B6E-E9AB2B04711B}"/>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FBE43A64-630B-33D8-60B0-723B68362A55}"/>
              </a:ext>
            </a:extLst>
          </p:cNvPr>
          <p:cNvSpPr>
            <a:spLocks noGrp="1" noChangeArrowheads="1"/>
          </p:cNvSpPr>
          <p:nvPr>
            <p:ph type="title"/>
          </p:nvPr>
        </p:nvSpPr>
        <p:spPr bwMode="auto">
          <a:xfrm>
            <a:off x="457200" y="1195200"/>
            <a:ext cx="8229600" cy="6496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EG" sz="2000" b="1" dirty="0">
                <a:latin typeface="Times New Roman" panose="02020603050405020304" pitchFamily="18" charset="0"/>
                <a:cs typeface="Times New Roman" panose="02020603050405020304" pitchFamily="18" charset="0"/>
              </a:rPr>
              <a:t>كيف تُقيَّم الوحدة 3؟</a:t>
            </a:r>
            <a:endParaRPr lang="ar-EG" altLang="en-US" sz="2000" b="1" dirty="0">
              <a:highlight>
                <a:srgbClr val="FFFF00"/>
              </a:highlight>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9AA54A44-C5B4-7201-7A43-2CB30D2602F0}"/>
              </a:ext>
            </a:extLst>
          </p:cNvPr>
          <p:cNvGraphicFramePr>
            <a:graphicFrameLocks noGrp="1"/>
          </p:cNvGraphicFramePr>
          <p:nvPr>
            <p:ph sz="half" idx="1"/>
            <p:extLst>
              <p:ext uri="{D42A27DB-BD31-4B8C-83A1-F6EECF244321}">
                <p14:modId xmlns:p14="http://schemas.microsoft.com/office/powerpoint/2010/main" val="238859055"/>
              </p:ext>
            </p:extLst>
          </p:nvPr>
        </p:nvGraphicFramePr>
        <p:xfrm>
          <a:off x="611560" y="1857993"/>
          <a:ext cx="8136904" cy="43073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1FFAE968-64C1-EC96-54F8-0E380A1A1D23}"/>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462100039"/>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D6E64-F5FC-18AB-523B-721BF85BB2D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0F233EA-03E9-8757-5602-0A3805379C7E}"/>
              </a:ext>
            </a:extLst>
          </p:cNvPr>
          <p:cNvSpPr>
            <a:spLocks noGrp="1" noChangeArrowheads="1"/>
          </p:cNvSpPr>
          <p:nvPr>
            <p:ph type="title"/>
          </p:nvPr>
        </p:nvSpPr>
        <p:spPr bwMode="auto">
          <a:xfrm>
            <a:off x="457200" y="1101174"/>
            <a:ext cx="8229600" cy="6785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EG" sz="2000" b="1" dirty="0">
                <a:latin typeface="Times New Roman" panose="02020603050405020304" pitchFamily="18" charset="0"/>
                <a:cs typeface="Times New Roman" panose="02020603050405020304" pitchFamily="18" charset="0"/>
              </a:rPr>
              <a:t>ماذا يجب أن أفعل في تقييمي؟</a:t>
            </a:r>
            <a:endParaRPr lang="ar-EG" altLang="en-US" sz="2000" b="1" dirty="0">
              <a:highlight>
                <a:srgbClr val="FFFF00"/>
              </a:highlight>
              <a:latin typeface="Times New Roman" panose="02020603050405020304" pitchFamily="18" charset="0"/>
              <a:cs typeface="Times New Roman" panose="02020603050405020304" pitchFamily="18" charset="0"/>
            </a:endParaRPr>
          </a:p>
        </p:txBody>
      </p:sp>
      <p:sp>
        <p:nvSpPr>
          <p:cNvPr id="30723" name="Content Placeholder 3">
            <a:extLst>
              <a:ext uri="{FF2B5EF4-FFF2-40B4-BE49-F238E27FC236}">
                <a16:creationId xmlns:a16="http://schemas.microsoft.com/office/drawing/2014/main" id="{B80AFBB7-E11C-B171-64E1-20F44E40F092}"/>
              </a:ext>
            </a:extLst>
          </p:cNvPr>
          <p:cNvSpPr>
            <a:spLocks noGrp="1" noChangeArrowheads="1"/>
          </p:cNvSpPr>
          <p:nvPr>
            <p:ph sz="half" idx="2"/>
          </p:nvPr>
        </p:nvSpPr>
        <p:spPr bwMode="auto">
          <a:xfrm>
            <a:off x="5104166" y="1915275"/>
            <a:ext cx="3841924" cy="1512168"/>
          </a:xfrm>
          <a:solidFill>
            <a:schemeClr val="accent5"/>
          </a:solidFill>
        </p:spPr>
        <p:txBody>
          <a:bodyPr vert="horz" wrap="square" lIns="91440" tIns="45720" rIns="91440" bIns="45720" numCol="1" rtlCol="1" anchor="t" anchorCtr="0" compatLnSpc="1">
            <a:prstTxWarp prst="textNoShape">
              <a:avLst/>
            </a:prstTxWarp>
            <a:normAutofit/>
          </a:bodyPr>
          <a:lstStyle/>
          <a:p>
            <a:pPr marL="0" indent="0" rtl="1">
              <a:buNone/>
            </a:pPr>
            <a:endParaRPr lang="ar-EG" sz="1800" dirty="0">
              <a:latin typeface="Times New Roman" panose="02020603050405020304" pitchFamily="18" charset="0"/>
              <a:cs typeface="Times New Roman" panose="02020603050405020304" pitchFamily="18" charset="0"/>
            </a:endParaRPr>
          </a:p>
          <a:p>
            <a:pPr marL="0" indent="0" rtl="1">
              <a:buNone/>
            </a:pPr>
            <a:r>
              <a:rPr lang="ar-EG" sz="1800" dirty="0">
                <a:latin typeface="Times New Roman" panose="02020603050405020304" pitchFamily="18" charset="0"/>
                <a:cs typeface="Times New Roman" panose="02020603050405020304" pitchFamily="18" charset="0"/>
              </a:rPr>
              <a:t>سيُقدّم لك سيناريو يحتوي على تفاصيل عن مؤسسة تعمل في مجال الرياضة والنشاط الترفيهي التفاعلي.</a:t>
            </a:r>
          </a:p>
        </p:txBody>
      </p:sp>
      <p:sp>
        <p:nvSpPr>
          <p:cNvPr id="14" name="TextBox 13">
            <a:extLst>
              <a:ext uri="{FF2B5EF4-FFF2-40B4-BE49-F238E27FC236}">
                <a16:creationId xmlns:a16="http://schemas.microsoft.com/office/drawing/2014/main" id="{894BE18A-6CBB-3296-CB30-5F126FB7737E}"/>
              </a:ext>
            </a:extLst>
          </p:cNvPr>
          <p:cNvSpPr txBox="1"/>
          <p:nvPr/>
        </p:nvSpPr>
        <p:spPr>
          <a:xfrm>
            <a:off x="287692" y="1791408"/>
            <a:ext cx="4572000" cy="3685111"/>
          </a:xfrm>
          <a:prstGeom prst="rect">
            <a:avLst/>
          </a:prstGeom>
          <a:solidFill>
            <a:schemeClr val="accent6">
              <a:lumMod val="20000"/>
              <a:lumOff val="80000"/>
            </a:schemeClr>
          </a:solidFill>
        </p:spPr>
        <p:txBody>
          <a:bodyPr wrap="square" rtlCol="1">
            <a:spAutoFit/>
          </a:bodyPr>
          <a:lstStyle/>
          <a:p>
            <a:pPr marL="0" indent="0" rtl="1">
              <a:buNone/>
            </a:pPr>
            <a:r>
              <a:rPr lang="ar-EG" sz="1800" dirty="0">
                <a:latin typeface="Times New Roman" panose="02020603050405020304" pitchFamily="18" charset="0"/>
                <a:cs typeface="Times New Roman" panose="02020603050405020304" pitchFamily="18" charset="0"/>
              </a:rPr>
              <a:t>عليك إكمال ثلاثة نشاطات:</a:t>
            </a:r>
          </a:p>
          <a:p>
            <a:pPr marL="0" indent="0" rtl="1">
              <a:buNone/>
            </a:pPr>
            <a:endParaRPr lang="ar-EG" sz="1800" dirty="0">
              <a:latin typeface="Times New Roman" panose="02020603050405020304" pitchFamily="18" charset="0"/>
              <a:cs typeface="Times New Roman" panose="02020603050405020304" pitchFamily="18" charset="0"/>
            </a:endParaRPr>
          </a:p>
          <a:p>
            <a:pPr marL="285750" indent="-285750" rtl="1">
              <a:lnSpc>
                <a:spcPct val="130000"/>
              </a:lnSpc>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تقرير عن مؤسسة هادفة للربح وأخرى غير هادفة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للربح من اختيارك، إضافة إلى تقييم لمدى نجاح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المؤسسة الواردة في السيناريو.</a:t>
            </a:r>
          </a:p>
          <a:p>
            <a:pPr marL="285750" indent="-285750" rtl="1">
              <a:buFont typeface="Arial" panose="020B0604020202020204" pitchFamily="34" charset="0"/>
              <a:buChar char="•"/>
            </a:pPr>
            <a:endParaRPr lang="ar-EG" dirty="0">
              <a:latin typeface="Times New Roman" panose="02020603050405020304" pitchFamily="18" charset="0"/>
              <a:cs typeface="Times New Roman" panose="02020603050405020304" pitchFamily="18" charset="0"/>
            </a:endParaRPr>
          </a:p>
          <a:p>
            <a:pPr marL="285750" indent="-285750" rtl="1">
              <a:lnSpc>
                <a:spcPct val="130000"/>
              </a:lnSpc>
              <a:buFont typeface="Arial" panose="020B0604020202020204" pitchFamily="34" charset="0"/>
              <a:buChar char="•"/>
            </a:pPr>
            <a:r>
              <a:rPr lang="ar-EG" sz="1800" dirty="0">
                <a:latin typeface="Times New Roman" panose="02020603050405020304" pitchFamily="18" charset="0"/>
                <a:cs typeface="Times New Roman" panose="02020603050405020304" pitchFamily="18" charset="0"/>
              </a:rPr>
              <a:t>تقرير </a:t>
            </a:r>
            <a:r>
              <a:rPr lang="ar-EG" dirty="0">
                <a:latin typeface="Times New Roman" panose="02020603050405020304" pitchFamily="18" charset="0"/>
                <a:cs typeface="Times New Roman" panose="02020603050405020304" pitchFamily="18" charset="0"/>
              </a:rPr>
              <a:t>قائم</a:t>
            </a:r>
            <a:r>
              <a:rPr lang="ar-EG" sz="1800" dirty="0">
                <a:latin typeface="Times New Roman" panose="02020603050405020304" pitchFamily="18" charset="0"/>
                <a:cs typeface="Times New Roman" panose="02020603050405020304" pitchFamily="18" charset="0"/>
              </a:rPr>
              <a:t> على بحثك الخاص حول المهارات اللازمة للنجاح في إدارة المؤسسة الواردة في السيناريو.</a:t>
            </a:r>
          </a:p>
          <a:p>
            <a:pPr marL="285750" indent="-285750" rtl="1">
              <a:buFont typeface="Arial" panose="020B0604020202020204" pitchFamily="34" charset="0"/>
              <a:buChar char="•"/>
            </a:pPr>
            <a:endParaRPr lang="ar-EG" dirty="0">
              <a:latin typeface="Times New Roman" panose="02020603050405020304" pitchFamily="18" charset="0"/>
              <a:cs typeface="Times New Roman" panose="02020603050405020304" pitchFamily="18" charset="0"/>
            </a:endParaRPr>
          </a:p>
          <a:p>
            <a:pPr marL="285750" indent="-285750" rtl="1">
              <a:lnSpc>
                <a:spcPct val="130000"/>
              </a:lnSpc>
              <a:buFont typeface="Arial" panose="020B0604020202020204" pitchFamily="34" charset="0"/>
              <a:buChar char="•"/>
            </a:pPr>
            <a:r>
              <a:rPr lang="ar-EG" sz="1800" dirty="0">
                <a:latin typeface="Times New Roman" panose="02020603050405020304" pitchFamily="18" charset="0"/>
                <a:cs typeface="Times New Roman" panose="02020603050405020304" pitchFamily="18" charset="0"/>
              </a:rPr>
              <a:t>خطة عمل، وخطة ترويجية، وخطة تسويق مستقلة للمؤسسة الواردة في السيناريو.</a:t>
            </a:r>
          </a:p>
        </p:txBody>
      </p:sp>
      <p:pic>
        <p:nvPicPr>
          <p:cNvPr id="2" name="Picture 1" descr="A person and person standing in a stadium&#10;&#10;AI-generated content may be incorrect.">
            <a:extLst>
              <a:ext uri="{FF2B5EF4-FFF2-40B4-BE49-F238E27FC236}">
                <a16:creationId xmlns:a16="http://schemas.microsoft.com/office/drawing/2014/main" id="{45441E47-14CB-7DBB-011C-2D0AC6331D7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03091" y="3755398"/>
            <a:ext cx="3840788" cy="2549144"/>
          </a:xfrm>
          <a:prstGeom prst="rect">
            <a:avLst/>
          </a:prstGeom>
        </p:spPr>
      </p:pic>
      <p:sp>
        <p:nvSpPr>
          <p:cNvPr id="3" name="TextBox 2">
            <a:extLst>
              <a:ext uri="{FF2B5EF4-FFF2-40B4-BE49-F238E27FC236}">
                <a16:creationId xmlns:a16="http://schemas.microsoft.com/office/drawing/2014/main" id="{EA5FE4C5-647C-2614-16B3-99CB25D93A7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615509682"/>
      </p:ext>
    </p:extLst>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EG" dirty="0">
                <a:latin typeface="Times New Roman" panose="02020603050405020304" pitchFamily="18" charset="0"/>
                <a:cs typeface="Times New Roman" panose="02020603050405020304" pitchFamily="18" charset="0"/>
              </a:rPr>
              <a:t>نتاجات التعلُّم أ - د</a:t>
            </a:r>
            <a:endParaRPr lang="ar-EG" altLang="en-US" dirty="0">
              <a:latin typeface="Times New Roman" panose="02020603050405020304" pitchFamily="18" charset="0"/>
              <a:cs typeface="Times New Roman" panose="02020603050405020304" pitchFamily="18" charset="0"/>
            </a:endParaRPr>
          </a:p>
        </p:txBody>
      </p:sp>
      <p:graphicFrame>
        <p:nvGraphicFramePr>
          <p:cNvPr id="32773" name="Content Placeholder 3">
            <a:extLst>
              <a:ext uri="{FF2B5EF4-FFF2-40B4-BE49-F238E27FC236}">
                <a16:creationId xmlns:a16="http://schemas.microsoft.com/office/drawing/2014/main" id="{B617BCA7-F402-EA08-9C0C-630C9DA79D07}"/>
              </a:ext>
            </a:extLst>
          </p:cNvPr>
          <p:cNvGraphicFramePr>
            <a:graphicFrameLocks noGrp="1"/>
          </p:cNvGraphicFramePr>
          <p:nvPr>
            <p:ph idx="1"/>
            <p:extLst>
              <p:ext uri="{D42A27DB-BD31-4B8C-83A1-F6EECF244321}">
                <p14:modId xmlns:p14="http://schemas.microsoft.com/office/powerpoint/2010/main" val="3345278214"/>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CA933965-12F1-08F4-9993-B2ACFCB7EC5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ar-EG" altLang="en-US" sz="2000" b="1" dirty="0">
              <a:solidFill>
                <a:schemeClr val="tx2"/>
              </a:solidFill>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11174F65-4DDD-B67D-6F81-2CDC2253F244}"/>
              </a:ext>
            </a:extLst>
          </p:cNvPr>
          <p:cNvSpPr>
            <a:spLocks noGrp="1"/>
          </p:cNvSpPr>
          <p:nvPr>
            <p:ph type="body" sz="half" idx="2"/>
          </p:nvPr>
        </p:nvSpPr>
        <p:spPr>
          <a:xfrm>
            <a:off x="5678487" y="1195200"/>
            <a:ext cx="3213992" cy="5258136"/>
          </a:xfrm>
          <a:solidFill>
            <a:schemeClr val="accent5"/>
          </a:solidFill>
        </p:spPr>
        <p:txBody>
          <a:bodyPr rtlCol="1"/>
          <a:lstStyle/>
          <a:p>
            <a:pPr algn="ctr" rtl="1"/>
            <a:r>
              <a:rPr lang="ar-EG" sz="2400" b="1" dirty="0">
                <a:solidFill>
                  <a:schemeClr val="tx2"/>
                </a:solidFill>
                <a:latin typeface="Times New Roman" panose="02020603050405020304" pitchFamily="18" charset="0"/>
                <a:cs typeface="Times New Roman" panose="02020603050405020304" pitchFamily="18" charset="0"/>
              </a:rPr>
              <a:t>نتاج التعلم أ</a:t>
            </a:r>
          </a:p>
          <a:p>
            <a:pPr rtl="1"/>
            <a:r>
              <a:rPr lang="ar-EG" sz="2000" b="1" dirty="0">
                <a:latin typeface="Times New Roman" panose="02020603050405020304" pitchFamily="18" charset="0"/>
                <a:cs typeface="Times New Roman" panose="02020603050405020304" pitchFamily="18" charset="0"/>
              </a:rPr>
              <a:t>استكشاف كيفية إدارة الأعمال التجارية في مجال الرياضة</a:t>
            </a:r>
          </a:p>
          <a:p>
            <a:pPr rtl="1"/>
            <a:endParaRPr lang="ar-EG" altLang="en-US" sz="2000" b="1" dirty="0">
              <a:solidFill>
                <a:schemeClr val="tx2"/>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sz="2000" dirty="0">
                <a:solidFill>
                  <a:schemeClr val="tx2"/>
                </a:solidFill>
                <a:latin typeface="Times New Roman" panose="02020603050405020304" pitchFamily="18" charset="0"/>
                <a:cs typeface="Times New Roman" panose="02020603050405020304" pitchFamily="18" charset="0"/>
              </a:rPr>
              <a:t>استكشاف المؤسسات الهادفة </a:t>
            </a:r>
            <a:br>
              <a:rPr lang="en-US" sz="2000" dirty="0">
                <a:solidFill>
                  <a:schemeClr val="tx2"/>
                </a:solidFill>
                <a:latin typeface="Times New Roman" panose="02020603050405020304" pitchFamily="18" charset="0"/>
                <a:cs typeface="Times New Roman" panose="02020603050405020304" pitchFamily="18" charset="0"/>
              </a:rPr>
            </a:br>
            <a:r>
              <a:rPr lang="ar-EG" sz="2000" dirty="0">
                <a:solidFill>
                  <a:schemeClr val="tx2"/>
                </a:solidFill>
                <a:latin typeface="Times New Roman" panose="02020603050405020304" pitchFamily="18" charset="0"/>
                <a:cs typeface="Times New Roman" panose="02020603050405020304" pitchFamily="18" charset="0"/>
              </a:rPr>
              <a:t>للربح وغير الهادفة للربح.</a:t>
            </a:r>
          </a:p>
          <a:p>
            <a:pPr marL="285750" indent="-285750" rtl="1">
              <a:buFont typeface="Arial" panose="020B0604020202020204" pitchFamily="34" charset="0"/>
              <a:buChar char="•"/>
            </a:pPr>
            <a:r>
              <a:rPr lang="ar-EG" sz="2000" dirty="0">
                <a:solidFill>
                  <a:schemeClr val="tx2"/>
                </a:solidFill>
                <a:latin typeface="Times New Roman" panose="02020603050405020304" pitchFamily="18" charset="0"/>
                <a:cs typeface="Times New Roman" panose="02020603050405020304" pitchFamily="18" charset="0"/>
              </a:rPr>
              <a:t>دراسة الأغراض والأهداف والغايات في أنواع الأعمال المختلفة.</a:t>
            </a:r>
          </a:p>
          <a:p>
            <a:pPr marL="285750" indent="-285750" rtl="1">
              <a:buFont typeface="Arial" panose="020B0604020202020204" pitchFamily="34" charset="0"/>
              <a:buChar char="•"/>
            </a:pPr>
            <a:r>
              <a:rPr lang="ar-EG" sz="2000" dirty="0">
                <a:solidFill>
                  <a:schemeClr val="tx2"/>
                </a:solidFill>
                <a:latin typeface="Times New Roman" panose="02020603050405020304" pitchFamily="18" charset="0"/>
                <a:cs typeface="Times New Roman" panose="02020603050405020304" pitchFamily="18" charset="0"/>
              </a:rPr>
              <a:t>استكشاف كيفية قياس مدى </a:t>
            </a:r>
            <a:br>
              <a:rPr lang="en-US" sz="2000" dirty="0">
                <a:solidFill>
                  <a:schemeClr val="tx2"/>
                </a:solidFill>
                <a:latin typeface="Times New Roman" panose="02020603050405020304" pitchFamily="18" charset="0"/>
                <a:cs typeface="Times New Roman" panose="02020603050405020304" pitchFamily="18" charset="0"/>
              </a:rPr>
            </a:br>
            <a:r>
              <a:rPr lang="ar-EG" sz="2000" dirty="0">
                <a:solidFill>
                  <a:schemeClr val="tx2"/>
                </a:solidFill>
                <a:latin typeface="Times New Roman" panose="02020603050405020304" pitchFamily="18" charset="0"/>
                <a:cs typeface="Times New Roman" panose="02020603050405020304" pitchFamily="18" charset="0"/>
              </a:rPr>
              <a:t>نجاح المؤسسات مقارنةً </a:t>
            </a:r>
            <a:br>
              <a:rPr lang="en-US" sz="2000" dirty="0">
                <a:solidFill>
                  <a:schemeClr val="tx2"/>
                </a:solidFill>
                <a:latin typeface="Times New Roman" panose="02020603050405020304" pitchFamily="18" charset="0"/>
                <a:cs typeface="Times New Roman" panose="02020603050405020304" pitchFamily="18" charset="0"/>
              </a:rPr>
            </a:br>
            <a:r>
              <a:rPr lang="ar-EG" sz="2000" dirty="0">
                <a:solidFill>
                  <a:schemeClr val="tx2"/>
                </a:solidFill>
                <a:latin typeface="Times New Roman" panose="02020603050405020304" pitchFamily="18" charset="0"/>
                <a:cs typeface="Times New Roman" panose="02020603050405020304" pitchFamily="18" charset="0"/>
              </a:rPr>
              <a:t>بأهدافها وباستخدام مؤشرات </a:t>
            </a:r>
            <a:br>
              <a:rPr lang="en-US" sz="2000" dirty="0">
                <a:solidFill>
                  <a:schemeClr val="tx2"/>
                </a:solidFill>
                <a:latin typeface="Times New Roman" panose="02020603050405020304" pitchFamily="18" charset="0"/>
                <a:cs typeface="Times New Roman" panose="02020603050405020304" pitchFamily="18" charset="0"/>
              </a:rPr>
            </a:br>
            <a:r>
              <a:rPr lang="ar-EG" sz="2000" dirty="0">
                <a:solidFill>
                  <a:schemeClr val="tx2"/>
                </a:solidFill>
                <a:latin typeface="Times New Roman" panose="02020603050405020304" pitchFamily="18" charset="0"/>
                <a:cs typeface="Times New Roman" panose="02020603050405020304" pitchFamily="18" charset="0"/>
              </a:rPr>
              <a:t>الأداء الرئيسة.</a:t>
            </a:r>
          </a:p>
        </p:txBody>
      </p:sp>
      <p:graphicFrame>
        <p:nvGraphicFramePr>
          <p:cNvPr id="5" name="Content Placeholder 3">
            <a:extLst>
              <a:ext uri="{FF2B5EF4-FFF2-40B4-BE49-F238E27FC236}">
                <a16:creationId xmlns:a16="http://schemas.microsoft.com/office/drawing/2014/main" id="{4972FC8C-DE48-E72E-644B-B7FEA8508A23}"/>
              </a:ext>
            </a:extLst>
          </p:cNvPr>
          <p:cNvGraphicFramePr>
            <a:graphicFrameLocks/>
          </p:cNvGraphicFramePr>
          <p:nvPr>
            <p:extLst>
              <p:ext uri="{D42A27DB-BD31-4B8C-83A1-F6EECF244321}">
                <p14:modId xmlns:p14="http://schemas.microsoft.com/office/powerpoint/2010/main" val="2370247157"/>
              </p:ext>
            </p:extLst>
          </p:nvPr>
        </p:nvGraphicFramePr>
        <p:xfrm>
          <a:off x="457201" y="1431570"/>
          <a:ext cx="5111751"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0B1D6305-1BE2-EB6B-843F-0E2C199A75C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47576D-6489-0002-26BA-53669E463E60}"/>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400" b="1" dirty="0">
                <a:latin typeface="Times New Roman" panose="02020603050405020304" pitchFamily="18" charset="0"/>
                <a:cs typeface="Times New Roman" panose="02020603050405020304" pitchFamily="18" charset="0"/>
              </a:rPr>
              <a:t>أ1 أنواع الأعمال التجارية في مجال الرياضة</a:t>
            </a:r>
          </a:p>
        </p:txBody>
      </p:sp>
      <p:graphicFrame>
        <p:nvGraphicFramePr>
          <p:cNvPr id="14" name="Diagram 13">
            <a:extLst>
              <a:ext uri="{FF2B5EF4-FFF2-40B4-BE49-F238E27FC236}">
                <a16:creationId xmlns:a16="http://schemas.microsoft.com/office/drawing/2014/main" id="{80D257AA-A5E5-4833-F624-2760DEDAB027}"/>
              </a:ext>
            </a:extLst>
          </p:cNvPr>
          <p:cNvGraphicFramePr/>
          <p:nvPr>
            <p:extLst>
              <p:ext uri="{D42A27DB-BD31-4B8C-83A1-F6EECF244321}">
                <p14:modId xmlns:p14="http://schemas.microsoft.com/office/powerpoint/2010/main" val="293647289"/>
              </p:ext>
            </p:extLst>
          </p:nvPr>
        </p:nvGraphicFramePr>
        <p:xfrm>
          <a:off x="922592" y="1656887"/>
          <a:ext cx="7309083" cy="37163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22" name="Group 21">
            <a:extLst>
              <a:ext uri="{FF2B5EF4-FFF2-40B4-BE49-F238E27FC236}">
                <a16:creationId xmlns:a16="http://schemas.microsoft.com/office/drawing/2014/main" id="{20B46709-D8BE-0F33-8300-A4798CB5D117}"/>
              </a:ext>
            </a:extLst>
          </p:cNvPr>
          <p:cNvGrpSpPr/>
          <p:nvPr/>
        </p:nvGrpSpPr>
        <p:grpSpPr>
          <a:xfrm>
            <a:off x="922592" y="5389649"/>
            <a:ext cx="7309083" cy="1315925"/>
            <a:chOff x="0" y="177287"/>
            <a:chExt cx="2681582" cy="1566561"/>
          </a:xfrm>
        </p:grpSpPr>
        <p:sp>
          <p:nvSpPr>
            <p:cNvPr id="23" name="Rectangle 22">
              <a:extLst>
                <a:ext uri="{FF2B5EF4-FFF2-40B4-BE49-F238E27FC236}">
                  <a16:creationId xmlns:a16="http://schemas.microsoft.com/office/drawing/2014/main" id="{7C28E959-3858-3C62-2FDF-7A86704B0EAA}"/>
                </a:ext>
              </a:extLst>
            </p:cNvPr>
            <p:cNvSpPr/>
            <p:nvPr/>
          </p:nvSpPr>
          <p:spPr>
            <a:xfrm>
              <a:off x="0" y="177287"/>
              <a:ext cx="2681582" cy="156656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A8240C56-0371-D139-617B-6013E85DBD53}"/>
                </a:ext>
              </a:extLst>
            </p:cNvPr>
            <p:cNvSpPr txBox="1"/>
            <p:nvPr/>
          </p:nvSpPr>
          <p:spPr>
            <a:xfrm>
              <a:off x="47422" y="322983"/>
              <a:ext cx="2594690" cy="12751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2000" b="1" dirty="0">
                  <a:solidFill>
                    <a:srgbClr val="7030A0"/>
                  </a:solidFill>
                  <a:latin typeface="Times New Roman" panose="02020603050405020304" pitchFamily="18" charset="0"/>
                  <a:cs typeface="Times New Roman" panose="02020603050405020304" pitchFamily="18" charset="0"/>
                </a:rPr>
                <a:t>مناقشة جماعية</a:t>
              </a:r>
              <a:r>
                <a:rPr lang="ar-EG" sz="1600" i="0" u="none" strike="noStrike" dirty="0">
                  <a:solidFill>
                    <a:srgbClr val="7030A0"/>
                  </a:solidFill>
                  <a:effectLst/>
                  <a:latin typeface="Times New Roman" panose="02020603050405020304" pitchFamily="18" charset="0"/>
                  <a:cs typeface="Times New Roman" panose="02020603050405020304" pitchFamily="18" charset="0"/>
                </a:rPr>
                <a:t>:</a:t>
              </a:r>
              <a:r>
                <a:rPr lang="ar-EG" sz="1600" dirty="0">
                  <a:solidFill>
                    <a:srgbClr val="7030A0"/>
                  </a:solidFill>
                  <a:latin typeface="Times New Roman" panose="02020603050405020304" pitchFamily="18" charset="0"/>
                  <a:cs typeface="Times New Roman" panose="02020603050405020304" pitchFamily="18" charset="0"/>
                </a:rPr>
                <a:t> </a:t>
              </a:r>
              <a:r>
                <a:rPr lang="ar-EG" sz="2000" dirty="0">
                  <a:solidFill>
                    <a:srgbClr val="7030A0"/>
                  </a:solidFill>
                  <a:latin typeface="Times New Roman" panose="02020603050405020304" pitchFamily="18" charset="0"/>
                  <a:cs typeface="Times New Roman" panose="02020603050405020304" pitchFamily="18" charset="0"/>
                </a:rPr>
                <a:t>اذكر مثالًا على كل نوع من أنواع </a:t>
              </a:r>
              <a:r>
                <a:rPr lang="ar-EG" sz="2000" b="1" dirty="0">
                  <a:solidFill>
                    <a:srgbClr val="7030A0"/>
                  </a:solidFill>
                  <a:latin typeface="Times New Roman" panose="02020603050405020304" pitchFamily="18" charset="0"/>
                  <a:cs typeface="Times New Roman" panose="02020603050405020304" pitchFamily="18" charset="0"/>
                </a:rPr>
                <a:t>المؤسسات الهادفة للربح وناقش هذه الأمثلة.</a:t>
              </a:r>
            </a:p>
          </p:txBody>
        </p:sp>
      </p:grpSp>
      <p:sp>
        <p:nvSpPr>
          <p:cNvPr id="2" name="TextBox 1">
            <a:extLst>
              <a:ext uri="{FF2B5EF4-FFF2-40B4-BE49-F238E27FC236}">
                <a16:creationId xmlns:a16="http://schemas.microsoft.com/office/drawing/2014/main" id="{C47E56D9-3F59-637D-674A-94131B78E16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17454551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4755-D164-B2BE-93A7-1D51325F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91497C-EB08-7970-DC88-42C4E4AE98A8}"/>
              </a:ext>
            </a:extLst>
          </p:cNvPr>
          <p:cNvSpPr txBox="1">
            <a:spLocks noChangeArrowheads="1"/>
          </p:cNvSpPr>
          <p:nvPr/>
        </p:nvSpPr>
        <p:spPr bwMode="auto">
          <a:xfrm>
            <a:off x="179512" y="1195388"/>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400" b="1" dirty="0">
                <a:latin typeface="Times New Roman" panose="02020603050405020304" pitchFamily="18" charset="0"/>
                <a:cs typeface="Times New Roman" panose="02020603050405020304" pitchFamily="18" charset="0"/>
              </a:rPr>
              <a:t>أ1 أنواع الأعمال التجارية في مجال الرياضة</a:t>
            </a:r>
          </a:p>
        </p:txBody>
      </p:sp>
      <p:graphicFrame>
        <p:nvGraphicFramePr>
          <p:cNvPr id="17" name="Diagram 16">
            <a:extLst>
              <a:ext uri="{FF2B5EF4-FFF2-40B4-BE49-F238E27FC236}">
                <a16:creationId xmlns:a16="http://schemas.microsoft.com/office/drawing/2014/main" id="{DCE2B429-E2B2-9273-89B1-DE5C3ED2AF96}"/>
              </a:ext>
            </a:extLst>
          </p:cNvPr>
          <p:cNvGraphicFramePr/>
          <p:nvPr>
            <p:extLst>
              <p:ext uri="{D42A27DB-BD31-4B8C-83A1-F6EECF244321}">
                <p14:modId xmlns:p14="http://schemas.microsoft.com/office/powerpoint/2010/main" val="3362133323"/>
              </p:ext>
            </p:extLst>
          </p:nvPr>
        </p:nvGraphicFramePr>
        <p:xfrm>
          <a:off x="911182" y="1751186"/>
          <a:ext cx="7189210" cy="32619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4" name="Group 3">
            <a:extLst>
              <a:ext uri="{FF2B5EF4-FFF2-40B4-BE49-F238E27FC236}">
                <a16:creationId xmlns:a16="http://schemas.microsoft.com/office/drawing/2014/main" id="{EC518846-AFBD-1F25-6047-0B837C75D55D}"/>
              </a:ext>
            </a:extLst>
          </p:cNvPr>
          <p:cNvGrpSpPr/>
          <p:nvPr/>
        </p:nvGrpSpPr>
        <p:grpSpPr>
          <a:xfrm>
            <a:off x="840844" y="5229200"/>
            <a:ext cx="7309083" cy="1315925"/>
            <a:chOff x="0" y="177287"/>
            <a:chExt cx="2681582" cy="1566561"/>
          </a:xfrm>
        </p:grpSpPr>
        <p:sp>
          <p:nvSpPr>
            <p:cNvPr id="5" name="Rectangle 4">
              <a:extLst>
                <a:ext uri="{FF2B5EF4-FFF2-40B4-BE49-F238E27FC236}">
                  <a16:creationId xmlns:a16="http://schemas.microsoft.com/office/drawing/2014/main" id="{E50D12A7-8728-A20E-2A89-E85313FA0A7B}"/>
                </a:ext>
              </a:extLst>
            </p:cNvPr>
            <p:cNvSpPr/>
            <p:nvPr/>
          </p:nvSpPr>
          <p:spPr>
            <a:xfrm>
              <a:off x="0" y="177287"/>
              <a:ext cx="2681582" cy="156656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0B9339E-44CC-F772-E482-407E7F2F4586}"/>
                </a:ext>
              </a:extLst>
            </p:cNvPr>
            <p:cNvSpPr txBox="1"/>
            <p:nvPr/>
          </p:nvSpPr>
          <p:spPr>
            <a:xfrm>
              <a:off x="25916" y="322983"/>
              <a:ext cx="2638766" cy="1275166"/>
            </a:xfrm>
            <a:prstGeom prst="rect">
              <a:avLst/>
            </a:prstGeom>
            <a:gradFill>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2000" b="1" dirty="0">
                  <a:solidFill>
                    <a:srgbClr val="7030A0"/>
                  </a:solidFill>
                  <a:latin typeface="Times New Roman" panose="02020603050405020304" pitchFamily="18" charset="0"/>
                  <a:cs typeface="Times New Roman" panose="02020603050405020304" pitchFamily="18" charset="0"/>
                </a:rPr>
                <a:t>مناقشة جماعية</a:t>
              </a:r>
              <a:r>
                <a:rPr lang="ar-EG" sz="1600" i="0" u="none" strike="noStrike" dirty="0">
                  <a:solidFill>
                    <a:srgbClr val="7030A0"/>
                  </a:solidFill>
                  <a:effectLst/>
                  <a:latin typeface="Times New Roman" panose="02020603050405020304" pitchFamily="18" charset="0"/>
                  <a:cs typeface="Times New Roman" panose="02020603050405020304" pitchFamily="18" charset="0"/>
                </a:rPr>
                <a:t>:</a:t>
              </a:r>
              <a:r>
                <a:rPr lang="ar-EG" sz="1600" dirty="0">
                  <a:solidFill>
                    <a:srgbClr val="7030A0"/>
                  </a:solidFill>
                  <a:latin typeface="Times New Roman" panose="02020603050405020304" pitchFamily="18" charset="0"/>
                  <a:cs typeface="Times New Roman" panose="02020603050405020304" pitchFamily="18" charset="0"/>
                </a:rPr>
                <a:t> </a:t>
              </a:r>
              <a:r>
                <a:rPr lang="ar-EG" sz="2000" dirty="0">
                  <a:solidFill>
                    <a:srgbClr val="7030A0"/>
                  </a:solidFill>
                  <a:latin typeface="Times New Roman" panose="02020603050405020304" pitchFamily="18" charset="0"/>
                  <a:cs typeface="Times New Roman" panose="02020603050405020304" pitchFamily="18" charset="0"/>
                </a:rPr>
                <a:t>اذكر مثالًا على كل نوع من أنواع المؤسسات </a:t>
              </a:r>
              <a:r>
                <a:rPr lang="ar-EG" sz="2000" b="1" dirty="0">
                  <a:solidFill>
                    <a:srgbClr val="7030A0"/>
                  </a:solidFill>
                  <a:latin typeface="Times New Roman" panose="02020603050405020304" pitchFamily="18" charset="0"/>
                  <a:cs typeface="Times New Roman" panose="02020603050405020304" pitchFamily="18" charset="0"/>
                </a:rPr>
                <a:t>غير الهادفة للربح</a:t>
              </a:r>
              <a:r>
                <a:rPr lang="ar-EG" sz="2000" dirty="0">
                  <a:solidFill>
                    <a:srgbClr val="7030A0"/>
                  </a:solidFill>
                  <a:latin typeface="Times New Roman" panose="02020603050405020304" pitchFamily="18" charset="0"/>
                  <a:cs typeface="Times New Roman" panose="02020603050405020304" pitchFamily="18" charset="0"/>
                </a:rPr>
                <a:t> </a:t>
              </a:r>
              <a:br>
                <a:rPr lang="en-US" sz="2000" dirty="0">
                  <a:solidFill>
                    <a:srgbClr val="7030A0"/>
                  </a:solidFill>
                  <a:latin typeface="Times New Roman" panose="02020603050405020304" pitchFamily="18" charset="0"/>
                  <a:cs typeface="Times New Roman" panose="02020603050405020304" pitchFamily="18" charset="0"/>
                </a:rPr>
              </a:br>
              <a:r>
                <a:rPr lang="ar-EG" sz="2000" dirty="0">
                  <a:solidFill>
                    <a:srgbClr val="7030A0"/>
                  </a:solidFill>
                  <a:latin typeface="Times New Roman" panose="02020603050405020304" pitchFamily="18" charset="0"/>
                  <a:cs typeface="Times New Roman" panose="02020603050405020304" pitchFamily="18" charset="0"/>
                </a:rPr>
                <a:t>وناقش هذه الأمثلة.</a:t>
              </a:r>
            </a:p>
          </p:txBody>
        </p:sp>
      </p:grpSp>
      <p:sp>
        <p:nvSpPr>
          <p:cNvPr id="2" name="TextBox 1">
            <a:extLst>
              <a:ext uri="{FF2B5EF4-FFF2-40B4-BE49-F238E27FC236}">
                <a16:creationId xmlns:a16="http://schemas.microsoft.com/office/drawing/2014/main" id="{06430751-A3B8-5246-4E0B-051105E16DDF}"/>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4215347271"/>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277B79-4CBB-AE38-2C69-BDF9CA3A4070}"/>
              </a:ext>
            </a:extLst>
          </p:cNvPr>
          <p:cNvSpPr txBox="1"/>
          <p:nvPr/>
        </p:nvSpPr>
        <p:spPr>
          <a:xfrm>
            <a:off x="4736844" y="1300162"/>
            <a:ext cx="4104456" cy="3739485"/>
          </a:xfrm>
          <a:prstGeom prst="rect">
            <a:avLst/>
          </a:prstGeom>
          <a:noFill/>
        </p:spPr>
        <p:txBody>
          <a:bodyPr wrap="square" rtlCol="1">
            <a:spAutoFit/>
          </a:bodyPr>
          <a:lstStyle/>
          <a:p>
            <a:pPr rtl="1">
              <a:spcBef>
                <a:spcPts val="1200"/>
              </a:spcBef>
              <a:buNone/>
            </a:pPr>
            <a:r>
              <a:rPr lang="ar-EG" sz="2400" b="1"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المسؤولية المحدودة </a:t>
            </a:r>
          </a:p>
          <a:p>
            <a:pPr marL="285750" indent="-285750" rtl="1">
              <a:spcBef>
                <a:spcPts val="600"/>
              </a:spcBef>
              <a:spcAft>
                <a:spcPts val="600"/>
              </a:spcAft>
              <a:buFont typeface="Arial" panose="020B0604020202020204" pitchFamily="34" charset="0"/>
              <a:buChar char="•"/>
            </a:pPr>
            <a:r>
              <a:rPr lang="ar-EG" dirty="0">
                <a:latin typeface="Times New Roman" panose="02020603050405020304" pitchFamily="18" charset="0"/>
                <a:ea typeface="Times New Roman" panose="02020603050405020304" pitchFamily="18" charset="0"/>
                <a:cs typeface="Times New Roman" panose="02020603050405020304" pitchFamily="18" charset="0"/>
              </a:rPr>
              <a:t>لا تقع</a:t>
            </a:r>
            <a:r>
              <a:rPr lang="ar-EG" sz="1800" dirty="0">
                <a:effectLst/>
                <a:latin typeface="Times New Roman" panose="02020603050405020304" pitchFamily="18" charset="0"/>
                <a:ea typeface="Times New Roman" panose="02020603050405020304" pitchFamily="18" charset="0"/>
                <a:cs typeface="Times New Roman" panose="02020603050405020304" pitchFamily="18" charset="0"/>
              </a:rPr>
              <a:t> المسؤولية عن ديون المؤسسة على المالكين شخصيًا، بل يتقاسمها المساهمون. </a:t>
            </a:r>
          </a:p>
          <a:p>
            <a:pPr marL="285750" indent="-285750" rtl="1">
              <a:spcBef>
                <a:spcPts val="600"/>
              </a:spcBef>
              <a:spcAft>
                <a:spcPts val="600"/>
              </a:spcAft>
              <a:buFont typeface="Arial" panose="020B0604020202020204" pitchFamily="34" charset="0"/>
              <a:buChar char="•"/>
            </a:pPr>
            <a:r>
              <a:rPr lang="ar-EG" sz="1800" dirty="0">
                <a:effectLst/>
                <a:latin typeface="Times New Roman" panose="02020603050405020304" pitchFamily="18" charset="0"/>
                <a:ea typeface="Times New Roman" panose="02020603050405020304" pitchFamily="18" charset="0"/>
                <a:cs typeface="Times New Roman" panose="02020603050405020304" pitchFamily="18" charset="0"/>
              </a:rPr>
              <a:t>تنحصر مسؤولية كل مساهم عن ديون المؤسسة في حدود المبلغ الذي استثمره فيها. </a:t>
            </a:r>
            <a:endParaRPr lang="ar-EG"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endParaRPr>
          </a:p>
          <a:p>
            <a:pPr rtl="1">
              <a:spcBef>
                <a:spcPts val="600"/>
              </a:spcBef>
              <a:spcAft>
                <a:spcPts val="600"/>
              </a:spcAft>
              <a:buNone/>
            </a:pPr>
            <a:r>
              <a:rPr lang="ar-EG" sz="2400" b="1"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المسؤولية غير المحدودة </a:t>
            </a:r>
          </a:p>
          <a:p>
            <a:pPr marL="285750" indent="-285750" rtl="1">
              <a:spcBef>
                <a:spcPts val="600"/>
              </a:spcBef>
              <a:spcAft>
                <a:spcPts val="600"/>
              </a:spcAft>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لا يتمتع المالك بكيان قانوني منفصل عن المؤسسة؛ فالمؤسسة والمالك كيان واحد. </a:t>
            </a:r>
          </a:p>
          <a:p>
            <a:pPr marL="285750" indent="-285750" rtl="1">
              <a:spcBef>
                <a:spcPts val="600"/>
              </a:spcBef>
              <a:spcAft>
                <a:spcPts val="600"/>
              </a:spcAft>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لدى المالكون مسؤولية غير محدودة، وهم مسؤولون شخصيًا عن جميع ديون المؤسسة.</a:t>
            </a:r>
          </a:p>
        </p:txBody>
      </p:sp>
      <p:sp>
        <p:nvSpPr>
          <p:cNvPr id="5" name="Title 2">
            <a:extLst>
              <a:ext uri="{FF2B5EF4-FFF2-40B4-BE49-F238E27FC236}">
                <a16:creationId xmlns:a16="http://schemas.microsoft.com/office/drawing/2014/main" id="{4FC2EB62-BFD8-0382-6B89-4529BF4F90F2}"/>
              </a:ext>
            </a:extLst>
          </p:cNvPr>
          <p:cNvSpPr txBox="1">
            <a:spLocks noChangeArrowheads="1"/>
          </p:cNvSpPr>
          <p:nvPr/>
        </p:nvSpPr>
        <p:spPr bwMode="auto">
          <a:xfrm>
            <a:off x="179512" y="1300162"/>
            <a:ext cx="4392488"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000" b="1" dirty="0">
                <a:latin typeface="Times New Roman" panose="02020603050405020304" pitchFamily="18" charset="0"/>
                <a:cs typeface="Times New Roman" panose="02020603050405020304" pitchFamily="18" charset="0"/>
              </a:rPr>
              <a:t>أ1 أنواع الأعمال التجارية في مجال الرياضة</a:t>
            </a:r>
          </a:p>
        </p:txBody>
      </p:sp>
      <p:grpSp>
        <p:nvGrpSpPr>
          <p:cNvPr id="6" name="Group 5">
            <a:extLst>
              <a:ext uri="{FF2B5EF4-FFF2-40B4-BE49-F238E27FC236}">
                <a16:creationId xmlns:a16="http://schemas.microsoft.com/office/drawing/2014/main" id="{16BC31CF-5F31-CE51-AD69-4FDEA87A728C}"/>
              </a:ext>
            </a:extLst>
          </p:cNvPr>
          <p:cNvGrpSpPr/>
          <p:nvPr/>
        </p:nvGrpSpPr>
        <p:grpSpPr>
          <a:xfrm>
            <a:off x="203245" y="4585698"/>
            <a:ext cx="4088456" cy="1940296"/>
            <a:chOff x="-18885" y="340554"/>
            <a:chExt cx="2583689" cy="1643233"/>
          </a:xfrm>
        </p:grpSpPr>
        <p:sp>
          <p:nvSpPr>
            <p:cNvPr id="7" name="Rectangle 6">
              <a:extLst>
                <a:ext uri="{FF2B5EF4-FFF2-40B4-BE49-F238E27FC236}">
                  <a16:creationId xmlns:a16="http://schemas.microsoft.com/office/drawing/2014/main" id="{C3B86D6B-A7DF-4EE8-26D2-DF70F1F546C0}"/>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0B43CA7-66D0-5890-C263-E920CD536B35}"/>
                </a:ext>
              </a:extLst>
            </p:cNvPr>
            <p:cNvSpPr txBox="1"/>
            <p:nvPr/>
          </p:nvSpPr>
          <p:spPr>
            <a:xfrm>
              <a:off x="-18885" y="340554"/>
              <a:ext cx="2564804" cy="16432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2000" b="1" dirty="0">
                  <a:solidFill>
                    <a:srgbClr val="7030A0"/>
                  </a:solidFill>
                  <a:latin typeface="Times New Roman" panose="02020603050405020304" pitchFamily="18" charset="0"/>
                  <a:cs typeface="Times New Roman" panose="02020603050405020304" pitchFamily="18" charset="0"/>
                </a:rPr>
                <a:t>مناقشة جماعية</a:t>
              </a:r>
            </a:p>
            <a:p>
              <a:pPr rtl="1"/>
              <a:r>
                <a:rPr lang="ar-EG" sz="2000" dirty="0">
                  <a:solidFill>
                    <a:srgbClr val="7030A0"/>
                  </a:solidFill>
                  <a:latin typeface="Times New Roman" panose="02020603050405020304" pitchFamily="18" charset="0"/>
                  <a:cs typeface="Times New Roman" panose="02020603050405020304" pitchFamily="18" charset="0"/>
                </a:rPr>
                <a:t>ناقش المشكلات المالية المحتملة عند إدارة مركز لممارسة التسلق في حالة المؤسسات الفردية أو الشراكات.</a:t>
              </a:r>
            </a:p>
          </p:txBody>
        </p:sp>
      </p:grpSp>
      <p:pic>
        <p:nvPicPr>
          <p:cNvPr id="2" name="Picture 1" descr="A person in a blue shirt climbing a rock wall&#10;&#10;AI-generated content may be incorrect.">
            <a:extLst>
              <a:ext uri="{FF2B5EF4-FFF2-40B4-BE49-F238E27FC236}">
                <a16:creationId xmlns:a16="http://schemas.microsoft.com/office/drawing/2014/main" id="{A31F0A80-02A5-BA43-28E1-48CCF09BD3E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24218" y="1728111"/>
            <a:ext cx="4082992" cy="2631936"/>
          </a:xfrm>
          <a:prstGeom prst="rect">
            <a:avLst/>
          </a:prstGeom>
        </p:spPr>
      </p:pic>
      <p:sp>
        <p:nvSpPr>
          <p:cNvPr id="3" name="TextBox 2">
            <a:extLst>
              <a:ext uri="{FF2B5EF4-FFF2-40B4-BE49-F238E27FC236}">
                <a16:creationId xmlns:a16="http://schemas.microsoft.com/office/drawing/2014/main" id="{196218EA-4CDE-5E98-F399-C3E2F93A10D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66770796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BE97E98-DCF2-86D7-BEF2-BE6445E43623}"/>
              </a:ext>
            </a:extLst>
          </p:cNvPr>
          <p:cNvGrpSpPr/>
          <p:nvPr/>
        </p:nvGrpSpPr>
        <p:grpSpPr>
          <a:xfrm>
            <a:off x="756344" y="5377790"/>
            <a:ext cx="7511378" cy="1464756"/>
            <a:chOff x="0" y="177288"/>
            <a:chExt cx="2681582" cy="1447836"/>
          </a:xfrm>
        </p:grpSpPr>
        <p:sp>
          <p:nvSpPr>
            <p:cNvPr id="7" name="Rectangle 6">
              <a:extLst>
                <a:ext uri="{FF2B5EF4-FFF2-40B4-BE49-F238E27FC236}">
                  <a16:creationId xmlns:a16="http://schemas.microsoft.com/office/drawing/2014/main" id="{0BAFED6F-9C26-4F61-14F1-D1A601438DAF}"/>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833B5FA-500C-9BAF-FE48-DB40985F56D7}"/>
                </a:ext>
              </a:extLst>
            </p:cNvPr>
            <p:cNvSpPr txBox="1"/>
            <p:nvPr/>
          </p:nvSpPr>
          <p:spPr>
            <a:xfrm>
              <a:off x="38632" y="468682"/>
              <a:ext cx="2602066"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2000" b="1" dirty="0">
                  <a:solidFill>
                    <a:srgbClr val="7030A0"/>
                  </a:solidFill>
                  <a:latin typeface="Times New Roman" panose="02020603050405020304" pitchFamily="18" charset="0"/>
                  <a:cs typeface="Times New Roman" panose="02020603050405020304" pitchFamily="18" charset="0"/>
                </a:rPr>
                <a:t>مناقشة</a:t>
              </a:r>
              <a:r>
                <a:rPr lang="ar-EG" sz="2000" b="1" i="0" u="none" strike="noStrike" dirty="0">
                  <a:solidFill>
                    <a:srgbClr val="7030A0"/>
                  </a:solidFill>
                  <a:effectLst/>
                  <a:latin typeface="Times New Roman" panose="02020603050405020304" pitchFamily="18" charset="0"/>
                  <a:cs typeface="Times New Roman" panose="02020603050405020304" pitchFamily="18" charset="0"/>
                </a:rPr>
                <a:t> جماعية</a:t>
              </a:r>
              <a:r>
                <a:rPr lang="ar-EG" sz="2000" i="0" u="none" strike="noStrike" dirty="0">
                  <a:solidFill>
                    <a:srgbClr val="7030A0"/>
                  </a:solidFill>
                  <a:effectLst/>
                  <a:latin typeface="Times New Roman" panose="02020603050405020304" pitchFamily="18" charset="0"/>
                  <a:cs typeface="Times New Roman" panose="02020603050405020304" pitchFamily="18" charset="0"/>
                </a:rPr>
                <a:t>:</a:t>
              </a:r>
            </a:p>
            <a:p>
              <a:pPr rtl="1">
                <a:lnSpc>
                  <a:spcPct val="120000"/>
                </a:lnSpc>
              </a:pPr>
              <a:r>
                <a:rPr lang="ar-EG" sz="2000" dirty="0">
                  <a:solidFill>
                    <a:srgbClr val="7030A0"/>
                  </a:solidFill>
                  <a:latin typeface="Times New Roman" panose="02020603050405020304" pitchFamily="18" charset="0"/>
                  <a:cs typeface="Times New Roman" panose="02020603050405020304" pitchFamily="18" charset="0"/>
                </a:rPr>
                <a:t>لما قد تفضّل بعض المؤسسات العاملة في مجال الرياضة والنشاط الترفيهي التفاعلي </a:t>
              </a:r>
              <a:br>
                <a:rPr lang="en-US" sz="2000" dirty="0">
                  <a:solidFill>
                    <a:srgbClr val="7030A0"/>
                  </a:solidFill>
                  <a:latin typeface="Times New Roman" panose="02020603050405020304" pitchFamily="18" charset="0"/>
                  <a:cs typeface="Times New Roman" panose="02020603050405020304" pitchFamily="18" charset="0"/>
                </a:rPr>
              </a:br>
              <a:r>
                <a:rPr lang="ar-EG" sz="2000" dirty="0">
                  <a:solidFill>
                    <a:srgbClr val="7030A0"/>
                  </a:solidFill>
                  <a:latin typeface="Times New Roman" panose="02020603050405020304" pitchFamily="18" charset="0"/>
                  <a:cs typeface="Times New Roman" panose="02020603050405020304" pitchFamily="18" charset="0"/>
                </a:rPr>
                <a:t>أن تظل صغيرة جدًا؟</a:t>
              </a:r>
              <a:endParaRPr lang="en-US" sz="1400" dirty="0">
                <a:solidFill>
                  <a:srgbClr val="7030A0"/>
                </a:solidFill>
                <a:latin typeface="Times New Roman" panose="02020603050405020304" pitchFamily="18" charset="0"/>
                <a:cs typeface="Times New Roman" panose="02020603050405020304" pitchFamily="18" charset="0"/>
              </a:endParaRPr>
            </a:p>
            <a:p>
              <a:pPr rtl="1">
                <a:lnSpc>
                  <a:spcPct val="120000"/>
                </a:lnSpc>
              </a:pPr>
              <a:endParaRPr lang="ar-EG" sz="2000" dirty="0">
                <a:solidFill>
                  <a:srgbClr val="7030A0"/>
                </a:solidFill>
                <a:latin typeface="Times New Roman" panose="02020603050405020304" pitchFamily="18" charset="0"/>
                <a:cs typeface="Times New Roman" panose="02020603050405020304" pitchFamily="18" charset="0"/>
              </a:endParaRPr>
            </a:p>
          </p:txBody>
        </p:sp>
      </p:grpSp>
      <p:graphicFrame>
        <p:nvGraphicFramePr>
          <p:cNvPr id="5" name="Table Placeholder 4">
            <a:extLst>
              <a:ext uri="{FF2B5EF4-FFF2-40B4-BE49-F238E27FC236}">
                <a16:creationId xmlns:a16="http://schemas.microsoft.com/office/drawing/2014/main" id="{A5C7D206-3A65-4D89-5B3A-92A684080FC6}"/>
              </a:ext>
            </a:extLst>
          </p:cNvPr>
          <p:cNvGraphicFramePr>
            <a:graphicFrameLocks/>
          </p:cNvGraphicFramePr>
          <p:nvPr>
            <p:extLst>
              <p:ext uri="{D42A27DB-BD31-4B8C-83A1-F6EECF244321}">
                <p14:modId xmlns:p14="http://schemas.microsoft.com/office/powerpoint/2010/main" val="2180306800"/>
              </p:ext>
            </p:extLst>
          </p:nvPr>
        </p:nvGraphicFramePr>
        <p:xfrm>
          <a:off x="756344" y="1729036"/>
          <a:ext cx="7631311" cy="3897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itle 2">
            <a:extLst>
              <a:ext uri="{FF2B5EF4-FFF2-40B4-BE49-F238E27FC236}">
                <a16:creationId xmlns:a16="http://schemas.microsoft.com/office/drawing/2014/main" id="{57FFB607-677B-8885-BE30-2C18EF44D13E}"/>
              </a:ext>
            </a:extLst>
          </p:cNvPr>
          <p:cNvSpPr txBox="1">
            <a:spLocks noChangeArrowheads="1"/>
          </p:cNvSpPr>
          <p:nvPr/>
        </p:nvSpPr>
        <p:spPr bwMode="auto">
          <a:xfrm>
            <a:off x="2231740" y="1116887"/>
            <a:ext cx="468052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400" b="1" dirty="0">
                <a:latin typeface="Times New Roman" panose="02020603050405020304" pitchFamily="18" charset="0"/>
                <a:cs typeface="Times New Roman" panose="02020603050405020304" pitchFamily="18" charset="0"/>
              </a:rPr>
              <a:t>أ1 أنواع الأعمال التجارية في مجال الرياضة</a:t>
            </a:r>
          </a:p>
        </p:txBody>
      </p:sp>
      <p:sp>
        <p:nvSpPr>
          <p:cNvPr id="2" name="TextBox 1">
            <a:extLst>
              <a:ext uri="{FF2B5EF4-FFF2-40B4-BE49-F238E27FC236}">
                <a16:creationId xmlns:a16="http://schemas.microsoft.com/office/drawing/2014/main" id="{6925D611-B6AC-9CD9-E67D-F7A1DD0B9681}"/>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547654250"/>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7A52-B932-BE8A-ACB5-3794161B0E9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7D5EAD7-2487-20E7-2472-A73DB195BF7A}"/>
              </a:ext>
            </a:extLst>
          </p:cNvPr>
          <p:cNvSpPr>
            <a:spLocks noGrp="1" noChangeArrowheads="1"/>
          </p:cNvSpPr>
          <p:nvPr>
            <p:ph type="title"/>
          </p:nvPr>
        </p:nvSpPr>
        <p:spPr bwMode="auto">
          <a:xfrm>
            <a:off x="251520" y="1124858"/>
            <a:ext cx="8640960" cy="54417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2400" b="1" dirty="0">
                <a:latin typeface="Times New Roman" panose="02020603050405020304" pitchFamily="18" charset="0"/>
                <a:cs typeface="Times New Roman" panose="02020603050405020304" pitchFamily="18" charset="0"/>
              </a:rPr>
              <a:t>أ2 غرض الأعمال التجارية في مجال الرياضة</a:t>
            </a:r>
          </a:p>
        </p:txBody>
      </p:sp>
      <p:sp>
        <p:nvSpPr>
          <p:cNvPr id="2" name="Content Placeholder 3">
            <a:extLst>
              <a:ext uri="{FF2B5EF4-FFF2-40B4-BE49-F238E27FC236}">
                <a16:creationId xmlns:a16="http://schemas.microsoft.com/office/drawing/2014/main" id="{80BB285E-AE94-9411-105A-CCC4C63C22C3}"/>
              </a:ext>
            </a:extLst>
          </p:cNvPr>
          <p:cNvSpPr txBox="1">
            <a:spLocks noChangeArrowheads="1"/>
          </p:cNvSpPr>
          <p:nvPr/>
        </p:nvSpPr>
        <p:spPr bwMode="auto">
          <a:xfrm>
            <a:off x="4572000" y="1772816"/>
            <a:ext cx="4072245" cy="4710796"/>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None/>
            </a:pPr>
            <a:r>
              <a:rPr lang="ar-EG" sz="1800" b="1" dirty="0">
                <a:latin typeface="Times New Roman" panose="02020603050405020304" pitchFamily="18" charset="0"/>
                <a:cs typeface="Times New Roman" panose="02020603050405020304" pitchFamily="18" charset="0"/>
              </a:rPr>
              <a:t>للمؤسسات العاملة في مجال الرياضة والنشاط الترفيهي التفاعلي أغراضًا مختلفة </a:t>
            </a:r>
          </a:p>
          <a:p>
            <a:pPr marL="0" indent="0" rtl="1" fontAlgn="ctr">
              <a:buNone/>
            </a:pPr>
            <a:endParaRPr lang="ar-EG" sz="1600" dirty="0">
              <a:latin typeface="Times New Roman" panose="02020603050405020304" pitchFamily="18" charset="0"/>
              <a:cs typeface="Times New Roman" panose="02020603050405020304" pitchFamily="18" charset="0"/>
            </a:endParaRPr>
          </a:p>
          <a:p>
            <a:pPr marL="0" indent="0" rtl="1" fontAlgn="ctr">
              <a:buNone/>
            </a:pPr>
            <a:r>
              <a:rPr lang="ar-EG" sz="1600" dirty="0">
                <a:latin typeface="Times New Roman" panose="02020603050405020304" pitchFamily="18" charset="0"/>
                <a:cs typeface="Times New Roman" panose="02020603050405020304" pitchFamily="18" charset="0"/>
              </a:rPr>
              <a:t>فقد تقدم هذه المؤسسات سلعًا أو خدمات أو كليهما</a:t>
            </a:r>
          </a:p>
          <a:p>
            <a:pPr marL="0" indent="0" rtl="1" fontAlgn="ctr">
              <a:buNone/>
            </a:pPr>
            <a:endParaRPr lang="ar-EG" sz="1600" dirty="0">
              <a:latin typeface="Times New Roman" panose="02020603050405020304" pitchFamily="18" charset="0"/>
              <a:ea typeface="Open Sans" panose="020B0606030504020204" pitchFamily="34" charset="0"/>
              <a:cs typeface="Times New Roman" panose="02020603050405020304" pitchFamily="18" charset="0"/>
            </a:endParaRPr>
          </a:p>
          <a:p>
            <a:pPr marL="0" indent="0" rtl="1" fontAlgn="ctr">
              <a:buNone/>
            </a:pPr>
            <a:r>
              <a:rPr lang="ar-EG" sz="1600" dirty="0">
                <a:latin typeface="Times New Roman" panose="02020603050405020304" pitchFamily="18" charset="0"/>
                <a:ea typeface="Open Sans" panose="020B0606030504020204" pitchFamily="34" charset="0"/>
                <a:cs typeface="Times New Roman" panose="02020603050405020304" pitchFamily="18" charset="0"/>
              </a:rPr>
              <a:t>ومن الأمثلة على ذلك:</a:t>
            </a:r>
          </a:p>
          <a:p>
            <a:pPr rtl="1" fontAlgn="ctr"/>
            <a:r>
              <a:rPr lang="ar-EG" sz="1600" dirty="0">
                <a:latin typeface="Times New Roman" panose="02020603050405020304" pitchFamily="18" charset="0"/>
                <a:ea typeface="Open Sans" panose="020B0606030504020204" pitchFamily="34" charset="0"/>
                <a:cs typeface="Times New Roman" panose="02020603050405020304" pitchFamily="18" charset="0"/>
              </a:rPr>
              <a:t>متجر يبيع مضارب التنس (سلع).</a:t>
            </a:r>
          </a:p>
          <a:p>
            <a:pPr rtl="1" fontAlgn="ctr"/>
            <a:r>
              <a:rPr lang="ar-EG" sz="1600" kern="0" dirty="0">
                <a:solidFill>
                  <a:srgbClr val="000000"/>
                </a:solidFill>
                <a:latin typeface="Times New Roman" panose="02020603050405020304" pitchFamily="18" charset="0"/>
                <a:ea typeface="Open Sans" panose="020B0606030504020204" pitchFamily="34" charset="0"/>
                <a:cs typeface="Times New Roman" panose="02020603050405020304" pitchFamily="18" charset="0"/>
              </a:rPr>
              <a:t>مدرب شخصي يقدّم تدريبات لياقة بدنية (خدمة).</a:t>
            </a:r>
          </a:p>
          <a:p>
            <a:pPr rtl="1" fontAlgn="ctr"/>
            <a:r>
              <a:rPr lang="ar-EG" sz="1600" kern="0" dirty="0">
                <a:solidFill>
                  <a:srgbClr val="000000"/>
                </a:solidFill>
                <a:latin typeface="Times New Roman" panose="02020603050405020304" pitchFamily="18" charset="0"/>
                <a:cs typeface="Times New Roman" panose="02020603050405020304" pitchFamily="18" charset="0"/>
              </a:rPr>
              <a:t>نادٍ رياضي يبيع ملابس رياضية (سلع).</a:t>
            </a:r>
          </a:p>
          <a:p>
            <a:pPr rtl="1" fontAlgn="ctr"/>
            <a:r>
              <a:rPr lang="ar-EG" sz="1600" dirty="0">
                <a:latin typeface="Times New Roman" panose="02020603050405020304" pitchFamily="18" charset="0"/>
                <a:ea typeface="Open Sans" panose="020B0606030504020204" pitchFamily="34" charset="0"/>
                <a:cs typeface="Times New Roman" panose="02020603050405020304" pitchFamily="18" charset="0"/>
              </a:rPr>
              <a:t>نادٍ للإبحار يقدّم دروسًا للمبتدئين (خدمة) </a:t>
            </a:r>
            <a:br>
              <a:rPr lang="en-US" sz="1600" dirty="0">
                <a:latin typeface="Times New Roman" panose="02020603050405020304" pitchFamily="18" charset="0"/>
                <a:ea typeface="Open Sans" panose="020B0606030504020204" pitchFamily="34" charset="0"/>
                <a:cs typeface="Times New Roman" panose="02020603050405020304" pitchFamily="18" charset="0"/>
              </a:rPr>
            </a:br>
            <a:r>
              <a:rPr lang="ar-EG" sz="1600" dirty="0">
                <a:latin typeface="Times New Roman" panose="02020603050405020304" pitchFamily="18" charset="0"/>
                <a:ea typeface="Open Sans" panose="020B0606030504020204" pitchFamily="34" charset="0"/>
                <a:cs typeface="Times New Roman" panose="02020603050405020304" pitchFamily="18" charset="0"/>
              </a:rPr>
              <a:t>ويبيع قطع غيار للقوارب (سلع).</a:t>
            </a:r>
          </a:p>
          <a:p>
            <a:pPr marL="0" indent="0" rtl="1" fontAlgn="ctr">
              <a:buNone/>
            </a:pPr>
            <a:endParaRPr lang="ar-EG" sz="1600" kern="0" dirty="0">
              <a:solidFill>
                <a:srgbClr val="000000"/>
              </a:solidFill>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37BC1B00-C50E-DDC5-6331-7236C537E683}"/>
              </a:ext>
            </a:extLst>
          </p:cNvPr>
          <p:cNvGrpSpPr/>
          <p:nvPr/>
        </p:nvGrpSpPr>
        <p:grpSpPr>
          <a:xfrm>
            <a:off x="251520" y="1772816"/>
            <a:ext cx="4005446" cy="2825656"/>
            <a:chOff x="0" y="340554"/>
            <a:chExt cx="2564804" cy="1643233"/>
          </a:xfrm>
        </p:grpSpPr>
        <p:sp>
          <p:nvSpPr>
            <p:cNvPr id="16" name="Rectangle 15">
              <a:extLst>
                <a:ext uri="{FF2B5EF4-FFF2-40B4-BE49-F238E27FC236}">
                  <a16:creationId xmlns:a16="http://schemas.microsoft.com/office/drawing/2014/main" id="{3CF75940-3907-7F67-1396-78BA9F4E91AE}"/>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67AED062-64F0-1695-4DFE-5899E07D5512}"/>
                </a:ext>
              </a:extLst>
            </p:cNvPr>
            <p:cNvSpPr txBox="1"/>
            <p:nvPr/>
          </p:nvSpPr>
          <p:spPr>
            <a:xfrm>
              <a:off x="47787" y="340554"/>
              <a:ext cx="2448503" cy="16432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b="1" dirty="0">
                  <a:solidFill>
                    <a:srgbClr val="7030A0"/>
                  </a:solidFill>
                  <a:latin typeface="Times New Roman" panose="02020603050405020304" pitchFamily="18" charset="0"/>
                  <a:cs typeface="Times New Roman" panose="02020603050405020304" pitchFamily="18" charset="0"/>
                </a:rPr>
                <a:t>مناقشة جماعية</a:t>
              </a:r>
            </a:p>
            <a:p>
              <a:pPr rtl="1"/>
              <a:r>
                <a:rPr lang="ar-EG" sz="1600" b="1" dirty="0">
                  <a:solidFill>
                    <a:srgbClr val="7030A0"/>
                  </a:solidFill>
                  <a:latin typeface="Times New Roman" panose="02020603050405020304" pitchFamily="18" charset="0"/>
                  <a:cs typeface="Times New Roman" panose="02020603050405020304" pitchFamily="18" charset="0"/>
                </a:rPr>
                <a:t>هل تقدم هذه المؤسسات سلعًا أم خدمات؟</a:t>
              </a:r>
            </a:p>
            <a:p>
              <a:pPr rtl="1"/>
              <a:endParaRPr lang="ar-EG" sz="1600" b="1" dirty="0">
                <a:solidFill>
                  <a:srgbClr val="7030A0"/>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صالة ألعاب رياضية</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متجر للغولف</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نادٍ للملاكمة</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مدرب تنس</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اختصاصي علاج طبيعي</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متجر للمعدات الرياضية</a:t>
              </a:r>
            </a:p>
          </p:txBody>
        </p:sp>
      </p:grpSp>
      <p:pic>
        <p:nvPicPr>
          <p:cNvPr id="3" name="Picture 2" descr="A person wearing boxing gloves&#10;&#10;AI-generated content may be incorrect.">
            <a:extLst>
              <a:ext uri="{FF2B5EF4-FFF2-40B4-BE49-F238E27FC236}">
                <a16:creationId xmlns:a16="http://schemas.microsoft.com/office/drawing/2014/main" id="{B000E9B5-6F6C-0BE0-27C7-5E0633E6022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2915" y="4718230"/>
            <a:ext cx="2777384" cy="1765650"/>
          </a:xfrm>
          <a:prstGeom prst="rect">
            <a:avLst/>
          </a:prstGeom>
        </p:spPr>
      </p:pic>
      <p:sp>
        <p:nvSpPr>
          <p:cNvPr id="4" name="TextBox 3">
            <a:extLst>
              <a:ext uri="{FF2B5EF4-FFF2-40B4-BE49-F238E27FC236}">
                <a16:creationId xmlns:a16="http://schemas.microsoft.com/office/drawing/2014/main" id="{C13A2EE1-E57A-432F-82B3-6B6A656EDF0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012658334"/>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1F9A19-A707-E49B-0C6C-314CCEA63548}"/>
              </a:ext>
            </a:extLst>
          </p:cNvPr>
          <p:cNvSpPr txBox="1"/>
          <p:nvPr/>
        </p:nvSpPr>
        <p:spPr>
          <a:xfrm>
            <a:off x="490840" y="5470866"/>
            <a:ext cx="8229490" cy="646331"/>
          </a:xfrm>
          <a:prstGeom prst="rect">
            <a:avLst/>
          </a:prstGeom>
          <a:gradFill>
            <a:gsLst>
              <a:gs pos="0">
                <a:schemeClr val="accent6">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p:spPr>
        <p:txBody>
          <a:bodyPr wrap="square" rtlCol="1">
            <a:spAutoFit/>
          </a:bodyPr>
          <a:lstStyle/>
          <a:p>
            <a:pPr marL="0" indent="0" rtl="1" fontAlgn="ctr">
              <a:buNone/>
            </a:pPr>
            <a:r>
              <a:rPr lang="ar-EG" b="1" dirty="0">
                <a:latin typeface="Times New Roman" panose="02020603050405020304" pitchFamily="18" charset="0"/>
                <a:cs typeface="Times New Roman" panose="02020603050405020304" pitchFamily="18" charset="0"/>
              </a:rPr>
              <a:t>مناقشة في مجموعات صغيرة</a:t>
            </a:r>
          </a:p>
          <a:p>
            <a:pPr marL="0" indent="0" rtl="1" fontAlgn="ctr">
              <a:buNone/>
            </a:pPr>
            <a:r>
              <a:rPr lang="ar-EG" sz="1800" i="0" u="none" strike="noStrike" dirty="0">
                <a:effectLst/>
                <a:latin typeface="Times New Roman" panose="02020603050405020304" pitchFamily="18" charset="0"/>
                <a:cs typeface="Times New Roman" panose="02020603050405020304" pitchFamily="18" charset="0"/>
              </a:rPr>
              <a:t>اختر مؤسسة واحدة من كل فئة. وناقش أهداف كل منها ومدى نجاحها في تحقيق هذه الأهداف.</a:t>
            </a:r>
            <a:endParaRPr lang="ar-EG" dirty="0">
              <a:latin typeface="Times New Roman" panose="02020603050405020304" pitchFamily="18" charset="0"/>
              <a:cs typeface="Times New Roman" panose="02020603050405020304" pitchFamily="18" charset="0"/>
            </a:endParaRPr>
          </a:p>
        </p:txBody>
      </p:sp>
      <p:sp>
        <p:nvSpPr>
          <p:cNvPr id="3" name="Content Placeholder 3">
            <a:extLst>
              <a:ext uri="{FF2B5EF4-FFF2-40B4-BE49-F238E27FC236}">
                <a16:creationId xmlns:a16="http://schemas.microsoft.com/office/drawing/2014/main" id="{3DE78A60-D396-9B62-9F08-80D3F26D318C}"/>
              </a:ext>
            </a:extLst>
          </p:cNvPr>
          <p:cNvSpPr txBox="1">
            <a:spLocks noChangeArrowheads="1"/>
          </p:cNvSpPr>
          <p:nvPr/>
        </p:nvSpPr>
        <p:spPr bwMode="auto">
          <a:xfrm>
            <a:off x="4797632" y="2680220"/>
            <a:ext cx="3909010" cy="246516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EG" sz="1600" b="1" dirty="0">
                <a:effectLst/>
                <a:latin typeface="Times New Roman" panose="02020603050405020304" pitchFamily="18" charset="0"/>
                <a:cs typeface="Times New Roman" panose="02020603050405020304" pitchFamily="18" charset="0"/>
              </a:rPr>
              <a:t>أهداف المؤسسات الهادفة للربح التابعة للقطاع الخاص</a:t>
            </a:r>
          </a:p>
          <a:p>
            <a:pPr rtl="1"/>
            <a:r>
              <a:rPr lang="ar-EG" sz="1600" dirty="0">
                <a:latin typeface="Times New Roman" panose="02020603050405020304" pitchFamily="18" charset="0"/>
                <a:cs typeface="Times New Roman" panose="02020603050405020304" pitchFamily="18" charset="0"/>
              </a:rPr>
              <a:t>النمو</a:t>
            </a:r>
          </a:p>
          <a:p>
            <a:pPr rtl="1"/>
            <a:r>
              <a:rPr lang="ar-EG" sz="1600" dirty="0">
                <a:effectLst/>
                <a:latin typeface="Times New Roman" panose="02020603050405020304" pitchFamily="18" charset="0"/>
                <a:cs typeface="Times New Roman" panose="02020603050405020304" pitchFamily="18" charset="0"/>
              </a:rPr>
              <a:t>الاستمرارية</a:t>
            </a:r>
          </a:p>
          <a:p>
            <a:pPr rtl="1"/>
            <a:r>
              <a:rPr lang="ar-EG" sz="1600" dirty="0">
                <a:latin typeface="Times New Roman" panose="02020603050405020304" pitchFamily="18" charset="0"/>
                <a:cs typeface="Times New Roman" panose="02020603050405020304" pitchFamily="18" charset="0"/>
              </a:rPr>
              <a:t>الالتزام بالأخلاقيات</a:t>
            </a:r>
          </a:p>
          <a:p>
            <a:pPr rtl="1"/>
            <a:r>
              <a:rPr lang="ar-EG" sz="1600" dirty="0">
                <a:latin typeface="Times New Roman" panose="02020603050405020304" pitchFamily="18" charset="0"/>
                <a:cs typeface="Times New Roman" panose="02020603050405020304" pitchFamily="18" charset="0"/>
              </a:rPr>
              <a:t>تحقيق</a:t>
            </a:r>
            <a:r>
              <a:rPr lang="ar-EG" sz="1600" dirty="0">
                <a:effectLst/>
                <a:latin typeface="Times New Roman" panose="02020603050405020304" pitchFamily="18" charset="0"/>
                <a:cs typeface="Times New Roman" panose="02020603050405020304" pitchFamily="18" charset="0"/>
              </a:rPr>
              <a:t> الأرباح</a:t>
            </a:r>
          </a:p>
          <a:p>
            <a:pPr rtl="1"/>
            <a:r>
              <a:rPr lang="ar-EG" sz="1600" dirty="0">
                <a:latin typeface="Times New Roman" panose="02020603050405020304" pitchFamily="18" charset="0"/>
                <a:cs typeface="Times New Roman" panose="02020603050405020304" pitchFamily="18" charset="0"/>
              </a:rPr>
              <a:t>ريادة السوق</a:t>
            </a:r>
          </a:p>
          <a:p>
            <a:pPr rtl="1"/>
            <a:r>
              <a:rPr lang="ar-EG" sz="1600" dirty="0">
                <a:latin typeface="Times New Roman" panose="02020603050405020304" pitchFamily="18" charset="0"/>
                <a:cs typeface="Times New Roman" panose="02020603050405020304" pitchFamily="18" charset="0"/>
              </a:rPr>
              <a:t>تعظيم</a:t>
            </a:r>
            <a:r>
              <a:rPr lang="ar-EG" sz="1600" dirty="0">
                <a:effectLst/>
                <a:latin typeface="Times New Roman" panose="02020603050405020304" pitchFamily="18" charset="0"/>
                <a:cs typeface="Times New Roman" panose="02020603050405020304" pitchFamily="18" charset="0"/>
              </a:rPr>
              <a:t> إيرادات المبيعات</a:t>
            </a:r>
          </a:p>
          <a:p>
            <a:pPr rtl="1"/>
            <a:r>
              <a:rPr lang="ar-EG" sz="1600" dirty="0">
                <a:latin typeface="Times New Roman" panose="02020603050405020304" pitchFamily="18" charset="0"/>
                <a:cs typeface="Times New Roman" panose="02020603050405020304" pitchFamily="18" charset="0"/>
              </a:rPr>
              <a:t>الاهتمام</a:t>
            </a:r>
            <a:r>
              <a:rPr lang="ar-EG" sz="1600" dirty="0">
                <a:effectLst/>
                <a:latin typeface="Times New Roman" panose="02020603050405020304" pitchFamily="18" charset="0"/>
                <a:cs typeface="Times New Roman" panose="02020603050405020304" pitchFamily="18" charset="0"/>
              </a:rPr>
              <a:t> بالبيئة</a:t>
            </a:r>
          </a:p>
          <a:p>
            <a:pPr marL="0" indent="0" rtl="1">
              <a:buFont typeface="Wingdings" panose="05000000000000000000" pitchFamily="2" charset="2"/>
              <a:buNone/>
            </a:pPr>
            <a:endParaRPr lang="ar-EG" altLang="en-US" kern="0" dirty="0">
              <a:solidFill>
                <a:srgbClr val="FF0000"/>
              </a:solidFill>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016AAB97-AF25-0E96-0B93-B44FF9685BAD}"/>
              </a:ext>
            </a:extLst>
          </p:cNvPr>
          <p:cNvSpPr txBox="1">
            <a:spLocks noChangeArrowheads="1"/>
          </p:cNvSpPr>
          <p:nvPr/>
        </p:nvSpPr>
        <p:spPr bwMode="auto">
          <a:xfrm>
            <a:off x="652642" y="3912272"/>
            <a:ext cx="3942253" cy="1387120"/>
          </a:xfrm>
          <a:prstGeom prst="rect">
            <a:avLst/>
          </a:prstGeom>
          <a:solidFill>
            <a:schemeClr val="accent5">
              <a:lumMod val="9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EG" sz="1600" b="1" dirty="0">
                <a:latin typeface="Times New Roman" panose="02020603050405020304" pitchFamily="18" charset="0"/>
                <a:cs typeface="Times New Roman" panose="02020603050405020304" pitchFamily="18" charset="0"/>
              </a:rPr>
              <a:t>أهداف المؤسسات العامة (الحكومية)</a:t>
            </a:r>
          </a:p>
          <a:p>
            <a:pPr rtl="1"/>
            <a:r>
              <a:rPr lang="ar-EG" sz="1600" dirty="0">
                <a:latin typeface="Times New Roman" panose="02020603050405020304" pitchFamily="18" charset="0"/>
                <a:cs typeface="Times New Roman" panose="02020603050405020304" pitchFamily="18" charset="0"/>
              </a:rPr>
              <a:t>تعزيز العافية الاجتماعية</a:t>
            </a:r>
          </a:p>
          <a:p>
            <a:pPr rtl="1"/>
            <a:r>
              <a:rPr lang="ar-EG" sz="1600" dirty="0">
                <a:latin typeface="Times New Roman" panose="02020603050405020304" pitchFamily="18" charset="0"/>
                <a:cs typeface="Times New Roman" panose="02020603050405020304" pitchFamily="18" charset="0"/>
              </a:rPr>
              <a:t>تقديم الخدمات</a:t>
            </a:r>
          </a:p>
          <a:p>
            <a:pPr rtl="1"/>
            <a:r>
              <a:rPr lang="ar-EG" sz="1600" dirty="0">
                <a:latin typeface="Times New Roman" panose="02020603050405020304" pitchFamily="18" charset="0"/>
                <a:cs typeface="Times New Roman" panose="02020603050405020304" pitchFamily="18" charset="0"/>
              </a:rPr>
              <a:t>الامتثال للمعايير الحكومية</a:t>
            </a:r>
          </a:p>
          <a:p>
            <a:pPr marL="0" indent="0" rtl="1">
              <a:buNone/>
            </a:pPr>
            <a:endParaRPr lang="ar-EG" sz="1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CBF3EC5-7656-11F1-8A58-82BD79AAAF86}"/>
              </a:ext>
            </a:extLst>
          </p:cNvPr>
          <p:cNvSpPr txBox="1"/>
          <p:nvPr/>
        </p:nvSpPr>
        <p:spPr>
          <a:xfrm>
            <a:off x="663333" y="2561572"/>
            <a:ext cx="3942252" cy="1224951"/>
          </a:xfrm>
          <a:prstGeom prst="rect">
            <a:avLst/>
          </a:prstGeom>
          <a:solidFill>
            <a:schemeClr val="accent6">
              <a:lumMod val="20000"/>
              <a:lumOff val="80000"/>
            </a:schemeClr>
          </a:solidFill>
        </p:spPr>
        <p:txBody>
          <a:bodyPr wrap="square" rtlCol="1">
            <a:spAutoFit/>
          </a:bodyPr>
          <a:lstStyle/>
          <a:p>
            <a:pPr marL="0" indent="0" rtl="1">
              <a:buNone/>
            </a:pPr>
            <a:r>
              <a:rPr lang="ar-EG" sz="1600" b="1" dirty="0">
                <a:latin typeface="Times New Roman" panose="02020603050405020304" pitchFamily="18" charset="0"/>
                <a:cs typeface="Times New Roman" panose="02020603050405020304" pitchFamily="18" charset="0"/>
              </a:rPr>
              <a:t>أهداف المؤسسة غير الهادفة للربح</a:t>
            </a:r>
          </a:p>
          <a:p>
            <a:pPr marL="342900" indent="-342900" rtl="1">
              <a:spcBef>
                <a:spcPct val="20000"/>
              </a:spcBef>
              <a:buFont typeface="Wingdings" panose="05000000000000000000" pitchFamily="2" charset="2"/>
              <a:buChar char="§"/>
            </a:pPr>
            <a:r>
              <a:rPr lang="ar-EG" sz="1600" dirty="0">
                <a:latin typeface="Times New Roman" panose="02020603050405020304" pitchFamily="18" charset="0"/>
                <a:cs typeface="Times New Roman" panose="02020603050405020304" pitchFamily="18" charset="0"/>
              </a:rPr>
              <a:t>التخفيف من وطأة الفقر</a:t>
            </a:r>
          </a:p>
          <a:p>
            <a:pPr marL="342900" indent="-342900" rtl="1">
              <a:spcBef>
                <a:spcPct val="20000"/>
              </a:spcBef>
              <a:buFont typeface="Wingdings" panose="05000000000000000000" pitchFamily="2" charset="2"/>
              <a:buChar char="§"/>
            </a:pPr>
            <a:r>
              <a:rPr lang="ar-EG" sz="1600" dirty="0">
                <a:latin typeface="Times New Roman" panose="02020603050405020304" pitchFamily="18" charset="0"/>
                <a:cs typeface="Times New Roman" panose="02020603050405020304" pitchFamily="18" charset="0"/>
              </a:rPr>
              <a:t>مساعدة الفئات الضعيفة</a:t>
            </a:r>
          </a:p>
          <a:p>
            <a:pPr marL="342900" indent="-342900" rtl="1">
              <a:spcBef>
                <a:spcPct val="20000"/>
              </a:spcBef>
              <a:buFont typeface="Wingdings" panose="05000000000000000000" pitchFamily="2" charset="2"/>
              <a:buChar char="§"/>
            </a:pPr>
            <a:r>
              <a:rPr lang="ar-EG" sz="1600" dirty="0">
                <a:latin typeface="Times New Roman" panose="02020603050405020304" pitchFamily="18" charset="0"/>
                <a:cs typeface="Times New Roman" panose="02020603050405020304" pitchFamily="18" charset="0"/>
              </a:rPr>
              <a:t>دعم المجتمعات المحلية</a:t>
            </a:r>
          </a:p>
        </p:txBody>
      </p:sp>
      <p:sp>
        <p:nvSpPr>
          <p:cNvPr id="11" name="TextBox 10">
            <a:extLst>
              <a:ext uri="{FF2B5EF4-FFF2-40B4-BE49-F238E27FC236}">
                <a16:creationId xmlns:a16="http://schemas.microsoft.com/office/drawing/2014/main" id="{B8BA3FE1-7A35-26C8-967B-74EFECFF7253}"/>
              </a:ext>
            </a:extLst>
          </p:cNvPr>
          <p:cNvSpPr txBox="1"/>
          <p:nvPr/>
        </p:nvSpPr>
        <p:spPr>
          <a:xfrm>
            <a:off x="323528" y="1708408"/>
            <a:ext cx="8383114" cy="646331"/>
          </a:xfrm>
          <a:prstGeom prst="rect">
            <a:avLst/>
          </a:prstGeom>
          <a:solidFill>
            <a:schemeClr val="accent6">
              <a:lumMod val="20000"/>
              <a:lumOff val="80000"/>
            </a:schemeClr>
          </a:solidFill>
        </p:spPr>
        <p:txBody>
          <a:bodyPr wrap="square" rtlCol="1">
            <a:spAutoFit/>
          </a:bodyPr>
          <a:lstStyle/>
          <a:p>
            <a:pPr rtl="1"/>
            <a:r>
              <a:rPr lang="ar-EG" sz="1800" b="1" i="0" u="none" strike="noStrike" dirty="0">
                <a:solidFill>
                  <a:srgbClr val="7030A0"/>
                </a:solidFill>
                <a:effectLst/>
                <a:latin typeface="Times New Roman" panose="02020603050405020304" pitchFamily="18" charset="0"/>
                <a:cs typeface="Times New Roman" panose="02020603050405020304" pitchFamily="18" charset="0"/>
              </a:rPr>
              <a:t>الأهداف</a:t>
            </a:r>
            <a:r>
              <a:rPr lang="ar-EG" sz="1800" b="1" i="0" u="none" strike="noStrike" dirty="0">
                <a:solidFill>
                  <a:schemeClr val="tx1"/>
                </a:solidFill>
                <a:effectLst/>
                <a:latin typeface="Times New Roman" panose="02020603050405020304" pitchFamily="18" charset="0"/>
                <a:cs typeface="Times New Roman" panose="02020603050405020304" pitchFamily="18" charset="0"/>
              </a:rPr>
              <a:t> هي</a:t>
            </a:r>
            <a:r>
              <a:rPr lang="ar-EG" sz="1800" i="0" u="none" strike="noStrike" dirty="0">
                <a:solidFill>
                  <a:schemeClr val="tx1"/>
                </a:solidFill>
                <a:effectLst/>
                <a:latin typeface="Times New Roman" panose="02020603050405020304" pitchFamily="18" charset="0"/>
                <a:cs typeface="Times New Roman" panose="02020603050405020304" pitchFamily="18" charset="0"/>
              </a:rPr>
              <a:t> </a:t>
            </a:r>
            <a:r>
              <a:rPr lang="ar-EG" sz="1800" b="1" i="0" u="none" strike="noStrike" dirty="0">
                <a:solidFill>
                  <a:schemeClr val="tx1"/>
                </a:solidFill>
                <a:effectLst/>
                <a:latin typeface="Times New Roman" panose="02020603050405020304" pitchFamily="18" charset="0"/>
                <a:cs typeface="Times New Roman" panose="02020603050405020304" pitchFamily="18" charset="0"/>
              </a:rPr>
              <a:t> </a:t>
            </a:r>
            <a:r>
              <a:rPr lang="ar-EG" sz="1800" b="0" i="0" u="none" strike="noStrike" dirty="0">
                <a:solidFill>
                  <a:schemeClr val="tx1"/>
                </a:solidFill>
                <a:effectLst/>
                <a:latin typeface="Times New Roman" panose="02020603050405020304" pitchFamily="18" charset="0"/>
                <a:cs typeface="Times New Roman" panose="02020603050405020304" pitchFamily="18" charset="0"/>
              </a:rPr>
              <a:t>المقاصد أو الغايات التي تعمل المؤسسة على تحقيقها.</a:t>
            </a:r>
          </a:p>
          <a:p>
            <a:pPr rtl="1"/>
            <a:r>
              <a:rPr lang="ar-EG" sz="1800" dirty="0">
                <a:solidFill>
                  <a:schemeClr val="tx1"/>
                </a:solidFill>
                <a:latin typeface="Times New Roman" panose="02020603050405020304" pitchFamily="18" charset="0"/>
                <a:cs typeface="Times New Roman" panose="02020603050405020304" pitchFamily="18" charset="0"/>
              </a:rPr>
              <a:t>إن تحديد أهدافًا واضحةً يساعد المؤسسات على التركيز على ما يسعون لتحقيقه </a:t>
            </a:r>
          </a:p>
        </p:txBody>
      </p:sp>
      <p:sp>
        <p:nvSpPr>
          <p:cNvPr id="12" name="Title 2">
            <a:extLst>
              <a:ext uri="{FF2B5EF4-FFF2-40B4-BE49-F238E27FC236}">
                <a16:creationId xmlns:a16="http://schemas.microsoft.com/office/drawing/2014/main" id="{85DC0C85-993C-95D4-B105-FFDABE45861D}"/>
              </a:ext>
            </a:extLst>
          </p:cNvPr>
          <p:cNvSpPr txBox="1">
            <a:spLocks noChangeArrowheads="1"/>
          </p:cNvSpPr>
          <p:nvPr/>
        </p:nvSpPr>
        <p:spPr bwMode="auto">
          <a:xfrm>
            <a:off x="1773296" y="1125196"/>
            <a:ext cx="6048672"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400" b="1" dirty="0">
                <a:latin typeface="Times New Roman" panose="02020603050405020304" pitchFamily="18" charset="0"/>
                <a:cs typeface="Times New Roman" panose="02020603050405020304" pitchFamily="18" charset="0"/>
              </a:rPr>
              <a:t>أ2 غرض الأعمال التجارية في مجال الرياضة</a:t>
            </a:r>
          </a:p>
        </p:txBody>
      </p:sp>
      <p:sp>
        <p:nvSpPr>
          <p:cNvPr id="4" name="TextBox 3">
            <a:extLst>
              <a:ext uri="{FF2B5EF4-FFF2-40B4-BE49-F238E27FC236}">
                <a16:creationId xmlns:a16="http://schemas.microsoft.com/office/drawing/2014/main" id="{232FD9D0-B717-42B5-4A41-8DE16CC3867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5604695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FDC1F86B-3941-26C0-7786-3AE5DF542C80}"/>
              </a:ext>
            </a:extLst>
          </p:cNvPr>
          <p:cNvSpPr txBox="1">
            <a:spLocks/>
          </p:cNvSpPr>
          <p:nvPr/>
        </p:nvSpPr>
        <p:spPr bwMode="auto">
          <a:xfrm>
            <a:off x="436589" y="1071454"/>
            <a:ext cx="8229600" cy="592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lnSpc>
                <a:spcPct val="90000"/>
              </a:lnSpc>
              <a:spcAft>
                <a:spcPts val="600"/>
              </a:spcAft>
            </a:pPr>
            <a:r>
              <a:rPr lang="ar-EG" sz="2800" b="1" dirty="0">
                <a:latin typeface="Times New Roman" panose="02020603050405020304" pitchFamily="18" charset="0"/>
                <a:cs typeface="Times New Roman" panose="02020603050405020304" pitchFamily="18" charset="0"/>
              </a:rPr>
              <a:t>أ2 غرض الأعمال التجارية في مجال الرياضة</a:t>
            </a:r>
            <a:endParaRPr lang="ar-EG" altLang="en-US" sz="2800" kern="0" dirty="0">
              <a:solidFill>
                <a:srgbClr val="7030A0"/>
              </a:solidFill>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DDE7E187-EE43-F7BF-A0FC-B7AAFA8E99DA}"/>
              </a:ext>
            </a:extLst>
          </p:cNvPr>
          <p:cNvGrpSpPr/>
          <p:nvPr/>
        </p:nvGrpSpPr>
        <p:grpSpPr>
          <a:xfrm flipH="1">
            <a:off x="6034142" y="2189818"/>
            <a:ext cx="2591517" cy="1727246"/>
            <a:chOff x="5791074" y="2189818"/>
            <a:chExt cx="2591517" cy="1727246"/>
          </a:xfrm>
        </p:grpSpPr>
        <p:sp>
          <p:nvSpPr>
            <p:cNvPr id="7" name="Rectangle: Rounded Corners 6">
              <a:extLst>
                <a:ext uri="{FF2B5EF4-FFF2-40B4-BE49-F238E27FC236}">
                  <a16:creationId xmlns:a16="http://schemas.microsoft.com/office/drawing/2014/main" id="{75977C66-666F-37C5-F554-EB504C9DA2A7}"/>
                </a:ext>
              </a:extLst>
            </p:cNvPr>
            <p:cNvSpPr/>
            <p:nvPr/>
          </p:nvSpPr>
          <p:spPr>
            <a:xfrm>
              <a:off x="5791074" y="2189818"/>
              <a:ext cx="2332366" cy="1481052"/>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66F476CC-01D7-4320-5E39-38FFE6D216A0}"/>
                </a:ext>
              </a:extLst>
            </p:cNvPr>
            <p:cNvSpPr/>
            <p:nvPr/>
          </p:nvSpPr>
          <p:spPr>
            <a:xfrm>
              <a:off x="6050225" y="2436012"/>
              <a:ext cx="2332366" cy="1481052"/>
            </a:xfrm>
            <a:custGeom>
              <a:avLst/>
              <a:gdLst>
                <a:gd name="connsiteX0" fmla="*/ 0 w 2332366"/>
                <a:gd name="connsiteY0" fmla="*/ 148105 h 1481052"/>
                <a:gd name="connsiteX1" fmla="*/ 148105 w 2332366"/>
                <a:gd name="connsiteY1" fmla="*/ 0 h 1481052"/>
                <a:gd name="connsiteX2" fmla="*/ 2184261 w 2332366"/>
                <a:gd name="connsiteY2" fmla="*/ 0 h 1481052"/>
                <a:gd name="connsiteX3" fmla="*/ 2332366 w 2332366"/>
                <a:gd name="connsiteY3" fmla="*/ 148105 h 1481052"/>
                <a:gd name="connsiteX4" fmla="*/ 2332366 w 2332366"/>
                <a:gd name="connsiteY4" fmla="*/ 1332947 h 1481052"/>
                <a:gd name="connsiteX5" fmla="*/ 2184261 w 2332366"/>
                <a:gd name="connsiteY5" fmla="*/ 1481052 h 1481052"/>
                <a:gd name="connsiteX6" fmla="*/ 148105 w 2332366"/>
                <a:gd name="connsiteY6" fmla="*/ 1481052 h 1481052"/>
                <a:gd name="connsiteX7" fmla="*/ 0 w 2332366"/>
                <a:gd name="connsiteY7" fmla="*/ 1332947 h 1481052"/>
                <a:gd name="connsiteX8" fmla="*/ 0 w 2332366"/>
                <a:gd name="connsiteY8" fmla="*/ 148105 h 1481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32366" h="1481052">
                  <a:moveTo>
                    <a:pt x="0" y="148105"/>
                  </a:moveTo>
                  <a:cubicBezTo>
                    <a:pt x="0" y="66309"/>
                    <a:pt x="66309" y="0"/>
                    <a:pt x="148105" y="0"/>
                  </a:cubicBezTo>
                  <a:lnTo>
                    <a:pt x="2184261" y="0"/>
                  </a:lnTo>
                  <a:cubicBezTo>
                    <a:pt x="2266057" y="0"/>
                    <a:pt x="2332366" y="66309"/>
                    <a:pt x="2332366" y="148105"/>
                  </a:cubicBezTo>
                  <a:lnTo>
                    <a:pt x="2332366" y="1332947"/>
                  </a:lnTo>
                  <a:cubicBezTo>
                    <a:pt x="2332366" y="1414743"/>
                    <a:pt x="2266057" y="1481052"/>
                    <a:pt x="2184261" y="1481052"/>
                  </a:cubicBezTo>
                  <a:lnTo>
                    <a:pt x="148105" y="1481052"/>
                  </a:lnTo>
                  <a:cubicBezTo>
                    <a:pt x="66309" y="1481052"/>
                    <a:pt x="0" y="1414743"/>
                    <a:pt x="0" y="1332947"/>
                  </a:cubicBezTo>
                  <a:lnTo>
                    <a:pt x="0" y="148105"/>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7199" tIns="127199" rIns="127199" bIns="127199" numCol="1" spcCol="1270" rtlCol="1" anchor="ctr" anchorCtr="0">
              <a:noAutofit/>
            </a:bodyPr>
            <a:lstStyle/>
            <a:p>
              <a:pPr marL="0" lvl="0" indent="0" algn="ctr" defTabSz="977900" rtl="1">
                <a:lnSpc>
                  <a:spcPct val="90000"/>
                </a:lnSpc>
                <a:spcBef>
                  <a:spcPct val="0"/>
                </a:spcBef>
                <a:spcAft>
                  <a:spcPct val="35000"/>
                </a:spcAft>
                <a:buNone/>
              </a:pPr>
              <a:r>
                <a:rPr lang="ar" sz="2200" kern="1200" dirty="0"/>
                <a:t>قد تضع المؤسسات أهدافًا لها تحقق معيار سمارت بمعنى أنها أهداف:</a:t>
              </a:r>
              <a:endParaRPr lang="en-US" sz="2200" kern="1200" dirty="0"/>
            </a:p>
          </p:txBody>
        </p:sp>
      </p:grpSp>
      <p:grpSp>
        <p:nvGrpSpPr>
          <p:cNvPr id="2" name="Group 1">
            <a:extLst>
              <a:ext uri="{FF2B5EF4-FFF2-40B4-BE49-F238E27FC236}">
                <a16:creationId xmlns:a16="http://schemas.microsoft.com/office/drawing/2014/main" id="{74D6802F-BC49-B627-A1B2-96F24852EBA5}"/>
              </a:ext>
            </a:extLst>
          </p:cNvPr>
          <p:cNvGrpSpPr/>
          <p:nvPr/>
        </p:nvGrpSpPr>
        <p:grpSpPr>
          <a:xfrm>
            <a:off x="5540865" y="4424836"/>
            <a:ext cx="3093655" cy="1988582"/>
            <a:chOff x="0" y="177288"/>
            <a:chExt cx="2681582" cy="1450914"/>
          </a:xfrm>
        </p:grpSpPr>
        <p:sp>
          <p:nvSpPr>
            <p:cNvPr id="3" name="Rectangle 2">
              <a:extLst>
                <a:ext uri="{FF2B5EF4-FFF2-40B4-BE49-F238E27FC236}">
                  <a16:creationId xmlns:a16="http://schemas.microsoft.com/office/drawing/2014/main" id="{7E595E41-9948-3747-A287-D068CFC370C5}"/>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810C4FB-F80C-30C3-5227-6919DBFF1566}"/>
                </a:ext>
              </a:extLst>
            </p:cNvPr>
            <p:cNvSpPr txBox="1"/>
            <p:nvPr/>
          </p:nvSpPr>
          <p:spPr>
            <a:xfrm>
              <a:off x="49766" y="471760"/>
              <a:ext cx="2559674"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r>
                <a:rPr lang="ar-EG" sz="2000" b="1" dirty="0">
                  <a:solidFill>
                    <a:schemeClr val="tx1"/>
                  </a:solidFill>
                  <a:latin typeface="Times New Roman" panose="02020603050405020304" pitchFamily="18" charset="0"/>
                  <a:cs typeface="Times New Roman" panose="02020603050405020304" pitchFamily="18" charset="0"/>
                </a:rPr>
                <a:t>مناقشة جماعية</a:t>
              </a:r>
            </a:p>
            <a:p>
              <a:pPr rtl="1"/>
              <a:r>
                <a:rPr lang="ar-EG" sz="2000" dirty="0">
                  <a:solidFill>
                    <a:schemeClr val="tx1"/>
                  </a:solidFill>
                  <a:latin typeface="Times New Roman" panose="02020603050405020304" pitchFamily="18" charset="0"/>
                  <a:cs typeface="Times New Roman" panose="02020603050405020304" pitchFamily="18" charset="0"/>
                </a:rPr>
                <a:t>لما يُفضّل أن تتسم أهداف الأعمال التجارية دائمًا بتوافقها مع معيار سمارت (SMART)؟ </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graphicFrame>
        <p:nvGraphicFramePr>
          <p:cNvPr id="8" name="Content Placeholder 3">
            <a:extLst>
              <a:ext uri="{FF2B5EF4-FFF2-40B4-BE49-F238E27FC236}">
                <a16:creationId xmlns:a16="http://schemas.microsoft.com/office/drawing/2014/main" id="{9C439E43-25D7-D107-423B-927FFFBCBD88}"/>
              </a:ext>
            </a:extLst>
          </p:cNvPr>
          <p:cNvGraphicFramePr>
            <a:graphicFrameLocks/>
          </p:cNvGraphicFramePr>
          <p:nvPr>
            <p:extLst>
              <p:ext uri="{D42A27DB-BD31-4B8C-83A1-F6EECF244321}">
                <p14:modId xmlns:p14="http://schemas.microsoft.com/office/powerpoint/2010/main" val="3948087024"/>
              </p:ext>
            </p:extLst>
          </p:nvPr>
        </p:nvGraphicFramePr>
        <p:xfrm>
          <a:off x="417377" y="1628023"/>
          <a:ext cx="4914034"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38244572-42CB-6BD9-B4EB-A4BB4063FFE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880108578"/>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B8ED-5B7A-7721-2AEF-0D7209B5E962}"/>
              </a:ext>
            </a:extLst>
          </p:cNvPr>
          <p:cNvSpPr>
            <a:spLocks noGrp="1"/>
          </p:cNvSpPr>
          <p:nvPr>
            <p:ph type="title"/>
          </p:nvPr>
        </p:nvSpPr>
        <p:spPr>
          <a:xfrm>
            <a:off x="5966487" y="1195200"/>
            <a:ext cx="2602630" cy="1225688"/>
          </a:xfrm>
        </p:spPr>
        <p:txBody>
          <a:bodyPr vert="horz" wrap="square" lIns="91440" tIns="45720" rIns="91440" bIns="45720" numCol="1" rtlCol="1" anchor="b" anchorCtr="0" compatLnSpc="1">
            <a:prstTxWarp prst="textNoShape">
              <a:avLst/>
            </a:prstTxWarp>
            <a:normAutofit/>
          </a:bodyPr>
          <a:lstStyle/>
          <a:p>
            <a:pPr rtl="1"/>
            <a:r>
              <a:rPr lang="ar-EG" sz="2400" dirty="0">
                <a:latin typeface="Times New Roman" panose="02020603050405020304" pitchFamily="18" charset="0"/>
                <a:cs typeface="Times New Roman" panose="02020603050405020304" pitchFamily="18" charset="0"/>
              </a:rPr>
              <a:t>أ3 تقييم مؤشرات نجاح المؤسسات التجارية في مجال الرياضة</a:t>
            </a:r>
          </a:p>
        </p:txBody>
      </p:sp>
      <p:graphicFrame>
        <p:nvGraphicFramePr>
          <p:cNvPr id="12" name="TextBox 9">
            <a:extLst>
              <a:ext uri="{FF2B5EF4-FFF2-40B4-BE49-F238E27FC236}">
                <a16:creationId xmlns:a16="http://schemas.microsoft.com/office/drawing/2014/main" id="{CDA1AE1B-F584-7848-4E6A-04B42618580B}"/>
              </a:ext>
            </a:extLst>
          </p:cNvPr>
          <p:cNvGraphicFramePr/>
          <p:nvPr>
            <p:extLst>
              <p:ext uri="{D42A27DB-BD31-4B8C-83A1-F6EECF244321}">
                <p14:modId xmlns:p14="http://schemas.microsoft.com/office/powerpoint/2010/main" val="2983148657"/>
              </p:ext>
            </p:extLst>
          </p:nvPr>
        </p:nvGraphicFramePr>
        <p:xfrm>
          <a:off x="324344" y="1195200"/>
          <a:ext cx="5301472" cy="54021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1" name="Group 10">
            <a:extLst>
              <a:ext uri="{FF2B5EF4-FFF2-40B4-BE49-F238E27FC236}">
                <a16:creationId xmlns:a16="http://schemas.microsoft.com/office/drawing/2014/main" id="{C900E34D-CA57-7651-F1AC-E37D0850928F}"/>
              </a:ext>
            </a:extLst>
          </p:cNvPr>
          <p:cNvGrpSpPr/>
          <p:nvPr/>
        </p:nvGrpSpPr>
        <p:grpSpPr>
          <a:xfrm>
            <a:off x="5848298" y="2426047"/>
            <a:ext cx="2837994" cy="1728192"/>
            <a:chOff x="0" y="177288"/>
            <a:chExt cx="2681582" cy="1450914"/>
          </a:xfrm>
        </p:grpSpPr>
        <p:sp>
          <p:nvSpPr>
            <p:cNvPr id="13" name="Rectangle 12">
              <a:extLst>
                <a:ext uri="{FF2B5EF4-FFF2-40B4-BE49-F238E27FC236}">
                  <a16:creationId xmlns:a16="http://schemas.microsoft.com/office/drawing/2014/main" id="{E33C6D15-93A8-2E02-85C4-1FAFE7FC9303}"/>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E93A794-7CB7-23BD-D604-21F1C20F65F9}"/>
                </a:ext>
              </a:extLst>
            </p:cNvPr>
            <p:cNvSpPr txBox="1"/>
            <p:nvPr/>
          </p:nvSpPr>
          <p:spPr>
            <a:xfrm>
              <a:off x="49766" y="358651"/>
              <a:ext cx="2575784" cy="126955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r>
                <a:rPr lang="ar-EG" b="1" dirty="0">
                  <a:solidFill>
                    <a:schemeClr val="tx1"/>
                  </a:solidFill>
                  <a:latin typeface="Times New Roman" panose="02020603050405020304" pitchFamily="18" charset="0"/>
                  <a:cs typeface="Times New Roman" panose="02020603050405020304" pitchFamily="18" charset="0"/>
                </a:rPr>
                <a:t>مناقشة جماعية</a:t>
              </a:r>
            </a:p>
            <a:p>
              <a:pPr rtl="1"/>
              <a:r>
                <a:rPr lang="ar-EG" dirty="0">
                  <a:solidFill>
                    <a:schemeClr val="tx1"/>
                  </a:solidFill>
                  <a:latin typeface="Times New Roman" panose="02020603050405020304" pitchFamily="18" charset="0"/>
                  <a:cs typeface="Times New Roman" panose="02020603050405020304" pitchFamily="18" charset="0"/>
                </a:rPr>
                <a:t>لما قد تمتلك الملاعب الرياضية الكبيرة مؤشرات رئيسة للأداء المالي وغير المالي. </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pic>
        <p:nvPicPr>
          <p:cNvPr id="18" name="Picture 17" descr="A group of people sitting in bleachers&#10;&#10;AI-generated content may be incorrect.">
            <a:extLst>
              <a:ext uri="{FF2B5EF4-FFF2-40B4-BE49-F238E27FC236}">
                <a16:creationId xmlns:a16="http://schemas.microsoft.com/office/drawing/2014/main" id="{56D9545E-7C91-A291-4FE3-6A52491AF970}"/>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789776" y="4358630"/>
            <a:ext cx="2891327" cy="1722854"/>
          </a:xfrm>
          <a:prstGeom prst="rect">
            <a:avLst/>
          </a:prstGeom>
        </p:spPr>
      </p:pic>
      <p:sp>
        <p:nvSpPr>
          <p:cNvPr id="3" name="TextBox 2">
            <a:extLst>
              <a:ext uri="{FF2B5EF4-FFF2-40B4-BE49-F238E27FC236}">
                <a16:creationId xmlns:a16="http://schemas.microsoft.com/office/drawing/2014/main" id="{3457DD44-D974-B59F-157C-A1535CA9135A}"/>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282772465"/>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EF8149F-F59D-6320-7E00-E466E9E7367D}"/>
              </a:ext>
            </a:extLst>
          </p:cNvPr>
          <p:cNvGraphicFramePr>
            <a:graphicFrameLocks noGrp="1"/>
          </p:cNvGraphicFramePr>
          <p:nvPr>
            <p:extLst>
              <p:ext uri="{D42A27DB-BD31-4B8C-83A1-F6EECF244321}">
                <p14:modId xmlns:p14="http://schemas.microsoft.com/office/powerpoint/2010/main" val="1723169387"/>
              </p:ext>
            </p:extLst>
          </p:nvPr>
        </p:nvGraphicFramePr>
        <p:xfrm>
          <a:off x="3819327" y="1916832"/>
          <a:ext cx="4806737" cy="2790310"/>
        </p:xfrm>
        <a:graphic>
          <a:graphicData uri="http://schemas.openxmlformats.org/drawingml/2006/table">
            <a:tbl>
              <a:tblPr rtl="1" firstRow="1" firstCol="1" bandRow="1">
                <a:tableStyleId>{5C22544A-7EE6-4342-B048-85BDC9FD1C3A}</a:tableStyleId>
              </a:tblPr>
              <a:tblGrid>
                <a:gridCol w="2464422">
                  <a:extLst>
                    <a:ext uri="{9D8B030D-6E8A-4147-A177-3AD203B41FA5}">
                      <a16:colId xmlns:a16="http://schemas.microsoft.com/office/drawing/2014/main" val="2734243319"/>
                    </a:ext>
                  </a:extLst>
                </a:gridCol>
                <a:gridCol w="1019063">
                  <a:extLst>
                    <a:ext uri="{9D8B030D-6E8A-4147-A177-3AD203B41FA5}">
                      <a16:colId xmlns:a16="http://schemas.microsoft.com/office/drawing/2014/main" val="3090030648"/>
                    </a:ext>
                  </a:extLst>
                </a:gridCol>
                <a:gridCol w="1323252">
                  <a:extLst>
                    <a:ext uri="{9D8B030D-6E8A-4147-A177-3AD203B41FA5}">
                      <a16:colId xmlns:a16="http://schemas.microsoft.com/office/drawing/2014/main" val="3303072293"/>
                    </a:ext>
                  </a:extLst>
                </a:gridCol>
              </a:tblGrid>
              <a:tr h="393306">
                <a:tc gridSpan="3">
                  <a:txBody>
                    <a:bodyPr/>
                    <a:lstStyle/>
                    <a:p>
                      <a:pPr algn="ctr" rtl="1">
                        <a:buNone/>
                      </a:pPr>
                      <a:r>
                        <a:rPr lang="ar" sz="1400" b="1" dirty="0">
                          <a:solidFill>
                            <a:sysClr val="windowText" lastClr="000000"/>
                          </a:solidFill>
                          <a:effectLst/>
                          <a:latin typeface="Times New Roman" panose="02020603050405020304" pitchFamily="18" charset="0"/>
                          <a:cs typeface="Times New Roman" panose="02020603050405020304" pitchFamily="18" charset="0"/>
                        </a:rPr>
                        <a:t>الجدول 1 المؤشرات الرئيسة للأداء المالي</a:t>
                      </a:r>
                      <a:endParaRPr lang="en-GB" sz="2000" b="1"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pPr rtl="1"/>
                      <a:endParaRPr lang="en-US"/>
                    </a:p>
                  </a:txBody>
                  <a:tcPr/>
                </a:tc>
                <a:tc hMerge="1">
                  <a:txBody>
                    <a:bodyPr/>
                    <a:lstStyle/>
                    <a:p>
                      <a:pPr rtl="1"/>
                      <a:endParaRPr lang="en-US"/>
                    </a:p>
                  </a:txBody>
                  <a:tcPr/>
                </a:tc>
                <a:extLst>
                  <a:ext uri="{0D108BD9-81ED-4DB2-BD59-A6C34878D82A}">
                    <a16:rowId xmlns:a16="http://schemas.microsoft.com/office/drawing/2014/main" val="824197291"/>
                  </a:ext>
                </a:extLst>
              </a:tr>
              <a:tr h="470790">
                <a:tc>
                  <a:txBody>
                    <a:bodyPr/>
                    <a:lstStyle/>
                    <a:p>
                      <a:pPr rtl="1">
                        <a:buNone/>
                      </a:pPr>
                      <a:r>
                        <a:rPr lang="ar" sz="1400" b="0">
                          <a:solidFill>
                            <a:sysClr val="windowText" lastClr="000000"/>
                          </a:solidFill>
                          <a:effectLst/>
                          <a:latin typeface="Times New Roman" panose="02020603050405020304" pitchFamily="18" charset="0"/>
                          <a:cs typeface="Times New Roman" panose="02020603050405020304" pitchFamily="18" charset="0"/>
                        </a:rPr>
                        <a:t> </a:t>
                      </a:r>
                      <a:endParaRPr lang="en-GB" sz="2000" b="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dirty="0">
                          <a:solidFill>
                            <a:sysClr val="windowText" lastClr="000000"/>
                          </a:solidFill>
                          <a:effectLst/>
                          <a:latin typeface="Times New Roman" panose="02020603050405020304" pitchFamily="18" charset="0"/>
                          <a:cs typeface="Times New Roman" panose="02020603050405020304" pitchFamily="18" charset="0"/>
                        </a:rPr>
                        <a:t>2023</a:t>
                      </a:r>
                      <a:endParaRPr lang="en-GB" sz="1800" b="0" dirty="0">
                        <a:solidFill>
                          <a:sysClr val="windowText" lastClr="000000"/>
                        </a:solidFill>
                        <a:effectLst/>
                        <a:latin typeface="Times New Roman" panose="02020603050405020304" pitchFamily="18" charset="0"/>
                        <a:cs typeface="Times New Roman" panose="02020603050405020304" pitchFamily="18" charset="0"/>
                      </a:endParaRPr>
                    </a:p>
                    <a:p>
                      <a:pPr algn="ctr" rtl="1">
                        <a:buNone/>
                      </a:pPr>
                      <a:r>
                        <a:rPr lang="ar" sz="1200" b="0" dirty="0">
                          <a:solidFill>
                            <a:sysClr val="windowText" lastClr="000000"/>
                          </a:solidFill>
                          <a:effectLst/>
                          <a:latin typeface="Times New Roman" panose="02020603050405020304" pitchFamily="18" charset="0"/>
                          <a:cs typeface="Times New Roman" panose="02020603050405020304" pitchFamily="18" charset="0"/>
                        </a:rPr>
                        <a:t>دولار أمريكي</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ysClr val="windowText" lastClr="000000"/>
                          </a:solidFill>
                          <a:effectLst/>
                          <a:latin typeface="Times New Roman" panose="02020603050405020304" pitchFamily="18" charset="0"/>
                          <a:cs typeface="Times New Roman" panose="02020603050405020304" pitchFamily="18" charset="0"/>
                        </a:rPr>
                        <a:t>2024</a:t>
                      </a:r>
                      <a:endParaRPr lang="en-GB" sz="1800" b="0">
                        <a:solidFill>
                          <a:sysClr val="windowText" lastClr="000000"/>
                        </a:solidFill>
                        <a:effectLst/>
                        <a:latin typeface="Times New Roman" panose="02020603050405020304" pitchFamily="18" charset="0"/>
                        <a:cs typeface="Times New Roman" panose="02020603050405020304" pitchFamily="18" charset="0"/>
                      </a:endParaRPr>
                    </a:p>
                    <a:p>
                      <a:pPr algn="ctr" rtl="1">
                        <a:buNone/>
                      </a:pPr>
                      <a:r>
                        <a:rPr lang="ar" sz="1200" b="0">
                          <a:solidFill>
                            <a:sysClr val="windowText" lastClr="000000"/>
                          </a:solidFill>
                          <a:effectLst/>
                          <a:latin typeface="Times New Roman" panose="02020603050405020304" pitchFamily="18" charset="0"/>
                          <a:cs typeface="Times New Roman" panose="02020603050405020304" pitchFamily="18" charset="0"/>
                        </a:rPr>
                        <a:t>دولار أمريكي</a:t>
                      </a:r>
                      <a:endParaRPr lang="en-GB" sz="1800" b="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12049180"/>
                  </a:ext>
                </a:extLst>
              </a:tr>
              <a:tr h="432048">
                <a:tc>
                  <a:txBody>
                    <a:bodyPr/>
                    <a:lstStyle/>
                    <a:p>
                      <a:pPr rtl="1">
                        <a:buNone/>
                      </a:pPr>
                      <a:r>
                        <a:rPr lang="ar" sz="1400" b="0">
                          <a:solidFill>
                            <a:sysClr val="windowText" lastClr="000000"/>
                          </a:solidFill>
                          <a:effectLst/>
                          <a:latin typeface="Times New Roman" panose="02020603050405020304" pitchFamily="18" charset="0"/>
                          <a:cs typeface="Times New Roman" panose="02020603050405020304" pitchFamily="18" charset="0"/>
                        </a:rPr>
                        <a:t>إيرادات المبيعات</a:t>
                      </a:r>
                      <a:endParaRPr lang="en-GB" sz="2000" b="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195 000</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205 000</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48249797"/>
                  </a:ext>
                </a:extLst>
              </a:tr>
              <a:tr h="432048">
                <a:tc>
                  <a:txBody>
                    <a:bodyPr/>
                    <a:lstStyle/>
                    <a:p>
                      <a:pPr rtl="1">
                        <a:buNone/>
                      </a:pPr>
                      <a:r>
                        <a:rPr lang="ar" sz="1400" b="0" dirty="0">
                          <a:solidFill>
                            <a:sysClr val="windowText" lastClr="000000"/>
                          </a:solidFill>
                          <a:effectLst/>
                          <a:latin typeface="Times New Roman" panose="02020603050405020304" pitchFamily="18" charset="0"/>
                          <a:cs typeface="Times New Roman" panose="02020603050405020304" pitchFamily="18" charset="0"/>
                        </a:rPr>
                        <a:t>المبيعات أو الأرباح المحققة لكل متر </a:t>
                      </a:r>
                      <a:r>
                        <a:rPr lang="ar" sz="1400" b="0" baseline="30000" dirty="0">
                          <a:solidFill>
                            <a:sysClr val="windowText" lastClr="000000"/>
                          </a:solidFill>
                          <a:effectLst/>
                          <a:latin typeface="Times New Roman" panose="02020603050405020304" pitchFamily="18" charset="0"/>
                          <a:cs typeface="Times New Roman" panose="02020603050405020304" pitchFamily="18" charset="0"/>
                        </a:rPr>
                        <a:t>مربع</a:t>
                      </a:r>
                      <a:endParaRPr lang="en-GB" sz="20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2 0925</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2 6125</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59914860"/>
                  </a:ext>
                </a:extLst>
              </a:tr>
              <a:tr h="432048">
                <a:tc>
                  <a:txBody>
                    <a:bodyPr/>
                    <a:lstStyle/>
                    <a:p>
                      <a:pPr rtl="1">
                        <a:buNone/>
                      </a:pPr>
                      <a:r>
                        <a:rPr lang="ar" sz="1400" b="0">
                          <a:solidFill>
                            <a:sysClr val="windowText" lastClr="000000"/>
                          </a:solidFill>
                          <a:effectLst/>
                          <a:latin typeface="Times New Roman" panose="02020603050405020304" pitchFamily="18" charset="0"/>
                          <a:cs typeface="Times New Roman" panose="02020603050405020304" pitchFamily="18" charset="0"/>
                        </a:rPr>
                        <a:t>إجمالي الربح</a:t>
                      </a:r>
                      <a:endParaRPr lang="en-GB" sz="2000" b="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86 000</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99 000</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21835976"/>
                  </a:ext>
                </a:extLst>
              </a:tr>
              <a:tr h="630070">
                <a:tc>
                  <a:txBody>
                    <a:bodyPr/>
                    <a:lstStyle/>
                    <a:p>
                      <a:pPr rtl="1">
                        <a:buNone/>
                      </a:pPr>
                      <a:r>
                        <a:rPr lang="ar" sz="1400" b="0">
                          <a:solidFill>
                            <a:sysClr val="windowText" lastClr="000000"/>
                          </a:solidFill>
                          <a:effectLst/>
                          <a:latin typeface="Times New Roman" panose="02020603050405020304" pitchFamily="18" charset="0"/>
                          <a:cs typeface="Times New Roman" panose="02020603050405020304" pitchFamily="18" charset="0"/>
                        </a:rPr>
                        <a:t>متوسط تكلفة الإنتاج</a:t>
                      </a:r>
                      <a:endParaRPr lang="en-GB" sz="2000" b="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75 000</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buNone/>
                      </a:pPr>
                      <a:r>
                        <a:rPr lang="en-GB" sz="1200" b="0" dirty="0">
                          <a:solidFill>
                            <a:sysClr val="windowText" lastClr="000000"/>
                          </a:solidFill>
                          <a:effectLst/>
                          <a:latin typeface="Times New Roman" panose="02020603050405020304" pitchFamily="18" charset="0"/>
                          <a:cs typeface="Times New Roman" panose="02020603050405020304" pitchFamily="18" charset="0"/>
                        </a:rPr>
                        <a:t>80 000</a:t>
                      </a:r>
                      <a:endParaRPr lang="en-GB" sz="1800" b="0" dirty="0">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87113716"/>
                  </a:ext>
                </a:extLst>
              </a:tr>
            </a:tbl>
          </a:graphicData>
        </a:graphic>
      </p:graphicFrame>
      <p:sp>
        <p:nvSpPr>
          <p:cNvPr id="5" name="TextBox 4">
            <a:extLst>
              <a:ext uri="{FF2B5EF4-FFF2-40B4-BE49-F238E27FC236}">
                <a16:creationId xmlns:a16="http://schemas.microsoft.com/office/drawing/2014/main" id="{85AF1C26-0326-C7C3-519B-5CCB34B1E709}"/>
              </a:ext>
            </a:extLst>
          </p:cNvPr>
          <p:cNvSpPr txBox="1"/>
          <p:nvPr/>
        </p:nvSpPr>
        <p:spPr>
          <a:xfrm>
            <a:off x="251521" y="1124744"/>
            <a:ext cx="8635385" cy="400110"/>
          </a:xfrm>
          <a:prstGeom prst="rect">
            <a:avLst/>
          </a:prstGeom>
          <a:noFill/>
        </p:spPr>
        <p:txBody>
          <a:bodyPr wrap="square" rtlCol="1">
            <a:spAutoFit/>
          </a:bodyPr>
          <a:lstStyle/>
          <a:p>
            <a:pPr algn="ctr" rtl="1"/>
            <a:r>
              <a:rPr lang="ar" sz="2000" b="1" dirty="0">
                <a:solidFill>
                  <a:schemeClr val="accent6"/>
                </a:solidFill>
                <a:latin typeface="Times New Roman" panose="02020603050405020304" pitchFamily="18" charset="0"/>
                <a:cs typeface="Times New Roman" panose="02020603050405020304" pitchFamily="18" charset="0"/>
              </a:rPr>
              <a:t>أ3 تقييم مؤشرات نجاح المؤسسات التجارية في مجال الرياضة</a:t>
            </a:r>
            <a:endParaRPr lang="en-US" sz="2000" b="1" dirty="0">
              <a:solidFill>
                <a:schemeClr val="accent6"/>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97BDB40-E00E-D64B-CF5D-F4BBA9EE2113}"/>
              </a:ext>
            </a:extLst>
          </p:cNvPr>
          <p:cNvGraphicFramePr>
            <a:graphicFrameLocks noGrp="1"/>
          </p:cNvGraphicFramePr>
          <p:nvPr>
            <p:extLst>
              <p:ext uri="{D42A27DB-BD31-4B8C-83A1-F6EECF244321}">
                <p14:modId xmlns:p14="http://schemas.microsoft.com/office/powerpoint/2010/main" val="768620466"/>
              </p:ext>
            </p:extLst>
          </p:nvPr>
        </p:nvGraphicFramePr>
        <p:xfrm>
          <a:off x="539552" y="4719424"/>
          <a:ext cx="8086512" cy="1373485"/>
        </p:xfrm>
        <a:graphic>
          <a:graphicData uri="http://schemas.openxmlformats.org/drawingml/2006/table">
            <a:tbl>
              <a:tblPr rtl="1" firstRow="1" firstCol="1" bandRow="1">
                <a:tableStyleId>{5C22544A-7EE6-4342-B048-85BDC9FD1C3A}</a:tableStyleId>
              </a:tblPr>
              <a:tblGrid>
                <a:gridCol w="4345384">
                  <a:extLst>
                    <a:ext uri="{9D8B030D-6E8A-4147-A177-3AD203B41FA5}">
                      <a16:colId xmlns:a16="http://schemas.microsoft.com/office/drawing/2014/main" val="4172787082"/>
                    </a:ext>
                  </a:extLst>
                </a:gridCol>
                <a:gridCol w="1091162">
                  <a:extLst>
                    <a:ext uri="{9D8B030D-6E8A-4147-A177-3AD203B41FA5}">
                      <a16:colId xmlns:a16="http://schemas.microsoft.com/office/drawing/2014/main" val="2085426470"/>
                    </a:ext>
                  </a:extLst>
                </a:gridCol>
                <a:gridCol w="1247043">
                  <a:extLst>
                    <a:ext uri="{9D8B030D-6E8A-4147-A177-3AD203B41FA5}">
                      <a16:colId xmlns:a16="http://schemas.microsoft.com/office/drawing/2014/main" val="3891209549"/>
                    </a:ext>
                  </a:extLst>
                </a:gridCol>
                <a:gridCol w="1402923">
                  <a:extLst>
                    <a:ext uri="{9D8B030D-6E8A-4147-A177-3AD203B41FA5}">
                      <a16:colId xmlns:a16="http://schemas.microsoft.com/office/drawing/2014/main" val="1440435293"/>
                    </a:ext>
                  </a:extLst>
                </a:gridCol>
              </a:tblGrid>
              <a:tr h="279318">
                <a:tc gridSpan="4">
                  <a:txBody>
                    <a:bodyPr/>
                    <a:lstStyle/>
                    <a:p>
                      <a:pPr algn="ctr" rtl="1">
                        <a:spcBef>
                          <a:spcPts val="300"/>
                        </a:spcBef>
                        <a:spcAft>
                          <a:spcPts val="300"/>
                        </a:spcAft>
                        <a:buNone/>
                      </a:pPr>
                      <a:r>
                        <a:rPr lang="ar" sz="1400" b="1" dirty="0">
                          <a:solidFill>
                            <a:schemeClr val="tx1"/>
                          </a:solidFill>
                          <a:effectLst/>
                          <a:latin typeface="Times New Roman" panose="02020603050405020304" pitchFamily="18" charset="0"/>
                          <a:cs typeface="Times New Roman" panose="02020603050405020304" pitchFamily="18" charset="0"/>
                        </a:rPr>
                        <a:t>الجدول 2: نتائج استبيان العميل (المؤشرات الرئيسة للأداء غير المالي)</a:t>
                      </a:r>
                      <a:endParaRPr lang="en-GB" sz="20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pPr rtl="1"/>
                      <a:endParaRPr lang="en-US"/>
                    </a:p>
                  </a:txBody>
                  <a:tcPr/>
                </a:tc>
                <a:tc hMerge="1">
                  <a:txBody>
                    <a:bodyPr/>
                    <a:lstStyle/>
                    <a:p>
                      <a:pPr rtl="1"/>
                      <a:endParaRPr lang="en-US"/>
                    </a:p>
                  </a:txBody>
                  <a:tcPr/>
                </a:tc>
                <a:tc hMerge="1">
                  <a:txBody>
                    <a:bodyPr/>
                    <a:lstStyle/>
                    <a:p>
                      <a:pPr rtl="1"/>
                      <a:endParaRPr lang="en-US"/>
                    </a:p>
                  </a:txBody>
                  <a:tcPr/>
                </a:tc>
                <a:extLst>
                  <a:ext uri="{0D108BD9-81ED-4DB2-BD59-A6C34878D82A}">
                    <a16:rowId xmlns:a16="http://schemas.microsoft.com/office/drawing/2014/main" val="3899563638"/>
                  </a:ext>
                </a:extLst>
              </a:tr>
              <a:tr h="279318">
                <a:tc>
                  <a:txBody>
                    <a:bodyPr/>
                    <a:lstStyle/>
                    <a:p>
                      <a:pPr rtl="1">
                        <a:buNone/>
                      </a:pPr>
                      <a:r>
                        <a:rPr lang="ar" sz="1400" b="0">
                          <a:solidFill>
                            <a:schemeClr val="tx1"/>
                          </a:solidFill>
                          <a:effectLst/>
                          <a:latin typeface="Times New Roman" panose="02020603050405020304" pitchFamily="18" charset="0"/>
                          <a:cs typeface="Times New Roman" panose="02020603050405020304" pitchFamily="18" charset="0"/>
                        </a:rPr>
                        <a:t> </a:t>
                      </a:r>
                      <a:endParaRPr lang="en-GB" sz="20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نعم</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لا</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غير مُقرر</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80762604"/>
                  </a:ext>
                </a:extLst>
              </a:tr>
              <a:tr h="279318">
                <a:tc>
                  <a:txBody>
                    <a:bodyPr/>
                    <a:lstStyle/>
                    <a:p>
                      <a:pPr marL="342900" lvl="0" indent="-342900" rtl="1">
                        <a:buFont typeface="+mj-lt"/>
                        <a:buAutoNum type="arabicPeriod"/>
                      </a:pPr>
                      <a:r>
                        <a:rPr lang="ar" sz="1400" b="0">
                          <a:solidFill>
                            <a:schemeClr val="tx1"/>
                          </a:solidFill>
                          <a:effectLst/>
                          <a:latin typeface="Times New Roman" panose="02020603050405020304" pitchFamily="18" charset="0"/>
                          <a:cs typeface="Times New Roman" panose="02020603050405020304" pitchFamily="18" charset="0"/>
                        </a:rPr>
                        <a:t>هل يمكنك التعرف على شعار المؤسسة؟</a:t>
                      </a:r>
                      <a:endParaRPr lang="en-GB" sz="20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43 %</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39 %</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18 %</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86742435"/>
                  </a:ext>
                </a:extLst>
              </a:tr>
              <a:tr h="256213">
                <a:tc>
                  <a:txBody>
                    <a:bodyPr/>
                    <a:lstStyle/>
                    <a:p>
                      <a:pPr marL="342900" lvl="0" indent="-342900" rtl="1">
                        <a:buFont typeface="+mj-lt"/>
                        <a:buAutoNum type="arabicPeriod"/>
                      </a:pPr>
                      <a:r>
                        <a:rPr lang="ar" sz="1400" b="0" dirty="0">
                          <a:solidFill>
                            <a:schemeClr val="tx1"/>
                          </a:solidFill>
                          <a:effectLst/>
                          <a:latin typeface="Times New Roman" panose="02020603050405020304" pitchFamily="18" charset="0"/>
                          <a:cs typeface="Times New Roman" panose="02020603050405020304" pitchFamily="18" charset="0"/>
                        </a:rPr>
                        <a:t>هل أنت مقتنع بجودة المنتج الذي اشتريته؟</a:t>
                      </a:r>
                      <a:endParaRPr lang="en-GB" sz="2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dirty="0">
                          <a:solidFill>
                            <a:schemeClr val="accent6"/>
                          </a:solidFill>
                          <a:effectLst/>
                          <a:latin typeface="Times New Roman" panose="02020603050405020304" pitchFamily="18" charset="0"/>
                          <a:cs typeface="Times New Roman" panose="02020603050405020304" pitchFamily="18" charset="0"/>
                        </a:rPr>
                        <a:t> 69 %</a:t>
                      </a:r>
                      <a:endParaRPr lang="en-GB" sz="1800" b="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dirty="0">
                          <a:solidFill>
                            <a:schemeClr val="accent6"/>
                          </a:solidFill>
                          <a:effectLst/>
                          <a:latin typeface="Times New Roman" panose="02020603050405020304" pitchFamily="18" charset="0"/>
                          <a:cs typeface="Times New Roman" panose="02020603050405020304" pitchFamily="18" charset="0"/>
                        </a:rPr>
                        <a:t> 26 %</a:t>
                      </a:r>
                      <a:endParaRPr lang="en-GB" sz="1800" b="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dirty="0">
                          <a:solidFill>
                            <a:schemeClr val="accent6"/>
                          </a:solidFill>
                          <a:effectLst/>
                          <a:latin typeface="Times New Roman" panose="02020603050405020304" pitchFamily="18" charset="0"/>
                          <a:cs typeface="Times New Roman" panose="02020603050405020304" pitchFamily="18" charset="0"/>
                        </a:rPr>
                        <a:t>5 %</a:t>
                      </a:r>
                      <a:endParaRPr lang="en-GB" sz="1800" b="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47014321"/>
                  </a:ext>
                </a:extLst>
              </a:tr>
              <a:tr h="279318">
                <a:tc>
                  <a:txBody>
                    <a:bodyPr/>
                    <a:lstStyle/>
                    <a:p>
                      <a:pPr marL="342900" lvl="0" indent="-342900" rtl="1">
                        <a:buFont typeface="+mj-lt"/>
                        <a:buAutoNum type="arabicPeriod"/>
                      </a:pPr>
                      <a:r>
                        <a:rPr lang="ar" sz="1400" b="0">
                          <a:solidFill>
                            <a:schemeClr val="tx1"/>
                          </a:solidFill>
                          <a:effectLst/>
                          <a:latin typeface="Times New Roman" panose="02020603050405020304" pitchFamily="18" charset="0"/>
                          <a:cs typeface="Times New Roman" panose="02020603050405020304" pitchFamily="18" charset="0"/>
                        </a:rPr>
                        <a:t>هل تشعر أن المنتج كان ذا قيمة مقابل المال الذي دفعته؟</a:t>
                      </a:r>
                      <a:endParaRPr lang="en-GB" sz="20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42 %</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a:solidFill>
                            <a:schemeClr val="accent6"/>
                          </a:solidFill>
                          <a:effectLst/>
                          <a:latin typeface="Times New Roman" panose="02020603050405020304" pitchFamily="18" charset="0"/>
                          <a:cs typeface="Times New Roman" panose="02020603050405020304" pitchFamily="18" charset="0"/>
                        </a:rPr>
                        <a:t>46 %</a:t>
                      </a:r>
                      <a:endParaRPr lang="en-GB" sz="1800" b="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rtl="1">
                        <a:buNone/>
                      </a:pPr>
                      <a:r>
                        <a:rPr lang="ar" sz="1200" b="0" dirty="0">
                          <a:solidFill>
                            <a:schemeClr val="accent6"/>
                          </a:solidFill>
                          <a:effectLst/>
                          <a:latin typeface="Times New Roman" panose="02020603050405020304" pitchFamily="18" charset="0"/>
                          <a:cs typeface="Times New Roman" panose="02020603050405020304" pitchFamily="18" charset="0"/>
                        </a:rPr>
                        <a:t>12 %</a:t>
                      </a:r>
                      <a:endParaRPr lang="en-GB" sz="1800" b="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51041886"/>
                  </a:ext>
                </a:extLst>
              </a:tr>
            </a:tbl>
          </a:graphicData>
        </a:graphic>
      </p:graphicFrame>
      <p:grpSp>
        <p:nvGrpSpPr>
          <p:cNvPr id="7" name="Group 6">
            <a:extLst>
              <a:ext uri="{FF2B5EF4-FFF2-40B4-BE49-F238E27FC236}">
                <a16:creationId xmlns:a16="http://schemas.microsoft.com/office/drawing/2014/main" id="{D94CF04C-2D74-3A1C-76CC-294BC5C16F2B}"/>
              </a:ext>
            </a:extLst>
          </p:cNvPr>
          <p:cNvGrpSpPr/>
          <p:nvPr/>
        </p:nvGrpSpPr>
        <p:grpSpPr>
          <a:xfrm>
            <a:off x="539552" y="2069059"/>
            <a:ext cx="2837994" cy="2448272"/>
            <a:chOff x="0" y="177288"/>
            <a:chExt cx="2681582" cy="1450914"/>
          </a:xfrm>
        </p:grpSpPr>
        <p:sp>
          <p:nvSpPr>
            <p:cNvPr id="8" name="Rectangle 7">
              <a:extLst>
                <a:ext uri="{FF2B5EF4-FFF2-40B4-BE49-F238E27FC236}">
                  <a16:creationId xmlns:a16="http://schemas.microsoft.com/office/drawing/2014/main" id="{32F8ACF6-65AD-F3D0-2B46-19B55CC61AD6}"/>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a:p>
          </p:txBody>
        </p:sp>
        <p:sp>
          <p:nvSpPr>
            <p:cNvPr id="9" name="TextBox 8">
              <a:extLst>
                <a:ext uri="{FF2B5EF4-FFF2-40B4-BE49-F238E27FC236}">
                  <a16:creationId xmlns:a16="http://schemas.microsoft.com/office/drawing/2014/main" id="{27096E96-1DB7-7325-A582-E3A6D6DCA01D}"/>
                </a:ext>
              </a:extLst>
            </p:cNvPr>
            <p:cNvSpPr txBox="1"/>
            <p:nvPr/>
          </p:nvSpPr>
          <p:spPr>
            <a:xfrm>
              <a:off x="49765" y="358651"/>
              <a:ext cx="2546459" cy="126955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r>
                <a:rPr lang="ar" sz="1600" b="1" dirty="0">
                  <a:solidFill>
                    <a:schemeClr val="tx1"/>
                  </a:solidFill>
                  <a:latin typeface="Times New Roman" panose="02020603050405020304" pitchFamily="18" charset="0"/>
                  <a:cs typeface="Times New Roman" panose="02020603050405020304" pitchFamily="18" charset="0"/>
                </a:rPr>
                <a:t>مناقشة جماعية</a:t>
              </a:r>
            </a:p>
            <a:p>
              <a:pPr rtl="1"/>
              <a:r>
                <a:rPr lang="ar" sz="1600" dirty="0">
                  <a:solidFill>
                    <a:schemeClr val="tx1"/>
                  </a:solidFill>
                  <a:latin typeface="Times New Roman" panose="02020603050405020304" pitchFamily="18" charset="0"/>
                  <a:cs typeface="Times New Roman" panose="02020603050405020304" pitchFamily="18" charset="0"/>
                </a:rPr>
                <a:t>قيّموا أداء المؤسسة باستخدام </a:t>
              </a:r>
              <a:br>
                <a:rPr lang="en-US" sz="1600" dirty="0">
                  <a:solidFill>
                    <a:schemeClr val="tx1"/>
                  </a:solidFill>
                  <a:latin typeface="Times New Roman" panose="02020603050405020304" pitchFamily="18" charset="0"/>
                  <a:cs typeface="Times New Roman" panose="02020603050405020304" pitchFamily="18" charset="0"/>
                </a:rPr>
              </a:br>
              <a:r>
                <a:rPr lang="ar" sz="1600" dirty="0">
                  <a:solidFill>
                    <a:schemeClr val="tx1"/>
                  </a:solidFill>
                  <a:latin typeface="Times New Roman" panose="02020603050405020304" pitchFamily="18" charset="0"/>
                  <a:cs typeface="Times New Roman" panose="02020603050405020304" pitchFamily="18" charset="0"/>
                </a:rPr>
                <a:t>المؤشرات الرئيسة للأداء المالي </a:t>
              </a:r>
              <a:br>
                <a:rPr lang="en-US" sz="1600" dirty="0">
                  <a:solidFill>
                    <a:schemeClr val="tx1"/>
                  </a:solidFill>
                  <a:latin typeface="Times New Roman" panose="02020603050405020304" pitchFamily="18" charset="0"/>
                  <a:cs typeface="Times New Roman" panose="02020603050405020304" pitchFamily="18" charset="0"/>
                </a:rPr>
              </a:br>
              <a:r>
                <a:rPr lang="ar" sz="1600" dirty="0">
                  <a:solidFill>
                    <a:schemeClr val="tx1"/>
                  </a:solidFill>
                  <a:latin typeface="Times New Roman" panose="02020603050405020304" pitchFamily="18" charset="0"/>
                  <a:cs typeface="Times New Roman" panose="02020603050405020304" pitchFamily="18" charset="0"/>
                </a:rPr>
                <a:t>وغير المالي الواردة في الجدولين 1 و2.</a:t>
              </a:r>
            </a:p>
            <a:p>
              <a:pPr marL="285750" indent="-285750" rtl="1">
                <a:buFont typeface="Arial" panose="020B0604020202020204" pitchFamily="34" charset="0"/>
                <a:buChar char="•"/>
              </a:pPr>
              <a:endParaRPr lang="en-US" sz="1400" dirty="0">
                <a:solidFill>
                  <a:srgbClr val="7030A0"/>
                </a:solidFill>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377A8E25-3341-C463-0209-83410A8220D2}"/>
              </a:ext>
            </a:extLst>
          </p:cNvPr>
          <p:cNvSpPr txBox="1"/>
          <p:nvPr/>
        </p:nvSpPr>
        <p:spPr>
          <a:xfrm>
            <a:off x="3819328" y="1524854"/>
            <a:ext cx="4806736" cy="369332"/>
          </a:xfrm>
          <a:prstGeom prst="rect">
            <a:avLst/>
          </a:prstGeom>
          <a:solidFill>
            <a:schemeClr val="accent1">
              <a:lumMod val="90000"/>
            </a:schemeClr>
          </a:solidFill>
        </p:spPr>
        <p:txBody>
          <a:bodyPr wrap="square" rtlCol="1">
            <a:spAutoFit/>
          </a:bodyPr>
          <a:lstStyle/>
          <a:p>
            <a:pPr algn="ctr" rtl="1"/>
            <a:r>
              <a:rPr lang="ar" dirty="0">
                <a:latin typeface="Times New Roman" panose="02020603050405020304" pitchFamily="18" charset="0"/>
                <a:cs typeface="Times New Roman" panose="02020603050405020304" pitchFamily="18" charset="0"/>
              </a:rPr>
              <a:t>أداء شركة تي بي تي الرياضية المحدودة</a:t>
            </a:r>
          </a:p>
        </p:txBody>
      </p:sp>
      <p:sp>
        <p:nvSpPr>
          <p:cNvPr id="2" name="TextBox 1">
            <a:extLst>
              <a:ext uri="{FF2B5EF4-FFF2-40B4-BE49-F238E27FC236}">
                <a16:creationId xmlns:a16="http://schemas.microsoft.com/office/drawing/2014/main" id="{12E5AE33-D393-F5C3-8929-E509E291A587}"/>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469091722"/>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ar-EG" altLang="en-US" sz="2000" b="1" dirty="0">
              <a:solidFill>
                <a:schemeClr val="tx2"/>
              </a:solidFill>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11174F65-4DDD-B67D-6F81-2CDC2253F244}"/>
              </a:ext>
            </a:extLst>
          </p:cNvPr>
          <p:cNvSpPr>
            <a:spLocks noGrp="1"/>
          </p:cNvSpPr>
          <p:nvPr>
            <p:ph type="body" sz="half" idx="2"/>
          </p:nvPr>
        </p:nvSpPr>
        <p:spPr>
          <a:xfrm>
            <a:off x="5678486" y="1628023"/>
            <a:ext cx="3286002" cy="4785395"/>
          </a:xfrm>
          <a:solidFill>
            <a:schemeClr val="accent5"/>
          </a:solidFill>
        </p:spPr>
        <p:txBody>
          <a:bodyPr rtlCol="1"/>
          <a:lstStyle/>
          <a:p>
            <a:pPr algn="ctr" rtl="1"/>
            <a:r>
              <a:rPr lang="ar-EG" sz="2800" b="1" dirty="0">
                <a:solidFill>
                  <a:schemeClr val="tx2"/>
                </a:solidFill>
                <a:latin typeface="Times New Roman" panose="02020603050405020304" pitchFamily="18" charset="0"/>
                <a:cs typeface="Times New Roman" panose="02020603050405020304" pitchFamily="18" charset="0"/>
              </a:rPr>
              <a:t>نتاج التعلم ب</a:t>
            </a:r>
          </a:p>
          <a:p>
            <a:pPr rtl="1"/>
            <a:r>
              <a:rPr lang="ar-EG" sz="2000" b="1" dirty="0">
                <a:latin typeface="Times New Roman" panose="02020603050405020304" pitchFamily="18" charset="0"/>
                <a:cs typeface="Times New Roman" panose="02020603050405020304" pitchFamily="18" charset="0"/>
              </a:rPr>
              <a:t>معرفة المهارات الأساسية اللازمة لنجاح إدارة المؤسسات الرياضية والترفيهية</a:t>
            </a:r>
          </a:p>
          <a:p>
            <a:pPr algn="ctr" rtl="1"/>
            <a:endParaRPr lang="ar-EG" altLang="en-US" sz="2000" dirty="0">
              <a:solidFill>
                <a:schemeClr val="tx2"/>
              </a:solidFill>
              <a:latin typeface="Times New Roman" panose="02020603050405020304" pitchFamily="18" charset="0"/>
              <a:cs typeface="Times New Roman" panose="02020603050405020304" pitchFamily="18" charset="0"/>
            </a:endParaRPr>
          </a:p>
          <a:p>
            <a:pPr marL="342900" indent="-342900" rtl="1">
              <a:buFont typeface="Arial" panose="020B0604020202020204" pitchFamily="34" charset="0"/>
              <a:buChar char="•"/>
            </a:pPr>
            <a:r>
              <a:rPr lang="ar-EG" sz="2000" dirty="0">
                <a:solidFill>
                  <a:schemeClr val="tx2"/>
                </a:solidFill>
                <a:latin typeface="Times New Roman" panose="02020603050405020304" pitchFamily="18" charset="0"/>
                <a:cs typeface="Times New Roman" panose="02020603050405020304" pitchFamily="18" charset="0"/>
              </a:rPr>
              <a:t>استكشاف </a:t>
            </a:r>
            <a:r>
              <a:rPr lang="ar-EG" sz="2000" dirty="0">
                <a:latin typeface="Times New Roman" panose="02020603050405020304" pitchFamily="18" charset="0"/>
                <a:cs typeface="Times New Roman" panose="02020603050405020304" pitchFamily="18" charset="0"/>
              </a:rPr>
              <a:t>المهارات التجارية ومهارات الشؤون المالية ومهارات الصحة والسلامة ومهارات خدمة العملاء.</a:t>
            </a:r>
            <a:endParaRPr lang="ar-EG" sz="2000" dirty="0">
              <a:solidFill>
                <a:schemeClr val="tx2"/>
              </a:solidFill>
              <a:latin typeface="Times New Roman" panose="02020603050405020304" pitchFamily="18" charset="0"/>
              <a:cs typeface="Times New Roman" panose="02020603050405020304" pitchFamily="18" charset="0"/>
            </a:endParaRPr>
          </a:p>
        </p:txBody>
      </p:sp>
      <p:graphicFrame>
        <p:nvGraphicFramePr>
          <p:cNvPr id="5" name="Content Placeholder 3">
            <a:extLst>
              <a:ext uri="{FF2B5EF4-FFF2-40B4-BE49-F238E27FC236}">
                <a16:creationId xmlns:a16="http://schemas.microsoft.com/office/drawing/2014/main" id="{4972FC8C-DE48-E72E-644B-B7FEA8508A23}"/>
              </a:ext>
            </a:extLst>
          </p:cNvPr>
          <p:cNvGraphicFramePr>
            <a:graphicFrameLocks/>
          </p:cNvGraphicFramePr>
          <p:nvPr>
            <p:extLst>
              <p:ext uri="{D42A27DB-BD31-4B8C-83A1-F6EECF244321}">
                <p14:modId xmlns:p14="http://schemas.microsoft.com/office/powerpoint/2010/main" val="802060337"/>
              </p:ext>
            </p:extLst>
          </p:nvPr>
        </p:nvGraphicFramePr>
        <p:xfrm>
          <a:off x="452067" y="1628023"/>
          <a:ext cx="4914034"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a:extLst>
              <a:ext uri="{FF2B5EF4-FFF2-40B4-BE49-F238E27FC236}">
                <a16:creationId xmlns:a16="http://schemas.microsoft.com/office/drawing/2014/main" id="{90066439-12C5-FCDC-482B-4B02956684FE}"/>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5DDE10-0363-08CA-68BD-26FD72F29D2E}"/>
              </a:ext>
            </a:extLst>
          </p:cNvPr>
          <p:cNvSpPr txBox="1"/>
          <p:nvPr/>
        </p:nvSpPr>
        <p:spPr bwMode="auto">
          <a:xfrm>
            <a:off x="457200" y="1079527"/>
            <a:ext cx="8229600" cy="505608"/>
          </a:xfrm>
          <a:prstGeom prst="rect">
            <a:avLst/>
          </a:prstGeom>
          <a:noFill/>
          <a:ln>
            <a:noFill/>
          </a:ln>
        </p:spPr>
        <p:txBody>
          <a:bodyPr vert="horz" wrap="square" lIns="91440" tIns="45720" rIns="91440" bIns="45720" numCol="1" rtlCol="1" anchor="ctr" anchorCtr="0" compatLnSpc="1">
            <a:prstTxWarp prst="textNoShape">
              <a:avLst/>
            </a:prstTxWarp>
            <a:normAutofit/>
          </a:bodyPr>
          <a:lstStyle>
            <a:defPPr>
              <a:defRPr lang="en-GB"/>
            </a:defPPr>
            <a:lvl1pPr lvl="0" algn="r" rtl="1">
              <a:lnSpc>
                <a:spcPct val="100000"/>
              </a:lnSpc>
              <a:defRPr sz="2800">
                <a:solidFill>
                  <a:schemeClr val="accent6"/>
                </a:solidFill>
              </a:defRPr>
            </a:lvl1pPr>
          </a:lstStyle>
          <a:p>
            <a:pPr algn="ctr" rtl="1">
              <a:spcAft>
                <a:spcPts val="600"/>
              </a:spcAft>
            </a:pPr>
            <a:r>
              <a:rPr lang="ar-EG" sz="2400" b="1" dirty="0">
                <a:solidFill>
                  <a:schemeClr val="tx2"/>
                </a:solidFill>
                <a:latin typeface="Times New Roman" panose="02020603050405020304" pitchFamily="18" charset="0"/>
                <a:cs typeface="Times New Roman" panose="02020603050405020304" pitchFamily="18" charset="0"/>
              </a:rPr>
              <a:t>ب1 المهارات التجارية</a:t>
            </a:r>
          </a:p>
        </p:txBody>
      </p:sp>
      <p:graphicFrame>
        <p:nvGraphicFramePr>
          <p:cNvPr id="8" name="TextBox 5">
            <a:extLst>
              <a:ext uri="{FF2B5EF4-FFF2-40B4-BE49-F238E27FC236}">
                <a16:creationId xmlns:a16="http://schemas.microsoft.com/office/drawing/2014/main" id="{CD1231C2-77D0-9F30-E5FB-472AB0AC96BF}"/>
              </a:ext>
            </a:extLst>
          </p:cNvPr>
          <p:cNvGraphicFramePr/>
          <p:nvPr>
            <p:extLst>
              <p:ext uri="{D42A27DB-BD31-4B8C-83A1-F6EECF244321}">
                <p14:modId xmlns:p14="http://schemas.microsoft.com/office/powerpoint/2010/main" val="180162179"/>
              </p:ext>
            </p:extLst>
          </p:nvPr>
        </p:nvGraphicFramePr>
        <p:xfrm>
          <a:off x="457200" y="1585135"/>
          <a:ext cx="8568184" cy="41611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1" name="Group 10">
            <a:extLst>
              <a:ext uri="{FF2B5EF4-FFF2-40B4-BE49-F238E27FC236}">
                <a16:creationId xmlns:a16="http://schemas.microsoft.com/office/drawing/2014/main" id="{CCC6D332-264F-7347-A6EF-09E058DE0DCD}"/>
              </a:ext>
            </a:extLst>
          </p:cNvPr>
          <p:cNvGrpSpPr/>
          <p:nvPr/>
        </p:nvGrpSpPr>
        <p:grpSpPr>
          <a:xfrm>
            <a:off x="107504" y="5778473"/>
            <a:ext cx="8871849" cy="980728"/>
            <a:chOff x="0" y="177288"/>
            <a:chExt cx="2681582" cy="1407021"/>
          </a:xfrm>
        </p:grpSpPr>
        <p:sp>
          <p:nvSpPr>
            <p:cNvPr id="13" name="Rectangle 12">
              <a:extLst>
                <a:ext uri="{FF2B5EF4-FFF2-40B4-BE49-F238E27FC236}">
                  <a16:creationId xmlns:a16="http://schemas.microsoft.com/office/drawing/2014/main" id="{4D1794F1-366F-6B1D-0D4E-7521FBEEA7EC}"/>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C0E039B-C572-D6A5-CD53-5C7C1E1514F0}"/>
                </a:ext>
              </a:extLst>
            </p:cNvPr>
            <p:cNvSpPr txBox="1"/>
            <p:nvPr/>
          </p:nvSpPr>
          <p:spPr>
            <a:xfrm>
              <a:off x="17272" y="302578"/>
              <a:ext cx="2633610"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r>
                <a:rPr lang="ar-EG" b="1" dirty="0">
                  <a:solidFill>
                    <a:schemeClr val="tx1"/>
                  </a:solidFill>
                  <a:latin typeface="Times New Roman" panose="02020603050405020304" pitchFamily="18" charset="0"/>
                  <a:cs typeface="Times New Roman" panose="02020603050405020304" pitchFamily="18" charset="0"/>
                </a:rPr>
                <a:t>مناقشة جماعية: </a:t>
              </a:r>
              <a:r>
                <a:rPr lang="ar-EG" dirty="0">
                  <a:solidFill>
                    <a:schemeClr val="tx1"/>
                  </a:solidFill>
                  <a:latin typeface="Times New Roman" panose="02020603050405020304" pitchFamily="18" charset="0"/>
                  <a:cs typeface="Times New Roman" panose="02020603050405020304" pitchFamily="18" charset="0"/>
                </a:rPr>
                <a:t>لما قد يستلزم إعلان وظيفة في ملعب رياضي كبير أن يمتلك المتقدم مهارات تجارية جيدة؟ </a:t>
              </a:r>
            </a:p>
          </p:txBody>
        </p:sp>
      </p:grpSp>
      <p:sp>
        <p:nvSpPr>
          <p:cNvPr id="2" name="TextBox 1">
            <a:extLst>
              <a:ext uri="{FF2B5EF4-FFF2-40B4-BE49-F238E27FC236}">
                <a16:creationId xmlns:a16="http://schemas.microsoft.com/office/drawing/2014/main" id="{298E6FF9-8C57-1BC6-9FB4-7984720FD59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640243544"/>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9CF188DF-F6D2-9260-F791-502DE7DE3814}"/>
              </a:ext>
            </a:extLst>
          </p:cNvPr>
          <p:cNvSpPr txBox="1">
            <a:spLocks/>
          </p:cNvSpPr>
          <p:nvPr/>
        </p:nvSpPr>
        <p:spPr bwMode="auto">
          <a:xfrm>
            <a:off x="457200" y="1195200"/>
            <a:ext cx="8229600" cy="50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lvl="0" rtl="1">
              <a:spcAft>
                <a:spcPts val="600"/>
              </a:spcAft>
            </a:pPr>
            <a:r>
              <a:rPr lang="ar-EG" sz="2400" b="1" dirty="0">
                <a:latin typeface="Times New Roman" panose="02020603050405020304" pitchFamily="18" charset="0"/>
                <a:cs typeface="Times New Roman" panose="02020603050405020304" pitchFamily="18" charset="0"/>
              </a:rPr>
              <a:t>ب2 مهارات الشؤون المالية</a:t>
            </a:r>
          </a:p>
        </p:txBody>
      </p:sp>
      <p:graphicFrame>
        <p:nvGraphicFramePr>
          <p:cNvPr id="7" name="TextBox 4">
            <a:extLst>
              <a:ext uri="{FF2B5EF4-FFF2-40B4-BE49-F238E27FC236}">
                <a16:creationId xmlns:a16="http://schemas.microsoft.com/office/drawing/2014/main" id="{F55E852A-F835-AAE6-3D5A-C015A062E2B4}"/>
              </a:ext>
            </a:extLst>
          </p:cNvPr>
          <p:cNvGraphicFramePr/>
          <p:nvPr>
            <p:extLst>
              <p:ext uri="{D42A27DB-BD31-4B8C-83A1-F6EECF244321}">
                <p14:modId xmlns:p14="http://schemas.microsoft.com/office/powerpoint/2010/main" val="3081478406"/>
              </p:ext>
            </p:extLst>
          </p:nvPr>
        </p:nvGraphicFramePr>
        <p:xfrm>
          <a:off x="1881848" y="1748630"/>
          <a:ext cx="7704856" cy="4041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 name="Group 5">
            <a:extLst>
              <a:ext uri="{FF2B5EF4-FFF2-40B4-BE49-F238E27FC236}">
                <a16:creationId xmlns:a16="http://schemas.microsoft.com/office/drawing/2014/main" id="{584ADDD9-A776-7141-7929-A5F496E0C5DB}"/>
              </a:ext>
            </a:extLst>
          </p:cNvPr>
          <p:cNvGrpSpPr/>
          <p:nvPr/>
        </p:nvGrpSpPr>
        <p:grpSpPr>
          <a:xfrm>
            <a:off x="107504" y="4749434"/>
            <a:ext cx="3219622" cy="1826731"/>
            <a:chOff x="0" y="177288"/>
            <a:chExt cx="2681582" cy="1407021"/>
          </a:xfrm>
        </p:grpSpPr>
        <p:sp>
          <p:nvSpPr>
            <p:cNvPr id="8" name="Rectangle 7">
              <a:extLst>
                <a:ext uri="{FF2B5EF4-FFF2-40B4-BE49-F238E27FC236}">
                  <a16:creationId xmlns:a16="http://schemas.microsoft.com/office/drawing/2014/main" id="{44194C20-97FA-097A-6583-5F8F6F4BD1CC}"/>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lIns="91440" tIns="45720" rIns="91440" bIns="45720" rtlCol="1" anchor="t"/>
            <a:lstStyle/>
            <a:p>
              <a:pPr rtl="1"/>
              <a:endParaRPr lang="ar-EG" sz="1200" dirty="0">
                <a:latin typeface="Times New Roman" panose="02020603050405020304" pitchFamily="18" charset="0"/>
                <a:ea typeface="Verdana"/>
                <a:cs typeface="Times New Roman" panose="02020603050405020304" pitchFamily="18" charset="0"/>
              </a:endParaRPr>
            </a:p>
          </p:txBody>
        </p:sp>
        <p:sp>
          <p:nvSpPr>
            <p:cNvPr id="9" name="TextBox 8">
              <a:extLst>
                <a:ext uri="{FF2B5EF4-FFF2-40B4-BE49-F238E27FC236}">
                  <a16:creationId xmlns:a16="http://schemas.microsoft.com/office/drawing/2014/main" id="{DC50EDEC-BAF3-905E-82B7-EF69EE88DB2C}"/>
                </a:ext>
              </a:extLst>
            </p:cNvPr>
            <p:cNvSpPr txBox="1"/>
            <p:nvPr/>
          </p:nvSpPr>
          <p:spPr>
            <a:xfrm>
              <a:off x="17272" y="302578"/>
              <a:ext cx="2582862"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r>
                <a:rPr lang="ar-EG" sz="1600" b="1" dirty="0">
                  <a:solidFill>
                    <a:schemeClr val="tx1"/>
                  </a:solidFill>
                  <a:latin typeface="Times New Roman" panose="02020603050405020304" pitchFamily="18" charset="0"/>
                  <a:cs typeface="Times New Roman" panose="02020603050405020304" pitchFamily="18" charset="0"/>
                </a:rPr>
                <a:t>بحث: </a:t>
              </a:r>
              <a:r>
                <a:rPr lang="ar-EG" sz="1600" dirty="0">
                  <a:solidFill>
                    <a:schemeClr val="tx1"/>
                  </a:solidFill>
                  <a:latin typeface="Times New Roman" panose="02020603050405020304" pitchFamily="18" charset="0"/>
                  <a:cs typeface="Times New Roman" panose="02020603050405020304" pitchFamily="18" charset="0"/>
                </a:rPr>
                <a:t>ابحث عن بعض فرص العمل الشاغرة في مؤسسات محلية تعمل في مجال الرياضة والنشاط الترفيهي التفاعلي، ثم ضع قائمة بمهارات الشؤون المالية المطلوبة وبيان أهميتها لتلك المؤسسة.</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pic>
        <p:nvPicPr>
          <p:cNvPr id="225" name="Picture 224" descr="A person in a yellow head scarf under money&#10;&#10;AI-generated content may be incorrect.">
            <a:extLst>
              <a:ext uri="{FF2B5EF4-FFF2-40B4-BE49-F238E27FC236}">
                <a16:creationId xmlns:a16="http://schemas.microsoft.com/office/drawing/2014/main" id="{F6F9824C-A246-ADA4-FBB4-718002A6E981}"/>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20455" y="3083252"/>
            <a:ext cx="2093719" cy="1360204"/>
          </a:xfrm>
          <a:prstGeom prst="rect">
            <a:avLst/>
          </a:prstGeom>
        </p:spPr>
      </p:pic>
      <p:sp>
        <p:nvSpPr>
          <p:cNvPr id="2" name="TextBox 1">
            <a:extLst>
              <a:ext uri="{FF2B5EF4-FFF2-40B4-BE49-F238E27FC236}">
                <a16:creationId xmlns:a16="http://schemas.microsoft.com/office/drawing/2014/main" id="{BCEBBD9C-D5BB-5422-10FE-19521ECB84C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971446057"/>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FCD253-26CB-8F00-E149-AC42A0D7DFBB}"/>
              </a:ext>
            </a:extLst>
          </p:cNvPr>
          <p:cNvSpPr txBox="1"/>
          <p:nvPr/>
        </p:nvSpPr>
        <p:spPr bwMode="auto">
          <a:xfrm>
            <a:off x="457200" y="1195200"/>
            <a:ext cx="8229600" cy="433600"/>
          </a:xfrm>
          <a:prstGeom prst="rect">
            <a:avLst/>
          </a:prstGeom>
          <a:noFill/>
          <a:ln>
            <a:noFill/>
          </a:ln>
        </p:spPr>
        <p:txBody>
          <a:bodyPr vert="horz" wrap="square" lIns="91440" tIns="45720" rIns="91440" bIns="45720" numCol="1" rtlCol="1" anchor="ctr" anchorCtr="0" compatLnSpc="1">
            <a:prstTxWarp prst="textNoShape">
              <a:avLst/>
            </a:prstTxWarp>
            <a:normAutofit/>
          </a:bodyPr>
          <a:lstStyle/>
          <a:p>
            <a:pPr algn="ctr" rtl="1">
              <a:spcAft>
                <a:spcPts val="600"/>
              </a:spcAft>
            </a:pPr>
            <a:r>
              <a:rPr lang="ar-EG" sz="2000" b="1" dirty="0">
                <a:solidFill>
                  <a:schemeClr val="tx2"/>
                </a:solidFill>
                <a:latin typeface="Times New Roman" panose="02020603050405020304" pitchFamily="18" charset="0"/>
                <a:cs typeface="Times New Roman" panose="02020603050405020304" pitchFamily="18" charset="0"/>
              </a:rPr>
              <a:t>ب3 مهارات الصحة والسلامة</a:t>
            </a:r>
          </a:p>
        </p:txBody>
      </p:sp>
      <p:graphicFrame>
        <p:nvGraphicFramePr>
          <p:cNvPr id="8" name="TextBox 5">
            <a:extLst>
              <a:ext uri="{FF2B5EF4-FFF2-40B4-BE49-F238E27FC236}">
                <a16:creationId xmlns:a16="http://schemas.microsoft.com/office/drawing/2014/main" id="{73B1479B-5D4B-BEE7-EB79-029F35CE6EE4}"/>
              </a:ext>
            </a:extLst>
          </p:cNvPr>
          <p:cNvGraphicFramePr/>
          <p:nvPr>
            <p:extLst>
              <p:ext uri="{D42A27DB-BD31-4B8C-83A1-F6EECF244321}">
                <p14:modId xmlns:p14="http://schemas.microsoft.com/office/powerpoint/2010/main" val="863856050"/>
              </p:ext>
            </p:extLst>
          </p:nvPr>
        </p:nvGraphicFramePr>
        <p:xfrm>
          <a:off x="484659" y="1629966"/>
          <a:ext cx="7831757" cy="37432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7" name="Group 6">
            <a:extLst>
              <a:ext uri="{FF2B5EF4-FFF2-40B4-BE49-F238E27FC236}">
                <a16:creationId xmlns:a16="http://schemas.microsoft.com/office/drawing/2014/main" id="{AB5AE08E-2C29-121D-02AC-AE94FCD6DF56}"/>
              </a:ext>
            </a:extLst>
          </p:cNvPr>
          <p:cNvGrpSpPr/>
          <p:nvPr/>
        </p:nvGrpSpPr>
        <p:grpSpPr>
          <a:xfrm>
            <a:off x="457200" y="5679915"/>
            <a:ext cx="8079654" cy="980728"/>
            <a:chOff x="0" y="177288"/>
            <a:chExt cx="2681582" cy="1407021"/>
          </a:xfrm>
        </p:grpSpPr>
        <p:sp>
          <p:nvSpPr>
            <p:cNvPr id="9" name="Rectangle 8">
              <a:extLst>
                <a:ext uri="{FF2B5EF4-FFF2-40B4-BE49-F238E27FC236}">
                  <a16:creationId xmlns:a16="http://schemas.microsoft.com/office/drawing/2014/main" id="{90F6C7B6-48EA-71AF-2A73-1E0B5C151E9A}"/>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6EDF693-7065-8678-FA05-AA1F86DBEFEC}"/>
                </a:ext>
              </a:extLst>
            </p:cNvPr>
            <p:cNvSpPr txBox="1"/>
            <p:nvPr/>
          </p:nvSpPr>
          <p:spPr>
            <a:xfrm>
              <a:off x="49766" y="447650"/>
              <a:ext cx="2602830" cy="10410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lnSpc>
                  <a:spcPct val="130000"/>
                </a:lnSpc>
              </a:pPr>
              <a:r>
                <a:rPr lang="ar-EG" b="1" dirty="0">
                  <a:solidFill>
                    <a:schemeClr val="tx1"/>
                  </a:solidFill>
                  <a:latin typeface="Times New Roman" panose="02020603050405020304" pitchFamily="18" charset="0"/>
                  <a:cs typeface="Times New Roman" panose="02020603050405020304" pitchFamily="18" charset="0"/>
                </a:rPr>
                <a:t>بحث: </a:t>
              </a:r>
              <a:r>
                <a:rPr lang="ar-EG" dirty="0">
                  <a:solidFill>
                    <a:schemeClr val="tx1"/>
                  </a:solidFill>
                  <a:latin typeface="Times New Roman" panose="02020603050405020304" pitchFamily="18" charset="0"/>
                  <a:cs typeface="Times New Roman" panose="02020603050405020304" pitchFamily="18" charset="0"/>
                </a:rPr>
                <a:t>اقترح بعض الدورات التدريبية المناسبة في مجال الصحة والسلامة لشاب بدأ العمل في مركز </a:t>
              </a:r>
              <a:br>
                <a:rPr lang="en-US" dirty="0">
                  <a:solidFill>
                    <a:schemeClr val="tx1"/>
                  </a:solidFill>
                  <a:latin typeface="Times New Roman" panose="02020603050405020304" pitchFamily="18" charset="0"/>
                  <a:cs typeface="Times New Roman" panose="02020603050405020304" pitchFamily="18" charset="0"/>
                </a:rPr>
              </a:br>
              <a:r>
                <a:rPr lang="ar-EG" dirty="0">
                  <a:solidFill>
                    <a:schemeClr val="tx1"/>
                  </a:solidFill>
                  <a:latin typeface="Times New Roman" panose="02020603050405020304" pitchFamily="18" charset="0"/>
                  <a:cs typeface="Times New Roman" panose="02020603050405020304" pitchFamily="18" charset="0"/>
                </a:rPr>
                <a:t>داخلي لرياضة الكريكيت.</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73A79E9B-0EE4-794E-D410-513F0788A12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390131937"/>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6A430D-F1C7-3212-CD88-2C09D6DA40F8}"/>
              </a:ext>
            </a:extLst>
          </p:cNvPr>
          <p:cNvSpPr txBox="1"/>
          <p:nvPr/>
        </p:nvSpPr>
        <p:spPr>
          <a:xfrm>
            <a:off x="47882" y="1215958"/>
            <a:ext cx="3312368" cy="954107"/>
          </a:xfrm>
          <a:prstGeom prst="rect">
            <a:avLst/>
          </a:prstGeom>
          <a:noFill/>
        </p:spPr>
        <p:txBody>
          <a:bodyPr wrap="square" rtlCol="1">
            <a:spAutoFit/>
          </a:bodyPr>
          <a:lstStyle/>
          <a:p>
            <a:pPr algn="ctr" rtl="1"/>
            <a:r>
              <a:rPr lang="ar-EG" sz="2800" dirty="0">
                <a:solidFill>
                  <a:schemeClr val="accent6"/>
                </a:solidFill>
                <a:latin typeface="Times New Roman" panose="02020603050405020304" pitchFamily="18" charset="0"/>
                <a:cs typeface="Times New Roman" panose="02020603050405020304" pitchFamily="18" charset="0"/>
              </a:rPr>
              <a:t>ب4</a:t>
            </a:r>
            <a:r>
              <a:rPr lang="ar-EG" sz="2000" b="0" dirty="0">
                <a:latin typeface="Times New Roman" panose="02020603050405020304" pitchFamily="18" charset="0"/>
                <a:cs typeface="Times New Roman" panose="02020603050405020304" pitchFamily="18" charset="0"/>
              </a:rPr>
              <a:t> </a:t>
            </a:r>
            <a:r>
              <a:rPr lang="ar-EG" sz="2800" dirty="0">
                <a:solidFill>
                  <a:schemeClr val="accent6"/>
                </a:solidFill>
                <a:latin typeface="Times New Roman" panose="02020603050405020304" pitchFamily="18" charset="0"/>
                <a:cs typeface="Times New Roman" panose="02020603050405020304" pitchFamily="18" charset="0"/>
              </a:rPr>
              <a:t> </a:t>
            </a:r>
            <a:r>
              <a:rPr lang="ar-EG" sz="2000" dirty="0">
                <a:latin typeface="Times New Roman" panose="02020603050405020304" pitchFamily="18" charset="0"/>
                <a:cs typeface="Times New Roman" panose="02020603050405020304" pitchFamily="18" charset="0"/>
              </a:rPr>
              <a:t> </a:t>
            </a:r>
            <a:r>
              <a:rPr lang="ar-EG" sz="2800" dirty="0">
                <a:solidFill>
                  <a:schemeClr val="accent6"/>
                </a:solidFill>
                <a:latin typeface="Times New Roman" panose="02020603050405020304" pitchFamily="18" charset="0"/>
                <a:cs typeface="Times New Roman" panose="02020603050405020304" pitchFamily="18" charset="0"/>
              </a:rPr>
              <a:t>مهارات </a:t>
            </a:r>
            <a:br>
              <a:rPr lang="en-US" sz="2800" dirty="0">
                <a:solidFill>
                  <a:schemeClr val="accent6"/>
                </a:solidFill>
                <a:latin typeface="Times New Roman" panose="02020603050405020304" pitchFamily="18" charset="0"/>
                <a:cs typeface="Times New Roman" panose="02020603050405020304" pitchFamily="18" charset="0"/>
              </a:rPr>
            </a:br>
            <a:r>
              <a:rPr lang="ar-EG" sz="2800" dirty="0">
                <a:solidFill>
                  <a:schemeClr val="accent6"/>
                </a:solidFill>
                <a:latin typeface="Times New Roman" panose="02020603050405020304" pitchFamily="18" charset="0"/>
                <a:cs typeface="Times New Roman" panose="02020603050405020304" pitchFamily="18" charset="0"/>
              </a:rPr>
              <a:t>خدمة العملاء</a:t>
            </a:r>
          </a:p>
        </p:txBody>
      </p:sp>
      <p:sp>
        <p:nvSpPr>
          <p:cNvPr id="7" name="TextBox 6">
            <a:extLst>
              <a:ext uri="{FF2B5EF4-FFF2-40B4-BE49-F238E27FC236}">
                <a16:creationId xmlns:a16="http://schemas.microsoft.com/office/drawing/2014/main" id="{367ADE8A-3440-7CF3-B058-F9BC5F9FB983}"/>
              </a:ext>
            </a:extLst>
          </p:cNvPr>
          <p:cNvSpPr txBox="1"/>
          <p:nvPr/>
        </p:nvSpPr>
        <p:spPr>
          <a:xfrm>
            <a:off x="3419872" y="1219408"/>
            <a:ext cx="5472608" cy="5262979"/>
          </a:xfrm>
          <a:prstGeom prst="rect">
            <a:avLst/>
          </a:prstGeom>
          <a:noFill/>
        </p:spPr>
        <p:txBody>
          <a:bodyPr wrap="square" rtlCol="1">
            <a:spAutoFit/>
          </a:bodyPr>
          <a:lstStyle/>
          <a:p>
            <a:pPr rtl="1"/>
            <a:r>
              <a:rPr lang="ar-EG" sz="2400" dirty="0">
                <a:latin typeface="Times New Roman" panose="02020603050405020304" pitchFamily="18" charset="0"/>
                <a:cs typeface="Times New Roman" panose="02020603050405020304" pitchFamily="18" charset="0"/>
              </a:rPr>
              <a:t>تعتمد المؤسسات على نيل رضا العملاء لضمان حصولها على تقييمات إيجابية وتشجيعهم على العودة للتعامل معها في المستقبل. وهنا تكمن أهمية تقديم خدمة عملاء ذات مستوى جيد.</a:t>
            </a:r>
          </a:p>
          <a:p>
            <a:pPr rtl="1"/>
            <a:endParaRPr lang="ar-EG" sz="2000" dirty="0">
              <a:latin typeface="Times New Roman" panose="02020603050405020304" pitchFamily="18" charset="0"/>
              <a:cs typeface="Times New Roman" panose="02020603050405020304" pitchFamily="18" charset="0"/>
            </a:endParaRPr>
          </a:p>
          <a:p>
            <a:pPr rtl="1"/>
            <a:r>
              <a:rPr lang="ar-EG" sz="2000" b="1" dirty="0">
                <a:latin typeface="Times New Roman" panose="02020603050405020304" pitchFamily="18" charset="0"/>
                <a:cs typeface="Times New Roman" panose="02020603050405020304" pitchFamily="18" charset="0"/>
              </a:rPr>
              <a:t>ما المقصود بخدمة العملاء؟</a:t>
            </a:r>
          </a:p>
          <a:p>
            <a:pPr marL="285750" indent="-285750" rtl="1">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هي الدعم والإرشاد الذي تقدمه المؤسسات لعملائها قبل شراء المنتجات أو الاستفادة منها وفي أثناء ذلك وبعده.</a:t>
            </a:r>
          </a:p>
          <a:p>
            <a:pPr marL="285750" indent="-285750" rtl="1">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تحرص جميع المؤسسات على التأكد من نيل رضا العملاء</a:t>
            </a:r>
          </a:p>
          <a:p>
            <a:pPr marL="285750" indent="-285750" rtl="1">
              <a:buFont typeface="Arial" panose="020B0604020202020204" pitchFamily="34" charset="0"/>
              <a:buChar char="•"/>
            </a:pPr>
            <a:endParaRPr lang="ar-EG" sz="2000" dirty="0">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تُعد المهارات الشخصية أو "مهارات التعامل مع الآخرين" ضرورية لكل مما يأتي: </a:t>
            </a:r>
          </a:p>
          <a:p>
            <a:pPr marL="800100" lvl="1" indent="-342900" rtl="1">
              <a:buFont typeface="Courier New" panose="02070309020205020404" pitchFamily="49" charset="0"/>
              <a:buChar char="o"/>
            </a:pPr>
            <a:r>
              <a:rPr lang="ar-EG" sz="2000" dirty="0">
                <a:latin typeface="Times New Roman" panose="02020603050405020304" pitchFamily="18" charset="0"/>
                <a:cs typeface="Times New Roman" panose="02020603050405020304" pitchFamily="18" charset="0"/>
              </a:rPr>
              <a:t>التعامل مع العملاء</a:t>
            </a:r>
          </a:p>
          <a:p>
            <a:pPr marL="800100" lvl="1" indent="-342900" rtl="1">
              <a:buFont typeface="Courier New" panose="02070309020205020404" pitchFamily="49" charset="0"/>
              <a:buChar char="o"/>
            </a:pPr>
            <a:r>
              <a:rPr lang="ar-EG" sz="2000" dirty="0">
                <a:latin typeface="Times New Roman" panose="02020603050405020304" pitchFamily="18" charset="0"/>
                <a:cs typeface="Times New Roman" panose="02020603050405020304" pitchFamily="18" charset="0"/>
              </a:rPr>
              <a:t>إجابة أسئلة العملاء</a:t>
            </a:r>
          </a:p>
          <a:p>
            <a:pPr marL="800100" lvl="1" indent="-342900" rtl="1">
              <a:buFont typeface="Courier New" panose="02070309020205020404" pitchFamily="49" charset="0"/>
              <a:buChar char="o"/>
            </a:pPr>
            <a:r>
              <a:rPr lang="ar-EG" sz="2000" dirty="0">
                <a:latin typeface="Times New Roman" panose="02020603050405020304" pitchFamily="18" charset="0"/>
                <a:cs typeface="Times New Roman" panose="02020603050405020304" pitchFamily="18" charset="0"/>
              </a:rPr>
              <a:t>حل مشكلات العملاء</a:t>
            </a:r>
          </a:p>
          <a:p>
            <a:pPr marL="800100" lvl="1" indent="-342900" rtl="1">
              <a:buFont typeface="Courier New" panose="02070309020205020404" pitchFamily="49" charset="0"/>
              <a:buChar char="o"/>
            </a:pPr>
            <a:r>
              <a:rPr lang="ar-EG" sz="2000" dirty="0">
                <a:latin typeface="Times New Roman" panose="02020603050405020304" pitchFamily="18" charset="0"/>
                <a:cs typeface="Times New Roman" panose="02020603050405020304" pitchFamily="18" charset="0"/>
              </a:rPr>
              <a:t>تقديم المساعدة</a:t>
            </a:r>
          </a:p>
        </p:txBody>
      </p:sp>
      <p:grpSp>
        <p:nvGrpSpPr>
          <p:cNvPr id="10" name="Group 9">
            <a:extLst>
              <a:ext uri="{FF2B5EF4-FFF2-40B4-BE49-F238E27FC236}">
                <a16:creationId xmlns:a16="http://schemas.microsoft.com/office/drawing/2014/main" id="{486560C8-113F-6FC1-B31C-F268584310F1}"/>
              </a:ext>
            </a:extLst>
          </p:cNvPr>
          <p:cNvGrpSpPr/>
          <p:nvPr/>
        </p:nvGrpSpPr>
        <p:grpSpPr>
          <a:xfrm>
            <a:off x="258416" y="4149080"/>
            <a:ext cx="2837994" cy="2573436"/>
            <a:chOff x="0" y="177288"/>
            <a:chExt cx="2681582" cy="1407021"/>
          </a:xfrm>
        </p:grpSpPr>
        <p:sp>
          <p:nvSpPr>
            <p:cNvPr id="11" name="Rectangle 10">
              <a:extLst>
                <a:ext uri="{FF2B5EF4-FFF2-40B4-BE49-F238E27FC236}">
                  <a16:creationId xmlns:a16="http://schemas.microsoft.com/office/drawing/2014/main" id="{0703768A-DFD5-AA7D-F5CB-0E957144A607}"/>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3CAA4F0-D5B3-DB5A-CDA3-282559EC9B12}"/>
                </a:ext>
              </a:extLst>
            </p:cNvPr>
            <p:cNvSpPr txBox="1"/>
            <p:nvPr/>
          </p:nvSpPr>
          <p:spPr>
            <a:xfrm>
              <a:off x="49766" y="332242"/>
              <a:ext cx="2494934"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lvl="0" rtl="1"/>
              <a:r>
                <a:rPr lang="ar-EG" b="1" dirty="0">
                  <a:solidFill>
                    <a:schemeClr val="tx1"/>
                  </a:solidFill>
                  <a:latin typeface="Times New Roman" panose="02020603050405020304" pitchFamily="18" charset="0"/>
                  <a:cs typeface="Times New Roman" panose="02020603050405020304" pitchFamily="18" charset="0"/>
                </a:rPr>
                <a:t>تقمص الأدوار</a:t>
              </a:r>
            </a:p>
            <a:p>
              <a:pPr rtl="1"/>
              <a:r>
                <a:rPr lang="ar-EG" dirty="0">
                  <a:solidFill>
                    <a:schemeClr val="tx1"/>
                  </a:solidFill>
                  <a:latin typeface="Times New Roman" panose="02020603050405020304" pitchFamily="18" charset="0"/>
                  <a:cs typeface="Times New Roman" panose="02020603050405020304" pitchFamily="18" charset="0"/>
                </a:rPr>
                <a:t>تمثيل مشهد تحية عميل </a:t>
              </a:r>
              <a:br>
                <a:rPr lang="en-US" dirty="0">
                  <a:solidFill>
                    <a:schemeClr val="tx1"/>
                  </a:solidFill>
                  <a:latin typeface="Times New Roman" panose="02020603050405020304" pitchFamily="18" charset="0"/>
                  <a:cs typeface="Times New Roman" panose="02020603050405020304" pitchFamily="18" charset="0"/>
                </a:rPr>
              </a:br>
              <a:r>
                <a:rPr lang="ar-EG" dirty="0">
                  <a:solidFill>
                    <a:schemeClr val="tx1"/>
                  </a:solidFill>
                  <a:latin typeface="Times New Roman" panose="02020603050405020304" pitchFamily="18" charset="0"/>
                  <a:cs typeface="Times New Roman" panose="02020603050405020304" pitchFamily="18" charset="0"/>
                </a:rPr>
                <a:t>والتعامل مع استفساره حول </a:t>
              </a:r>
              <a:br>
                <a:rPr lang="en-US" dirty="0">
                  <a:solidFill>
                    <a:schemeClr val="tx1"/>
                  </a:solidFill>
                  <a:latin typeface="Times New Roman" panose="02020603050405020304" pitchFamily="18" charset="0"/>
                  <a:cs typeface="Times New Roman" panose="02020603050405020304" pitchFamily="18" charset="0"/>
                </a:rPr>
              </a:br>
              <a:r>
                <a:rPr lang="ar-EG" dirty="0">
                  <a:solidFill>
                    <a:schemeClr val="tx1"/>
                  </a:solidFill>
                  <a:latin typeface="Times New Roman" panose="02020603050405020304" pitchFamily="18" charset="0"/>
                  <a:cs typeface="Times New Roman" panose="02020603050405020304" pitchFamily="18" charset="0"/>
                </a:rPr>
                <a:t>شراء عضوية عائلية في صالة ألعاب رياضية خاصة. </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pic>
        <p:nvPicPr>
          <p:cNvPr id="2" name="Picture 1" descr="A hand pointing at five stars&#10;&#10;AI-generated content may be incorrect.">
            <a:extLst>
              <a:ext uri="{FF2B5EF4-FFF2-40B4-BE49-F238E27FC236}">
                <a16:creationId xmlns:a16="http://schemas.microsoft.com/office/drawing/2014/main" id="{50EF5E93-AD98-3C24-18CF-5BEEBF94A6F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8154" y="2167758"/>
            <a:ext cx="2706415" cy="1918138"/>
          </a:xfrm>
          <a:prstGeom prst="rect">
            <a:avLst/>
          </a:prstGeom>
        </p:spPr>
      </p:pic>
      <p:sp>
        <p:nvSpPr>
          <p:cNvPr id="3" name="TextBox 2">
            <a:extLst>
              <a:ext uri="{FF2B5EF4-FFF2-40B4-BE49-F238E27FC236}">
                <a16:creationId xmlns:a16="http://schemas.microsoft.com/office/drawing/2014/main" id="{236E295E-FF6A-19A0-312E-F2C4BD010BF2}"/>
              </a:ext>
            </a:extLst>
          </p:cNvPr>
          <p:cNvSpPr txBox="1"/>
          <p:nvPr/>
        </p:nvSpPr>
        <p:spPr>
          <a:xfrm>
            <a:off x="8023860" y="6547618"/>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77260657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73998-1AA9-B13D-5474-31B41063366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781821B-B4F5-2319-2831-B18360788DB8}"/>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ar-EG" altLang="en-US"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 name="Content Placeholder 3">
            <a:extLst>
              <a:ext uri="{FF2B5EF4-FFF2-40B4-BE49-F238E27FC236}">
                <a16:creationId xmlns:a16="http://schemas.microsoft.com/office/drawing/2014/main" id="{99F3D1CC-E35A-51C3-BB56-C9275B996158}"/>
              </a:ext>
            </a:extLst>
          </p:cNvPr>
          <p:cNvGraphicFramePr>
            <a:graphicFrameLocks/>
          </p:cNvGraphicFramePr>
          <p:nvPr>
            <p:extLst>
              <p:ext uri="{D42A27DB-BD31-4B8C-83A1-F6EECF244321}">
                <p14:modId xmlns:p14="http://schemas.microsoft.com/office/powerpoint/2010/main" val="1147235033"/>
              </p:ext>
            </p:extLst>
          </p:nvPr>
        </p:nvGraphicFramePr>
        <p:xfrm>
          <a:off x="347665" y="1412776"/>
          <a:ext cx="5016423"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 Placeholder 2">
            <a:extLst>
              <a:ext uri="{FF2B5EF4-FFF2-40B4-BE49-F238E27FC236}">
                <a16:creationId xmlns:a16="http://schemas.microsoft.com/office/drawing/2014/main" id="{22FE1E06-ABC3-56D8-7131-74C942A8B3CB}"/>
              </a:ext>
            </a:extLst>
          </p:cNvPr>
          <p:cNvSpPr>
            <a:spLocks noGrp="1"/>
          </p:cNvSpPr>
          <p:nvPr>
            <p:ph type="body" sz="half" idx="2"/>
          </p:nvPr>
        </p:nvSpPr>
        <p:spPr>
          <a:xfrm>
            <a:off x="5508104" y="1412776"/>
            <a:ext cx="3288231" cy="4785395"/>
          </a:xfrm>
          <a:solidFill>
            <a:schemeClr val="accent5"/>
          </a:solidFill>
        </p:spPr>
        <p:txBody>
          <a:bodyPr rtlCol="1"/>
          <a:lstStyle/>
          <a:p>
            <a:pPr algn="ctr" rtl="1"/>
            <a:r>
              <a:rPr lang="ar-EG" sz="2800" b="1" dirty="0">
                <a:solidFill>
                  <a:schemeClr val="tx2"/>
                </a:solidFill>
                <a:latin typeface="Times New Roman" panose="02020603050405020304" pitchFamily="18" charset="0"/>
                <a:cs typeface="Times New Roman" panose="02020603050405020304" pitchFamily="18" charset="0"/>
              </a:rPr>
              <a:t>نتاج التعلم ج</a:t>
            </a:r>
          </a:p>
          <a:p>
            <a:pPr rtl="1"/>
            <a:r>
              <a:rPr lang="ar-EG" sz="2000" b="1" dirty="0">
                <a:latin typeface="Times New Roman" panose="02020603050405020304" pitchFamily="18" charset="0"/>
                <a:cs typeface="Times New Roman" panose="02020603050405020304" pitchFamily="18" charset="0"/>
              </a:rPr>
              <a:t>إعداد خطة ترويجية لعمل تجاري محدد</a:t>
            </a:r>
          </a:p>
          <a:p>
            <a:pPr rtl="1"/>
            <a:endParaRPr lang="ar-EG" altLang="en-US" sz="2000" b="1" dirty="0">
              <a:solidFill>
                <a:schemeClr val="tx2"/>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sz="2000" dirty="0">
                <a:solidFill>
                  <a:schemeClr val="tx2"/>
                </a:solidFill>
                <a:latin typeface="Times New Roman" panose="02020603050405020304" pitchFamily="18" charset="0"/>
                <a:cs typeface="Times New Roman" panose="02020603050405020304" pitchFamily="18" charset="0"/>
              </a:rPr>
              <a:t>دراسة كيفية إعداد خطة ترويجية بتحديد السوق المستهدف، وتخطيط أبحاث السوق وشرحها لوضع خطة ترويجية.</a:t>
            </a:r>
          </a:p>
        </p:txBody>
      </p:sp>
      <p:sp>
        <p:nvSpPr>
          <p:cNvPr id="2" name="TextBox 1">
            <a:extLst>
              <a:ext uri="{FF2B5EF4-FFF2-40B4-BE49-F238E27FC236}">
                <a16:creationId xmlns:a16="http://schemas.microsoft.com/office/drawing/2014/main" id="{A7067A98-EF71-A4C4-3D5B-08F59004F01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334210411"/>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1800" b="1" dirty="0">
                <a:latin typeface="Times New Roman" panose="02020603050405020304" pitchFamily="18" charset="0"/>
                <a:cs typeface="Times New Roman" panose="02020603050405020304" pitchFamily="18" charset="0"/>
              </a:rPr>
              <a:t>ج1 تحديد السوق المستهدف</a:t>
            </a:r>
            <a:endParaRPr lang="ar-EG" sz="1800"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016AAB97-AF25-0E96-0B93-B44FF9685BAD}"/>
              </a:ext>
            </a:extLst>
          </p:cNvPr>
          <p:cNvSpPr txBox="1">
            <a:spLocks noChangeArrowheads="1"/>
          </p:cNvSpPr>
          <p:nvPr/>
        </p:nvSpPr>
        <p:spPr bwMode="auto">
          <a:xfrm>
            <a:off x="4734213" y="2332044"/>
            <a:ext cx="3679073" cy="2105068"/>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lnSpc>
                <a:spcPct val="130000"/>
              </a:lnSpc>
              <a:buNone/>
            </a:pPr>
            <a:r>
              <a:rPr lang="ar-EG" sz="1800" dirty="0">
                <a:latin typeface="Times New Roman" panose="02020603050405020304" pitchFamily="18" charset="0"/>
                <a:cs typeface="Times New Roman" panose="02020603050405020304" pitchFamily="18" charset="0"/>
              </a:rPr>
              <a:t>السوق المستهدف هو </a:t>
            </a:r>
            <a:r>
              <a:rPr lang="ar-EG" sz="1800" b="1" dirty="0">
                <a:latin typeface="Times New Roman" panose="02020603050405020304" pitchFamily="18" charset="0"/>
                <a:cs typeface="Times New Roman" panose="02020603050405020304" pitchFamily="18" charset="0"/>
              </a:rPr>
              <a:t>مجموعة معينة من المستهلكين الذين يستهدفهم المنتج أو الخدمة.</a:t>
            </a:r>
            <a:r>
              <a:rPr lang="ar-EG" sz="1800" dirty="0">
                <a:latin typeface="Times New Roman" panose="02020603050405020304" pitchFamily="18" charset="0"/>
                <a:cs typeface="Times New Roman" panose="02020603050405020304" pitchFamily="18" charset="0"/>
              </a:rPr>
              <a:t> </a:t>
            </a:r>
          </a:p>
          <a:p>
            <a:pPr marL="0" indent="0" rtl="1">
              <a:lnSpc>
                <a:spcPct val="130000"/>
              </a:lnSpc>
              <a:buNone/>
            </a:pPr>
            <a:r>
              <a:rPr lang="ar-EG" sz="1800" b="1" i="0" u="none" strike="noStrike" dirty="0">
                <a:solidFill>
                  <a:srgbClr val="111111"/>
                </a:solidFill>
                <a:effectLst/>
                <a:latin typeface="Times New Roman" panose="02020603050405020304" pitchFamily="18" charset="0"/>
                <a:cs typeface="Times New Roman" panose="02020603050405020304" pitchFamily="18" charset="0"/>
              </a:rPr>
              <a:t>تجزئة السوق </a:t>
            </a:r>
            <a:r>
              <a:rPr lang="ar-EG" sz="1800" b="0" i="0" u="none" strike="noStrike" dirty="0">
                <a:solidFill>
                  <a:srgbClr val="111111"/>
                </a:solidFill>
                <a:effectLst/>
                <a:latin typeface="Times New Roman" panose="02020603050405020304" pitchFamily="18" charset="0"/>
                <a:cs typeface="Times New Roman" panose="02020603050405020304" pitchFamily="18" charset="0"/>
              </a:rPr>
              <a:t>: أسلوب يُستخدم لتقسيم المستهلكين إلى مجموعات أو شرائح متشابهة بهدف فهمهم وتسويق المنتجات لهم بفاعلية.</a:t>
            </a:r>
          </a:p>
          <a:p>
            <a:pPr marL="0" indent="0" rtl="1">
              <a:buNone/>
            </a:pPr>
            <a:endParaRPr lang="ar-EG" sz="1400" dirty="0">
              <a:latin typeface="Times New Roman" panose="02020603050405020304" pitchFamily="18" charset="0"/>
              <a:cs typeface="Times New Roman" panose="02020603050405020304" pitchFamily="18" charset="0"/>
            </a:endParaRPr>
          </a:p>
          <a:p>
            <a:pPr marL="0" indent="0" rtl="1">
              <a:buNone/>
            </a:pPr>
            <a:endParaRPr lang="ar-EG"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72EBC8-9664-01E1-6264-A99E991155B0}"/>
              </a:ext>
            </a:extLst>
          </p:cNvPr>
          <p:cNvSpPr txBox="1"/>
          <p:nvPr/>
        </p:nvSpPr>
        <p:spPr>
          <a:xfrm>
            <a:off x="595961" y="1628800"/>
            <a:ext cx="7817325" cy="369332"/>
          </a:xfrm>
          <a:prstGeom prst="rect">
            <a:avLst/>
          </a:prstGeom>
          <a:solidFill>
            <a:schemeClr val="accent6">
              <a:lumMod val="20000"/>
              <a:lumOff val="80000"/>
            </a:schemeClr>
          </a:solidFill>
        </p:spPr>
        <p:txBody>
          <a:bodyPr wrap="square" rtlCol="1">
            <a:spAutoFit/>
          </a:bodyPr>
          <a:lstStyle/>
          <a:p>
            <a:pPr marL="0" indent="0" algn="ctr" rtl="1" fontAlgn="ctr">
              <a:buNone/>
            </a:pPr>
            <a:r>
              <a:rPr lang="ar-EG" b="1" dirty="0">
                <a:solidFill>
                  <a:srgbClr val="002060"/>
                </a:solidFill>
                <a:latin typeface="Times New Roman" panose="02020603050405020304" pitchFamily="18" charset="0"/>
                <a:cs typeface="Times New Roman" panose="02020603050405020304" pitchFamily="18" charset="0"/>
              </a:rPr>
              <a:t>الأسواق المستهدفة المحدّدة بحسب القطاع</a:t>
            </a:r>
          </a:p>
        </p:txBody>
      </p:sp>
      <p:sp>
        <p:nvSpPr>
          <p:cNvPr id="2" name="Content Placeholder 3">
            <a:extLst>
              <a:ext uri="{FF2B5EF4-FFF2-40B4-BE49-F238E27FC236}">
                <a16:creationId xmlns:a16="http://schemas.microsoft.com/office/drawing/2014/main" id="{AA19C44D-4AB8-9D39-EFBB-672B04C0AE86}"/>
              </a:ext>
            </a:extLst>
          </p:cNvPr>
          <p:cNvSpPr txBox="1">
            <a:spLocks noChangeArrowheads="1"/>
          </p:cNvSpPr>
          <p:nvPr/>
        </p:nvSpPr>
        <p:spPr bwMode="auto">
          <a:xfrm>
            <a:off x="374472" y="2062212"/>
            <a:ext cx="4104455" cy="4607148"/>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EG" sz="1800" b="1" dirty="0">
                <a:latin typeface="Times New Roman" panose="02020603050405020304" pitchFamily="18" charset="0"/>
                <a:cs typeface="Times New Roman" panose="02020603050405020304" pitchFamily="18" charset="0"/>
              </a:rPr>
              <a:t>الفئات السكانية:</a:t>
            </a:r>
            <a:r>
              <a:rPr lang="ar-EG" sz="1800" dirty="0">
                <a:latin typeface="Times New Roman" panose="02020603050405020304" pitchFamily="18" charset="0"/>
                <a:cs typeface="Times New Roman" panose="02020603050405020304" pitchFamily="18" charset="0"/>
              </a:rPr>
              <a:t> بحسب السن، </a:t>
            </a:r>
            <a:br>
              <a:rPr lang="en-US" sz="1800" dirty="0">
                <a:latin typeface="Times New Roman" panose="02020603050405020304" pitchFamily="18" charset="0"/>
                <a:cs typeface="Times New Roman" panose="02020603050405020304" pitchFamily="18" charset="0"/>
              </a:rPr>
            </a:br>
            <a:r>
              <a:rPr lang="ar-EG" sz="1800" dirty="0">
                <a:latin typeface="Times New Roman" panose="02020603050405020304" pitchFamily="18" charset="0"/>
                <a:cs typeface="Times New Roman" panose="02020603050405020304" pitchFamily="18" charset="0"/>
              </a:rPr>
              <a:t>والنوع الاجتماعي، والدخل</a:t>
            </a:r>
          </a:p>
          <a:p>
            <a:pPr rtl="1"/>
            <a:endParaRPr lang="ar-EG" sz="1400" b="1" dirty="0">
              <a:latin typeface="Times New Roman" panose="02020603050405020304" pitchFamily="18" charset="0"/>
              <a:cs typeface="Times New Roman" panose="02020603050405020304" pitchFamily="18" charset="0"/>
            </a:endParaRPr>
          </a:p>
          <a:p>
            <a:pPr rtl="1"/>
            <a:r>
              <a:rPr lang="ar-EG" sz="1800" b="1" dirty="0">
                <a:latin typeface="Times New Roman" panose="02020603050405020304" pitchFamily="18" charset="0"/>
                <a:cs typeface="Times New Roman" panose="02020603050405020304" pitchFamily="18" charset="0"/>
              </a:rPr>
              <a:t>الخصائص النفسية</a:t>
            </a:r>
            <a:r>
              <a:rPr lang="ar-EG" sz="1800" dirty="0">
                <a:latin typeface="Times New Roman" panose="02020603050405020304" pitchFamily="18" charset="0"/>
                <a:cs typeface="Times New Roman" panose="02020603050405020304" pitchFamily="18" charset="0"/>
              </a:rPr>
              <a:t>: بحسب الاهتمامات والاتجاهات الشخصية</a:t>
            </a:r>
          </a:p>
          <a:p>
            <a:pPr rtl="1"/>
            <a:endParaRPr lang="ar-EG" sz="1400" dirty="0">
              <a:latin typeface="Times New Roman" panose="02020603050405020304" pitchFamily="18" charset="0"/>
              <a:cs typeface="Times New Roman" panose="02020603050405020304" pitchFamily="18" charset="0"/>
            </a:endParaRPr>
          </a:p>
          <a:p>
            <a:pPr rtl="1"/>
            <a:r>
              <a:rPr lang="ar-EG" sz="1800" b="1" dirty="0">
                <a:latin typeface="Times New Roman" panose="02020603050405020304" pitchFamily="18" charset="0"/>
                <a:cs typeface="Times New Roman" panose="02020603050405020304" pitchFamily="18" charset="0"/>
              </a:rPr>
              <a:t>التصنيف الجغرافي</a:t>
            </a:r>
            <a:r>
              <a:rPr lang="ar-EG" sz="1800" dirty="0">
                <a:latin typeface="Times New Roman" panose="02020603050405020304" pitchFamily="18" charset="0"/>
                <a:cs typeface="Times New Roman" panose="02020603050405020304" pitchFamily="18" charset="0"/>
              </a:rPr>
              <a:t>: بحسب الموقع أو المناطق </a:t>
            </a:r>
            <a:br>
              <a:rPr lang="en-US" sz="1800" dirty="0">
                <a:latin typeface="Times New Roman" panose="02020603050405020304" pitchFamily="18" charset="0"/>
                <a:cs typeface="Times New Roman" panose="02020603050405020304" pitchFamily="18" charset="0"/>
              </a:rPr>
            </a:br>
            <a:r>
              <a:rPr lang="ar-EG" sz="1800" dirty="0">
                <a:latin typeface="Times New Roman" panose="02020603050405020304" pitchFamily="18" charset="0"/>
                <a:cs typeface="Times New Roman" panose="02020603050405020304" pitchFamily="18" charset="0"/>
              </a:rPr>
              <a:t>أو البلدان</a:t>
            </a:r>
          </a:p>
          <a:p>
            <a:pPr rtl="1"/>
            <a:endParaRPr lang="ar-EG" sz="1400" dirty="0">
              <a:latin typeface="Times New Roman" panose="02020603050405020304" pitchFamily="18" charset="0"/>
              <a:cs typeface="Times New Roman" panose="02020603050405020304" pitchFamily="18" charset="0"/>
            </a:endParaRPr>
          </a:p>
          <a:p>
            <a:pPr rtl="1"/>
            <a:r>
              <a:rPr lang="ar-EG" sz="1800" b="1" dirty="0">
                <a:latin typeface="Times New Roman" panose="02020603050405020304" pitchFamily="18" charset="0"/>
                <a:cs typeface="Times New Roman" panose="02020603050405020304" pitchFamily="18" charset="0"/>
              </a:rPr>
              <a:t>الخصائص السلوكية:</a:t>
            </a:r>
            <a:r>
              <a:rPr lang="ar-EG" sz="1800" dirty="0">
                <a:latin typeface="Times New Roman" panose="02020603050405020304" pitchFamily="18" charset="0"/>
                <a:cs typeface="Times New Roman" panose="02020603050405020304" pitchFamily="18" charset="0"/>
              </a:rPr>
              <a:t> بحسب عوامل مثل نمط الإنفاق والاستهلاك ومعدل الاستخدام ودرجة الولاء والفوائد المرجوة من المنتج أو الخدمة.</a:t>
            </a:r>
          </a:p>
          <a:p>
            <a:pPr rtl="1"/>
            <a:endParaRPr lang="ar-EG" sz="1400" dirty="0">
              <a:latin typeface="Times New Roman" panose="02020603050405020304" pitchFamily="18" charset="0"/>
              <a:cs typeface="Times New Roman" panose="02020603050405020304" pitchFamily="18" charset="0"/>
            </a:endParaRPr>
          </a:p>
          <a:p>
            <a:pPr rtl="1"/>
            <a:r>
              <a:rPr lang="ar-EG" sz="1800" b="1" dirty="0">
                <a:latin typeface="Times New Roman" panose="02020603050405020304" pitchFamily="18" charset="0"/>
                <a:cs typeface="Times New Roman" panose="02020603050405020304" pitchFamily="18" charset="0"/>
              </a:rPr>
              <a:t>الخصائص التكنولوجية:</a:t>
            </a:r>
            <a:r>
              <a:rPr lang="ar-EG" sz="1800" dirty="0">
                <a:latin typeface="Times New Roman" panose="02020603050405020304" pitchFamily="18" charset="0"/>
                <a:cs typeface="Times New Roman" panose="02020603050405020304" pitchFamily="18" charset="0"/>
              </a:rPr>
              <a:t> بحسب استخدام التكنولوجيا  </a:t>
            </a:r>
          </a:p>
        </p:txBody>
      </p:sp>
      <p:grpSp>
        <p:nvGrpSpPr>
          <p:cNvPr id="3" name="Group 2">
            <a:extLst>
              <a:ext uri="{FF2B5EF4-FFF2-40B4-BE49-F238E27FC236}">
                <a16:creationId xmlns:a16="http://schemas.microsoft.com/office/drawing/2014/main" id="{6C6DBB31-3AE3-855B-3361-8B6FD0A905EE}"/>
              </a:ext>
            </a:extLst>
          </p:cNvPr>
          <p:cNvGrpSpPr/>
          <p:nvPr/>
        </p:nvGrpSpPr>
        <p:grpSpPr>
          <a:xfrm>
            <a:off x="4666427" y="4733173"/>
            <a:ext cx="3879608" cy="1612792"/>
            <a:chOff x="0" y="177288"/>
            <a:chExt cx="2681582" cy="1407432"/>
          </a:xfrm>
        </p:grpSpPr>
        <p:sp>
          <p:nvSpPr>
            <p:cNvPr id="7" name="Rectangle 6">
              <a:extLst>
                <a:ext uri="{FF2B5EF4-FFF2-40B4-BE49-F238E27FC236}">
                  <a16:creationId xmlns:a16="http://schemas.microsoft.com/office/drawing/2014/main" id="{D2DB3192-5C70-6EEB-F29B-55C4FA5135C5}"/>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F50E281-31B7-52CF-D94D-15AB6BD30F5C}"/>
                </a:ext>
              </a:extLst>
            </p:cNvPr>
            <p:cNvSpPr txBox="1"/>
            <p:nvPr/>
          </p:nvSpPr>
          <p:spPr>
            <a:xfrm>
              <a:off x="42816" y="428278"/>
              <a:ext cx="2548054"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lnSpc>
                  <a:spcPct val="130000"/>
                </a:lnSpc>
              </a:pPr>
              <a:r>
                <a:rPr lang="ar-EG" b="1" i="0" u="none" strike="noStrike" dirty="0">
                  <a:solidFill>
                    <a:srgbClr val="7030A0"/>
                  </a:solidFill>
                  <a:effectLst/>
                  <a:latin typeface="Times New Roman" panose="02020603050405020304" pitchFamily="18" charset="0"/>
                  <a:cs typeface="Times New Roman" panose="02020603050405020304" pitchFamily="18" charset="0"/>
                </a:rPr>
                <a:t>مناقشة</a:t>
              </a:r>
              <a:r>
                <a:rPr lang="ar-EG" b="1" dirty="0">
                  <a:solidFill>
                    <a:srgbClr val="7030A0"/>
                  </a:solidFill>
                  <a:latin typeface="Times New Roman" panose="02020603050405020304" pitchFamily="18" charset="0"/>
                  <a:cs typeface="Times New Roman" panose="02020603050405020304" pitchFamily="18" charset="0"/>
                </a:rPr>
                <a:t> جماعية: </a:t>
              </a:r>
              <a:r>
                <a:rPr lang="ar-EG" dirty="0">
                  <a:solidFill>
                    <a:srgbClr val="7030A0"/>
                  </a:solidFill>
                  <a:latin typeface="Times New Roman" panose="02020603050405020304" pitchFamily="18" charset="0"/>
                  <a:cs typeface="Times New Roman" panose="02020603050405020304" pitchFamily="18" charset="0"/>
                </a:rPr>
                <a:t>كيف يساعد فهم السوق المستهدف العمل التجاري في مجال الرياضة والنشاط الترفيهي التفاعلي على وضع الخطة الترويجية.</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4" name="TextBox 3">
            <a:extLst>
              <a:ext uri="{FF2B5EF4-FFF2-40B4-BE49-F238E27FC236}">
                <a16:creationId xmlns:a16="http://schemas.microsoft.com/office/drawing/2014/main" id="{850C520F-B097-BE75-7F47-0CB2B71871C1}"/>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964682449"/>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44752-4ADF-57A0-8111-77CE828E5FF3}"/>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2E35A8C-4E33-829A-5784-BAB1E0193583}"/>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2000" b="1" dirty="0">
                <a:latin typeface="Times New Roman" panose="02020603050405020304" pitchFamily="18" charset="0"/>
                <a:cs typeface="Times New Roman" panose="02020603050405020304" pitchFamily="18" charset="0"/>
              </a:rPr>
              <a:t>ج1 تحديد السوق المستهدف</a:t>
            </a:r>
            <a:endParaRPr lang="ar-EG" sz="2000"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532D79D6-7D36-68F0-57EE-D000F3D7411B}"/>
              </a:ext>
            </a:extLst>
          </p:cNvPr>
          <p:cNvSpPr txBox="1">
            <a:spLocks noChangeArrowheads="1"/>
          </p:cNvSpPr>
          <p:nvPr/>
        </p:nvSpPr>
        <p:spPr bwMode="auto">
          <a:xfrm>
            <a:off x="4824732" y="1759852"/>
            <a:ext cx="3679073" cy="2105068"/>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EG" dirty="0">
                <a:latin typeface="Times New Roman" panose="02020603050405020304" pitchFamily="18" charset="0"/>
                <a:cs typeface="Times New Roman" panose="02020603050405020304" pitchFamily="18" charset="0"/>
              </a:rPr>
              <a:t>كيف سيصل المنتج أو الخدمة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إلى السوق المستهدف؟</a:t>
            </a:r>
          </a:p>
          <a:p>
            <a:pPr lvl="1" rtl="1">
              <a:buFont typeface="Courier New" panose="02070309020205020404" pitchFamily="49" charset="0"/>
              <a:buChar char="o"/>
            </a:pPr>
            <a:r>
              <a:rPr lang="ar-EG" dirty="0">
                <a:latin typeface="Times New Roman" panose="02020603050405020304" pitchFamily="18" charset="0"/>
                <a:cs typeface="Times New Roman" panose="02020603050405020304" pitchFamily="18" charset="0"/>
              </a:rPr>
              <a:t>البيع المباشر</a:t>
            </a:r>
          </a:p>
          <a:p>
            <a:pPr lvl="1" rtl="1">
              <a:buFont typeface="Courier New" panose="02070309020205020404" pitchFamily="49" charset="0"/>
              <a:buChar char="o"/>
            </a:pPr>
            <a:r>
              <a:rPr lang="ar-EG" dirty="0">
                <a:latin typeface="Times New Roman" panose="02020603050405020304" pitchFamily="18" charset="0"/>
                <a:cs typeface="Times New Roman" panose="02020603050405020304" pitchFamily="18" charset="0"/>
              </a:rPr>
              <a:t>البيع عبر الإنترنت</a:t>
            </a:r>
          </a:p>
          <a:p>
            <a:pPr marL="0" indent="0" rtl="1">
              <a:buNone/>
            </a:pPr>
            <a:endParaRPr lang="ar-EG" sz="1400" dirty="0">
              <a:latin typeface="Times New Roman" panose="02020603050405020304" pitchFamily="18" charset="0"/>
              <a:cs typeface="Times New Roman" panose="02020603050405020304" pitchFamily="18" charset="0"/>
            </a:endParaRPr>
          </a:p>
          <a:p>
            <a:pPr marL="0" indent="0" rtl="1">
              <a:buNone/>
            </a:pPr>
            <a:endParaRPr lang="ar-EG" sz="1600" dirty="0">
              <a:latin typeface="Times New Roman" panose="02020603050405020304" pitchFamily="18" charset="0"/>
              <a:cs typeface="Times New Roman" panose="02020603050405020304" pitchFamily="18" charset="0"/>
            </a:endParaRPr>
          </a:p>
        </p:txBody>
      </p:sp>
      <p:sp>
        <p:nvSpPr>
          <p:cNvPr id="2" name="Content Placeholder 3">
            <a:extLst>
              <a:ext uri="{FF2B5EF4-FFF2-40B4-BE49-F238E27FC236}">
                <a16:creationId xmlns:a16="http://schemas.microsoft.com/office/drawing/2014/main" id="{DCA38880-7E67-CCD3-A0F3-BCEDCAB1FC16}"/>
              </a:ext>
            </a:extLst>
          </p:cNvPr>
          <p:cNvSpPr txBox="1">
            <a:spLocks noChangeArrowheads="1"/>
          </p:cNvSpPr>
          <p:nvPr/>
        </p:nvSpPr>
        <p:spPr bwMode="auto">
          <a:xfrm>
            <a:off x="4824732" y="4290765"/>
            <a:ext cx="3679073" cy="1730523"/>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EG" dirty="0">
                <a:latin typeface="Times New Roman" panose="02020603050405020304" pitchFamily="18" charset="0"/>
                <a:cs typeface="Times New Roman" panose="02020603050405020304" pitchFamily="18" charset="0"/>
              </a:rPr>
              <a:t>كيف ستُحقق المؤسسة مبيعاتها وتحافظ عليها ضمن السوق المستهدف؟</a:t>
            </a:r>
          </a:p>
        </p:txBody>
      </p:sp>
      <p:grpSp>
        <p:nvGrpSpPr>
          <p:cNvPr id="3" name="Group 2">
            <a:extLst>
              <a:ext uri="{FF2B5EF4-FFF2-40B4-BE49-F238E27FC236}">
                <a16:creationId xmlns:a16="http://schemas.microsoft.com/office/drawing/2014/main" id="{2A9C9E24-F0CF-51BE-C4B2-A3F9E270AF1F}"/>
              </a:ext>
            </a:extLst>
          </p:cNvPr>
          <p:cNvGrpSpPr/>
          <p:nvPr/>
        </p:nvGrpSpPr>
        <p:grpSpPr>
          <a:xfrm>
            <a:off x="377713" y="1988840"/>
            <a:ext cx="4128371" cy="3929723"/>
            <a:chOff x="0" y="177288"/>
            <a:chExt cx="2681582" cy="1474274"/>
          </a:xfrm>
        </p:grpSpPr>
        <p:sp>
          <p:nvSpPr>
            <p:cNvPr id="7" name="Rectangle 6">
              <a:extLst>
                <a:ext uri="{FF2B5EF4-FFF2-40B4-BE49-F238E27FC236}">
                  <a16:creationId xmlns:a16="http://schemas.microsoft.com/office/drawing/2014/main" id="{10C4C371-88E1-1E60-8950-93D08A63D3DA}"/>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6701117-ABD2-DA1A-897B-E385778FD44A}"/>
                </a:ext>
              </a:extLst>
            </p:cNvPr>
            <p:cNvSpPr txBox="1"/>
            <p:nvPr/>
          </p:nvSpPr>
          <p:spPr>
            <a:xfrm>
              <a:off x="42816" y="244541"/>
              <a:ext cx="2583844" cy="140702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2000" b="1" i="0" u="none" strike="noStrike" dirty="0">
                  <a:solidFill>
                    <a:srgbClr val="7030A0"/>
                  </a:solidFill>
                  <a:effectLst/>
                  <a:latin typeface="Times New Roman" panose="02020603050405020304" pitchFamily="18" charset="0"/>
                  <a:cs typeface="Times New Roman" panose="02020603050405020304" pitchFamily="18" charset="0"/>
                </a:rPr>
                <a:t>مناقشة</a:t>
              </a:r>
              <a:r>
                <a:rPr lang="ar-EG" sz="2000" b="1" dirty="0">
                  <a:solidFill>
                    <a:srgbClr val="7030A0"/>
                  </a:solidFill>
                  <a:latin typeface="Times New Roman" panose="02020603050405020304" pitchFamily="18" charset="0"/>
                  <a:cs typeface="Times New Roman" panose="02020603050405020304" pitchFamily="18" charset="0"/>
                </a:rPr>
                <a:t> جماعية: </a:t>
              </a:r>
              <a:r>
                <a:rPr lang="ar-EG" sz="2000" dirty="0">
                  <a:solidFill>
                    <a:srgbClr val="7030A0"/>
                  </a:solidFill>
                  <a:latin typeface="Times New Roman" panose="02020603050405020304" pitchFamily="18" charset="0"/>
                  <a:cs typeface="Times New Roman" panose="02020603050405020304" pitchFamily="18" charset="0"/>
                </a:rPr>
                <a:t>لقد طلب صديق لك يرغب </a:t>
              </a:r>
              <a:br>
                <a:rPr lang="en-US" sz="2000" dirty="0">
                  <a:solidFill>
                    <a:srgbClr val="7030A0"/>
                  </a:solidFill>
                  <a:latin typeface="Times New Roman" panose="02020603050405020304" pitchFamily="18" charset="0"/>
                  <a:cs typeface="Times New Roman" panose="02020603050405020304" pitchFamily="18" charset="0"/>
                </a:rPr>
              </a:br>
              <a:r>
                <a:rPr lang="ar-EG" sz="2000" dirty="0">
                  <a:solidFill>
                    <a:srgbClr val="7030A0"/>
                  </a:solidFill>
                  <a:latin typeface="Times New Roman" panose="02020603050405020304" pitchFamily="18" charset="0"/>
                  <a:cs typeface="Times New Roman" panose="02020603050405020304" pitchFamily="18" charset="0"/>
                </a:rPr>
                <a:t>في بيع معدات وملابس لنشاط التزلج نصيحتك</a:t>
              </a:r>
            </a:p>
            <a:p>
              <a:pPr marL="285750" indent="-285750" rtl="1">
                <a:buFont typeface="Arial" panose="020B0604020202020204" pitchFamily="34" charset="0"/>
                <a:buChar char="•"/>
              </a:pPr>
              <a:r>
                <a:rPr lang="ar-EG" sz="2000" dirty="0">
                  <a:solidFill>
                    <a:srgbClr val="7030A0"/>
                  </a:solidFill>
                  <a:latin typeface="Times New Roman" panose="02020603050405020304" pitchFamily="18" charset="0"/>
                  <a:cs typeface="Times New Roman" panose="02020603050405020304" pitchFamily="18" charset="0"/>
                </a:rPr>
                <a:t>أين يجب أن يبيع منتجاته؟ هل يجب أن يبيع مباشرةً للجمهور في متجر فعلي؟ </a:t>
              </a:r>
              <a:br>
                <a:rPr lang="en-US" sz="2000" dirty="0">
                  <a:solidFill>
                    <a:srgbClr val="7030A0"/>
                  </a:solidFill>
                  <a:latin typeface="Times New Roman" panose="02020603050405020304" pitchFamily="18" charset="0"/>
                  <a:cs typeface="Times New Roman" panose="02020603050405020304" pitchFamily="18" charset="0"/>
                </a:rPr>
              </a:br>
              <a:r>
                <a:rPr lang="ar-EG" sz="2000" dirty="0">
                  <a:solidFill>
                    <a:srgbClr val="7030A0"/>
                  </a:solidFill>
                  <a:latin typeface="Times New Roman" panose="02020603050405020304" pitchFamily="18" charset="0"/>
                  <a:cs typeface="Times New Roman" panose="02020603050405020304" pitchFamily="18" charset="0"/>
                </a:rPr>
                <a:t>أم عبر موقع إلكتروني، أم عبر القناتين معًا؟</a:t>
              </a:r>
            </a:p>
            <a:p>
              <a:pPr marL="285750" indent="-285750" rtl="1">
                <a:buFont typeface="Arial" panose="020B0604020202020204" pitchFamily="34" charset="0"/>
                <a:buChar char="•"/>
              </a:pPr>
              <a:r>
                <a:rPr lang="ar-EG" sz="2000" dirty="0">
                  <a:solidFill>
                    <a:srgbClr val="7030A0"/>
                  </a:solidFill>
                  <a:latin typeface="Times New Roman" panose="02020603050405020304" pitchFamily="18" charset="0"/>
                  <a:cs typeface="Times New Roman" panose="02020603050405020304" pitchFamily="18" charset="0"/>
                </a:rPr>
                <a:t>كيف يمكنه جذب الناس للشراء؟</a:t>
              </a:r>
            </a:p>
            <a:p>
              <a:pPr marL="285750" indent="-285750" rtl="1">
                <a:buFont typeface="Arial" panose="020B0604020202020204" pitchFamily="34" charset="0"/>
                <a:buChar char="•"/>
              </a:pPr>
              <a:r>
                <a:rPr lang="ar-EG" sz="2000" dirty="0">
                  <a:solidFill>
                    <a:srgbClr val="7030A0"/>
                  </a:solidFill>
                  <a:latin typeface="Times New Roman" panose="02020603050405020304" pitchFamily="18" charset="0"/>
                  <a:cs typeface="Times New Roman" panose="02020603050405020304" pitchFamily="18" charset="0"/>
                </a:rPr>
                <a:t>كيف يحافظ على ولاء العملاء؟</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4" name="TextBox 3">
            <a:extLst>
              <a:ext uri="{FF2B5EF4-FFF2-40B4-BE49-F238E27FC236}">
                <a16:creationId xmlns:a16="http://schemas.microsoft.com/office/drawing/2014/main" id="{80B46583-DE91-5995-F943-DF49C5E41A1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810678467"/>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4D3ACADF-B56D-64CE-08CA-A0109C5F726E}"/>
              </a:ext>
            </a:extLst>
          </p:cNvPr>
          <p:cNvSpPr>
            <a:spLocks noGrp="1"/>
          </p:cNvSpPr>
          <p:nvPr>
            <p:ph type="title"/>
          </p:nvPr>
        </p:nvSpPr>
        <p:spPr>
          <a:xfrm>
            <a:off x="324345" y="1195200"/>
            <a:ext cx="8362454" cy="433600"/>
          </a:xfrm>
        </p:spPr>
        <p:txBody>
          <a:bodyPr rtlCol="1"/>
          <a:lstStyle/>
          <a:p>
            <a:pPr algn="ctr" rtl="1"/>
            <a:r>
              <a:rPr lang="ar-EG" dirty="0">
                <a:latin typeface="Times New Roman" panose="02020603050405020304" pitchFamily="18" charset="0"/>
                <a:cs typeface="Times New Roman" panose="02020603050405020304" pitchFamily="18" charset="0"/>
              </a:rPr>
              <a:t>ج2 تخطيط أبحاث السوق وشرحها</a:t>
            </a:r>
          </a:p>
        </p:txBody>
      </p:sp>
      <p:graphicFrame>
        <p:nvGraphicFramePr>
          <p:cNvPr id="15" name="TextBox 12">
            <a:extLst>
              <a:ext uri="{FF2B5EF4-FFF2-40B4-BE49-F238E27FC236}">
                <a16:creationId xmlns:a16="http://schemas.microsoft.com/office/drawing/2014/main" id="{1F0D0A2E-8706-6A59-FDAF-487ECFD99E84}"/>
              </a:ext>
            </a:extLst>
          </p:cNvPr>
          <p:cNvGraphicFramePr/>
          <p:nvPr>
            <p:extLst>
              <p:ext uri="{D42A27DB-BD31-4B8C-83A1-F6EECF244321}">
                <p14:modId xmlns:p14="http://schemas.microsoft.com/office/powerpoint/2010/main" val="3444891397"/>
              </p:ext>
            </p:extLst>
          </p:nvPr>
        </p:nvGraphicFramePr>
        <p:xfrm>
          <a:off x="288353" y="1195200"/>
          <a:ext cx="5723806" cy="54021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4" name="Group 13">
            <a:extLst>
              <a:ext uri="{FF2B5EF4-FFF2-40B4-BE49-F238E27FC236}">
                <a16:creationId xmlns:a16="http://schemas.microsoft.com/office/drawing/2014/main" id="{CF42B4AD-FB1B-B95A-F364-24596BA975E2}"/>
              </a:ext>
            </a:extLst>
          </p:cNvPr>
          <p:cNvGrpSpPr/>
          <p:nvPr/>
        </p:nvGrpSpPr>
        <p:grpSpPr>
          <a:xfrm>
            <a:off x="6340354" y="2060848"/>
            <a:ext cx="2515293" cy="3988749"/>
            <a:chOff x="0" y="177288"/>
            <a:chExt cx="2681582" cy="1407021"/>
          </a:xfrm>
        </p:grpSpPr>
        <p:sp>
          <p:nvSpPr>
            <p:cNvPr id="16" name="Rectangle 15">
              <a:extLst>
                <a:ext uri="{FF2B5EF4-FFF2-40B4-BE49-F238E27FC236}">
                  <a16:creationId xmlns:a16="http://schemas.microsoft.com/office/drawing/2014/main" id="{8E6B4C1C-FB52-DC81-73DD-D1C9962D3FC3}"/>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43C6BF1-2120-95CA-47E7-49FAA3A55F1C}"/>
                </a:ext>
              </a:extLst>
            </p:cNvPr>
            <p:cNvSpPr txBox="1"/>
            <p:nvPr/>
          </p:nvSpPr>
          <p:spPr>
            <a:xfrm>
              <a:off x="1" y="322985"/>
              <a:ext cx="2594121"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b="1" i="0" u="none" strike="noStrike" dirty="0">
                  <a:solidFill>
                    <a:srgbClr val="7030A0"/>
                  </a:solidFill>
                  <a:effectLst/>
                  <a:latin typeface="Times New Roman" panose="02020603050405020304" pitchFamily="18" charset="0"/>
                  <a:cs typeface="Times New Roman" panose="02020603050405020304" pitchFamily="18" charset="0"/>
                </a:rPr>
                <a:t>مناقشة</a:t>
              </a:r>
              <a:r>
                <a:rPr lang="ar-EG" b="1" dirty="0">
                  <a:solidFill>
                    <a:srgbClr val="7030A0"/>
                  </a:solidFill>
                  <a:latin typeface="Times New Roman" panose="02020603050405020304" pitchFamily="18" charset="0"/>
                  <a:cs typeface="Times New Roman" panose="02020603050405020304" pitchFamily="18" charset="0"/>
                </a:rPr>
                <a:t> جماعية: </a:t>
              </a:r>
              <a:r>
                <a:rPr lang="ar-EG" dirty="0">
                  <a:solidFill>
                    <a:srgbClr val="7030A0"/>
                  </a:solidFill>
                  <a:latin typeface="Times New Roman" panose="02020603050405020304" pitchFamily="18" charset="0"/>
                  <a:cs typeface="Times New Roman" panose="02020603050405020304" pitchFamily="18" charset="0"/>
                </a:rPr>
                <a:t>تخيل أنك ترغب في بدء معسكر تدريبي لكرة القدم للأطفال دون سن</a:t>
              </a:r>
              <a:br>
                <a:rPr lang="en-US" dirty="0">
                  <a:solidFill>
                    <a:srgbClr val="7030A0"/>
                  </a:solidFill>
                  <a:latin typeface="Times New Roman" panose="02020603050405020304" pitchFamily="18" charset="0"/>
                  <a:cs typeface="Times New Roman" panose="02020603050405020304" pitchFamily="18" charset="0"/>
                </a:rPr>
              </a:br>
              <a:r>
                <a:rPr lang="ar-EG" dirty="0">
                  <a:solidFill>
                    <a:srgbClr val="7030A0"/>
                  </a:solidFill>
                  <a:latin typeface="Times New Roman" panose="02020603050405020304" pitchFamily="18" charset="0"/>
                  <a:cs typeface="Times New Roman" panose="02020603050405020304" pitchFamily="18" charset="0"/>
                </a:rPr>
                <a:t>11</a:t>
              </a:r>
              <a:r>
                <a:rPr lang="en-US" dirty="0">
                  <a:solidFill>
                    <a:srgbClr val="7030A0"/>
                  </a:solidFill>
                  <a:latin typeface="Times New Roman" panose="02020603050405020304" pitchFamily="18" charset="0"/>
                  <a:cs typeface="Times New Roman" panose="02020603050405020304" pitchFamily="18" charset="0"/>
                </a:rPr>
                <a:t> </a:t>
              </a:r>
              <a:r>
                <a:rPr lang="ar-EG" dirty="0">
                  <a:solidFill>
                    <a:srgbClr val="7030A0"/>
                  </a:solidFill>
                  <a:latin typeface="Times New Roman" panose="02020603050405020304" pitchFamily="18" charset="0"/>
                  <a:cs typeface="Times New Roman" panose="02020603050405020304" pitchFamily="18" charset="0"/>
                </a:rPr>
                <a:t>عامًا في مجتمع محلي.</a:t>
              </a:r>
            </a:p>
            <a:p>
              <a:pPr rtl="1"/>
              <a:endParaRPr lang="ar-EG" dirty="0">
                <a:solidFill>
                  <a:srgbClr val="7030A0"/>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ما المزيج الأفضل من </a:t>
              </a:r>
              <a:br>
                <a:rPr lang="en-US" dirty="0">
                  <a:solidFill>
                    <a:srgbClr val="7030A0"/>
                  </a:solidFill>
                  <a:latin typeface="Times New Roman" panose="02020603050405020304" pitchFamily="18" charset="0"/>
                  <a:cs typeface="Times New Roman" panose="02020603050405020304" pitchFamily="18" charset="0"/>
                </a:rPr>
              </a:br>
              <a:r>
                <a:rPr lang="ar-EG" dirty="0">
                  <a:solidFill>
                    <a:srgbClr val="7030A0"/>
                  </a:solidFill>
                  <a:latin typeface="Times New Roman" panose="02020603050405020304" pitchFamily="18" charset="0"/>
                  <a:cs typeface="Times New Roman" panose="02020603050405020304" pitchFamily="18" charset="0"/>
                </a:rPr>
                <a:t>أنواع البحث لتطبيقه هنا؟</a:t>
              </a:r>
            </a:p>
            <a:p>
              <a:pPr marL="285750" indent="-285750" rtl="1">
                <a:buFont typeface="Arial" panose="020B0604020202020204" pitchFamily="34" charset="0"/>
                <a:buChar char="•"/>
              </a:pPr>
              <a:endParaRPr lang="ar-EG" dirty="0">
                <a:solidFill>
                  <a:srgbClr val="7030A0"/>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وما سبب ذلك؟</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606E9461-E993-5DFA-42D3-7BD4C6A86ED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34666829"/>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7EC29-5C34-FE05-460F-18D93EBBF47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1F82DA3-3BE6-9C74-F527-A3C15BB42B7E}"/>
              </a:ext>
            </a:extLst>
          </p:cNvPr>
          <p:cNvSpPr>
            <a:spLocks noGrp="1"/>
          </p:cNvSpPr>
          <p:nvPr>
            <p:ph type="title"/>
          </p:nvPr>
        </p:nvSpPr>
        <p:spPr>
          <a:xfrm>
            <a:off x="324345" y="1195200"/>
            <a:ext cx="8362454" cy="433600"/>
          </a:xfrm>
        </p:spPr>
        <p:txBody>
          <a:bodyPr rtlCol="1"/>
          <a:lstStyle/>
          <a:p>
            <a:pPr algn="ctr" rtl="1"/>
            <a:r>
              <a:rPr lang="ar-EG" dirty="0">
                <a:latin typeface="Times New Roman" panose="02020603050405020304" pitchFamily="18" charset="0"/>
                <a:cs typeface="Times New Roman" panose="02020603050405020304" pitchFamily="18" charset="0"/>
              </a:rPr>
              <a:t>ج2 تخطيط أبحاث السوق وشرحها</a:t>
            </a:r>
          </a:p>
        </p:txBody>
      </p:sp>
      <p:graphicFrame>
        <p:nvGraphicFramePr>
          <p:cNvPr id="15" name="TextBox 12">
            <a:extLst>
              <a:ext uri="{FF2B5EF4-FFF2-40B4-BE49-F238E27FC236}">
                <a16:creationId xmlns:a16="http://schemas.microsoft.com/office/drawing/2014/main" id="{439C5223-7000-C38D-F087-D5E15645AB3E}"/>
              </a:ext>
            </a:extLst>
          </p:cNvPr>
          <p:cNvGraphicFramePr/>
          <p:nvPr>
            <p:extLst>
              <p:ext uri="{D42A27DB-BD31-4B8C-83A1-F6EECF244321}">
                <p14:modId xmlns:p14="http://schemas.microsoft.com/office/powerpoint/2010/main" val="3708941968"/>
              </p:ext>
            </p:extLst>
          </p:nvPr>
        </p:nvGraphicFramePr>
        <p:xfrm>
          <a:off x="295249" y="1052736"/>
          <a:ext cx="5723806" cy="54021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4" name="Group 13">
            <a:extLst>
              <a:ext uri="{FF2B5EF4-FFF2-40B4-BE49-F238E27FC236}">
                <a16:creationId xmlns:a16="http://schemas.microsoft.com/office/drawing/2014/main" id="{1E4C9524-0A46-B33B-E335-2592507D63B2}"/>
              </a:ext>
            </a:extLst>
          </p:cNvPr>
          <p:cNvGrpSpPr/>
          <p:nvPr/>
        </p:nvGrpSpPr>
        <p:grpSpPr>
          <a:xfrm>
            <a:off x="6287158" y="1721881"/>
            <a:ext cx="2561593" cy="4348789"/>
            <a:chOff x="-49360" y="177288"/>
            <a:chExt cx="2730942" cy="1407021"/>
          </a:xfrm>
        </p:grpSpPr>
        <p:sp>
          <p:nvSpPr>
            <p:cNvPr id="16" name="Rectangle 15">
              <a:extLst>
                <a:ext uri="{FF2B5EF4-FFF2-40B4-BE49-F238E27FC236}">
                  <a16:creationId xmlns:a16="http://schemas.microsoft.com/office/drawing/2014/main" id="{45D7BF3D-4050-83B5-6715-F7BBE7950960}"/>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ACCF559-6D0A-9610-DA90-095F876C6841}"/>
                </a:ext>
              </a:extLst>
            </p:cNvPr>
            <p:cNvSpPr txBox="1"/>
            <p:nvPr/>
          </p:nvSpPr>
          <p:spPr>
            <a:xfrm>
              <a:off x="-49360" y="322985"/>
              <a:ext cx="2681582"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1600" b="1" i="0" u="none" strike="noStrike" dirty="0">
                  <a:solidFill>
                    <a:srgbClr val="7030A0"/>
                  </a:solidFill>
                  <a:effectLst/>
                  <a:latin typeface="Times New Roman" panose="02020603050405020304" pitchFamily="18" charset="0"/>
                  <a:cs typeface="Times New Roman" panose="02020603050405020304" pitchFamily="18" charset="0"/>
                </a:rPr>
                <a:t>مناقشة</a:t>
              </a:r>
              <a:r>
                <a:rPr lang="ar-EG" sz="1600" b="1" dirty="0">
                  <a:solidFill>
                    <a:srgbClr val="7030A0"/>
                  </a:solidFill>
                  <a:latin typeface="Times New Roman" panose="02020603050405020304" pitchFamily="18" charset="0"/>
                  <a:cs typeface="Times New Roman" panose="02020603050405020304" pitchFamily="18" charset="0"/>
                </a:rPr>
                <a:t> جماعية: </a:t>
              </a:r>
              <a:r>
                <a:rPr lang="ar-EG" sz="1600" dirty="0">
                  <a:solidFill>
                    <a:srgbClr val="7030A0"/>
                  </a:solidFill>
                  <a:latin typeface="Times New Roman" panose="02020603050405020304" pitchFamily="18" charset="0"/>
                  <a:cs typeface="Times New Roman" panose="02020603050405020304" pitchFamily="18" charset="0"/>
                </a:rPr>
                <a:t>لديك الآن نتائج بحثك الأولي والثانوي حول معسكر تدريب كرة القدم المقترح للأطفال دون سن 11 عامًا في مجتمع محلي.</a:t>
              </a:r>
            </a:p>
            <a:p>
              <a:pPr rtl="1"/>
              <a:endParaRPr lang="ar-EG" sz="1600" dirty="0">
                <a:solidFill>
                  <a:srgbClr val="7030A0"/>
                </a:solidFill>
                <a:latin typeface="Times New Roman" panose="02020603050405020304" pitchFamily="18" charset="0"/>
                <a:cs typeface="Times New Roman" panose="02020603050405020304" pitchFamily="18" charset="0"/>
              </a:endParaRPr>
            </a:p>
            <a:p>
              <a:pPr rtl="1"/>
              <a:r>
                <a:rPr lang="ar-EG" sz="1600" dirty="0">
                  <a:solidFill>
                    <a:srgbClr val="7030A0"/>
                  </a:solidFill>
                  <a:latin typeface="Times New Roman" panose="02020603050405020304" pitchFamily="18" charset="0"/>
                  <a:cs typeface="Times New Roman" panose="02020603050405020304" pitchFamily="18" charset="0"/>
                </a:rPr>
                <a:t>كيف يمكنك عرض هذه النتائج؟</a:t>
              </a:r>
            </a:p>
            <a:p>
              <a:pPr rtl="1"/>
              <a:endParaRPr lang="ar-EG" sz="1600" dirty="0">
                <a:solidFill>
                  <a:srgbClr val="7030A0"/>
                </a:solidFill>
                <a:latin typeface="Times New Roman" panose="02020603050405020304" pitchFamily="18" charset="0"/>
                <a:cs typeface="Times New Roman" panose="02020603050405020304" pitchFamily="18" charset="0"/>
              </a:endParaRPr>
            </a:p>
            <a:p>
              <a:pPr rtl="1"/>
              <a:r>
                <a:rPr lang="ar-EG" sz="1600" dirty="0">
                  <a:solidFill>
                    <a:srgbClr val="7030A0"/>
                  </a:solidFill>
                  <a:latin typeface="Times New Roman" panose="02020603050405020304" pitchFamily="18" charset="0"/>
                  <a:cs typeface="Times New Roman" panose="02020603050405020304" pitchFamily="18" charset="0"/>
                </a:rPr>
                <a:t>كيف ستستخدم هذه النتائج؟</a:t>
              </a:r>
            </a:p>
          </p:txBody>
        </p:sp>
      </p:grpSp>
      <p:sp>
        <p:nvSpPr>
          <p:cNvPr id="2" name="TextBox 1">
            <a:extLst>
              <a:ext uri="{FF2B5EF4-FFF2-40B4-BE49-F238E27FC236}">
                <a16:creationId xmlns:a16="http://schemas.microsoft.com/office/drawing/2014/main" id="{C4D331D2-B16C-8551-E5CB-6848A33350A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597595156"/>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72EBC8-9664-01E1-6264-A99E991155B0}"/>
              </a:ext>
            </a:extLst>
          </p:cNvPr>
          <p:cNvSpPr txBox="1"/>
          <p:nvPr/>
        </p:nvSpPr>
        <p:spPr>
          <a:xfrm>
            <a:off x="673859" y="1889840"/>
            <a:ext cx="7990716" cy="675064"/>
          </a:xfrm>
          <a:prstGeom prst="rect">
            <a:avLst/>
          </a:prstGeom>
          <a:solidFill>
            <a:schemeClr val="accent1"/>
          </a:solidFill>
        </p:spPr>
        <p:txBody>
          <a:bodyPr wrap="square" rtlCol="1" anchor="t">
            <a:normAutofit lnSpcReduction="10000"/>
          </a:bodyPr>
          <a:lstStyle/>
          <a:p>
            <a:pPr marL="0" indent="0" rtl="1" fontAlgn="ctr">
              <a:spcAft>
                <a:spcPts val="600"/>
              </a:spcAft>
              <a:buNone/>
            </a:pPr>
            <a:r>
              <a:rPr lang="ar-EG" sz="2000" b="1" dirty="0">
                <a:latin typeface="Times New Roman" panose="02020603050405020304" pitchFamily="18" charset="0"/>
                <a:cs typeface="Times New Roman" panose="02020603050405020304" pitchFamily="18" charset="0"/>
              </a:rPr>
              <a:t>تمثل</a:t>
            </a:r>
            <a:r>
              <a:rPr lang="ar-EG" sz="2000" dirty="0">
                <a:latin typeface="Times New Roman" panose="02020603050405020304" pitchFamily="18" charset="0"/>
                <a:cs typeface="Times New Roman" panose="02020603050405020304" pitchFamily="18" charset="0"/>
              </a:rPr>
              <a:t> عناصر المزيج التسويقي الأربعة مجموعة من العوامل التي تؤثر في قرارات المستهلكين </a:t>
            </a:r>
            <a:br>
              <a:rPr lang="en-US" sz="2000" dirty="0">
                <a:latin typeface="Times New Roman" panose="02020603050405020304" pitchFamily="18" charset="0"/>
                <a:cs typeface="Times New Roman" panose="02020603050405020304" pitchFamily="18" charset="0"/>
              </a:rPr>
            </a:br>
            <a:r>
              <a:rPr lang="ar-EG" sz="2000" dirty="0">
                <a:latin typeface="Times New Roman" panose="02020603050405020304" pitchFamily="18" charset="0"/>
                <a:cs typeface="Times New Roman" panose="02020603050405020304" pitchFamily="18" charset="0"/>
              </a:rPr>
              <a:t>عند شراء المنتجات والخدمات.</a:t>
            </a:r>
            <a:endParaRPr lang="ar-EG" sz="2000" dirty="0">
              <a:solidFill>
                <a:srgbClr val="00206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72B1A996-C336-B5A3-99AF-87FE25776F75}"/>
              </a:ext>
            </a:extLst>
          </p:cNvPr>
          <p:cNvSpPr>
            <a:spLocks noChangeArrowheads="1"/>
          </p:cNvSpPr>
          <p:nvPr/>
        </p:nvSpPr>
        <p:spPr bwMode="auto">
          <a:xfrm>
            <a:off x="4572000" y="2682315"/>
            <a:ext cx="4056861" cy="1610782"/>
          </a:xfrm>
          <a:prstGeom prst="rect">
            <a:avLst/>
          </a:prstGeom>
          <a:solidFill>
            <a:schemeClr val="accent6">
              <a:lumMod val="20000"/>
              <a:lumOff val="80000"/>
            </a:schemeClr>
          </a:solidFill>
          <a:ln>
            <a:noFill/>
          </a:ln>
        </p:spPr>
        <p:txBody>
          <a:bodyPr wrap="square" rtlCol="1" anchor="t">
            <a:normAutofit lnSpcReduction="1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defTabSz="431800" rtl="1">
              <a:spcBef>
                <a:spcPts val="1200"/>
              </a:spcBef>
              <a:spcAft>
                <a:spcPts val="600"/>
              </a:spcAft>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المنتج (ومن أمثلته نقاط البيع الفريدة)</a:t>
            </a:r>
          </a:p>
          <a:p>
            <a:pPr marL="457200" indent="-457200" defTabSz="431800" rtl="1">
              <a:spcAft>
                <a:spcPts val="600"/>
              </a:spcAft>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السعر</a:t>
            </a:r>
          </a:p>
          <a:p>
            <a:pPr marL="457200" indent="-457200" defTabSz="431800" rtl="1">
              <a:spcAft>
                <a:spcPts val="600"/>
              </a:spcAft>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المكان</a:t>
            </a:r>
          </a:p>
          <a:p>
            <a:pPr marL="457200" indent="-457200" defTabSz="431800" rtl="1">
              <a:spcAft>
                <a:spcPts val="600"/>
              </a:spcAft>
              <a:buFont typeface="Arial" panose="020B0604020202020204" pitchFamily="34" charset="0"/>
              <a:buChar char="•"/>
            </a:pPr>
            <a:r>
              <a:rPr lang="ar-EG" sz="2000" dirty="0">
                <a:latin typeface="Times New Roman" panose="02020603050405020304" pitchFamily="18" charset="0"/>
                <a:cs typeface="Times New Roman" panose="02020603050405020304" pitchFamily="18" charset="0"/>
              </a:rPr>
              <a:t>الترويج</a:t>
            </a:r>
          </a:p>
          <a:p>
            <a:pPr defTabSz="431800" rtl="1">
              <a:spcAft>
                <a:spcPts val="600"/>
              </a:spcAft>
              <a:buNone/>
            </a:pPr>
            <a:endParaRPr lang="ar-EG" altLang="en-US" sz="2800" dirty="0">
              <a:latin typeface="Times New Roman" panose="02020603050405020304" pitchFamily="18" charset="0"/>
              <a:cs typeface="Times New Roman" panose="02020603050405020304" pitchFamily="18" charset="0"/>
            </a:endParaRPr>
          </a:p>
        </p:txBody>
      </p:sp>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br>
              <a:rPr lang="ar-EG" sz="1800" dirty="0">
                <a:effectLst/>
                <a:latin typeface="Times New Roman" panose="02020603050405020304" pitchFamily="18" charset="0"/>
                <a:cs typeface="Times New Roman" panose="02020603050405020304" pitchFamily="18" charset="0"/>
              </a:rPr>
            </a:br>
            <a:endParaRPr lang="ar-EG" altLang="en-US" sz="1800" b="1" dirty="0">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F20A6054-2AB4-2A66-9122-EF517319D477}"/>
              </a:ext>
            </a:extLst>
          </p:cNvPr>
          <p:cNvGrpSpPr/>
          <p:nvPr/>
        </p:nvGrpSpPr>
        <p:grpSpPr>
          <a:xfrm>
            <a:off x="534855" y="4410508"/>
            <a:ext cx="7976185" cy="2186845"/>
            <a:chOff x="-43036" y="340554"/>
            <a:chExt cx="2607840" cy="1643233"/>
          </a:xfrm>
        </p:grpSpPr>
        <p:sp>
          <p:nvSpPr>
            <p:cNvPr id="14" name="Rectangle 13">
              <a:extLst>
                <a:ext uri="{FF2B5EF4-FFF2-40B4-BE49-F238E27FC236}">
                  <a16:creationId xmlns:a16="http://schemas.microsoft.com/office/drawing/2014/main" id="{8DFBF8C1-436B-D483-6E30-327D36866D81}"/>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BDBE10F-A684-10E2-E457-1552DB08536C}"/>
                </a:ext>
              </a:extLst>
            </p:cNvPr>
            <p:cNvSpPr txBox="1"/>
            <p:nvPr/>
          </p:nvSpPr>
          <p:spPr>
            <a:xfrm>
              <a:off x="-43036" y="340554"/>
              <a:ext cx="2564804" cy="16432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b="1" dirty="0">
                  <a:solidFill>
                    <a:srgbClr val="7030A0"/>
                  </a:solidFill>
                  <a:latin typeface="Times New Roman" panose="02020603050405020304" pitchFamily="18" charset="0"/>
                  <a:cs typeface="Times New Roman" panose="02020603050405020304" pitchFamily="18" charset="0"/>
                </a:rPr>
                <a:t>في مجموعة ناقشوا متجر الرياضة المفضل لديكم:</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ما المنتجات (سواءٌ السلع أوالخدمات) التي يبيعها؟</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ما نوع الأسعار التي يفرضها – هل هو متجر اقتصادي أم فاخر؟</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أين يقع المتجر؟</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ما أسلوب الترويج الذي يستخدمه المتجر لجذب العملاء؟</a:t>
              </a:r>
            </a:p>
          </p:txBody>
        </p:sp>
      </p:grpSp>
      <p:sp>
        <p:nvSpPr>
          <p:cNvPr id="3" name="Title 2">
            <a:extLst>
              <a:ext uri="{FF2B5EF4-FFF2-40B4-BE49-F238E27FC236}">
                <a16:creationId xmlns:a16="http://schemas.microsoft.com/office/drawing/2014/main" id="{758D5849-3C9F-3ABA-05E3-79E7F1155A39}"/>
              </a:ext>
            </a:extLst>
          </p:cNvPr>
          <p:cNvSpPr txBox="1">
            <a:spLocks noChangeArrowheads="1"/>
          </p:cNvSpPr>
          <p:nvPr/>
        </p:nvSpPr>
        <p:spPr bwMode="auto">
          <a:xfrm>
            <a:off x="457200" y="1195200"/>
            <a:ext cx="8229600" cy="64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lnSpc>
                <a:spcPct val="90000"/>
              </a:lnSpc>
            </a:pPr>
            <a:r>
              <a:rPr lang="ar-EG" sz="2400" b="1" kern="0" dirty="0">
                <a:latin typeface="Times New Roman" panose="02020603050405020304" pitchFamily="18" charset="0"/>
                <a:cs typeface="Times New Roman" panose="02020603050405020304" pitchFamily="18" charset="0"/>
              </a:rPr>
              <a:t>ج3 الخطة الترويجية</a:t>
            </a:r>
            <a:endParaRPr lang="ar-EG" altLang="en-US" sz="2400" b="1" kern="0"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5AFAE9F2-5409-5BE7-72EF-749F0E4CE16A}"/>
              </a:ext>
            </a:extLst>
          </p:cNvPr>
          <p:cNvGrpSpPr/>
          <p:nvPr/>
        </p:nvGrpSpPr>
        <p:grpSpPr>
          <a:xfrm>
            <a:off x="846472" y="2729368"/>
            <a:ext cx="3304724" cy="1466764"/>
            <a:chOff x="-34140" y="340554"/>
            <a:chExt cx="2598944" cy="1643233"/>
          </a:xfrm>
        </p:grpSpPr>
        <p:sp>
          <p:nvSpPr>
            <p:cNvPr id="6" name="Rectangle 5">
              <a:extLst>
                <a:ext uri="{FF2B5EF4-FFF2-40B4-BE49-F238E27FC236}">
                  <a16:creationId xmlns:a16="http://schemas.microsoft.com/office/drawing/2014/main" id="{5DA28333-6227-A4FF-E896-E92D3F7E180B}"/>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05B866-B091-B59C-AE9A-A651207CE8D7}"/>
                </a:ext>
              </a:extLst>
            </p:cNvPr>
            <p:cNvSpPr txBox="1"/>
            <p:nvPr/>
          </p:nvSpPr>
          <p:spPr>
            <a:xfrm>
              <a:off x="-34140" y="340554"/>
              <a:ext cx="2564804" cy="16432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b="1" dirty="0">
                  <a:solidFill>
                    <a:srgbClr val="7030A0"/>
                  </a:solidFill>
                  <a:latin typeface="Times New Roman" panose="02020603050405020304" pitchFamily="18" charset="0"/>
                  <a:cs typeface="Times New Roman" panose="02020603050405020304" pitchFamily="18" charset="0"/>
                </a:rPr>
                <a:t>نصائح مهمة:</a:t>
              </a:r>
            </a:p>
            <a:p>
              <a:pPr rtl="1"/>
              <a:r>
                <a:rPr lang="ar-EG" dirty="0">
                  <a:solidFill>
                    <a:srgbClr val="7030A0"/>
                  </a:solidFill>
                  <a:latin typeface="Times New Roman" panose="02020603050405020304" pitchFamily="18" charset="0"/>
                  <a:cs typeface="Times New Roman" panose="02020603050405020304" pitchFamily="18" charset="0"/>
                </a:rPr>
                <a:t>راجع مجددًا عناصر المزيج التسويقي الأربعة الواردة في نتاج التعلم د.</a:t>
              </a:r>
            </a:p>
          </p:txBody>
        </p:sp>
      </p:grpSp>
      <p:sp>
        <p:nvSpPr>
          <p:cNvPr id="8" name="TextBox 7">
            <a:extLst>
              <a:ext uri="{FF2B5EF4-FFF2-40B4-BE49-F238E27FC236}">
                <a16:creationId xmlns:a16="http://schemas.microsoft.com/office/drawing/2014/main" id="{F8E90531-3445-B479-DB6F-7BC60CE48C7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38361837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457200" y="1195200"/>
            <a:ext cx="8229600" cy="6496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EG" sz="2400" b="1" dirty="0">
                <a:latin typeface="Times New Roman" panose="02020603050405020304" pitchFamily="18" charset="0"/>
                <a:cs typeface="Times New Roman" panose="02020603050405020304" pitchFamily="18" charset="0"/>
              </a:rPr>
              <a:t>ج3 الخطة الترويجية</a:t>
            </a:r>
            <a:endParaRPr lang="ar-EG" altLang="en-US" sz="2400" b="1" dirty="0">
              <a:latin typeface="Times New Roman" panose="02020603050405020304" pitchFamily="18" charset="0"/>
              <a:cs typeface="Times New Roman" panose="02020603050405020304" pitchFamily="18" charset="0"/>
            </a:endParaRPr>
          </a:p>
        </p:txBody>
      </p:sp>
      <p:graphicFrame>
        <p:nvGraphicFramePr>
          <p:cNvPr id="30724" name="TextBox 4">
            <a:extLst>
              <a:ext uri="{FF2B5EF4-FFF2-40B4-BE49-F238E27FC236}">
                <a16:creationId xmlns:a16="http://schemas.microsoft.com/office/drawing/2014/main" id="{19BC55B4-3275-915B-F89D-05F82F3C41B3}"/>
              </a:ext>
            </a:extLst>
          </p:cNvPr>
          <p:cNvGraphicFramePr/>
          <p:nvPr>
            <p:extLst>
              <p:ext uri="{D42A27DB-BD31-4B8C-83A1-F6EECF244321}">
                <p14:modId xmlns:p14="http://schemas.microsoft.com/office/powerpoint/2010/main" val="331482943"/>
              </p:ext>
            </p:extLst>
          </p:nvPr>
        </p:nvGraphicFramePr>
        <p:xfrm>
          <a:off x="447452" y="1520012"/>
          <a:ext cx="8207375" cy="4041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2" name="Group 1">
            <a:extLst>
              <a:ext uri="{FF2B5EF4-FFF2-40B4-BE49-F238E27FC236}">
                <a16:creationId xmlns:a16="http://schemas.microsoft.com/office/drawing/2014/main" id="{427DB2CF-72AF-7F1B-36FB-0D3A507B757F}"/>
              </a:ext>
            </a:extLst>
          </p:cNvPr>
          <p:cNvGrpSpPr/>
          <p:nvPr/>
        </p:nvGrpSpPr>
        <p:grpSpPr>
          <a:xfrm>
            <a:off x="1163794" y="5322534"/>
            <a:ext cx="6577918" cy="1464756"/>
            <a:chOff x="-38555" y="177288"/>
            <a:chExt cx="2720137" cy="1447836"/>
          </a:xfrm>
        </p:grpSpPr>
        <p:sp>
          <p:nvSpPr>
            <p:cNvPr id="3" name="Rectangle 2">
              <a:extLst>
                <a:ext uri="{FF2B5EF4-FFF2-40B4-BE49-F238E27FC236}">
                  <a16:creationId xmlns:a16="http://schemas.microsoft.com/office/drawing/2014/main" id="{66DF5F00-5BAF-6CBA-EDC9-007E64F5813B}"/>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556364-ABB7-6FF1-1772-595A6D799FA0}"/>
                </a:ext>
              </a:extLst>
            </p:cNvPr>
            <p:cNvSpPr txBox="1"/>
            <p:nvPr/>
          </p:nvSpPr>
          <p:spPr>
            <a:xfrm>
              <a:off x="-38555" y="468682"/>
              <a:ext cx="2681582"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lnSpc>
                  <a:spcPct val="130000"/>
                </a:lnSpc>
              </a:pPr>
              <a:r>
                <a:rPr lang="ar-EG" b="1" dirty="0">
                  <a:solidFill>
                    <a:srgbClr val="7030A0"/>
                  </a:solidFill>
                  <a:latin typeface="Times New Roman" panose="02020603050405020304" pitchFamily="18" charset="0"/>
                  <a:cs typeface="Times New Roman" panose="02020603050405020304" pitchFamily="18" charset="0"/>
                </a:rPr>
                <a:t>مناقشة في</a:t>
              </a:r>
              <a:r>
                <a:rPr lang="ar-EG" b="1" i="0" u="none" strike="noStrike" dirty="0">
                  <a:solidFill>
                    <a:srgbClr val="7030A0"/>
                  </a:solidFill>
                  <a:effectLst/>
                  <a:latin typeface="Times New Roman" panose="02020603050405020304" pitchFamily="18" charset="0"/>
                  <a:cs typeface="Times New Roman" panose="02020603050405020304" pitchFamily="18" charset="0"/>
                </a:rPr>
                <a:t> مجموعات صغيرة</a:t>
              </a:r>
              <a:r>
                <a:rPr lang="ar-EG" i="0" u="none" strike="noStrike" dirty="0">
                  <a:solidFill>
                    <a:srgbClr val="7030A0"/>
                  </a:solidFill>
                  <a:effectLst/>
                  <a:latin typeface="Times New Roman" panose="02020603050405020304" pitchFamily="18" charset="0"/>
                  <a:cs typeface="Times New Roman" panose="02020603050405020304" pitchFamily="18" charset="0"/>
                </a:rPr>
                <a:t>: </a:t>
              </a:r>
              <a:r>
                <a:rPr lang="ar-EG" dirty="0">
                  <a:solidFill>
                    <a:srgbClr val="7030A0"/>
                  </a:solidFill>
                  <a:latin typeface="Times New Roman" panose="02020603050405020304" pitchFamily="18" charset="0"/>
                  <a:cs typeface="Times New Roman" panose="02020603050405020304" pitchFamily="18" charset="0"/>
                </a:rPr>
                <a:t>أنت بصدد شراء قطعة جديدة من معدات الرياضة. </a:t>
              </a:r>
              <a:br>
                <a:rPr lang="en-US" dirty="0">
                  <a:solidFill>
                    <a:srgbClr val="7030A0"/>
                  </a:solidFill>
                  <a:latin typeface="Times New Roman" panose="02020603050405020304" pitchFamily="18" charset="0"/>
                  <a:cs typeface="Times New Roman" panose="02020603050405020304" pitchFamily="18" charset="0"/>
                </a:rPr>
              </a:br>
              <a:r>
                <a:rPr lang="ar-EG" dirty="0">
                  <a:solidFill>
                    <a:srgbClr val="7030A0"/>
                  </a:solidFill>
                  <a:latin typeface="Times New Roman" panose="02020603050405020304" pitchFamily="18" charset="0"/>
                  <a:cs typeface="Times New Roman" panose="02020603050405020304" pitchFamily="18" charset="0"/>
                </a:rPr>
                <a:t>ما الميزات والفوائد التي تبحث عنها؟ هل يجب أن تتسم بنقطة بيع فريدة؟</a:t>
              </a:r>
            </a:p>
            <a:p>
              <a:pPr marL="285750" indent="-285750" rtl="1">
                <a:lnSpc>
                  <a:spcPct val="130000"/>
                </a:lnSpc>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5" name="TextBox 4">
            <a:extLst>
              <a:ext uri="{FF2B5EF4-FFF2-40B4-BE49-F238E27FC236}">
                <a16:creationId xmlns:a16="http://schemas.microsoft.com/office/drawing/2014/main" id="{9FF4B0DB-C01F-8B7F-59E4-830E291F85D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4161251821"/>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2555776" y="1138298"/>
            <a:ext cx="6131024" cy="54718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 sz="1800" b="1" dirty="0"/>
              <a:t>ج3 الخطة الترويجية</a:t>
            </a:r>
            <a:endParaRPr lang="en-GB" altLang="en-US" sz="1800" b="1" dirty="0">
              <a:latin typeface="Arial"/>
              <a:cs typeface="Arial"/>
            </a:endParaRPr>
          </a:p>
        </p:txBody>
      </p:sp>
      <p:grpSp>
        <p:nvGrpSpPr>
          <p:cNvPr id="2" name="Group 1">
            <a:extLst>
              <a:ext uri="{FF2B5EF4-FFF2-40B4-BE49-F238E27FC236}">
                <a16:creationId xmlns:a16="http://schemas.microsoft.com/office/drawing/2014/main" id="{B0254F80-D92D-DE9D-17E5-336B59755AD0}"/>
              </a:ext>
            </a:extLst>
          </p:cNvPr>
          <p:cNvGrpSpPr/>
          <p:nvPr/>
        </p:nvGrpSpPr>
        <p:grpSpPr>
          <a:xfrm>
            <a:off x="20282" y="5373216"/>
            <a:ext cx="6624218" cy="1464756"/>
            <a:chOff x="-57701" y="177288"/>
            <a:chExt cx="2739283" cy="1447836"/>
          </a:xfrm>
        </p:grpSpPr>
        <p:sp>
          <p:nvSpPr>
            <p:cNvPr id="3" name="Rectangle 2">
              <a:extLst>
                <a:ext uri="{FF2B5EF4-FFF2-40B4-BE49-F238E27FC236}">
                  <a16:creationId xmlns:a16="http://schemas.microsoft.com/office/drawing/2014/main" id="{36CCDAB2-0BCD-4ED5-4E1F-AE6C2E4C079E}"/>
                </a:ext>
              </a:extLst>
            </p:cNvPr>
            <p:cNvSpPr/>
            <p:nvPr/>
          </p:nvSpPr>
          <p:spPr>
            <a:xfrm>
              <a:off x="0" y="177288"/>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a:p>
          </p:txBody>
        </p:sp>
        <p:sp>
          <p:nvSpPr>
            <p:cNvPr id="4" name="TextBox 3">
              <a:extLst>
                <a:ext uri="{FF2B5EF4-FFF2-40B4-BE49-F238E27FC236}">
                  <a16:creationId xmlns:a16="http://schemas.microsoft.com/office/drawing/2014/main" id="{540B4809-49CD-3B98-442E-E775C17C12FD}"/>
                </a:ext>
              </a:extLst>
            </p:cNvPr>
            <p:cNvSpPr txBox="1"/>
            <p:nvPr/>
          </p:nvSpPr>
          <p:spPr>
            <a:xfrm>
              <a:off x="-57701" y="468682"/>
              <a:ext cx="2681582"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Times New Roman" panose="02020603050405020304" pitchFamily="18" charset="0"/>
                  <a:cs typeface="Times New Roman" panose="02020603050405020304" pitchFamily="18" charset="0"/>
                </a:rPr>
                <a:t>مناقشة</a:t>
              </a:r>
              <a:r>
                <a:rPr lang="ar" b="1" i="0" u="none" strike="noStrike" dirty="0">
                  <a:solidFill>
                    <a:srgbClr val="7030A0"/>
                  </a:solidFill>
                  <a:effectLst/>
                  <a:latin typeface="Times New Roman" panose="02020603050405020304" pitchFamily="18" charset="0"/>
                  <a:cs typeface="Times New Roman" panose="02020603050405020304" pitchFamily="18" charset="0"/>
                </a:rPr>
                <a:t> جماعية</a:t>
              </a:r>
              <a:r>
                <a:rPr lang="ar" i="0" u="none" strike="noStrike" dirty="0">
                  <a:solidFill>
                    <a:srgbClr val="7030A0"/>
                  </a:solidFill>
                  <a:effectLst/>
                  <a:latin typeface="Times New Roman" panose="02020603050405020304" pitchFamily="18" charset="0"/>
                  <a:cs typeface="Times New Roman" panose="02020603050405020304" pitchFamily="18" charset="0"/>
                </a:rPr>
                <a:t>: </a:t>
              </a:r>
              <a:r>
                <a:rPr lang="ar" dirty="0">
                  <a:solidFill>
                    <a:srgbClr val="7030A0"/>
                  </a:solidFill>
                  <a:latin typeface="Times New Roman" panose="02020603050405020304" pitchFamily="18" charset="0"/>
                  <a:cs typeface="Times New Roman" panose="02020603050405020304" pitchFamily="18" charset="0"/>
                </a:rPr>
                <a:t>تفرض بعض المؤسسات أسعارًا أعلى على خدماتها في العطلات المدرسية. فهل هذا أمرًا عادلًا؟ ولماذا أو لما لا؟</a:t>
              </a:r>
            </a:p>
            <a:p>
              <a:pPr marL="285750" indent="-285750" rtl="1">
                <a:buFont typeface="Arial" panose="020B0604020202020204" pitchFamily="34" charset="0"/>
                <a:buChar char="•"/>
              </a:pPr>
              <a:endParaRPr lang="en-US" sz="1400" dirty="0">
                <a:solidFill>
                  <a:srgbClr val="7030A0"/>
                </a:solidFill>
                <a:latin typeface="Times New Roman" panose="02020603050405020304" pitchFamily="18" charset="0"/>
                <a:cs typeface="Times New Roman" panose="02020603050405020304" pitchFamily="18" charset="0"/>
              </a:endParaRPr>
            </a:p>
          </p:txBody>
        </p:sp>
      </p:grpSp>
      <p:graphicFrame>
        <p:nvGraphicFramePr>
          <p:cNvPr id="5" name="Table Placeholder 4">
            <a:extLst>
              <a:ext uri="{FF2B5EF4-FFF2-40B4-BE49-F238E27FC236}">
                <a16:creationId xmlns:a16="http://schemas.microsoft.com/office/drawing/2014/main" id="{B617409A-5BAA-42B4-9B6E-55D097706C59}"/>
              </a:ext>
            </a:extLst>
          </p:cNvPr>
          <p:cNvGraphicFramePr>
            <a:graphicFrameLocks noGrp="1"/>
          </p:cNvGraphicFramePr>
          <p:nvPr>
            <p:ph type="tbl" idx="1"/>
            <p:extLst>
              <p:ext uri="{D42A27DB-BD31-4B8C-83A1-F6EECF244321}">
                <p14:modId xmlns:p14="http://schemas.microsoft.com/office/powerpoint/2010/main" val="3182968941"/>
              </p:ext>
            </p:extLst>
          </p:nvPr>
        </p:nvGraphicFramePr>
        <p:xfrm>
          <a:off x="-448919" y="1787922"/>
          <a:ext cx="7631311" cy="3897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C218F58E-21BA-567F-0BBB-6A947C181E14}"/>
              </a:ext>
            </a:extLst>
          </p:cNvPr>
          <p:cNvSpPr txBox="1"/>
          <p:nvPr/>
        </p:nvSpPr>
        <p:spPr>
          <a:xfrm>
            <a:off x="6701739" y="1338930"/>
            <a:ext cx="2376264" cy="5096267"/>
          </a:xfrm>
          <a:prstGeom prst="rect">
            <a:avLst/>
          </a:prstGeom>
          <a:noFill/>
        </p:spPr>
        <p:txBody>
          <a:bodyPr wrap="square" rtlCol="1">
            <a:spAutoFit/>
          </a:bodyPr>
          <a:lstStyle/>
          <a:p>
            <a:pPr marL="0" marR="0" lvl="0" indent="0" defTabSz="914400" rtl="1" eaLnBrk="1" fontAlgn="auto" latinLnBrk="0" hangingPunct="1">
              <a:lnSpc>
                <a:spcPct val="130000"/>
              </a:lnSpc>
              <a:spcBef>
                <a:spcPts val="0"/>
              </a:spcBef>
              <a:spcAft>
                <a:spcPts val="0"/>
              </a:spcAft>
              <a:buClrTx/>
              <a:buSzTx/>
              <a:buFontTx/>
              <a:buNone/>
              <a:tabLst/>
              <a:defRPr/>
            </a:pPr>
            <a:r>
              <a:rPr lang="ar" sz="1800" b="1" dirty="0">
                <a:solidFill>
                  <a:schemeClr val="tx1"/>
                </a:solidFill>
              </a:rPr>
              <a:t>السعر</a:t>
            </a:r>
            <a:br>
              <a:rPr lang="en-GB" sz="1800" dirty="0">
                <a:solidFill>
                  <a:schemeClr val="tx1"/>
                </a:solidFill>
              </a:rPr>
            </a:br>
            <a:r>
              <a:rPr lang="ar" sz="1800" dirty="0">
                <a:solidFill>
                  <a:schemeClr val="tx1"/>
                </a:solidFill>
                <a:latin typeface="Arial" panose="020B0604020202020204" pitchFamily="34" charset="0"/>
                <a:cs typeface="Arial" panose="020B0604020202020204" pitchFamily="34" charset="0"/>
              </a:rPr>
              <a:t>يمكن أن تستخدم مؤسسات الرياضة والنشاط الترفيهي التفاعلي عدة إستراتيجيات لتسعير سلعها وخدماتها. </a:t>
            </a:r>
          </a:p>
          <a:p>
            <a:pPr marL="0" marR="0" lvl="0" indent="0" defTabSz="914400" rtl="1" eaLnBrk="1" fontAlgn="auto" latinLnBrk="0" hangingPunct="1">
              <a:lnSpc>
                <a:spcPct val="130000"/>
              </a:lnSpc>
              <a:spcBef>
                <a:spcPts val="0"/>
              </a:spcBef>
              <a:spcAft>
                <a:spcPts val="0"/>
              </a:spcAft>
              <a:buClrTx/>
              <a:buSzTx/>
              <a:buFontTx/>
              <a:buNone/>
              <a:tabLst/>
              <a:defRPr/>
            </a:pPr>
            <a:endParaRPr lang="en-GB" sz="1800" dirty="0">
              <a:solidFill>
                <a:schemeClr val="tx1"/>
              </a:solidFill>
            </a:endParaRPr>
          </a:p>
          <a:p>
            <a:pPr marL="0" marR="0" lvl="0" indent="0" defTabSz="914400" rtl="1" eaLnBrk="1" fontAlgn="auto" latinLnBrk="0" hangingPunct="1">
              <a:lnSpc>
                <a:spcPct val="130000"/>
              </a:lnSpc>
              <a:spcBef>
                <a:spcPts val="0"/>
              </a:spcBef>
              <a:spcAft>
                <a:spcPts val="0"/>
              </a:spcAft>
              <a:buClrTx/>
              <a:buSzTx/>
              <a:buFontTx/>
              <a:buNone/>
              <a:tabLst/>
              <a:defRPr/>
            </a:pPr>
            <a:r>
              <a:rPr lang="ar" sz="1800" b="0" i="0" u="none" dirty="0">
                <a:solidFill>
                  <a:schemeClr val="tx1"/>
                </a:solidFill>
                <a:latin typeface="Arial" panose="020B0604020202020204" pitchFamily="34" charset="0"/>
                <a:cs typeface="Arial" panose="020B0604020202020204" pitchFamily="34" charset="0"/>
              </a:rPr>
              <a:t>ومن المهم جدًا تسعير المنتجات والخدمات تسعيرًا مناسبًا، فإذا كان السعر منخفضًا جدًا، فقد يشكّك العملاء في الجودة، وإذا كان السعر مرتفعًا جدًا، فقد لا يشعر العملاء بأن المشروع يقدم قيمة مقابل المال.</a:t>
            </a:r>
            <a:endParaRPr lang="en-GB" dirty="0"/>
          </a:p>
        </p:txBody>
      </p:sp>
      <p:sp>
        <p:nvSpPr>
          <p:cNvPr id="6" name="TextBox 5">
            <a:extLst>
              <a:ext uri="{FF2B5EF4-FFF2-40B4-BE49-F238E27FC236}">
                <a16:creationId xmlns:a16="http://schemas.microsoft.com/office/drawing/2014/main" id="{536360B3-79FF-F8D0-E848-A91E7F935D5C}"/>
              </a:ext>
            </a:extLst>
          </p:cNvPr>
          <p:cNvSpPr txBox="1"/>
          <p:nvPr/>
        </p:nvSpPr>
        <p:spPr>
          <a:xfrm>
            <a:off x="8065808" y="6607140"/>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500078156"/>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434975" y="1069206"/>
            <a:ext cx="8229600" cy="43121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EG" sz="1800" b="1" dirty="0">
                <a:latin typeface="Times New Roman" panose="02020603050405020304" pitchFamily="18" charset="0"/>
                <a:cs typeface="Times New Roman" panose="02020603050405020304" pitchFamily="18" charset="0"/>
              </a:rPr>
              <a:t>ج3 الخطة الترويجية</a:t>
            </a:r>
            <a:endParaRPr lang="ar-EG" altLang="en-US" sz="1800" b="1" dirty="0">
              <a:latin typeface="Times New Roman" panose="02020603050405020304" pitchFamily="18" charset="0"/>
              <a:cs typeface="Times New Roman" panose="02020603050405020304" pitchFamily="18" charset="0"/>
            </a:endParaRPr>
          </a:p>
        </p:txBody>
      </p:sp>
      <p:graphicFrame>
        <p:nvGraphicFramePr>
          <p:cNvPr id="30724" name="TextBox 4">
            <a:extLst>
              <a:ext uri="{FF2B5EF4-FFF2-40B4-BE49-F238E27FC236}">
                <a16:creationId xmlns:a16="http://schemas.microsoft.com/office/drawing/2014/main" id="{19BC55B4-3275-915B-F89D-05F82F3C41B3}"/>
              </a:ext>
            </a:extLst>
          </p:cNvPr>
          <p:cNvGraphicFramePr/>
          <p:nvPr>
            <p:extLst>
              <p:ext uri="{D42A27DB-BD31-4B8C-83A1-F6EECF244321}">
                <p14:modId xmlns:p14="http://schemas.microsoft.com/office/powerpoint/2010/main" val="1058102490"/>
              </p:ext>
            </p:extLst>
          </p:nvPr>
        </p:nvGraphicFramePr>
        <p:xfrm>
          <a:off x="512489" y="1316266"/>
          <a:ext cx="8207375" cy="40413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8" name="Group 7">
            <a:extLst>
              <a:ext uri="{FF2B5EF4-FFF2-40B4-BE49-F238E27FC236}">
                <a16:creationId xmlns:a16="http://schemas.microsoft.com/office/drawing/2014/main" id="{8F0B8F5D-8F4F-F046-767C-D8DF04EFDAC0}"/>
              </a:ext>
            </a:extLst>
          </p:cNvPr>
          <p:cNvGrpSpPr/>
          <p:nvPr/>
        </p:nvGrpSpPr>
        <p:grpSpPr>
          <a:xfrm>
            <a:off x="867311" y="5357578"/>
            <a:ext cx="7081150" cy="1315926"/>
            <a:chOff x="-127047" y="177287"/>
            <a:chExt cx="2808629" cy="1566562"/>
          </a:xfrm>
        </p:grpSpPr>
        <p:sp>
          <p:nvSpPr>
            <p:cNvPr id="9" name="Rectangle 8">
              <a:extLst>
                <a:ext uri="{FF2B5EF4-FFF2-40B4-BE49-F238E27FC236}">
                  <a16:creationId xmlns:a16="http://schemas.microsoft.com/office/drawing/2014/main" id="{CAA38368-D10A-69CC-E7BF-574EDF95EA82}"/>
                </a:ext>
              </a:extLst>
            </p:cNvPr>
            <p:cNvSpPr/>
            <p:nvPr/>
          </p:nvSpPr>
          <p:spPr>
            <a:xfrm>
              <a:off x="0" y="177287"/>
              <a:ext cx="2681582" cy="156656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9F63490-5AB1-22C8-2C54-0678D00024DD}"/>
                </a:ext>
              </a:extLst>
            </p:cNvPr>
            <p:cNvSpPr txBox="1"/>
            <p:nvPr/>
          </p:nvSpPr>
          <p:spPr>
            <a:xfrm>
              <a:off x="-127047" y="468683"/>
              <a:ext cx="2756148" cy="12751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1600" b="1" dirty="0">
                  <a:solidFill>
                    <a:srgbClr val="7030A0"/>
                  </a:solidFill>
                  <a:latin typeface="Times New Roman" panose="02020603050405020304" pitchFamily="18" charset="0"/>
                  <a:cs typeface="Times New Roman" panose="02020603050405020304" pitchFamily="18" charset="0"/>
                </a:rPr>
                <a:t>مناقشة في مجموعات صغيرة: </a:t>
              </a:r>
              <a:r>
                <a:rPr lang="ar-EG" sz="1600" dirty="0">
                  <a:solidFill>
                    <a:srgbClr val="7030A0"/>
                  </a:solidFill>
                  <a:latin typeface="Times New Roman" panose="02020603050405020304" pitchFamily="18" charset="0"/>
                  <a:cs typeface="Times New Roman" panose="02020603050405020304" pitchFamily="18" charset="0"/>
                </a:rPr>
                <a:t>إذا أردت أن تتمرن مع مدرب شخصي. </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فهل تفضل التمرين في صالة الألعاب الرياضية أم عبر الإنترنت؟</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وما سبب ذلك؟</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6A276328-F3BD-EAB3-9BF6-64C47E3602E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60694580"/>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457199" y="1148900"/>
            <a:ext cx="8229600" cy="32481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EG" sz="1800" b="1" dirty="0">
                <a:latin typeface="Times New Roman" panose="02020603050405020304" pitchFamily="18" charset="0"/>
                <a:cs typeface="Times New Roman" panose="02020603050405020304" pitchFamily="18" charset="0"/>
              </a:rPr>
              <a:t>ج3 الخطة الترويجية</a:t>
            </a:r>
            <a:endParaRPr lang="ar-EG" altLang="en-US" sz="1800" b="1" dirty="0">
              <a:latin typeface="Times New Roman" panose="02020603050405020304" pitchFamily="18" charset="0"/>
              <a:cs typeface="Times New Roman" panose="02020603050405020304" pitchFamily="18" charset="0"/>
            </a:endParaRPr>
          </a:p>
        </p:txBody>
      </p:sp>
      <p:graphicFrame>
        <p:nvGraphicFramePr>
          <p:cNvPr id="30724" name="TextBox 4">
            <a:extLst>
              <a:ext uri="{FF2B5EF4-FFF2-40B4-BE49-F238E27FC236}">
                <a16:creationId xmlns:a16="http://schemas.microsoft.com/office/drawing/2014/main" id="{19BC55B4-3275-915B-F89D-05F82F3C41B3}"/>
              </a:ext>
            </a:extLst>
          </p:cNvPr>
          <p:cNvGraphicFramePr/>
          <p:nvPr>
            <p:extLst>
              <p:ext uri="{D42A27DB-BD31-4B8C-83A1-F6EECF244321}">
                <p14:modId xmlns:p14="http://schemas.microsoft.com/office/powerpoint/2010/main" val="3586653227"/>
              </p:ext>
            </p:extLst>
          </p:nvPr>
        </p:nvGraphicFramePr>
        <p:xfrm>
          <a:off x="500228" y="1520012"/>
          <a:ext cx="8207375" cy="34054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4" name="Group 3">
            <a:extLst>
              <a:ext uri="{FF2B5EF4-FFF2-40B4-BE49-F238E27FC236}">
                <a16:creationId xmlns:a16="http://schemas.microsoft.com/office/drawing/2014/main" id="{8003C1C6-2B4C-B83A-EA52-0F8748FF26F0}"/>
              </a:ext>
            </a:extLst>
          </p:cNvPr>
          <p:cNvGrpSpPr/>
          <p:nvPr/>
        </p:nvGrpSpPr>
        <p:grpSpPr>
          <a:xfrm>
            <a:off x="500228" y="5004836"/>
            <a:ext cx="8192970" cy="1664523"/>
            <a:chOff x="0" y="177287"/>
            <a:chExt cx="2681582" cy="1566562"/>
          </a:xfrm>
        </p:grpSpPr>
        <p:sp>
          <p:nvSpPr>
            <p:cNvPr id="5" name="Rectangle 4">
              <a:extLst>
                <a:ext uri="{FF2B5EF4-FFF2-40B4-BE49-F238E27FC236}">
                  <a16:creationId xmlns:a16="http://schemas.microsoft.com/office/drawing/2014/main" id="{95D03C01-66A4-F9CA-1ACD-1557C465A881}"/>
                </a:ext>
              </a:extLst>
            </p:cNvPr>
            <p:cNvSpPr/>
            <p:nvPr/>
          </p:nvSpPr>
          <p:spPr>
            <a:xfrm>
              <a:off x="0" y="177287"/>
              <a:ext cx="2681582" cy="156656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C232E4D-1F83-26FC-76E8-8EADC4EAAAFD}"/>
                </a:ext>
              </a:extLst>
            </p:cNvPr>
            <p:cNvSpPr txBox="1"/>
            <p:nvPr/>
          </p:nvSpPr>
          <p:spPr>
            <a:xfrm>
              <a:off x="42816" y="468683"/>
              <a:ext cx="2591169" cy="12751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marL="66675" marR="66675" rtl="1"/>
              <a:r>
                <a:rPr lang="ar-EG" sz="1600" b="1" dirty="0">
                  <a:solidFill>
                    <a:srgbClr val="000000"/>
                  </a:solidFill>
                  <a:latin typeface="Times New Roman" panose="02020603050405020304" pitchFamily="18" charset="0"/>
                  <a:cs typeface="Times New Roman" panose="02020603050405020304" pitchFamily="18" charset="0"/>
                </a:rPr>
                <a:t>نشاط بحثي: الترويج لممارسة الرياضة في العقبة </a:t>
              </a:r>
            </a:p>
            <a:p>
              <a:pPr marL="66675" marR="66675" rtl="1"/>
              <a:r>
                <a:rPr lang="ar-EG" sz="1600" dirty="0">
                  <a:solidFill>
                    <a:srgbClr val="000000"/>
                  </a:solidFill>
                  <a:latin typeface="Times New Roman" panose="02020603050405020304" pitchFamily="18" charset="0"/>
                  <a:cs typeface="Times New Roman" panose="02020603050405020304" pitchFamily="18" charset="0"/>
                </a:rPr>
                <a:t>أجرِ بحثًا وناقش كيف تعمل شركة واحة أيلة للتطوير والاتحاد الملكي الأردني للرياضات البحرية معًا لتعزيز </a:t>
              </a:r>
              <a:br>
                <a:rPr lang="en-US" sz="1600" dirty="0">
                  <a:solidFill>
                    <a:srgbClr val="000000"/>
                  </a:solidFill>
                  <a:latin typeface="Times New Roman" panose="02020603050405020304" pitchFamily="18" charset="0"/>
                  <a:cs typeface="Times New Roman" panose="02020603050405020304" pitchFamily="18" charset="0"/>
                </a:rPr>
              </a:br>
              <a:r>
                <a:rPr lang="ar-EG" sz="1600" dirty="0">
                  <a:solidFill>
                    <a:srgbClr val="000000"/>
                  </a:solidFill>
                  <a:latin typeface="Times New Roman" panose="02020603050405020304" pitchFamily="18" charset="0"/>
                  <a:cs typeface="Times New Roman" panose="02020603050405020304" pitchFamily="18" charset="0"/>
                </a:rPr>
                <a:t>الرياضات البحرية. </a:t>
              </a:r>
            </a:p>
            <a:p>
              <a:pPr marL="352425" marR="66675" indent="-285750" rtl="1">
                <a:buFont typeface="Arial" panose="020B0604020202020204" pitchFamily="34" charset="0"/>
                <a:buChar char="•"/>
              </a:pPr>
              <a:r>
                <a:rPr lang="ar-EG" sz="1600" dirty="0">
                  <a:solidFill>
                    <a:srgbClr val="000000"/>
                  </a:solidFill>
                  <a:latin typeface="Times New Roman" panose="02020603050405020304" pitchFamily="18" charset="0"/>
                  <a:cs typeface="Times New Roman" panose="02020603050405020304" pitchFamily="18" charset="0"/>
                </a:rPr>
                <a:t>كيف يعملون معًا؟ ولما يعملون معًا؟</a:t>
              </a:r>
            </a:p>
            <a:p>
              <a:pPr marL="352425" marR="66675" indent="-285750" rtl="1">
                <a:buFont typeface="Arial" panose="020B0604020202020204" pitchFamily="34" charset="0"/>
                <a:buChar char="•"/>
              </a:pPr>
              <a:r>
                <a:rPr lang="ar-EG" sz="1600" dirty="0">
                  <a:solidFill>
                    <a:srgbClr val="000000"/>
                  </a:solidFill>
                  <a:latin typeface="Times New Roman" panose="02020603050405020304" pitchFamily="18" charset="0"/>
                  <a:cs typeface="Times New Roman" panose="02020603050405020304" pitchFamily="18" charset="0"/>
                </a:rPr>
                <a:t>وكيف سيروجون لهذا التكامل بين قطاعي السياحة والرياضة؟ </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6312EF7E-3E3D-E1A8-8560-D61BE2E2165F}"/>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737726914"/>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2000" b="1" dirty="0">
                <a:effectLst/>
                <a:latin typeface="Times New Roman" panose="02020603050405020304" pitchFamily="18" charset="0"/>
                <a:cs typeface="Times New Roman" panose="02020603050405020304" pitchFamily="18" charset="0"/>
              </a:rPr>
              <a:t>ج3 </a:t>
            </a:r>
            <a:r>
              <a:rPr lang="ar-EG" sz="2000" b="1" dirty="0">
                <a:latin typeface="Times New Roman" panose="02020603050405020304" pitchFamily="18" charset="0"/>
                <a:cs typeface="Times New Roman" panose="02020603050405020304" pitchFamily="18" charset="0"/>
              </a:rPr>
              <a:t>الخطة الترويجية</a:t>
            </a:r>
            <a:r>
              <a:rPr lang="ar-EG" sz="2000" b="1" dirty="0">
                <a:effectLst/>
                <a:latin typeface="Times New Roman" panose="02020603050405020304" pitchFamily="18" charset="0"/>
                <a:cs typeface="Times New Roman" panose="02020603050405020304" pitchFamily="18" charset="0"/>
              </a:rPr>
              <a:t>  </a:t>
            </a:r>
            <a:endParaRPr lang="ar-EG" altLang="en-US" sz="2000" b="1"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016AAB97-AF25-0E96-0B93-B44FF9685BAD}"/>
              </a:ext>
            </a:extLst>
          </p:cNvPr>
          <p:cNvSpPr txBox="1">
            <a:spLocks noChangeArrowheads="1"/>
          </p:cNvSpPr>
          <p:nvPr/>
        </p:nvSpPr>
        <p:spPr bwMode="auto">
          <a:xfrm>
            <a:off x="4499741" y="2169458"/>
            <a:ext cx="3875076" cy="3040012"/>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EG" sz="1600" b="1" dirty="0">
                <a:latin typeface="Times New Roman" panose="02020603050405020304" pitchFamily="18" charset="0"/>
                <a:cs typeface="Times New Roman" panose="02020603050405020304" pitchFamily="18" charset="0"/>
              </a:rPr>
              <a:t>هوية العلامة التجارية</a:t>
            </a:r>
            <a:r>
              <a:rPr lang="ar-EG" sz="1600" dirty="0">
                <a:latin typeface="Times New Roman" panose="02020603050405020304" pitchFamily="18" charset="0"/>
                <a:cs typeface="Times New Roman" panose="02020603050405020304" pitchFamily="18" charset="0"/>
              </a:rPr>
              <a:t> هي العناصر البصرية والشفهية التي تستخدمها المؤسسة للتعبير عن شخصيتها، وقيمها، والوعد الذي تقطعه لعملائها.</a:t>
            </a:r>
            <a:r>
              <a:rPr lang="ar-EG" sz="1600" b="1" dirty="0">
                <a:latin typeface="Times New Roman" panose="02020603050405020304" pitchFamily="18" charset="0"/>
                <a:cs typeface="Times New Roman" panose="02020603050405020304" pitchFamily="18" charset="0"/>
              </a:rPr>
              <a:t>  </a:t>
            </a:r>
          </a:p>
          <a:p>
            <a:pPr marL="0" indent="0" rtl="1">
              <a:buNone/>
            </a:pPr>
            <a:r>
              <a:rPr lang="ar-EG" sz="1600" b="1" dirty="0">
                <a:effectLst/>
                <a:latin typeface="Times New Roman" panose="02020603050405020304" pitchFamily="18" charset="0"/>
                <a:cs typeface="Times New Roman" panose="02020603050405020304" pitchFamily="18" charset="0"/>
              </a:rPr>
              <a:t>أهمية هوية العلامة التجارية</a:t>
            </a:r>
            <a:endParaRPr lang="ar-EG" sz="1600" dirty="0">
              <a:effectLst/>
              <a:latin typeface="Times New Roman" panose="02020603050405020304" pitchFamily="18" charset="0"/>
              <a:cs typeface="Times New Roman" panose="02020603050405020304" pitchFamily="18" charset="0"/>
            </a:endParaRPr>
          </a:p>
          <a:p>
            <a:pPr rtl="1"/>
            <a:r>
              <a:rPr lang="ar-EG" sz="1600" dirty="0">
                <a:effectLst/>
                <a:latin typeface="Times New Roman" panose="02020603050405020304" pitchFamily="18" charset="0"/>
                <a:cs typeface="Times New Roman" panose="02020603050405020304" pitchFamily="18" charset="0"/>
              </a:rPr>
              <a:t>تؤثر في نجاح مؤسسات الرياضة والنشاط الترفيهي التفاعلي أو فشلها</a:t>
            </a:r>
          </a:p>
          <a:p>
            <a:pPr rtl="1"/>
            <a:r>
              <a:rPr lang="ar-EG" sz="1600" dirty="0">
                <a:latin typeface="Times New Roman" panose="02020603050405020304" pitchFamily="18" charset="0"/>
                <a:cs typeface="Times New Roman" panose="02020603050405020304" pitchFamily="18" charset="0"/>
              </a:rPr>
              <a:t>تؤدي إلى </a:t>
            </a:r>
            <a:r>
              <a:rPr lang="ar-EG" sz="1600" dirty="0">
                <a:effectLst/>
                <a:latin typeface="Times New Roman" panose="02020603050405020304" pitchFamily="18" charset="0"/>
                <a:cs typeface="Times New Roman" panose="02020603050405020304" pitchFamily="18" charset="0"/>
              </a:rPr>
              <a:t>التمييز الفوري للعلامة التجارية </a:t>
            </a:r>
          </a:p>
          <a:p>
            <a:pPr rtl="1"/>
            <a:r>
              <a:rPr lang="ar-EG" sz="1600" dirty="0">
                <a:effectLst/>
                <a:latin typeface="Times New Roman" panose="02020603050405020304" pitchFamily="18" charset="0"/>
                <a:cs typeface="Times New Roman" panose="02020603050405020304" pitchFamily="18" charset="0"/>
              </a:rPr>
              <a:t>يُمكن أن تسهم الهوية الجيدة للعلامة التجارية في زيادة أعداد العملاء وبالتالي زيادة معدل المبيعات. </a:t>
            </a:r>
          </a:p>
        </p:txBody>
      </p:sp>
      <p:sp>
        <p:nvSpPr>
          <p:cNvPr id="5" name="TextBox 4">
            <a:extLst>
              <a:ext uri="{FF2B5EF4-FFF2-40B4-BE49-F238E27FC236}">
                <a16:creationId xmlns:a16="http://schemas.microsoft.com/office/drawing/2014/main" id="{DC72EBC8-9664-01E1-6264-A99E991155B0}"/>
              </a:ext>
            </a:extLst>
          </p:cNvPr>
          <p:cNvSpPr txBox="1"/>
          <p:nvPr/>
        </p:nvSpPr>
        <p:spPr>
          <a:xfrm>
            <a:off x="477467" y="1648530"/>
            <a:ext cx="7929373" cy="400110"/>
          </a:xfrm>
          <a:prstGeom prst="rect">
            <a:avLst/>
          </a:prstGeom>
          <a:solidFill>
            <a:schemeClr val="accent6">
              <a:lumMod val="20000"/>
              <a:lumOff val="80000"/>
            </a:schemeClr>
          </a:solidFill>
          <a:ln>
            <a:solidFill>
              <a:schemeClr val="accent6">
                <a:lumMod val="20000"/>
                <a:lumOff val="80000"/>
              </a:schemeClr>
            </a:solidFill>
          </a:ln>
        </p:spPr>
        <p:txBody>
          <a:bodyPr wrap="square" rtlCol="1">
            <a:spAutoFit/>
          </a:bodyPr>
          <a:lstStyle/>
          <a:p>
            <a:pPr marL="0" indent="0" algn="ctr" rtl="1" fontAlgn="ctr">
              <a:buNone/>
            </a:pPr>
            <a:r>
              <a:rPr lang="ar-EG" sz="2000" b="1" dirty="0">
                <a:solidFill>
                  <a:srgbClr val="002060"/>
                </a:solidFill>
                <a:latin typeface="Times New Roman" panose="02020603050405020304" pitchFamily="18" charset="0"/>
                <a:cs typeface="Times New Roman" panose="02020603050405020304" pitchFamily="18" charset="0"/>
              </a:rPr>
              <a:t>هوية العلامة التجارية</a:t>
            </a:r>
          </a:p>
        </p:txBody>
      </p:sp>
      <p:sp>
        <p:nvSpPr>
          <p:cNvPr id="2" name="TextBox 1">
            <a:extLst>
              <a:ext uri="{FF2B5EF4-FFF2-40B4-BE49-F238E27FC236}">
                <a16:creationId xmlns:a16="http://schemas.microsoft.com/office/drawing/2014/main" id="{6DD76A91-84A5-E1C2-4CFD-87F2E577C492}"/>
              </a:ext>
            </a:extLst>
          </p:cNvPr>
          <p:cNvSpPr txBox="1"/>
          <p:nvPr/>
        </p:nvSpPr>
        <p:spPr>
          <a:xfrm>
            <a:off x="935886" y="2170608"/>
            <a:ext cx="3506268" cy="1138773"/>
          </a:xfrm>
          <a:prstGeom prst="rect">
            <a:avLst/>
          </a:prstGeom>
          <a:solidFill>
            <a:schemeClr val="accent6">
              <a:lumMod val="20000"/>
              <a:lumOff val="80000"/>
            </a:schemeClr>
          </a:solidFill>
        </p:spPr>
        <p:txBody>
          <a:bodyPr wrap="square" rtlCol="1">
            <a:spAutoFit/>
          </a:bodyPr>
          <a:lstStyle/>
          <a:p>
            <a:pPr rtl="1"/>
            <a:r>
              <a:rPr lang="ar-EG" sz="1600" dirty="0">
                <a:latin typeface="Times New Roman" panose="02020603050405020304" pitchFamily="18" charset="0"/>
                <a:cs typeface="Times New Roman" panose="02020603050405020304" pitchFamily="18" charset="0"/>
              </a:rPr>
              <a:t>تشمل هوية العلامة التجارية ما يأتي: </a:t>
            </a:r>
          </a:p>
          <a:p>
            <a:pPr marL="285750" indent="-285750" rtl="1">
              <a:buFont typeface="Arial" panose="020B0604020202020204" pitchFamily="34" charset="0"/>
              <a:buChar char="•"/>
            </a:pPr>
            <a:r>
              <a:rPr lang="ar-EG" sz="1600" dirty="0">
                <a:latin typeface="Times New Roman" panose="02020603050405020304" pitchFamily="18" charset="0"/>
                <a:cs typeface="Times New Roman" panose="02020603050405020304" pitchFamily="18" charset="0"/>
              </a:rPr>
              <a:t>الشعارات</a:t>
            </a:r>
          </a:p>
          <a:p>
            <a:pPr marL="285750" indent="-285750" rtl="1">
              <a:buFont typeface="Arial" panose="020B0604020202020204" pitchFamily="34" charset="0"/>
              <a:buChar char="•"/>
            </a:pPr>
            <a:r>
              <a:rPr lang="ar-EG" sz="1600" dirty="0">
                <a:latin typeface="Times New Roman" panose="02020603050405020304" pitchFamily="18" charset="0"/>
                <a:cs typeface="Times New Roman" panose="02020603050405020304" pitchFamily="18" charset="0"/>
              </a:rPr>
              <a:t>العبارات التسويقية</a:t>
            </a:r>
          </a:p>
          <a:p>
            <a:pPr marL="285750" indent="-285750" rtl="1">
              <a:buFont typeface="Arial" panose="020B0604020202020204" pitchFamily="34" charset="0"/>
              <a:buChar char="•"/>
            </a:pPr>
            <a:r>
              <a:rPr lang="ar-EG" sz="1600" dirty="0">
                <a:latin typeface="Times New Roman" panose="02020603050405020304" pitchFamily="18" charset="0"/>
                <a:cs typeface="Times New Roman" panose="02020603050405020304" pitchFamily="18" charset="0"/>
              </a:rPr>
              <a:t>دعم المشاهير</a:t>
            </a:r>
            <a:r>
              <a:rPr lang="ar-EG" dirty="0">
                <a:latin typeface="Times New Roman" panose="02020603050405020304" pitchFamily="18" charset="0"/>
                <a:cs typeface="Times New Roman" panose="02020603050405020304" pitchFamily="18" charset="0"/>
              </a:rPr>
              <a:t>.</a:t>
            </a:r>
          </a:p>
        </p:txBody>
      </p:sp>
      <p:grpSp>
        <p:nvGrpSpPr>
          <p:cNvPr id="4" name="Group 3">
            <a:extLst>
              <a:ext uri="{FF2B5EF4-FFF2-40B4-BE49-F238E27FC236}">
                <a16:creationId xmlns:a16="http://schemas.microsoft.com/office/drawing/2014/main" id="{FF99D62D-D854-B242-552C-DCD0DF919BD2}"/>
              </a:ext>
            </a:extLst>
          </p:cNvPr>
          <p:cNvGrpSpPr/>
          <p:nvPr/>
        </p:nvGrpSpPr>
        <p:grpSpPr>
          <a:xfrm>
            <a:off x="903041" y="5330288"/>
            <a:ext cx="7470954" cy="1315926"/>
            <a:chOff x="0" y="177287"/>
            <a:chExt cx="2681582" cy="1566562"/>
          </a:xfrm>
        </p:grpSpPr>
        <p:sp>
          <p:nvSpPr>
            <p:cNvPr id="7" name="Rectangle 6">
              <a:extLst>
                <a:ext uri="{FF2B5EF4-FFF2-40B4-BE49-F238E27FC236}">
                  <a16:creationId xmlns:a16="http://schemas.microsoft.com/office/drawing/2014/main" id="{976F672C-52B6-4917-6901-754692648ED4}"/>
                </a:ext>
              </a:extLst>
            </p:cNvPr>
            <p:cNvSpPr/>
            <p:nvPr/>
          </p:nvSpPr>
          <p:spPr>
            <a:xfrm>
              <a:off x="0" y="177287"/>
              <a:ext cx="2681582" cy="156656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8360272-DA3B-A89B-D72F-B8B3B0D53D7D}"/>
                </a:ext>
              </a:extLst>
            </p:cNvPr>
            <p:cNvSpPr txBox="1"/>
            <p:nvPr/>
          </p:nvSpPr>
          <p:spPr>
            <a:xfrm>
              <a:off x="42816" y="468683"/>
              <a:ext cx="2638766" cy="12751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1600" b="1" i="0" u="none" strike="noStrike" dirty="0">
                  <a:solidFill>
                    <a:srgbClr val="7030A0"/>
                  </a:solidFill>
                  <a:effectLst/>
                  <a:latin typeface="Times New Roman" panose="02020603050405020304" pitchFamily="18" charset="0"/>
                  <a:cs typeface="Times New Roman" panose="02020603050405020304" pitchFamily="18" charset="0"/>
                </a:rPr>
                <a:t>نشاط</a:t>
              </a:r>
              <a:r>
                <a:rPr lang="ar-EG" sz="1600" i="0" u="none" strike="noStrike" dirty="0">
                  <a:solidFill>
                    <a:srgbClr val="7030A0"/>
                  </a:solidFill>
                  <a:effectLst/>
                  <a:latin typeface="Times New Roman" panose="02020603050405020304" pitchFamily="18" charset="0"/>
                  <a:cs typeface="Times New Roman" panose="02020603050405020304" pitchFamily="18" charset="0"/>
                </a:rPr>
                <a:t>:</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ابحث عن ثلاثة شعارات وعبارات تسويقية وناقش كيف تجعلك تشعر تجاه كل مؤسسة. </a:t>
              </a:r>
            </a:p>
            <a:p>
              <a:pPr marL="285750" indent="-285750" rtl="1">
                <a:buFont typeface="Arial" panose="020B0604020202020204" pitchFamily="34" charset="0"/>
                <a:buChar char="•"/>
              </a:pPr>
              <a:r>
                <a:rPr lang="ar-EG" sz="1600" dirty="0">
                  <a:solidFill>
                    <a:srgbClr val="7030A0"/>
                  </a:solidFill>
                  <a:latin typeface="Times New Roman" panose="02020603050405020304" pitchFamily="18" charset="0"/>
                  <a:cs typeface="Times New Roman" panose="02020603050405020304" pitchFamily="18" charset="0"/>
                </a:rPr>
                <a:t>اذكر اسمين من المشاهير الذين يروّجون لمؤسسات تعمل في الرياضة والنشاط الترفيهي التفاعلي ووضح تأثيرهم في تلك المؤسسات.</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pic>
        <p:nvPicPr>
          <p:cNvPr id="3" name="Picture 2" descr="A black and white image of a person climbing a rock wall&#10;&#10;AI-generated content may be incorrect.">
            <a:extLst>
              <a:ext uri="{FF2B5EF4-FFF2-40B4-BE49-F238E27FC236}">
                <a16:creationId xmlns:a16="http://schemas.microsoft.com/office/drawing/2014/main" id="{16DA76E2-B7C6-511D-138E-F1006A6FE007}"/>
              </a:ext>
            </a:extLst>
          </p:cNvPr>
          <p:cNvPicPr>
            <a:picLocks noChangeAspect="1"/>
          </p:cNvPicPr>
          <p:nvPr/>
        </p:nvPicPr>
        <p:blipFill>
          <a:blip r:embed="rId4"/>
          <a:srcRect l="14900" t="4119" r="13902" b="21648"/>
          <a:stretch>
            <a:fillRect/>
          </a:stretch>
        </p:blipFill>
        <p:spPr>
          <a:xfrm>
            <a:off x="2688594" y="3422431"/>
            <a:ext cx="1755891" cy="1786767"/>
          </a:xfrm>
          <a:prstGeom prst="rect">
            <a:avLst/>
          </a:prstGeom>
        </p:spPr>
      </p:pic>
      <p:sp>
        <p:nvSpPr>
          <p:cNvPr id="9" name="TextBox 8">
            <a:extLst>
              <a:ext uri="{FF2B5EF4-FFF2-40B4-BE49-F238E27FC236}">
                <a16:creationId xmlns:a16="http://schemas.microsoft.com/office/drawing/2014/main" id="{7FAA2388-39C5-0668-C913-72ADC990EE68}"/>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419414111"/>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693FB-CA24-77B3-1C1F-EA2F333059FF}"/>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147EC39D-7CB7-FC9D-815B-BE8E411B8CB2}"/>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2000" b="1" dirty="0">
                <a:effectLst/>
                <a:latin typeface="Times New Roman" panose="02020603050405020304" pitchFamily="18" charset="0"/>
                <a:cs typeface="Times New Roman" panose="02020603050405020304" pitchFamily="18" charset="0"/>
              </a:rPr>
              <a:t>ج3 </a:t>
            </a:r>
            <a:r>
              <a:rPr lang="ar-EG" sz="2000" b="1" dirty="0">
                <a:latin typeface="Times New Roman" panose="02020603050405020304" pitchFamily="18" charset="0"/>
                <a:cs typeface="Times New Roman" panose="02020603050405020304" pitchFamily="18" charset="0"/>
              </a:rPr>
              <a:t>الخطة الترويجية</a:t>
            </a:r>
            <a:r>
              <a:rPr lang="ar-EG" sz="2000" b="1" dirty="0">
                <a:effectLst/>
                <a:latin typeface="Times New Roman" panose="02020603050405020304" pitchFamily="18" charset="0"/>
                <a:cs typeface="Times New Roman" panose="02020603050405020304" pitchFamily="18" charset="0"/>
              </a:rPr>
              <a:t>  </a:t>
            </a:r>
            <a:endParaRPr lang="ar-EG" altLang="en-US" sz="2000" b="1" dirty="0">
              <a:latin typeface="Times New Roman" panose="02020603050405020304" pitchFamily="18" charset="0"/>
              <a:cs typeface="Times New Roman" panose="02020603050405020304" pitchFamily="18" charset="0"/>
            </a:endParaRPr>
          </a:p>
        </p:txBody>
      </p:sp>
      <p:sp>
        <p:nvSpPr>
          <p:cNvPr id="6" name="Content Placeholder 3">
            <a:extLst>
              <a:ext uri="{FF2B5EF4-FFF2-40B4-BE49-F238E27FC236}">
                <a16:creationId xmlns:a16="http://schemas.microsoft.com/office/drawing/2014/main" id="{E5B1B833-F791-C110-49FF-436863D31082}"/>
              </a:ext>
            </a:extLst>
          </p:cNvPr>
          <p:cNvSpPr txBox="1">
            <a:spLocks noChangeArrowheads="1"/>
          </p:cNvSpPr>
          <p:nvPr/>
        </p:nvSpPr>
        <p:spPr bwMode="auto">
          <a:xfrm>
            <a:off x="4427985" y="2204863"/>
            <a:ext cx="3934777" cy="3004607"/>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EG" sz="1600" b="1" dirty="0">
                <a:latin typeface="Times New Roman" panose="02020603050405020304" pitchFamily="18" charset="0"/>
                <a:cs typeface="Times New Roman" panose="02020603050405020304" pitchFamily="18" charset="0"/>
              </a:rPr>
              <a:t>تُستخدم التكنولوجيا في الترويج للأسباب الآتية:</a:t>
            </a:r>
          </a:p>
          <a:p>
            <a:pPr rtl="1"/>
            <a:r>
              <a:rPr lang="ar-EG" sz="1600" dirty="0">
                <a:latin typeface="Times New Roman" panose="02020603050405020304" pitchFamily="18" charset="0"/>
                <a:cs typeface="Times New Roman" panose="02020603050405020304" pitchFamily="18" charset="0"/>
              </a:rPr>
              <a:t>المساعدة على التواصل والتفاعل بين نشاطات الرياضة والترفيه التفاعلي وأسواقها المستهدفة. </a:t>
            </a:r>
          </a:p>
          <a:p>
            <a:pPr rtl="1"/>
            <a:r>
              <a:rPr lang="ar-EG" sz="1600" dirty="0">
                <a:latin typeface="Times New Roman" panose="02020603050405020304" pitchFamily="18" charset="0"/>
                <a:cs typeface="Times New Roman" panose="02020603050405020304" pitchFamily="18" charset="0"/>
              </a:rPr>
              <a:t>التفاعل مع العملاء على مدار اليوم، </a:t>
            </a:r>
            <a:br>
              <a:rPr lang="en-US" sz="1600" dirty="0">
                <a:latin typeface="Times New Roman" panose="02020603050405020304" pitchFamily="18" charset="0"/>
                <a:cs typeface="Times New Roman" panose="02020603050405020304" pitchFamily="18" charset="0"/>
              </a:rPr>
            </a:br>
            <a:r>
              <a:rPr lang="ar-EG" sz="1600" dirty="0">
                <a:latin typeface="Times New Roman" panose="02020603050405020304" pitchFamily="18" charset="0"/>
                <a:cs typeface="Times New Roman" panose="02020603050405020304" pitchFamily="18" charset="0"/>
              </a:rPr>
              <a:t>وطوال أيام الأسبوع. </a:t>
            </a:r>
          </a:p>
          <a:p>
            <a:pPr marL="0" indent="0" rtl="1">
              <a:buNone/>
            </a:pPr>
            <a:endParaRPr lang="ar-EG" sz="1600" dirty="0">
              <a:latin typeface="Times New Roman" panose="02020603050405020304" pitchFamily="18" charset="0"/>
              <a:cs typeface="Times New Roman" panose="02020603050405020304" pitchFamily="18" charset="0"/>
            </a:endParaRPr>
          </a:p>
          <a:p>
            <a:pPr marL="0" indent="0" rtl="1">
              <a:buNone/>
            </a:pPr>
            <a:r>
              <a:rPr lang="ar-EG" sz="1600" dirty="0">
                <a:latin typeface="Times New Roman" panose="02020603050405020304" pitchFamily="18" charset="0"/>
                <a:cs typeface="Times New Roman" panose="02020603050405020304" pitchFamily="18" charset="0"/>
              </a:rPr>
              <a:t>ويمكن أن يؤدي الاستخدام السليم للتكنولوجيا إلى زيادة نجاح المؤسسة.</a:t>
            </a:r>
          </a:p>
        </p:txBody>
      </p:sp>
      <p:sp>
        <p:nvSpPr>
          <p:cNvPr id="5" name="TextBox 4">
            <a:extLst>
              <a:ext uri="{FF2B5EF4-FFF2-40B4-BE49-F238E27FC236}">
                <a16:creationId xmlns:a16="http://schemas.microsoft.com/office/drawing/2014/main" id="{3C5C202D-DD04-43E8-5F13-82053D7156CB}"/>
              </a:ext>
            </a:extLst>
          </p:cNvPr>
          <p:cNvSpPr txBox="1"/>
          <p:nvPr/>
        </p:nvSpPr>
        <p:spPr>
          <a:xfrm>
            <a:off x="477467" y="1648530"/>
            <a:ext cx="7929373" cy="400110"/>
          </a:xfrm>
          <a:prstGeom prst="rect">
            <a:avLst/>
          </a:prstGeom>
          <a:solidFill>
            <a:schemeClr val="accent6">
              <a:lumMod val="20000"/>
              <a:lumOff val="80000"/>
            </a:schemeClr>
          </a:solidFill>
          <a:ln>
            <a:solidFill>
              <a:schemeClr val="accent6">
                <a:lumMod val="20000"/>
                <a:lumOff val="80000"/>
              </a:schemeClr>
            </a:solidFill>
          </a:ln>
        </p:spPr>
        <p:txBody>
          <a:bodyPr wrap="square" rtlCol="1">
            <a:spAutoFit/>
          </a:bodyPr>
          <a:lstStyle/>
          <a:p>
            <a:pPr marL="0" indent="0" algn="ctr" rtl="1" fontAlgn="ctr">
              <a:buNone/>
            </a:pPr>
            <a:r>
              <a:rPr lang="ar-EG" sz="2000" b="1" dirty="0">
                <a:solidFill>
                  <a:srgbClr val="002060"/>
                </a:solidFill>
                <a:latin typeface="Times New Roman" panose="02020603050405020304" pitchFamily="18" charset="0"/>
                <a:cs typeface="Times New Roman" panose="02020603050405020304" pitchFamily="18" charset="0"/>
              </a:rPr>
              <a:t>التكنولوجيا</a:t>
            </a:r>
          </a:p>
        </p:txBody>
      </p:sp>
      <p:sp>
        <p:nvSpPr>
          <p:cNvPr id="2" name="TextBox 1">
            <a:extLst>
              <a:ext uri="{FF2B5EF4-FFF2-40B4-BE49-F238E27FC236}">
                <a16:creationId xmlns:a16="http://schemas.microsoft.com/office/drawing/2014/main" id="{5A234EFC-BB2A-0A03-378B-2F093C9A84C8}"/>
              </a:ext>
            </a:extLst>
          </p:cNvPr>
          <p:cNvSpPr txBox="1"/>
          <p:nvPr/>
        </p:nvSpPr>
        <p:spPr>
          <a:xfrm>
            <a:off x="770374" y="2208310"/>
            <a:ext cx="3506268" cy="1077218"/>
          </a:xfrm>
          <a:prstGeom prst="rect">
            <a:avLst/>
          </a:prstGeom>
          <a:solidFill>
            <a:schemeClr val="accent6">
              <a:lumMod val="20000"/>
              <a:lumOff val="80000"/>
            </a:schemeClr>
          </a:solidFill>
        </p:spPr>
        <p:txBody>
          <a:bodyPr wrap="square" rtlCol="1">
            <a:spAutoFit/>
          </a:bodyPr>
          <a:lstStyle/>
          <a:p>
            <a:pPr rtl="1"/>
            <a:r>
              <a:rPr lang="ar-EG" sz="1600" dirty="0">
                <a:latin typeface="Times New Roman" panose="02020603050405020304" pitchFamily="18" charset="0"/>
                <a:cs typeface="Times New Roman" panose="02020603050405020304" pitchFamily="18" charset="0"/>
              </a:rPr>
              <a:t>ومن صور استخدام التكنولوجيا: </a:t>
            </a:r>
          </a:p>
          <a:p>
            <a:pPr marL="285750" indent="-285750" rtl="1">
              <a:buFont typeface="Arial" panose="020B0604020202020204" pitchFamily="34" charset="0"/>
              <a:buChar char="•"/>
            </a:pPr>
            <a:r>
              <a:rPr lang="ar-EG" sz="1600" dirty="0">
                <a:latin typeface="Times New Roman" panose="02020603050405020304" pitchFamily="18" charset="0"/>
                <a:cs typeface="Times New Roman" panose="02020603050405020304" pitchFamily="18" charset="0"/>
              </a:rPr>
              <a:t>المواقع الإلكترونية</a:t>
            </a:r>
          </a:p>
          <a:p>
            <a:pPr marL="285750" indent="-285750" rtl="1">
              <a:buFont typeface="Arial" panose="020B0604020202020204" pitchFamily="34" charset="0"/>
              <a:buChar char="•"/>
            </a:pPr>
            <a:r>
              <a:rPr lang="ar-EG" sz="1600" dirty="0">
                <a:latin typeface="Times New Roman" panose="02020603050405020304" pitchFamily="18" charset="0"/>
                <a:cs typeface="Times New Roman" panose="02020603050405020304" pitchFamily="18" charset="0"/>
              </a:rPr>
              <a:t>التطبيقات</a:t>
            </a:r>
          </a:p>
          <a:p>
            <a:pPr marL="285750" indent="-285750" rtl="1">
              <a:buFont typeface="Arial" panose="020B0604020202020204" pitchFamily="34" charset="0"/>
              <a:buChar char="•"/>
            </a:pPr>
            <a:r>
              <a:rPr lang="ar-EG" sz="1600" dirty="0">
                <a:latin typeface="Times New Roman" panose="02020603050405020304" pitchFamily="18" charset="0"/>
                <a:cs typeface="Times New Roman" panose="02020603050405020304" pitchFamily="18" charset="0"/>
              </a:rPr>
              <a:t>التسويق عبر وسائل التواصل الاجتماعي</a:t>
            </a:r>
            <a:endParaRPr lang="ar-EG"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53464CAA-9094-CF90-4E47-82D44A267E09}"/>
              </a:ext>
            </a:extLst>
          </p:cNvPr>
          <p:cNvGrpSpPr/>
          <p:nvPr/>
        </p:nvGrpSpPr>
        <p:grpSpPr>
          <a:xfrm>
            <a:off x="757773" y="3376560"/>
            <a:ext cx="3518869" cy="1859203"/>
            <a:chOff x="0" y="177287"/>
            <a:chExt cx="2681582" cy="1566562"/>
          </a:xfrm>
        </p:grpSpPr>
        <p:sp>
          <p:nvSpPr>
            <p:cNvPr id="7" name="Rectangle 6">
              <a:extLst>
                <a:ext uri="{FF2B5EF4-FFF2-40B4-BE49-F238E27FC236}">
                  <a16:creationId xmlns:a16="http://schemas.microsoft.com/office/drawing/2014/main" id="{9F196C22-FD0F-AADB-D1F9-15393DA0BD00}"/>
                </a:ext>
              </a:extLst>
            </p:cNvPr>
            <p:cNvSpPr/>
            <p:nvPr/>
          </p:nvSpPr>
          <p:spPr>
            <a:xfrm>
              <a:off x="0" y="177287"/>
              <a:ext cx="2681582" cy="156656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A39C03C-5BB1-57A5-E09C-2C32B70D685B}"/>
                </a:ext>
              </a:extLst>
            </p:cNvPr>
            <p:cNvSpPr txBox="1"/>
            <p:nvPr/>
          </p:nvSpPr>
          <p:spPr>
            <a:xfrm>
              <a:off x="16353" y="468683"/>
              <a:ext cx="2638766" cy="12751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1600" b="1" i="0" u="none" strike="noStrike" dirty="0">
                  <a:solidFill>
                    <a:schemeClr val="accent6"/>
                  </a:solidFill>
                  <a:effectLst/>
                  <a:latin typeface="Times New Roman" panose="02020603050405020304" pitchFamily="18" charset="0"/>
                  <a:cs typeface="Times New Roman" panose="02020603050405020304" pitchFamily="18" charset="0"/>
                </a:rPr>
                <a:t>نشاط</a:t>
              </a:r>
              <a:r>
                <a:rPr lang="ar-EG" sz="1600" i="0" u="none" strike="noStrike" dirty="0">
                  <a:solidFill>
                    <a:schemeClr val="accent6"/>
                  </a:solidFill>
                  <a:effectLst/>
                  <a:latin typeface="Times New Roman" panose="02020603050405020304" pitchFamily="18" charset="0"/>
                  <a:cs typeface="Times New Roman" panose="02020603050405020304" pitchFamily="18" charset="0"/>
                </a:rPr>
                <a:t>:</a:t>
              </a:r>
            </a:p>
            <a:p>
              <a:pPr rtl="1"/>
              <a:r>
                <a:rPr lang="ar-EG" sz="1600" dirty="0">
                  <a:solidFill>
                    <a:schemeClr val="accent6"/>
                  </a:solidFill>
                  <a:latin typeface="Times New Roman" panose="02020603050405020304" pitchFamily="18" charset="0"/>
                  <a:cs typeface="Times New Roman" panose="02020603050405020304" pitchFamily="18" charset="0"/>
                </a:rPr>
                <a:t>اذكر </a:t>
              </a:r>
              <a:r>
                <a:rPr lang="ar-EG" sz="1600" b="1" dirty="0">
                  <a:solidFill>
                    <a:schemeClr val="accent6"/>
                  </a:solidFill>
                  <a:latin typeface="Times New Roman" panose="02020603050405020304" pitchFamily="18" charset="0"/>
                  <a:cs typeface="Times New Roman" panose="02020603050405020304" pitchFamily="18" charset="0"/>
                </a:rPr>
                <a:t>مؤسستين</a:t>
              </a:r>
              <a:r>
                <a:rPr lang="ar-EG" sz="1600" dirty="0">
                  <a:solidFill>
                    <a:schemeClr val="accent6"/>
                  </a:solidFill>
                  <a:latin typeface="Times New Roman" panose="02020603050405020304" pitchFamily="18" charset="0"/>
                  <a:cs typeface="Times New Roman" panose="02020603050405020304" pitchFamily="18" charset="0"/>
                </a:rPr>
                <a:t> </a:t>
              </a:r>
              <a:r>
                <a:rPr lang="ar-EG" sz="1600" b="0" i="0" u="none" strike="noStrike" kern="1200" cap="none" spc="0" normalizeH="0" noProof="0" dirty="0">
                  <a:ln>
                    <a:noFill/>
                  </a:ln>
                  <a:solidFill>
                    <a:schemeClr val="accent6"/>
                  </a:solidFill>
                  <a:effectLst/>
                  <a:uLnTx/>
                  <a:uFillTx/>
                  <a:latin typeface="Times New Roman" panose="02020603050405020304" pitchFamily="18" charset="0"/>
                  <a:cs typeface="Times New Roman" panose="02020603050405020304" pitchFamily="18" charset="0"/>
                </a:rPr>
                <a:t> من مؤسسات الرياضة والنشاط الترفيهي التفاعلي التي:</a:t>
              </a:r>
              <a:r>
                <a:rPr lang="ar-EG" sz="1600" dirty="0">
                  <a:solidFill>
                    <a:schemeClr val="accent6"/>
                  </a:solidFill>
                  <a:latin typeface="Times New Roman" panose="02020603050405020304" pitchFamily="18" charset="0"/>
                  <a:cs typeface="Times New Roman" panose="02020603050405020304" pitchFamily="18" charset="0"/>
                </a:rPr>
                <a:t> </a:t>
              </a:r>
            </a:p>
            <a:p>
              <a:pPr marL="285750" indent="-285750" rtl="1">
                <a:buFont typeface="Arial" panose="020B0604020202020204" pitchFamily="34" charset="0"/>
                <a:buChar char="•"/>
              </a:pPr>
              <a:r>
                <a:rPr lang="ar-EG" sz="1600" dirty="0">
                  <a:solidFill>
                    <a:schemeClr val="accent6"/>
                  </a:solidFill>
                  <a:latin typeface="Times New Roman" panose="02020603050405020304" pitchFamily="18" charset="0"/>
                  <a:cs typeface="Times New Roman" panose="02020603050405020304" pitchFamily="18" charset="0"/>
                </a:rPr>
                <a:t>تمتلك موقعًا إلكترونيًا</a:t>
              </a:r>
            </a:p>
            <a:p>
              <a:pPr marL="285750" indent="-285750" rtl="1">
                <a:buFont typeface="Arial" panose="020B0604020202020204" pitchFamily="34" charset="0"/>
                <a:buChar char="•"/>
              </a:pPr>
              <a:r>
                <a:rPr lang="ar-EG" sz="1600" dirty="0">
                  <a:solidFill>
                    <a:schemeClr val="accent6"/>
                  </a:solidFill>
                  <a:latin typeface="Times New Roman" panose="02020603050405020304" pitchFamily="18" charset="0"/>
                  <a:cs typeface="Times New Roman" panose="02020603050405020304" pitchFamily="18" charset="0"/>
                </a:rPr>
                <a:t>تمتلك تطبيقًا ذكيًا</a:t>
              </a:r>
            </a:p>
            <a:p>
              <a:pPr marL="285750" indent="-285750" rtl="1">
                <a:buFont typeface="Arial" panose="020B0604020202020204" pitchFamily="34" charset="0"/>
                <a:buChar char="•"/>
              </a:pPr>
              <a:r>
                <a:rPr lang="ar-EG" sz="1600" dirty="0">
                  <a:solidFill>
                    <a:schemeClr val="accent6"/>
                  </a:solidFill>
                  <a:latin typeface="Times New Roman" panose="02020603050405020304" pitchFamily="18" charset="0"/>
                  <a:cs typeface="Times New Roman" panose="02020603050405020304" pitchFamily="18" charset="0"/>
                </a:rPr>
                <a:t>تستخدم التسويق عبر وسائل التواصل الاجتماعي</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B0F8DFC5-2296-23F1-CE4D-9845CEDE18F3}"/>
              </a:ext>
            </a:extLst>
          </p:cNvPr>
          <p:cNvSpPr txBox="1"/>
          <p:nvPr/>
        </p:nvSpPr>
        <p:spPr>
          <a:xfrm>
            <a:off x="777742" y="5300502"/>
            <a:ext cx="7585021" cy="400110"/>
          </a:xfrm>
          <a:prstGeom prst="rect">
            <a:avLst/>
          </a:prstGeom>
          <a:solidFill>
            <a:schemeClr val="accent6">
              <a:lumMod val="20000"/>
              <a:lumOff val="80000"/>
            </a:schemeClr>
          </a:solidFill>
        </p:spPr>
        <p:txBody>
          <a:bodyPr wrap="square" rtlCol="1">
            <a:spAutoFit/>
          </a:bodyPr>
          <a:lstStyle/>
          <a:p>
            <a:pPr algn="ctr" rtl="1">
              <a:spcBef>
                <a:spcPts val="1200"/>
              </a:spcBef>
            </a:pPr>
            <a:r>
              <a:rPr lang="ar-EG" sz="2000" b="1" dirty="0">
                <a:effectLst/>
                <a:latin typeface="Times New Roman" panose="02020603050405020304" pitchFamily="18" charset="0"/>
                <a:ea typeface="Times New Roman" panose="02020603050405020304" pitchFamily="18" charset="0"/>
                <a:cs typeface="Times New Roman" panose="02020603050405020304" pitchFamily="18" charset="0"/>
              </a:rPr>
              <a:t>تكلفة النشاطات الترويجية</a:t>
            </a:r>
          </a:p>
        </p:txBody>
      </p:sp>
      <p:sp>
        <p:nvSpPr>
          <p:cNvPr id="12" name="TextBox 11">
            <a:extLst>
              <a:ext uri="{FF2B5EF4-FFF2-40B4-BE49-F238E27FC236}">
                <a16:creationId xmlns:a16="http://schemas.microsoft.com/office/drawing/2014/main" id="{505FF557-08C2-F251-8404-C30FCAD2ED39}"/>
              </a:ext>
            </a:extLst>
          </p:cNvPr>
          <p:cNvSpPr txBox="1"/>
          <p:nvPr/>
        </p:nvSpPr>
        <p:spPr>
          <a:xfrm>
            <a:off x="777741" y="5772850"/>
            <a:ext cx="7636466" cy="634020"/>
          </a:xfrm>
          <a:prstGeom prst="rect">
            <a:avLst/>
          </a:prstGeom>
          <a:solidFill>
            <a:schemeClr val="accent5"/>
          </a:solidFill>
        </p:spPr>
        <p:txBody>
          <a:bodyPr wrap="square" rtlCol="1">
            <a:spAutoFit/>
          </a:bodyPr>
          <a:lstStyle/>
          <a:p>
            <a:pPr marL="342900" indent="-342900" rtl="1">
              <a:spcBef>
                <a:spcPct val="20000"/>
              </a:spcBef>
              <a:buFont typeface="Wingdings" panose="05000000000000000000" pitchFamily="2" charset="2"/>
              <a:buChar char="§"/>
            </a:pPr>
            <a:r>
              <a:rPr lang="ar-EG" sz="1600" dirty="0">
                <a:latin typeface="Times New Roman" panose="02020603050405020304" pitchFamily="18" charset="0"/>
                <a:cs typeface="Times New Roman" panose="02020603050405020304" pitchFamily="18" charset="0"/>
              </a:rPr>
              <a:t>قد يمثل الترويج والتسويق أكبر بند إنفاق في المؤسسات الصغيرة، </a:t>
            </a:r>
          </a:p>
          <a:p>
            <a:pPr marL="342900" indent="-342900" rtl="1">
              <a:spcBef>
                <a:spcPct val="20000"/>
              </a:spcBef>
              <a:buFont typeface="Wingdings" panose="05000000000000000000" pitchFamily="2" charset="2"/>
              <a:buChar char="§"/>
            </a:pPr>
            <a:r>
              <a:rPr lang="ar-EG" sz="1600" dirty="0">
                <a:latin typeface="Times New Roman" panose="02020603050405020304" pitchFamily="18" charset="0"/>
                <a:cs typeface="Times New Roman" panose="02020603050405020304" pitchFamily="18" charset="0"/>
              </a:rPr>
              <a:t>ينبغي أن تكون فعالة من حيث التكلفة وتؤتي أفضل ثمارها وبأقل تكاليف ممكنة. </a:t>
            </a:r>
          </a:p>
        </p:txBody>
      </p:sp>
      <p:sp>
        <p:nvSpPr>
          <p:cNvPr id="3" name="TextBox 2">
            <a:extLst>
              <a:ext uri="{FF2B5EF4-FFF2-40B4-BE49-F238E27FC236}">
                <a16:creationId xmlns:a16="http://schemas.microsoft.com/office/drawing/2014/main" id="{6DE3E4E2-3C6E-6773-16FC-849081B555E9}"/>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815861292"/>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AF992-B686-8E58-8A4A-DD381821039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087C8DA-C4EA-A688-14DB-B7370516673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ar-EG" altLang="en-US"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 name="Content Placeholder 3">
            <a:extLst>
              <a:ext uri="{FF2B5EF4-FFF2-40B4-BE49-F238E27FC236}">
                <a16:creationId xmlns:a16="http://schemas.microsoft.com/office/drawing/2014/main" id="{FC95976C-D9A7-1D37-CDF9-C30782EA889C}"/>
              </a:ext>
            </a:extLst>
          </p:cNvPr>
          <p:cNvGraphicFramePr>
            <a:graphicFrameLocks/>
          </p:cNvGraphicFramePr>
          <p:nvPr>
            <p:extLst>
              <p:ext uri="{D42A27DB-BD31-4B8C-83A1-F6EECF244321}">
                <p14:modId xmlns:p14="http://schemas.microsoft.com/office/powerpoint/2010/main" val="1451733688"/>
              </p:ext>
            </p:extLst>
          </p:nvPr>
        </p:nvGraphicFramePr>
        <p:xfrm>
          <a:off x="457199" y="1195201"/>
          <a:ext cx="4906889"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 Placeholder 2">
            <a:extLst>
              <a:ext uri="{FF2B5EF4-FFF2-40B4-BE49-F238E27FC236}">
                <a16:creationId xmlns:a16="http://schemas.microsoft.com/office/drawing/2014/main" id="{17F24B1E-DB39-4329-49A5-CF9523CBC0F9}"/>
              </a:ext>
            </a:extLst>
          </p:cNvPr>
          <p:cNvSpPr>
            <a:spLocks noGrp="1"/>
          </p:cNvSpPr>
          <p:nvPr>
            <p:ph type="body" sz="half" idx="2"/>
          </p:nvPr>
        </p:nvSpPr>
        <p:spPr>
          <a:xfrm>
            <a:off x="5508104" y="1195200"/>
            <a:ext cx="3288231" cy="4785396"/>
          </a:xfrm>
          <a:solidFill>
            <a:schemeClr val="accent5"/>
          </a:solidFill>
        </p:spPr>
        <p:txBody>
          <a:bodyPr rtlCol="1"/>
          <a:lstStyle/>
          <a:p>
            <a:pPr algn="ctr" rtl="1"/>
            <a:r>
              <a:rPr lang="ar-EG" sz="2800" b="1" dirty="0">
                <a:solidFill>
                  <a:schemeClr val="tx2"/>
                </a:solidFill>
                <a:latin typeface="Times New Roman" panose="02020603050405020304" pitchFamily="18" charset="0"/>
                <a:cs typeface="Times New Roman" panose="02020603050405020304" pitchFamily="18" charset="0"/>
              </a:rPr>
              <a:t>نتاج التعلم د</a:t>
            </a:r>
          </a:p>
          <a:p>
            <a:pPr rtl="1"/>
            <a:r>
              <a:rPr lang="ar-EG" sz="2000" b="1" dirty="0">
                <a:latin typeface="Times New Roman" panose="02020603050405020304" pitchFamily="18" charset="0"/>
                <a:cs typeface="Times New Roman" panose="02020603050405020304" pitchFamily="18" charset="0"/>
              </a:rPr>
              <a:t>إعداد خطة عمل وتسويق لعمل </a:t>
            </a:r>
            <a:br>
              <a:rPr lang="en-US" sz="2000" b="1" dirty="0">
                <a:latin typeface="Times New Roman" panose="02020603050405020304" pitchFamily="18" charset="0"/>
                <a:cs typeface="Times New Roman" panose="02020603050405020304" pitchFamily="18" charset="0"/>
              </a:rPr>
            </a:br>
            <a:r>
              <a:rPr lang="ar-EG" sz="2000" b="1" dirty="0">
                <a:latin typeface="Times New Roman" panose="02020603050405020304" pitchFamily="18" charset="0"/>
                <a:cs typeface="Times New Roman" panose="02020603050405020304" pitchFamily="18" charset="0"/>
              </a:rPr>
              <a:t>تجاري محدد</a:t>
            </a:r>
          </a:p>
          <a:p>
            <a:pPr rtl="1"/>
            <a:endParaRPr lang="ar-EG" altLang="en-US" sz="2000" dirty="0">
              <a:solidFill>
                <a:schemeClr val="tx2"/>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sz="2000" dirty="0">
                <a:solidFill>
                  <a:schemeClr val="tx2"/>
                </a:solidFill>
                <a:latin typeface="Times New Roman" panose="02020603050405020304" pitchFamily="18" charset="0"/>
                <a:cs typeface="Times New Roman" panose="02020603050405020304" pitchFamily="18" charset="0"/>
              </a:rPr>
              <a:t>دراسة جوانب خطة العمل، وأساليب التسويق والمبيعات وإستراتيجياتهم، واستخدام أبحاث السوق، والعناصر الرئيسة لخطة التسويق.</a:t>
            </a:r>
          </a:p>
        </p:txBody>
      </p:sp>
      <p:sp>
        <p:nvSpPr>
          <p:cNvPr id="2" name="TextBox 1">
            <a:extLst>
              <a:ext uri="{FF2B5EF4-FFF2-40B4-BE49-F238E27FC236}">
                <a16:creationId xmlns:a16="http://schemas.microsoft.com/office/drawing/2014/main" id="{5F8E3A20-D72B-54A9-7C9D-79CEB25DB36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492946963"/>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ADB4AE7-3EE7-793E-DB17-8DC002149131}"/>
              </a:ext>
            </a:extLst>
          </p:cNvPr>
          <p:cNvSpPr>
            <a:spLocks noGrp="1"/>
          </p:cNvSpPr>
          <p:nvPr>
            <p:ph type="title"/>
          </p:nvPr>
        </p:nvSpPr>
        <p:spPr>
          <a:xfrm>
            <a:off x="5678486" y="1195200"/>
            <a:ext cx="3008313" cy="433600"/>
          </a:xfrm>
        </p:spPr>
        <p:txBody>
          <a:bodyPr rtlCol="1"/>
          <a:lstStyle/>
          <a:p>
            <a:pPr rtl="1"/>
            <a:r>
              <a:rPr lang="ar-EG" dirty="0">
                <a:latin typeface="Times New Roman" panose="02020603050405020304" pitchFamily="18" charset="0"/>
                <a:cs typeface="Times New Roman" panose="02020603050405020304" pitchFamily="18" charset="0"/>
              </a:rPr>
              <a:t>د1 خطة العمل التجاري</a:t>
            </a:r>
          </a:p>
        </p:txBody>
      </p:sp>
      <p:graphicFrame>
        <p:nvGraphicFramePr>
          <p:cNvPr id="7" name="TextBox 4">
            <a:extLst>
              <a:ext uri="{FF2B5EF4-FFF2-40B4-BE49-F238E27FC236}">
                <a16:creationId xmlns:a16="http://schemas.microsoft.com/office/drawing/2014/main" id="{A27F6508-E9C4-4108-F8DF-4F51FCDEA960}"/>
              </a:ext>
            </a:extLst>
          </p:cNvPr>
          <p:cNvGraphicFramePr/>
          <p:nvPr>
            <p:extLst>
              <p:ext uri="{D42A27DB-BD31-4B8C-83A1-F6EECF244321}">
                <p14:modId xmlns:p14="http://schemas.microsoft.com/office/powerpoint/2010/main" val="2752751238"/>
              </p:ext>
            </p:extLst>
          </p:nvPr>
        </p:nvGraphicFramePr>
        <p:xfrm>
          <a:off x="457199" y="1195201"/>
          <a:ext cx="5111751" cy="53301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31BA281E-F2F6-46C8-6FE7-1C7625AD758C}"/>
              </a:ext>
            </a:extLst>
          </p:cNvPr>
          <p:cNvSpPr txBox="1">
            <a:spLocks/>
          </p:cNvSpPr>
          <p:nvPr/>
        </p:nvSpPr>
        <p:spPr bwMode="auto">
          <a:xfrm>
            <a:off x="5678488" y="1700808"/>
            <a:ext cx="3008313" cy="4680520"/>
          </a:xfrm>
          <a:prstGeom prst="rect">
            <a:avLst/>
          </a:prstGeom>
          <a:solidFill>
            <a:schemeClr val="accent5"/>
          </a:solidFill>
          <a:ln>
            <a:noFill/>
          </a:ln>
        </p:spPr>
        <p:txBody>
          <a:bodyPr vert="horz" wrap="square" lIns="91440" tIns="45720" rIns="91440" bIns="45720" numCol="1" rtlCol="1" anchor="b" anchorCtr="0" compatLnSpc="1">
            <a:prstTxWarp prst="textNoShape">
              <a:avLst/>
            </a:prstTxWarp>
          </a:bodyPr>
          <a:lstStyle>
            <a:lvl1pPr algn="r" rtl="1" eaLnBrk="0" fontAlgn="base" hangingPunct="0">
              <a:spcBef>
                <a:spcPct val="0"/>
              </a:spcBef>
              <a:spcAft>
                <a:spcPct val="0"/>
              </a:spcAft>
              <a:defRPr sz="20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kern="0" dirty="0">
                <a:latin typeface="Times New Roman" panose="02020603050405020304" pitchFamily="18" charset="0"/>
                <a:cs typeface="Times New Roman" panose="02020603050405020304" pitchFamily="18" charset="0"/>
              </a:rPr>
              <a:t>جوانب خطة العمل</a:t>
            </a:r>
          </a:p>
          <a:p>
            <a:pPr rtl="1"/>
            <a:endParaRPr lang="ar-EG" kern="0" dirty="0">
              <a:latin typeface="Times New Roman" panose="02020603050405020304" pitchFamily="18" charset="0"/>
              <a:cs typeface="Times New Roman" panose="02020603050405020304" pitchFamily="18" charset="0"/>
            </a:endParaRPr>
          </a:p>
          <a:p>
            <a:pPr rtl="1"/>
            <a:r>
              <a:rPr lang="ar-EG" b="0" kern="0" dirty="0">
                <a:latin typeface="Times New Roman" panose="02020603050405020304" pitchFamily="18" charset="0"/>
                <a:cs typeface="Times New Roman" panose="02020603050405020304" pitchFamily="18" charset="0"/>
              </a:rPr>
              <a:t>خطة العمل هي وثيقة رسمية </a:t>
            </a:r>
            <a:br>
              <a:rPr lang="en-US" b="0" kern="0" dirty="0">
                <a:latin typeface="Times New Roman" panose="02020603050405020304" pitchFamily="18" charset="0"/>
                <a:cs typeface="Times New Roman" panose="02020603050405020304" pitchFamily="18" charset="0"/>
              </a:rPr>
            </a:br>
            <a:r>
              <a:rPr lang="ar-EG" b="0" kern="0" dirty="0">
                <a:latin typeface="Times New Roman" panose="02020603050405020304" pitchFamily="18" charset="0"/>
                <a:cs typeface="Times New Roman" panose="02020603050405020304" pitchFamily="18" charset="0"/>
              </a:rPr>
              <a:t>توضح فكرة المشروع وترسمها </a:t>
            </a:r>
            <a:br>
              <a:rPr lang="en-US" b="0" kern="0" dirty="0">
                <a:latin typeface="Times New Roman" panose="02020603050405020304" pitchFamily="18" charset="0"/>
                <a:cs typeface="Times New Roman" panose="02020603050405020304" pitchFamily="18" charset="0"/>
              </a:rPr>
            </a:br>
            <a:r>
              <a:rPr lang="ar-EG" b="0" kern="0" dirty="0">
                <a:latin typeface="Times New Roman" panose="02020603050405020304" pitchFamily="18" charset="0"/>
                <a:cs typeface="Times New Roman" panose="02020603050405020304" pitchFamily="18" charset="0"/>
              </a:rPr>
              <a:t>في عناوين محددة.</a:t>
            </a:r>
          </a:p>
          <a:p>
            <a:pPr rtl="1"/>
            <a:endParaRPr lang="ar-EG" b="0" kern="0" dirty="0">
              <a:latin typeface="Times New Roman" panose="02020603050405020304" pitchFamily="18" charset="0"/>
              <a:cs typeface="Times New Roman" panose="02020603050405020304" pitchFamily="18" charset="0"/>
            </a:endParaRPr>
          </a:p>
          <a:p>
            <a:pPr rtl="1"/>
            <a:r>
              <a:rPr lang="ar-EG" b="0" kern="0" dirty="0">
                <a:latin typeface="Times New Roman" panose="02020603050405020304" pitchFamily="18" charset="0"/>
                <a:cs typeface="Times New Roman" panose="02020603050405020304" pitchFamily="18" charset="0"/>
              </a:rPr>
              <a:t>وعادةً تُعد باستخدام تكنولوجيا المعلومات، ما يتيح معالجة النصوص، وإنشاء الرسوم البيانية والمخططات، واستخدام الصور والروابط.</a:t>
            </a:r>
          </a:p>
          <a:p>
            <a:pPr rtl="1"/>
            <a:endParaRPr lang="ar-EG" b="0" kern="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2ECBA98-36A6-19A3-3D48-5FAF6A1DD4C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653601758"/>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94401DA-6915-759A-3AD6-DD87BC24D122}"/>
              </a:ext>
            </a:extLst>
          </p:cNvPr>
          <p:cNvSpPr txBox="1">
            <a:spLocks/>
          </p:cNvSpPr>
          <p:nvPr/>
        </p:nvSpPr>
        <p:spPr>
          <a:xfrm>
            <a:off x="498376" y="1108132"/>
            <a:ext cx="8147247" cy="36261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2000" b="1" kern="0" dirty="0">
                <a:latin typeface="Times New Roman" panose="02020603050405020304" pitchFamily="18" charset="0"/>
                <a:cs typeface="Times New Roman" panose="02020603050405020304" pitchFamily="18" charset="0"/>
              </a:rPr>
              <a:t>د1 خطة العمل التجاري</a:t>
            </a:r>
          </a:p>
        </p:txBody>
      </p:sp>
      <p:sp>
        <p:nvSpPr>
          <p:cNvPr id="10" name="TextBox 9">
            <a:extLst>
              <a:ext uri="{FF2B5EF4-FFF2-40B4-BE49-F238E27FC236}">
                <a16:creationId xmlns:a16="http://schemas.microsoft.com/office/drawing/2014/main" id="{1A63E5F0-B404-227D-89C9-39285EB3C725}"/>
              </a:ext>
            </a:extLst>
          </p:cNvPr>
          <p:cNvSpPr txBox="1"/>
          <p:nvPr/>
        </p:nvSpPr>
        <p:spPr>
          <a:xfrm>
            <a:off x="688167" y="1505467"/>
            <a:ext cx="7704856" cy="646331"/>
          </a:xfrm>
          <a:prstGeom prst="rect">
            <a:avLst/>
          </a:prstGeom>
          <a:solidFill>
            <a:schemeClr val="accent2">
              <a:lumMod val="20000"/>
              <a:lumOff val="80000"/>
            </a:schemeClr>
          </a:solidFill>
        </p:spPr>
        <p:txBody>
          <a:bodyPr wrap="square" rtlCol="1">
            <a:spAutoFit/>
          </a:bodyPr>
          <a:lstStyle/>
          <a:p>
            <a:pPr rtl="1"/>
            <a:r>
              <a:rPr lang="ar-EG" dirty="0">
                <a:latin typeface="Times New Roman" panose="02020603050405020304" pitchFamily="18" charset="0"/>
                <a:cs typeface="Times New Roman" panose="02020603050405020304" pitchFamily="18" charset="0"/>
              </a:rPr>
              <a:t>يدرس تحليل </a:t>
            </a:r>
            <a:r>
              <a:rPr lang="ar-EG" b="1" dirty="0">
                <a:latin typeface="Times New Roman" panose="02020603050405020304" pitchFamily="18" charset="0"/>
                <a:cs typeface="Times New Roman" panose="02020603050405020304" pitchFamily="18" charset="0"/>
              </a:rPr>
              <a:t>سوات</a:t>
            </a:r>
            <a:r>
              <a:rPr lang="ar-EG" dirty="0">
                <a:latin typeface="Times New Roman" panose="02020603050405020304" pitchFamily="18" charset="0"/>
                <a:cs typeface="Times New Roman" panose="02020603050405020304" pitchFamily="18" charset="0"/>
              </a:rPr>
              <a:t> عناصر القوة والضعف التي تُعد عوامل داخلية في المؤسسة، والفرص والتهديدات التي تُعد عوامل خارجية. </a:t>
            </a:r>
          </a:p>
        </p:txBody>
      </p:sp>
      <p:sp>
        <p:nvSpPr>
          <p:cNvPr id="6" name="TextBox 5">
            <a:extLst>
              <a:ext uri="{FF2B5EF4-FFF2-40B4-BE49-F238E27FC236}">
                <a16:creationId xmlns:a16="http://schemas.microsoft.com/office/drawing/2014/main" id="{8E0FFB95-1155-827D-B9C8-C4DF69E59982}"/>
              </a:ext>
            </a:extLst>
          </p:cNvPr>
          <p:cNvSpPr txBox="1"/>
          <p:nvPr/>
        </p:nvSpPr>
        <p:spPr>
          <a:xfrm flipH="1">
            <a:off x="4571999" y="2704315"/>
            <a:ext cx="3600400" cy="923330"/>
          </a:xfrm>
          <a:prstGeom prst="rect">
            <a:avLst/>
          </a:prstGeom>
          <a:solidFill>
            <a:schemeClr val="accent1">
              <a:lumMod val="90000"/>
            </a:schemeClr>
          </a:solidFill>
          <a:ln w="12700">
            <a:solidFill>
              <a:schemeClr val="accent6"/>
            </a:solidFill>
          </a:ln>
        </p:spPr>
        <p:txBody>
          <a:bodyPr wrap="square" rtlCol="1">
            <a:spAutoFit/>
          </a:bodyPr>
          <a:lstStyle/>
          <a:p>
            <a:pPr algn="ctr" rtl="1"/>
            <a:endParaRPr lang="ar-EG" b="1" dirty="0">
              <a:latin typeface="Times New Roman" panose="02020603050405020304" pitchFamily="18" charset="0"/>
              <a:cs typeface="Times New Roman" panose="02020603050405020304" pitchFamily="18" charset="0"/>
            </a:endParaRPr>
          </a:p>
          <a:p>
            <a:pPr algn="ctr" rtl="1"/>
            <a:r>
              <a:rPr lang="ar-EG" b="1" dirty="0">
                <a:latin typeface="Times New Roman" panose="02020603050405020304" pitchFamily="18" charset="0"/>
                <a:cs typeface="Times New Roman" panose="02020603050405020304" pitchFamily="18" charset="0"/>
              </a:rPr>
              <a:t>نقاط القوة</a:t>
            </a:r>
          </a:p>
          <a:p>
            <a:pPr rtl="1"/>
            <a:endParaRPr lang="ar-E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F45BDF5-D9A3-5EE8-5AE3-FE3767899C82}"/>
              </a:ext>
            </a:extLst>
          </p:cNvPr>
          <p:cNvSpPr txBox="1"/>
          <p:nvPr/>
        </p:nvSpPr>
        <p:spPr>
          <a:xfrm flipH="1">
            <a:off x="4571999" y="3645024"/>
            <a:ext cx="3600400" cy="923330"/>
          </a:xfrm>
          <a:prstGeom prst="rect">
            <a:avLst/>
          </a:prstGeom>
          <a:solidFill>
            <a:schemeClr val="accent1">
              <a:lumMod val="90000"/>
            </a:schemeClr>
          </a:solidFill>
          <a:ln w="12700">
            <a:solidFill>
              <a:schemeClr val="accent6"/>
            </a:solidFill>
          </a:ln>
        </p:spPr>
        <p:txBody>
          <a:bodyPr wrap="square" rtlCol="1">
            <a:spAutoFit/>
          </a:bodyPr>
          <a:lstStyle/>
          <a:p>
            <a:pPr algn="ctr" rtl="1"/>
            <a:endParaRPr lang="ar-EG" b="1" dirty="0">
              <a:latin typeface="Times New Roman" panose="02020603050405020304" pitchFamily="18" charset="0"/>
              <a:cs typeface="Times New Roman" panose="02020603050405020304" pitchFamily="18" charset="0"/>
            </a:endParaRPr>
          </a:p>
          <a:p>
            <a:pPr algn="ctr" rtl="1"/>
            <a:r>
              <a:rPr lang="ar-EG" b="1" dirty="0">
                <a:latin typeface="Times New Roman" panose="02020603050405020304" pitchFamily="18" charset="0"/>
                <a:cs typeface="Times New Roman" panose="02020603050405020304" pitchFamily="18" charset="0"/>
              </a:rPr>
              <a:t>نقاط الضعف</a:t>
            </a:r>
          </a:p>
          <a:p>
            <a:pPr rtl="1"/>
            <a:endParaRPr lang="ar-E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808EFA8-C293-2D6C-F395-115EB7465D84}"/>
              </a:ext>
            </a:extLst>
          </p:cNvPr>
          <p:cNvSpPr txBox="1"/>
          <p:nvPr/>
        </p:nvSpPr>
        <p:spPr>
          <a:xfrm flipH="1">
            <a:off x="940195" y="2704315"/>
            <a:ext cx="3600400" cy="923330"/>
          </a:xfrm>
          <a:prstGeom prst="rect">
            <a:avLst/>
          </a:prstGeom>
          <a:solidFill>
            <a:schemeClr val="accent6">
              <a:lumMod val="20000"/>
              <a:lumOff val="80000"/>
            </a:schemeClr>
          </a:solidFill>
          <a:ln w="12700">
            <a:solidFill>
              <a:schemeClr val="accent6"/>
            </a:solidFill>
          </a:ln>
        </p:spPr>
        <p:txBody>
          <a:bodyPr wrap="square" rtlCol="1">
            <a:spAutoFit/>
          </a:bodyPr>
          <a:lstStyle/>
          <a:p>
            <a:pPr algn="ctr" rtl="1"/>
            <a:endParaRPr lang="ar-EG" b="1" dirty="0">
              <a:latin typeface="Times New Roman" panose="02020603050405020304" pitchFamily="18" charset="0"/>
              <a:cs typeface="Times New Roman" panose="02020603050405020304" pitchFamily="18" charset="0"/>
            </a:endParaRPr>
          </a:p>
          <a:p>
            <a:pPr algn="ctr" rtl="1"/>
            <a:r>
              <a:rPr lang="ar-EG" b="1" dirty="0">
                <a:latin typeface="Times New Roman" panose="02020603050405020304" pitchFamily="18" charset="0"/>
                <a:cs typeface="Times New Roman" panose="02020603050405020304" pitchFamily="18" charset="0"/>
              </a:rPr>
              <a:t>الفرص</a:t>
            </a:r>
          </a:p>
          <a:p>
            <a:pPr algn="ctr" rtl="1"/>
            <a:endParaRPr lang="ar-EG"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FCF2462-1A3A-BF7F-8CC5-1117CB08B4D9}"/>
              </a:ext>
            </a:extLst>
          </p:cNvPr>
          <p:cNvSpPr txBox="1"/>
          <p:nvPr/>
        </p:nvSpPr>
        <p:spPr>
          <a:xfrm flipH="1">
            <a:off x="949348" y="3627645"/>
            <a:ext cx="3600400" cy="923330"/>
          </a:xfrm>
          <a:prstGeom prst="rect">
            <a:avLst/>
          </a:prstGeom>
          <a:solidFill>
            <a:schemeClr val="accent6">
              <a:lumMod val="20000"/>
              <a:lumOff val="80000"/>
            </a:schemeClr>
          </a:solidFill>
          <a:ln w="12700">
            <a:solidFill>
              <a:schemeClr val="accent6"/>
            </a:solidFill>
          </a:ln>
        </p:spPr>
        <p:txBody>
          <a:bodyPr wrap="square" rtlCol="1">
            <a:spAutoFit/>
          </a:bodyPr>
          <a:lstStyle/>
          <a:p>
            <a:pPr algn="ctr" rtl="1"/>
            <a:endParaRPr lang="ar-EG" b="1" dirty="0">
              <a:latin typeface="Times New Roman" panose="02020603050405020304" pitchFamily="18" charset="0"/>
              <a:cs typeface="Times New Roman" panose="02020603050405020304" pitchFamily="18" charset="0"/>
            </a:endParaRPr>
          </a:p>
          <a:p>
            <a:pPr algn="ctr" rtl="1"/>
            <a:r>
              <a:rPr lang="ar-EG" b="1" dirty="0">
                <a:latin typeface="Times New Roman" panose="02020603050405020304" pitchFamily="18" charset="0"/>
                <a:cs typeface="Times New Roman" panose="02020603050405020304" pitchFamily="18" charset="0"/>
              </a:rPr>
              <a:t>التهديدات</a:t>
            </a:r>
          </a:p>
          <a:p>
            <a:pPr rtl="1"/>
            <a:endParaRPr lang="ar-EG"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79ADDAE4-6803-567F-4EE6-257B5B3F2E23}"/>
              </a:ext>
            </a:extLst>
          </p:cNvPr>
          <p:cNvSpPr txBox="1">
            <a:spLocks/>
          </p:cNvSpPr>
          <p:nvPr/>
        </p:nvSpPr>
        <p:spPr>
          <a:xfrm flipH="1">
            <a:off x="4554908" y="2264765"/>
            <a:ext cx="3600400" cy="43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1800" b="1" kern="0" dirty="0">
                <a:latin typeface="Times New Roman" panose="02020603050405020304" pitchFamily="18" charset="0"/>
                <a:cs typeface="Times New Roman" panose="02020603050405020304" pitchFamily="18" charset="0"/>
              </a:rPr>
              <a:t>العوامل الداخلية</a:t>
            </a:r>
          </a:p>
        </p:txBody>
      </p:sp>
      <p:sp>
        <p:nvSpPr>
          <p:cNvPr id="12" name="Title 1">
            <a:extLst>
              <a:ext uri="{FF2B5EF4-FFF2-40B4-BE49-F238E27FC236}">
                <a16:creationId xmlns:a16="http://schemas.microsoft.com/office/drawing/2014/main" id="{A4907C72-4C0E-CA74-97E1-028FAA980C59}"/>
              </a:ext>
            </a:extLst>
          </p:cNvPr>
          <p:cNvSpPr txBox="1">
            <a:spLocks/>
          </p:cNvSpPr>
          <p:nvPr/>
        </p:nvSpPr>
        <p:spPr>
          <a:xfrm flipH="1">
            <a:off x="954508" y="2258815"/>
            <a:ext cx="3600400" cy="43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EG" sz="1800" b="1" kern="0" dirty="0">
                <a:latin typeface="Times New Roman" panose="02020603050405020304" pitchFamily="18" charset="0"/>
                <a:cs typeface="Times New Roman" panose="02020603050405020304" pitchFamily="18" charset="0"/>
              </a:rPr>
              <a:t>العوامل الخارجية</a:t>
            </a:r>
          </a:p>
        </p:txBody>
      </p:sp>
      <p:sp>
        <p:nvSpPr>
          <p:cNvPr id="13" name="TextBox 12">
            <a:extLst>
              <a:ext uri="{FF2B5EF4-FFF2-40B4-BE49-F238E27FC236}">
                <a16:creationId xmlns:a16="http://schemas.microsoft.com/office/drawing/2014/main" id="{C2E8272C-F050-94C4-3750-85E290F6718D}"/>
              </a:ext>
            </a:extLst>
          </p:cNvPr>
          <p:cNvSpPr txBox="1"/>
          <p:nvPr/>
        </p:nvSpPr>
        <p:spPr>
          <a:xfrm flipH="1">
            <a:off x="4572000" y="4725144"/>
            <a:ext cx="3583309" cy="1477328"/>
          </a:xfrm>
          <a:prstGeom prst="rect">
            <a:avLst/>
          </a:prstGeom>
          <a:solidFill>
            <a:schemeClr val="accent5"/>
          </a:solidFill>
        </p:spPr>
        <p:txBody>
          <a:bodyPr wrap="square" rtlCol="1">
            <a:spAutoFit/>
          </a:bodyPr>
          <a:lstStyle/>
          <a:p>
            <a:pPr rtl="1"/>
            <a:r>
              <a:rPr lang="ar-EG" dirty="0">
                <a:latin typeface="Times New Roman" panose="02020603050405020304" pitchFamily="18" charset="0"/>
                <a:cs typeface="Times New Roman" panose="02020603050405020304" pitchFamily="18" charset="0"/>
              </a:rPr>
              <a:t>يركّز</a:t>
            </a:r>
            <a:r>
              <a:rPr lang="ar-EG" b="1" dirty="0">
                <a:latin typeface="Times New Roman" panose="02020603050405020304" pitchFamily="18" charset="0"/>
                <a:cs typeface="Times New Roman" panose="02020603050405020304" pitchFamily="18" charset="0"/>
              </a:rPr>
              <a:t> التقييم المالي</a:t>
            </a:r>
            <a:r>
              <a:rPr lang="ar-EG" dirty="0">
                <a:latin typeface="Times New Roman" panose="02020603050405020304" pitchFamily="18" charset="0"/>
                <a:cs typeface="Times New Roman" panose="02020603050405020304" pitchFamily="18" charset="0"/>
              </a:rPr>
              <a:t> على المؤشرات الرئيسة للأداء المالي:</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إيرادات المبيعات.</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إجمالي الربح وهامش إجمالي الربح.</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صافي الربح وهامش صافي الربح. </a:t>
            </a:r>
          </a:p>
        </p:txBody>
      </p:sp>
      <p:sp>
        <p:nvSpPr>
          <p:cNvPr id="14" name="TextBox 13">
            <a:extLst>
              <a:ext uri="{FF2B5EF4-FFF2-40B4-BE49-F238E27FC236}">
                <a16:creationId xmlns:a16="http://schemas.microsoft.com/office/drawing/2014/main" id="{44DBFAEB-0B54-E8CF-C534-EA02EA7D5875}"/>
              </a:ext>
            </a:extLst>
          </p:cNvPr>
          <p:cNvSpPr txBox="1"/>
          <p:nvPr/>
        </p:nvSpPr>
        <p:spPr>
          <a:xfrm flipH="1">
            <a:off x="954508" y="4750841"/>
            <a:ext cx="3456384" cy="1477328"/>
          </a:xfrm>
          <a:prstGeom prst="rect">
            <a:avLst/>
          </a:prstGeom>
          <a:solidFill>
            <a:schemeClr val="accent5"/>
          </a:solidFill>
        </p:spPr>
        <p:txBody>
          <a:bodyPr wrap="square" rtlCol="1">
            <a:spAutoFit/>
          </a:bodyPr>
          <a:lstStyle/>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إذا كانت المؤسسة تعمل في مجال</a:t>
            </a:r>
            <a:r>
              <a:rPr lang="ar-EG" b="1" dirty="0">
                <a:latin typeface="Times New Roman" panose="02020603050405020304" pitchFamily="18" charset="0"/>
                <a:cs typeface="Times New Roman" panose="02020603050405020304" pitchFamily="18" charset="0"/>
              </a:rPr>
              <a:t> البيع بالتجزئة</a:t>
            </a:r>
            <a:r>
              <a:rPr lang="ar-EG" dirty="0">
                <a:latin typeface="Times New Roman" panose="02020603050405020304" pitchFamily="18" charset="0"/>
                <a:cs typeface="Times New Roman" panose="02020603050405020304" pitchFamily="18" charset="0"/>
              </a:rPr>
              <a:t>، فقد تركز على المبيعات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أو الأرباح لكل متر</a:t>
            </a:r>
            <a:r>
              <a:rPr lang="ar-EG" baseline="30000" dirty="0">
                <a:latin typeface="Times New Roman" panose="02020603050405020304" pitchFamily="18" charset="0"/>
                <a:cs typeface="Times New Roman" panose="02020603050405020304" pitchFamily="18" charset="0"/>
              </a:rPr>
              <a:t>2.</a:t>
            </a:r>
          </a:p>
          <a:p>
            <a:pPr marL="285750" indent="-285750" rtl="1">
              <a:buFont typeface="Arial" panose="020B0604020202020204" pitchFamily="34" charset="0"/>
              <a:buChar char="•"/>
            </a:pPr>
            <a:r>
              <a:rPr lang="ar-EG" dirty="0">
                <a:latin typeface="Times New Roman" panose="02020603050405020304" pitchFamily="18" charset="0"/>
                <a:cs typeface="Times New Roman" panose="02020603050405020304" pitchFamily="18" charset="0"/>
              </a:rPr>
              <a:t>أما إذا كانت </a:t>
            </a:r>
            <a:r>
              <a:rPr lang="ar-EG" b="1" dirty="0">
                <a:latin typeface="Times New Roman" panose="02020603050405020304" pitchFamily="18" charset="0"/>
                <a:cs typeface="Times New Roman" panose="02020603050405020304" pitchFamily="18" charset="0"/>
              </a:rPr>
              <a:t>شركة تصنيع</a:t>
            </a:r>
            <a:r>
              <a:rPr lang="ar-EG"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ar-EG" dirty="0">
                <a:latin typeface="Times New Roman" panose="02020603050405020304" pitchFamily="18" charset="0"/>
                <a:cs typeface="Times New Roman" panose="02020603050405020304" pitchFamily="18" charset="0"/>
              </a:rPr>
              <a:t>فتركز على متوسط تكلفة الإنتاج.</a:t>
            </a:r>
          </a:p>
        </p:txBody>
      </p:sp>
      <p:sp>
        <p:nvSpPr>
          <p:cNvPr id="2" name="TextBox 1">
            <a:extLst>
              <a:ext uri="{FF2B5EF4-FFF2-40B4-BE49-F238E27FC236}">
                <a16:creationId xmlns:a16="http://schemas.microsoft.com/office/drawing/2014/main" id="{6D665A08-3E87-0F90-3A4B-4D3D9645D70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631334900"/>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48A6F-8447-8E5C-E372-7A86AC3EE1A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A9E2742-B28F-0CAA-1BCF-3BC1E2E75E32}"/>
              </a:ext>
            </a:extLst>
          </p:cNvPr>
          <p:cNvSpPr>
            <a:spLocks noGrp="1" noChangeArrowheads="1"/>
          </p:cNvSpPr>
          <p:nvPr>
            <p:ph type="title"/>
          </p:nvPr>
        </p:nvSpPr>
        <p:spPr bwMode="auto">
          <a:xfrm>
            <a:off x="261950" y="1126332"/>
            <a:ext cx="8640960" cy="4304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1800" b="1" dirty="0">
                <a:latin typeface="Times New Roman" panose="02020603050405020304" pitchFamily="18" charset="0"/>
                <a:cs typeface="Times New Roman" panose="02020603050405020304" pitchFamily="18" charset="0"/>
              </a:rPr>
              <a:t>د1 خطة العمل التجاري</a:t>
            </a:r>
            <a:br>
              <a:rPr lang="ar-EG" sz="1600" dirty="0">
                <a:latin typeface="Times New Roman" panose="02020603050405020304" pitchFamily="18" charset="0"/>
                <a:cs typeface="Times New Roman" panose="02020603050405020304" pitchFamily="18" charset="0"/>
              </a:rPr>
            </a:br>
            <a:br>
              <a:rPr lang="ar-EG" altLang="en-US" sz="2000" dirty="0">
                <a:latin typeface="Times New Roman" panose="02020603050405020304" pitchFamily="18" charset="0"/>
                <a:cs typeface="Times New Roman" panose="02020603050405020304" pitchFamily="18" charset="0"/>
              </a:rPr>
            </a:br>
            <a:endParaRPr lang="ar-EG" altLang="en-US" sz="2000" dirty="0">
              <a:latin typeface="Times New Roman" panose="02020603050405020304" pitchFamily="18" charset="0"/>
              <a:cs typeface="Times New Roman" panose="02020603050405020304" pitchFamily="18" charset="0"/>
            </a:endParaRPr>
          </a:p>
        </p:txBody>
      </p:sp>
      <p:sp>
        <p:nvSpPr>
          <p:cNvPr id="30723" name="Content Placeholder 3">
            <a:extLst>
              <a:ext uri="{FF2B5EF4-FFF2-40B4-BE49-F238E27FC236}">
                <a16:creationId xmlns:a16="http://schemas.microsoft.com/office/drawing/2014/main" id="{21E3A342-6059-9B7E-1303-3628451D22B7}"/>
              </a:ext>
            </a:extLst>
          </p:cNvPr>
          <p:cNvSpPr>
            <a:spLocks noGrp="1" noChangeArrowheads="1"/>
          </p:cNvSpPr>
          <p:nvPr>
            <p:ph sz="half" idx="2"/>
          </p:nvPr>
        </p:nvSpPr>
        <p:spPr bwMode="auto">
          <a:xfrm>
            <a:off x="4572000" y="2389152"/>
            <a:ext cx="4107929" cy="3342516"/>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EG" sz="1800" dirty="0">
                <a:latin typeface="Times New Roman" panose="02020603050405020304" pitchFamily="18" charset="0"/>
                <a:cs typeface="Times New Roman" panose="02020603050405020304" pitchFamily="18" charset="0"/>
              </a:rPr>
              <a:t>قد تمتلك المؤسسة </a:t>
            </a:r>
            <a:r>
              <a:rPr lang="ar-EG" sz="1800" b="1" dirty="0">
                <a:latin typeface="Times New Roman" panose="02020603050405020304" pitchFamily="18" charset="0"/>
                <a:cs typeface="Times New Roman" panose="02020603050405020304" pitchFamily="18" charset="0"/>
              </a:rPr>
              <a:t>أنظمة </a:t>
            </a:r>
            <a:r>
              <a:rPr lang="ar-EG" sz="1800" b="1" dirty="0">
                <a:effectLst/>
                <a:latin typeface="Times New Roman" panose="02020603050405020304" pitchFamily="18" charset="0"/>
                <a:cs typeface="Times New Roman" panose="02020603050405020304" pitchFamily="18" charset="0"/>
              </a:rPr>
              <a:t>رسمية</a:t>
            </a:r>
            <a:r>
              <a:rPr lang="ar-EG" sz="1800" dirty="0">
                <a:latin typeface="Times New Roman" panose="02020603050405020304" pitchFamily="18" charset="0"/>
                <a:cs typeface="Times New Roman" panose="02020603050405020304" pitchFamily="18" charset="0"/>
              </a:rPr>
              <a:t> منظمة ومهيكلة، مثل: </a:t>
            </a:r>
          </a:p>
          <a:p>
            <a:pPr marL="0" indent="0" rtl="1">
              <a:buNone/>
            </a:pPr>
            <a:endParaRPr lang="ar-EG" sz="1800" dirty="0">
              <a:latin typeface="Times New Roman" panose="02020603050405020304" pitchFamily="18" charset="0"/>
              <a:cs typeface="Times New Roman" panose="02020603050405020304" pitchFamily="18" charset="0"/>
            </a:endParaRPr>
          </a:p>
          <a:p>
            <a:pPr rtl="1"/>
            <a:r>
              <a:rPr lang="ar-EG" sz="1800" dirty="0">
                <a:latin typeface="Times New Roman" panose="02020603050405020304" pitchFamily="18" charset="0"/>
                <a:cs typeface="Times New Roman" panose="02020603050405020304" pitchFamily="18" charset="0"/>
              </a:rPr>
              <a:t>بطاقات التعليقات</a:t>
            </a:r>
          </a:p>
          <a:p>
            <a:pPr rtl="1"/>
            <a:r>
              <a:rPr lang="ar-EG" sz="1800" dirty="0">
                <a:latin typeface="Times New Roman" panose="02020603050405020304" pitchFamily="18" charset="0"/>
                <a:cs typeface="Times New Roman" panose="02020603050405020304" pitchFamily="18" charset="0"/>
              </a:rPr>
              <a:t>خاصية تقديم الملاحظات على موقعها الإلكتروني أو الشبكة الداخلية </a:t>
            </a:r>
          </a:p>
          <a:p>
            <a:pPr rtl="1"/>
            <a:r>
              <a:rPr lang="ar-EG" sz="1800" dirty="0">
                <a:latin typeface="Times New Roman" panose="02020603050405020304" pitchFamily="18" charset="0"/>
                <a:cs typeface="Times New Roman" panose="02020603050405020304" pitchFamily="18" charset="0"/>
              </a:rPr>
              <a:t>الاتصالات الهاتفية </a:t>
            </a:r>
          </a:p>
          <a:p>
            <a:pPr rtl="1"/>
            <a:r>
              <a:rPr lang="ar-EG" sz="1800" dirty="0">
                <a:latin typeface="Times New Roman" panose="02020603050405020304" pitchFamily="18" charset="0"/>
                <a:cs typeface="Times New Roman" panose="02020603050405020304" pitchFamily="18" charset="0"/>
              </a:rPr>
              <a:t>الاستبيانات والاستطلاعات</a:t>
            </a:r>
          </a:p>
          <a:p>
            <a:pPr rtl="1"/>
            <a:r>
              <a:rPr lang="ar-EG" sz="1800" dirty="0">
                <a:latin typeface="Times New Roman" panose="02020603050405020304" pitchFamily="18" charset="0"/>
                <a:cs typeface="Times New Roman" panose="02020603050405020304" pitchFamily="18" charset="0"/>
              </a:rPr>
              <a:t>المنتديات ومجموعات التركيز</a:t>
            </a:r>
          </a:p>
          <a:p>
            <a:pPr rtl="1"/>
            <a:r>
              <a:rPr lang="ar-EG" sz="1800" dirty="0">
                <a:latin typeface="Times New Roman" panose="02020603050405020304" pitchFamily="18" charset="0"/>
                <a:cs typeface="Times New Roman" panose="02020603050405020304" pitchFamily="18" charset="0"/>
              </a:rPr>
              <a:t>العملاء السريّون</a:t>
            </a:r>
          </a:p>
        </p:txBody>
      </p:sp>
      <p:sp>
        <p:nvSpPr>
          <p:cNvPr id="4" name="TextBox 3">
            <a:extLst>
              <a:ext uri="{FF2B5EF4-FFF2-40B4-BE49-F238E27FC236}">
                <a16:creationId xmlns:a16="http://schemas.microsoft.com/office/drawing/2014/main" id="{A054CF23-5A48-A23E-55B6-361965DA04B0}"/>
              </a:ext>
            </a:extLst>
          </p:cNvPr>
          <p:cNvSpPr txBox="1"/>
          <p:nvPr/>
        </p:nvSpPr>
        <p:spPr>
          <a:xfrm>
            <a:off x="394273" y="1501596"/>
            <a:ext cx="8210174" cy="400110"/>
          </a:xfrm>
          <a:prstGeom prst="rect">
            <a:avLst/>
          </a:prstGeom>
          <a:solidFill>
            <a:schemeClr val="accent6">
              <a:lumMod val="20000"/>
              <a:lumOff val="80000"/>
            </a:schemeClr>
          </a:solidFill>
        </p:spPr>
        <p:txBody>
          <a:bodyPr wrap="square" rtlCol="1">
            <a:spAutoFit/>
          </a:bodyPr>
          <a:lstStyle/>
          <a:p>
            <a:pPr rtl="1"/>
            <a:r>
              <a:rPr lang="ar-EG" sz="2000" dirty="0">
                <a:latin typeface="Times New Roman" panose="02020603050405020304" pitchFamily="18" charset="0"/>
                <a:cs typeface="Times New Roman" panose="02020603050405020304" pitchFamily="18" charset="0"/>
              </a:rPr>
              <a:t>يمكن للمؤسسة تقييم جودة أدائها وفاعليتها بإجرائها لاستبيانات رضا الموظفين والعملاء.</a:t>
            </a:r>
          </a:p>
        </p:txBody>
      </p:sp>
      <p:grpSp>
        <p:nvGrpSpPr>
          <p:cNvPr id="5" name="Group 4">
            <a:extLst>
              <a:ext uri="{FF2B5EF4-FFF2-40B4-BE49-F238E27FC236}">
                <a16:creationId xmlns:a16="http://schemas.microsoft.com/office/drawing/2014/main" id="{748DB9F1-54F8-022B-5CF4-CFB22A17C7C6}"/>
              </a:ext>
            </a:extLst>
          </p:cNvPr>
          <p:cNvGrpSpPr/>
          <p:nvPr/>
        </p:nvGrpSpPr>
        <p:grpSpPr>
          <a:xfrm>
            <a:off x="328990" y="4437112"/>
            <a:ext cx="4050098" cy="2269669"/>
            <a:chOff x="0" y="215426"/>
            <a:chExt cx="2564804" cy="1398306"/>
          </a:xfrm>
        </p:grpSpPr>
        <p:sp>
          <p:nvSpPr>
            <p:cNvPr id="6" name="Rectangle 5">
              <a:extLst>
                <a:ext uri="{FF2B5EF4-FFF2-40B4-BE49-F238E27FC236}">
                  <a16:creationId xmlns:a16="http://schemas.microsoft.com/office/drawing/2014/main" id="{7E0FBB30-E4E1-2391-E3D9-81FA5F2A5CDB}"/>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FDBF140-12FD-C57B-A283-4E0DDFCA7B73}"/>
                </a:ext>
              </a:extLst>
            </p:cNvPr>
            <p:cNvSpPr txBox="1"/>
            <p:nvPr/>
          </p:nvSpPr>
          <p:spPr>
            <a:xfrm>
              <a:off x="99896" y="244851"/>
              <a:ext cx="241163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1600" b="1" dirty="0">
                  <a:solidFill>
                    <a:srgbClr val="7030A0"/>
                  </a:solidFill>
                  <a:latin typeface="Times New Roman" panose="02020603050405020304" pitchFamily="18" charset="0"/>
                  <a:cs typeface="Times New Roman" panose="02020603050405020304" pitchFamily="18" charset="0"/>
                </a:rPr>
                <a:t>مناقشة:</a:t>
              </a:r>
              <a:endParaRPr lang="ar-EG" sz="1600" dirty="0">
                <a:solidFill>
                  <a:srgbClr val="7030A0"/>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هل سبق لك أن قدمت تعليقات حول تجاربك </a:t>
              </a:r>
              <a:br>
                <a:rPr lang="en-US" dirty="0">
                  <a:solidFill>
                    <a:srgbClr val="7030A0"/>
                  </a:solidFill>
                  <a:latin typeface="Times New Roman" panose="02020603050405020304" pitchFamily="18" charset="0"/>
                  <a:cs typeface="Times New Roman" panose="02020603050405020304" pitchFamily="18" charset="0"/>
                </a:rPr>
              </a:br>
              <a:r>
                <a:rPr lang="ar-EG" dirty="0">
                  <a:solidFill>
                    <a:srgbClr val="7030A0"/>
                  </a:solidFill>
                  <a:latin typeface="Times New Roman" panose="02020603050405020304" pitchFamily="18" charset="0"/>
                  <a:cs typeface="Times New Roman" panose="02020603050405020304" pitchFamily="18" charset="0"/>
                </a:rPr>
                <a:t>إلى مؤسسة تعمل في مجال الرياضة </a:t>
              </a:r>
              <a:br>
                <a:rPr lang="en-US" dirty="0">
                  <a:solidFill>
                    <a:srgbClr val="7030A0"/>
                  </a:solidFill>
                  <a:latin typeface="Times New Roman" panose="02020603050405020304" pitchFamily="18" charset="0"/>
                  <a:cs typeface="Times New Roman" panose="02020603050405020304" pitchFamily="18" charset="0"/>
                </a:rPr>
              </a:br>
              <a:r>
                <a:rPr lang="ar-EG" dirty="0">
                  <a:solidFill>
                    <a:srgbClr val="7030A0"/>
                  </a:solidFill>
                  <a:latin typeface="Times New Roman" panose="02020603050405020304" pitchFamily="18" charset="0"/>
                  <a:cs typeface="Times New Roman" panose="02020603050405020304" pitchFamily="18" charset="0"/>
                </a:rPr>
                <a:t>والترفيه التفاعلي؟</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كيف فعلت ذلك؟</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هل كانت هذه التعليقات إيجابية أم سلبية؟</a:t>
              </a:r>
            </a:p>
          </p:txBody>
        </p:sp>
      </p:grpSp>
      <p:pic>
        <p:nvPicPr>
          <p:cNvPr id="2" name="Picture 1" descr="A hand pointing at a yellow and green smiley face with a blue line&#10;&#10;AI-generated content may be incorrect.">
            <a:extLst>
              <a:ext uri="{FF2B5EF4-FFF2-40B4-BE49-F238E27FC236}">
                <a16:creationId xmlns:a16="http://schemas.microsoft.com/office/drawing/2014/main" id="{F76646F7-286F-3E8B-28DA-B0661FB4341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4137" y="2389695"/>
            <a:ext cx="3993931" cy="1802712"/>
          </a:xfrm>
          <a:prstGeom prst="rect">
            <a:avLst/>
          </a:prstGeom>
        </p:spPr>
      </p:pic>
      <p:sp>
        <p:nvSpPr>
          <p:cNvPr id="3" name="TextBox 2">
            <a:extLst>
              <a:ext uri="{FF2B5EF4-FFF2-40B4-BE49-F238E27FC236}">
                <a16:creationId xmlns:a16="http://schemas.microsoft.com/office/drawing/2014/main" id="{8C7F7A62-435D-20AD-82F7-366BFE2399D7}"/>
              </a:ext>
            </a:extLst>
          </p:cNvPr>
          <p:cNvSpPr txBox="1"/>
          <p:nvPr/>
        </p:nvSpPr>
        <p:spPr>
          <a:xfrm>
            <a:off x="7970520" y="6564028"/>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53477816"/>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48A6F-8447-8E5C-E372-7A86AC3EE1A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A9E2742-B28F-0CAA-1BCF-3BC1E2E75E32}"/>
              </a:ext>
            </a:extLst>
          </p:cNvPr>
          <p:cNvSpPr>
            <a:spLocks noGrp="1" noChangeArrowheads="1"/>
          </p:cNvSpPr>
          <p:nvPr>
            <p:ph type="title"/>
          </p:nvPr>
        </p:nvSpPr>
        <p:spPr bwMode="auto">
          <a:xfrm>
            <a:off x="268519" y="1277418"/>
            <a:ext cx="4207682" cy="3584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2000" b="1" dirty="0">
                <a:latin typeface="Times New Roman" panose="02020603050405020304" pitchFamily="18" charset="0"/>
                <a:cs typeface="Times New Roman" panose="02020603050405020304" pitchFamily="18" charset="0"/>
              </a:rPr>
              <a:t>د1 خطة العمل التجاري</a:t>
            </a:r>
            <a:br>
              <a:rPr lang="ar-EG" sz="2000" b="1" dirty="0">
                <a:effectLst/>
                <a:latin typeface="Times New Roman" panose="02020603050405020304" pitchFamily="18" charset="0"/>
                <a:cs typeface="Times New Roman" panose="02020603050405020304" pitchFamily="18" charset="0"/>
              </a:rPr>
            </a:br>
            <a:br>
              <a:rPr lang="ar-EG" sz="2000" b="1" dirty="0">
                <a:effectLst/>
                <a:latin typeface="Times New Roman" panose="02020603050405020304" pitchFamily="18" charset="0"/>
                <a:cs typeface="Times New Roman" panose="02020603050405020304" pitchFamily="18" charset="0"/>
              </a:rPr>
            </a:br>
            <a:br>
              <a:rPr lang="ar-EG" sz="2000" dirty="0">
                <a:effectLst/>
                <a:latin typeface="Times New Roman" panose="02020603050405020304" pitchFamily="18" charset="0"/>
                <a:cs typeface="Times New Roman" panose="02020603050405020304" pitchFamily="18" charset="0"/>
              </a:rPr>
            </a:br>
            <a:br>
              <a:rPr lang="ar-EG" altLang="en-US" sz="2000" dirty="0">
                <a:latin typeface="Times New Roman" panose="02020603050405020304" pitchFamily="18" charset="0"/>
                <a:cs typeface="Times New Roman" panose="02020603050405020304" pitchFamily="18" charset="0"/>
              </a:rPr>
            </a:br>
            <a:endParaRPr lang="ar-EG" altLang="en-US" sz="2000" dirty="0">
              <a:latin typeface="Times New Roman" panose="02020603050405020304" pitchFamily="18" charset="0"/>
              <a:cs typeface="Times New Roman" panose="02020603050405020304" pitchFamily="18" charset="0"/>
            </a:endParaRPr>
          </a:p>
        </p:txBody>
      </p:sp>
      <p:sp>
        <p:nvSpPr>
          <p:cNvPr id="30723" name="Content Placeholder 3">
            <a:extLst>
              <a:ext uri="{FF2B5EF4-FFF2-40B4-BE49-F238E27FC236}">
                <a16:creationId xmlns:a16="http://schemas.microsoft.com/office/drawing/2014/main" id="{21E3A342-6059-9B7E-1303-3628451D22B7}"/>
              </a:ext>
            </a:extLst>
          </p:cNvPr>
          <p:cNvSpPr>
            <a:spLocks noGrp="1" noChangeArrowheads="1"/>
          </p:cNvSpPr>
          <p:nvPr>
            <p:ph sz="half" idx="2"/>
          </p:nvPr>
        </p:nvSpPr>
        <p:spPr bwMode="auto">
          <a:xfrm>
            <a:off x="4779977" y="1277008"/>
            <a:ext cx="3985640" cy="5212092"/>
          </a:xfrm>
          <a:solidFill>
            <a:schemeClr val="accent5"/>
          </a:solidFill>
        </p:spPr>
        <p:txBody>
          <a:bodyPr vert="horz" wrap="square" lIns="91440" tIns="45720" rIns="91440" bIns="45720" numCol="1" rtlCol="1" anchor="t" anchorCtr="0" compatLnSpc="1">
            <a:prstTxWarp prst="textNoShape">
              <a:avLst/>
            </a:prstTxWarp>
          </a:bodyPr>
          <a:lstStyle/>
          <a:p>
            <a:pPr marL="0" indent="0" rtl="1">
              <a:lnSpc>
                <a:spcPct val="130000"/>
              </a:lnSpc>
              <a:buNone/>
            </a:pPr>
            <a:r>
              <a:rPr lang="ar-EG" sz="1800" dirty="0">
                <a:latin typeface="Times New Roman" panose="02020603050405020304" pitchFamily="18" charset="0"/>
                <a:cs typeface="Times New Roman" panose="02020603050405020304" pitchFamily="18" charset="0"/>
              </a:rPr>
              <a:t>قد تستخدم المؤسسات أيضًا </a:t>
            </a:r>
            <a:r>
              <a:rPr lang="ar-EG" sz="1800" dirty="0">
                <a:effectLst/>
                <a:latin typeface="Times New Roman" panose="02020603050405020304" pitchFamily="18" charset="0"/>
                <a:cs typeface="Times New Roman" panose="02020603050405020304" pitchFamily="18" charset="0"/>
              </a:rPr>
              <a:t>أنظمة غير رسمية</a:t>
            </a:r>
            <a:r>
              <a:rPr lang="ar-EG" sz="1800" b="1" dirty="0">
                <a:latin typeface="Times New Roman" panose="02020603050405020304" pitchFamily="18" charset="0"/>
                <a:cs typeface="Times New Roman" panose="02020603050405020304" pitchFamily="18" charset="0"/>
              </a:rPr>
              <a:t> للتحقق من </a:t>
            </a:r>
            <a:r>
              <a:rPr lang="ar-EG" sz="1800" dirty="0">
                <a:latin typeface="Times New Roman" panose="02020603050405020304" pitchFamily="18" charset="0"/>
                <a:cs typeface="Times New Roman" panose="02020603050405020304" pitchFamily="18" charset="0"/>
              </a:rPr>
              <a:t>رضا العملاء، مثل: </a:t>
            </a:r>
            <a:endParaRPr lang="ar-EG" sz="1800" dirty="0">
              <a:effectLst/>
              <a:latin typeface="Times New Roman" panose="02020603050405020304" pitchFamily="18" charset="0"/>
              <a:cs typeface="Times New Roman" panose="02020603050405020304" pitchFamily="18" charset="0"/>
            </a:endParaRPr>
          </a:p>
          <a:p>
            <a:pPr rtl="1">
              <a:lnSpc>
                <a:spcPct val="130000"/>
              </a:lnSpc>
              <a:buFont typeface="Courier New" panose="02070309020205020404" pitchFamily="49" charset="0"/>
              <a:buChar char="o"/>
            </a:pPr>
            <a:r>
              <a:rPr lang="ar-EG" sz="1800" dirty="0">
                <a:latin typeface="Times New Roman" panose="02020603050405020304" pitchFamily="18" charset="0"/>
                <a:cs typeface="Times New Roman" panose="02020603050405020304" pitchFamily="18" charset="0"/>
              </a:rPr>
              <a:t>تسجيل تعليقات العملاء المقدّمة للموظفين أو المنشورة على وسائل التواصل الاجتماعي</a:t>
            </a:r>
          </a:p>
          <a:p>
            <a:pPr rtl="1">
              <a:lnSpc>
                <a:spcPct val="130000"/>
              </a:lnSpc>
              <a:buFont typeface="Courier New" panose="02070309020205020404" pitchFamily="49" charset="0"/>
              <a:buChar char="o"/>
            </a:pPr>
            <a:r>
              <a:rPr lang="ar-EG" sz="1800" dirty="0">
                <a:latin typeface="Times New Roman" panose="02020603050405020304" pitchFamily="18" charset="0"/>
                <a:cs typeface="Times New Roman" panose="02020603050405020304" pitchFamily="18" charset="0"/>
              </a:rPr>
              <a:t>الاطلاع على تعليقات العملاء على مواقع التقييم مثل TripAdvisor و Trustpilot.</a:t>
            </a:r>
          </a:p>
          <a:p>
            <a:pPr rtl="1">
              <a:lnSpc>
                <a:spcPct val="130000"/>
              </a:lnSpc>
              <a:buFont typeface="Courier New" panose="02070309020205020404" pitchFamily="49" charset="0"/>
              <a:buChar char="o"/>
            </a:pPr>
            <a:r>
              <a:rPr lang="ar-EG" sz="1800" dirty="0">
                <a:latin typeface="Times New Roman" panose="02020603050405020304" pitchFamily="18" charset="0"/>
                <a:cs typeface="Times New Roman" panose="02020603050405020304" pitchFamily="18" charset="0"/>
              </a:rPr>
              <a:t>حساب عدد العملاء الجدد المحالين بتوصية من عملاء حاليين.</a:t>
            </a:r>
          </a:p>
          <a:p>
            <a:pPr rtl="1">
              <a:lnSpc>
                <a:spcPct val="130000"/>
              </a:lnSpc>
              <a:buFont typeface="Courier New" panose="02070309020205020404" pitchFamily="49" charset="0"/>
              <a:buChar char="o"/>
            </a:pPr>
            <a:r>
              <a:rPr lang="ar-EG" sz="1800" dirty="0">
                <a:latin typeface="Times New Roman" panose="02020603050405020304" pitchFamily="18" charset="0"/>
                <a:cs typeface="Times New Roman" panose="02020603050405020304" pitchFamily="18" charset="0"/>
              </a:rPr>
              <a:t>عدد الشكاوى المقدّمة من العملاء.</a:t>
            </a:r>
          </a:p>
          <a:p>
            <a:pPr rtl="1">
              <a:lnSpc>
                <a:spcPct val="130000"/>
              </a:lnSpc>
            </a:pPr>
            <a:endParaRPr lang="ar-EG" sz="1800" dirty="0">
              <a:latin typeface="Times New Roman" panose="02020603050405020304" pitchFamily="18" charset="0"/>
              <a:cs typeface="Times New Roman" panose="02020603050405020304" pitchFamily="18" charset="0"/>
            </a:endParaRPr>
          </a:p>
          <a:p>
            <a:pPr marL="0" indent="0" rtl="1">
              <a:lnSpc>
                <a:spcPct val="130000"/>
              </a:lnSpc>
              <a:buNone/>
            </a:pPr>
            <a:r>
              <a:rPr lang="ar-EG" sz="1800" dirty="0">
                <a:latin typeface="Times New Roman" panose="02020603050405020304" pitchFamily="18" charset="0"/>
                <a:cs typeface="Times New Roman" panose="02020603050405020304" pitchFamily="18" charset="0"/>
              </a:rPr>
              <a:t>وللتحقق من مدى احتفاظ المؤسسة بعملائها، يمكنها فحص عدد العملاء المتكررين وحساب معدل الاحتفاظ بالعملاء.</a:t>
            </a:r>
          </a:p>
        </p:txBody>
      </p:sp>
      <p:grpSp>
        <p:nvGrpSpPr>
          <p:cNvPr id="3" name="Group 2">
            <a:extLst>
              <a:ext uri="{FF2B5EF4-FFF2-40B4-BE49-F238E27FC236}">
                <a16:creationId xmlns:a16="http://schemas.microsoft.com/office/drawing/2014/main" id="{AA7670BA-77B9-F988-12CA-079081800062}"/>
              </a:ext>
            </a:extLst>
          </p:cNvPr>
          <p:cNvGrpSpPr/>
          <p:nvPr/>
        </p:nvGrpSpPr>
        <p:grpSpPr>
          <a:xfrm>
            <a:off x="121616" y="4939511"/>
            <a:ext cx="4253152" cy="1582900"/>
            <a:chOff x="-27716" y="215426"/>
            <a:chExt cx="2592520" cy="1398306"/>
          </a:xfrm>
        </p:grpSpPr>
        <p:sp>
          <p:nvSpPr>
            <p:cNvPr id="4" name="Rectangle 3">
              <a:extLst>
                <a:ext uri="{FF2B5EF4-FFF2-40B4-BE49-F238E27FC236}">
                  <a16:creationId xmlns:a16="http://schemas.microsoft.com/office/drawing/2014/main" id="{5D38DBF9-E50A-58BB-F331-B69D8D5E850F}"/>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E6966D5-4D1D-FBD1-CDFA-A559BC830AF0}"/>
                </a:ext>
              </a:extLst>
            </p:cNvPr>
            <p:cNvSpPr txBox="1"/>
            <p:nvPr/>
          </p:nvSpPr>
          <p:spPr>
            <a:xfrm>
              <a:off x="-27716"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b="1" dirty="0">
                  <a:solidFill>
                    <a:srgbClr val="7030A0"/>
                  </a:solidFill>
                  <a:latin typeface="Times New Roman" panose="02020603050405020304" pitchFamily="18" charset="0"/>
                  <a:cs typeface="Times New Roman" panose="02020603050405020304" pitchFamily="18" charset="0"/>
                </a:rPr>
                <a:t>مناقشة:</a:t>
              </a:r>
              <a:endParaRPr lang="ar-EG" dirty="0">
                <a:solidFill>
                  <a:srgbClr val="7030A0"/>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هل تقرأ المراجعات عبر الإنترنت قبل الاشتراك </a:t>
              </a:r>
              <a:br>
                <a:rPr lang="en-US" dirty="0">
                  <a:solidFill>
                    <a:srgbClr val="7030A0"/>
                  </a:solidFill>
                  <a:latin typeface="Times New Roman" panose="02020603050405020304" pitchFamily="18" charset="0"/>
                  <a:cs typeface="Times New Roman" panose="02020603050405020304" pitchFamily="18" charset="0"/>
                </a:rPr>
              </a:br>
              <a:r>
                <a:rPr lang="ar-EG" dirty="0">
                  <a:solidFill>
                    <a:srgbClr val="7030A0"/>
                  </a:solidFill>
                  <a:latin typeface="Times New Roman" panose="02020603050405020304" pitchFamily="18" charset="0"/>
                  <a:cs typeface="Times New Roman" panose="02020603050405020304" pitchFamily="18" charset="0"/>
                </a:rPr>
                <a:t>في نادي رياضي؟</a:t>
              </a:r>
            </a:p>
            <a:p>
              <a:pPr marL="285750" indent="-285750" rtl="1">
                <a:buFont typeface="Arial" panose="020B0604020202020204" pitchFamily="34" charset="0"/>
                <a:buChar char="•"/>
              </a:pPr>
              <a:r>
                <a:rPr lang="ar-EG" dirty="0">
                  <a:solidFill>
                    <a:srgbClr val="7030A0"/>
                  </a:solidFill>
                  <a:latin typeface="Times New Roman" panose="02020603050405020304" pitchFamily="18" charset="0"/>
                  <a:cs typeface="Times New Roman" panose="02020603050405020304" pitchFamily="18" charset="0"/>
                </a:rPr>
                <a:t>ولماذا أو لما لا؟</a:t>
              </a:r>
            </a:p>
          </p:txBody>
        </p:sp>
      </p:grpSp>
      <p:pic>
        <p:nvPicPr>
          <p:cNvPr id="6" name="Picture 5" descr="A colorful meter with different faces&#10;&#10;AI-generated content may be incorrect.">
            <a:extLst>
              <a:ext uri="{FF2B5EF4-FFF2-40B4-BE49-F238E27FC236}">
                <a16:creationId xmlns:a16="http://schemas.microsoft.com/office/drawing/2014/main" id="{A0EE4E4D-BA57-1C2B-02CB-ECAB88C4EA4C}"/>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159920" y="1957552"/>
            <a:ext cx="4201873" cy="2833302"/>
          </a:xfrm>
          <a:prstGeom prst="rect">
            <a:avLst/>
          </a:prstGeom>
        </p:spPr>
      </p:pic>
      <p:sp>
        <p:nvSpPr>
          <p:cNvPr id="2" name="TextBox 1">
            <a:extLst>
              <a:ext uri="{FF2B5EF4-FFF2-40B4-BE49-F238E27FC236}">
                <a16:creationId xmlns:a16="http://schemas.microsoft.com/office/drawing/2014/main" id="{90F38EC5-B2DD-0C18-CDB3-810E4BCF67D7}"/>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582907974"/>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7CF7CBC3-4513-3EB8-46DD-9B021F818424}"/>
              </a:ext>
            </a:extLst>
          </p:cNvPr>
          <p:cNvSpPr>
            <a:spLocks noGrp="1" noChangeArrowheads="1"/>
          </p:cNvSpPr>
          <p:nvPr>
            <p:ph type="title"/>
          </p:nvPr>
        </p:nvSpPr>
        <p:spPr bwMode="auto">
          <a:xfrm>
            <a:off x="4788024" y="1115943"/>
            <a:ext cx="4104456"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sz="1800" b="1" dirty="0">
                <a:latin typeface="Times New Roman" panose="02020603050405020304" pitchFamily="18" charset="0"/>
                <a:cs typeface="Times New Roman" panose="02020603050405020304" pitchFamily="18" charset="0"/>
              </a:rPr>
              <a:t>د2 التسويق والمبيعات</a:t>
            </a:r>
            <a:endParaRPr lang="ar-EG" alt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F1EDB4-B959-5F59-1746-17F0F9A546CA}"/>
              </a:ext>
            </a:extLst>
          </p:cNvPr>
          <p:cNvSpPr txBox="1"/>
          <p:nvPr/>
        </p:nvSpPr>
        <p:spPr>
          <a:xfrm>
            <a:off x="5035140" y="1567614"/>
            <a:ext cx="3672407" cy="461665"/>
          </a:xfrm>
          <a:prstGeom prst="rect">
            <a:avLst/>
          </a:prstGeom>
          <a:solidFill>
            <a:schemeClr val="accent1">
              <a:lumMod val="90000"/>
            </a:schemeClr>
          </a:solidFill>
        </p:spPr>
        <p:txBody>
          <a:bodyPr wrap="square" rtlCol="1">
            <a:spAutoFit/>
          </a:bodyPr>
          <a:lstStyle/>
          <a:p>
            <a:pPr algn="ctr" rtl="1"/>
            <a:r>
              <a:rPr lang="ar-EG" sz="2400" b="1" dirty="0">
                <a:effectLst/>
                <a:latin typeface="Times New Roman" panose="02020603050405020304" pitchFamily="18" charset="0"/>
                <a:cs typeface="Times New Roman" panose="02020603050405020304" pitchFamily="18" charset="0"/>
              </a:rPr>
              <a:t>تكتيكات التسويق والمبيعات</a:t>
            </a:r>
          </a:p>
        </p:txBody>
      </p:sp>
      <p:grpSp>
        <p:nvGrpSpPr>
          <p:cNvPr id="8" name="Group 7">
            <a:extLst>
              <a:ext uri="{FF2B5EF4-FFF2-40B4-BE49-F238E27FC236}">
                <a16:creationId xmlns:a16="http://schemas.microsoft.com/office/drawing/2014/main" id="{0E491384-2AF8-7EC4-AEC6-C28A09BDC14E}"/>
              </a:ext>
            </a:extLst>
          </p:cNvPr>
          <p:cNvGrpSpPr/>
          <p:nvPr/>
        </p:nvGrpSpPr>
        <p:grpSpPr>
          <a:xfrm>
            <a:off x="129092" y="1268761"/>
            <a:ext cx="4475502" cy="5250374"/>
            <a:chOff x="0" y="177287"/>
            <a:chExt cx="2681582" cy="1735979"/>
          </a:xfrm>
        </p:grpSpPr>
        <p:sp>
          <p:nvSpPr>
            <p:cNvPr id="9" name="Rectangle 8">
              <a:extLst>
                <a:ext uri="{FF2B5EF4-FFF2-40B4-BE49-F238E27FC236}">
                  <a16:creationId xmlns:a16="http://schemas.microsoft.com/office/drawing/2014/main" id="{9A7D2976-4526-E6A5-8CC3-5356CB4F53B5}"/>
                </a:ext>
              </a:extLst>
            </p:cNvPr>
            <p:cNvSpPr/>
            <p:nvPr/>
          </p:nvSpPr>
          <p:spPr>
            <a:xfrm>
              <a:off x="0" y="177287"/>
              <a:ext cx="2681582" cy="1735979"/>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ar-EG" sz="1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F3AB222-A004-6D43-30BD-44561BDCEE03}"/>
                </a:ext>
              </a:extLst>
            </p:cNvPr>
            <p:cNvSpPr txBox="1"/>
            <p:nvPr/>
          </p:nvSpPr>
          <p:spPr>
            <a:xfrm>
              <a:off x="0" y="291920"/>
              <a:ext cx="2610680" cy="15709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EG" sz="2000" b="1" i="0" u="none" strike="noStrike" dirty="0">
                  <a:solidFill>
                    <a:srgbClr val="7030A0"/>
                  </a:solidFill>
                  <a:effectLst/>
                  <a:latin typeface="Times New Roman" panose="02020603050405020304" pitchFamily="18" charset="0"/>
                  <a:cs typeface="Times New Roman" panose="02020603050405020304" pitchFamily="18" charset="0"/>
                </a:rPr>
                <a:t>مناقشة جماعية</a:t>
              </a:r>
              <a:r>
                <a:rPr lang="ar-EG" sz="2000" i="0" u="none" strike="noStrike" dirty="0">
                  <a:solidFill>
                    <a:srgbClr val="7030A0"/>
                  </a:solidFill>
                  <a:effectLst/>
                  <a:latin typeface="Times New Roman" panose="02020603050405020304" pitchFamily="18" charset="0"/>
                  <a:cs typeface="Times New Roman" panose="02020603050405020304" pitchFamily="18" charset="0"/>
                </a:rPr>
                <a:t>: إعادة تذكير بعناصر المزيج التسويقي الأربعة</a:t>
              </a:r>
            </a:p>
            <a:p>
              <a:pPr rtl="1"/>
              <a:endParaRPr lang="ar-EG" dirty="0">
                <a:solidFill>
                  <a:schemeClr val="tx1"/>
                </a:solidFill>
                <a:latin typeface="Times New Roman" panose="02020603050405020304" pitchFamily="18" charset="0"/>
                <a:cs typeface="Times New Roman" panose="02020603050405020304" pitchFamily="18" charset="0"/>
              </a:endParaRPr>
            </a:p>
            <a:p>
              <a:pPr rtl="1"/>
              <a:r>
                <a:rPr lang="ar-EG" dirty="0">
                  <a:solidFill>
                    <a:schemeClr val="tx1"/>
                  </a:solidFill>
                  <a:latin typeface="Times New Roman" panose="02020603050405020304" pitchFamily="18" charset="0"/>
                  <a:cs typeface="Times New Roman" panose="02020603050405020304" pitchFamily="18" charset="0"/>
                </a:rPr>
                <a:t>فكر في إقامة مشروع في مجال الرياضة والترفيه التفاعلي في منطقتك.</a:t>
              </a:r>
            </a:p>
            <a:p>
              <a:pPr rtl="1"/>
              <a:endParaRPr lang="ar-EG" dirty="0">
                <a:solidFill>
                  <a:schemeClr val="tx1"/>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chemeClr val="tx1"/>
                  </a:solidFill>
                  <a:latin typeface="Times New Roman" panose="02020603050405020304" pitchFamily="18" charset="0"/>
                  <a:cs typeface="Times New Roman" panose="02020603050405020304" pitchFamily="18" charset="0"/>
                </a:rPr>
                <a:t>ما السوق التي تستهدفها؟</a:t>
              </a:r>
            </a:p>
            <a:p>
              <a:pPr marL="285750" indent="-285750" rtl="1">
                <a:buFont typeface="Arial" panose="020B0604020202020204" pitchFamily="34" charset="0"/>
                <a:buChar char="•"/>
              </a:pPr>
              <a:endParaRPr lang="ar-EG" dirty="0">
                <a:solidFill>
                  <a:schemeClr val="tx1"/>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chemeClr val="tx1"/>
                  </a:solidFill>
                  <a:latin typeface="Times New Roman" panose="02020603050405020304" pitchFamily="18" charset="0"/>
                  <a:cs typeface="Times New Roman" panose="02020603050405020304" pitchFamily="18" charset="0"/>
                </a:rPr>
                <a:t>ما السلع والخدمات التي ستبيعها؟ وهل هي فريدة </a:t>
              </a:r>
              <a:br>
                <a:rPr lang="en-US" dirty="0">
                  <a:solidFill>
                    <a:schemeClr val="tx1"/>
                  </a:solidFill>
                  <a:latin typeface="Times New Roman" panose="02020603050405020304" pitchFamily="18" charset="0"/>
                  <a:cs typeface="Times New Roman" panose="02020603050405020304" pitchFamily="18" charset="0"/>
                </a:rPr>
              </a:br>
              <a:r>
                <a:rPr lang="ar-EG" dirty="0">
                  <a:solidFill>
                    <a:schemeClr val="tx1"/>
                  </a:solidFill>
                  <a:latin typeface="Times New Roman" panose="02020603050405020304" pitchFamily="18" charset="0"/>
                  <a:cs typeface="Times New Roman" panose="02020603050405020304" pitchFamily="18" charset="0"/>
                </a:rPr>
                <a:t>من نوعها؟</a:t>
              </a:r>
            </a:p>
            <a:p>
              <a:pPr marL="285750" indent="-285750" rtl="1">
                <a:buFont typeface="Arial" panose="020B0604020202020204" pitchFamily="34" charset="0"/>
                <a:buChar char="•"/>
              </a:pPr>
              <a:endParaRPr lang="ar-EG" dirty="0">
                <a:solidFill>
                  <a:schemeClr val="tx1"/>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chemeClr val="tx1"/>
                  </a:solidFill>
                  <a:latin typeface="Times New Roman" panose="02020603050405020304" pitchFamily="18" charset="0"/>
                  <a:cs typeface="Times New Roman" panose="02020603050405020304" pitchFamily="18" charset="0"/>
                </a:rPr>
                <a:t>وما إستراتيجية التسعير التي ستتبعها؟</a:t>
              </a:r>
            </a:p>
            <a:p>
              <a:pPr marL="285750" indent="-285750" rtl="1">
                <a:buFont typeface="Arial" panose="020B0604020202020204" pitchFamily="34" charset="0"/>
                <a:buChar char="•"/>
              </a:pPr>
              <a:endParaRPr lang="ar-EG" dirty="0">
                <a:solidFill>
                  <a:schemeClr val="tx1"/>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chemeClr val="tx1"/>
                  </a:solidFill>
                  <a:latin typeface="Times New Roman" panose="02020603050405020304" pitchFamily="18" charset="0"/>
                  <a:cs typeface="Times New Roman" panose="02020603050405020304" pitchFamily="18" charset="0"/>
                </a:rPr>
                <a:t>ما الصورة التجارية التي ستروّج لها، </a:t>
              </a:r>
              <a:br>
                <a:rPr lang="en-US" dirty="0">
                  <a:solidFill>
                    <a:schemeClr val="tx1"/>
                  </a:solidFill>
                  <a:latin typeface="Times New Roman" panose="02020603050405020304" pitchFamily="18" charset="0"/>
                  <a:cs typeface="Times New Roman" panose="02020603050405020304" pitchFamily="18" charset="0"/>
                </a:rPr>
              </a:br>
              <a:r>
                <a:rPr lang="ar-EG" dirty="0">
                  <a:solidFill>
                    <a:schemeClr val="tx1"/>
                  </a:solidFill>
                  <a:latin typeface="Times New Roman" panose="02020603050405020304" pitchFamily="18" charset="0"/>
                  <a:cs typeface="Times New Roman" panose="02020603050405020304" pitchFamily="18" charset="0"/>
                </a:rPr>
                <a:t>وكيف ستفعل ذلك؟</a:t>
              </a:r>
            </a:p>
            <a:p>
              <a:pPr marL="285750" indent="-285750" rtl="1">
                <a:buFont typeface="Arial" panose="020B0604020202020204" pitchFamily="34" charset="0"/>
                <a:buChar char="•"/>
              </a:pPr>
              <a:endParaRPr lang="ar-EG" dirty="0">
                <a:solidFill>
                  <a:schemeClr val="tx1"/>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r>
                <a:rPr lang="ar-EG" dirty="0">
                  <a:solidFill>
                    <a:schemeClr val="tx1"/>
                  </a:solidFill>
                  <a:latin typeface="Times New Roman" panose="02020603050405020304" pitchFamily="18" charset="0"/>
                  <a:cs typeface="Times New Roman" panose="02020603050405020304" pitchFamily="18" charset="0"/>
                </a:rPr>
                <a:t>هل ستتخذ مقرًا فعليًا أم ستبيع عبر الإنترنت؟</a:t>
              </a:r>
            </a:p>
            <a:p>
              <a:pPr marL="285750" indent="-285750" rtl="1">
                <a:buFont typeface="Arial" panose="020B0604020202020204" pitchFamily="34" charset="0"/>
                <a:buChar char="•"/>
              </a:pPr>
              <a:endParaRPr lang="ar-EG" sz="1400" dirty="0">
                <a:solidFill>
                  <a:srgbClr val="7030A0"/>
                </a:solidFill>
                <a:latin typeface="Times New Roman" panose="02020603050405020304" pitchFamily="18" charset="0"/>
                <a:cs typeface="Times New Roman" panose="02020603050405020304" pitchFamily="18" charset="0"/>
              </a:endParaRPr>
            </a:p>
          </p:txBody>
        </p:sp>
      </p:grpSp>
      <p:graphicFrame>
        <p:nvGraphicFramePr>
          <p:cNvPr id="2" name="Content Placeholder 3">
            <a:extLst>
              <a:ext uri="{FF2B5EF4-FFF2-40B4-BE49-F238E27FC236}">
                <a16:creationId xmlns:a16="http://schemas.microsoft.com/office/drawing/2014/main" id="{8B9134F4-C952-4502-B4B6-090C1ECFBC80}"/>
              </a:ext>
            </a:extLst>
          </p:cNvPr>
          <p:cNvGraphicFramePr>
            <a:graphicFrameLocks/>
          </p:cNvGraphicFramePr>
          <p:nvPr>
            <p:extLst>
              <p:ext uri="{D42A27DB-BD31-4B8C-83A1-F6EECF244321}">
                <p14:modId xmlns:p14="http://schemas.microsoft.com/office/powerpoint/2010/main" val="1410583939"/>
              </p:ext>
            </p:extLst>
          </p:nvPr>
        </p:nvGraphicFramePr>
        <p:xfrm>
          <a:off x="4994221" y="2508399"/>
          <a:ext cx="3754243" cy="38729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5F636F04-AE2A-94B5-E494-E1E434603A1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1007173279"/>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7CF7CBC3-4513-3EB8-46DD-9B021F818424}"/>
              </a:ext>
            </a:extLst>
          </p:cNvPr>
          <p:cNvSpPr>
            <a:spLocks noGrp="1" noChangeArrowheads="1"/>
          </p:cNvSpPr>
          <p:nvPr>
            <p:ph type="title"/>
          </p:nvPr>
        </p:nvSpPr>
        <p:spPr bwMode="auto">
          <a:xfrm>
            <a:off x="179512"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latin typeface="Arial"/>
                <a:cs typeface="Arial"/>
              </a:rPr>
              <a:t>د2 التسويق والمبيعات</a:t>
            </a:r>
            <a:endParaRPr lang="en-GB" altLang="en-US" sz="2400" b="1" dirty="0"/>
          </a:p>
        </p:txBody>
      </p:sp>
      <p:sp>
        <p:nvSpPr>
          <p:cNvPr id="3" name="Freeform: Shape 2">
            <a:extLst>
              <a:ext uri="{FF2B5EF4-FFF2-40B4-BE49-F238E27FC236}">
                <a16:creationId xmlns:a16="http://schemas.microsoft.com/office/drawing/2014/main" id="{07CF9DFB-B5A6-5B60-99C4-5E90EAEA31D7}"/>
              </a:ext>
            </a:extLst>
          </p:cNvPr>
          <p:cNvSpPr/>
          <p:nvPr/>
        </p:nvSpPr>
        <p:spPr>
          <a:xfrm flipH="1">
            <a:off x="725314" y="1929892"/>
            <a:ext cx="4094110" cy="4307417"/>
          </a:xfrm>
          <a:custGeom>
            <a:avLst/>
            <a:gdLst>
              <a:gd name="connsiteX0" fmla="*/ 0 w 4094110"/>
              <a:gd name="connsiteY0" fmla="*/ 682365 h 4110622"/>
              <a:gd name="connsiteX1" fmla="*/ 682365 w 4094110"/>
              <a:gd name="connsiteY1" fmla="*/ 0 h 4110622"/>
              <a:gd name="connsiteX2" fmla="*/ 3411745 w 4094110"/>
              <a:gd name="connsiteY2" fmla="*/ 0 h 4110622"/>
              <a:gd name="connsiteX3" fmla="*/ 4094110 w 4094110"/>
              <a:gd name="connsiteY3" fmla="*/ 682365 h 4110622"/>
              <a:gd name="connsiteX4" fmla="*/ 4094110 w 4094110"/>
              <a:gd name="connsiteY4" fmla="*/ 3428257 h 4110622"/>
              <a:gd name="connsiteX5" fmla="*/ 3411745 w 4094110"/>
              <a:gd name="connsiteY5" fmla="*/ 4110622 h 4110622"/>
              <a:gd name="connsiteX6" fmla="*/ 682365 w 4094110"/>
              <a:gd name="connsiteY6" fmla="*/ 4110622 h 4110622"/>
              <a:gd name="connsiteX7" fmla="*/ 0 w 4094110"/>
              <a:gd name="connsiteY7" fmla="*/ 3428257 h 4110622"/>
              <a:gd name="connsiteX8" fmla="*/ 0 w 4094110"/>
              <a:gd name="connsiteY8" fmla="*/ 682365 h 4110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94110" h="4110622">
                <a:moveTo>
                  <a:pt x="0" y="682365"/>
                </a:moveTo>
                <a:cubicBezTo>
                  <a:pt x="0" y="305505"/>
                  <a:pt x="305505" y="0"/>
                  <a:pt x="682365" y="0"/>
                </a:cubicBezTo>
                <a:lnTo>
                  <a:pt x="3411745" y="0"/>
                </a:lnTo>
                <a:cubicBezTo>
                  <a:pt x="3788605" y="0"/>
                  <a:pt x="4094110" y="305505"/>
                  <a:pt x="4094110" y="682365"/>
                </a:cubicBezTo>
                <a:lnTo>
                  <a:pt x="4094110" y="3428257"/>
                </a:lnTo>
                <a:cubicBezTo>
                  <a:pt x="4094110" y="3805117"/>
                  <a:pt x="3788605" y="4110622"/>
                  <a:pt x="3411745" y="4110622"/>
                </a:cubicBezTo>
                <a:lnTo>
                  <a:pt x="682365" y="4110622"/>
                </a:lnTo>
                <a:cubicBezTo>
                  <a:pt x="305505" y="4110622"/>
                  <a:pt x="0" y="3805117"/>
                  <a:pt x="0" y="3428257"/>
                </a:cubicBezTo>
                <a:lnTo>
                  <a:pt x="0" y="68236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76058" tIns="237958" rIns="276058" bIns="237958" numCol="1" spcCol="1270" rtlCol="1" anchor="ctr" anchorCtr="0">
            <a:noAutofit/>
          </a:bodyPr>
          <a:lstStyle/>
          <a:p>
            <a:pPr marL="0" marR="0" lvl="0" indent="0" defTabSz="889000" rtl="1" eaLnBrk="1" fontAlgn="auto" latinLnBrk="0" hangingPunct="1">
              <a:lnSpc>
                <a:spcPct val="100000"/>
              </a:lnSpc>
              <a:spcBef>
                <a:spcPts val="600"/>
              </a:spcBef>
              <a:spcAft>
                <a:spcPts val="600"/>
              </a:spcAft>
              <a:buClrTx/>
              <a:buSzTx/>
              <a:buFontTx/>
              <a:buNone/>
              <a:tabLst/>
              <a:defRPr/>
            </a:pPr>
            <a:r>
              <a:rPr lang="ar" sz="2000" b="1" kern="1200" dirty="0">
                <a:solidFill>
                  <a:srgbClr val="000000"/>
                </a:solidFill>
                <a:latin typeface="Times New Roman" panose="02020603050405020304" pitchFamily="18" charset="0"/>
                <a:cs typeface="Times New Roman" panose="02020603050405020304" pitchFamily="18" charset="0"/>
              </a:rPr>
              <a:t>الحضور الإلكتروني (على الإنترنت</a:t>
            </a:r>
            <a:r>
              <a:rPr lang="ar" sz="2000" kern="1200" dirty="0">
                <a:solidFill>
                  <a:srgbClr val="000000"/>
                </a:solidFill>
                <a:latin typeface="Times New Roman" panose="02020603050405020304" pitchFamily="18" charset="0"/>
                <a:cs typeface="Times New Roman" panose="02020603050405020304" pitchFamily="18" charset="0"/>
              </a:rPr>
              <a:t>):</a:t>
            </a:r>
            <a:br>
              <a:rPr lang="en-US" sz="2000" kern="1200" dirty="0">
                <a:solidFill>
                  <a:srgbClr val="000000"/>
                </a:solidFill>
                <a:latin typeface="Times New Roman" panose="02020603050405020304" pitchFamily="18" charset="0"/>
                <a:cs typeface="Times New Roman" panose="02020603050405020304" pitchFamily="18" charset="0"/>
              </a:rPr>
            </a:br>
            <a:r>
              <a:rPr lang="ar" sz="2000" kern="1200" dirty="0">
                <a:solidFill>
                  <a:srgbClr val="000000"/>
                </a:solidFill>
                <a:latin typeface="Times New Roman" panose="02020603050405020304" pitchFamily="18" charset="0"/>
                <a:cs typeface="Times New Roman" panose="02020603050405020304" pitchFamily="18" charset="0"/>
              </a:rPr>
              <a:t>مثل الصفحات على وسائل التواصل الاجتماعي أو المواقع الإلكترونية.</a:t>
            </a:r>
          </a:p>
          <a:p>
            <a:pPr marL="0" marR="0" lvl="0" indent="0" defTabSz="914400" rtl="1" eaLnBrk="1" fontAlgn="auto" latinLnBrk="0" hangingPunct="1">
              <a:lnSpc>
                <a:spcPct val="100000"/>
              </a:lnSpc>
              <a:spcBef>
                <a:spcPts val="600"/>
              </a:spcBef>
              <a:spcAft>
                <a:spcPts val="600"/>
              </a:spcAft>
              <a:buClrTx/>
              <a:buSzTx/>
              <a:buFontTx/>
              <a:buNone/>
              <a:tabLst/>
              <a:defRPr/>
            </a:pPr>
            <a:r>
              <a:rPr lang="ar" sz="2000" b="1" kern="1200" dirty="0">
                <a:solidFill>
                  <a:schemeClr val="tx1"/>
                </a:solidFill>
                <a:latin typeface="Times New Roman" panose="02020603050405020304" pitchFamily="18" charset="0"/>
                <a:cs typeface="Times New Roman" panose="02020603050405020304" pitchFamily="18" charset="0"/>
              </a:rPr>
              <a:t>الأدوات الورقية</a:t>
            </a:r>
            <a:r>
              <a:rPr lang="ar" sz="2000" b="0" kern="1200" dirty="0">
                <a:solidFill>
                  <a:schemeClr val="tx1"/>
                </a:solidFill>
                <a:latin typeface="Times New Roman" panose="02020603050405020304" pitchFamily="18" charset="0"/>
                <a:cs typeface="Times New Roman" panose="02020603050405020304" pitchFamily="18" charset="0"/>
              </a:rPr>
              <a:t>: </a:t>
            </a:r>
            <a:r>
              <a:rPr lang="ar" sz="2000" kern="1200" dirty="0">
                <a:solidFill>
                  <a:schemeClr val="tx1"/>
                </a:solidFill>
                <a:latin typeface="Times New Roman" panose="02020603050405020304" pitchFamily="18" charset="0"/>
                <a:cs typeface="Times New Roman" panose="02020603050405020304" pitchFamily="18" charset="0"/>
              </a:rPr>
              <a:t>مثل المنشورات والكتيبات وبطاقات العمل </a:t>
            </a:r>
          </a:p>
          <a:p>
            <a:pPr marL="0" marR="0" lvl="0" indent="0" defTabSz="914400" rtl="1" eaLnBrk="1" fontAlgn="auto" latinLnBrk="0" hangingPunct="1">
              <a:lnSpc>
                <a:spcPct val="100000"/>
              </a:lnSpc>
              <a:spcBef>
                <a:spcPts val="600"/>
              </a:spcBef>
              <a:spcAft>
                <a:spcPts val="600"/>
              </a:spcAft>
              <a:buClrTx/>
              <a:buSzTx/>
              <a:buFontTx/>
              <a:buNone/>
              <a:tabLst/>
              <a:defRPr/>
            </a:pPr>
            <a:r>
              <a:rPr lang="ar" sz="2000" b="1" kern="1200" dirty="0">
                <a:solidFill>
                  <a:srgbClr val="000000"/>
                </a:solidFill>
                <a:latin typeface="Times New Roman" panose="02020603050405020304" pitchFamily="18" charset="0"/>
                <a:cs typeface="Times New Roman" panose="02020603050405020304" pitchFamily="18" charset="0"/>
              </a:rPr>
              <a:t>الترويج الشفهي</a:t>
            </a:r>
            <a:r>
              <a:rPr lang="ar" sz="2000" b="0" kern="1200" dirty="0">
                <a:solidFill>
                  <a:srgbClr val="000000"/>
                </a:solidFill>
                <a:latin typeface="Times New Roman" panose="02020603050405020304" pitchFamily="18" charset="0"/>
                <a:cs typeface="Times New Roman" panose="02020603050405020304" pitchFamily="18" charset="0"/>
              </a:rPr>
              <a:t>: مثل خطط إخبار المحيطين ومنح حوافز في المقابل</a:t>
            </a:r>
          </a:p>
          <a:p>
            <a:pPr marL="0" marR="0" lvl="0" indent="0" defTabSz="914400" rtl="1" eaLnBrk="1" fontAlgn="auto" latinLnBrk="0" hangingPunct="1">
              <a:lnSpc>
                <a:spcPct val="100000"/>
              </a:lnSpc>
              <a:spcBef>
                <a:spcPts val="600"/>
              </a:spcBef>
              <a:spcAft>
                <a:spcPts val="600"/>
              </a:spcAft>
              <a:buClrTx/>
              <a:buSzTx/>
              <a:buFontTx/>
              <a:buNone/>
              <a:tabLst/>
              <a:defRPr/>
            </a:pPr>
            <a:r>
              <a:rPr lang="ar" sz="2000" b="1" kern="1200" dirty="0">
                <a:solidFill>
                  <a:srgbClr val="000000"/>
                </a:solidFill>
                <a:latin typeface="Times New Roman" panose="02020603050405020304" pitchFamily="18" charset="0"/>
                <a:cs typeface="Times New Roman" panose="02020603050405020304" pitchFamily="18" charset="0"/>
              </a:rPr>
              <a:t>الملابس التي تحمل شعار العمل التجاري </a:t>
            </a:r>
            <a:r>
              <a:rPr lang="ar" sz="2000" b="0" kern="1200" dirty="0">
                <a:solidFill>
                  <a:srgbClr val="000000"/>
                </a:solidFill>
                <a:latin typeface="Times New Roman" panose="02020603050405020304" pitchFamily="18" charset="0"/>
                <a:cs typeface="Times New Roman" panose="02020603050405020304" pitchFamily="18" charset="0"/>
              </a:rPr>
              <a:t>للترويج له</a:t>
            </a:r>
          </a:p>
          <a:p>
            <a:pPr marL="0" marR="0" lvl="0" indent="0" defTabSz="914400" rtl="1" eaLnBrk="1" fontAlgn="auto" latinLnBrk="0" hangingPunct="1">
              <a:lnSpc>
                <a:spcPct val="100000"/>
              </a:lnSpc>
              <a:spcBef>
                <a:spcPts val="600"/>
              </a:spcBef>
              <a:spcAft>
                <a:spcPts val="600"/>
              </a:spcAft>
              <a:buClrTx/>
              <a:buSzTx/>
              <a:buFontTx/>
              <a:buNone/>
              <a:tabLst/>
              <a:defRPr/>
            </a:pPr>
            <a:r>
              <a:rPr lang="ar" sz="2000" b="1" kern="1200" dirty="0">
                <a:solidFill>
                  <a:srgbClr val="000000"/>
                </a:solidFill>
                <a:latin typeface="Times New Roman" panose="02020603050405020304" pitchFamily="18" charset="0"/>
                <a:cs typeface="Times New Roman" panose="02020603050405020304" pitchFamily="18" charset="0"/>
              </a:rPr>
              <a:t>الإعلام المحلي: </a:t>
            </a:r>
            <a:r>
              <a:rPr lang="ar" sz="2000" b="0" kern="1200" dirty="0">
                <a:solidFill>
                  <a:srgbClr val="000000"/>
                </a:solidFill>
                <a:latin typeface="Times New Roman" panose="02020603050405020304" pitchFamily="18" charset="0"/>
                <a:cs typeface="Times New Roman" panose="02020603050405020304" pitchFamily="18" charset="0"/>
              </a:rPr>
              <a:t>مثل الإذاعة المحلية أو الصحف المحلية</a:t>
            </a:r>
            <a:endParaRPr lang="en-US" sz="2000" b="0" kern="1200" dirty="0">
              <a:solidFill>
                <a:srgbClr val="00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8F1EDB4-B959-5F59-1746-17F0F9A546CA}"/>
              </a:ext>
            </a:extLst>
          </p:cNvPr>
          <p:cNvSpPr txBox="1"/>
          <p:nvPr/>
        </p:nvSpPr>
        <p:spPr>
          <a:xfrm flipH="1">
            <a:off x="5504551" y="1929893"/>
            <a:ext cx="3242569" cy="830997"/>
          </a:xfrm>
          <a:prstGeom prst="rect">
            <a:avLst/>
          </a:prstGeom>
          <a:solidFill>
            <a:schemeClr val="accent6">
              <a:lumMod val="20000"/>
              <a:lumOff val="80000"/>
            </a:schemeClr>
          </a:solidFill>
        </p:spPr>
        <p:txBody>
          <a:bodyPr wrap="square" rtlCol="1">
            <a:spAutoFit/>
          </a:bodyPr>
          <a:lstStyle/>
          <a:p>
            <a:pPr lvl="0" algn="ctr" defTabSz="889000" rtl="1">
              <a:defRPr/>
            </a:pPr>
            <a:r>
              <a:rPr lang="ar" sz="2400" b="1" dirty="0">
                <a:latin typeface="Times New Roman" panose="02020603050405020304" pitchFamily="18" charset="0"/>
                <a:cs typeface="Times New Roman" panose="02020603050405020304" pitchFamily="18" charset="0"/>
              </a:rPr>
              <a:t>إستراتيجيات التسويق والمبيعات</a:t>
            </a:r>
          </a:p>
        </p:txBody>
      </p:sp>
      <p:grpSp>
        <p:nvGrpSpPr>
          <p:cNvPr id="8" name="Group 7">
            <a:extLst>
              <a:ext uri="{FF2B5EF4-FFF2-40B4-BE49-F238E27FC236}">
                <a16:creationId xmlns:a16="http://schemas.microsoft.com/office/drawing/2014/main" id="{0E491384-2AF8-7EC4-AEC6-C28A09BDC14E}"/>
              </a:ext>
            </a:extLst>
          </p:cNvPr>
          <p:cNvGrpSpPr/>
          <p:nvPr/>
        </p:nvGrpSpPr>
        <p:grpSpPr>
          <a:xfrm flipH="1">
            <a:off x="5390338" y="2975178"/>
            <a:ext cx="3323593" cy="3262132"/>
            <a:chOff x="0" y="177287"/>
            <a:chExt cx="2748589" cy="1735979"/>
          </a:xfrm>
        </p:grpSpPr>
        <p:sp>
          <p:nvSpPr>
            <p:cNvPr id="9" name="Rectangle 8">
              <a:extLst>
                <a:ext uri="{FF2B5EF4-FFF2-40B4-BE49-F238E27FC236}">
                  <a16:creationId xmlns:a16="http://schemas.microsoft.com/office/drawing/2014/main" id="{9A7D2976-4526-E6A5-8CC3-5356CB4F53B5}"/>
                </a:ext>
              </a:extLst>
            </p:cNvPr>
            <p:cNvSpPr/>
            <p:nvPr/>
          </p:nvSpPr>
          <p:spPr>
            <a:xfrm>
              <a:off x="0" y="177287"/>
              <a:ext cx="2681582" cy="1735979"/>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a:p>
          </p:txBody>
        </p:sp>
        <p:sp>
          <p:nvSpPr>
            <p:cNvPr id="10" name="TextBox 9">
              <a:extLst>
                <a:ext uri="{FF2B5EF4-FFF2-40B4-BE49-F238E27FC236}">
                  <a16:creationId xmlns:a16="http://schemas.microsoft.com/office/drawing/2014/main" id="{BF3AB222-A004-6D43-30BD-44561BDCEE03}"/>
                </a:ext>
              </a:extLst>
            </p:cNvPr>
            <p:cNvSpPr txBox="1"/>
            <p:nvPr/>
          </p:nvSpPr>
          <p:spPr>
            <a:xfrm>
              <a:off x="67007" y="234603"/>
              <a:ext cx="2681582" cy="162134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i="0" u="none" strike="noStrike" dirty="0">
                  <a:solidFill>
                    <a:srgbClr val="7030A0"/>
                  </a:solidFill>
                  <a:effectLst/>
                  <a:latin typeface="Times New Roman" panose="02020603050405020304" pitchFamily="18" charset="0"/>
                  <a:cs typeface="Times New Roman" panose="02020603050405020304" pitchFamily="18" charset="0"/>
                </a:rPr>
                <a:t>نشاط:</a:t>
              </a:r>
            </a:p>
            <a:p>
              <a:pPr rtl="1"/>
              <a:r>
                <a:rPr lang="ar" sz="2000" dirty="0">
                  <a:solidFill>
                    <a:schemeClr val="tx1"/>
                  </a:solidFill>
                  <a:latin typeface="Times New Roman" panose="02020603050405020304" pitchFamily="18" charset="0"/>
                  <a:cs typeface="Times New Roman" panose="02020603050405020304" pitchFamily="18" charset="0"/>
                </a:rPr>
                <a:t>تخيل أنك ترغب في افتتاح صالة لتدريب الشباب على الفنون القتالية.</a:t>
              </a:r>
            </a:p>
            <a:p>
              <a:pPr rtl="1"/>
              <a:endParaRPr lang="en-GB" sz="2000" dirty="0">
                <a:solidFill>
                  <a:schemeClr val="tx1"/>
                </a:solidFill>
                <a:latin typeface="Times New Roman" panose="02020603050405020304" pitchFamily="18" charset="0"/>
                <a:cs typeface="Times New Roman" panose="02020603050405020304" pitchFamily="18" charset="0"/>
              </a:endParaRPr>
            </a:p>
            <a:p>
              <a:pPr rtl="1"/>
              <a:r>
                <a:rPr lang="ar" sz="2000" dirty="0">
                  <a:solidFill>
                    <a:schemeClr val="tx1"/>
                  </a:solidFill>
                  <a:latin typeface="Times New Roman" panose="02020603050405020304" pitchFamily="18" charset="0"/>
                  <a:cs typeface="Times New Roman" panose="02020603050405020304" pitchFamily="18" charset="0"/>
                </a:rPr>
                <a:t>ناقش في مجموعة:</a:t>
              </a:r>
            </a:p>
            <a:p>
              <a:pPr marL="342900" indent="-342900" rtl="1">
                <a:buFont typeface="Arial" panose="020B0604020202020204" pitchFamily="34" charset="0"/>
                <a:buChar char="•"/>
              </a:pPr>
              <a:r>
                <a:rPr lang="ar" sz="2000" dirty="0">
                  <a:solidFill>
                    <a:schemeClr val="tx1"/>
                  </a:solidFill>
                  <a:latin typeface="Times New Roman" panose="02020603050405020304" pitchFamily="18" charset="0"/>
                  <a:cs typeface="Times New Roman" panose="02020603050405020304" pitchFamily="18" charset="0"/>
                </a:rPr>
                <a:t>إستراتيجيات التسويق والمبيعات التي ستستخدمها</a:t>
              </a:r>
            </a:p>
            <a:p>
              <a:pPr marL="342900" indent="-342900" rtl="1">
                <a:buFont typeface="Arial" panose="020B0604020202020204" pitchFamily="34" charset="0"/>
                <a:buChar char="•"/>
              </a:pPr>
              <a:r>
                <a:rPr lang="ar" sz="2000" dirty="0">
                  <a:solidFill>
                    <a:schemeClr val="tx1"/>
                  </a:solidFill>
                  <a:latin typeface="Times New Roman" panose="02020603050405020304" pitchFamily="18" charset="0"/>
                  <a:cs typeface="Times New Roman" panose="02020603050405020304" pitchFamily="18" charset="0"/>
                </a:rPr>
                <a:t>ما سبب اختيارك لتلك الإستراتيجيات؟</a:t>
              </a:r>
              <a:endParaRPr lang="en-US" dirty="0">
                <a:solidFill>
                  <a:srgbClr val="7030A0"/>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CE1DD703-7849-2F9E-71E9-C5760F4DEFE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3359921985"/>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3A8F5A-751A-70E6-FD9B-98F079D4DFA2}"/>
              </a:ext>
            </a:extLst>
          </p:cNvPr>
          <p:cNvSpPr txBox="1">
            <a:spLocks noChangeArrowheads="1"/>
          </p:cNvSpPr>
          <p:nvPr/>
        </p:nvSpPr>
        <p:spPr bwMode="auto">
          <a:xfrm>
            <a:off x="4860032" y="1196752"/>
            <a:ext cx="3821606" cy="504056"/>
          </a:xfrm>
          <a:prstGeom prst="rect">
            <a:avLst/>
          </a:prstGeom>
          <a:noFill/>
          <a:ln>
            <a:noFill/>
          </a:ln>
        </p:spPr>
        <p:txBody>
          <a:bodyPr vert="horz" wrap="square" lIns="91440" tIns="45720" rIns="91440" bIns="45720" numCol="1" rtlCol="1" anchor="b"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Aft>
                <a:spcPts val="600"/>
              </a:spcAft>
            </a:pPr>
            <a:r>
              <a:rPr lang="ar-EG" sz="2000" b="1" kern="0" dirty="0">
                <a:latin typeface="Times New Roman" panose="02020603050405020304" pitchFamily="18" charset="0"/>
                <a:cs typeface="Times New Roman" panose="02020603050405020304" pitchFamily="18" charset="0"/>
              </a:rPr>
              <a:t>د2 التسويق والمبيعات</a:t>
            </a:r>
            <a:endParaRPr lang="ar-EG" altLang="en-US" sz="2000" b="1" kern="0" dirty="0">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8B9C3627-7574-A9BD-4DCB-4DC69B47743E}"/>
              </a:ext>
            </a:extLst>
          </p:cNvPr>
          <p:cNvSpPr>
            <a:spLocks noGrp="1"/>
          </p:cNvSpPr>
          <p:nvPr>
            <p:ph type="body" sz="half" idx="2"/>
          </p:nvPr>
        </p:nvSpPr>
        <p:spPr>
          <a:xfrm>
            <a:off x="4710855" y="1850098"/>
            <a:ext cx="3970783" cy="4464496"/>
          </a:xfrm>
          <a:gradFill>
            <a:gsLst>
              <a:gs pos="0">
                <a:schemeClr val="accent6">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rtlCol="1"/>
          <a:lstStyle/>
          <a:p>
            <a:pPr rtl="1">
              <a:lnSpc>
                <a:spcPct val="120000"/>
              </a:lnSpc>
            </a:pPr>
            <a:r>
              <a:rPr lang="ar-EG" sz="1800" b="1" dirty="0">
                <a:latin typeface="Times New Roman" panose="02020603050405020304" pitchFamily="18" charset="0"/>
                <a:cs typeface="Times New Roman" panose="02020603050405020304" pitchFamily="18" charset="0"/>
              </a:rPr>
              <a:t>المهمة البحثية</a:t>
            </a:r>
          </a:p>
          <a:p>
            <a:pPr rtl="1">
              <a:lnSpc>
                <a:spcPct val="120000"/>
              </a:lnSpc>
            </a:pPr>
            <a:r>
              <a:rPr lang="ar-EG" sz="1800" dirty="0">
                <a:latin typeface="Times New Roman" panose="02020603050405020304" pitchFamily="18" charset="0"/>
                <a:cs typeface="Times New Roman" panose="02020603050405020304" pitchFamily="18" charset="0"/>
              </a:rPr>
              <a:t>متجر إل آند دبليو (L&amp;W) للرياضات المائية </a:t>
            </a:r>
            <a:br>
              <a:rPr lang="en-US" sz="1800" dirty="0">
                <a:latin typeface="Times New Roman" panose="02020603050405020304" pitchFamily="18" charset="0"/>
                <a:cs typeface="Times New Roman" panose="02020603050405020304" pitchFamily="18" charset="0"/>
              </a:rPr>
            </a:br>
            <a:r>
              <a:rPr lang="ar-EG" sz="1800" dirty="0">
                <a:latin typeface="Times New Roman" panose="02020603050405020304" pitchFamily="18" charset="0"/>
                <a:cs typeface="Times New Roman" panose="02020603050405020304" pitchFamily="18" charset="0"/>
              </a:rPr>
              <a:t>هو متجر متخصص في بيع معدات رياضة الكانو والتجديف في قوارب الكاياك.</a:t>
            </a:r>
          </a:p>
          <a:p>
            <a:pPr rtl="1">
              <a:lnSpc>
                <a:spcPct val="120000"/>
              </a:lnSpc>
            </a:pPr>
            <a:r>
              <a:rPr lang="ar-EG" sz="1800" dirty="0">
                <a:latin typeface="Times New Roman" panose="02020603050405020304" pitchFamily="18" charset="0"/>
                <a:cs typeface="Times New Roman" panose="02020603050405020304" pitchFamily="18" charset="0"/>
              </a:rPr>
              <a:t>ويمتلك هذا المتجر الصغير فرعًا واحدًا ناجحًا حاليًا، لكن مالكه يرغب في التوسع بافتتاح فرع ثانٍ في منطقتك المحلية. </a:t>
            </a:r>
          </a:p>
          <a:p>
            <a:pPr marL="342900" indent="-342900" rtl="1">
              <a:lnSpc>
                <a:spcPct val="120000"/>
              </a:lnSpc>
              <a:buFont typeface="+mj-lt"/>
              <a:buAutoNum type="arabicPeriod"/>
            </a:pPr>
            <a:r>
              <a:rPr lang="ar-EG" sz="1800" dirty="0">
                <a:latin typeface="Times New Roman" panose="02020603050405020304" pitchFamily="18" charset="0"/>
                <a:cs typeface="Times New Roman" panose="02020603050405020304" pitchFamily="18" charset="0"/>
              </a:rPr>
              <a:t>استخدم مهاراتك في أبحاث السوق للعثور على بيانات تدعم افتتاح هذا المتجر الجديد لمعدات الكانو والكاياك في منطقتك.</a:t>
            </a:r>
          </a:p>
          <a:p>
            <a:pPr marL="342900" indent="-342900" rtl="1">
              <a:lnSpc>
                <a:spcPct val="120000"/>
              </a:lnSpc>
              <a:buFont typeface="+mj-lt"/>
              <a:buAutoNum type="arabicPeriod"/>
            </a:pPr>
            <a:r>
              <a:rPr lang="ar-EG" sz="1800" dirty="0">
                <a:latin typeface="Times New Roman" panose="02020603050405020304" pitchFamily="18" charset="0"/>
                <a:cs typeface="Times New Roman" panose="02020603050405020304" pitchFamily="18" charset="0"/>
              </a:rPr>
              <a:t>ضع خطة عمل أساسية للفرع الجديد باستخدام عناصر المزيج التسويقي الأربعة.</a:t>
            </a:r>
          </a:p>
          <a:p>
            <a:pPr rtl="1">
              <a:lnSpc>
                <a:spcPct val="120000"/>
              </a:lnSpc>
            </a:pPr>
            <a:endParaRPr lang="ar-EG" sz="1800" dirty="0">
              <a:latin typeface="Times New Roman" panose="02020603050405020304" pitchFamily="18" charset="0"/>
              <a:cs typeface="Times New Roman" panose="02020603050405020304" pitchFamily="18" charset="0"/>
            </a:endParaRPr>
          </a:p>
          <a:p>
            <a:pPr rtl="1">
              <a:lnSpc>
                <a:spcPct val="120000"/>
              </a:lnSpc>
            </a:pPr>
            <a:endParaRPr lang="ar-EG" sz="1800" dirty="0">
              <a:latin typeface="Times New Roman" panose="02020603050405020304" pitchFamily="18" charset="0"/>
              <a:cs typeface="Times New Roman" panose="02020603050405020304" pitchFamily="18" charset="0"/>
            </a:endParaRPr>
          </a:p>
          <a:p>
            <a:pPr rtl="1">
              <a:lnSpc>
                <a:spcPct val="120000"/>
              </a:lnSpc>
            </a:pPr>
            <a:endParaRPr lang="ar-EG" sz="1800" dirty="0">
              <a:latin typeface="Times New Roman" panose="02020603050405020304" pitchFamily="18" charset="0"/>
              <a:cs typeface="Times New Roman" panose="02020603050405020304" pitchFamily="18" charset="0"/>
            </a:endParaRPr>
          </a:p>
          <a:p>
            <a:pPr rtl="1">
              <a:lnSpc>
                <a:spcPct val="120000"/>
              </a:lnSpc>
            </a:pPr>
            <a:endParaRPr lang="ar-EG" dirty="0">
              <a:latin typeface="Times New Roman" panose="02020603050405020304" pitchFamily="18" charset="0"/>
              <a:cs typeface="Times New Roman" panose="02020603050405020304" pitchFamily="18" charset="0"/>
            </a:endParaRPr>
          </a:p>
        </p:txBody>
      </p:sp>
      <p:graphicFrame>
        <p:nvGraphicFramePr>
          <p:cNvPr id="7" name="TextBox 4">
            <a:extLst>
              <a:ext uri="{FF2B5EF4-FFF2-40B4-BE49-F238E27FC236}">
                <a16:creationId xmlns:a16="http://schemas.microsoft.com/office/drawing/2014/main" id="{A509D42D-9ECF-3930-F6DA-E7DC2BF71952}"/>
              </a:ext>
            </a:extLst>
          </p:cNvPr>
          <p:cNvGraphicFramePr/>
          <p:nvPr>
            <p:extLst>
              <p:ext uri="{D42A27DB-BD31-4B8C-83A1-F6EECF244321}">
                <p14:modId xmlns:p14="http://schemas.microsoft.com/office/powerpoint/2010/main" val="4204950915"/>
              </p:ext>
            </p:extLst>
          </p:nvPr>
        </p:nvGraphicFramePr>
        <p:xfrm>
          <a:off x="324345" y="1529199"/>
          <a:ext cx="4247655"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Table 7">
            <a:extLst>
              <a:ext uri="{FF2B5EF4-FFF2-40B4-BE49-F238E27FC236}">
                <a16:creationId xmlns:a16="http://schemas.microsoft.com/office/drawing/2014/main" id="{BC18F418-3763-DA7A-1C5A-CF6E592BBA25}"/>
              </a:ext>
            </a:extLst>
          </p:cNvPr>
          <p:cNvGraphicFramePr>
            <a:graphicFrameLocks noGrp="1"/>
          </p:cNvGraphicFramePr>
          <p:nvPr>
            <p:extLst>
              <p:ext uri="{D42A27DB-BD31-4B8C-83A1-F6EECF244321}">
                <p14:modId xmlns:p14="http://schemas.microsoft.com/office/powerpoint/2010/main" val="1044792134"/>
              </p:ext>
            </p:extLst>
          </p:nvPr>
        </p:nvGraphicFramePr>
        <p:xfrm>
          <a:off x="506014" y="6314594"/>
          <a:ext cx="8229600" cy="274320"/>
        </p:xfrm>
        <a:graphic>
          <a:graphicData uri="http://schemas.openxmlformats.org/drawingml/2006/table">
            <a:tbl>
              <a:tblPr/>
              <a:tblGrid>
                <a:gridCol w="8229600">
                  <a:extLst>
                    <a:ext uri="{9D8B030D-6E8A-4147-A177-3AD203B41FA5}">
                      <a16:colId xmlns:a16="http://schemas.microsoft.com/office/drawing/2014/main" val="4160866782"/>
                    </a:ext>
                  </a:extLst>
                </a:gridCol>
              </a:tblGrid>
              <a:tr h="0">
                <a:tc>
                  <a:txBody>
                    <a:bodyPr/>
                    <a:lstStyle/>
                    <a:p>
                      <a:pPr rtl="1">
                        <a:buNone/>
                      </a:pPr>
                      <a:endParaRPr lang="en-GB">
                        <a:effectLst/>
                        <a:latin typeface="Helvetica" pitchFamily="2" charset="0"/>
                      </a:endParaRPr>
                    </a:p>
                  </a:txBody>
                  <a:tcPr marL="47625" marR="47625" marT="0" marB="0">
                    <a:lnL>
                      <a:noFill/>
                    </a:lnL>
                    <a:lnR>
                      <a:noFill/>
                    </a:lnR>
                    <a:lnT>
                      <a:noFill/>
                    </a:lnT>
                    <a:lnB>
                      <a:noFill/>
                    </a:lnB>
                    <a:noFill/>
                  </a:tcPr>
                </a:tc>
                <a:extLst>
                  <a:ext uri="{0D108BD9-81ED-4DB2-BD59-A6C34878D82A}">
                    <a16:rowId xmlns:a16="http://schemas.microsoft.com/office/drawing/2014/main" val="909676455"/>
                  </a:ext>
                </a:extLst>
              </a:tr>
            </a:tbl>
          </a:graphicData>
        </a:graphic>
      </p:graphicFrame>
      <p:sp>
        <p:nvSpPr>
          <p:cNvPr id="2" name="TextBox 1">
            <a:extLst>
              <a:ext uri="{FF2B5EF4-FFF2-40B4-BE49-F238E27FC236}">
                <a16:creationId xmlns:a16="http://schemas.microsoft.com/office/drawing/2014/main" id="{3620407D-B9E6-9838-C747-F6C62D577973}"/>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677412417"/>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FD03B8-A08A-BBFE-E64D-7EB6470B159B}"/>
              </a:ext>
            </a:extLst>
          </p:cNvPr>
          <p:cNvSpPr txBox="1"/>
          <p:nvPr/>
        </p:nvSpPr>
        <p:spPr bwMode="auto">
          <a:xfrm>
            <a:off x="457200" y="1124744"/>
            <a:ext cx="8229600" cy="433600"/>
          </a:xfrm>
          <a:prstGeom prst="rect">
            <a:avLst/>
          </a:prstGeom>
          <a:noFill/>
          <a:ln>
            <a:noFill/>
          </a:ln>
        </p:spPr>
        <p:txBody>
          <a:bodyPr vert="horz" wrap="square" lIns="91440" tIns="45720" rIns="91440" bIns="45720" numCol="1" rtlCol="1" anchor="ctr" anchorCtr="0" compatLnSpc="1">
            <a:prstTxWarp prst="textNoShape">
              <a:avLst/>
            </a:prstTxWarp>
            <a:normAutofit/>
          </a:bodyPr>
          <a:lstStyle/>
          <a:p>
            <a:pPr algn="ctr" rtl="1">
              <a:spcAft>
                <a:spcPts val="600"/>
              </a:spcAft>
            </a:pPr>
            <a:r>
              <a:rPr lang="ar-EG" sz="2000" b="1" dirty="0">
                <a:solidFill>
                  <a:schemeClr val="tx2"/>
                </a:solidFill>
                <a:effectLst/>
                <a:latin typeface="Times New Roman" panose="02020603050405020304" pitchFamily="18" charset="0"/>
                <a:cs typeface="Times New Roman" panose="02020603050405020304" pitchFamily="18" charset="0"/>
              </a:rPr>
              <a:t>د3</a:t>
            </a:r>
            <a:r>
              <a:rPr lang="ar-EG" sz="2000" dirty="0">
                <a:solidFill>
                  <a:schemeClr val="tx2"/>
                </a:solidFill>
                <a:effectLst/>
                <a:latin typeface="Times New Roman" panose="02020603050405020304" pitchFamily="18" charset="0"/>
                <a:cs typeface="Times New Roman" panose="02020603050405020304" pitchFamily="18" charset="0"/>
              </a:rPr>
              <a:t> </a:t>
            </a:r>
            <a:r>
              <a:rPr lang="ar-EG" sz="2000" b="1" kern="0" dirty="0">
                <a:solidFill>
                  <a:schemeClr val="tx2"/>
                </a:solidFill>
                <a:latin typeface="Times New Roman" panose="02020603050405020304" pitchFamily="18" charset="0"/>
                <a:cs typeface="Times New Roman" panose="02020603050405020304" pitchFamily="18" charset="0"/>
              </a:rPr>
              <a:t> </a:t>
            </a:r>
            <a:r>
              <a:rPr lang="ar-EG" sz="2000" dirty="0">
                <a:solidFill>
                  <a:schemeClr val="tx2"/>
                </a:solidFill>
                <a:effectLst/>
                <a:latin typeface="Times New Roman" panose="02020603050405020304" pitchFamily="18" charset="0"/>
                <a:cs typeface="Times New Roman" panose="02020603050405020304" pitchFamily="18" charset="0"/>
              </a:rPr>
              <a:t> </a:t>
            </a:r>
            <a:r>
              <a:rPr lang="ar-EG" sz="2000" b="1" dirty="0">
                <a:solidFill>
                  <a:schemeClr val="tx2"/>
                </a:solidFill>
                <a:effectLst/>
                <a:latin typeface="Times New Roman" panose="02020603050405020304" pitchFamily="18" charset="0"/>
                <a:cs typeface="Times New Roman" panose="02020603050405020304" pitchFamily="18" charset="0"/>
              </a:rPr>
              <a:t>خطة التسويق</a:t>
            </a:r>
          </a:p>
        </p:txBody>
      </p:sp>
      <p:graphicFrame>
        <p:nvGraphicFramePr>
          <p:cNvPr id="8" name="TextBox 3">
            <a:extLst>
              <a:ext uri="{FF2B5EF4-FFF2-40B4-BE49-F238E27FC236}">
                <a16:creationId xmlns:a16="http://schemas.microsoft.com/office/drawing/2014/main" id="{2F45DE76-DA12-26F2-AEF6-95D39807639C}"/>
              </a:ext>
            </a:extLst>
          </p:cNvPr>
          <p:cNvGraphicFramePr/>
          <p:nvPr>
            <p:extLst>
              <p:ext uri="{D42A27DB-BD31-4B8C-83A1-F6EECF244321}">
                <p14:modId xmlns:p14="http://schemas.microsoft.com/office/powerpoint/2010/main" val="161979429"/>
              </p:ext>
            </p:extLst>
          </p:nvPr>
        </p:nvGraphicFramePr>
        <p:xfrm>
          <a:off x="1229568" y="1678329"/>
          <a:ext cx="6684861" cy="36807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9" name="Table 8">
            <a:extLst>
              <a:ext uri="{FF2B5EF4-FFF2-40B4-BE49-F238E27FC236}">
                <a16:creationId xmlns:a16="http://schemas.microsoft.com/office/drawing/2014/main" id="{680E23C7-9C04-8557-4A1B-DB19433A0EAC}"/>
              </a:ext>
            </a:extLst>
          </p:cNvPr>
          <p:cNvGraphicFramePr>
            <a:graphicFrameLocks noGrp="1"/>
          </p:cNvGraphicFramePr>
          <p:nvPr>
            <p:extLst>
              <p:ext uri="{D42A27DB-BD31-4B8C-83A1-F6EECF244321}">
                <p14:modId xmlns:p14="http://schemas.microsoft.com/office/powerpoint/2010/main" val="1005748734"/>
              </p:ext>
            </p:extLst>
          </p:nvPr>
        </p:nvGraphicFramePr>
        <p:xfrm>
          <a:off x="1043608" y="5500072"/>
          <a:ext cx="7128792" cy="1241296"/>
        </p:xfrm>
        <a:graphic>
          <a:graphicData uri="http://schemas.openxmlformats.org/drawingml/2006/table">
            <a:tbl>
              <a:tblPr/>
              <a:tblGrid>
                <a:gridCol w="7128792">
                  <a:extLst>
                    <a:ext uri="{9D8B030D-6E8A-4147-A177-3AD203B41FA5}">
                      <a16:colId xmlns:a16="http://schemas.microsoft.com/office/drawing/2014/main" val="1083515457"/>
                    </a:ext>
                  </a:extLst>
                </a:gridCol>
              </a:tblGrid>
              <a:tr h="1241296">
                <a:tc>
                  <a:txBody>
                    <a:bodyPr/>
                    <a:lstStyle/>
                    <a:p>
                      <a:pPr rtl="1">
                        <a:buNone/>
                      </a:pPr>
                      <a:r>
                        <a:rPr lang="ar" b="1" dirty="0">
                          <a:effectLst/>
                          <a:latin typeface="Times New Roman" panose="02020603050405020304" pitchFamily="18" charset="0"/>
                          <a:cs typeface="Times New Roman" panose="02020603050405020304" pitchFamily="18" charset="0"/>
                        </a:rPr>
                        <a:t>في مجموعة،</a:t>
                      </a:r>
                      <a:r>
                        <a:rPr lang="ar" b="0" dirty="0">
                          <a:effectLst/>
                          <a:latin typeface="Times New Roman" panose="02020603050405020304" pitchFamily="18" charset="0"/>
                          <a:cs typeface="Times New Roman" panose="02020603050405020304" pitchFamily="18" charset="0"/>
                        </a:rPr>
                        <a:t> ضعوا </a:t>
                      </a:r>
                      <a:r>
                        <a:rPr lang="ar" b="1" dirty="0">
                          <a:effectLst/>
                          <a:latin typeface="Times New Roman" panose="02020603050405020304" pitchFamily="18" charset="0"/>
                          <a:cs typeface="Times New Roman" panose="02020603050405020304" pitchFamily="18" charset="0"/>
                        </a:rPr>
                        <a:t> </a:t>
                      </a:r>
                      <a:r>
                        <a:rPr lang="ar" dirty="0">
                          <a:effectLst/>
                          <a:latin typeface="Times New Roman" panose="02020603050405020304" pitchFamily="18" charset="0"/>
                          <a:cs typeface="Times New Roman" panose="02020603050405020304" pitchFamily="18" charset="0"/>
                        </a:rPr>
                        <a:t>خطة تسويق مناسبة لمتجر إل آند دبليو للرياضات المائية. </a:t>
                      </a:r>
                    </a:p>
                    <a:p>
                      <a:pPr marL="285750" indent="-285750" rtl="1">
                        <a:buFont typeface="Arial" panose="020B0604020202020204" pitchFamily="34" charset="0"/>
                        <a:buChar char="•"/>
                      </a:pPr>
                      <a:r>
                        <a:rPr lang="ar" dirty="0">
                          <a:effectLst/>
                          <a:latin typeface="Times New Roman" panose="02020603050405020304" pitchFamily="18" charset="0"/>
                          <a:cs typeface="Times New Roman" panose="02020603050405020304" pitchFamily="18" charset="0"/>
                        </a:rPr>
                        <a:t>ما الإستراتيجيات والأساليب التسويقية التي ستستخدمونها؟ </a:t>
                      </a:r>
                    </a:p>
                    <a:p>
                      <a:pPr marL="285750" indent="-285750" rtl="1">
                        <a:buFont typeface="Arial" panose="020B0604020202020204" pitchFamily="34" charset="0"/>
                        <a:buChar char="•"/>
                      </a:pPr>
                      <a:r>
                        <a:rPr lang="ar" dirty="0">
                          <a:effectLst/>
                          <a:latin typeface="Times New Roman" panose="02020603050405020304" pitchFamily="18" charset="0"/>
                          <a:cs typeface="Times New Roman" panose="02020603050405020304" pitchFamily="18" charset="0"/>
                        </a:rPr>
                        <a:t>هل سيكون للمتجر نقطة بيع فريدة؟ </a:t>
                      </a:r>
                      <a:endParaRPr lang="en-GB" b="1" dirty="0">
                        <a:effectLst/>
                        <a:latin typeface="Times New Roman" panose="02020603050405020304" pitchFamily="18" charset="0"/>
                        <a:cs typeface="Times New Roman" panose="02020603050405020304" pitchFamily="18" charset="0"/>
                      </a:endParaRPr>
                    </a:p>
                    <a:p>
                      <a:pPr rtl="1">
                        <a:buNone/>
                      </a:pPr>
                      <a:r>
                        <a:rPr lang="ar" b="1" dirty="0">
                          <a:effectLst/>
                          <a:latin typeface="Times New Roman" panose="02020603050405020304" pitchFamily="18" charset="0"/>
                          <a:cs typeface="Times New Roman" panose="02020603050405020304" pitchFamily="18" charset="0"/>
                        </a:rPr>
                        <a:t>اشرحوا</a:t>
                      </a:r>
                      <a:r>
                        <a:rPr lang="ar" dirty="0">
                          <a:effectLst/>
                          <a:latin typeface="Times New Roman" panose="02020603050405020304" pitchFamily="18" charset="0"/>
                          <a:cs typeface="Times New Roman" panose="02020603050405020304" pitchFamily="18" charset="0"/>
                        </a:rPr>
                        <a:t> لماذا تعتقدون أن قراراتكم ستسهم في نجاح المشروع.</a:t>
                      </a:r>
                    </a:p>
                  </a:txBody>
                  <a:tcPr marL="47625" marR="47625" marT="0" marB="0">
                    <a:lnL>
                      <a:noFill/>
                    </a:lnL>
                    <a:lnR>
                      <a:noFill/>
                    </a:lnR>
                    <a:lnT>
                      <a:noFill/>
                    </a:lnT>
                    <a:lnB>
                      <a:noFill/>
                    </a:lnB>
                    <a:gradFill>
                      <a:gsLst>
                        <a:gs pos="45000">
                          <a:schemeClr val="accent5"/>
                        </a:gs>
                        <a:gs pos="80000">
                          <a:schemeClr val="accent6">
                            <a:lumMod val="20000"/>
                            <a:lumOff val="80000"/>
                          </a:schemeClr>
                        </a:gs>
                        <a:gs pos="100000">
                          <a:schemeClr val="accent6">
                            <a:lumMod val="20000"/>
                            <a:lumOff val="80000"/>
                          </a:schemeClr>
                        </a:gs>
                      </a:gsLst>
                      <a:lin ang="16200000" scaled="0"/>
                    </a:gradFill>
                  </a:tcPr>
                </a:tc>
                <a:extLst>
                  <a:ext uri="{0D108BD9-81ED-4DB2-BD59-A6C34878D82A}">
                    <a16:rowId xmlns:a16="http://schemas.microsoft.com/office/drawing/2014/main" val="2517777703"/>
                  </a:ext>
                </a:extLst>
              </a:tr>
            </a:tbl>
          </a:graphicData>
        </a:graphic>
      </p:graphicFrame>
      <p:sp>
        <p:nvSpPr>
          <p:cNvPr id="2" name="TextBox 1">
            <a:extLst>
              <a:ext uri="{FF2B5EF4-FFF2-40B4-BE49-F238E27FC236}">
                <a16:creationId xmlns:a16="http://schemas.microsoft.com/office/drawing/2014/main" id="{F7A9C2AA-B313-5694-95F5-C765DCD8CD3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347724004"/>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082B-FFAB-3CAE-2647-1B00A1273D58}"/>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6A7BEA50-4482-C422-3D3C-5B509B5A68AD}"/>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شكر وتقدير</a:t>
            </a:r>
            <a:endParaRPr lang="en-US"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EAB1B47B-9C90-7CBF-FAB0-66596D3D3F12}"/>
              </a:ext>
            </a:extLst>
          </p:cNvPr>
          <p:cNvSpPr>
            <a:spLocks noGrp="1"/>
          </p:cNvSpPr>
          <p:nvPr>
            <p:ph sz="half" idx="2"/>
          </p:nvPr>
        </p:nvSpPr>
        <p:spPr>
          <a:xfrm>
            <a:off x="304800" y="2205038"/>
            <a:ext cx="8371656" cy="2657475"/>
          </a:xfrm>
        </p:spPr>
        <p:txBody>
          <a:bodyPr rtlCol="1"/>
          <a:lstStyle/>
          <a:p>
            <a:pPr marL="0" indent="0" rtl="1">
              <a:buNone/>
            </a:pPr>
            <a:r>
              <a:rPr lang="ar" b="1" dirty="0">
                <a:latin typeface="Times New Roman" panose="02020603050405020304" pitchFamily="18" charset="0"/>
                <a:cs typeface="Times New Roman" panose="02020603050405020304" pitchFamily="18" charset="0"/>
              </a:rPr>
              <a:t>الصور:</a:t>
            </a:r>
            <a:r>
              <a:rPr lang="ar" dirty="0">
                <a:latin typeface="Times New Roman" panose="02020603050405020304" pitchFamily="18" charset="0"/>
                <a:cs typeface="Times New Roman" panose="02020603050405020304" pitchFamily="18" charset="0"/>
              </a:rPr>
              <a:t> </a:t>
            </a:r>
          </a:p>
          <a:p>
            <a:pPr marL="0" indent="0" rtl="1">
              <a:buNone/>
            </a:pPr>
            <a:r>
              <a:rPr lang="ar" dirty="0">
                <a:latin typeface="Times New Roman" panose="02020603050405020304" pitchFamily="18" charset="0"/>
                <a:cs typeface="Times New Roman" panose="02020603050405020304" pitchFamily="18" charset="0"/>
              </a:rPr>
              <a:t>(دليل الاختصارات: l-يسار، r-يمين، c-وسط، t-أعلى، b-أسفل) </a:t>
            </a:r>
          </a:p>
          <a:p>
            <a:pPr marL="0" indent="0" rtl="1">
              <a:buNone/>
            </a:pPr>
            <a:r>
              <a:rPr lang="ar" b="1" dirty="0">
                <a:latin typeface="Times New Roman" panose="02020603050405020304" pitchFamily="18" charset="0"/>
                <a:cs typeface="Times New Roman" panose="02020603050405020304" pitchFamily="18" charset="0"/>
              </a:rPr>
              <a:t>123 آر إف: </a:t>
            </a:r>
            <a:r>
              <a:rPr lang="ar" dirty="0">
                <a:latin typeface="Times New Roman" panose="02020603050405020304" pitchFamily="18" charset="0"/>
                <a:cs typeface="Times New Roman" panose="02020603050405020304" pitchFamily="18" charset="0"/>
              </a:rPr>
              <a:t>إياكوف فيليمونوف (الشريحة 11)، إن آر فاخرورزي (الشريحة 18)، جولياسارت (الشريحة 20)، فيكتورجالاكسي (الشريحة 31)، </a:t>
            </a:r>
            <a:r>
              <a:rPr lang="ar" b="1" dirty="0">
                <a:latin typeface="Times New Roman" panose="02020603050405020304" pitchFamily="18" charset="0"/>
                <a:cs typeface="Times New Roman" panose="02020603050405020304" pitchFamily="18" charset="0"/>
              </a:rPr>
              <a:t>شترستوك:</a:t>
            </a:r>
            <a:r>
              <a:rPr lang="ar" dirty="0">
                <a:latin typeface="Times New Roman" panose="02020603050405020304" pitchFamily="18" charset="0"/>
                <a:cs typeface="Times New Roman" panose="02020603050405020304" pitchFamily="18" charset="0"/>
              </a:rPr>
              <a:t> برانيسلاف نينين (الشريحة 4)، نانايسوب (الشريحة 9)، جاكوب لوند (الشريحة 14)، ماشموه (الشريحة 36)، ويندويك (الشريحة 37). </a:t>
            </a:r>
          </a:p>
          <a:p>
            <a:pPr marL="0" indent="0" rtl="1">
              <a:buNone/>
            </a:pPr>
            <a:endParaRPr lang="en-GB"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FE1ED8A-6EC5-01B6-0F50-B020D54A13E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A103000424348</a:t>
            </a:r>
            <a:endParaRPr lang="en-GB" sz="1400" dirty="0"/>
          </a:p>
        </p:txBody>
      </p:sp>
    </p:spTree>
    <p:extLst>
      <p:ext uri="{BB962C8B-B14F-4D97-AF65-F5344CB8AC3E}">
        <p14:creationId xmlns:p14="http://schemas.microsoft.com/office/powerpoint/2010/main" val="2357126687"/>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1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4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SharedWithUsers xmlns="a26a0597-d0d1-4250-940c-88e9bf9d5597">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de24caa4c0e3be310f88c5303a429eda">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13345d94bc33d60197014d8f23048d11"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48C615-482B-4AB5-9FE7-A2F3E6CFF2B1}">
  <ds:schemaRefs>
    <ds:schemaRef ds:uri="http://schemas.microsoft.com/sharepoint/v3"/>
    <ds:schemaRef ds:uri="http://schemas.microsoft.com/office/2006/metadata/properties"/>
    <ds:schemaRef ds:uri="7c1bd8dc-4e40-424f-a15f-9ffcd522197f"/>
    <ds:schemaRef ds:uri="http://schemas.microsoft.com/office/2006/documentManagement/types"/>
    <ds:schemaRef ds:uri="http://purl.org/dc/elements/1.1/"/>
    <ds:schemaRef ds:uri="6125ffc9-2c56-435e-8267-1393444907b2"/>
    <ds:schemaRef ds:uri="http://purl.org/dc/term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3168A105-43A1-4892-882C-9D0AF1BE9208}"/>
</file>

<file path=docProps/app.xml><?xml version="1.0" encoding="utf-8"?>
<Properties xmlns="http://schemas.openxmlformats.org/officeDocument/2006/extended-properties" xmlns:vt="http://schemas.openxmlformats.org/officeDocument/2006/docPropsVTypes">
  <TotalTime>84</TotalTime>
  <Words>3494</Words>
  <Application>Microsoft Office PowerPoint</Application>
  <PresentationFormat>On-screen Show (4:3)</PresentationFormat>
  <Paragraphs>588</Paragraphs>
  <Slides>42</Slides>
  <Notes>41</Notes>
  <HiddenSlides>0</HiddenSlides>
  <MMClips>0</MMClips>
  <ScaleCrop>false</ScaleCrop>
  <HeadingPairs>
    <vt:vector size="6" baseType="variant">
      <vt:variant>
        <vt:lpstr>Fonts Used</vt:lpstr>
      </vt:variant>
      <vt:variant>
        <vt:i4>8</vt:i4>
      </vt:variant>
      <vt:variant>
        <vt:lpstr>Theme</vt:lpstr>
      </vt:variant>
      <vt:variant>
        <vt:i4>14</vt:i4>
      </vt:variant>
      <vt:variant>
        <vt:lpstr>Slide Titles</vt:lpstr>
      </vt:variant>
      <vt:variant>
        <vt:i4>42</vt:i4>
      </vt:variant>
    </vt:vector>
  </HeadingPairs>
  <TitlesOfParts>
    <vt:vector size="64" baseType="lpstr">
      <vt:lpstr>Arial</vt:lpstr>
      <vt:lpstr>Courier New</vt:lpstr>
      <vt:lpstr>Helvetica</vt:lpstr>
      <vt:lpstr>Roboto</vt:lpstr>
      <vt:lpstr>Sakkal Majalla</vt:lpstr>
      <vt:lpstr>Times New Roman</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11_Beauty Therapy</vt:lpstr>
      <vt:lpstr>12_Beauty Therapy</vt:lpstr>
      <vt:lpstr>13_Beauty Therapy</vt:lpstr>
      <vt:lpstr>14_Beauty Therapy</vt:lpstr>
      <vt:lpstr>PowerPoint Presentation</vt:lpstr>
      <vt:lpstr>PowerPoint Presentation</vt:lpstr>
      <vt:lpstr>كيف تُقيَّم الوحدة 3؟</vt:lpstr>
      <vt:lpstr>ماذا يجب أن أفعل في تقييمي؟</vt:lpstr>
      <vt:lpstr>نتاجات التعلُّم أ - د</vt:lpstr>
      <vt:lpstr>PowerPoint Presentation</vt:lpstr>
      <vt:lpstr>PowerPoint Presentation</vt:lpstr>
      <vt:lpstr>PowerPoint Presentation</vt:lpstr>
      <vt:lpstr>PowerPoint Presentation</vt:lpstr>
      <vt:lpstr>PowerPoint Presentation</vt:lpstr>
      <vt:lpstr>أ2 غرض الأعمال التجارية في مجال الرياضة</vt:lpstr>
      <vt:lpstr>PowerPoint Presentation</vt:lpstr>
      <vt:lpstr>PowerPoint Presentation</vt:lpstr>
      <vt:lpstr>أ3 تقييم مؤشرات نجاح المؤسسات التجارية في مجال الرياضة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ج1 تحديد السوق المستهدف</vt:lpstr>
      <vt:lpstr>ج1 تحديد السوق المستهدف</vt:lpstr>
      <vt:lpstr>ج2 تخطيط أبحاث السوق وشرحها</vt:lpstr>
      <vt:lpstr>ج2 تخطيط أبحاث السوق وشرحها</vt:lpstr>
      <vt:lpstr> </vt:lpstr>
      <vt:lpstr>ج3 الخطة الترويجية</vt:lpstr>
      <vt:lpstr>ج3 الخطة الترويجية</vt:lpstr>
      <vt:lpstr>ج3 الخطة الترويجية</vt:lpstr>
      <vt:lpstr>ج3 الخطة الترويجية</vt:lpstr>
      <vt:lpstr>ج3 الخطة الترويجية  </vt:lpstr>
      <vt:lpstr>ج3 الخطة الترويجية  </vt:lpstr>
      <vt:lpstr>PowerPoint Presentation</vt:lpstr>
      <vt:lpstr>د1 خطة العمل التجاري</vt:lpstr>
      <vt:lpstr>PowerPoint Presentation</vt:lpstr>
      <vt:lpstr>د1 خطة العمل التجاري  </vt:lpstr>
      <vt:lpstr>د1 خطة العمل التجاري    </vt:lpstr>
      <vt:lpstr>د2 التسويق والمبيعات</vt:lpstr>
      <vt:lpstr>د2 التسويق والمبيعات</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46</cp:revision>
  <dcterms:created xsi:type="dcterms:W3CDTF">2020-07-15T07:14:47Z</dcterms:created>
  <dcterms:modified xsi:type="dcterms:W3CDTF">2025-09-24T10:34:47Z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y fmtid="{D5CDD505-2E9C-101B-9397-08002B2CF9AE}" pid="5" name="Order">
    <vt:r8>21516300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