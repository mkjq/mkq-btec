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9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1.xml" ContentType="application/vnd.openxmlformats-officedocument.theme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2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theme/theme13.xml" ContentType="application/vnd.openxmlformats-officedocument.theme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  <p:sldMasterId id="2147484932" r:id="rId14"/>
    <p:sldMasterId id="2147484945" r:id="rId15"/>
    <p:sldMasterId id="2147484958" r:id="rId16"/>
    <p:sldMasterId id="2147484971" r:id="rId17"/>
  </p:sldMasterIdLst>
  <p:notesMasterIdLst>
    <p:notesMasterId r:id="rId49"/>
  </p:notesMasterIdLst>
  <p:handoutMasterIdLst>
    <p:handoutMasterId r:id="rId50"/>
  </p:handoutMasterIdLst>
  <p:sldIdLst>
    <p:sldId id="256" r:id="rId18"/>
    <p:sldId id="257" r:id="rId19"/>
    <p:sldId id="335" r:id="rId20"/>
    <p:sldId id="258" r:id="rId21"/>
    <p:sldId id="272" r:id="rId22"/>
    <p:sldId id="305" r:id="rId23"/>
    <p:sldId id="307" r:id="rId24"/>
    <p:sldId id="311" r:id="rId25"/>
    <p:sldId id="320" r:id="rId26"/>
    <p:sldId id="312" r:id="rId27"/>
    <p:sldId id="314" r:id="rId28"/>
    <p:sldId id="315" r:id="rId29"/>
    <p:sldId id="316" r:id="rId30"/>
    <p:sldId id="317" r:id="rId31"/>
    <p:sldId id="318" r:id="rId32"/>
    <p:sldId id="313" r:id="rId33"/>
    <p:sldId id="319" r:id="rId34"/>
    <p:sldId id="321" r:id="rId35"/>
    <p:sldId id="322" r:id="rId36"/>
    <p:sldId id="323" r:id="rId37"/>
    <p:sldId id="324" r:id="rId38"/>
    <p:sldId id="333" r:id="rId39"/>
    <p:sldId id="325" r:id="rId40"/>
    <p:sldId id="326" r:id="rId41"/>
    <p:sldId id="330" r:id="rId42"/>
    <p:sldId id="327" r:id="rId43"/>
    <p:sldId id="328" r:id="rId44"/>
    <p:sldId id="329" r:id="rId45"/>
    <p:sldId id="331" r:id="rId46"/>
    <p:sldId id="332" r:id="rId47"/>
    <p:sldId id="336" r:id="rId48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6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C1E9F-77CB-4F96-A2CA-9DA89A8BB94E}" v="33" dt="2025-09-26T08:15:06.018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154" autoAdjust="0"/>
    <p:restoredTop sz="89039" autoAdjust="0"/>
  </p:normalViewPr>
  <p:slideViewPr>
    <p:cSldViewPr>
      <p:cViewPr varScale="1">
        <p:scale>
          <a:sx n="133" d="100"/>
          <a:sy n="133" d="100"/>
        </p:scale>
        <p:origin x="2970" y="336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12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56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notesMaster" Target="notesMasters/notesMaster1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8DBC1E9F-77CB-4F96-A2CA-9DA89A8BB94E}"/>
    <pc:docChg chg="custSel addSld modSld">
      <pc:chgData name="Paul Winser" userId="c3146a91-e6bd-4264-bd86-e164e04bc32d" providerId="ADAL" clId="{8DBC1E9F-77CB-4F96-A2CA-9DA89A8BB94E}" dt="2025-09-26T08:15:06.018" v="64"/>
      <pc:docMkLst>
        <pc:docMk/>
      </pc:docMkLst>
      <pc:sldChg chg="addSp modSp mod">
        <pc:chgData name="Paul Winser" userId="c3146a91-e6bd-4264-bd86-e164e04bc32d" providerId="ADAL" clId="{8DBC1E9F-77CB-4F96-A2CA-9DA89A8BB94E}" dt="2025-09-24T11:41:35.392" v="4" actId="1076"/>
        <pc:sldMkLst>
          <pc:docMk/>
          <pc:sldMk cId="0" sldId="256"/>
        </pc:sldMkLst>
        <pc:spChg chg="add mod">
          <ac:chgData name="Paul Winser" userId="c3146a91-e6bd-4264-bd86-e164e04bc32d" providerId="ADAL" clId="{8DBC1E9F-77CB-4F96-A2CA-9DA89A8BB94E}" dt="2025-09-24T11:41:35.392" v="4" actId="1076"/>
          <ac:spMkLst>
            <pc:docMk/>
            <pc:sldMk cId="0" sldId="256"/>
            <ac:spMk id="2" creationId="{54AAE4BA-6575-513B-C53D-CEA65CB66943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24.895" v="35" actId="478"/>
        <pc:sldMkLst>
          <pc:docMk/>
          <pc:sldMk cId="0" sldId="257"/>
        </pc:sldMkLst>
        <pc:spChg chg="add mod">
          <ac:chgData name="Paul Winser" userId="c3146a91-e6bd-4264-bd86-e164e04bc32d" providerId="ADAL" clId="{8DBC1E9F-77CB-4F96-A2CA-9DA89A8BB94E}" dt="2025-09-24T11:41:37.677" v="5"/>
          <ac:spMkLst>
            <pc:docMk/>
            <pc:sldMk cId="0" sldId="257"/>
            <ac:spMk id="2" creationId="{A64A0DE8-9AEF-30E9-BFB3-FEEA74B8C32A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30.393" v="37" actId="478"/>
        <pc:sldMkLst>
          <pc:docMk/>
          <pc:sldMk cId="0" sldId="258"/>
        </pc:sldMkLst>
        <pc:spChg chg="add mod">
          <ac:chgData name="Paul Winser" userId="c3146a91-e6bd-4264-bd86-e164e04bc32d" providerId="ADAL" clId="{8DBC1E9F-77CB-4F96-A2CA-9DA89A8BB94E}" dt="2025-09-24T11:41:39.707" v="7"/>
          <ac:spMkLst>
            <pc:docMk/>
            <pc:sldMk cId="0" sldId="258"/>
            <ac:spMk id="4" creationId="{463010EA-F020-5D9E-9C33-D0DA60616C19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32.673" v="38" actId="478"/>
        <pc:sldMkLst>
          <pc:docMk/>
          <pc:sldMk cId="0" sldId="272"/>
        </pc:sldMkLst>
        <pc:spChg chg="add mod">
          <ac:chgData name="Paul Winser" userId="c3146a91-e6bd-4264-bd86-e164e04bc32d" providerId="ADAL" clId="{8DBC1E9F-77CB-4F96-A2CA-9DA89A8BB94E}" dt="2025-09-24T11:41:41.086" v="8"/>
          <ac:spMkLst>
            <pc:docMk/>
            <pc:sldMk cId="0" sldId="272"/>
            <ac:spMk id="7" creationId="{31DCDD18-3CD9-AF50-9A17-81CB4D68BA3E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35.600" v="39" actId="478"/>
        <pc:sldMkLst>
          <pc:docMk/>
          <pc:sldMk cId="884549766" sldId="305"/>
        </pc:sldMkLst>
        <pc:spChg chg="add mod">
          <ac:chgData name="Paul Winser" userId="c3146a91-e6bd-4264-bd86-e164e04bc32d" providerId="ADAL" clId="{8DBC1E9F-77CB-4F96-A2CA-9DA89A8BB94E}" dt="2025-09-24T11:41:42.609" v="9"/>
          <ac:spMkLst>
            <pc:docMk/>
            <pc:sldMk cId="884549766" sldId="305"/>
            <ac:spMk id="2" creationId="{C60AA42B-A03C-1479-9C02-DB573E6CECF9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38.025" v="40" actId="478"/>
        <pc:sldMkLst>
          <pc:docMk/>
          <pc:sldMk cId="3621417310" sldId="307"/>
        </pc:sldMkLst>
        <pc:spChg chg="add mod">
          <ac:chgData name="Paul Winser" userId="c3146a91-e6bd-4264-bd86-e164e04bc32d" providerId="ADAL" clId="{8DBC1E9F-77CB-4F96-A2CA-9DA89A8BB94E}" dt="2025-09-24T11:41:44.136" v="10"/>
          <ac:spMkLst>
            <pc:docMk/>
            <pc:sldMk cId="3621417310" sldId="307"/>
            <ac:spMk id="3" creationId="{0602DC2B-F5C8-131F-B9FB-DDD6B4760A17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40.630" v="41" actId="478"/>
        <pc:sldMkLst>
          <pc:docMk/>
          <pc:sldMk cId="639624896" sldId="311"/>
        </pc:sldMkLst>
        <pc:spChg chg="add mod">
          <ac:chgData name="Paul Winser" userId="c3146a91-e6bd-4264-bd86-e164e04bc32d" providerId="ADAL" clId="{8DBC1E9F-77CB-4F96-A2CA-9DA89A8BB94E}" dt="2025-09-24T11:41:45.675" v="11"/>
          <ac:spMkLst>
            <pc:docMk/>
            <pc:sldMk cId="639624896" sldId="311"/>
            <ac:spMk id="2" creationId="{9065F4C9-ACB2-3B0E-BF63-ADA84E27167C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44.953" v="43" actId="478"/>
        <pc:sldMkLst>
          <pc:docMk/>
          <pc:sldMk cId="3732127381" sldId="312"/>
        </pc:sldMkLst>
        <pc:spChg chg="add mod">
          <ac:chgData name="Paul Winser" userId="c3146a91-e6bd-4264-bd86-e164e04bc32d" providerId="ADAL" clId="{8DBC1E9F-77CB-4F96-A2CA-9DA89A8BB94E}" dt="2025-09-24T11:41:48.271" v="13"/>
          <ac:spMkLst>
            <pc:docMk/>
            <pc:sldMk cId="3732127381" sldId="312"/>
            <ac:spMk id="2" creationId="{8448CCFE-09A0-90E7-60AD-D04F178A63DF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00.328" v="49" actId="478"/>
        <pc:sldMkLst>
          <pc:docMk/>
          <pc:sldMk cId="1421977055" sldId="313"/>
        </pc:sldMkLst>
        <pc:spChg chg="add mod">
          <ac:chgData name="Paul Winser" userId="c3146a91-e6bd-4264-bd86-e164e04bc32d" providerId="ADAL" clId="{8DBC1E9F-77CB-4F96-A2CA-9DA89A8BB94E}" dt="2025-09-24T11:41:58.169" v="20"/>
          <ac:spMkLst>
            <pc:docMk/>
            <pc:sldMk cId="1421977055" sldId="313"/>
            <ac:spMk id="2" creationId="{FC310A3F-8111-036F-725B-91CB2A207E22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47.464" v="44" actId="478"/>
        <pc:sldMkLst>
          <pc:docMk/>
          <pc:sldMk cId="3603252804" sldId="314"/>
        </pc:sldMkLst>
        <pc:spChg chg="add mod">
          <ac:chgData name="Paul Winser" userId="c3146a91-e6bd-4264-bd86-e164e04bc32d" providerId="ADAL" clId="{8DBC1E9F-77CB-4F96-A2CA-9DA89A8BB94E}" dt="2025-09-24T11:41:49.497" v="14"/>
          <ac:spMkLst>
            <pc:docMk/>
            <pc:sldMk cId="3603252804" sldId="314"/>
            <ac:spMk id="2" creationId="{3248EDF1-0F35-445F-D02F-1C1FA075816D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49.983" v="45" actId="478"/>
        <pc:sldMkLst>
          <pc:docMk/>
          <pc:sldMk cId="815820036" sldId="315"/>
        </pc:sldMkLst>
        <pc:spChg chg="add mod">
          <ac:chgData name="Paul Winser" userId="c3146a91-e6bd-4264-bd86-e164e04bc32d" providerId="ADAL" clId="{8DBC1E9F-77CB-4F96-A2CA-9DA89A8BB94E}" dt="2025-09-24T11:41:50.632" v="15"/>
          <ac:spMkLst>
            <pc:docMk/>
            <pc:sldMk cId="815820036" sldId="315"/>
            <ac:spMk id="3" creationId="{919C8765-5AAD-2D7F-237E-4254A8773281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52.804" v="46" actId="478"/>
        <pc:sldMkLst>
          <pc:docMk/>
          <pc:sldMk cId="2888302544" sldId="316"/>
        </pc:sldMkLst>
        <pc:spChg chg="add mod">
          <ac:chgData name="Paul Winser" userId="c3146a91-e6bd-4264-bd86-e164e04bc32d" providerId="ADAL" clId="{8DBC1E9F-77CB-4F96-A2CA-9DA89A8BB94E}" dt="2025-09-24T11:41:51.834" v="16"/>
          <ac:spMkLst>
            <pc:docMk/>
            <pc:sldMk cId="2888302544" sldId="316"/>
            <ac:spMk id="2" creationId="{CAEA41A8-BDCB-0D1E-98AF-8239DCD4CBDC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55.661" v="47" actId="478"/>
        <pc:sldMkLst>
          <pc:docMk/>
          <pc:sldMk cId="1268735103" sldId="317"/>
        </pc:sldMkLst>
        <pc:spChg chg="add mod">
          <ac:chgData name="Paul Winser" userId="c3146a91-e6bd-4264-bd86-e164e04bc32d" providerId="ADAL" clId="{8DBC1E9F-77CB-4F96-A2CA-9DA89A8BB94E}" dt="2025-09-24T11:41:53.055" v="17"/>
          <ac:spMkLst>
            <pc:docMk/>
            <pc:sldMk cId="1268735103" sldId="317"/>
            <ac:spMk id="2" creationId="{8999E76D-968B-9943-CCD1-780E839DD525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57.722" v="48" actId="478"/>
        <pc:sldMkLst>
          <pc:docMk/>
          <pc:sldMk cId="1697571888" sldId="318"/>
        </pc:sldMkLst>
        <pc:spChg chg="add mod">
          <ac:chgData name="Paul Winser" userId="c3146a91-e6bd-4264-bd86-e164e04bc32d" providerId="ADAL" clId="{8DBC1E9F-77CB-4F96-A2CA-9DA89A8BB94E}" dt="2025-09-24T11:41:54.212" v="18"/>
          <ac:spMkLst>
            <pc:docMk/>
            <pc:sldMk cId="1697571888" sldId="318"/>
            <ac:spMk id="3" creationId="{D0442B94-1D76-7CCE-8CA0-E971BF6E730A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02.886" v="50" actId="478"/>
        <pc:sldMkLst>
          <pc:docMk/>
          <pc:sldMk cId="3821737178" sldId="319"/>
        </pc:sldMkLst>
        <pc:spChg chg="add mod">
          <ac:chgData name="Paul Winser" userId="c3146a91-e6bd-4264-bd86-e164e04bc32d" providerId="ADAL" clId="{8DBC1E9F-77CB-4F96-A2CA-9DA89A8BB94E}" dt="2025-09-24T11:41:59.694" v="21"/>
          <ac:spMkLst>
            <pc:docMk/>
            <pc:sldMk cId="3821737178" sldId="319"/>
            <ac:spMk id="3" creationId="{AB340AC3-0D4A-9D69-D30B-16FC5B802C40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42.647" v="42" actId="478"/>
        <pc:sldMkLst>
          <pc:docMk/>
          <pc:sldMk cId="3817054510" sldId="320"/>
        </pc:sldMkLst>
        <pc:spChg chg="add mod">
          <ac:chgData name="Paul Winser" userId="c3146a91-e6bd-4264-bd86-e164e04bc32d" providerId="ADAL" clId="{8DBC1E9F-77CB-4F96-A2CA-9DA89A8BB94E}" dt="2025-09-24T11:41:46.893" v="12"/>
          <ac:spMkLst>
            <pc:docMk/>
            <pc:sldMk cId="3817054510" sldId="320"/>
            <ac:spMk id="2" creationId="{A66B54DD-318A-E9FF-DA81-B23E29A015D3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05.762" v="51" actId="478"/>
        <pc:sldMkLst>
          <pc:docMk/>
          <pc:sldMk cId="564084369" sldId="321"/>
        </pc:sldMkLst>
        <pc:spChg chg="add mod">
          <ac:chgData name="Paul Winser" userId="c3146a91-e6bd-4264-bd86-e164e04bc32d" providerId="ADAL" clId="{8DBC1E9F-77CB-4F96-A2CA-9DA89A8BB94E}" dt="2025-09-24T11:42:01.537" v="22"/>
          <ac:spMkLst>
            <pc:docMk/>
            <pc:sldMk cId="564084369" sldId="321"/>
            <ac:spMk id="3" creationId="{61D33C3B-8C30-5A8C-755F-FD3D13AE062B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08.284" v="52" actId="478"/>
        <pc:sldMkLst>
          <pc:docMk/>
          <pc:sldMk cId="148771258" sldId="322"/>
        </pc:sldMkLst>
        <pc:spChg chg="add mod">
          <ac:chgData name="Paul Winser" userId="c3146a91-e6bd-4264-bd86-e164e04bc32d" providerId="ADAL" clId="{8DBC1E9F-77CB-4F96-A2CA-9DA89A8BB94E}" dt="2025-09-24T11:42:02.864" v="23"/>
          <ac:spMkLst>
            <pc:docMk/>
            <pc:sldMk cId="148771258" sldId="322"/>
            <ac:spMk id="2" creationId="{6DEE753E-2480-AD56-238F-3EDDD6A2A3D7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10.391" v="53" actId="478"/>
        <pc:sldMkLst>
          <pc:docMk/>
          <pc:sldMk cId="1862109775" sldId="323"/>
        </pc:sldMkLst>
        <pc:spChg chg="add mod">
          <ac:chgData name="Paul Winser" userId="c3146a91-e6bd-4264-bd86-e164e04bc32d" providerId="ADAL" clId="{8DBC1E9F-77CB-4F96-A2CA-9DA89A8BB94E}" dt="2025-09-24T11:42:04.064" v="24"/>
          <ac:spMkLst>
            <pc:docMk/>
            <pc:sldMk cId="1862109775" sldId="323"/>
            <ac:spMk id="3" creationId="{347A182E-6FCC-EB33-6303-79AB8475B726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12.832" v="54" actId="478"/>
        <pc:sldMkLst>
          <pc:docMk/>
          <pc:sldMk cId="1036645372" sldId="324"/>
        </pc:sldMkLst>
        <pc:spChg chg="add mod">
          <ac:chgData name="Paul Winser" userId="c3146a91-e6bd-4264-bd86-e164e04bc32d" providerId="ADAL" clId="{8DBC1E9F-77CB-4F96-A2CA-9DA89A8BB94E}" dt="2025-09-24T11:42:05.629" v="25"/>
          <ac:spMkLst>
            <pc:docMk/>
            <pc:sldMk cId="1036645372" sldId="324"/>
            <ac:spMk id="2" creationId="{436E578A-604A-E37C-F85D-1F447ED243AB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17.776" v="56" actId="478"/>
        <pc:sldMkLst>
          <pc:docMk/>
          <pc:sldMk cId="348614586" sldId="325"/>
        </pc:sldMkLst>
        <pc:spChg chg="add mod">
          <ac:chgData name="Paul Winser" userId="c3146a91-e6bd-4264-bd86-e164e04bc32d" providerId="ADAL" clId="{8DBC1E9F-77CB-4F96-A2CA-9DA89A8BB94E}" dt="2025-09-24T11:42:08.207" v="27"/>
          <ac:spMkLst>
            <pc:docMk/>
            <pc:sldMk cId="348614586" sldId="325"/>
            <ac:spMk id="2" creationId="{87161BB6-2939-BBDC-2C5C-73CB62B9A876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20.313" v="57" actId="478"/>
        <pc:sldMkLst>
          <pc:docMk/>
          <pc:sldMk cId="4108845613" sldId="326"/>
        </pc:sldMkLst>
        <pc:spChg chg="add mod">
          <ac:chgData name="Paul Winser" userId="c3146a91-e6bd-4264-bd86-e164e04bc32d" providerId="ADAL" clId="{8DBC1E9F-77CB-4F96-A2CA-9DA89A8BB94E}" dt="2025-09-24T11:42:09.417" v="28"/>
          <ac:spMkLst>
            <pc:docMk/>
            <pc:sldMk cId="4108845613" sldId="326"/>
            <ac:spMk id="6" creationId="{74A2645C-98AE-3798-1431-1944B2988A68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25.271" v="59" actId="478"/>
        <pc:sldMkLst>
          <pc:docMk/>
          <pc:sldMk cId="866619029" sldId="327"/>
        </pc:sldMkLst>
        <pc:spChg chg="add mod">
          <ac:chgData name="Paul Winser" userId="c3146a91-e6bd-4264-bd86-e164e04bc32d" providerId="ADAL" clId="{8DBC1E9F-77CB-4F96-A2CA-9DA89A8BB94E}" dt="2025-09-24T11:42:12.636" v="30"/>
          <ac:spMkLst>
            <pc:docMk/>
            <pc:sldMk cId="866619029" sldId="327"/>
            <ac:spMk id="2" creationId="{62E299D0-1FD2-1BB5-CBB2-94A0A4C77D96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27.398" v="60" actId="478"/>
        <pc:sldMkLst>
          <pc:docMk/>
          <pc:sldMk cId="1494245820" sldId="328"/>
        </pc:sldMkLst>
        <pc:spChg chg="add mod">
          <ac:chgData name="Paul Winser" userId="c3146a91-e6bd-4264-bd86-e164e04bc32d" providerId="ADAL" clId="{8DBC1E9F-77CB-4F96-A2CA-9DA89A8BB94E}" dt="2025-09-24T11:42:14.161" v="31"/>
          <ac:spMkLst>
            <pc:docMk/>
            <pc:sldMk cId="1494245820" sldId="328"/>
            <ac:spMk id="2" creationId="{2EC18044-525E-58F9-29B1-0623F5677C7F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30.002" v="61" actId="478"/>
        <pc:sldMkLst>
          <pc:docMk/>
          <pc:sldMk cId="1097098983" sldId="329"/>
        </pc:sldMkLst>
        <pc:spChg chg="add mod">
          <ac:chgData name="Paul Winser" userId="c3146a91-e6bd-4264-bd86-e164e04bc32d" providerId="ADAL" clId="{8DBC1E9F-77CB-4F96-A2CA-9DA89A8BB94E}" dt="2025-09-24T11:42:15.308" v="32"/>
          <ac:spMkLst>
            <pc:docMk/>
            <pc:sldMk cId="1097098983" sldId="329"/>
            <ac:spMk id="2" creationId="{B9C9905C-7DCC-475D-6FFC-BD46C0A8D2A1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22.821" v="58" actId="478"/>
        <pc:sldMkLst>
          <pc:docMk/>
          <pc:sldMk cId="2868300153" sldId="330"/>
        </pc:sldMkLst>
        <pc:spChg chg="add mod">
          <ac:chgData name="Paul Winser" userId="c3146a91-e6bd-4264-bd86-e164e04bc32d" providerId="ADAL" clId="{8DBC1E9F-77CB-4F96-A2CA-9DA89A8BB94E}" dt="2025-09-24T11:42:11.193" v="29"/>
          <ac:spMkLst>
            <pc:docMk/>
            <pc:sldMk cId="2868300153" sldId="330"/>
            <ac:spMk id="2" creationId="{5139A7EB-FEFA-95F8-99B8-F5415A36BB72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32.489" v="62" actId="478"/>
        <pc:sldMkLst>
          <pc:docMk/>
          <pc:sldMk cId="3113103834" sldId="331"/>
        </pc:sldMkLst>
        <pc:spChg chg="add mod">
          <ac:chgData name="Paul Winser" userId="c3146a91-e6bd-4264-bd86-e164e04bc32d" providerId="ADAL" clId="{8DBC1E9F-77CB-4F96-A2CA-9DA89A8BB94E}" dt="2025-09-24T11:42:16.733" v="33"/>
          <ac:spMkLst>
            <pc:docMk/>
            <pc:sldMk cId="3113103834" sldId="331"/>
            <ac:spMk id="2" creationId="{663889C9-3705-8D9A-E186-12EBCF0B676A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35.655" v="63" actId="478"/>
        <pc:sldMkLst>
          <pc:docMk/>
          <pc:sldMk cId="731525474" sldId="332"/>
        </pc:sldMkLst>
        <pc:spChg chg="add mod">
          <ac:chgData name="Paul Winser" userId="c3146a91-e6bd-4264-bd86-e164e04bc32d" providerId="ADAL" clId="{8DBC1E9F-77CB-4F96-A2CA-9DA89A8BB94E}" dt="2025-09-24T11:42:17.788" v="34"/>
          <ac:spMkLst>
            <pc:docMk/>
            <pc:sldMk cId="731525474" sldId="332"/>
            <ac:spMk id="3" creationId="{6E0E74C0-698E-0EE2-1A03-A30D5F3660FA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3:14.993" v="55" actId="478"/>
        <pc:sldMkLst>
          <pc:docMk/>
          <pc:sldMk cId="1922290459" sldId="333"/>
        </pc:sldMkLst>
        <pc:spChg chg="add mod">
          <ac:chgData name="Paul Winser" userId="c3146a91-e6bd-4264-bd86-e164e04bc32d" providerId="ADAL" clId="{8DBC1E9F-77CB-4F96-A2CA-9DA89A8BB94E}" dt="2025-09-24T11:42:06.814" v="26"/>
          <ac:spMkLst>
            <pc:docMk/>
            <pc:sldMk cId="1922290459" sldId="333"/>
            <ac:spMk id="7" creationId="{5749917D-44D1-AF38-EF99-C8079C448068}"/>
          </ac:spMkLst>
        </pc:spChg>
      </pc:sldChg>
      <pc:sldChg chg="addSp delSp modSp mod">
        <pc:chgData name="Paul Winser" userId="c3146a91-e6bd-4264-bd86-e164e04bc32d" providerId="ADAL" clId="{8DBC1E9F-77CB-4F96-A2CA-9DA89A8BB94E}" dt="2025-09-24T11:42:27.918" v="36" actId="478"/>
        <pc:sldMkLst>
          <pc:docMk/>
          <pc:sldMk cId="1462100039" sldId="335"/>
        </pc:sldMkLst>
        <pc:spChg chg="add mod">
          <ac:chgData name="Paul Winser" userId="c3146a91-e6bd-4264-bd86-e164e04bc32d" providerId="ADAL" clId="{8DBC1E9F-77CB-4F96-A2CA-9DA89A8BB94E}" dt="2025-09-24T11:41:38.764" v="6"/>
          <ac:spMkLst>
            <pc:docMk/>
            <pc:sldMk cId="1462100039" sldId="335"/>
            <ac:spMk id="5" creationId="{4A1E2862-882C-E1BA-4F26-19BA5CD09B68}"/>
          </ac:spMkLst>
        </pc:spChg>
      </pc:sldChg>
      <pc:sldChg chg="add modTransition">
        <pc:chgData name="Paul Winser" userId="c3146a91-e6bd-4264-bd86-e164e04bc32d" providerId="ADAL" clId="{8DBC1E9F-77CB-4F96-A2CA-9DA89A8BB94E}" dt="2025-09-26T08:15:06.018" v="64"/>
        <pc:sldMkLst>
          <pc:docMk/>
          <pc:sldMk cId="3505912965" sldId="33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C1924-855A-DE4F-BF8F-85CB9CA1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E6A13A45-986D-0649-99F7-AEACB2569460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algn="r" rtl="1"/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ذات الرأسين (البايسبس)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الجزء الأمامي من الذراع العلوية</a:t>
          </a:r>
          <a:endParaRPr lang="en-GB" sz="1800" kern="1200" dirty="0">
            <a:solidFill>
              <a:schemeClr val="tx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5D673E95-F33B-9244-B4B9-775D6AFF5BEB}" type="parTrans" cxnId="{C40F28B6-E847-DB41-AC09-20B516DF2F03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681846-C935-0947-B75B-E4B141867DC9}" type="sibTrans" cxnId="{C40F28B6-E847-DB41-AC09-20B516DF2F03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EE8A34-03E1-C848-B18A-767C02008C12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رباعية الرؤوس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الجزء الأمامي من الفخذ</a:t>
          </a:r>
        </a:p>
      </dgm:t>
    </dgm:pt>
    <dgm:pt modelId="{B5DF048F-EDA6-5A4E-9E62-940953650F34}" type="parTrans" cxnId="{C1C30C89-0DA2-C64C-A45F-035B921F5E8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9F979F-8714-1B4F-AEEC-3352E17B27D3}" type="sibTrans" cxnId="{C1C30C89-0DA2-C64C-A45F-035B921F5E8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940151-9AC7-0848-8D20-1245113269B1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عضلات المأبض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الجزء الخلفي من الفخذ</a:t>
          </a:r>
          <a:endParaRPr lang="en-GB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C0F816-4B0A-884B-B791-489C2E64A257}" type="parTrans" cxnId="{7F94BFBF-7822-164B-9D7A-C11A5518FDCE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76217C-B247-814C-A3DD-B9A3C5C93EA7}" type="sibTrans" cxnId="{7F94BFBF-7822-164B-9D7A-C11A5518FDCE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FA850F-9821-2B4C-8A1F-71DED3404713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العضلات الدالية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منطقة الكتف</a:t>
          </a:r>
        </a:p>
      </dgm:t>
    </dgm:pt>
    <dgm:pt modelId="{FFCA96D7-BBC5-9C48-A2B9-4AA60C3805D2}" type="parTrans" cxnId="{8A7D0444-1E16-D644-9F63-7A6B9C5DE954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B38072-4EF3-9F4D-87AA-42A838F7A419}" type="sibTrans" cxnId="{8A7D0444-1E16-D644-9F63-7A6B9C5DE954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4BD08E-E177-FD44-93BA-376AA66DBF34}">
      <dgm:prSet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الأَلَوِيَّةُ الكبرى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منطقة الأرداف</a:t>
          </a:r>
        </a:p>
      </dgm:t>
    </dgm:pt>
    <dgm:pt modelId="{8153F4CB-B6BF-4442-9A94-AE473E39E78E}" type="parTrans" cxnId="{018D6CF4-19CB-8942-A2F3-772259A46F08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74A1AA-752C-734D-B892-6718E701DAF1}" type="sibTrans" cxnId="{018D6CF4-19CB-8942-A2F3-772259A46F08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77ABD5-6ADE-604D-A60F-1670E990020A}">
      <dgm:prSet phldr="0"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عضلة الساق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عضلة الربلة</a:t>
          </a:r>
        </a:p>
      </dgm:t>
    </dgm:pt>
    <dgm:pt modelId="{312940F8-4956-B841-84EC-800A83189954}" type="parTrans" cxnId="{20DCCFD7-73BE-4941-AA1A-7E6C54E02895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154522-A188-7440-B38F-1D1081AF6FA7}" type="sibTrans" cxnId="{20DCCFD7-73BE-4941-AA1A-7E6C54E02895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CE6A62-E9FA-164A-80E8-E57E7648D641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ثلاثية الرؤوس (الترايسبس)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الجزء الخلفي من الذراع العلوية</a:t>
          </a:r>
          <a:endParaRPr lang="en-GB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2FE364-F873-EC4F-BD22-F91C0AC90593}" type="parTrans" cxnId="{FCC10AAC-97A1-A140-A1EF-AAB4247C2FA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379D10-BB38-1D4D-8286-1D3AA6E8434A}" type="sibTrans" cxnId="{FCC10AAC-97A1-A140-A1EF-AAB4247C2FA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DA0781-F0CF-4115-B327-C8584A5734F4}">
      <dgm:prSet phldr="0" custT="1"/>
      <dgm:spPr/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البطنية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منطقة المعدة</a:t>
          </a:r>
          <a:endParaRPr lang="en-GB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CB7AA1-D8E2-4F71-A000-BC6774897293}" type="parTrans" cxnId="{54EC4D20-8A5E-4F0C-8886-D9951F4E97C8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93B74C-3168-4554-B816-9CEAA5550075}" type="sibTrans" cxnId="{54EC4D20-8A5E-4F0C-8886-D9951F4E97C8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606F1B-D6EA-2B4A-862F-14D55DEC2DA1}" type="pres">
      <dgm:prSet presAssocID="{EA8C1924-855A-DE4F-BF8F-85CB9CA1AB5A}" presName="linear" presStyleCnt="0">
        <dgm:presLayoutVars>
          <dgm:animLvl val="lvl"/>
          <dgm:resizeHandles val="exact"/>
        </dgm:presLayoutVars>
      </dgm:prSet>
      <dgm:spPr/>
    </dgm:pt>
    <dgm:pt modelId="{6E391D56-652F-224D-B7D1-6C244CC31D50}" type="pres">
      <dgm:prSet presAssocID="{33CE6A62-E9FA-164A-80E8-E57E7648D641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E2F7A274-D98C-534A-938E-FB90871F105C}" type="pres">
      <dgm:prSet presAssocID="{DB379D10-BB38-1D4D-8286-1D3AA6E8434A}" presName="spacer" presStyleCnt="0"/>
      <dgm:spPr/>
    </dgm:pt>
    <dgm:pt modelId="{BFE099FF-7A32-7D4F-A214-E3D13DA232E9}" type="pres">
      <dgm:prSet presAssocID="{E6A13A45-986D-0649-99F7-AEACB2569460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89AE1FE0-1D78-6846-A358-1977A1B90431}" type="pres">
      <dgm:prSet presAssocID="{35681846-C935-0947-B75B-E4B141867DC9}" presName="spacer" presStyleCnt="0"/>
      <dgm:spPr/>
    </dgm:pt>
    <dgm:pt modelId="{27FD5942-A9B3-2340-9337-728CD9B67E4A}" type="pres">
      <dgm:prSet presAssocID="{7AEE8A34-03E1-C848-B18A-767C02008C1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4919E60-BAB8-394D-87EF-3E1D92E604D7}" type="pres">
      <dgm:prSet presAssocID="{F39F979F-8714-1B4F-AEEC-3352E17B27D3}" presName="spacer" presStyleCnt="0"/>
      <dgm:spPr/>
    </dgm:pt>
    <dgm:pt modelId="{D1309920-5EE4-2F42-AE1B-82B931D36A63}" type="pres">
      <dgm:prSet presAssocID="{0F940151-9AC7-0848-8D20-1245113269B1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82BB61B-B4CB-DA4C-9152-06AD9CCD934A}" type="pres">
      <dgm:prSet presAssocID="{D676217C-B247-814C-A3DD-B9A3C5C93EA7}" presName="spacer" presStyleCnt="0"/>
      <dgm:spPr/>
    </dgm:pt>
    <dgm:pt modelId="{2A71939E-C668-0247-AC34-8881608DF37F}" type="pres">
      <dgm:prSet presAssocID="{FEFA850F-9821-2B4C-8A1F-71DED3404713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552A845C-B831-7B4D-97C2-CC1D49531E28}" type="pres">
      <dgm:prSet presAssocID="{6AB38072-4EF3-9F4D-87AA-42A838F7A419}" presName="spacer" presStyleCnt="0"/>
      <dgm:spPr/>
    </dgm:pt>
    <dgm:pt modelId="{B882BCA1-CE5F-AA4F-919D-DA133E4C972E}" type="pres">
      <dgm:prSet presAssocID="{944BD08E-E177-FD44-93BA-376AA66DBF34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B7B15690-8AB5-6444-86F3-B090C12D083D}" type="pres">
      <dgm:prSet presAssocID="{EB74A1AA-752C-734D-B892-6718E701DAF1}" presName="spacer" presStyleCnt="0"/>
      <dgm:spPr/>
    </dgm:pt>
    <dgm:pt modelId="{95C713CA-9AEE-3E4A-87D7-F214033380F4}" type="pres">
      <dgm:prSet presAssocID="{AD77ABD5-6ADE-604D-A60F-1670E990020A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DD387BDB-5B32-409E-820A-03C48E30384A}" type="pres">
      <dgm:prSet presAssocID="{F2154522-A188-7440-B38F-1D1081AF6FA7}" presName="spacer" presStyleCnt="0"/>
      <dgm:spPr/>
    </dgm:pt>
    <dgm:pt modelId="{8AE70691-6AD0-454C-AE5C-FE985DEED960}" type="pres">
      <dgm:prSet presAssocID="{D5DA0781-F0CF-4115-B327-C8584A5734F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4EC4D20-8A5E-4F0C-8886-D9951F4E97C8}" srcId="{EA8C1924-855A-DE4F-BF8F-85CB9CA1AB5A}" destId="{D5DA0781-F0CF-4115-B327-C8584A5734F4}" srcOrd="7" destOrd="0" parTransId="{90CB7AA1-D8E2-4F71-A000-BC6774897293}" sibTransId="{4593B74C-3168-4554-B816-9CEAA5550075}"/>
    <dgm:cxn modelId="{95E7982B-92AA-430C-A21F-A11E7762630D}" type="presOf" srcId="{944BD08E-E177-FD44-93BA-376AA66DBF34}" destId="{B882BCA1-CE5F-AA4F-919D-DA133E4C972E}" srcOrd="0" destOrd="0" presId="urn:microsoft.com/office/officeart/2005/8/layout/vList2"/>
    <dgm:cxn modelId="{D872D32D-2C80-49EC-AB6D-3E2F47910A81}" type="presOf" srcId="{0F940151-9AC7-0848-8D20-1245113269B1}" destId="{D1309920-5EE4-2F42-AE1B-82B931D36A63}" srcOrd="0" destOrd="0" presId="urn:microsoft.com/office/officeart/2005/8/layout/vList2"/>
    <dgm:cxn modelId="{6C463539-6B11-4D37-B63B-AE5D2DA9A679}" type="presOf" srcId="{E6A13A45-986D-0649-99F7-AEACB2569460}" destId="{BFE099FF-7A32-7D4F-A214-E3D13DA232E9}" srcOrd="0" destOrd="0" presId="urn:microsoft.com/office/officeart/2005/8/layout/vList2"/>
    <dgm:cxn modelId="{8A7D0444-1E16-D644-9F63-7A6B9C5DE954}" srcId="{EA8C1924-855A-DE4F-BF8F-85CB9CA1AB5A}" destId="{FEFA850F-9821-2B4C-8A1F-71DED3404713}" srcOrd="4" destOrd="0" parTransId="{FFCA96D7-BBC5-9C48-A2B9-4AA60C3805D2}" sibTransId="{6AB38072-4EF3-9F4D-87AA-42A838F7A419}"/>
    <dgm:cxn modelId="{03C58873-E54B-47A5-9DE1-221DB8A20C1F}" type="presOf" srcId="{33CE6A62-E9FA-164A-80E8-E57E7648D641}" destId="{6E391D56-652F-224D-B7D1-6C244CC31D50}" srcOrd="0" destOrd="0" presId="urn:microsoft.com/office/officeart/2005/8/layout/vList2"/>
    <dgm:cxn modelId="{628F7688-9334-48EF-A330-D2BD7C00B6EC}" type="presOf" srcId="{FEFA850F-9821-2B4C-8A1F-71DED3404713}" destId="{2A71939E-C668-0247-AC34-8881608DF37F}" srcOrd="0" destOrd="0" presId="urn:microsoft.com/office/officeart/2005/8/layout/vList2"/>
    <dgm:cxn modelId="{C1C30C89-0DA2-C64C-A45F-035B921F5E86}" srcId="{EA8C1924-855A-DE4F-BF8F-85CB9CA1AB5A}" destId="{7AEE8A34-03E1-C848-B18A-767C02008C12}" srcOrd="2" destOrd="0" parTransId="{B5DF048F-EDA6-5A4E-9E62-940953650F34}" sibTransId="{F39F979F-8714-1B4F-AEEC-3352E17B27D3}"/>
    <dgm:cxn modelId="{9246129A-A308-0D4C-BA68-BCB264AF8DC1}" type="presOf" srcId="{EA8C1924-855A-DE4F-BF8F-85CB9CA1AB5A}" destId="{52606F1B-D6EA-2B4A-862F-14D55DEC2DA1}" srcOrd="0" destOrd="0" presId="urn:microsoft.com/office/officeart/2005/8/layout/vList2"/>
    <dgm:cxn modelId="{2543B19A-7C90-4402-BE4A-E0550E0C34A1}" type="presOf" srcId="{AD77ABD5-6ADE-604D-A60F-1670E990020A}" destId="{95C713CA-9AEE-3E4A-87D7-F214033380F4}" srcOrd="0" destOrd="0" presId="urn:microsoft.com/office/officeart/2005/8/layout/vList2"/>
    <dgm:cxn modelId="{C827ACAB-5309-45F3-8B0D-096A81DBFA5C}" type="presOf" srcId="{7AEE8A34-03E1-C848-B18A-767C02008C12}" destId="{27FD5942-A9B3-2340-9337-728CD9B67E4A}" srcOrd="0" destOrd="0" presId="urn:microsoft.com/office/officeart/2005/8/layout/vList2"/>
    <dgm:cxn modelId="{FCC10AAC-97A1-A140-A1EF-AAB4247C2FAD}" srcId="{EA8C1924-855A-DE4F-BF8F-85CB9CA1AB5A}" destId="{33CE6A62-E9FA-164A-80E8-E57E7648D641}" srcOrd="0" destOrd="0" parTransId="{1B2FE364-F873-EC4F-BD22-F91C0AC90593}" sibTransId="{DB379D10-BB38-1D4D-8286-1D3AA6E8434A}"/>
    <dgm:cxn modelId="{EE73A9B1-E373-4F62-99ED-2A322883A9A4}" type="presOf" srcId="{D5DA0781-F0CF-4115-B327-C8584A5734F4}" destId="{8AE70691-6AD0-454C-AE5C-FE985DEED960}" srcOrd="0" destOrd="0" presId="urn:microsoft.com/office/officeart/2005/8/layout/vList2"/>
    <dgm:cxn modelId="{C40F28B6-E847-DB41-AC09-20B516DF2F03}" srcId="{EA8C1924-855A-DE4F-BF8F-85CB9CA1AB5A}" destId="{E6A13A45-986D-0649-99F7-AEACB2569460}" srcOrd="1" destOrd="0" parTransId="{5D673E95-F33B-9244-B4B9-775D6AFF5BEB}" sibTransId="{35681846-C935-0947-B75B-E4B141867DC9}"/>
    <dgm:cxn modelId="{7F94BFBF-7822-164B-9D7A-C11A5518FDCE}" srcId="{EA8C1924-855A-DE4F-BF8F-85CB9CA1AB5A}" destId="{0F940151-9AC7-0848-8D20-1245113269B1}" srcOrd="3" destOrd="0" parTransId="{25C0F816-4B0A-884B-B791-489C2E64A257}" sibTransId="{D676217C-B247-814C-A3DD-B9A3C5C93EA7}"/>
    <dgm:cxn modelId="{20DCCFD7-73BE-4941-AA1A-7E6C54E02895}" srcId="{EA8C1924-855A-DE4F-BF8F-85CB9CA1AB5A}" destId="{AD77ABD5-6ADE-604D-A60F-1670E990020A}" srcOrd="6" destOrd="0" parTransId="{312940F8-4956-B841-84EC-800A83189954}" sibTransId="{F2154522-A188-7440-B38F-1D1081AF6FA7}"/>
    <dgm:cxn modelId="{018D6CF4-19CB-8942-A2F3-772259A46F08}" srcId="{EA8C1924-855A-DE4F-BF8F-85CB9CA1AB5A}" destId="{944BD08E-E177-FD44-93BA-376AA66DBF34}" srcOrd="5" destOrd="0" parTransId="{8153F4CB-B6BF-4442-9A94-AE473E39E78E}" sibTransId="{EB74A1AA-752C-734D-B892-6718E701DAF1}"/>
    <dgm:cxn modelId="{F03BB542-154E-4051-91AC-4A44041B6938}" type="presParOf" srcId="{52606F1B-D6EA-2B4A-862F-14D55DEC2DA1}" destId="{6E391D56-652F-224D-B7D1-6C244CC31D50}" srcOrd="0" destOrd="0" presId="urn:microsoft.com/office/officeart/2005/8/layout/vList2"/>
    <dgm:cxn modelId="{5872CB0E-AE3B-422B-9F26-2933F353A20C}" type="presParOf" srcId="{52606F1B-D6EA-2B4A-862F-14D55DEC2DA1}" destId="{E2F7A274-D98C-534A-938E-FB90871F105C}" srcOrd="1" destOrd="0" presId="urn:microsoft.com/office/officeart/2005/8/layout/vList2"/>
    <dgm:cxn modelId="{03EA68D8-5F6F-461B-872B-E02F95ABE4D3}" type="presParOf" srcId="{52606F1B-D6EA-2B4A-862F-14D55DEC2DA1}" destId="{BFE099FF-7A32-7D4F-A214-E3D13DA232E9}" srcOrd="2" destOrd="0" presId="urn:microsoft.com/office/officeart/2005/8/layout/vList2"/>
    <dgm:cxn modelId="{DC876188-9BC1-4EB1-AF0E-E0CF8E598E90}" type="presParOf" srcId="{52606F1B-D6EA-2B4A-862F-14D55DEC2DA1}" destId="{89AE1FE0-1D78-6846-A358-1977A1B90431}" srcOrd="3" destOrd="0" presId="urn:microsoft.com/office/officeart/2005/8/layout/vList2"/>
    <dgm:cxn modelId="{481DD69C-721A-498F-A643-65DF24963C9F}" type="presParOf" srcId="{52606F1B-D6EA-2B4A-862F-14D55DEC2DA1}" destId="{27FD5942-A9B3-2340-9337-728CD9B67E4A}" srcOrd="4" destOrd="0" presId="urn:microsoft.com/office/officeart/2005/8/layout/vList2"/>
    <dgm:cxn modelId="{94A2A797-7CAD-4224-9457-AA14B516DFE0}" type="presParOf" srcId="{52606F1B-D6EA-2B4A-862F-14D55DEC2DA1}" destId="{54919E60-BAB8-394D-87EF-3E1D92E604D7}" srcOrd="5" destOrd="0" presId="urn:microsoft.com/office/officeart/2005/8/layout/vList2"/>
    <dgm:cxn modelId="{F2B21CC5-B835-4DA8-8375-0C3EAC354520}" type="presParOf" srcId="{52606F1B-D6EA-2B4A-862F-14D55DEC2DA1}" destId="{D1309920-5EE4-2F42-AE1B-82B931D36A63}" srcOrd="6" destOrd="0" presId="urn:microsoft.com/office/officeart/2005/8/layout/vList2"/>
    <dgm:cxn modelId="{7D103D05-5DCD-4794-B665-07AD1684443D}" type="presParOf" srcId="{52606F1B-D6EA-2B4A-862F-14D55DEC2DA1}" destId="{482BB61B-B4CB-DA4C-9152-06AD9CCD934A}" srcOrd="7" destOrd="0" presId="urn:microsoft.com/office/officeart/2005/8/layout/vList2"/>
    <dgm:cxn modelId="{4C7B4847-F5DD-477C-A14F-2FD14B677405}" type="presParOf" srcId="{52606F1B-D6EA-2B4A-862F-14D55DEC2DA1}" destId="{2A71939E-C668-0247-AC34-8881608DF37F}" srcOrd="8" destOrd="0" presId="urn:microsoft.com/office/officeart/2005/8/layout/vList2"/>
    <dgm:cxn modelId="{D9F69DDC-7F69-4712-A560-ED378B5F9775}" type="presParOf" srcId="{52606F1B-D6EA-2B4A-862F-14D55DEC2DA1}" destId="{552A845C-B831-7B4D-97C2-CC1D49531E28}" srcOrd="9" destOrd="0" presId="urn:microsoft.com/office/officeart/2005/8/layout/vList2"/>
    <dgm:cxn modelId="{9909323A-BAA6-4A69-BFB7-19714C27790C}" type="presParOf" srcId="{52606F1B-D6EA-2B4A-862F-14D55DEC2DA1}" destId="{B882BCA1-CE5F-AA4F-919D-DA133E4C972E}" srcOrd="10" destOrd="0" presId="urn:microsoft.com/office/officeart/2005/8/layout/vList2"/>
    <dgm:cxn modelId="{405AC973-47EA-47DD-B830-54DB959804FE}" type="presParOf" srcId="{52606F1B-D6EA-2B4A-862F-14D55DEC2DA1}" destId="{B7B15690-8AB5-6444-86F3-B090C12D083D}" srcOrd="11" destOrd="0" presId="urn:microsoft.com/office/officeart/2005/8/layout/vList2"/>
    <dgm:cxn modelId="{4586B1F8-7023-48FD-B96E-E91AA8DE6007}" type="presParOf" srcId="{52606F1B-D6EA-2B4A-862F-14D55DEC2DA1}" destId="{95C713CA-9AEE-3E4A-87D7-F214033380F4}" srcOrd="12" destOrd="0" presId="urn:microsoft.com/office/officeart/2005/8/layout/vList2"/>
    <dgm:cxn modelId="{9086D8B6-67B0-4A42-B24D-CB6666722630}" type="presParOf" srcId="{52606F1B-D6EA-2B4A-862F-14D55DEC2DA1}" destId="{DD387BDB-5B32-409E-820A-03C48E30384A}" srcOrd="13" destOrd="0" presId="urn:microsoft.com/office/officeart/2005/8/layout/vList2"/>
    <dgm:cxn modelId="{D8EB9CCF-FA76-4721-8E1D-3F166FA241D9}" type="presParOf" srcId="{52606F1B-D6EA-2B4A-862F-14D55DEC2DA1}" destId="{8AE70691-6AD0-454C-AE5C-FE985DEED96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8C1924-855A-DE4F-BF8F-85CB9CA1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E6A13A45-986D-0649-99F7-AEACB2569460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algn="r" rtl="1"/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الصدرية الكبرى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عضلات الصدر</a:t>
          </a:r>
          <a:endParaRPr lang="en-GB" sz="1800" kern="1200" dirty="0">
            <a:solidFill>
              <a:schemeClr val="tx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5D673E95-F33B-9244-B4B9-775D6AFF5BEB}" type="parTrans" cxnId="{C40F28B6-E847-DB41-AC09-20B516DF2F03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681846-C935-0947-B75B-E4B141867DC9}" type="sibTrans" cxnId="{C40F28B6-E847-DB41-AC09-20B516DF2F03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EE8A34-03E1-C848-B18A-767C02008C12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شبه المنحرفة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قع في الجزء العلوي من الظهر وتمتد إلى الرقبة</a:t>
          </a:r>
        </a:p>
      </dgm:t>
    </dgm:pt>
    <dgm:pt modelId="{B5DF048F-EDA6-5A4E-9E62-940953650F34}" type="parTrans" cxnId="{C1C30C89-0DA2-C64C-A45F-035B921F5E8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9F979F-8714-1B4F-AEEC-3352E17B27D3}" type="sibTrans" cxnId="{C1C30C89-0DA2-C64C-A45F-035B921F5E8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CE6A62-E9FA-164A-80E8-E57E7648D641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العضلات المائلة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على جانب البطن</a:t>
          </a:r>
          <a:endParaRPr lang="en-GB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2FE364-F873-EC4F-BD22-F91C0AC90593}" type="parTrans" cxnId="{FCC10AAC-97A1-A140-A1EF-AAB4247C2FA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379D10-BB38-1D4D-8286-1D3AA6E8434A}" type="sibTrans" cxnId="{FCC10AAC-97A1-A140-A1EF-AAB4247C2FA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9A5A2C-A80D-4507-8074-8E4A49FC06FD}">
      <dgm:prSet phldr="0" custT="1"/>
      <dgm:spPr/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النعلية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عضلة الربلة السفلية</a:t>
          </a:r>
        </a:p>
      </dgm:t>
    </dgm:pt>
    <dgm:pt modelId="{AC11F208-4F64-4AF3-9113-91438E7D7546}" type="parTrans" cxnId="{E48D179B-BA75-47E7-87BE-1B3DB22D96EE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0F221F-5EA9-4F55-8E30-90B627691544}" type="sibTrans" cxnId="{E48D179B-BA75-47E7-87BE-1B3DB22D96EE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264D6B8-8729-4AE5-A2E0-E5F740C77FEA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الظهرِية العريضة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على جانب الظهر</a:t>
          </a:r>
        </a:p>
      </dgm:t>
    </dgm:pt>
    <dgm:pt modelId="{689EB042-AA29-4FEF-8C72-44D5DC8C9265}" type="parTrans" cxnId="{EAAD04C2-92E7-45F4-8F16-D3ED5148FB6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FBE2F9-E6F1-4BC3-A57A-B307F0F2CEA1}" type="sibTrans" cxnId="{EAAD04C2-92E7-45F4-8F16-D3ED5148FB6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012152-03DE-498F-96AD-347968862B2C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الناصبة للعمود الفقري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العضلات التي تمتد على طول العمود الفقري</a:t>
          </a:r>
        </a:p>
      </dgm:t>
    </dgm:pt>
    <dgm:pt modelId="{813187A3-DBA9-4DBC-B97C-E0CFD07BEC10}" type="parTrans" cxnId="{D1EBA6EF-DA0C-4D74-8129-7BAB1F74DB9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01272E5-F8DD-40EC-9457-E42A15B95C8F}" type="sibTrans" cxnId="{D1EBA6EF-DA0C-4D74-8129-7BAB1F74DB9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606F1B-D6EA-2B4A-862F-14D55DEC2DA1}" type="pres">
      <dgm:prSet presAssocID="{EA8C1924-855A-DE4F-BF8F-85CB9CA1AB5A}" presName="linear" presStyleCnt="0">
        <dgm:presLayoutVars>
          <dgm:animLvl val="lvl"/>
          <dgm:resizeHandles val="exact"/>
        </dgm:presLayoutVars>
      </dgm:prSet>
      <dgm:spPr/>
    </dgm:pt>
    <dgm:pt modelId="{6E391D56-652F-224D-B7D1-6C244CC31D50}" type="pres">
      <dgm:prSet presAssocID="{33CE6A62-E9FA-164A-80E8-E57E7648D64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2F7A274-D98C-534A-938E-FB90871F105C}" type="pres">
      <dgm:prSet presAssocID="{DB379D10-BB38-1D4D-8286-1D3AA6E8434A}" presName="spacer" presStyleCnt="0"/>
      <dgm:spPr/>
    </dgm:pt>
    <dgm:pt modelId="{BFE099FF-7A32-7D4F-A214-E3D13DA232E9}" type="pres">
      <dgm:prSet presAssocID="{E6A13A45-986D-0649-99F7-AEACB256946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9AE1FE0-1D78-6846-A358-1977A1B90431}" type="pres">
      <dgm:prSet presAssocID="{35681846-C935-0947-B75B-E4B141867DC9}" presName="spacer" presStyleCnt="0"/>
      <dgm:spPr/>
    </dgm:pt>
    <dgm:pt modelId="{27FD5942-A9B3-2340-9337-728CD9B67E4A}" type="pres">
      <dgm:prSet presAssocID="{7AEE8A34-03E1-C848-B18A-767C02008C1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4919E60-BAB8-394D-87EF-3E1D92E604D7}" type="pres">
      <dgm:prSet presAssocID="{F39F979F-8714-1B4F-AEEC-3352E17B27D3}" presName="spacer" presStyleCnt="0"/>
      <dgm:spPr/>
    </dgm:pt>
    <dgm:pt modelId="{B7EEB51F-EA8A-4DBC-ADB4-02A476C26CD9}" type="pres">
      <dgm:prSet presAssocID="{0264D6B8-8729-4AE5-A2E0-E5F740C77FE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D732FF-14C6-4CE2-8839-58EFE28A117F}" type="pres">
      <dgm:prSet presAssocID="{C6FBE2F9-E6F1-4BC3-A57A-B307F0F2CEA1}" presName="spacer" presStyleCnt="0"/>
      <dgm:spPr/>
    </dgm:pt>
    <dgm:pt modelId="{193C0822-A09C-4559-94A5-DB05CD9290D4}" type="pres">
      <dgm:prSet presAssocID="{149A5A2C-A80D-4507-8074-8E4A49FC06F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BE47D86-6D8C-4179-918D-220C1EAF67AD}" type="pres">
      <dgm:prSet presAssocID="{420F221F-5EA9-4F55-8E30-90B627691544}" presName="spacer" presStyleCnt="0"/>
      <dgm:spPr/>
    </dgm:pt>
    <dgm:pt modelId="{34A36DE3-F312-4AF9-906F-A362EA7BDBE3}" type="pres">
      <dgm:prSet presAssocID="{9E012152-03DE-498F-96AD-347968862B2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7D5A109-1583-44A1-8EDC-7A7626E7958F}" type="presOf" srcId="{0264D6B8-8729-4AE5-A2E0-E5F740C77FEA}" destId="{B7EEB51F-EA8A-4DBC-ADB4-02A476C26CD9}" srcOrd="0" destOrd="0" presId="urn:microsoft.com/office/officeart/2005/8/layout/vList2"/>
    <dgm:cxn modelId="{33C1B313-66BC-4F6D-AE6C-F219B6539E27}" type="presOf" srcId="{9E012152-03DE-498F-96AD-347968862B2C}" destId="{34A36DE3-F312-4AF9-906F-A362EA7BDBE3}" srcOrd="0" destOrd="0" presId="urn:microsoft.com/office/officeart/2005/8/layout/vList2"/>
    <dgm:cxn modelId="{041A2C3C-552D-4BBB-A1A8-49F023463363}" type="presOf" srcId="{E6A13A45-986D-0649-99F7-AEACB2569460}" destId="{BFE099FF-7A32-7D4F-A214-E3D13DA232E9}" srcOrd="0" destOrd="0" presId="urn:microsoft.com/office/officeart/2005/8/layout/vList2"/>
    <dgm:cxn modelId="{C1C30C89-0DA2-C64C-A45F-035B921F5E86}" srcId="{EA8C1924-855A-DE4F-BF8F-85CB9CA1AB5A}" destId="{7AEE8A34-03E1-C848-B18A-767C02008C12}" srcOrd="2" destOrd="0" parTransId="{B5DF048F-EDA6-5A4E-9E62-940953650F34}" sibTransId="{F39F979F-8714-1B4F-AEEC-3352E17B27D3}"/>
    <dgm:cxn modelId="{DD5E0C90-13F4-47DB-ADD1-903360EC4FB0}" type="presOf" srcId="{149A5A2C-A80D-4507-8074-8E4A49FC06FD}" destId="{193C0822-A09C-4559-94A5-DB05CD9290D4}" srcOrd="0" destOrd="0" presId="urn:microsoft.com/office/officeart/2005/8/layout/vList2"/>
    <dgm:cxn modelId="{9246129A-A308-0D4C-BA68-BCB264AF8DC1}" type="presOf" srcId="{EA8C1924-855A-DE4F-BF8F-85CB9CA1AB5A}" destId="{52606F1B-D6EA-2B4A-862F-14D55DEC2DA1}" srcOrd="0" destOrd="0" presId="urn:microsoft.com/office/officeart/2005/8/layout/vList2"/>
    <dgm:cxn modelId="{E48D179B-BA75-47E7-87BE-1B3DB22D96EE}" srcId="{EA8C1924-855A-DE4F-BF8F-85CB9CA1AB5A}" destId="{149A5A2C-A80D-4507-8074-8E4A49FC06FD}" srcOrd="4" destOrd="0" parTransId="{AC11F208-4F64-4AF3-9113-91438E7D7546}" sibTransId="{420F221F-5EA9-4F55-8E30-90B627691544}"/>
    <dgm:cxn modelId="{FCC10AAC-97A1-A140-A1EF-AAB4247C2FAD}" srcId="{EA8C1924-855A-DE4F-BF8F-85CB9CA1AB5A}" destId="{33CE6A62-E9FA-164A-80E8-E57E7648D641}" srcOrd="0" destOrd="0" parTransId="{1B2FE364-F873-EC4F-BD22-F91C0AC90593}" sibTransId="{DB379D10-BB38-1D4D-8286-1D3AA6E8434A}"/>
    <dgm:cxn modelId="{4F4285B5-0FE8-4C83-946D-964AC4B06C28}" type="presOf" srcId="{7AEE8A34-03E1-C848-B18A-767C02008C12}" destId="{27FD5942-A9B3-2340-9337-728CD9B67E4A}" srcOrd="0" destOrd="0" presId="urn:microsoft.com/office/officeart/2005/8/layout/vList2"/>
    <dgm:cxn modelId="{C40F28B6-E847-DB41-AC09-20B516DF2F03}" srcId="{EA8C1924-855A-DE4F-BF8F-85CB9CA1AB5A}" destId="{E6A13A45-986D-0649-99F7-AEACB2569460}" srcOrd="1" destOrd="0" parTransId="{5D673E95-F33B-9244-B4B9-775D6AFF5BEB}" sibTransId="{35681846-C935-0947-B75B-E4B141867DC9}"/>
    <dgm:cxn modelId="{4006EFBE-102B-472C-A5EF-17B7C438D701}" type="presOf" srcId="{33CE6A62-E9FA-164A-80E8-E57E7648D641}" destId="{6E391D56-652F-224D-B7D1-6C244CC31D50}" srcOrd="0" destOrd="0" presId="urn:microsoft.com/office/officeart/2005/8/layout/vList2"/>
    <dgm:cxn modelId="{EAAD04C2-92E7-45F4-8F16-D3ED5148FB66}" srcId="{EA8C1924-855A-DE4F-BF8F-85CB9CA1AB5A}" destId="{0264D6B8-8729-4AE5-A2E0-E5F740C77FEA}" srcOrd="3" destOrd="0" parTransId="{689EB042-AA29-4FEF-8C72-44D5DC8C9265}" sibTransId="{C6FBE2F9-E6F1-4BC3-A57A-B307F0F2CEA1}"/>
    <dgm:cxn modelId="{D1EBA6EF-DA0C-4D74-8129-7BAB1F74DB9D}" srcId="{EA8C1924-855A-DE4F-BF8F-85CB9CA1AB5A}" destId="{9E012152-03DE-498F-96AD-347968862B2C}" srcOrd="5" destOrd="0" parTransId="{813187A3-DBA9-4DBC-B97C-E0CFD07BEC10}" sibTransId="{601272E5-F8DD-40EC-9457-E42A15B95C8F}"/>
    <dgm:cxn modelId="{726D631F-996E-4A5D-B6A1-CC36DFA434D9}" type="presParOf" srcId="{52606F1B-D6EA-2B4A-862F-14D55DEC2DA1}" destId="{6E391D56-652F-224D-B7D1-6C244CC31D50}" srcOrd="0" destOrd="0" presId="urn:microsoft.com/office/officeart/2005/8/layout/vList2"/>
    <dgm:cxn modelId="{BE8D2AAF-F712-45F6-8F99-E2B8D5BB3A97}" type="presParOf" srcId="{52606F1B-D6EA-2B4A-862F-14D55DEC2DA1}" destId="{E2F7A274-D98C-534A-938E-FB90871F105C}" srcOrd="1" destOrd="0" presId="urn:microsoft.com/office/officeart/2005/8/layout/vList2"/>
    <dgm:cxn modelId="{C9BE47E2-7E4C-467B-90D9-97A22636342C}" type="presParOf" srcId="{52606F1B-D6EA-2B4A-862F-14D55DEC2DA1}" destId="{BFE099FF-7A32-7D4F-A214-E3D13DA232E9}" srcOrd="2" destOrd="0" presId="urn:microsoft.com/office/officeart/2005/8/layout/vList2"/>
    <dgm:cxn modelId="{511E1FAA-AACC-4E66-BE1F-DE77DE0CD1DC}" type="presParOf" srcId="{52606F1B-D6EA-2B4A-862F-14D55DEC2DA1}" destId="{89AE1FE0-1D78-6846-A358-1977A1B90431}" srcOrd="3" destOrd="0" presId="urn:microsoft.com/office/officeart/2005/8/layout/vList2"/>
    <dgm:cxn modelId="{BF4E127D-748B-4609-A314-F6632F1FBC7A}" type="presParOf" srcId="{52606F1B-D6EA-2B4A-862F-14D55DEC2DA1}" destId="{27FD5942-A9B3-2340-9337-728CD9B67E4A}" srcOrd="4" destOrd="0" presId="urn:microsoft.com/office/officeart/2005/8/layout/vList2"/>
    <dgm:cxn modelId="{E161EBD6-7841-4604-9D32-2BCF40A81AAE}" type="presParOf" srcId="{52606F1B-D6EA-2B4A-862F-14D55DEC2DA1}" destId="{54919E60-BAB8-394D-87EF-3E1D92E604D7}" srcOrd="5" destOrd="0" presId="urn:microsoft.com/office/officeart/2005/8/layout/vList2"/>
    <dgm:cxn modelId="{819C03A4-D18A-40E4-B18A-0A40A0AB6CA3}" type="presParOf" srcId="{52606F1B-D6EA-2B4A-862F-14D55DEC2DA1}" destId="{B7EEB51F-EA8A-4DBC-ADB4-02A476C26CD9}" srcOrd="6" destOrd="0" presId="urn:microsoft.com/office/officeart/2005/8/layout/vList2"/>
    <dgm:cxn modelId="{8C4B27DB-BBF6-4498-A56B-6CF2C1DCF12F}" type="presParOf" srcId="{52606F1B-D6EA-2B4A-862F-14D55DEC2DA1}" destId="{D2D732FF-14C6-4CE2-8839-58EFE28A117F}" srcOrd="7" destOrd="0" presId="urn:microsoft.com/office/officeart/2005/8/layout/vList2"/>
    <dgm:cxn modelId="{B31B3FE9-536D-499C-8A33-485511364AAA}" type="presParOf" srcId="{52606F1B-D6EA-2B4A-862F-14D55DEC2DA1}" destId="{193C0822-A09C-4559-94A5-DB05CD9290D4}" srcOrd="8" destOrd="0" presId="urn:microsoft.com/office/officeart/2005/8/layout/vList2"/>
    <dgm:cxn modelId="{4F72EA1B-1BF8-4D78-BEAC-BF83F261AB7A}" type="presParOf" srcId="{52606F1B-D6EA-2B4A-862F-14D55DEC2DA1}" destId="{5BE47D86-6D8C-4179-918D-220C1EAF67AD}" srcOrd="9" destOrd="0" presId="urn:microsoft.com/office/officeart/2005/8/layout/vList2"/>
    <dgm:cxn modelId="{112C9B64-510A-4C10-9B97-EB160815CADB}" type="presParOf" srcId="{52606F1B-D6EA-2B4A-862F-14D55DEC2DA1}" destId="{34A36DE3-F312-4AF9-906F-A362EA7BDBE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8C1924-855A-DE4F-BF8F-85CB9CA1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33CE6A62-E9FA-164A-80E8-E57E7648D641}">
      <dgm:prSet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الجمجمة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عظام القحف</a:t>
          </a:r>
          <a:endParaRPr lang="en-GB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2FE364-F873-EC4F-BD22-F91C0AC90593}" type="parTrans" cxnId="{FCC10AAC-97A1-A140-A1EF-AAB4247C2FA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379D10-BB38-1D4D-8286-1D3AA6E8434A}" type="sibTrans" cxnId="{FCC10AAC-97A1-A140-A1EF-AAB4247C2FA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DA0781-F0CF-4115-B327-C8584A5734F4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الترقوة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عظمة الترقوة</a:t>
          </a:r>
        </a:p>
      </dgm:t>
    </dgm:pt>
    <dgm:pt modelId="{90CB7AA1-D8E2-4F71-A000-BC6774897293}" type="parTrans" cxnId="{54EC4D20-8A5E-4F0C-8886-D9951F4E97C8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93B74C-3168-4554-B816-9CEAA5550075}" type="sibTrans" cxnId="{54EC4D20-8A5E-4F0C-8886-D9951F4E97C8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8244F6-8AF6-408F-BAF8-D6620ADAF1FF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الكتف 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لوح الكتف</a:t>
          </a:r>
        </a:p>
      </dgm:t>
    </dgm:pt>
    <dgm:pt modelId="{4457FFBA-7629-480E-A9FE-83F7E4FC66A1}" type="parTrans" cxnId="{F76156C3-C787-4742-8B39-0A9BFBD73E7B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72A6F7-C71A-494D-93F3-3BAADEAAB711}" type="sibTrans" cxnId="{F76156C3-C787-4742-8B39-0A9BFBD73E7B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996930-B330-43B5-AE1D-34CB6B222BD7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عظم القص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عظم الصدر</a:t>
          </a:r>
        </a:p>
      </dgm:t>
    </dgm:pt>
    <dgm:pt modelId="{1A91656C-7763-4F19-A35E-1F6451651658}" type="parTrans" cxnId="{9363C93E-BB03-43A2-BB4D-028F5733A2B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2FF3A44-51BC-4FC0-A30A-B5696863B410}" type="sibTrans" cxnId="{9363C93E-BB03-43A2-BB4D-028F5733A2B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DB1F7C-EA6A-4C18-B7CA-9DB08AA2407C}">
      <dgm:prSet phldr="0" custT="1"/>
      <dgm:spPr/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الأضلاع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تحمي الرئتين والقلب</a:t>
          </a:r>
        </a:p>
      </dgm:t>
    </dgm:pt>
    <dgm:pt modelId="{19B65863-6EF8-4E15-9745-23CDEC4AD6D6}" type="parTrans" cxnId="{5D399836-A121-4C52-872C-D9670FF7BD7C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F9EFB0-C5B0-4757-85FE-357F17E8191E}" type="sibTrans" cxnId="{5D399836-A121-4C52-872C-D9670FF7BD7C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2615B1-DAE8-4CCB-ACC0-9E3B5D1E5611}">
      <dgm:prSet phldr="0" custT="1"/>
      <dgm:spPr/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عظم العضد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يقع في الجزء العلوي من الذراع</a:t>
          </a:r>
        </a:p>
      </dgm:t>
    </dgm:pt>
    <dgm:pt modelId="{AE0EC480-2D4C-4F79-A5CA-28CFE26AF2B0}" type="parTrans" cxnId="{71304CA2-AFDB-4DAE-8B29-2A5A633BA52E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DB5C62-2152-4ADA-998C-1D4AA01BC006}" type="sibTrans" cxnId="{71304CA2-AFDB-4DAE-8B29-2A5A633BA52E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9006EC-DC8C-4DAD-88E7-3C840BD23B25}">
      <dgm:prSet phldr="0" custT="1"/>
      <dgm:spPr/>
      <dgm:t>
        <a:bodyPr rtlCol="1"/>
        <a:lstStyle/>
        <a:p>
          <a:pPr algn="r" rtl="1"/>
          <a:r>
            <a:rPr lang="ar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الكعبرة والزند </a:t>
          </a:r>
          <a:r>
            <a:rPr lang="ar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عظمتا الجزء السفلي من الذراع</a:t>
          </a:r>
        </a:p>
      </dgm:t>
    </dgm:pt>
    <dgm:pt modelId="{41BC36A6-039E-402C-9760-FB588FE12C17}" type="parTrans" cxnId="{D2F6DCF5-B3A5-4EA8-9BF7-3D9E327F24D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17292D-6678-4DA4-A589-64F81D4AF0F5}" type="sibTrans" cxnId="{D2F6DCF5-B3A5-4EA8-9BF7-3D9E327F24D6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606F1B-D6EA-2B4A-862F-14D55DEC2DA1}" type="pres">
      <dgm:prSet presAssocID="{EA8C1924-855A-DE4F-BF8F-85CB9CA1AB5A}" presName="linear" presStyleCnt="0">
        <dgm:presLayoutVars>
          <dgm:animLvl val="lvl"/>
          <dgm:resizeHandles val="exact"/>
        </dgm:presLayoutVars>
      </dgm:prSet>
      <dgm:spPr/>
    </dgm:pt>
    <dgm:pt modelId="{6E391D56-652F-224D-B7D1-6C244CC31D50}" type="pres">
      <dgm:prSet presAssocID="{33CE6A62-E9FA-164A-80E8-E57E7648D64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2F7A274-D98C-534A-938E-FB90871F105C}" type="pres">
      <dgm:prSet presAssocID="{DB379D10-BB38-1D4D-8286-1D3AA6E8434A}" presName="spacer" presStyleCnt="0"/>
      <dgm:spPr/>
    </dgm:pt>
    <dgm:pt modelId="{8AE70691-6AD0-454C-AE5C-FE985DEED960}" type="pres">
      <dgm:prSet presAssocID="{D5DA0781-F0CF-4115-B327-C8584A5734F4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112AAE0-26D7-4BC6-82E7-E335E69B05ED}" type="pres">
      <dgm:prSet presAssocID="{4593B74C-3168-4554-B816-9CEAA5550075}" presName="spacer" presStyleCnt="0"/>
      <dgm:spPr/>
    </dgm:pt>
    <dgm:pt modelId="{FE86467B-1CD4-4969-8280-EC57EF8586CB}" type="pres">
      <dgm:prSet presAssocID="{DA8244F6-8AF6-408F-BAF8-D6620ADAF1F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DC7DB22-E619-473D-982F-545489A179B3}" type="pres">
      <dgm:prSet presAssocID="{3972A6F7-C71A-494D-93F3-3BAADEAAB711}" presName="spacer" presStyleCnt="0"/>
      <dgm:spPr/>
    </dgm:pt>
    <dgm:pt modelId="{7EF4EDDB-E7B7-4F86-B068-A6F7C5615664}" type="pres">
      <dgm:prSet presAssocID="{7E996930-B330-43B5-AE1D-34CB6B222BD7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2488780-C60E-4DFF-B4EC-A96487DF708E}" type="pres">
      <dgm:prSet presAssocID="{C2FF3A44-51BC-4FC0-A30A-B5696863B410}" presName="spacer" presStyleCnt="0"/>
      <dgm:spPr/>
    </dgm:pt>
    <dgm:pt modelId="{CE693CFE-5C8D-45F9-9C08-75FD65C626AD}" type="pres">
      <dgm:prSet presAssocID="{2BDB1F7C-EA6A-4C18-B7CA-9DB08AA2407C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CF2F3DB-817E-4AC6-B61F-0618DC200843}" type="pres">
      <dgm:prSet presAssocID="{97F9EFB0-C5B0-4757-85FE-357F17E8191E}" presName="spacer" presStyleCnt="0"/>
      <dgm:spPr/>
    </dgm:pt>
    <dgm:pt modelId="{F63072BD-2A6C-44BD-B54A-9151AE95C607}" type="pres">
      <dgm:prSet presAssocID="{412615B1-DAE8-4CCB-ACC0-9E3B5D1E561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D9322459-DD60-48CF-9620-DFC843802EEC}" type="pres">
      <dgm:prSet presAssocID="{13DB5C62-2152-4ADA-998C-1D4AA01BC006}" presName="spacer" presStyleCnt="0"/>
      <dgm:spPr/>
    </dgm:pt>
    <dgm:pt modelId="{85A78B11-8269-4A0E-932E-A5ECD28467C2}" type="pres">
      <dgm:prSet presAssocID="{249006EC-DC8C-4DAD-88E7-3C840BD23B25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19A171A-B609-4E53-BC88-0048B6D2124E}" type="presOf" srcId="{D5DA0781-F0CF-4115-B327-C8584A5734F4}" destId="{8AE70691-6AD0-454C-AE5C-FE985DEED960}" srcOrd="0" destOrd="0" presId="urn:microsoft.com/office/officeart/2005/8/layout/vList2"/>
    <dgm:cxn modelId="{54EC4D20-8A5E-4F0C-8886-D9951F4E97C8}" srcId="{EA8C1924-855A-DE4F-BF8F-85CB9CA1AB5A}" destId="{D5DA0781-F0CF-4115-B327-C8584A5734F4}" srcOrd="1" destOrd="0" parTransId="{90CB7AA1-D8E2-4F71-A000-BC6774897293}" sibTransId="{4593B74C-3168-4554-B816-9CEAA5550075}"/>
    <dgm:cxn modelId="{5D399836-A121-4C52-872C-D9670FF7BD7C}" srcId="{EA8C1924-855A-DE4F-BF8F-85CB9CA1AB5A}" destId="{2BDB1F7C-EA6A-4C18-B7CA-9DB08AA2407C}" srcOrd="4" destOrd="0" parTransId="{19B65863-6EF8-4E15-9745-23CDEC4AD6D6}" sibTransId="{97F9EFB0-C5B0-4757-85FE-357F17E8191E}"/>
    <dgm:cxn modelId="{9363C93E-BB03-43A2-BB4D-028F5733A2B6}" srcId="{EA8C1924-855A-DE4F-BF8F-85CB9CA1AB5A}" destId="{7E996930-B330-43B5-AE1D-34CB6B222BD7}" srcOrd="3" destOrd="0" parTransId="{1A91656C-7763-4F19-A35E-1F6451651658}" sibTransId="{C2FF3A44-51BC-4FC0-A30A-B5696863B410}"/>
    <dgm:cxn modelId="{2F425A6C-DF19-4E71-B784-928D8E2F1ED1}" type="presOf" srcId="{249006EC-DC8C-4DAD-88E7-3C840BD23B25}" destId="{85A78B11-8269-4A0E-932E-A5ECD28467C2}" srcOrd="0" destOrd="0" presId="urn:microsoft.com/office/officeart/2005/8/layout/vList2"/>
    <dgm:cxn modelId="{156B146D-1E8D-4CC0-AE08-2B3D12D294EA}" type="presOf" srcId="{DA8244F6-8AF6-408F-BAF8-D6620ADAF1FF}" destId="{FE86467B-1CD4-4969-8280-EC57EF8586CB}" srcOrd="0" destOrd="0" presId="urn:microsoft.com/office/officeart/2005/8/layout/vList2"/>
    <dgm:cxn modelId="{9246129A-A308-0D4C-BA68-BCB264AF8DC1}" type="presOf" srcId="{EA8C1924-855A-DE4F-BF8F-85CB9CA1AB5A}" destId="{52606F1B-D6EA-2B4A-862F-14D55DEC2DA1}" srcOrd="0" destOrd="0" presId="urn:microsoft.com/office/officeart/2005/8/layout/vList2"/>
    <dgm:cxn modelId="{71304CA2-AFDB-4DAE-8B29-2A5A633BA52E}" srcId="{EA8C1924-855A-DE4F-BF8F-85CB9CA1AB5A}" destId="{412615B1-DAE8-4CCB-ACC0-9E3B5D1E5611}" srcOrd="5" destOrd="0" parTransId="{AE0EC480-2D4C-4F79-A5CA-28CFE26AF2B0}" sibTransId="{13DB5C62-2152-4ADA-998C-1D4AA01BC006}"/>
    <dgm:cxn modelId="{FCC10AAC-97A1-A140-A1EF-AAB4247C2FAD}" srcId="{EA8C1924-855A-DE4F-BF8F-85CB9CA1AB5A}" destId="{33CE6A62-E9FA-164A-80E8-E57E7648D641}" srcOrd="0" destOrd="0" parTransId="{1B2FE364-F873-EC4F-BD22-F91C0AC90593}" sibTransId="{DB379D10-BB38-1D4D-8286-1D3AA6E8434A}"/>
    <dgm:cxn modelId="{F50D35C1-6AE0-445A-A6BB-1DBA03D1AC3B}" type="presOf" srcId="{2BDB1F7C-EA6A-4C18-B7CA-9DB08AA2407C}" destId="{CE693CFE-5C8D-45F9-9C08-75FD65C626AD}" srcOrd="0" destOrd="0" presId="urn:microsoft.com/office/officeart/2005/8/layout/vList2"/>
    <dgm:cxn modelId="{280BD9C2-3F62-4BBF-8B23-C8824338045E}" type="presOf" srcId="{412615B1-DAE8-4CCB-ACC0-9E3B5D1E5611}" destId="{F63072BD-2A6C-44BD-B54A-9151AE95C607}" srcOrd="0" destOrd="0" presId="urn:microsoft.com/office/officeart/2005/8/layout/vList2"/>
    <dgm:cxn modelId="{F76156C3-C787-4742-8B39-0A9BFBD73E7B}" srcId="{EA8C1924-855A-DE4F-BF8F-85CB9CA1AB5A}" destId="{DA8244F6-8AF6-408F-BAF8-D6620ADAF1FF}" srcOrd="2" destOrd="0" parTransId="{4457FFBA-7629-480E-A9FE-83F7E4FC66A1}" sibTransId="{3972A6F7-C71A-494D-93F3-3BAADEAAB711}"/>
    <dgm:cxn modelId="{A19EA9C7-FCC1-4830-9CC1-676F62A58ED0}" type="presOf" srcId="{33CE6A62-E9FA-164A-80E8-E57E7648D641}" destId="{6E391D56-652F-224D-B7D1-6C244CC31D50}" srcOrd="0" destOrd="0" presId="urn:microsoft.com/office/officeart/2005/8/layout/vList2"/>
    <dgm:cxn modelId="{9B5585F2-3E61-412B-BA0B-613FA484A8E7}" type="presOf" srcId="{7E996930-B330-43B5-AE1D-34CB6B222BD7}" destId="{7EF4EDDB-E7B7-4F86-B068-A6F7C5615664}" srcOrd="0" destOrd="0" presId="urn:microsoft.com/office/officeart/2005/8/layout/vList2"/>
    <dgm:cxn modelId="{D2F6DCF5-B3A5-4EA8-9BF7-3D9E327F24D6}" srcId="{EA8C1924-855A-DE4F-BF8F-85CB9CA1AB5A}" destId="{249006EC-DC8C-4DAD-88E7-3C840BD23B25}" srcOrd="6" destOrd="0" parTransId="{41BC36A6-039E-402C-9760-FB588FE12C17}" sibTransId="{1A17292D-6678-4DA4-A589-64F81D4AF0F5}"/>
    <dgm:cxn modelId="{44F39354-B127-4D1D-A9B6-9B08FD7006D8}" type="presParOf" srcId="{52606F1B-D6EA-2B4A-862F-14D55DEC2DA1}" destId="{6E391D56-652F-224D-B7D1-6C244CC31D50}" srcOrd="0" destOrd="0" presId="urn:microsoft.com/office/officeart/2005/8/layout/vList2"/>
    <dgm:cxn modelId="{62545BAF-FA70-4AFA-82B9-6347660F2B92}" type="presParOf" srcId="{52606F1B-D6EA-2B4A-862F-14D55DEC2DA1}" destId="{E2F7A274-D98C-534A-938E-FB90871F105C}" srcOrd="1" destOrd="0" presId="urn:microsoft.com/office/officeart/2005/8/layout/vList2"/>
    <dgm:cxn modelId="{D4B2CFCC-E3DE-4D2C-8F34-F290699A52D9}" type="presParOf" srcId="{52606F1B-D6EA-2B4A-862F-14D55DEC2DA1}" destId="{8AE70691-6AD0-454C-AE5C-FE985DEED960}" srcOrd="2" destOrd="0" presId="urn:microsoft.com/office/officeart/2005/8/layout/vList2"/>
    <dgm:cxn modelId="{A3AA83A6-3E4D-45E3-87CA-8D1B36FA11D3}" type="presParOf" srcId="{52606F1B-D6EA-2B4A-862F-14D55DEC2DA1}" destId="{0112AAE0-26D7-4BC6-82E7-E335E69B05ED}" srcOrd="3" destOrd="0" presId="urn:microsoft.com/office/officeart/2005/8/layout/vList2"/>
    <dgm:cxn modelId="{1F5B75B6-B4DE-4C2E-95F4-74F39D92D224}" type="presParOf" srcId="{52606F1B-D6EA-2B4A-862F-14D55DEC2DA1}" destId="{FE86467B-1CD4-4969-8280-EC57EF8586CB}" srcOrd="4" destOrd="0" presId="urn:microsoft.com/office/officeart/2005/8/layout/vList2"/>
    <dgm:cxn modelId="{37C0161D-0A15-4357-AEB4-BBE3B2AFDD15}" type="presParOf" srcId="{52606F1B-D6EA-2B4A-862F-14D55DEC2DA1}" destId="{1DC7DB22-E619-473D-982F-545489A179B3}" srcOrd="5" destOrd="0" presId="urn:microsoft.com/office/officeart/2005/8/layout/vList2"/>
    <dgm:cxn modelId="{4753EA0C-5DCD-4357-A8D0-446B904E837B}" type="presParOf" srcId="{52606F1B-D6EA-2B4A-862F-14D55DEC2DA1}" destId="{7EF4EDDB-E7B7-4F86-B068-A6F7C5615664}" srcOrd="6" destOrd="0" presId="urn:microsoft.com/office/officeart/2005/8/layout/vList2"/>
    <dgm:cxn modelId="{7799F9AC-FEF2-44C6-AF76-EE5BFFB29418}" type="presParOf" srcId="{52606F1B-D6EA-2B4A-862F-14D55DEC2DA1}" destId="{02488780-C60E-4DFF-B4EC-A96487DF708E}" srcOrd="7" destOrd="0" presId="urn:microsoft.com/office/officeart/2005/8/layout/vList2"/>
    <dgm:cxn modelId="{149B9760-725A-4724-B6B0-F85A529E60F2}" type="presParOf" srcId="{52606F1B-D6EA-2B4A-862F-14D55DEC2DA1}" destId="{CE693CFE-5C8D-45F9-9C08-75FD65C626AD}" srcOrd="8" destOrd="0" presId="urn:microsoft.com/office/officeart/2005/8/layout/vList2"/>
    <dgm:cxn modelId="{DEFC17C2-86A6-422B-945D-A068855C0E3C}" type="presParOf" srcId="{52606F1B-D6EA-2B4A-862F-14D55DEC2DA1}" destId="{CCF2F3DB-817E-4AC6-B61F-0618DC200843}" srcOrd="9" destOrd="0" presId="urn:microsoft.com/office/officeart/2005/8/layout/vList2"/>
    <dgm:cxn modelId="{551EA1D1-9456-4C65-93B2-CFF3E013E3FD}" type="presParOf" srcId="{52606F1B-D6EA-2B4A-862F-14D55DEC2DA1}" destId="{F63072BD-2A6C-44BD-B54A-9151AE95C607}" srcOrd="10" destOrd="0" presId="urn:microsoft.com/office/officeart/2005/8/layout/vList2"/>
    <dgm:cxn modelId="{FBCC5D77-6D40-47D0-8BA9-D51736FCA713}" type="presParOf" srcId="{52606F1B-D6EA-2B4A-862F-14D55DEC2DA1}" destId="{D9322459-DD60-48CF-9620-DFC843802EEC}" srcOrd="11" destOrd="0" presId="urn:microsoft.com/office/officeart/2005/8/layout/vList2"/>
    <dgm:cxn modelId="{B2855898-17CA-4732-9C34-7C5F1FD815D9}" type="presParOf" srcId="{52606F1B-D6EA-2B4A-862F-14D55DEC2DA1}" destId="{85A78B11-8269-4A0E-932E-A5ECD28467C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8C1924-855A-DE4F-BF8F-85CB9CA1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33CE6A62-E9FA-164A-80E8-E57E7648D641}">
      <dgm:prSet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الحوض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عظم الورك</a:t>
          </a:r>
          <a:endParaRPr lang="en-GB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B2FE364-F873-EC4F-BD22-F91C0AC90593}" type="parTrans" cxnId="{FCC10AAC-97A1-A140-A1EF-AAB4247C2FA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379D10-BB38-1D4D-8286-1D3AA6E8434A}" type="sibTrans" cxnId="{FCC10AAC-97A1-A140-A1EF-AAB4247C2FAD}">
      <dgm:prSet/>
      <dgm:spPr/>
      <dgm:t>
        <a:bodyPr rtlCol="1"/>
        <a:lstStyle/>
        <a:p>
          <a:pPr algn="r"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9006EC-DC8C-4DAD-88E7-3C840BD23B25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عظم الفخذ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يقع في الجزء العلوي من الفخذ</a:t>
          </a:r>
          <a:endParaRPr lang="en-GB" sz="18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BC36A6-039E-402C-9760-FB588FE12C17}" type="parTrans" cxnId="{D2F6DCF5-B3A5-4EA8-9BF7-3D9E327F24D6}">
      <dgm:prSet/>
      <dgm:spPr/>
      <dgm:t>
        <a:bodyPr/>
        <a:lstStyle/>
        <a:p>
          <a:pPr algn="r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17292D-6678-4DA4-A589-64F81D4AF0F5}" type="sibTrans" cxnId="{D2F6DCF5-B3A5-4EA8-9BF7-3D9E327F24D6}">
      <dgm:prSet/>
      <dgm:spPr/>
      <dgm:t>
        <a:bodyPr/>
        <a:lstStyle/>
        <a:p>
          <a:pPr algn="r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4EF949-0DB7-4BCB-873E-0E73885A5DEB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الظنبوب/الشظية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عظمتا الساق السفلى</a:t>
          </a:r>
        </a:p>
      </dgm:t>
    </dgm:pt>
    <dgm:pt modelId="{BBDD878C-5EF0-43B8-B27C-DEA944738D7E}" type="parTrans" cxnId="{639ECB57-DA27-44AA-BC71-EF2417571027}">
      <dgm:prSet/>
      <dgm:spPr/>
      <dgm:t>
        <a:bodyPr/>
        <a:lstStyle/>
        <a:p>
          <a:pPr algn="r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9EAB02-3EB8-409B-903E-3ADA87D4FB7A}" type="sibTrans" cxnId="{639ECB57-DA27-44AA-BC71-EF2417571027}">
      <dgm:prSet/>
      <dgm:spPr/>
      <dgm:t>
        <a:bodyPr/>
        <a:lstStyle/>
        <a:p>
          <a:pPr algn="r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AD53AB-F72E-46E0-9317-36C511CBC703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الرضفة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صابونة الركبة</a:t>
          </a:r>
        </a:p>
      </dgm:t>
    </dgm:pt>
    <dgm:pt modelId="{F92DF7F4-D809-44C1-A739-9EDF32CA2400}" type="parTrans" cxnId="{EB0D12D2-4310-4F82-B257-A245FB21706B}">
      <dgm:prSet/>
      <dgm:spPr/>
      <dgm:t>
        <a:bodyPr/>
        <a:lstStyle/>
        <a:p>
          <a:pPr algn="r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F1A911-05CD-47C8-B89F-6E548259D984}" type="sibTrans" cxnId="{EB0D12D2-4310-4F82-B257-A245FB21706B}">
      <dgm:prSet/>
      <dgm:spPr/>
      <dgm:t>
        <a:bodyPr/>
        <a:lstStyle/>
        <a:p>
          <a:pPr algn="r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9A33E39-0514-42EB-8544-577D20AB24BD}">
      <dgm:prSet phldr="0" custT="1"/>
      <dgm:spPr/>
      <dgm:t>
        <a:bodyPr rtlCol="1"/>
        <a:lstStyle/>
        <a:p>
          <a:pPr algn="r"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العمود الفقري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الظهر</a:t>
          </a:r>
        </a:p>
      </dgm:t>
    </dgm:pt>
    <dgm:pt modelId="{631192D7-D3C7-4350-92F0-1D617E675693}" type="parTrans" cxnId="{72AFB58B-4D10-4CAB-AE56-FDF4E543F52E}">
      <dgm:prSet/>
      <dgm:spPr/>
      <dgm:t>
        <a:bodyPr/>
        <a:lstStyle/>
        <a:p>
          <a:pPr algn="r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40B71B4-0771-4F88-901E-E12F43BCB462}" type="sibTrans" cxnId="{72AFB58B-4D10-4CAB-AE56-FDF4E543F52E}">
      <dgm:prSet/>
      <dgm:spPr/>
      <dgm:t>
        <a:bodyPr/>
        <a:lstStyle/>
        <a:p>
          <a:pPr algn="r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606F1B-D6EA-2B4A-862F-14D55DEC2DA1}" type="pres">
      <dgm:prSet presAssocID="{EA8C1924-855A-DE4F-BF8F-85CB9CA1AB5A}" presName="linear" presStyleCnt="0">
        <dgm:presLayoutVars>
          <dgm:animLvl val="lvl"/>
          <dgm:resizeHandles val="exact"/>
        </dgm:presLayoutVars>
      </dgm:prSet>
      <dgm:spPr/>
    </dgm:pt>
    <dgm:pt modelId="{6E391D56-652F-224D-B7D1-6C244CC31D50}" type="pres">
      <dgm:prSet presAssocID="{33CE6A62-E9FA-164A-80E8-E57E7648D64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2F7A274-D98C-534A-938E-FB90871F105C}" type="pres">
      <dgm:prSet presAssocID="{DB379D10-BB38-1D4D-8286-1D3AA6E8434A}" presName="spacer" presStyleCnt="0"/>
      <dgm:spPr/>
    </dgm:pt>
    <dgm:pt modelId="{85A78B11-8269-4A0E-932E-A5ECD28467C2}" type="pres">
      <dgm:prSet presAssocID="{249006EC-DC8C-4DAD-88E7-3C840BD23B2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1E8EFD4-9BA1-4942-9DBA-B9FC28BB341F}" type="pres">
      <dgm:prSet presAssocID="{1A17292D-6678-4DA4-A589-64F81D4AF0F5}" presName="spacer" presStyleCnt="0"/>
      <dgm:spPr/>
    </dgm:pt>
    <dgm:pt modelId="{D4951DCD-EFB1-46ED-BEC1-F98141B5E839}" type="pres">
      <dgm:prSet presAssocID="{554EF949-0DB7-4BCB-873E-0E73885A5DE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8C72DB6-20AA-4C5D-8C87-DFF16324B78B}" type="pres">
      <dgm:prSet presAssocID="{3E9EAB02-3EB8-409B-903E-3ADA87D4FB7A}" presName="spacer" presStyleCnt="0"/>
      <dgm:spPr/>
    </dgm:pt>
    <dgm:pt modelId="{17CFE8AA-65F2-4C17-AD64-8A4846B8FB28}" type="pres">
      <dgm:prSet presAssocID="{2CAD53AB-F72E-46E0-9317-36C511CBC70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C911F67-D2C4-4F9F-BF44-6457A89CD88A}" type="pres">
      <dgm:prSet presAssocID="{7CF1A911-05CD-47C8-B89F-6E548259D984}" presName="spacer" presStyleCnt="0"/>
      <dgm:spPr/>
    </dgm:pt>
    <dgm:pt modelId="{E18AD491-37C1-425D-8726-3696A7194812}" type="pres">
      <dgm:prSet presAssocID="{A9A33E39-0514-42EB-8544-577D20AB24B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F35202E-689F-4BD3-89E6-5242214DE9A2}" type="presOf" srcId="{249006EC-DC8C-4DAD-88E7-3C840BD23B25}" destId="{85A78B11-8269-4A0E-932E-A5ECD28467C2}" srcOrd="0" destOrd="0" presId="urn:microsoft.com/office/officeart/2005/8/layout/vList2"/>
    <dgm:cxn modelId="{E366BE6B-43C6-4167-B96C-B9E57C02B08B}" type="presOf" srcId="{554EF949-0DB7-4BCB-873E-0E73885A5DEB}" destId="{D4951DCD-EFB1-46ED-BEC1-F98141B5E839}" srcOrd="0" destOrd="0" presId="urn:microsoft.com/office/officeart/2005/8/layout/vList2"/>
    <dgm:cxn modelId="{639ECB57-DA27-44AA-BC71-EF2417571027}" srcId="{EA8C1924-855A-DE4F-BF8F-85CB9CA1AB5A}" destId="{554EF949-0DB7-4BCB-873E-0E73885A5DEB}" srcOrd="2" destOrd="0" parTransId="{BBDD878C-5EF0-43B8-B27C-DEA944738D7E}" sibTransId="{3E9EAB02-3EB8-409B-903E-3ADA87D4FB7A}"/>
    <dgm:cxn modelId="{72AFB58B-4D10-4CAB-AE56-FDF4E543F52E}" srcId="{EA8C1924-855A-DE4F-BF8F-85CB9CA1AB5A}" destId="{A9A33E39-0514-42EB-8544-577D20AB24BD}" srcOrd="4" destOrd="0" parTransId="{631192D7-D3C7-4350-92F0-1D617E675693}" sibTransId="{F40B71B4-0771-4F88-901E-E12F43BCB462}"/>
    <dgm:cxn modelId="{8E9F2491-EAB5-4F46-ACD5-3750AEF2343B}" type="presOf" srcId="{33CE6A62-E9FA-164A-80E8-E57E7648D641}" destId="{6E391D56-652F-224D-B7D1-6C244CC31D50}" srcOrd="0" destOrd="0" presId="urn:microsoft.com/office/officeart/2005/8/layout/vList2"/>
    <dgm:cxn modelId="{9246129A-A308-0D4C-BA68-BCB264AF8DC1}" type="presOf" srcId="{EA8C1924-855A-DE4F-BF8F-85CB9CA1AB5A}" destId="{52606F1B-D6EA-2B4A-862F-14D55DEC2DA1}" srcOrd="0" destOrd="0" presId="urn:microsoft.com/office/officeart/2005/8/layout/vList2"/>
    <dgm:cxn modelId="{FCC10AAC-97A1-A140-A1EF-AAB4247C2FAD}" srcId="{EA8C1924-855A-DE4F-BF8F-85CB9CA1AB5A}" destId="{33CE6A62-E9FA-164A-80E8-E57E7648D641}" srcOrd="0" destOrd="0" parTransId="{1B2FE364-F873-EC4F-BD22-F91C0AC90593}" sibTransId="{DB379D10-BB38-1D4D-8286-1D3AA6E8434A}"/>
    <dgm:cxn modelId="{67E99EBC-8B95-40B1-BF72-2962E5DAB0AD}" type="presOf" srcId="{2CAD53AB-F72E-46E0-9317-36C511CBC703}" destId="{17CFE8AA-65F2-4C17-AD64-8A4846B8FB28}" srcOrd="0" destOrd="0" presId="urn:microsoft.com/office/officeart/2005/8/layout/vList2"/>
    <dgm:cxn modelId="{EB0D12D2-4310-4F82-B257-A245FB21706B}" srcId="{EA8C1924-855A-DE4F-BF8F-85CB9CA1AB5A}" destId="{2CAD53AB-F72E-46E0-9317-36C511CBC703}" srcOrd="3" destOrd="0" parTransId="{F92DF7F4-D809-44C1-A739-9EDF32CA2400}" sibTransId="{7CF1A911-05CD-47C8-B89F-6E548259D984}"/>
    <dgm:cxn modelId="{DB1DCCEA-49EB-468E-9502-0BF977A2F380}" type="presOf" srcId="{A9A33E39-0514-42EB-8544-577D20AB24BD}" destId="{E18AD491-37C1-425D-8726-3696A7194812}" srcOrd="0" destOrd="0" presId="urn:microsoft.com/office/officeart/2005/8/layout/vList2"/>
    <dgm:cxn modelId="{D2F6DCF5-B3A5-4EA8-9BF7-3D9E327F24D6}" srcId="{EA8C1924-855A-DE4F-BF8F-85CB9CA1AB5A}" destId="{249006EC-DC8C-4DAD-88E7-3C840BD23B25}" srcOrd="1" destOrd="0" parTransId="{41BC36A6-039E-402C-9760-FB588FE12C17}" sibTransId="{1A17292D-6678-4DA4-A589-64F81D4AF0F5}"/>
    <dgm:cxn modelId="{77209563-1C1D-451C-899D-4793ECC748A5}" type="presParOf" srcId="{52606F1B-D6EA-2B4A-862F-14D55DEC2DA1}" destId="{6E391D56-652F-224D-B7D1-6C244CC31D50}" srcOrd="0" destOrd="0" presId="urn:microsoft.com/office/officeart/2005/8/layout/vList2"/>
    <dgm:cxn modelId="{8F7160EC-C513-4F5B-A527-677883978CAC}" type="presParOf" srcId="{52606F1B-D6EA-2B4A-862F-14D55DEC2DA1}" destId="{E2F7A274-D98C-534A-938E-FB90871F105C}" srcOrd="1" destOrd="0" presId="urn:microsoft.com/office/officeart/2005/8/layout/vList2"/>
    <dgm:cxn modelId="{5C9612C8-CD81-4774-9D72-5418E00A14C9}" type="presParOf" srcId="{52606F1B-D6EA-2B4A-862F-14D55DEC2DA1}" destId="{85A78B11-8269-4A0E-932E-A5ECD28467C2}" srcOrd="2" destOrd="0" presId="urn:microsoft.com/office/officeart/2005/8/layout/vList2"/>
    <dgm:cxn modelId="{1418AB6B-60AA-42D1-BB03-6EA2484E7A9F}" type="presParOf" srcId="{52606F1B-D6EA-2B4A-862F-14D55DEC2DA1}" destId="{91E8EFD4-9BA1-4942-9DBA-B9FC28BB341F}" srcOrd="3" destOrd="0" presId="urn:microsoft.com/office/officeart/2005/8/layout/vList2"/>
    <dgm:cxn modelId="{5E5C36DB-ADF5-4242-A0FC-39E9F1E0297E}" type="presParOf" srcId="{52606F1B-D6EA-2B4A-862F-14D55DEC2DA1}" destId="{D4951DCD-EFB1-46ED-BEC1-F98141B5E839}" srcOrd="4" destOrd="0" presId="urn:microsoft.com/office/officeart/2005/8/layout/vList2"/>
    <dgm:cxn modelId="{6C1A1007-88F3-42BD-9C6B-61A434AB41D8}" type="presParOf" srcId="{52606F1B-D6EA-2B4A-862F-14D55DEC2DA1}" destId="{88C72DB6-20AA-4C5D-8C87-DFF16324B78B}" srcOrd="5" destOrd="0" presId="urn:microsoft.com/office/officeart/2005/8/layout/vList2"/>
    <dgm:cxn modelId="{8718D791-9124-40AC-A685-2AD97BAB3494}" type="presParOf" srcId="{52606F1B-D6EA-2B4A-862F-14D55DEC2DA1}" destId="{17CFE8AA-65F2-4C17-AD64-8A4846B8FB28}" srcOrd="6" destOrd="0" presId="urn:microsoft.com/office/officeart/2005/8/layout/vList2"/>
    <dgm:cxn modelId="{54ECF7F2-A5E3-4181-811C-30DBF9681C6C}" type="presParOf" srcId="{52606F1B-D6EA-2B4A-862F-14D55DEC2DA1}" destId="{2C911F67-D2C4-4F9F-BF44-6457A89CD88A}" srcOrd="7" destOrd="0" presId="urn:microsoft.com/office/officeart/2005/8/layout/vList2"/>
    <dgm:cxn modelId="{CE1A5DD4-6E4F-4793-B3A0-821B1E15AAE8}" type="presParOf" srcId="{52606F1B-D6EA-2B4A-862F-14D55DEC2DA1}" destId="{E18AD491-37C1-425D-8726-3696A719481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8C1924-855A-DE4F-BF8F-85CB9CA1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E6A13A45-986D-0649-99F7-AEACB2569460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rtl="1"/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الفقرات الصدرية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 تقع في الجزء العلوي من الظهر، (وعددها 12 فقرة)</a:t>
          </a:r>
        </a:p>
      </dgm:t>
    </dgm:pt>
    <dgm:pt modelId="{5D673E95-F33B-9244-B4B9-775D6AFF5BEB}" type="parTrans" cxnId="{C40F28B6-E847-DB41-AC09-20B516DF2F03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681846-C935-0947-B75B-E4B141867DC9}" type="sibTrans" cxnId="{C40F28B6-E847-DB41-AC09-20B516DF2F03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EE8A34-03E1-C848-B18A-767C02008C12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الفقرات القَطَنية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تقع في الجزء السفلي من الظهر، </a:t>
          </a:r>
          <a:br>
            <a:rPr lang="en-GB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(وعددها 5 فقرات)</a:t>
          </a:r>
        </a:p>
      </dgm:t>
    </dgm:pt>
    <dgm:pt modelId="{B5DF048F-EDA6-5A4E-9E62-940953650F34}" type="parTrans" cxnId="{C1C30C89-0DA2-C64C-A45F-035B921F5E86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9F979F-8714-1B4F-AEEC-3352E17B27D3}" type="sibTrans" cxnId="{C1C30C89-0DA2-C64C-A45F-035B921F5E86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940151-9AC7-0848-8D20-1245113269B1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العجز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يتكوّن من فقرات ملتحمة، ويقع أعلى العصعص</a:t>
          </a:r>
        </a:p>
      </dgm:t>
    </dgm:pt>
    <dgm:pt modelId="{25C0F816-4B0A-884B-B791-489C2E64A257}" type="parTrans" cxnId="{7F94BFBF-7822-164B-9D7A-C11A5518FDCE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76217C-B247-814C-A3DD-B9A3C5C93EA7}" type="sibTrans" cxnId="{7F94BFBF-7822-164B-9D7A-C11A5518FDCE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FA850F-9821-2B4C-8A1F-71DED3404713}">
      <dgm:prSet phldr="0"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العصعص</a:t>
          </a:r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يقع في نهاية العمود الفقري</a:t>
          </a:r>
        </a:p>
      </dgm:t>
    </dgm:pt>
    <dgm:pt modelId="{FFCA96D7-BBC5-9C48-A2B9-4AA60C3805D2}" type="parTrans" cxnId="{8A7D0444-1E16-D644-9F63-7A6B9C5DE954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B38072-4EF3-9F4D-87AA-42A838F7A419}" type="sibTrans" cxnId="{8A7D0444-1E16-D644-9F63-7A6B9C5DE954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CE6A62-E9FA-164A-80E8-E57E7648D641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الفقرات العنقية</a:t>
          </a:r>
          <a:r>
            <a:rPr lang="a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تقع في الرقبة، (وعددها 7 فقرات)</a:t>
          </a:r>
        </a:p>
      </dgm:t>
    </dgm:pt>
    <dgm:pt modelId="{1B2FE364-F873-EC4F-BD22-F91C0AC90593}" type="parTrans" cxnId="{FCC10AAC-97A1-A140-A1EF-AAB4247C2FAD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379D10-BB38-1D4D-8286-1D3AA6E8434A}" type="sibTrans" cxnId="{FCC10AAC-97A1-A140-A1EF-AAB4247C2FAD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606F1B-D6EA-2B4A-862F-14D55DEC2DA1}" type="pres">
      <dgm:prSet presAssocID="{EA8C1924-855A-DE4F-BF8F-85CB9CA1AB5A}" presName="linear" presStyleCnt="0">
        <dgm:presLayoutVars>
          <dgm:animLvl val="lvl"/>
          <dgm:resizeHandles val="exact"/>
        </dgm:presLayoutVars>
      </dgm:prSet>
      <dgm:spPr/>
    </dgm:pt>
    <dgm:pt modelId="{6E391D56-652F-224D-B7D1-6C244CC31D50}" type="pres">
      <dgm:prSet presAssocID="{33CE6A62-E9FA-164A-80E8-E57E7648D64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2F7A274-D98C-534A-938E-FB90871F105C}" type="pres">
      <dgm:prSet presAssocID="{DB379D10-BB38-1D4D-8286-1D3AA6E8434A}" presName="spacer" presStyleCnt="0"/>
      <dgm:spPr/>
    </dgm:pt>
    <dgm:pt modelId="{BFE099FF-7A32-7D4F-A214-E3D13DA232E9}" type="pres">
      <dgm:prSet presAssocID="{E6A13A45-986D-0649-99F7-AEACB256946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9AE1FE0-1D78-6846-A358-1977A1B90431}" type="pres">
      <dgm:prSet presAssocID="{35681846-C935-0947-B75B-E4B141867DC9}" presName="spacer" presStyleCnt="0"/>
      <dgm:spPr/>
    </dgm:pt>
    <dgm:pt modelId="{27FD5942-A9B3-2340-9337-728CD9B67E4A}" type="pres">
      <dgm:prSet presAssocID="{7AEE8A34-03E1-C848-B18A-767C02008C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4919E60-BAB8-394D-87EF-3E1D92E604D7}" type="pres">
      <dgm:prSet presAssocID="{F39F979F-8714-1B4F-AEEC-3352E17B27D3}" presName="spacer" presStyleCnt="0"/>
      <dgm:spPr/>
    </dgm:pt>
    <dgm:pt modelId="{D1309920-5EE4-2F42-AE1B-82B931D36A63}" type="pres">
      <dgm:prSet presAssocID="{0F940151-9AC7-0848-8D20-1245113269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82BB61B-B4CB-DA4C-9152-06AD9CCD934A}" type="pres">
      <dgm:prSet presAssocID="{D676217C-B247-814C-A3DD-B9A3C5C93EA7}" presName="spacer" presStyleCnt="0"/>
      <dgm:spPr/>
    </dgm:pt>
    <dgm:pt modelId="{2A71939E-C668-0247-AC34-8881608DF37F}" type="pres">
      <dgm:prSet presAssocID="{FEFA850F-9821-2B4C-8A1F-71DED340471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872D32D-2C80-49EC-AB6D-3E2F47910A81}" type="presOf" srcId="{0F940151-9AC7-0848-8D20-1245113269B1}" destId="{D1309920-5EE4-2F42-AE1B-82B931D36A63}" srcOrd="0" destOrd="0" presId="urn:microsoft.com/office/officeart/2005/8/layout/vList2"/>
    <dgm:cxn modelId="{6C463539-6B11-4D37-B63B-AE5D2DA9A679}" type="presOf" srcId="{E6A13A45-986D-0649-99F7-AEACB2569460}" destId="{BFE099FF-7A32-7D4F-A214-E3D13DA232E9}" srcOrd="0" destOrd="0" presId="urn:microsoft.com/office/officeart/2005/8/layout/vList2"/>
    <dgm:cxn modelId="{8A7D0444-1E16-D644-9F63-7A6B9C5DE954}" srcId="{EA8C1924-855A-DE4F-BF8F-85CB9CA1AB5A}" destId="{FEFA850F-9821-2B4C-8A1F-71DED3404713}" srcOrd="4" destOrd="0" parTransId="{FFCA96D7-BBC5-9C48-A2B9-4AA60C3805D2}" sibTransId="{6AB38072-4EF3-9F4D-87AA-42A838F7A419}"/>
    <dgm:cxn modelId="{03C58873-E54B-47A5-9DE1-221DB8A20C1F}" type="presOf" srcId="{33CE6A62-E9FA-164A-80E8-E57E7648D641}" destId="{6E391D56-652F-224D-B7D1-6C244CC31D50}" srcOrd="0" destOrd="0" presId="urn:microsoft.com/office/officeart/2005/8/layout/vList2"/>
    <dgm:cxn modelId="{628F7688-9334-48EF-A330-D2BD7C00B6EC}" type="presOf" srcId="{FEFA850F-9821-2B4C-8A1F-71DED3404713}" destId="{2A71939E-C668-0247-AC34-8881608DF37F}" srcOrd="0" destOrd="0" presId="urn:microsoft.com/office/officeart/2005/8/layout/vList2"/>
    <dgm:cxn modelId="{C1C30C89-0DA2-C64C-A45F-035B921F5E86}" srcId="{EA8C1924-855A-DE4F-BF8F-85CB9CA1AB5A}" destId="{7AEE8A34-03E1-C848-B18A-767C02008C12}" srcOrd="2" destOrd="0" parTransId="{B5DF048F-EDA6-5A4E-9E62-940953650F34}" sibTransId="{F39F979F-8714-1B4F-AEEC-3352E17B27D3}"/>
    <dgm:cxn modelId="{9246129A-A308-0D4C-BA68-BCB264AF8DC1}" type="presOf" srcId="{EA8C1924-855A-DE4F-BF8F-85CB9CA1AB5A}" destId="{52606F1B-D6EA-2B4A-862F-14D55DEC2DA1}" srcOrd="0" destOrd="0" presId="urn:microsoft.com/office/officeart/2005/8/layout/vList2"/>
    <dgm:cxn modelId="{C827ACAB-5309-45F3-8B0D-096A81DBFA5C}" type="presOf" srcId="{7AEE8A34-03E1-C848-B18A-767C02008C12}" destId="{27FD5942-A9B3-2340-9337-728CD9B67E4A}" srcOrd="0" destOrd="0" presId="urn:microsoft.com/office/officeart/2005/8/layout/vList2"/>
    <dgm:cxn modelId="{FCC10AAC-97A1-A140-A1EF-AAB4247C2FAD}" srcId="{EA8C1924-855A-DE4F-BF8F-85CB9CA1AB5A}" destId="{33CE6A62-E9FA-164A-80E8-E57E7648D641}" srcOrd="0" destOrd="0" parTransId="{1B2FE364-F873-EC4F-BD22-F91C0AC90593}" sibTransId="{DB379D10-BB38-1D4D-8286-1D3AA6E8434A}"/>
    <dgm:cxn modelId="{C40F28B6-E847-DB41-AC09-20B516DF2F03}" srcId="{EA8C1924-855A-DE4F-BF8F-85CB9CA1AB5A}" destId="{E6A13A45-986D-0649-99F7-AEACB2569460}" srcOrd="1" destOrd="0" parTransId="{5D673E95-F33B-9244-B4B9-775D6AFF5BEB}" sibTransId="{35681846-C935-0947-B75B-E4B141867DC9}"/>
    <dgm:cxn modelId="{7F94BFBF-7822-164B-9D7A-C11A5518FDCE}" srcId="{EA8C1924-855A-DE4F-BF8F-85CB9CA1AB5A}" destId="{0F940151-9AC7-0848-8D20-1245113269B1}" srcOrd="3" destOrd="0" parTransId="{25C0F816-4B0A-884B-B791-489C2E64A257}" sibTransId="{D676217C-B247-814C-A3DD-B9A3C5C93EA7}"/>
    <dgm:cxn modelId="{F03BB542-154E-4051-91AC-4A44041B6938}" type="presParOf" srcId="{52606F1B-D6EA-2B4A-862F-14D55DEC2DA1}" destId="{6E391D56-652F-224D-B7D1-6C244CC31D50}" srcOrd="0" destOrd="0" presId="urn:microsoft.com/office/officeart/2005/8/layout/vList2"/>
    <dgm:cxn modelId="{5872CB0E-AE3B-422B-9F26-2933F353A20C}" type="presParOf" srcId="{52606F1B-D6EA-2B4A-862F-14D55DEC2DA1}" destId="{E2F7A274-D98C-534A-938E-FB90871F105C}" srcOrd="1" destOrd="0" presId="urn:microsoft.com/office/officeart/2005/8/layout/vList2"/>
    <dgm:cxn modelId="{03EA68D8-5F6F-461B-872B-E02F95ABE4D3}" type="presParOf" srcId="{52606F1B-D6EA-2B4A-862F-14D55DEC2DA1}" destId="{BFE099FF-7A32-7D4F-A214-E3D13DA232E9}" srcOrd="2" destOrd="0" presId="urn:microsoft.com/office/officeart/2005/8/layout/vList2"/>
    <dgm:cxn modelId="{DC876188-9BC1-4EB1-AF0E-E0CF8E598E90}" type="presParOf" srcId="{52606F1B-D6EA-2B4A-862F-14D55DEC2DA1}" destId="{89AE1FE0-1D78-6846-A358-1977A1B90431}" srcOrd="3" destOrd="0" presId="urn:microsoft.com/office/officeart/2005/8/layout/vList2"/>
    <dgm:cxn modelId="{481DD69C-721A-498F-A643-65DF24963C9F}" type="presParOf" srcId="{52606F1B-D6EA-2B4A-862F-14D55DEC2DA1}" destId="{27FD5942-A9B3-2340-9337-728CD9B67E4A}" srcOrd="4" destOrd="0" presId="urn:microsoft.com/office/officeart/2005/8/layout/vList2"/>
    <dgm:cxn modelId="{94A2A797-7CAD-4224-9457-AA14B516DFE0}" type="presParOf" srcId="{52606F1B-D6EA-2B4A-862F-14D55DEC2DA1}" destId="{54919E60-BAB8-394D-87EF-3E1D92E604D7}" srcOrd="5" destOrd="0" presId="urn:microsoft.com/office/officeart/2005/8/layout/vList2"/>
    <dgm:cxn modelId="{F2B21CC5-B835-4DA8-8375-0C3EAC354520}" type="presParOf" srcId="{52606F1B-D6EA-2B4A-862F-14D55DEC2DA1}" destId="{D1309920-5EE4-2F42-AE1B-82B931D36A63}" srcOrd="6" destOrd="0" presId="urn:microsoft.com/office/officeart/2005/8/layout/vList2"/>
    <dgm:cxn modelId="{7D103D05-5DCD-4794-B665-07AD1684443D}" type="presParOf" srcId="{52606F1B-D6EA-2B4A-862F-14D55DEC2DA1}" destId="{482BB61B-B4CB-DA4C-9152-06AD9CCD934A}" srcOrd="7" destOrd="0" presId="urn:microsoft.com/office/officeart/2005/8/layout/vList2"/>
    <dgm:cxn modelId="{4C7B4847-F5DD-477C-A14F-2FD14B677405}" type="presParOf" srcId="{52606F1B-D6EA-2B4A-862F-14D55DEC2DA1}" destId="{2A71939E-C668-0247-AC34-8881608DF37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8C1924-855A-DE4F-BF8F-85CB9CA1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E6A13A45-986D-0649-99F7-AEACB2569460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rtl="1"/>
          <a:r>
            <a:rPr lang="ar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المفصل</a:t>
          </a:r>
          <a:r>
            <a:rPr lang="ar" sz="2000" b="0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 </a:t>
          </a:r>
          <a:r>
            <a:rPr lang="ar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الكروي</a:t>
          </a:r>
          <a:r>
            <a:rPr lang="ar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 الحُقّي </a:t>
          </a:r>
          <a:r>
            <a:rPr lang="ar" sz="2000" b="0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– يوجد في الكتف والورك (يسمح بالحركة في جميع الاتجاهات)</a:t>
          </a:r>
        </a:p>
      </dgm:t>
    </dgm:pt>
    <dgm:pt modelId="{5D673E95-F33B-9244-B4B9-775D6AFF5BEB}" type="parTrans" cxnId="{C40F28B6-E847-DB41-AC09-20B516DF2F03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681846-C935-0947-B75B-E4B141867DC9}" type="sibTrans" cxnId="{C40F28B6-E847-DB41-AC09-20B516DF2F03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EE8A34-03E1-C848-B18A-767C02008C12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المفصل المحوري</a:t>
          </a:r>
          <a:r>
            <a:rPr lang="ar" sz="20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– يوجد في الرقبة، (يسمح بالتدوير)</a:t>
          </a:r>
        </a:p>
      </dgm:t>
    </dgm:pt>
    <dgm:pt modelId="{B5DF048F-EDA6-5A4E-9E62-940953650F34}" type="parTrans" cxnId="{C1C30C89-0DA2-C64C-A45F-035B921F5E86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9F979F-8714-1B4F-AEEC-3352E17B27D3}" type="sibTrans" cxnId="{C1C30C89-0DA2-C64C-A45F-035B921F5E86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940151-9AC7-0848-8D20-1245113269B1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rtl="1"/>
          <a:r>
            <a:rPr lang="ar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المفصل اللقمي</a:t>
          </a:r>
          <a:r>
            <a:rPr lang="ar" sz="20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– مفصل الرسغ (الحركة الدائرية)</a:t>
          </a:r>
        </a:p>
      </dgm:t>
    </dgm:pt>
    <dgm:pt modelId="{25C0F816-4B0A-884B-B791-489C2E64A257}" type="parTrans" cxnId="{7F94BFBF-7822-164B-9D7A-C11A5518FDCE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76217C-B247-814C-A3DD-B9A3C5C93EA7}" type="sibTrans" cxnId="{7F94BFBF-7822-164B-9D7A-C11A5518FDCE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FA850F-9821-2B4C-8A1F-71DED3404713}">
      <dgm:prSet phldr="0"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المفصل السرجّي</a:t>
          </a:r>
          <a:r>
            <a: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 يوجد بين عظام الرسغ (يسمح بحركة انزلاقية)</a:t>
          </a:r>
        </a:p>
      </dgm:t>
    </dgm:pt>
    <dgm:pt modelId="{FFCA96D7-BBC5-9C48-A2B9-4AA60C3805D2}" type="parTrans" cxnId="{8A7D0444-1E16-D644-9F63-7A6B9C5DE954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B38072-4EF3-9F4D-87AA-42A838F7A419}" type="sibTrans" cxnId="{8A7D0444-1E16-D644-9F63-7A6B9C5DE954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CE6A62-E9FA-164A-80E8-E57E7648D641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المفصل الرزي </a:t>
          </a:r>
          <a:r>
            <a:rPr lang="ar" sz="20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 يوجد في المرفق والركبة، (ويسمح بالانثناء والفرد)</a:t>
          </a:r>
        </a:p>
      </dgm:t>
    </dgm:pt>
    <dgm:pt modelId="{1B2FE364-F873-EC4F-BD22-F91C0AC90593}" type="parTrans" cxnId="{FCC10AAC-97A1-A140-A1EF-AAB4247C2FAD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379D10-BB38-1D4D-8286-1D3AA6E8434A}" type="sibTrans" cxnId="{FCC10AAC-97A1-A140-A1EF-AAB4247C2FAD}">
      <dgm:prSet/>
      <dgm:spPr/>
      <dgm:t>
        <a:bodyPr rtlCol="1"/>
        <a:lstStyle/>
        <a:p>
          <a:pPr rtl="1"/>
          <a:endParaRPr lang="en-GB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606F1B-D6EA-2B4A-862F-14D55DEC2DA1}" type="pres">
      <dgm:prSet presAssocID="{EA8C1924-855A-DE4F-BF8F-85CB9CA1AB5A}" presName="linear" presStyleCnt="0">
        <dgm:presLayoutVars>
          <dgm:animLvl val="lvl"/>
          <dgm:resizeHandles val="exact"/>
        </dgm:presLayoutVars>
      </dgm:prSet>
      <dgm:spPr/>
    </dgm:pt>
    <dgm:pt modelId="{6E391D56-652F-224D-B7D1-6C244CC31D50}" type="pres">
      <dgm:prSet presAssocID="{33CE6A62-E9FA-164A-80E8-E57E7648D64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2F7A274-D98C-534A-938E-FB90871F105C}" type="pres">
      <dgm:prSet presAssocID="{DB379D10-BB38-1D4D-8286-1D3AA6E8434A}" presName="spacer" presStyleCnt="0"/>
      <dgm:spPr/>
    </dgm:pt>
    <dgm:pt modelId="{BFE099FF-7A32-7D4F-A214-E3D13DA232E9}" type="pres">
      <dgm:prSet presAssocID="{E6A13A45-986D-0649-99F7-AEACB256946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9AE1FE0-1D78-6846-A358-1977A1B90431}" type="pres">
      <dgm:prSet presAssocID="{35681846-C935-0947-B75B-E4B141867DC9}" presName="spacer" presStyleCnt="0"/>
      <dgm:spPr/>
    </dgm:pt>
    <dgm:pt modelId="{27FD5942-A9B3-2340-9337-728CD9B67E4A}" type="pres">
      <dgm:prSet presAssocID="{7AEE8A34-03E1-C848-B18A-767C02008C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4919E60-BAB8-394D-87EF-3E1D92E604D7}" type="pres">
      <dgm:prSet presAssocID="{F39F979F-8714-1B4F-AEEC-3352E17B27D3}" presName="spacer" presStyleCnt="0"/>
      <dgm:spPr/>
    </dgm:pt>
    <dgm:pt modelId="{D1309920-5EE4-2F42-AE1B-82B931D36A63}" type="pres">
      <dgm:prSet presAssocID="{0F940151-9AC7-0848-8D20-1245113269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82BB61B-B4CB-DA4C-9152-06AD9CCD934A}" type="pres">
      <dgm:prSet presAssocID="{D676217C-B247-814C-A3DD-B9A3C5C93EA7}" presName="spacer" presStyleCnt="0"/>
      <dgm:spPr/>
    </dgm:pt>
    <dgm:pt modelId="{2A71939E-C668-0247-AC34-8881608DF37F}" type="pres">
      <dgm:prSet presAssocID="{FEFA850F-9821-2B4C-8A1F-71DED340471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872D32D-2C80-49EC-AB6D-3E2F47910A81}" type="presOf" srcId="{0F940151-9AC7-0848-8D20-1245113269B1}" destId="{D1309920-5EE4-2F42-AE1B-82B931D36A63}" srcOrd="0" destOrd="0" presId="urn:microsoft.com/office/officeart/2005/8/layout/vList2"/>
    <dgm:cxn modelId="{6C463539-6B11-4D37-B63B-AE5D2DA9A679}" type="presOf" srcId="{E6A13A45-986D-0649-99F7-AEACB2569460}" destId="{BFE099FF-7A32-7D4F-A214-E3D13DA232E9}" srcOrd="0" destOrd="0" presId="urn:microsoft.com/office/officeart/2005/8/layout/vList2"/>
    <dgm:cxn modelId="{8A7D0444-1E16-D644-9F63-7A6B9C5DE954}" srcId="{EA8C1924-855A-DE4F-BF8F-85CB9CA1AB5A}" destId="{FEFA850F-9821-2B4C-8A1F-71DED3404713}" srcOrd="4" destOrd="0" parTransId="{FFCA96D7-BBC5-9C48-A2B9-4AA60C3805D2}" sibTransId="{6AB38072-4EF3-9F4D-87AA-42A838F7A419}"/>
    <dgm:cxn modelId="{03C58873-E54B-47A5-9DE1-221DB8A20C1F}" type="presOf" srcId="{33CE6A62-E9FA-164A-80E8-E57E7648D641}" destId="{6E391D56-652F-224D-B7D1-6C244CC31D50}" srcOrd="0" destOrd="0" presId="urn:microsoft.com/office/officeart/2005/8/layout/vList2"/>
    <dgm:cxn modelId="{628F7688-9334-48EF-A330-D2BD7C00B6EC}" type="presOf" srcId="{FEFA850F-9821-2B4C-8A1F-71DED3404713}" destId="{2A71939E-C668-0247-AC34-8881608DF37F}" srcOrd="0" destOrd="0" presId="urn:microsoft.com/office/officeart/2005/8/layout/vList2"/>
    <dgm:cxn modelId="{C1C30C89-0DA2-C64C-A45F-035B921F5E86}" srcId="{EA8C1924-855A-DE4F-BF8F-85CB9CA1AB5A}" destId="{7AEE8A34-03E1-C848-B18A-767C02008C12}" srcOrd="2" destOrd="0" parTransId="{B5DF048F-EDA6-5A4E-9E62-940953650F34}" sibTransId="{F39F979F-8714-1B4F-AEEC-3352E17B27D3}"/>
    <dgm:cxn modelId="{9246129A-A308-0D4C-BA68-BCB264AF8DC1}" type="presOf" srcId="{EA8C1924-855A-DE4F-BF8F-85CB9CA1AB5A}" destId="{52606F1B-D6EA-2B4A-862F-14D55DEC2DA1}" srcOrd="0" destOrd="0" presId="urn:microsoft.com/office/officeart/2005/8/layout/vList2"/>
    <dgm:cxn modelId="{C827ACAB-5309-45F3-8B0D-096A81DBFA5C}" type="presOf" srcId="{7AEE8A34-03E1-C848-B18A-767C02008C12}" destId="{27FD5942-A9B3-2340-9337-728CD9B67E4A}" srcOrd="0" destOrd="0" presId="urn:microsoft.com/office/officeart/2005/8/layout/vList2"/>
    <dgm:cxn modelId="{FCC10AAC-97A1-A140-A1EF-AAB4247C2FAD}" srcId="{EA8C1924-855A-DE4F-BF8F-85CB9CA1AB5A}" destId="{33CE6A62-E9FA-164A-80E8-E57E7648D641}" srcOrd="0" destOrd="0" parTransId="{1B2FE364-F873-EC4F-BD22-F91C0AC90593}" sibTransId="{DB379D10-BB38-1D4D-8286-1D3AA6E8434A}"/>
    <dgm:cxn modelId="{C40F28B6-E847-DB41-AC09-20B516DF2F03}" srcId="{EA8C1924-855A-DE4F-BF8F-85CB9CA1AB5A}" destId="{E6A13A45-986D-0649-99F7-AEACB2569460}" srcOrd="1" destOrd="0" parTransId="{5D673E95-F33B-9244-B4B9-775D6AFF5BEB}" sibTransId="{35681846-C935-0947-B75B-E4B141867DC9}"/>
    <dgm:cxn modelId="{7F94BFBF-7822-164B-9D7A-C11A5518FDCE}" srcId="{EA8C1924-855A-DE4F-BF8F-85CB9CA1AB5A}" destId="{0F940151-9AC7-0848-8D20-1245113269B1}" srcOrd="3" destOrd="0" parTransId="{25C0F816-4B0A-884B-B791-489C2E64A257}" sibTransId="{D676217C-B247-814C-A3DD-B9A3C5C93EA7}"/>
    <dgm:cxn modelId="{F03BB542-154E-4051-91AC-4A44041B6938}" type="presParOf" srcId="{52606F1B-D6EA-2B4A-862F-14D55DEC2DA1}" destId="{6E391D56-652F-224D-B7D1-6C244CC31D50}" srcOrd="0" destOrd="0" presId="urn:microsoft.com/office/officeart/2005/8/layout/vList2"/>
    <dgm:cxn modelId="{5872CB0E-AE3B-422B-9F26-2933F353A20C}" type="presParOf" srcId="{52606F1B-D6EA-2B4A-862F-14D55DEC2DA1}" destId="{E2F7A274-D98C-534A-938E-FB90871F105C}" srcOrd="1" destOrd="0" presId="urn:microsoft.com/office/officeart/2005/8/layout/vList2"/>
    <dgm:cxn modelId="{03EA68D8-5F6F-461B-872B-E02F95ABE4D3}" type="presParOf" srcId="{52606F1B-D6EA-2B4A-862F-14D55DEC2DA1}" destId="{BFE099FF-7A32-7D4F-A214-E3D13DA232E9}" srcOrd="2" destOrd="0" presId="urn:microsoft.com/office/officeart/2005/8/layout/vList2"/>
    <dgm:cxn modelId="{DC876188-9BC1-4EB1-AF0E-E0CF8E598E90}" type="presParOf" srcId="{52606F1B-D6EA-2B4A-862F-14D55DEC2DA1}" destId="{89AE1FE0-1D78-6846-A358-1977A1B90431}" srcOrd="3" destOrd="0" presId="urn:microsoft.com/office/officeart/2005/8/layout/vList2"/>
    <dgm:cxn modelId="{481DD69C-721A-498F-A643-65DF24963C9F}" type="presParOf" srcId="{52606F1B-D6EA-2B4A-862F-14D55DEC2DA1}" destId="{27FD5942-A9B3-2340-9337-728CD9B67E4A}" srcOrd="4" destOrd="0" presId="urn:microsoft.com/office/officeart/2005/8/layout/vList2"/>
    <dgm:cxn modelId="{94A2A797-7CAD-4224-9457-AA14B516DFE0}" type="presParOf" srcId="{52606F1B-D6EA-2B4A-862F-14D55DEC2DA1}" destId="{54919E60-BAB8-394D-87EF-3E1D92E604D7}" srcOrd="5" destOrd="0" presId="urn:microsoft.com/office/officeart/2005/8/layout/vList2"/>
    <dgm:cxn modelId="{F2B21CC5-B835-4DA8-8375-0C3EAC354520}" type="presParOf" srcId="{52606F1B-D6EA-2B4A-862F-14D55DEC2DA1}" destId="{D1309920-5EE4-2F42-AE1B-82B931D36A63}" srcOrd="6" destOrd="0" presId="urn:microsoft.com/office/officeart/2005/8/layout/vList2"/>
    <dgm:cxn modelId="{7D103D05-5DCD-4794-B665-07AD1684443D}" type="presParOf" srcId="{52606F1B-D6EA-2B4A-862F-14D55DEC2DA1}" destId="{482BB61B-B4CB-DA4C-9152-06AD9CCD934A}" srcOrd="7" destOrd="0" presId="urn:microsoft.com/office/officeart/2005/8/layout/vList2"/>
    <dgm:cxn modelId="{4C7B4847-F5DD-477C-A14F-2FD14B677405}" type="presParOf" srcId="{52606F1B-D6EA-2B4A-862F-14D55DEC2DA1}" destId="{2A71939E-C668-0247-AC34-8881608DF37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8C1924-855A-DE4F-BF8F-85CB9CA1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E6A13A45-986D-0649-99F7-AEACB2569460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rtl="1"/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البسط</a:t>
          </a:r>
          <a:r>
            <a:rPr lang="en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rPr>
            <a:t>– فرد المفصل</a:t>
          </a:r>
        </a:p>
      </dgm:t>
    </dgm:pt>
    <dgm:pt modelId="{5D673E95-F33B-9244-B4B9-775D6AFF5BEB}" type="parTrans" cxnId="{C40F28B6-E847-DB41-AC09-20B516DF2F03}">
      <dgm:prSet/>
      <dgm:spPr/>
      <dgm:t>
        <a:bodyPr rtlCol="1"/>
        <a:lstStyle/>
        <a:p>
          <a:pPr rtl="1"/>
          <a:endParaRPr lang="en-GB"/>
        </a:p>
      </dgm:t>
    </dgm:pt>
    <dgm:pt modelId="{35681846-C935-0947-B75B-E4B141867DC9}" type="sibTrans" cxnId="{C40F28B6-E847-DB41-AC09-20B516DF2F03}">
      <dgm:prSet/>
      <dgm:spPr/>
      <dgm:t>
        <a:bodyPr rtlCol="1"/>
        <a:lstStyle/>
        <a:p>
          <a:pPr rtl="1"/>
          <a:endParaRPr lang="en-GB"/>
        </a:p>
      </dgm:t>
    </dgm:pt>
    <dgm:pt modelId="{7AEE8A34-03E1-C848-B18A-767C02008C12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التقريب </a:t>
          </a:r>
          <a:r>
            <a:rPr lang="ar" sz="1800" b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– تحريك الطرف نحو خط منتصف الجسم</a:t>
          </a:r>
        </a:p>
      </dgm:t>
    </dgm:pt>
    <dgm:pt modelId="{B5DF048F-EDA6-5A4E-9E62-940953650F34}" type="parTrans" cxnId="{C1C30C89-0DA2-C64C-A45F-035B921F5E86}">
      <dgm:prSet/>
      <dgm:spPr/>
      <dgm:t>
        <a:bodyPr rtlCol="1"/>
        <a:lstStyle/>
        <a:p>
          <a:pPr rtl="1"/>
          <a:endParaRPr lang="en-GB"/>
        </a:p>
      </dgm:t>
    </dgm:pt>
    <dgm:pt modelId="{F39F979F-8714-1B4F-AEEC-3352E17B27D3}" type="sibTrans" cxnId="{C1C30C89-0DA2-C64C-A45F-035B921F5E86}">
      <dgm:prSet/>
      <dgm:spPr/>
      <dgm:t>
        <a:bodyPr rtlCol="1"/>
        <a:lstStyle/>
        <a:p>
          <a:pPr rtl="1"/>
          <a:endParaRPr lang="en-GB"/>
        </a:p>
      </dgm:t>
    </dgm:pt>
    <dgm:pt modelId="{0F940151-9AC7-0848-8D20-1245113269B1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الإبعاد </a:t>
          </a:r>
          <a:r>
            <a:rPr lang="ar" sz="1800" b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– تحريك الطرف مبتعدًا عن خط منتصف الجسم</a:t>
          </a:r>
        </a:p>
      </dgm:t>
    </dgm:pt>
    <dgm:pt modelId="{25C0F816-4B0A-884B-B791-489C2E64A257}" type="parTrans" cxnId="{7F94BFBF-7822-164B-9D7A-C11A5518FDCE}">
      <dgm:prSet/>
      <dgm:spPr/>
      <dgm:t>
        <a:bodyPr rtlCol="1"/>
        <a:lstStyle/>
        <a:p>
          <a:pPr rtl="1"/>
          <a:endParaRPr lang="en-GB"/>
        </a:p>
      </dgm:t>
    </dgm:pt>
    <dgm:pt modelId="{D676217C-B247-814C-A3DD-B9A3C5C93EA7}" type="sibTrans" cxnId="{7F94BFBF-7822-164B-9D7A-C11A5518FDCE}">
      <dgm:prSet/>
      <dgm:spPr/>
      <dgm:t>
        <a:bodyPr rtlCol="1"/>
        <a:lstStyle/>
        <a:p>
          <a:pPr rtl="1"/>
          <a:endParaRPr lang="en-GB"/>
        </a:p>
      </dgm:t>
    </dgm:pt>
    <dgm:pt modelId="{FEFA850F-9821-2B4C-8A1F-71DED3404713}">
      <dgm:prSet phldr="0"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التدوير </a:t>
          </a:r>
          <a:r>
            <a:rPr lang="ar" sz="1800" b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– حركة العظم حول محوره الطولي</a:t>
          </a:r>
        </a:p>
      </dgm:t>
    </dgm:pt>
    <dgm:pt modelId="{FFCA96D7-BBC5-9C48-A2B9-4AA60C3805D2}" type="parTrans" cxnId="{8A7D0444-1E16-D644-9F63-7A6B9C5DE954}">
      <dgm:prSet/>
      <dgm:spPr/>
      <dgm:t>
        <a:bodyPr rtlCol="1"/>
        <a:lstStyle/>
        <a:p>
          <a:pPr rtl="1"/>
          <a:endParaRPr lang="en-GB"/>
        </a:p>
      </dgm:t>
    </dgm:pt>
    <dgm:pt modelId="{6AB38072-4EF3-9F4D-87AA-42A838F7A419}" type="sibTrans" cxnId="{8A7D0444-1E16-D644-9F63-7A6B9C5DE954}">
      <dgm:prSet/>
      <dgm:spPr/>
      <dgm:t>
        <a:bodyPr rtlCol="1"/>
        <a:lstStyle/>
        <a:p>
          <a:pPr rtl="1"/>
          <a:endParaRPr lang="en-GB"/>
        </a:p>
      </dgm:t>
    </dgm:pt>
    <dgm:pt modelId="{33CE6A62-E9FA-164A-80E8-E57E7648D641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الثني </a:t>
          </a:r>
          <a:r>
            <a:rPr lang="ar" sz="1800" b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– انثناء المفصل</a:t>
          </a:r>
        </a:p>
      </dgm:t>
    </dgm:pt>
    <dgm:pt modelId="{1B2FE364-F873-EC4F-BD22-F91C0AC90593}" type="parTrans" cxnId="{FCC10AAC-97A1-A140-A1EF-AAB4247C2FAD}">
      <dgm:prSet/>
      <dgm:spPr/>
      <dgm:t>
        <a:bodyPr rtlCol="1"/>
        <a:lstStyle/>
        <a:p>
          <a:pPr rtl="1"/>
          <a:endParaRPr lang="en-GB"/>
        </a:p>
      </dgm:t>
    </dgm:pt>
    <dgm:pt modelId="{DB379D10-BB38-1D4D-8286-1D3AA6E8434A}" type="sibTrans" cxnId="{FCC10AAC-97A1-A140-A1EF-AAB4247C2FAD}">
      <dgm:prSet/>
      <dgm:spPr/>
      <dgm:t>
        <a:bodyPr rtlCol="1"/>
        <a:lstStyle/>
        <a:p>
          <a:pPr rtl="1"/>
          <a:endParaRPr lang="en-GB"/>
        </a:p>
      </dgm:t>
    </dgm:pt>
    <dgm:pt modelId="{227ED082-2723-4B8E-B0B2-61D4A9018793}">
      <dgm:prSet phldr="0" custT="1"/>
      <dgm:spPr/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الحركة الدائرية</a:t>
          </a:r>
          <a:r>
            <a:rPr lang="ar" sz="1800" b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 – </a:t>
          </a:r>
          <a:r>
            <a:rPr lang="ar" sz="180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حركة دائرية للطرف</a:t>
          </a:r>
        </a:p>
      </dgm:t>
    </dgm:pt>
    <dgm:pt modelId="{7066091E-58D1-4C48-A4C9-A5631FE5FCF7}" type="parTrans" cxnId="{8AAAF9AA-DFC5-4594-9FAD-7C0793499B17}">
      <dgm:prSet/>
      <dgm:spPr/>
      <dgm:t>
        <a:bodyPr rtlCol="1"/>
        <a:lstStyle/>
        <a:p>
          <a:pPr rtl="1"/>
          <a:endParaRPr lang="en-GB"/>
        </a:p>
      </dgm:t>
    </dgm:pt>
    <dgm:pt modelId="{33D67C1E-55A7-4B8B-89CA-10A8E68A6F57}" type="sibTrans" cxnId="{8AAAF9AA-DFC5-4594-9FAD-7C0793499B17}">
      <dgm:prSet/>
      <dgm:spPr/>
      <dgm:t>
        <a:bodyPr rtlCol="1"/>
        <a:lstStyle/>
        <a:p>
          <a:pPr rtl="1"/>
          <a:endParaRPr lang="en-GB"/>
        </a:p>
      </dgm:t>
    </dgm:pt>
    <dgm:pt modelId="{C3D8ADBF-2F19-42E6-8E99-FCC36131108C}">
      <dgm:prSet phldr="0" custT="1"/>
      <dgm:spPr/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الثني الأخمصي </a:t>
          </a:r>
          <a:r>
            <a:rPr lang="ar" sz="1800" b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–</a:t>
          </a:r>
          <a:r>
            <a:rPr lang="ar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توجيه أصابع القدم للأسفل نحو الأرض</a:t>
          </a:r>
          <a:endParaRPr lang="en-GB" sz="1800" dirty="0">
            <a:solidFill>
              <a:schemeClr val="tx1"/>
            </a:solidFill>
            <a:latin typeface="Arial" panose="020B0604020202020204" pitchFamily="34" charset="0"/>
            <a:ea typeface="Verdana"/>
            <a:cs typeface="Arial" panose="020B0604020202020204" pitchFamily="34" charset="0"/>
          </a:endParaRPr>
        </a:p>
      </dgm:t>
    </dgm:pt>
    <dgm:pt modelId="{BC32C5F3-F2A9-4819-B3BF-0F7DC6BEC229}" type="parTrans" cxnId="{FEB77D89-0A92-443D-AE74-5BEA4D22357B}">
      <dgm:prSet/>
      <dgm:spPr/>
      <dgm:t>
        <a:bodyPr rtlCol="1"/>
        <a:lstStyle/>
        <a:p>
          <a:pPr rtl="1"/>
          <a:endParaRPr lang="en-GB"/>
        </a:p>
      </dgm:t>
    </dgm:pt>
    <dgm:pt modelId="{E5C170DE-DCB2-4D11-97FD-B8528BE4FB18}" type="sibTrans" cxnId="{FEB77D89-0A92-443D-AE74-5BEA4D22357B}">
      <dgm:prSet/>
      <dgm:spPr/>
      <dgm:t>
        <a:bodyPr rtlCol="1"/>
        <a:lstStyle/>
        <a:p>
          <a:pPr rtl="1"/>
          <a:endParaRPr lang="en-GB"/>
        </a:p>
      </dgm:t>
    </dgm:pt>
    <dgm:pt modelId="{9FC8ECC0-4B9F-4E68-A0F1-46FABF2DAA06}">
      <dgm:prSet phldr="0" custT="1"/>
      <dgm:spPr/>
      <dgm:t>
        <a:bodyPr rtlCol="1"/>
        <a:lstStyle/>
        <a:p>
          <a:pPr rtl="1"/>
          <a:r>
            <a:rPr lang="ar" sz="1800" b="1" dirty="0">
              <a:solidFill>
                <a:schemeClr val="tx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rPr>
            <a:t>الثني الظهري </a:t>
          </a:r>
          <a:r>
            <a:rPr lang="ar" sz="1800" b="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–</a:t>
          </a:r>
          <a:r>
            <a:rPr lang="ar" sz="1800" dirty="0">
              <a:solidFill>
                <a:schemeClr val="tx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rPr>
            <a:t> سحب أصابع القدم للأعلى نحو الساق</a:t>
          </a:r>
        </a:p>
      </dgm:t>
    </dgm:pt>
    <dgm:pt modelId="{E56FDB3A-31E9-4EAB-ADAC-BD9AAF8E988B}" type="parTrans" cxnId="{0DDC0446-E4E7-44D6-903D-FD892A6890C3}">
      <dgm:prSet/>
      <dgm:spPr/>
      <dgm:t>
        <a:bodyPr rtlCol="1"/>
        <a:lstStyle/>
        <a:p>
          <a:pPr rtl="1"/>
          <a:endParaRPr lang="en-GB"/>
        </a:p>
      </dgm:t>
    </dgm:pt>
    <dgm:pt modelId="{0B6FBCA8-106E-4A95-9144-4FFCB42B29D4}" type="sibTrans" cxnId="{0DDC0446-E4E7-44D6-903D-FD892A6890C3}">
      <dgm:prSet/>
      <dgm:spPr/>
      <dgm:t>
        <a:bodyPr rtlCol="1"/>
        <a:lstStyle/>
        <a:p>
          <a:pPr rtl="1"/>
          <a:endParaRPr lang="en-GB"/>
        </a:p>
      </dgm:t>
    </dgm:pt>
    <dgm:pt modelId="{F528ACD8-C90E-4A79-9BA2-86A0D278C1D3}">
      <dgm:prSet phldr="0" custT="1"/>
      <dgm:spPr/>
      <dgm:t>
        <a:bodyPr rtlCol="1"/>
        <a:lstStyle/>
        <a:p>
          <a:pPr rtl="1"/>
          <a:r>
            <a:rPr lang="ar" sz="1800" b="1" dirty="0">
              <a:solidFill>
                <a:schemeClr val="tx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rPr>
            <a:t>الرفع والخفض</a:t>
          </a:r>
          <a:r>
            <a:rPr dirty="0"/>
            <a:t> </a:t>
          </a:r>
          <a:r>
            <a:rPr lang="ar" sz="1800" b="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–</a:t>
          </a:r>
          <a:r>
            <a:rPr dirty="0"/>
            <a:t> </a:t>
          </a:r>
          <a:r>
            <a:rPr lang="ar-EG" noProof="0" dirty="0">
              <a:solidFill>
                <a:schemeClr val="tx1"/>
              </a:solidFill>
            </a:rPr>
            <a:t>رفع جزء من الجسم أو خفضه (مثال: رفع الكتفين أو خفضهما)</a:t>
          </a:r>
          <a:endParaRPr lang="en-US" sz="1800" dirty="0">
            <a:solidFill>
              <a:schemeClr val="tx1"/>
            </a:solidFill>
            <a:latin typeface="Arial" panose="020B0604020202020204" pitchFamily="34" charset="0"/>
            <a:ea typeface="Verdana"/>
            <a:cs typeface="Arial" panose="020B0604020202020204" pitchFamily="34" charset="0"/>
          </a:endParaRPr>
        </a:p>
      </dgm:t>
    </dgm:pt>
    <dgm:pt modelId="{126CDFC0-F088-47A4-9D79-564861DE3CD1}" type="parTrans" cxnId="{D00650CF-1271-4B04-8E36-C74222AFC10A}">
      <dgm:prSet/>
      <dgm:spPr/>
      <dgm:t>
        <a:bodyPr rtlCol="1"/>
        <a:lstStyle/>
        <a:p>
          <a:pPr rtl="1"/>
          <a:endParaRPr lang="en-GB"/>
        </a:p>
      </dgm:t>
    </dgm:pt>
    <dgm:pt modelId="{AAF2B301-DA17-413B-A472-53788B77E354}" type="sibTrans" cxnId="{D00650CF-1271-4B04-8E36-C74222AFC10A}">
      <dgm:prSet/>
      <dgm:spPr/>
      <dgm:t>
        <a:bodyPr rtlCol="1"/>
        <a:lstStyle/>
        <a:p>
          <a:pPr rtl="1"/>
          <a:endParaRPr lang="en-GB"/>
        </a:p>
      </dgm:t>
    </dgm:pt>
    <dgm:pt modelId="{52606F1B-D6EA-2B4A-862F-14D55DEC2DA1}" type="pres">
      <dgm:prSet presAssocID="{EA8C1924-855A-DE4F-BF8F-85CB9CA1AB5A}" presName="linear" presStyleCnt="0">
        <dgm:presLayoutVars>
          <dgm:animLvl val="lvl"/>
          <dgm:resizeHandles val="exact"/>
        </dgm:presLayoutVars>
      </dgm:prSet>
      <dgm:spPr/>
    </dgm:pt>
    <dgm:pt modelId="{6E391D56-652F-224D-B7D1-6C244CC31D50}" type="pres">
      <dgm:prSet presAssocID="{33CE6A62-E9FA-164A-80E8-E57E7648D641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E2F7A274-D98C-534A-938E-FB90871F105C}" type="pres">
      <dgm:prSet presAssocID="{DB379D10-BB38-1D4D-8286-1D3AA6E8434A}" presName="spacer" presStyleCnt="0"/>
      <dgm:spPr/>
    </dgm:pt>
    <dgm:pt modelId="{BFE099FF-7A32-7D4F-A214-E3D13DA232E9}" type="pres">
      <dgm:prSet presAssocID="{E6A13A45-986D-0649-99F7-AEACB2569460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89AE1FE0-1D78-6846-A358-1977A1B90431}" type="pres">
      <dgm:prSet presAssocID="{35681846-C935-0947-B75B-E4B141867DC9}" presName="spacer" presStyleCnt="0"/>
      <dgm:spPr/>
    </dgm:pt>
    <dgm:pt modelId="{27FD5942-A9B3-2340-9337-728CD9B67E4A}" type="pres">
      <dgm:prSet presAssocID="{7AEE8A34-03E1-C848-B18A-767C02008C12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54919E60-BAB8-394D-87EF-3E1D92E604D7}" type="pres">
      <dgm:prSet presAssocID="{F39F979F-8714-1B4F-AEEC-3352E17B27D3}" presName="spacer" presStyleCnt="0"/>
      <dgm:spPr/>
    </dgm:pt>
    <dgm:pt modelId="{D1309920-5EE4-2F42-AE1B-82B931D36A63}" type="pres">
      <dgm:prSet presAssocID="{0F940151-9AC7-0848-8D20-1245113269B1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482BB61B-B4CB-DA4C-9152-06AD9CCD934A}" type="pres">
      <dgm:prSet presAssocID="{D676217C-B247-814C-A3DD-B9A3C5C93EA7}" presName="spacer" presStyleCnt="0"/>
      <dgm:spPr/>
    </dgm:pt>
    <dgm:pt modelId="{2A71939E-C668-0247-AC34-8881608DF37F}" type="pres">
      <dgm:prSet presAssocID="{FEFA850F-9821-2B4C-8A1F-71DED3404713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46777E2C-B8BE-4547-BB0D-FD849ECFEF9B}" type="pres">
      <dgm:prSet presAssocID="{6AB38072-4EF3-9F4D-87AA-42A838F7A419}" presName="spacer" presStyleCnt="0"/>
      <dgm:spPr/>
    </dgm:pt>
    <dgm:pt modelId="{C10D55C3-59F3-4AB7-813A-EF18D6A92405}" type="pres">
      <dgm:prSet presAssocID="{227ED082-2723-4B8E-B0B2-61D4A9018793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3682160D-1298-4945-AA09-62B8FFDE2CC9}" type="pres">
      <dgm:prSet presAssocID="{33D67C1E-55A7-4B8B-89CA-10A8E68A6F57}" presName="spacer" presStyleCnt="0"/>
      <dgm:spPr/>
    </dgm:pt>
    <dgm:pt modelId="{257AE326-1A98-47F1-913C-C6C19DC5A179}" type="pres">
      <dgm:prSet presAssocID="{C3D8ADBF-2F19-42E6-8E99-FCC36131108C}" presName="parentText" presStyleLbl="node1" presStyleIdx="6" presStyleCnt="9">
        <dgm:presLayoutVars>
          <dgm:chMax val="0"/>
          <dgm:bulletEnabled val="1"/>
        </dgm:presLayoutVars>
      </dgm:prSet>
      <dgm:spPr>
        <a:solidFill>
          <a:schemeClr val="accent6">
            <a:lumMod val="20000"/>
            <a:lumOff val="80000"/>
          </a:schemeClr>
        </a:solidFill>
      </dgm:spPr>
    </dgm:pt>
    <dgm:pt modelId="{071C9F11-783C-400B-A317-5D1B1EDAF98D}" type="pres">
      <dgm:prSet presAssocID="{E5C170DE-DCB2-4D11-97FD-B8528BE4FB18}" presName="spacer" presStyleCnt="0"/>
      <dgm:spPr/>
    </dgm:pt>
    <dgm:pt modelId="{3F0B667D-E67A-42A9-B04A-99D8F08F0855}" type="pres">
      <dgm:prSet presAssocID="{9FC8ECC0-4B9F-4E68-A0F1-46FABF2DAA06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8C68FF33-DCC2-4FC8-B55E-A4A356C66592}" type="pres">
      <dgm:prSet presAssocID="{0B6FBCA8-106E-4A95-9144-4FFCB42B29D4}" presName="spacer" presStyleCnt="0"/>
      <dgm:spPr/>
    </dgm:pt>
    <dgm:pt modelId="{029A7E17-25FB-4027-B397-15A7BA7AE74C}" type="pres">
      <dgm:prSet presAssocID="{F528ACD8-C90E-4A79-9BA2-86A0D278C1D3}" presName="parentText" presStyleLbl="node1" presStyleIdx="8" presStyleCnt="9">
        <dgm:presLayoutVars>
          <dgm:chMax val="0"/>
          <dgm:bulletEnabled val="1"/>
        </dgm:presLayoutVars>
      </dgm:prSet>
      <dgm:spPr>
        <a:solidFill>
          <a:schemeClr val="accent6">
            <a:lumMod val="20000"/>
            <a:lumOff val="80000"/>
          </a:schemeClr>
        </a:solidFill>
      </dgm:spPr>
    </dgm:pt>
  </dgm:ptLst>
  <dgm:cxnLst>
    <dgm:cxn modelId="{CC98E00F-33D3-4323-847A-76047EC85B6C}" type="presOf" srcId="{7AEE8A34-03E1-C848-B18A-767C02008C12}" destId="{27FD5942-A9B3-2340-9337-728CD9B67E4A}" srcOrd="0" destOrd="0" presId="urn:microsoft.com/office/officeart/2005/8/layout/vList2"/>
    <dgm:cxn modelId="{F798781C-C450-4588-B324-85B5F03B8199}" type="presOf" srcId="{F528ACD8-C90E-4A79-9BA2-86A0D278C1D3}" destId="{029A7E17-25FB-4027-B397-15A7BA7AE74C}" srcOrd="0" destOrd="0" presId="urn:microsoft.com/office/officeart/2005/8/layout/vList2"/>
    <dgm:cxn modelId="{93ED723A-0763-4312-AD03-AD6DAB5F7903}" type="presOf" srcId="{E6A13A45-986D-0649-99F7-AEACB2569460}" destId="{BFE099FF-7A32-7D4F-A214-E3D13DA232E9}" srcOrd="0" destOrd="0" presId="urn:microsoft.com/office/officeart/2005/8/layout/vList2"/>
    <dgm:cxn modelId="{D7A93C5C-EBB7-4E0F-8F26-8C1B426C582B}" type="presOf" srcId="{FEFA850F-9821-2B4C-8A1F-71DED3404713}" destId="{2A71939E-C668-0247-AC34-8881608DF37F}" srcOrd="0" destOrd="0" presId="urn:microsoft.com/office/officeart/2005/8/layout/vList2"/>
    <dgm:cxn modelId="{8A7D0444-1E16-D644-9F63-7A6B9C5DE954}" srcId="{EA8C1924-855A-DE4F-BF8F-85CB9CA1AB5A}" destId="{FEFA850F-9821-2B4C-8A1F-71DED3404713}" srcOrd="4" destOrd="0" parTransId="{FFCA96D7-BBC5-9C48-A2B9-4AA60C3805D2}" sibTransId="{6AB38072-4EF3-9F4D-87AA-42A838F7A419}"/>
    <dgm:cxn modelId="{0DDC0446-E4E7-44D6-903D-FD892A6890C3}" srcId="{EA8C1924-855A-DE4F-BF8F-85CB9CA1AB5A}" destId="{9FC8ECC0-4B9F-4E68-A0F1-46FABF2DAA06}" srcOrd="7" destOrd="0" parTransId="{E56FDB3A-31E9-4EAB-ADAC-BD9AAF8E988B}" sibTransId="{0B6FBCA8-106E-4A95-9144-4FFCB42B29D4}"/>
    <dgm:cxn modelId="{4FDE7C48-D527-481B-A397-91DDB6D82835}" type="presOf" srcId="{33CE6A62-E9FA-164A-80E8-E57E7648D641}" destId="{6E391D56-652F-224D-B7D1-6C244CC31D50}" srcOrd="0" destOrd="0" presId="urn:microsoft.com/office/officeart/2005/8/layout/vList2"/>
    <dgm:cxn modelId="{8C3DEC6B-91F9-4F68-95FB-4CC8A27C7D5B}" type="presOf" srcId="{0F940151-9AC7-0848-8D20-1245113269B1}" destId="{D1309920-5EE4-2F42-AE1B-82B931D36A63}" srcOrd="0" destOrd="0" presId="urn:microsoft.com/office/officeart/2005/8/layout/vList2"/>
    <dgm:cxn modelId="{C1C30C89-0DA2-C64C-A45F-035B921F5E86}" srcId="{EA8C1924-855A-DE4F-BF8F-85CB9CA1AB5A}" destId="{7AEE8A34-03E1-C848-B18A-767C02008C12}" srcOrd="2" destOrd="0" parTransId="{B5DF048F-EDA6-5A4E-9E62-940953650F34}" sibTransId="{F39F979F-8714-1B4F-AEEC-3352E17B27D3}"/>
    <dgm:cxn modelId="{FEB77D89-0A92-443D-AE74-5BEA4D22357B}" srcId="{EA8C1924-855A-DE4F-BF8F-85CB9CA1AB5A}" destId="{C3D8ADBF-2F19-42E6-8E99-FCC36131108C}" srcOrd="6" destOrd="0" parTransId="{BC32C5F3-F2A9-4819-B3BF-0F7DC6BEC229}" sibTransId="{E5C170DE-DCB2-4D11-97FD-B8528BE4FB18}"/>
    <dgm:cxn modelId="{9246129A-A308-0D4C-BA68-BCB264AF8DC1}" type="presOf" srcId="{EA8C1924-855A-DE4F-BF8F-85CB9CA1AB5A}" destId="{52606F1B-D6EA-2B4A-862F-14D55DEC2DA1}" srcOrd="0" destOrd="0" presId="urn:microsoft.com/office/officeart/2005/8/layout/vList2"/>
    <dgm:cxn modelId="{0ACF6BA1-2F41-4ABD-9787-93D179C7E617}" type="presOf" srcId="{227ED082-2723-4B8E-B0B2-61D4A9018793}" destId="{C10D55C3-59F3-4AB7-813A-EF18D6A92405}" srcOrd="0" destOrd="0" presId="urn:microsoft.com/office/officeart/2005/8/layout/vList2"/>
    <dgm:cxn modelId="{8AAAF9AA-DFC5-4594-9FAD-7C0793499B17}" srcId="{EA8C1924-855A-DE4F-BF8F-85CB9CA1AB5A}" destId="{227ED082-2723-4B8E-B0B2-61D4A9018793}" srcOrd="5" destOrd="0" parTransId="{7066091E-58D1-4C48-A4C9-A5631FE5FCF7}" sibTransId="{33D67C1E-55A7-4B8B-89CA-10A8E68A6F57}"/>
    <dgm:cxn modelId="{FCC10AAC-97A1-A140-A1EF-AAB4247C2FAD}" srcId="{EA8C1924-855A-DE4F-BF8F-85CB9CA1AB5A}" destId="{33CE6A62-E9FA-164A-80E8-E57E7648D641}" srcOrd="0" destOrd="0" parTransId="{1B2FE364-F873-EC4F-BD22-F91C0AC90593}" sibTransId="{DB379D10-BB38-1D4D-8286-1D3AA6E8434A}"/>
    <dgm:cxn modelId="{960E4FB2-C020-4530-8FC8-2C333A860E00}" type="presOf" srcId="{9FC8ECC0-4B9F-4E68-A0F1-46FABF2DAA06}" destId="{3F0B667D-E67A-42A9-B04A-99D8F08F0855}" srcOrd="0" destOrd="0" presId="urn:microsoft.com/office/officeart/2005/8/layout/vList2"/>
    <dgm:cxn modelId="{C40F28B6-E847-DB41-AC09-20B516DF2F03}" srcId="{EA8C1924-855A-DE4F-BF8F-85CB9CA1AB5A}" destId="{E6A13A45-986D-0649-99F7-AEACB2569460}" srcOrd="1" destOrd="0" parTransId="{5D673E95-F33B-9244-B4B9-775D6AFF5BEB}" sibTransId="{35681846-C935-0947-B75B-E4B141867DC9}"/>
    <dgm:cxn modelId="{7F94BFBF-7822-164B-9D7A-C11A5518FDCE}" srcId="{EA8C1924-855A-DE4F-BF8F-85CB9CA1AB5A}" destId="{0F940151-9AC7-0848-8D20-1245113269B1}" srcOrd="3" destOrd="0" parTransId="{25C0F816-4B0A-884B-B791-489C2E64A257}" sibTransId="{D676217C-B247-814C-A3DD-B9A3C5C93EA7}"/>
    <dgm:cxn modelId="{D00650CF-1271-4B04-8E36-C74222AFC10A}" srcId="{EA8C1924-855A-DE4F-BF8F-85CB9CA1AB5A}" destId="{F528ACD8-C90E-4A79-9BA2-86A0D278C1D3}" srcOrd="8" destOrd="0" parTransId="{126CDFC0-F088-47A4-9D79-564861DE3CD1}" sibTransId="{AAF2B301-DA17-413B-A472-53788B77E354}"/>
    <dgm:cxn modelId="{DA35A4D6-8215-449E-8E9B-67ACD2ABD0C3}" type="presOf" srcId="{C3D8ADBF-2F19-42E6-8E99-FCC36131108C}" destId="{257AE326-1A98-47F1-913C-C6C19DC5A179}" srcOrd="0" destOrd="0" presId="urn:microsoft.com/office/officeart/2005/8/layout/vList2"/>
    <dgm:cxn modelId="{DCB06E49-8012-492A-997F-69A012B60831}" type="presParOf" srcId="{52606F1B-D6EA-2B4A-862F-14D55DEC2DA1}" destId="{6E391D56-652F-224D-B7D1-6C244CC31D50}" srcOrd="0" destOrd="0" presId="urn:microsoft.com/office/officeart/2005/8/layout/vList2"/>
    <dgm:cxn modelId="{74E20A82-622F-4900-921C-61007F4A99C0}" type="presParOf" srcId="{52606F1B-D6EA-2B4A-862F-14D55DEC2DA1}" destId="{E2F7A274-D98C-534A-938E-FB90871F105C}" srcOrd="1" destOrd="0" presId="urn:microsoft.com/office/officeart/2005/8/layout/vList2"/>
    <dgm:cxn modelId="{964C9F15-E01B-4F28-9871-554EEB404DAF}" type="presParOf" srcId="{52606F1B-D6EA-2B4A-862F-14D55DEC2DA1}" destId="{BFE099FF-7A32-7D4F-A214-E3D13DA232E9}" srcOrd="2" destOrd="0" presId="urn:microsoft.com/office/officeart/2005/8/layout/vList2"/>
    <dgm:cxn modelId="{97FBEE0B-B4C9-46DA-AF3B-B02821EFA87F}" type="presParOf" srcId="{52606F1B-D6EA-2B4A-862F-14D55DEC2DA1}" destId="{89AE1FE0-1D78-6846-A358-1977A1B90431}" srcOrd="3" destOrd="0" presId="urn:microsoft.com/office/officeart/2005/8/layout/vList2"/>
    <dgm:cxn modelId="{6A46B865-72BD-41A1-ABB8-AF3FE66DC259}" type="presParOf" srcId="{52606F1B-D6EA-2B4A-862F-14D55DEC2DA1}" destId="{27FD5942-A9B3-2340-9337-728CD9B67E4A}" srcOrd="4" destOrd="0" presId="urn:microsoft.com/office/officeart/2005/8/layout/vList2"/>
    <dgm:cxn modelId="{732FA18E-FFC0-4561-8167-F5A9A6A10E2F}" type="presParOf" srcId="{52606F1B-D6EA-2B4A-862F-14D55DEC2DA1}" destId="{54919E60-BAB8-394D-87EF-3E1D92E604D7}" srcOrd="5" destOrd="0" presId="urn:microsoft.com/office/officeart/2005/8/layout/vList2"/>
    <dgm:cxn modelId="{D3A3E8A3-2984-4F1C-84A1-CA7FD88E281C}" type="presParOf" srcId="{52606F1B-D6EA-2B4A-862F-14D55DEC2DA1}" destId="{D1309920-5EE4-2F42-AE1B-82B931D36A63}" srcOrd="6" destOrd="0" presId="urn:microsoft.com/office/officeart/2005/8/layout/vList2"/>
    <dgm:cxn modelId="{D2D3FE54-6BB0-40D3-A6AB-77B06C2ADFD7}" type="presParOf" srcId="{52606F1B-D6EA-2B4A-862F-14D55DEC2DA1}" destId="{482BB61B-B4CB-DA4C-9152-06AD9CCD934A}" srcOrd="7" destOrd="0" presId="urn:microsoft.com/office/officeart/2005/8/layout/vList2"/>
    <dgm:cxn modelId="{1DA6658B-2715-4A9B-B099-9961F8D82D60}" type="presParOf" srcId="{52606F1B-D6EA-2B4A-862F-14D55DEC2DA1}" destId="{2A71939E-C668-0247-AC34-8881608DF37F}" srcOrd="8" destOrd="0" presId="urn:microsoft.com/office/officeart/2005/8/layout/vList2"/>
    <dgm:cxn modelId="{23AB968D-BED3-408D-A6AC-BA6F3E28FB0D}" type="presParOf" srcId="{52606F1B-D6EA-2B4A-862F-14D55DEC2DA1}" destId="{46777E2C-B8BE-4547-BB0D-FD849ECFEF9B}" srcOrd="9" destOrd="0" presId="urn:microsoft.com/office/officeart/2005/8/layout/vList2"/>
    <dgm:cxn modelId="{162AD586-BB30-4805-8D2D-5CB46C29FAF9}" type="presParOf" srcId="{52606F1B-D6EA-2B4A-862F-14D55DEC2DA1}" destId="{C10D55C3-59F3-4AB7-813A-EF18D6A92405}" srcOrd="10" destOrd="0" presId="urn:microsoft.com/office/officeart/2005/8/layout/vList2"/>
    <dgm:cxn modelId="{B30AA3CD-2F7B-4729-BB55-357B4C76F453}" type="presParOf" srcId="{52606F1B-D6EA-2B4A-862F-14D55DEC2DA1}" destId="{3682160D-1298-4945-AA09-62B8FFDE2CC9}" srcOrd="11" destOrd="0" presId="urn:microsoft.com/office/officeart/2005/8/layout/vList2"/>
    <dgm:cxn modelId="{80D0FB94-3705-4430-8CCF-298245FE37F1}" type="presParOf" srcId="{52606F1B-D6EA-2B4A-862F-14D55DEC2DA1}" destId="{257AE326-1A98-47F1-913C-C6C19DC5A179}" srcOrd="12" destOrd="0" presId="urn:microsoft.com/office/officeart/2005/8/layout/vList2"/>
    <dgm:cxn modelId="{529781EC-BA08-46BF-9B68-52B62DDACCA0}" type="presParOf" srcId="{52606F1B-D6EA-2B4A-862F-14D55DEC2DA1}" destId="{071C9F11-783C-400B-A317-5D1B1EDAF98D}" srcOrd="13" destOrd="0" presId="urn:microsoft.com/office/officeart/2005/8/layout/vList2"/>
    <dgm:cxn modelId="{9501C66C-B550-41CC-8AC2-CAF477DB44C8}" type="presParOf" srcId="{52606F1B-D6EA-2B4A-862F-14D55DEC2DA1}" destId="{3F0B667D-E67A-42A9-B04A-99D8F08F0855}" srcOrd="14" destOrd="0" presId="urn:microsoft.com/office/officeart/2005/8/layout/vList2"/>
    <dgm:cxn modelId="{AA73712A-4351-471F-A6FD-81737A7220E7}" type="presParOf" srcId="{52606F1B-D6EA-2B4A-862F-14D55DEC2DA1}" destId="{8C68FF33-DCC2-4FC8-B55E-A4A356C66592}" srcOrd="15" destOrd="0" presId="urn:microsoft.com/office/officeart/2005/8/layout/vList2"/>
    <dgm:cxn modelId="{9CA5463E-DE5C-4453-9C0C-465A353FA00E}" type="presParOf" srcId="{52606F1B-D6EA-2B4A-862F-14D55DEC2DA1}" destId="{029A7E17-25FB-4027-B397-15A7BA7AE74C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1D56-652F-224D-B7D1-6C244CC31D50}">
      <dsp:nvSpPr>
        <dsp:cNvPr id="0" name=""/>
        <dsp:cNvSpPr/>
      </dsp:nvSpPr>
      <dsp:spPr>
        <a:xfrm>
          <a:off x="0" y="1492"/>
          <a:ext cx="3805309" cy="595763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ثلاثية الرؤوس (الترايسبس)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الجزء الخلفي من الذراع العلوية</a:t>
          </a:r>
          <a:endParaRPr lang="en-GB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083" y="30575"/>
        <a:ext cx="3747143" cy="537597"/>
      </dsp:txXfrm>
    </dsp:sp>
    <dsp:sp modelId="{BFE099FF-7A32-7D4F-A214-E3D13DA232E9}">
      <dsp:nvSpPr>
        <dsp:cNvPr id="0" name=""/>
        <dsp:cNvSpPr/>
      </dsp:nvSpPr>
      <dsp:spPr>
        <a:xfrm>
          <a:off x="0" y="609897"/>
          <a:ext cx="3805309" cy="595763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ذات الرأسين (البايسبس)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الجزء الأمامي من الذراع العلوية</a:t>
          </a:r>
          <a:endParaRPr lang="en-GB" sz="1800" kern="1200" dirty="0">
            <a:solidFill>
              <a:schemeClr val="tx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9083" y="638980"/>
        <a:ext cx="3747143" cy="537597"/>
      </dsp:txXfrm>
    </dsp:sp>
    <dsp:sp modelId="{27FD5942-A9B3-2340-9337-728CD9B67E4A}">
      <dsp:nvSpPr>
        <dsp:cNvPr id="0" name=""/>
        <dsp:cNvSpPr/>
      </dsp:nvSpPr>
      <dsp:spPr>
        <a:xfrm>
          <a:off x="0" y="1218302"/>
          <a:ext cx="3805309" cy="595763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رباعية الرؤوس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الجزء الأمامي من الفخذ</a:t>
          </a:r>
        </a:p>
      </dsp:txBody>
      <dsp:txXfrm>
        <a:off x="29083" y="1247385"/>
        <a:ext cx="3747143" cy="537597"/>
      </dsp:txXfrm>
    </dsp:sp>
    <dsp:sp modelId="{D1309920-5EE4-2F42-AE1B-82B931D36A63}">
      <dsp:nvSpPr>
        <dsp:cNvPr id="0" name=""/>
        <dsp:cNvSpPr/>
      </dsp:nvSpPr>
      <dsp:spPr>
        <a:xfrm>
          <a:off x="0" y="1826707"/>
          <a:ext cx="3805309" cy="595763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عضلات المأبض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الجزء الخلفي من الفخذ</a:t>
          </a:r>
          <a:endParaRPr lang="en-GB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083" y="1855790"/>
        <a:ext cx="3747143" cy="537597"/>
      </dsp:txXfrm>
    </dsp:sp>
    <dsp:sp modelId="{2A71939E-C668-0247-AC34-8881608DF37F}">
      <dsp:nvSpPr>
        <dsp:cNvPr id="0" name=""/>
        <dsp:cNvSpPr/>
      </dsp:nvSpPr>
      <dsp:spPr>
        <a:xfrm>
          <a:off x="0" y="2435113"/>
          <a:ext cx="3805309" cy="595763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العضلات الدالية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منطقة الكتف</a:t>
          </a:r>
        </a:p>
      </dsp:txBody>
      <dsp:txXfrm>
        <a:off x="29083" y="2464196"/>
        <a:ext cx="3747143" cy="537597"/>
      </dsp:txXfrm>
    </dsp:sp>
    <dsp:sp modelId="{B882BCA1-CE5F-AA4F-919D-DA133E4C972E}">
      <dsp:nvSpPr>
        <dsp:cNvPr id="0" name=""/>
        <dsp:cNvSpPr/>
      </dsp:nvSpPr>
      <dsp:spPr>
        <a:xfrm>
          <a:off x="0" y="3043518"/>
          <a:ext cx="3805309" cy="595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الأَلَوِيَّةُ الكبرى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منطقة الأرداف</a:t>
          </a:r>
        </a:p>
      </dsp:txBody>
      <dsp:txXfrm>
        <a:off x="29083" y="3072601"/>
        <a:ext cx="3747143" cy="537597"/>
      </dsp:txXfrm>
    </dsp:sp>
    <dsp:sp modelId="{95C713CA-9AEE-3E4A-87D7-F214033380F4}">
      <dsp:nvSpPr>
        <dsp:cNvPr id="0" name=""/>
        <dsp:cNvSpPr/>
      </dsp:nvSpPr>
      <dsp:spPr>
        <a:xfrm>
          <a:off x="0" y="3651923"/>
          <a:ext cx="3805309" cy="595763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عضلة الساق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عضلة الربلة</a:t>
          </a:r>
        </a:p>
      </dsp:txBody>
      <dsp:txXfrm>
        <a:off x="29083" y="3681006"/>
        <a:ext cx="3747143" cy="537597"/>
      </dsp:txXfrm>
    </dsp:sp>
    <dsp:sp modelId="{8AE70691-6AD0-454C-AE5C-FE985DEED960}">
      <dsp:nvSpPr>
        <dsp:cNvPr id="0" name=""/>
        <dsp:cNvSpPr/>
      </dsp:nvSpPr>
      <dsp:spPr>
        <a:xfrm>
          <a:off x="0" y="4260328"/>
          <a:ext cx="3805309" cy="5957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البطنية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في منطقة المعدة</a:t>
          </a:r>
          <a:endParaRPr lang="en-GB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083" y="4289411"/>
        <a:ext cx="3747143" cy="5375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1D56-652F-224D-B7D1-6C244CC31D50}">
      <dsp:nvSpPr>
        <dsp:cNvPr id="0" name=""/>
        <dsp:cNvSpPr/>
      </dsp:nvSpPr>
      <dsp:spPr>
        <a:xfrm>
          <a:off x="0" y="21111"/>
          <a:ext cx="4022084" cy="71136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العضلات المائلة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على جانب البطن</a:t>
          </a:r>
          <a:endParaRPr lang="en-GB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4726" y="55837"/>
        <a:ext cx="3952632" cy="641908"/>
      </dsp:txXfrm>
    </dsp:sp>
    <dsp:sp modelId="{BFE099FF-7A32-7D4F-A214-E3D13DA232E9}">
      <dsp:nvSpPr>
        <dsp:cNvPr id="0" name=""/>
        <dsp:cNvSpPr/>
      </dsp:nvSpPr>
      <dsp:spPr>
        <a:xfrm>
          <a:off x="0" y="841911"/>
          <a:ext cx="4022084" cy="711360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الصدرية الكبرى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عضلات الصدر</a:t>
          </a:r>
          <a:endParaRPr lang="en-GB" sz="1800" kern="1200" dirty="0">
            <a:solidFill>
              <a:schemeClr val="tx1"/>
            </a:solidFill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34726" y="876637"/>
        <a:ext cx="3952632" cy="641908"/>
      </dsp:txXfrm>
    </dsp:sp>
    <dsp:sp modelId="{27FD5942-A9B3-2340-9337-728CD9B67E4A}">
      <dsp:nvSpPr>
        <dsp:cNvPr id="0" name=""/>
        <dsp:cNvSpPr/>
      </dsp:nvSpPr>
      <dsp:spPr>
        <a:xfrm>
          <a:off x="0" y="1662711"/>
          <a:ext cx="4022084" cy="71136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شبه المنحرفة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قع في الجزء العلوي من الظهر وتمتد إلى الرقبة</a:t>
          </a:r>
        </a:p>
      </dsp:txBody>
      <dsp:txXfrm>
        <a:off x="34726" y="1697437"/>
        <a:ext cx="3952632" cy="641908"/>
      </dsp:txXfrm>
    </dsp:sp>
    <dsp:sp modelId="{B7EEB51F-EA8A-4DBC-ADB4-02A476C26CD9}">
      <dsp:nvSpPr>
        <dsp:cNvPr id="0" name=""/>
        <dsp:cNvSpPr/>
      </dsp:nvSpPr>
      <dsp:spPr>
        <a:xfrm>
          <a:off x="0" y="2483512"/>
          <a:ext cx="4022084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الظهرِية العريضة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تقع على جانب الظهر</a:t>
          </a:r>
        </a:p>
      </dsp:txBody>
      <dsp:txXfrm>
        <a:off x="34726" y="2518238"/>
        <a:ext cx="3952632" cy="641908"/>
      </dsp:txXfrm>
    </dsp:sp>
    <dsp:sp modelId="{193C0822-A09C-4559-94A5-DB05CD9290D4}">
      <dsp:nvSpPr>
        <dsp:cNvPr id="0" name=""/>
        <dsp:cNvSpPr/>
      </dsp:nvSpPr>
      <dsp:spPr>
        <a:xfrm>
          <a:off x="0" y="3304312"/>
          <a:ext cx="4022084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النعلية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عضلة الربلة السفلية</a:t>
          </a:r>
        </a:p>
      </dsp:txBody>
      <dsp:txXfrm>
        <a:off x="34726" y="3339038"/>
        <a:ext cx="3952632" cy="641908"/>
      </dsp:txXfrm>
    </dsp:sp>
    <dsp:sp modelId="{34A36DE3-F312-4AF9-906F-A362EA7BDBE3}">
      <dsp:nvSpPr>
        <dsp:cNvPr id="0" name=""/>
        <dsp:cNvSpPr/>
      </dsp:nvSpPr>
      <dsp:spPr>
        <a:xfrm>
          <a:off x="0" y="4125112"/>
          <a:ext cx="4022084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العضلة الناصبة للعمود الفقري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العضلات التي تمتد على طول العمود الفقري</a:t>
          </a:r>
        </a:p>
      </dsp:txBody>
      <dsp:txXfrm>
        <a:off x="34726" y="4159838"/>
        <a:ext cx="3952632" cy="6419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1D56-652F-224D-B7D1-6C244CC31D50}">
      <dsp:nvSpPr>
        <dsp:cNvPr id="0" name=""/>
        <dsp:cNvSpPr/>
      </dsp:nvSpPr>
      <dsp:spPr>
        <a:xfrm>
          <a:off x="0" y="1642"/>
          <a:ext cx="3555689" cy="598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الجمجمة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عظام القحف</a:t>
          </a:r>
          <a:endParaRPr lang="en-GB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203" y="30845"/>
        <a:ext cx="3497283" cy="539819"/>
      </dsp:txXfrm>
    </dsp:sp>
    <dsp:sp modelId="{8AE70691-6AD0-454C-AE5C-FE985DEED960}">
      <dsp:nvSpPr>
        <dsp:cNvPr id="0" name=""/>
        <dsp:cNvSpPr/>
      </dsp:nvSpPr>
      <dsp:spPr>
        <a:xfrm>
          <a:off x="0" y="612454"/>
          <a:ext cx="3555689" cy="598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الترقوة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عظمة الترقوة</a:t>
          </a:r>
        </a:p>
      </dsp:txBody>
      <dsp:txXfrm>
        <a:off x="29203" y="641657"/>
        <a:ext cx="3497283" cy="539819"/>
      </dsp:txXfrm>
    </dsp:sp>
    <dsp:sp modelId="{FE86467B-1CD4-4969-8280-EC57EF8586CB}">
      <dsp:nvSpPr>
        <dsp:cNvPr id="0" name=""/>
        <dsp:cNvSpPr/>
      </dsp:nvSpPr>
      <dsp:spPr>
        <a:xfrm>
          <a:off x="0" y="1223265"/>
          <a:ext cx="3555689" cy="598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الكتف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لوح الكتف</a:t>
          </a:r>
        </a:p>
      </dsp:txBody>
      <dsp:txXfrm>
        <a:off x="29203" y="1252468"/>
        <a:ext cx="3497283" cy="539819"/>
      </dsp:txXfrm>
    </dsp:sp>
    <dsp:sp modelId="{7EF4EDDB-E7B7-4F86-B068-A6F7C5615664}">
      <dsp:nvSpPr>
        <dsp:cNvPr id="0" name=""/>
        <dsp:cNvSpPr/>
      </dsp:nvSpPr>
      <dsp:spPr>
        <a:xfrm>
          <a:off x="0" y="1834076"/>
          <a:ext cx="3555689" cy="598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عظم القص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عظم الصدر</a:t>
          </a:r>
        </a:p>
      </dsp:txBody>
      <dsp:txXfrm>
        <a:off x="29203" y="1863279"/>
        <a:ext cx="3497283" cy="539819"/>
      </dsp:txXfrm>
    </dsp:sp>
    <dsp:sp modelId="{CE693CFE-5C8D-45F9-9C08-75FD65C626AD}">
      <dsp:nvSpPr>
        <dsp:cNvPr id="0" name=""/>
        <dsp:cNvSpPr/>
      </dsp:nvSpPr>
      <dsp:spPr>
        <a:xfrm>
          <a:off x="0" y="2444888"/>
          <a:ext cx="3555689" cy="598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الأضلاع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تحمي الرئتين والقلب</a:t>
          </a:r>
        </a:p>
      </dsp:txBody>
      <dsp:txXfrm>
        <a:off x="29203" y="2474091"/>
        <a:ext cx="3497283" cy="539819"/>
      </dsp:txXfrm>
    </dsp:sp>
    <dsp:sp modelId="{F63072BD-2A6C-44BD-B54A-9151AE95C607}">
      <dsp:nvSpPr>
        <dsp:cNvPr id="0" name=""/>
        <dsp:cNvSpPr/>
      </dsp:nvSpPr>
      <dsp:spPr>
        <a:xfrm>
          <a:off x="0" y="3055699"/>
          <a:ext cx="3555689" cy="598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عظم العضد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يقع في الجزء العلوي من الذراع</a:t>
          </a:r>
        </a:p>
      </dsp:txBody>
      <dsp:txXfrm>
        <a:off x="29203" y="3084902"/>
        <a:ext cx="3497283" cy="539819"/>
      </dsp:txXfrm>
    </dsp:sp>
    <dsp:sp modelId="{85A78B11-8269-4A0E-932E-A5ECD28467C2}">
      <dsp:nvSpPr>
        <dsp:cNvPr id="0" name=""/>
        <dsp:cNvSpPr/>
      </dsp:nvSpPr>
      <dsp:spPr>
        <a:xfrm>
          <a:off x="0" y="3666510"/>
          <a:ext cx="3555689" cy="598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الكعبرة والزند </a:t>
          </a:r>
          <a:r>
            <a:rPr lang="ar" sz="18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عظمتا الجزء السفلي من الذراع</a:t>
          </a:r>
        </a:p>
      </dsp:txBody>
      <dsp:txXfrm>
        <a:off x="29203" y="3695713"/>
        <a:ext cx="3497283" cy="5398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1D56-652F-224D-B7D1-6C244CC31D50}">
      <dsp:nvSpPr>
        <dsp:cNvPr id="0" name=""/>
        <dsp:cNvSpPr/>
      </dsp:nvSpPr>
      <dsp:spPr>
        <a:xfrm>
          <a:off x="0" y="30789"/>
          <a:ext cx="3555689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الحوض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عظم الورك</a:t>
          </a:r>
          <a:endParaRPr lang="en-GB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53" y="67342"/>
        <a:ext cx="3482583" cy="675694"/>
      </dsp:txXfrm>
    </dsp:sp>
    <dsp:sp modelId="{85A78B11-8269-4A0E-932E-A5ECD28467C2}">
      <dsp:nvSpPr>
        <dsp:cNvPr id="0" name=""/>
        <dsp:cNvSpPr/>
      </dsp:nvSpPr>
      <dsp:spPr>
        <a:xfrm>
          <a:off x="0" y="894789"/>
          <a:ext cx="3555689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عظم الفخذ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يقع في الجزء العلوي من الفخذ</a:t>
          </a:r>
          <a:endParaRPr lang="en-GB" sz="18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53" y="931342"/>
        <a:ext cx="3482583" cy="675694"/>
      </dsp:txXfrm>
    </dsp:sp>
    <dsp:sp modelId="{D4951DCD-EFB1-46ED-BEC1-F98141B5E839}">
      <dsp:nvSpPr>
        <dsp:cNvPr id="0" name=""/>
        <dsp:cNvSpPr/>
      </dsp:nvSpPr>
      <dsp:spPr>
        <a:xfrm>
          <a:off x="0" y="1758789"/>
          <a:ext cx="3555689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الظنبوب/الشظية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عظمتا الساق السفلى</a:t>
          </a:r>
        </a:p>
      </dsp:txBody>
      <dsp:txXfrm>
        <a:off x="36553" y="1795342"/>
        <a:ext cx="3482583" cy="675694"/>
      </dsp:txXfrm>
    </dsp:sp>
    <dsp:sp modelId="{17CFE8AA-65F2-4C17-AD64-8A4846B8FB28}">
      <dsp:nvSpPr>
        <dsp:cNvPr id="0" name=""/>
        <dsp:cNvSpPr/>
      </dsp:nvSpPr>
      <dsp:spPr>
        <a:xfrm>
          <a:off x="0" y="2622789"/>
          <a:ext cx="3555689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الرضفة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صابونة الركبة</a:t>
          </a:r>
        </a:p>
      </dsp:txBody>
      <dsp:txXfrm>
        <a:off x="36553" y="2659342"/>
        <a:ext cx="3482583" cy="675694"/>
      </dsp:txXfrm>
    </dsp:sp>
    <dsp:sp modelId="{E18AD491-37C1-425D-8726-3696A7194812}">
      <dsp:nvSpPr>
        <dsp:cNvPr id="0" name=""/>
        <dsp:cNvSpPr/>
      </dsp:nvSpPr>
      <dsp:spPr>
        <a:xfrm>
          <a:off x="0" y="3486789"/>
          <a:ext cx="3555689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العمود الفقري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الظهر</a:t>
          </a:r>
        </a:p>
      </dsp:txBody>
      <dsp:txXfrm>
        <a:off x="36553" y="3523342"/>
        <a:ext cx="3482583" cy="675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1D56-652F-224D-B7D1-6C244CC31D50}">
      <dsp:nvSpPr>
        <dsp:cNvPr id="0" name=""/>
        <dsp:cNvSpPr/>
      </dsp:nvSpPr>
      <dsp:spPr>
        <a:xfrm>
          <a:off x="0" y="5303"/>
          <a:ext cx="4015515" cy="69498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الفقرات العنقية</a:t>
          </a:r>
          <a:r>
            <a:rPr lang="ar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تقع في الرقبة، (وعددها 7 فقرات)</a:t>
          </a:r>
        </a:p>
      </dsp:txBody>
      <dsp:txXfrm>
        <a:off x="33926" y="39229"/>
        <a:ext cx="3947663" cy="627128"/>
      </dsp:txXfrm>
    </dsp:sp>
    <dsp:sp modelId="{BFE099FF-7A32-7D4F-A214-E3D13DA232E9}">
      <dsp:nvSpPr>
        <dsp:cNvPr id="0" name=""/>
        <dsp:cNvSpPr/>
      </dsp:nvSpPr>
      <dsp:spPr>
        <a:xfrm>
          <a:off x="0" y="795323"/>
          <a:ext cx="4015515" cy="694980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الفقرات الصدرية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 تقع في الجزء العلوي من الظهر، (وعددها 12 فقرة)</a:t>
          </a:r>
        </a:p>
      </dsp:txBody>
      <dsp:txXfrm>
        <a:off x="33926" y="829249"/>
        <a:ext cx="3947663" cy="627128"/>
      </dsp:txXfrm>
    </dsp:sp>
    <dsp:sp modelId="{27FD5942-A9B3-2340-9337-728CD9B67E4A}">
      <dsp:nvSpPr>
        <dsp:cNvPr id="0" name=""/>
        <dsp:cNvSpPr/>
      </dsp:nvSpPr>
      <dsp:spPr>
        <a:xfrm>
          <a:off x="0" y="1585343"/>
          <a:ext cx="4015515" cy="69498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الفقرات القَطَنية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تقع في الجزء السفلي من الظهر، </a:t>
          </a:r>
          <a:br>
            <a:rPr lang="en-GB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(وعددها 5 فقرات)</a:t>
          </a:r>
        </a:p>
      </dsp:txBody>
      <dsp:txXfrm>
        <a:off x="33926" y="1619269"/>
        <a:ext cx="3947663" cy="627128"/>
      </dsp:txXfrm>
    </dsp:sp>
    <dsp:sp modelId="{D1309920-5EE4-2F42-AE1B-82B931D36A63}">
      <dsp:nvSpPr>
        <dsp:cNvPr id="0" name=""/>
        <dsp:cNvSpPr/>
      </dsp:nvSpPr>
      <dsp:spPr>
        <a:xfrm>
          <a:off x="0" y="2375363"/>
          <a:ext cx="4015515" cy="694980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العجز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ar" sz="18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يتكوّن من فقرات ملتحمة، ويقع أعلى العصعص</a:t>
          </a:r>
        </a:p>
      </dsp:txBody>
      <dsp:txXfrm>
        <a:off x="33926" y="2409289"/>
        <a:ext cx="3947663" cy="627128"/>
      </dsp:txXfrm>
    </dsp:sp>
    <dsp:sp modelId="{2A71939E-C668-0247-AC34-8881608DF37F}">
      <dsp:nvSpPr>
        <dsp:cNvPr id="0" name=""/>
        <dsp:cNvSpPr/>
      </dsp:nvSpPr>
      <dsp:spPr>
        <a:xfrm>
          <a:off x="0" y="3165383"/>
          <a:ext cx="4015515" cy="69498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العصعص</a:t>
          </a: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1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- يقع في نهاية العمود الفقري</a:t>
          </a:r>
        </a:p>
      </dsp:txBody>
      <dsp:txXfrm>
        <a:off x="33926" y="3199309"/>
        <a:ext cx="3947663" cy="6271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1D56-652F-224D-B7D1-6C244CC31D50}">
      <dsp:nvSpPr>
        <dsp:cNvPr id="0" name=""/>
        <dsp:cNvSpPr/>
      </dsp:nvSpPr>
      <dsp:spPr>
        <a:xfrm>
          <a:off x="0" y="34121"/>
          <a:ext cx="7339411" cy="63648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المفصل الرزي </a:t>
          </a:r>
          <a:r>
            <a:rPr lang="ar" sz="20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 يوجد في المرفق والركبة، (ويسمح بالانثناء والفرد)</a:t>
          </a:r>
        </a:p>
      </dsp:txBody>
      <dsp:txXfrm>
        <a:off x="31070" y="65191"/>
        <a:ext cx="7277271" cy="574340"/>
      </dsp:txXfrm>
    </dsp:sp>
    <dsp:sp modelId="{BFE099FF-7A32-7D4F-A214-E3D13DA232E9}">
      <dsp:nvSpPr>
        <dsp:cNvPr id="0" name=""/>
        <dsp:cNvSpPr/>
      </dsp:nvSpPr>
      <dsp:spPr>
        <a:xfrm>
          <a:off x="0" y="768521"/>
          <a:ext cx="7339411" cy="636480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المفصل</a:t>
          </a:r>
          <a:r>
            <a:rPr lang="ar" sz="2000" b="0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 </a:t>
          </a:r>
          <a:r>
            <a:rPr lang="ar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الكروي</a:t>
          </a:r>
          <a:r>
            <a:rPr lang="ar" sz="2000" b="1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 الحُقّي </a:t>
          </a:r>
          <a:r>
            <a:rPr lang="ar" sz="2000" b="0" kern="1200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rPr>
            <a:t>– يوجد في الكتف والورك (يسمح بالحركة في جميع الاتجاهات)</a:t>
          </a:r>
        </a:p>
      </dsp:txBody>
      <dsp:txXfrm>
        <a:off x="31070" y="799591"/>
        <a:ext cx="7277271" cy="574340"/>
      </dsp:txXfrm>
    </dsp:sp>
    <dsp:sp modelId="{27FD5942-A9B3-2340-9337-728CD9B67E4A}">
      <dsp:nvSpPr>
        <dsp:cNvPr id="0" name=""/>
        <dsp:cNvSpPr/>
      </dsp:nvSpPr>
      <dsp:spPr>
        <a:xfrm>
          <a:off x="0" y="1502921"/>
          <a:ext cx="7339411" cy="63648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المفصل المحوري</a:t>
          </a:r>
          <a:r>
            <a:rPr lang="ar" sz="2000" b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– يوجد في الرقبة، (يسمح بالتدوير)</a:t>
          </a:r>
        </a:p>
      </dsp:txBody>
      <dsp:txXfrm>
        <a:off x="31070" y="1533991"/>
        <a:ext cx="7277271" cy="574340"/>
      </dsp:txXfrm>
    </dsp:sp>
    <dsp:sp modelId="{D1309920-5EE4-2F42-AE1B-82B931D36A63}">
      <dsp:nvSpPr>
        <dsp:cNvPr id="0" name=""/>
        <dsp:cNvSpPr/>
      </dsp:nvSpPr>
      <dsp:spPr>
        <a:xfrm>
          <a:off x="0" y="2237321"/>
          <a:ext cx="7339411" cy="636480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المفصل اللقمي</a:t>
          </a:r>
          <a:r>
            <a:rPr lang="ar" sz="2000" b="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– مفصل الرسغ (الحركة الدائرية)</a:t>
          </a:r>
        </a:p>
      </dsp:txBody>
      <dsp:txXfrm>
        <a:off x="31070" y="2268391"/>
        <a:ext cx="7277271" cy="574340"/>
      </dsp:txXfrm>
    </dsp:sp>
    <dsp:sp modelId="{2A71939E-C668-0247-AC34-8881608DF37F}">
      <dsp:nvSpPr>
        <dsp:cNvPr id="0" name=""/>
        <dsp:cNvSpPr/>
      </dsp:nvSpPr>
      <dsp:spPr>
        <a:xfrm>
          <a:off x="0" y="2971721"/>
          <a:ext cx="7339411" cy="63648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المفصل السرجّي</a:t>
          </a:r>
          <a:r>
            <a: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ar" sz="20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– يوجد بين عظام الرسغ (يسمح بحركة انزلاقية)</a:t>
          </a:r>
        </a:p>
      </dsp:txBody>
      <dsp:txXfrm>
        <a:off x="31070" y="3002791"/>
        <a:ext cx="7277271" cy="5743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91D56-652F-224D-B7D1-6C244CC31D50}">
      <dsp:nvSpPr>
        <dsp:cNvPr id="0" name=""/>
        <dsp:cNvSpPr/>
      </dsp:nvSpPr>
      <dsp:spPr>
        <a:xfrm>
          <a:off x="0" y="4040"/>
          <a:ext cx="8738600" cy="43436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الثني </a:t>
          </a: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– انثناء المفصل</a:t>
          </a:r>
        </a:p>
      </dsp:txBody>
      <dsp:txXfrm>
        <a:off x="21204" y="25244"/>
        <a:ext cx="8696192" cy="391954"/>
      </dsp:txXfrm>
    </dsp:sp>
    <dsp:sp modelId="{BFE099FF-7A32-7D4F-A214-E3D13DA232E9}">
      <dsp:nvSpPr>
        <dsp:cNvPr id="0" name=""/>
        <dsp:cNvSpPr/>
      </dsp:nvSpPr>
      <dsp:spPr>
        <a:xfrm>
          <a:off x="0" y="490242"/>
          <a:ext cx="8738600" cy="434362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البسط</a:t>
          </a:r>
          <a:r>
            <a:rPr lang="en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rPr>
            <a:t>– فرد المفصل</a:t>
          </a:r>
        </a:p>
      </dsp:txBody>
      <dsp:txXfrm>
        <a:off x="21204" y="511446"/>
        <a:ext cx="8696192" cy="391954"/>
      </dsp:txXfrm>
    </dsp:sp>
    <dsp:sp modelId="{27FD5942-A9B3-2340-9337-728CD9B67E4A}">
      <dsp:nvSpPr>
        <dsp:cNvPr id="0" name=""/>
        <dsp:cNvSpPr/>
      </dsp:nvSpPr>
      <dsp:spPr>
        <a:xfrm>
          <a:off x="0" y="976445"/>
          <a:ext cx="8738600" cy="43436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التقريب </a:t>
          </a: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– تحريك الطرف نحو خط منتصف الجسم</a:t>
          </a:r>
        </a:p>
      </dsp:txBody>
      <dsp:txXfrm>
        <a:off x="21204" y="997649"/>
        <a:ext cx="8696192" cy="391954"/>
      </dsp:txXfrm>
    </dsp:sp>
    <dsp:sp modelId="{D1309920-5EE4-2F42-AE1B-82B931D36A63}">
      <dsp:nvSpPr>
        <dsp:cNvPr id="0" name=""/>
        <dsp:cNvSpPr/>
      </dsp:nvSpPr>
      <dsp:spPr>
        <a:xfrm>
          <a:off x="0" y="1462647"/>
          <a:ext cx="8738600" cy="434362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الإبعاد </a:t>
          </a: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– تحريك الطرف مبتعدًا عن خط منتصف الجسم</a:t>
          </a:r>
        </a:p>
      </dsp:txBody>
      <dsp:txXfrm>
        <a:off x="21204" y="1483851"/>
        <a:ext cx="8696192" cy="391954"/>
      </dsp:txXfrm>
    </dsp:sp>
    <dsp:sp modelId="{2A71939E-C668-0247-AC34-8881608DF37F}">
      <dsp:nvSpPr>
        <dsp:cNvPr id="0" name=""/>
        <dsp:cNvSpPr/>
      </dsp:nvSpPr>
      <dsp:spPr>
        <a:xfrm>
          <a:off x="0" y="1948850"/>
          <a:ext cx="8738600" cy="43436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التدوير </a:t>
          </a: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– حركة العظم حول محوره الطولي</a:t>
          </a:r>
        </a:p>
      </dsp:txBody>
      <dsp:txXfrm>
        <a:off x="21204" y="1970054"/>
        <a:ext cx="8696192" cy="391954"/>
      </dsp:txXfrm>
    </dsp:sp>
    <dsp:sp modelId="{C10D55C3-59F3-4AB7-813A-EF18D6A92405}">
      <dsp:nvSpPr>
        <dsp:cNvPr id="0" name=""/>
        <dsp:cNvSpPr/>
      </dsp:nvSpPr>
      <dsp:spPr>
        <a:xfrm>
          <a:off x="0" y="2435052"/>
          <a:ext cx="8738600" cy="4343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الحركة الدائرية</a:t>
          </a: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 – </a:t>
          </a:r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حركة دائرية للطرف</a:t>
          </a:r>
        </a:p>
      </dsp:txBody>
      <dsp:txXfrm>
        <a:off x="21204" y="2456256"/>
        <a:ext cx="8696192" cy="391954"/>
      </dsp:txXfrm>
    </dsp:sp>
    <dsp:sp modelId="{257AE326-1A98-47F1-913C-C6C19DC5A179}">
      <dsp:nvSpPr>
        <dsp:cNvPr id="0" name=""/>
        <dsp:cNvSpPr/>
      </dsp:nvSpPr>
      <dsp:spPr>
        <a:xfrm>
          <a:off x="0" y="2921255"/>
          <a:ext cx="8738600" cy="43436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الثني الأخمصي </a:t>
          </a: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–</a:t>
          </a:r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توجيه أصابع القدم للأسفل نحو الأرض</a:t>
          </a:r>
          <a:endParaRPr lang="en-GB" sz="1800" kern="1200" dirty="0">
            <a:solidFill>
              <a:schemeClr val="tx1"/>
            </a:solidFill>
            <a:latin typeface="Arial" panose="020B0604020202020204" pitchFamily="34" charset="0"/>
            <a:ea typeface="Verdana"/>
            <a:cs typeface="Arial" panose="020B0604020202020204" pitchFamily="34" charset="0"/>
          </a:endParaRPr>
        </a:p>
      </dsp:txBody>
      <dsp:txXfrm>
        <a:off x="21204" y="2942459"/>
        <a:ext cx="8696192" cy="391954"/>
      </dsp:txXfrm>
    </dsp:sp>
    <dsp:sp modelId="{3F0B667D-E67A-42A9-B04A-99D8F08F0855}">
      <dsp:nvSpPr>
        <dsp:cNvPr id="0" name=""/>
        <dsp:cNvSpPr/>
      </dsp:nvSpPr>
      <dsp:spPr>
        <a:xfrm>
          <a:off x="0" y="3407457"/>
          <a:ext cx="8738600" cy="4343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rPr>
            <a:t>الثني الظهري </a:t>
          </a:r>
          <a:r>
            <a:rPr lang="ar" sz="1800" b="0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–</a:t>
          </a:r>
          <a:r>
            <a:rPr lang="ar" sz="1800" kern="1200" dirty="0">
              <a:solidFill>
                <a:schemeClr val="tx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rPr>
            <a:t> سحب أصابع القدم للأعلى نحو الساق</a:t>
          </a:r>
        </a:p>
      </dsp:txBody>
      <dsp:txXfrm>
        <a:off x="21204" y="3428661"/>
        <a:ext cx="8696192" cy="391954"/>
      </dsp:txXfrm>
    </dsp:sp>
    <dsp:sp modelId="{029A7E17-25FB-4027-B397-15A7BA7AE74C}">
      <dsp:nvSpPr>
        <dsp:cNvPr id="0" name=""/>
        <dsp:cNvSpPr/>
      </dsp:nvSpPr>
      <dsp:spPr>
        <a:xfrm>
          <a:off x="0" y="3893660"/>
          <a:ext cx="8738600" cy="43436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Arial" panose="020B0604020202020204" pitchFamily="34" charset="0"/>
              <a:ea typeface="Verdana"/>
              <a:cs typeface="Arial" panose="020B0604020202020204" pitchFamily="34" charset="0"/>
            </a:rPr>
            <a:t>الرفع والخفض</a:t>
          </a:r>
          <a:r>
            <a:rPr kern="1200" dirty="0"/>
            <a:t> </a:t>
          </a:r>
          <a:r>
            <a:rPr lang="ar" sz="1800" b="0" kern="1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rPr>
            <a:t>–</a:t>
          </a:r>
          <a:r>
            <a:rPr kern="1200" dirty="0"/>
            <a:t> </a:t>
          </a:r>
          <a:r>
            <a:rPr lang="ar-EG" kern="1200" noProof="0" dirty="0">
              <a:solidFill>
                <a:schemeClr val="tx1"/>
              </a:solidFill>
            </a:rPr>
            <a:t>رفع جزء من الجسم أو خفضه (مثال: رفع الكتفين أو خفضهما)</a:t>
          </a:r>
          <a:endParaRPr lang="en-US" sz="1800" kern="1200" dirty="0">
            <a:solidFill>
              <a:schemeClr val="tx1"/>
            </a:solidFill>
            <a:latin typeface="Arial" panose="020B0604020202020204" pitchFamily="34" charset="0"/>
            <a:ea typeface="Verdana"/>
            <a:cs typeface="Arial" panose="020B0604020202020204" pitchFamily="34" charset="0"/>
          </a:endParaRPr>
        </a:p>
      </dsp:txBody>
      <dsp:txXfrm>
        <a:off x="21204" y="3914864"/>
        <a:ext cx="8696192" cy="3919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BAA5BC-A9B8-C36D-8F0A-E2155FFCA3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AE051-C6BA-26BA-CCDA-1D27F9911E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FB7D1C25-2465-4CCC-8AD1-79A088F63130}" type="datetimeFigureOut">
              <a:rPr lang="en-GB" smtClean="0"/>
              <a:t>26/09/2025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21011-AFB3-EDC1-EE95-9EBBBC3B0D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C167F-AF8E-52B8-1733-1105F253C0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0D9491DC-8778-4E64-9451-80C00233493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252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F29C-60F7-E1F0-AE41-5D885457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51B65633-FCED-66C9-3BA4-DE4A782C6F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DF231252-95A1-4000-F22A-64821FD97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6550F044-16E4-EA92-AF18-35300F7D3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68539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>
                <a:latin typeface="Arial" panose="020B0604020202020204" pitchFamily="34" charset="0"/>
              </a:rPr>
              <a:t>An outline of the three main learning aims in the unit.</a:t>
            </a: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83088-10D6-5497-4EE6-9C74B540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5AA6B19-1E16-B170-7E2E-04AD5B40DD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76B1C22-F265-607B-2668-A2F07DAA33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42A1BC50-7317-2012-84E7-E278946998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64377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B5F3-BEC4-FF07-BD3E-DE5F470A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0E7599B-E07D-FC65-1416-CAA0AA8E39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D23B65C-BB2A-7A39-035B-7A0A4D1BCA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1217D1B-27C1-37C8-FFF5-4B7A48B3A4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26746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3A9F-41F4-EC34-5848-6B42A5C0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630DF4ED-BF54-9710-B217-C85F454522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ED4143F-81AF-DB2B-84CA-912B422C4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016CF58-90DE-F1A0-2F62-563F261F1B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535679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9144-8606-3632-F314-BDDD78E03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F2C90A1-FCDB-5492-1A63-1DCD6A4BE4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BD99B00-DC10-7852-BED7-FE336B85AF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B788FA10-55A7-87BF-3205-B1B27DFA0B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16322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3B08-66E8-4931-D20D-EDD58E07B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E2C6E1FC-0B8A-FCE2-F9D3-CC7D8D03E6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F72F324-D3B4-022A-BD4C-F416706D7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9BC5F07-0D39-C97E-0216-8C8B4DDDE5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27896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56222-34BE-4D93-9DC6-E210327E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B7212AF-8FDC-88E0-514A-55114D81AF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B578090-63F4-73D8-C80B-49FCB0487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CBC0E9EB-E025-C1ED-51A1-8F6B209D88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95384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CF8FE-0022-6060-49F1-F6C0D8B7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69D8CBA-3D93-9303-48AA-C10D0D68DF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6001B21-824C-7B85-57BD-9E17DF136B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CED71A32-9B14-4480-2774-DFD44BC472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525515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DD68-1F4B-7E3E-72C6-341CB689B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A64CC79-654E-1BF3-408F-7ED5DA9A0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705B2E3-EC0F-296B-863F-1D4B37D609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F94C86A-12EE-68A1-497E-20998EF7A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29865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210DA-20C4-C23B-FC7C-6687591C3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1BE98EA-991B-33D8-E915-C7837D015E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C2BE2F4-F2F4-02FB-2F65-C57B51EDD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A0141DB-33F8-4A41-4189-11CBF3A8AE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1304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6971-614D-5EEF-F3AF-07BB0CE63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6D4E39D4-6D0D-FBF8-A507-894679D45E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215ADB7B-CBDC-A420-6513-BD1E48CEE5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88EA80A-99D1-9AF8-D180-B9642A357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17965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497DF-9BF2-F79F-45DF-0FFE97E6B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833BC1F-3AB8-4FF0-3352-4C342B17BC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8A63A5E-FA98-8998-CB22-89E2CDC93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F77AD23-2841-636A-5394-7F773A691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57315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8A192-4E85-69D5-28AD-3401E752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F2CA0B3-3E6B-8763-FFC3-ED8F06E33B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338B394E-2FE2-0B03-6E6D-01386CAEF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6F377B8-F598-4B92-40A0-221C87A713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048407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CB6BF-3ACB-6441-0ADA-F807CB950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EC92126-D930-D3FA-A075-31C6C5B9BD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B7206CBE-295B-E559-910E-499756599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261E75C-DC87-2309-ABE6-58F829F1D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62406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C1B0-A825-14BE-AB6E-396BBB03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8C9666-D805-B2A1-90A6-0519301462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EAFD3F7-D154-DE77-337D-D1AA215DE6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BFD6D718-580D-CA65-28F2-9CD2C33558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9046911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7EABA-B9D5-9954-B491-F456BBEC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054CF1C8-7EE7-97FA-C021-6B051A37B7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D1D0AAC-3EDC-C498-0CD7-80368203A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0A4C6DD-77F2-DBEA-2985-668F74FA92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828359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407A-23C3-9EB4-240E-D3D0E14D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017A25CD-F7B4-EC48-4406-D065A26117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0D0ED5E4-2A29-C6B4-8E16-A2956CB702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6B48940-A6B2-9D16-7F74-A57741F2C5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42754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C3DDC-A8B0-153B-14BE-27D9D7C93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14D5CD6-5968-F695-E48D-3AB7E245A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AB1368F-6FFE-8B1A-46FC-B5E662D10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F5E7716-14F1-F774-375A-5FE215F277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587117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AD00A-F37F-6CB7-44A3-A80C1E2C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E55EBEF5-6F17-3601-FF0A-9D7BDA0C8B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F4DCCB9-9E4F-0786-5932-30D982109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ADD78A5-F9DC-1E8F-E1F5-29A4932548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171953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2CB81-FB94-AB4A-D0DE-E2A9C71A0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56A4BEC-E4EB-A431-A0B3-162803D91B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0049F32-3E95-26C8-1624-3E9241C2D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9D24249-5092-A889-7E78-F629434FA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6754494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B387B-AF61-4091-CFAE-56F59E23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C041322-4D34-2BF6-335D-B8DB36265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BB20580E-1595-0560-CC0B-213E6BDCC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E6D3424-ED94-69B6-0F80-6626BEA0D5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427944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B2DAE-EF0E-E002-90CD-1ACD222F7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6F7AC94F-DCC9-957A-BE5B-7AB0687C26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6B085C64-3734-1EF2-D7B0-04BCA7C3E6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62D2A41-A176-9DBB-A6BE-301563590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878070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39650-ED19-633F-74B9-E8526D55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1A1E72A-288E-732C-D4CA-10C7693262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64047A7E-3CBB-EA64-9320-077E92B9FA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EB4F2DA-43F4-7F3C-6CC6-FCB9E17DA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834706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3394-5B0B-0DA3-3DC4-C90606DB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A3DA7EFE-9B0A-5D65-A44F-0399C76657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91F0B69-4A50-4F2E-C35C-0CAE60593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FC5DC9A-DD3D-981B-D36C-9FB464FF4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66758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214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18874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0514318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31324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04925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27089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9772700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54089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538709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4077996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60455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494557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240118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696440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084674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93973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583960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1687068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82738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7463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86515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1601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15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150173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88785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494968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04946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5799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446139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23134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502595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641484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05782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348497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634887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7713983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91334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736936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520529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44308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635048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66328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59867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511092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88982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196636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70722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96624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01142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663959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70731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3131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2894497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8319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10.jp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27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13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12" Type="http://schemas.openxmlformats.org/officeDocument/2006/relationships/slideLayout" Target="../slideLayouts/slideLayout150.xml"/><Relationship Id="rId2" Type="http://schemas.openxmlformats.org/officeDocument/2006/relationships/slideLayout" Target="../slideLayouts/slideLayout140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audio" Target="../media/audio1.bin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70.xml"/><Relationship Id="rId12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6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68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72.xml"/><Relationship Id="rId14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  <p:sldLayoutId id="2147484987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84E05-9E1C-E490-9AFD-934E80BEE90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112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  <p:sldLayoutId id="2147484986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8BF29-9A3B-CF6C-9FC1-DF71046C076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0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  <p:sldLayoutId id="2147484937" r:id="rId5"/>
    <p:sldLayoutId id="2147484938" r:id="rId6"/>
    <p:sldLayoutId id="2147484939" r:id="rId7"/>
    <p:sldLayoutId id="2147484940" r:id="rId8"/>
    <p:sldLayoutId id="2147484941" r:id="rId9"/>
    <p:sldLayoutId id="2147484942" r:id="rId10"/>
    <p:sldLayoutId id="2147484943" r:id="rId11"/>
    <p:sldLayoutId id="2147484944" r:id="rId12"/>
    <p:sldLayoutId id="2147484985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28300-C9A3-A6C9-BCC9-A9F536AAE61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6" r:id="rId1"/>
    <p:sldLayoutId id="2147484947" r:id="rId2"/>
    <p:sldLayoutId id="2147484948" r:id="rId3"/>
    <p:sldLayoutId id="2147484949" r:id="rId4"/>
    <p:sldLayoutId id="2147484950" r:id="rId5"/>
    <p:sldLayoutId id="2147484951" r:id="rId6"/>
    <p:sldLayoutId id="2147484952" r:id="rId7"/>
    <p:sldLayoutId id="2147484953" r:id="rId8"/>
    <p:sldLayoutId id="2147484954" r:id="rId9"/>
    <p:sldLayoutId id="2147484955" r:id="rId10"/>
    <p:sldLayoutId id="2147484956" r:id="rId11"/>
    <p:sldLayoutId id="2147484957" r:id="rId12"/>
    <p:sldLayoutId id="214748498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44E42-22D5-3C44-D060-73B1D9BC95A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1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9" r:id="rId1"/>
    <p:sldLayoutId id="2147484960" r:id="rId2"/>
    <p:sldLayoutId id="2147484961" r:id="rId3"/>
    <p:sldLayoutId id="2147484962" r:id="rId4"/>
    <p:sldLayoutId id="2147484963" r:id="rId5"/>
    <p:sldLayoutId id="2147484964" r:id="rId6"/>
    <p:sldLayoutId id="2147484965" r:id="rId7"/>
    <p:sldLayoutId id="2147484966" r:id="rId8"/>
    <p:sldLayoutId id="2147484967" r:id="rId9"/>
    <p:sldLayoutId id="2147484968" r:id="rId10"/>
    <p:sldLayoutId id="2147484969" r:id="rId11"/>
    <p:sldLayoutId id="214748497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84CCC-2836-BEFD-D3FA-58984FD4102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14089"/>
            <a:ext cx="9144000" cy="1076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749DC2-4C3B-71CD-5049-3E136EC02597}"/>
              </a:ext>
            </a:extLst>
          </p:cNvPr>
          <p:cNvSpPr txBox="1"/>
          <p:nvPr userDrawn="1"/>
        </p:nvSpPr>
        <p:spPr>
          <a:xfrm>
            <a:off x="57434" y="71920"/>
            <a:ext cx="5437022" cy="857542"/>
          </a:xfrm>
          <a:prstGeom prst="rect">
            <a:avLst/>
          </a:prstGeom>
          <a:solidFill>
            <a:srgbClr val="E0A6CE"/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ar-EG" sz="22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شهادة </a:t>
            </a:r>
            <a:r>
              <a:rPr lang="en-US" sz="22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BTEC International</a:t>
            </a:r>
            <a:r>
              <a:rPr lang="ar-EG" sz="22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للمستوى 2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lang="ar-EG" sz="22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الرياضة</a:t>
            </a:r>
            <a:endParaRPr lang="en-US" sz="2200" b="1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74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2" r:id="rId1"/>
    <p:sldLayoutId id="2147484973" r:id="rId2"/>
    <p:sldLayoutId id="2147484974" r:id="rId3"/>
    <p:sldLayoutId id="2147484975" r:id="rId4"/>
    <p:sldLayoutId id="2147484976" r:id="rId5"/>
    <p:sldLayoutId id="2147484977" r:id="rId6"/>
    <p:sldLayoutId id="2147484978" r:id="rId7"/>
    <p:sldLayoutId id="2147484979" r:id="rId8"/>
    <p:sldLayoutId id="2147484980" r:id="rId9"/>
    <p:sldLayoutId id="2147484981" r:id="rId10"/>
    <p:sldLayoutId id="2147484982" r:id="rId11"/>
    <p:sldLayoutId id="2147484983" r:id="rId12"/>
    <p:sldLayoutId id="2147484988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4.xml"/><Relationship Id="rId4" Type="http://schemas.openxmlformats.org/officeDocument/2006/relationships/image" Target="../media/image1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audio" Target="../media/audio1.bin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6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audio" Target="../media/audio1.bin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6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6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3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6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6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4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audio" Target="../media/audio1.bin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7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37.jpeg"/><Relationship Id="rId9" Type="http://schemas.microsoft.com/office/2007/relationships/diagramDrawing" Target="../diagrams/drawin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3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1.jpe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6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2.jp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6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audio" Target="../media/audio1.bin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6.xml"/><Relationship Id="rId6" Type="http://schemas.openxmlformats.org/officeDocument/2006/relationships/image" Target="../media/image30.png"/><Relationship Id="rId11" Type="http://schemas.openxmlformats.org/officeDocument/2006/relationships/image" Target="../media/image35.svg"/><Relationship Id="rId5" Type="http://schemas.openxmlformats.org/officeDocument/2006/relationships/image" Target="../media/image29.sv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-141888" y="1105668"/>
            <a:ext cx="9427778" cy="24507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الوحدة 7</a:t>
            </a:r>
            <a:b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علم التشريح وعلم وظائف الأعضاء في مجال الرياضة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54530"/>
            <a:ext cx="9144000" cy="287337"/>
          </a:xfrm>
        </p:spPr>
        <p:txBody>
          <a:bodyPr wrap="square" rtlCol="1" anchor="t">
            <a:norm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حقوق التأليف والنشر لعام 2025 محفوظة لشركة بيرسون إديوكيشن ليمتد. يُسمح بالنسخ للمؤسسة المشترية فقط.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AAE4BA-6575-513B-C53D-CEA65CB66943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270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علم التشريح وعلم وظائف الأعضاء في مجال الرياضة</a:t>
            </a:r>
            <a:endParaRPr lang="en-GB" altLang="en-US" sz="40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518671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الأداء الرياضي.</a:t>
            </a:r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FEB124C-F70B-B3BD-3CCF-965CFDA5B87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369767" y="2054530"/>
            <a:ext cx="4490124" cy="44528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19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في هذه الوحدة </a:t>
            </a:r>
            <a:r>
              <a:rPr lang="ar" sz="19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ستستكشف </a:t>
            </a:r>
            <a:r>
              <a:rPr lang="ar" sz="1900" kern="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تركيب جسم الإنسان </a:t>
            </a:r>
            <a:r>
              <a:rPr lang="ar" sz="19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ووظائفه وكيفية استجابته للنشاط البدني</a:t>
            </a:r>
            <a:r>
              <a:rPr lang="ar" sz="19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9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endParaRPr lang="en-US" sz="1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19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ستعمل على ما يأتي:</a:t>
            </a:r>
          </a:p>
          <a:p>
            <a:pPr rtl="1"/>
            <a:r>
              <a:rPr lang="ar" sz="19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تتعلم عن الجهاز العضلي الهيكلي والجهاز القلبي الوعائي والجهاز التنفسي، وكيف تتعاون هذه الأجهزة في أثناء أداء أنواع مختلفة من الحركات.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US" sz="6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buFont typeface="Wingdings"/>
            </a:pPr>
            <a:r>
              <a:rPr lang="ar" sz="19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تفهم كيف تتكيف هذه الأجهزة مع ممارسة التمارين الرياضية وكيف تؤثر في الأداء الرياضي.</a:t>
            </a:r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erson running with muscles&#10;&#10;AI-generated content may be incorrect.">
            <a:extLst>
              <a:ext uri="{FF2B5EF4-FFF2-40B4-BE49-F238E27FC236}">
                <a16:creationId xmlns:a16="http://schemas.microsoft.com/office/drawing/2014/main" id="{1778FD88-36CA-5D71-29A3-7942B5ABF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03" y="2048787"/>
            <a:ext cx="4004442" cy="44552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4A0DE8-9AEF-30E9-BFB3-FEEA74B8C32A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15C3-2163-B9EE-9B6E-E9AB2B04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BE43A64-630B-33D8-60B0-723B68362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1510" y="1063821"/>
            <a:ext cx="8229600" cy="64962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كيف يتم تقييم الوحدة 7؟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D6A3194-0B82-50AC-E6AE-B58C5E6A2E83}"/>
              </a:ext>
            </a:extLst>
          </p:cNvPr>
          <p:cNvGrpSpPr/>
          <p:nvPr/>
        </p:nvGrpSpPr>
        <p:grpSpPr>
          <a:xfrm flipH="1">
            <a:off x="911572" y="1857993"/>
            <a:ext cx="6548978" cy="4307310"/>
            <a:chOff x="911572" y="1857993"/>
            <a:chExt cx="6548978" cy="430731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DBD03DD-8379-94FA-2840-424267FFB7FB}"/>
                </a:ext>
              </a:extLst>
            </p:cNvPr>
            <p:cNvSpPr/>
            <p:nvPr/>
          </p:nvSpPr>
          <p:spPr>
            <a:xfrm rot="21600000">
              <a:off x="1943751" y="1872632"/>
              <a:ext cx="5411041" cy="1052813"/>
            </a:xfrm>
            <a:custGeom>
              <a:avLst/>
              <a:gdLst>
                <a:gd name="connsiteX0" fmla="*/ 0 w 5411041"/>
                <a:gd name="connsiteY0" fmla="*/ 0 h 1052811"/>
                <a:gd name="connsiteX1" fmla="*/ 4884636 w 5411041"/>
                <a:gd name="connsiteY1" fmla="*/ 0 h 1052811"/>
                <a:gd name="connsiteX2" fmla="*/ 5411041 w 5411041"/>
                <a:gd name="connsiteY2" fmla="*/ 526406 h 1052811"/>
                <a:gd name="connsiteX3" fmla="*/ 4884636 w 5411041"/>
                <a:gd name="connsiteY3" fmla="*/ 1052811 h 1052811"/>
                <a:gd name="connsiteX4" fmla="*/ 0 w 5411041"/>
                <a:gd name="connsiteY4" fmla="*/ 1052811 h 1052811"/>
                <a:gd name="connsiteX5" fmla="*/ 0 w 5411041"/>
                <a:gd name="connsiteY5" fmla="*/ 0 h 105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1041" h="1052811">
                  <a:moveTo>
                    <a:pt x="5411041" y="1052810"/>
                  </a:moveTo>
                  <a:lnTo>
                    <a:pt x="526405" y="1052810"/>
                  </a:lnTo>
                  <a:lnTo>
                    <a:pt x="0" y="526405"/>
                  </a:lnTo>
                  <a:lnTo>
                    <a:pt x="526405" y="1"/>
                  </a:lnTo>
                  <a:lnTo>
                    <a:pt x="5411041" y="1"/>
                  </a:lnTo>
                  <a:lnTo>
                    <a:pt x="5411041" y="105281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8016" tIns="68581" rIns="731520" bIns="68581" numCol="1" spcCol="1270" rtlCol="1" anchor="ctr" anchorCtr="0">
              <a:noAutofit/>
            </a:bodyPr>
            <a:lstStyle/>
            <a:p>
              <a:pPr marL="0" lvl="0" indent="0" algn="ctr" defTabSz="8001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تُقيّم هذه الوحدة باستخدام موجزي واجب يقدمها مُعلّمك.</a:t>
              </a:r>
              <a:endParaRPr lang="en-GB" sz="1800" b="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Rectangle 3" descr="Document">
              <a:extLst>
                <a:ext uri="{FF2B5EF4-FFF2-40B4-BE49-F238E27FC236}">
                  <a16:creationId xmlns:a16="http://schemas.microsoft.com/office/drawing/2014/main" id="{1074D512-3CAE-1FA2-58A9-E2E6F796CEB7}"/>
                </a:ext>
              </a:extLst>
            </p:cNvPr>
            <p:cNvSpPr/>
            <p:nvPr/>
          </p:nvSpPr>
          <p:spPr>
            <a:xfrm flipH="1">
              <a:off x="939411" y="1857993"/>
              <a:ext cx="1052811" cy="1052811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DE1B641-AFD1-9544-5A6C-96AB2C13D0A5}"/>
                </a:ext>
              </a:extLst>
            </p:cNvPr>
            <p:cNvSpPr/>
            <p:nvPr/>
          </p:nvSpPr>
          <p:spPr>
            <a:xfrm rot="21600000">
              <a:off x="1938150" y="3226145"/>
              <a:ext cx="5522400" cy="1571005"/>
            </a:xfrm>
            <a:custGeom>
              <a:avLst/>
              <a:gdLst>
                <a:gd name="connsiteX0" fmla="*/ 0 w 5522400"/>
                <a:gd name="connsiteY0" fmla="*/ 0 h 1571004"/>
                <a:gd name="connsiteX1" fmla="*/ 4736898 w 5522400"/>
                <a:gd name="connsiteY1" fmla="*/ 0 h 1571004"/>
                <a:gd name="connsiteX2" fmla="*/ 5522400 w 5522400"/>
                <a:gd name="connsiteY2" fmla="*/ 785502 h 1571004"/>
                <a:gd name="connsiteX3" fmla="*/ 4736898 w 5522400"/>
                <a:gd name="connsiteY3" fmla="*/ 1571004 h 1571004"/>
                <a:gd name="connsiteX4" fmla="*/ 0 w 5522400"/>
                <a:gd name="connsiteY4" fmla="*/ 1571004 h 1571004"/>
                <a:gd name="connsiteX5" fmla="*/ 0 w 5522400"/>
                <a:gd name="connsiteY5" fmla="*/ 0 h 157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522400" h="1571004">
                  <a:moveTo>
                    <a:pt x="5522400" y="1571003"/>
                  </a:moveTo>
                  <a:lnTo>
                    <a:pt x="785502" y="1571003"/>
                  </a:lnTo>
                  <a:lnTo>
                    <a:pt x="0" y="785502"/>
                  </a:lnTo>
                  <a:lnTo>
                    <a:pt x="785502" y="1"/>
                  </a:lnTo>
                  <a:lnTo>
                    <a:pt x="5522400" y="1"/>
                  </a:lnTo>
                  <a:lnTo>
                    <a:pt x="5522400" y="1571003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8016" tIns="68581" rIns="859536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هذه الوحدة مهمة بوجهٍ خاص إذا كنت تفكر في مسار مهني </a:t>
              </a:r>
              <a:br>
                <a:rPr lang="en-US" sz="1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ar" sz="1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في مجال الرياضة والترفيه التفاعلي بوصفك مدربَا رياضيًّا </a:t>
              </a:r>
              <a:br>
                <a:rPr lang="en-US" sz="1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ar" sz="1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أو شخصيّا. </a:t>
              </a:r>
              <a:endParaRPr lang="en-GB" sz="1800" kern="1200" dirty="0">
                <a:solidFill>
                  <a:schemeClr val="tx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endParaRPr>
            </a:p>
          </p:txBody>
        </p:sp>
        <p:sp>
          <p:nvSpPr>
            <p:cNvPr id="7" name="Oval 6" descr="Man with solid fill">
              <a:extLst>
                <a:ext uri="{FF2B5EF4-FFF2-40B4-BE49-F238E27FC236}">
                  <a16:creationId xmlns:a16="http://schemas.microsoft.com/office/drawing/2014/main" id="{771533FF-A9D8-1DAC-FBC2-AE9734BEF3D8}"/>
                </a:ext>
              </a:extLst>
            </p:cNvPr>
            <p:cNvSpPr/>
            <p:nvPr/>
          </p:nvSpPr>
          <p:spPr>
            <a:xfrm flipH="1">
              <a:off x="911572" y="3498992"/>
              <a:ext cx="1052811" cy="1052811"/>
            </a:xfrm>
            <a:prstGeom prst="ellipse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186C7B-CD28-B524-48DC-49A99CFCE187}"/>
                </a:ext>
              </a:extLst>
            </p:cNvPr>
            <p:cNvSpPr/>
            <p:nvPr/>
          </p:nvSpPr>
          <p:spPr>
            <a:xfrm rot="21600000">
              <a:off x="2021670" y="5111422"/>
              <a:ext cx="5411041" cy="1052812"/>
            </a:xfrm>
            <a:custGeom>
              <a:avLst/>
              <a:gdLst>
                <a:gd name="connsiteX0" fmla="*/ 0 w 5411041"/>
                <a:gd name="connsiteY0" fmla="*/ 0 h 1052811"/>
                <a:gd name="connsiteX1" fmla="*/ 4884636 w 5411041"/>
                <a:gd name="connsiteY1" fmla="*/ 0 h 1052811"/>
                <a:gd name="connsiteX2" fmla="*/ 5411041 w 5411041"/>
                <a:gd name="connsiteY2" fmla="*/ 526406 h 1052811"/>
                <a:gd name="connsiteX3" fmla="*/ 4884636 w 5411041"/>
                <a:gd name="connsiteY3" fmla="*/ 1052811 h 1052811"/>
                <a:gd name="connsiteX4" fmla="*/ 0 w 5411041"/>
                <a:gd name="connsiteY4" fmla="*/ 1052811 h 1052811"/>
                <a:gd name="connsiteX5" fmla="*/ 0 w 5411041"/>
                <a:gd name="connsiteY5" fmla="*/ 0 h 1052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11041" h="1052811">
                  <a:moveTo>
                    <a:pt x="5411041" y="1052810"/>
                  </a:moveTo>
                  <a:lnTo>
                    <a:pt x="526405" y="1052810"/>
                  </a:lnTo>
                  <a:lnTo>
                    <a:pt x="0" y="526405"/>
                  </a:lnTo>
                  <a:lnTo>
                    <a:pt x="526405" y="1"/>
                  </a:lnTo>
                  <a:lnTo>
                    <a:pt x="5411041" y="1"/>
                  </a:lnTo>
                  <a:lnTo>
                    <a:pt x="5411041" y="105281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8016" tIns="68581" rIns="731520" bIns="68580" numCol="1" spcCol="1270" rtlCol="1" anchor="ctr" anchorCtr="0">
              <a:noAutofit/>
            </a:bodyPr>
            <a:lstStyle/>
            <a:p>
              <a:pPr marL="0" lvl="0" indent="0" algn="ctr" defTabSz="800100" rtl="1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80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ستخضع للتقييم الداخلي على يد معلمك</a:t>
              </a:r>
            </a:p>
          </p:txBody>
        </p:sp>
        <p:sp>
          <p:nvSpPr>
            <p:cNvPr id="9" name="Oval 8" descr="Magnifying glass with solid fill">
              <a:extLst>
                <a:ext uri="{FF2B5EF4-FFF2-40B4-BE49-F238E27FC236}">
                  <a16:creationId xmlns:a16="http://schemas.microsoft.com/office/drawing/2014/main" id="{5B6E1BBE-6FCA-7A45-E41C-70BE52B15BB8}"/>
                </a:ext>
              </a:extLst>
            </p:cNvPr>
            <p:cNvSpPr/>
            <p:nvPr/>
          </p:nvSpPr>
          <p:spPr>
            <a:xfrm flipH="1">
              <a:off x="1002770" y="5112492"/>
              <a:ext cx="1052811" cy="1052811"/>
            </a:xfrm>
            <a:prstGeom prst="ellipse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A1E2862-882C-E1BA-4F26-19BA5CD09B68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621000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87354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نتاجات التعلم</a:t>
            </a:r>
            <a:endParaRPr lang="en-GB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8FCCA19-E2C9-7979-E93D-A5E2EB31F157}"/>
              </a:ext>
            </a:extLst>
          </p:cNvPr>
          <p:cNvGrpSpPr/>
          <p:nvPr/>
        </p:nvGrpSpPr>
        <p:grpSpPr>
          <a:xfrm flipH="1">
            <a:off x="468311" y="2826245"/>
            <a:ext cx="8207375" cy="2617944"/>
            <a:chOff x="468311" y="2826245"/>
            <a:chExt cx="8207375" cy="261794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2BF866E-30CE-A8D4-ED41-2C1203B2822E}"/>
                </a:ext>
              </a:extLst>
            </p:cNvPr>
            <p:cNvSpPr/>
            <p:nvPr/>
          </p:nvSpPr>
          <p:spPr>
            <a:xfrm>
              <a:off x="468311" y="2826245"/>
              <a:ext cx="8207375" cy="1163530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Rectangle 5" descr="Skeleton outline">
              <a:extLst>
                <a:ext uri="{FF2B5EF4-FFF2-40B4-BE49-F238E27FC236}">
                  <a16:creationId xmlns:a16="http://schemas.microsoft.com/office/drawing/2014/main" id="{F9B2A9CA-A00B-3BB2-3126-6BE90B45B1E7}"/>
                </a:ext>
              </a:extLst>
            </p:cNvPr>
            <p:cNvSpPr/>
            <p:nvPr/>
          </p:nvSpPr>
          <p:spPr>
            <a:xfrm flipH="1">
              <a:off x="820279" y="3088040"/>
              <a:ext cx="639941" cy="639941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FDFB120-5426-263C-2543-520BA504DA3C}"/>
                </a:ext>
              </a:extLst>
            </p:cNvPr>
            <p:cNvSpPr/>
            <p:nvPr/>
          </p:nvSpPr>
          <p:spPr>
            <a:xfrm>
              <a:off x="1812189" y="2826245"/>
              <a:ext cx="6863496" cy="1163530"/>
            </a:xfrm>
            <a:custGeom>
              <a:avLst/>
              <a:gdLst>
                <a:gd name="connsiteX0" fmla="*/ 0 w 6863496"/>
                <a:gd name="connsiteY0" fmla="*/ 0 h 1163530"/>
                <a:gd name="connsiteX1" fmla="*/ 6863496 w 6863496"/>
                <a:gd name="connsiteY1" fmla="*/ 0 h 1163530"/>
                <a:gd name="connsiteX2" fmla="*/ 6863496 w 6863496"/>
                <a:gd name="connsiteY2" fmla="*/ 1163530 h 1163530"/>
                <a:gd name="connsiteX3" fmla="*/ 0 w 6863496"/>
                <a:gd name="connsiteY3" fmla="*/ 1163530 h 1163530"/>
                <a:gd name="connsiteX4" fmla="*/ 0 w 6863496"/>
                <a:gd name="connsiteY4" fmla="*/ 0 h 11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3496" h="1163530">
                  <a:moveTo>
                    <a:pt x="0" y="0"/>
                  </a:moveTo>
                  <a:lnTo>
                    <a:pt x="6863496" y="0"/>
                  </a:lnTo>
                  <a:lnTo>
                    <a:pt x="6863496" y="1163530"/>
                  </a:lnTo>
                  <a:lnTo>
                    <a:pt x="0" y="1163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140" tIns="123140" rIns="123140" bIns="123140" numCol="1" spcCol="1270" rtlCol="1" anchor="ctr" anchorCtr="0">
              <a:noAutofit/>
            </a:bodyPr>
            <a:lstStyle/>
            <a:p>
              <a:pPr marL="0" lvl="0" indent="0" algn="r" defTabSz="10668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أ: </a:t>
              </a:r>
              <a:r>
                <a:rPr lang="ar" sz="24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الاطلاع على تركيب الجهاز العضلي الهيكلي ووظيفته</a:t>
              </a:r>
              <a:endParaRPr lang="en-US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2AED950-8497-269F-603C-50CDB9C492EC}"/>
                </a:ext>
              </a:extLst>
            </p:cNvPr>
            <p:cNvSpPr/>
            <p:nvPr/>
          </p:nvSpPr>
          <p:spPr>
            <a:xfrm>
              <a:off x="468311" y="4280659"/>
              <a:ext cx="8207375" cy="116353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Rectangle 8" descr="Lungs with solid fill">
              <a:extLst>
                <a:ext uri="{FF2B5EF4-FFF2-40B4-BE49-F238E27FC236}">
                  <a16:creationId xmlns:a16="http://schemas.microsoft.com/office/drawing/2014/main" id="{4EC19794-8340-9390-65C0-FBBCDE99495C}"/>
                </a:ext>
              </a:extLst>
            </p:cNvPr>
            <p:cNvSpPr/>
            <p:nvPr/>
          </p:nvSpPr>
          <p:spPr>
            <a:xfrm flipH="1">
              <a:off x="820279" y="4542453"/>
              <a:ext cx="639941" cy="639941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E4F86A7-8763-B8ED-1ECC-4456CA76F1EB}"/>
                </a:ext>
              </a:extLst>
            </p:cNvPr>
            <p:cNvSpPr/>
            <p:nvPr/>
          </p:nvSpPr>
          <p:spPr>
            <a:xfrm>
              <a:off x="1812189" y="4280659"/>
              <a:ext cx="6863496" cy="1163530"/>
            </a:xfrm>
            <a:custGeom>
              <a:avLst/>
              <a:gdLst>
                <a:gd name="connsiteX0" fmla="*/ 0 w 6863496"/>
                <a:gd name="connsiteY0" fmla="*/ 0 h 1163530"/>
                <a:gd name="connsiteX1" fmla="*/ 6863496 w 6863496"/>
                <a:gd name="connsiteY1" fmla="*/ 0 h 1163530"/>
                <a:gd name="connsiteX2" fmla="*/ 6863496 w 6863496"/>
                <a:gd name="connsiteY2" fmla="*/ 1163530 h 1163530"/>
                <a:gd name="connsiteX3" fmla="*/ 0 w 6863496"/>
                <a:gd name="connsiteY3" fmla="*/ 1163530 h 1163530"/>
                <a:gd name="connsiteX4" fmla="*/ 0 w 6863496"/>
                <a:gd name="connsiteY4" fmla="*/ 0 h 11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63496" h="1163530">
                  <a:moveTo>
                    <a:pt x="0" y="0"/>
                  </a:moveTo>
                  <a:lnTo>
                    <a:pt x="6863496" y="0"/>
                  </a:lnTo>
                  <a:lnTo>
                    <a:pt x="6863496" y="1163530"/>
                  </a:lnTo>
                  <a:lnTo>
                    <a:pt x="0" y="1163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3140" tIns="123140" rIns="123140" bIns="123140" numCol="1" spcCol="1270" rtlCol="1" anchor="ctr" anchorCtr="0">
              <a:noAutofit/>
            </a:bodyPr>
            <a:lstStyle/>
            <a:p>
              <a:pPr marL="0" lvl="0" indent="0" algn="r" defTabSz="11112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5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ب: </a:t>
              </a:r>
              <a:r>
                <a:rPr lang="ar" sz="25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الاطلاع على تركيب الجهاز القلبي التنفسي</a:t>
              </a:r>
              <a:r>
                <a:rPr lang="ar" sz="2500" b="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ووظيفته</a:t>
              </a:r>
              <a:endParaRPr lang="en-US" sz="25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3010EA-F020-5D9E-9C33-D0DA60616C19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67537" y="601554"/>
            <a:ext cx="414655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r" rtl="1">
              <a:spcBef>
                <a:spcPts val="1200"/>
              </a:spcBef>
              <a:spcAft>
                <a:spcPts val="1500"/>
              </a:spcAft>
            </a:pPr>
            <a:r>
              <a:rPr lang="a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نتاج التعلم أ</a:t>
            </a: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67" y="1186739"/>
            <a:ext cx="868472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الاطلاع على تركيب الجهاز العضلي الهيكلي ووظيفته.</a:t>
            </a:r>
            <a:endParaRPr lang="en-GB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74F65-4DDD-B67D-6F81-2CDC2253F244}"/>
              </a:ext>
            </a:extLst>
          </p:cNvPr>
          <p:cNvSpPr>
            <a:spLocks noGrp="1"/>
          </p:cNvSpPr>
          <p:nvPr/>
        </p:nvSpPr>
        <p:spPr bwMode="auto">
          <a:xfrm>
            <a:off x="4896780" y="2239666"/>
            <a:ext cx="3930010" cy="4167688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rtl="1">
              <a:buFont typeface="Arial" panose="05000000000000000000" pitchFamily="2" charset="2"/>
              <a:buChar char="•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تركيب العضلات والعظام الرئيسة ومواقعها في جسم الإنسان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Arial" panose="05000000000000000000" pitchFamily="2" charset="2"/>
              <a:buChar char="•"/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Arial" panose="05000000000000000000" pitchFamily="2" charset="2"/>
              <a:buChar char="•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أنواع العضلات، وأنواع العظام، وتصنيف المفاصل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Arial" panose="05000000000000000000" pitchFamily="2" charset="2"/>
              <a:buChar char="•"/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Arial" panose="05000000000000000000" pitchFamily="2" charset="2"/>
              <a:buChar char="•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كيف يُمكّن الجهاز العضلي الهيكلي الحركة، ويوفر الحماية والدعم، ويتكيف مع دور النشاط البدني.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2530BD-6543-8471-8479-A476587091A2}"/>
              </a:ext>
            </a:extLst>
          </p:cNvPr>
          <p:cNvGrpSpPr/>
          <p:nvPr/>
        </p:nvGrpSpPr>
        <p:grpSpPr>
          <a:xfrm flipH="1">
            <a:off x="384942" y="2241281"/>
            <a:ext cx="4382595" cy="4166181"/>
            <a:chOff x="384942" y="2241281"/>
            <a:chExt cx="4382595" cy="416618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7E17B65-B867-6963-D1BE-E48EC2752EF7}"/>
                </a:ext>
              </a:extLst>
            </p:cNvPr>
            <p:cNvSpPr/>
            <p:nvPr/>
          </p:nvSpPr>
          <p:spPr>
            <a:xfrm>
              <a:off x="384942" y="2241281"/>
              <a:ext cx="4382595" cy="876727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Rectangle 5" descr="Tick">
              <a:extLst>
                <a:ext uri="{FF2B5EF4-FFF2-40B4-BE49-F238E27FC236}">
                  <a16:creationId xmlns:a16="http://schemas.microsoft.com/office/drawing/2014/main" id="{729E80C2-1DD4-5044-570D-AE52C6FCB2DF}"/>
                </a:ext>
              </a:extLst>
            </p:cNvPr>
            <p:cNvSpPr/>
            <p:nvPr/>
          </p:nvSpPr>
          <p:spPr>
            <a:xfrm flipH="1">
              <a:off x="650151" y="2438545"/>
              <a:ext cx="482199" cy="482199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D6FECBF-64C4-8077-2DEA-4EE4A81042D5}"/>
                </a:ext>
              </a:extLst>
            </p:cNvPr>
            <p:cNvSpPr/>
            <p:nvPr/>
          </p:nvSpPr>
          <p:spPr>
            <a:xfrm>
              <a:off x="1397561" y="2241281"/>
              <a:ext cx="3369975" cy="876727"/>
            </a:xfrm>
            <a:custGeom>
              <a:avLst/>
              <a:gdLst>
                <a:gd name="connsiteX0" fmla="*/ 0 w 3369975"/>
                <a:gd name="connsiteY0" fmla="*/ 0 h 876727"/>
                <a:gd name="connsiteX1" fmla="*/ 3369975 w 3369975"/>
                <a:gd name="connsiteY1" fmla="*/ 0 h 876727"/>
                <a:gd name="connsiteX2" fmla="*/ 3369975 w 3369975"/>
                <a:gd name="connsiteY2" fmla="*/ 876727 h 876727"/>
                <a:gd name="connsiteX3" fmla="*/ 0 w 3369975"/>
                <a:gd name="connsiteY3" fmla="*/ 876727 h 876727"/>
                <a:gd name="connsiteX4" fmla="*/ 0 w 3369975"/>
                <a:gd name="connsiteY4" fmla="*/ 0 h 87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9975" h="876727">
                  <a:moveTo>
                    <a:pt x="0" y="0"/>
                  </a:moveTo>
                  <a:lnTo>
                    <a:pt x="3369975" y="0"/>
                  </a:lnTo>
                  <a:lnTo>
                    <a:pt x="3369975" y="876727"/>
                  </a:lnTo>
                  <a:lnTo>
                    <a:pt x="0" y="87672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787" tIns="92787" rIns="92787" bIns="92787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مجالات المحتوى الرئيسة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C063322-E28A-E3C6-D2DA-665AB9A1A43A}"/>
                </a:ext>
              </a:extLst>
            </p:cNvPr>
            <p:cNvSpPr/>
            <p:nvPr/>
          </p:nvSpPr>
          <p:spPr>
            <a:xfrm>
              <a:off x="384942" y="3337190"/>
              <a:ext cx="4382595" cy="876727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 9" descr="Skeleton with solid fill">
              <a:extLst>
                <a:ext uri="{FF2B5EF4-FFF2-40B4-BE49-F238E27FC236}">
                  <a16:creationId xmlns:a16="http://schemas.microsoft.com/office/drawing/2014/main" id="{92ED3AAE-5F19-DA5B-69B4-6C469ED39890}"/>
                </a:ext>
              </a:extLst>
            </p:cNvPr>
            <p:cNvSpPr/>
            <p:nvPr/>
          </p:nvSpPr>
          <p:spPr>
            <a:xfrm flipH="1">
              <a:off x="650151" y="3534454"/>
              <a:ext cx="482199" cy="482199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CE97157-D18B-8537-CF38-157E90C306CF}"/>
                </a:ext>
              </a:extLst>
            </p:cNvPr>
            <p:cNvSpPr/>
            <p:nvPr/>
          </p:nvSpPr>
          <p:spPr>
            <a:xfrm>
              <a:off x="1397561" y="3337190"/>
              <a:ext cx="3369975" cy="876727"/>
            </a:xfrm>
            <a:custGeom>
              <a:avLst/>
              <a:gdLst>
                <a:gd name="connsiteX0" fmla="*/ 0 w 3369975"/>
                <a:gd name="connsiteY0" fmla="*/ 0 h 876727"/>
                <a:gd name="connsiteX1" fmla="*/ 3369975 w 3369975"/>
                <a:gd name="connsiteY1" fmla="*/ 0 h 876727"/>
                <a:gd name="connsiteX2" fmla="*/ 3369975 w 3369975"/>
                <a:gd name="connsiteY2" fmla="*/ 876727 h 876727"/>
                <a:gd name="connsiteX3" fmla="*/ 0 w 3369975"/>
                <a:gd name="connsiteY3" fmla="*/ 876727 h 876727"/>
                <a:gd name="connsiteX4" fmla="*/ 0 w 3369975"/>
                <a:gd name="connsiteY4" fmla="*/ 0 h 87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9975" h="876727">
                  <a:moveTo>
                    <a:pt x="0" y="0"/>
                  </a:moveTo>
                  <a:lnTo>
                    <a:pt x="3369975" y="0"/>
                  </a:lnTo>
                  <a:lnTo>
                    <a:pt x="3369975" y="876727"/>
                  </a:lnTo>
                  <a:lnTo>
                    <a:pt x="0" y="876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787" tIns="92787" rIns="92787" bIns="92787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أ1</a:t>
              </a:r>
              <a:r>
                <a:rPr lang="ar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تركيب الجهاز العضلي الهيكلي</a:t>
              </a:r>
              <a:endParaRPr lang="en-US" sz="2000" kern="1200" dirty="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A4618E2-E949-14F0-5CDF-1E6CC7121B34}"/>
                </a:ext>
              </a:extLst>
            </p:cNvPr>
            <p:cNvSpPr/>
            <p:nvPr/>
          </p:nvSpPr>
          <p:spPr>
            <a:xfrm>
              <a:off x="384942" y="4433099"/>
              <a:ext cx="4382595" cy="876727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 descr="Heart organ with solid fill">
              <a:extLst>
                <a:ext uri="{FF2B5EF4-FFF2-40B4-BE49-F238E27FC236}">
                  <a16:creationId xmlns:a16="http://schemas.microsoft.com/office/drawing/2014/main" id="{398FFF06-E4B4-3504-2F89-D9C14C9BBBC6}"/>
                </a:ext>
              </a:extLst>
            </p:cNvPr>
            <p:cNvSpPr/>
            <p:nvPr/>
          </p:nvSpPr>
          <p:spPr>
            <a:xfrm flipH="1">
              <a:off x="650151" y="4630362"/>
              <a:ext cx="482199" cy="482199"/>
            </a:xfrm>
            <a:prstGeom prst="rect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507BBA-A33C-B3DB-4668-EF2CBC4F4400}"/>
                </a:ext>
              </a:extLst>
            </p:cNvPr>
            <p:cNvSpPr/>
            <p:nvPr/>
          </p:nvSpPr>
          <p:spPr>
            <a:xfrm>
              <a:off x="1397561" y="4433099"/>
              <a:ext cx="3369975" cy="876727"/>
            </a:xfrm>
            <a:custGeom>
              <a:avLst/>
              <a:gdLst>
                <a:gd name="connsiteX0" fmla="*/ 0 w 3369975"/>
                <a:gd name="connsiteY0" fmla="*/ 0 h 876727"/>
                <a:gd name="connsiteX1" fmla="*/ 3369975 w 3369975"/>
                <a:gd name="connsiteY1" fmla="*/ 0 h 876727"/>
                <a:gd name="connsiteX2" fmla="*/ 3369975 w 3369975"/>
                <a:gd name="connsiteY2" fmla="*/ 876727 h 876727"/>
                <a:gd name="connsiteX3" fmla="*/ 0 w 3369975"/>
                <a:gd name="connsiteY3" fmla="*/ 876727 h 876727"/>
                <a:gd name="connsiteX4" fmla="*/ 0 w 3369975"/>
                <a:gd name="connsiteY4" fmla="*/ 0 h 87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9975" h="876727">
                  <a:moveTo>
                    <a:pt x="0" y="0"/>
                  </a:moveTo>
                  <a:lnTo>
                    <a:pt x="3369975" y="0"/>
                  </a:lnTo>
                  <a:lnTo>
                    <a:pt x="3369975" y="876727"/>
                  </a:lnTo>
                  <a:lnTo>
                    <a:pt x="0" y="87672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787" tIns="92787" rIns="92787" bIns="92787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أ2</a:t>
              </a:r>
              <a:r>
                <a:rPr lang="ar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 وظائف الجهاز العضلي الهيكلي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B86D3C6-71FB-D537-272A-87280D71D9F9}"/>
                </a:ext>
              </a:extLst>
            </p:cNvPr>
            <p:cNvSpPr/>
            <p:nvPr/>
          </p:nvSpPr>
          <p:spPr>
            <a:xfrm>
              <a:off x="384942" y="5529008"/>
              <a:ext cx="4382595" cy="876727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 descr="Muscular arm outline">
              <a:extLst>
                <a:ext uri="{FF2B5EF4-FFF2-40B4-BE49-F238E27FC236}">
                  <a16:creationId xmlns:a16="http://schemas.microsoft.com/office/drawing/2014/main" id="{D1DADDDC-59A3-B027-C230-94A0FE5C51CB}"/>
                </a:ext>
              </a:extLst>
            </p:cNvPr>
            <p:cNvSpPr/>
            <p:nvPr/>
          </p:nvSpPr>
          <p:spPr>
            <a:xfrm flipH="1">
              <a:off x="650151" y="5726271"/>
              <a:ext cx="482199" cy="482199"/>
            </a:xfrm>
            <a:prstGeom prst="rect">
              <a:avLst/>
            </a:pr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9F40886-7037-E1D4-751C-78E2824AE435}"/>
                </a:ext>
              </a:extLst>
            </p:cNvPr>
            <p:cNvSpPr/>
            <p:nvPr/>
          </p:nvSpPr>
          <p:spPr>
            <a:xfrm>
              <a:off x="1385497" y="5530735"/>
              <a:ext cx="3369975" cy="876727"/>
            </a:xfrm>
            <a:custGeom>
              <a:avLst/>
              <a:gdLst>
                <a:gd name="connsiteX0" fmla="*/ 0 w 3369975"/>
                <a:gd name="connsiteY0" fmla="*/ 0 h 876727"/>
                <a:gd name="connsiteX1" fmla="*/ 3369975 w 3369975"/>
                <a:gd name="connsiteY1" fmla="*/ 0 h 876727"/>
                <a:gd name="connsiteX2" fmla="*/ 3369975 w 3369975"/>
                <a:gd name="connsiteY2" fmla="*/ 876727 h 876727"/>
                <a:gd name="connsiteX3" fmla="*/ 0 w 3369975"/>
                <a:gd name="connsiteY3" fmla="*/ 876727 h 876727"/>
                <a:gd name="connsiteX4" fmla="*/ 0 w 3369975"/>
                <a:gd name="connsiteY4" fmla="*/ 0 h 87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9975" h="876727">
                  <a:moveTo>
                    <a:pt x="0" y="0"/>
                  </a:moveTo>
                  <a:lnTo>
                    <a:pt x="3369975" y="0"/>
                  </a:lnTo>
                  <a:lnTo>
                    <a:pt x="3369975" y="876727"/>
                  </a:lnTo>
                  <a:lnTo>
                    <a:pt x="0" y="87672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92787" tIns="92787" rIns="92787" bIns="92787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أ3</a:t>
              </a:r>
              <a:r>
                <a:rPr lang="ar" sz="2000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المفاصل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1DCDD18-3CD9-AF50-9A17-81CB4D68BA3E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0D257AA-A5E5-4833-F624-2760DEDAB0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3237201"/>
              </p:ext>
            </p:extLst>
          </p:nvPr>
        </p:nvGraphicFramePr>
        <p:xfrm>
          <a:off x="4954752" y="1604337"/>
          <a:ext cx="3805309" cy="4857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5202" name="Diagram 35201">
            <a:extLst>
              <a:ext uri="{FF2B5EF4-FFF2-40B4-BE49-F238E27FC236}">
                <a16:creationId xmlns:a16="http://schemas.microsoft.com/office/drawing/2014/main" id="{6D0532FD-813E-1415-3EEE-9E674CD98C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9221337"/>
              </p:ext>
            </p:extLst>
          </p:nvPr>
        </p:nvGraphicFramePr>
        <p:xfrm>
          <a:off x="566685" y="1604337"/>
          <a:ext cx="4022084" cy="48575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35427" name="Content Placeholder 3">
            <a:extLst>
              <a:ext uri="{FF2B5EF4-FFF2-40B4-BE49-F238E27FC236}">
                <a16:creationId xmlns:a16="http://schemas.microsoft.com/office/drawing/2014/main" id="{80BB285E-AE94-9411-105A-CCC4C63C2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66" y="1186744"/>
            <a:ext cx="8197726" cy="35340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أ1 </a:t>
            </a:r>
            <a:r>
              <a:rPr lang="ar" sz="2000" b="1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العضلات </a:t>
            </a:r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الرئيسة </a:t>
            </a:r>
            <a:r>
              <a:rPr lang="e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ومواضعها </a:t>
            </a:r>
            <a:endParaRPr lang="en-US" b="1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AA42B-A03C-1479-9C02-DB573E6CECF9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2C70B6-40D8-7A8C-A128-6A316ADDC9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" b="7"/>
          <a:stretch/>
        </p:blipFill>
        <p:spPr>
          <a:xfrm>
            <a:off x="-3242" y="2049514"/>
            <a:ext cx="3808442" cy="3947951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CF423D8-F200-8A56-F10F-99A4ECB09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134" y="1186744"/>
            <a:ext cx="4952658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أ1 أنواع </a:t>
            </a:r>
            <a:r>
              <a:rPr lang="ar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العضلات</a:t>
            </a:r>
            <a:endParaRPr lang="en-US" sz="2800" b="1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BC2DE6F-8C3D-B4D5-2C79-92DCD56657E2}"/>
              </a:ext>
            </a:extLst>
          </p:cNvPr>
          <p:cNvSpPr>
            <a:spLocks noGrp="1"/>
          </p:cNvSpPr>
          <p:nvPr/>
        </p:nvSpPr>
        <p:spPr bwMode="auto">
          <a:xfrm>
            <a:off x="3812901" y="1773269"/>
            <a:ext cx="4948199" cy="4594670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العضلات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الإرادية 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(الهيكلية):تخضع للتحكم الواعي، وتُحرِك الهيكل العظمي.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العضلات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اللاإرداية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(الملساء):توجد في الأعضاء الداخلية مثل المعدة والأمعاء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العضلة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القلبية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توجد فقط في القلب، وتنقبض تلقائيًا وبإيقاع منتظم.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العضلات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الهيكلية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مرتبطة بالعظام، وهي المسؤولة 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عن الحركة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العضلات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الملساء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تنقبض ببطء، وتسهم في عملية الهضم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العضلة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القلبية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مخططة وقوية، ولا توجد إلا في القلب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2DC2B-F5C8-131F-B9FB-DDD6B4760A17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47D26-704A-9325-AF06-AF916412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5F121-9028-4901-F03E-F17E48288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64" y="1304985"/>
            <a:ext cx="8618139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أ1 أنواع العضلات – الأزواج العضلية المتضادة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981B76A-40E4-A579-3CC0-976217941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77" y="2067382"/>
            <a:ext cx="8616821" cy="38818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rtl="1">
              <a:buNone/>
            </a:pP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تعمل العضلات في أزواج متضادة لإحداث الحركة:</a:t>
            </a:r>
            <a:endParaRPr lang="en-US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>
              <a:buNone/>
            </a:pPr>
            <a:endParaRPr lang="en-GB" sz="16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العضلة البادئة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العضلة التي تنقبض لإحداث الحركة </a:t>
            </a:r>
            <a:endParaRPr lang="en-GB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endParaRPr lang="en-GB" sz="105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العضلة المضادة: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العضلة التي تسترخي للسماح بالحركة. </a:t>
            </a:r>
            <a:endParaRPr lang="en-GB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marL="512763" indent="-512763" rtl="1">
              <a:buNone/>
            </a:pPr>
            <a:r>
              <a:rPr lang="ar" sz="2000" i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مثال: العضلة ذات الرأسين (البايسبس) (العضلة البادئة) والعضلة ثلاثية الرؤوس (الترايسبس) (العضلة المضادة) في أثناء ثني الذراع. </a:t>
            </a:r>
            <a:endParaRPr lang="en-GB" i="1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endParaRPr lang="en-GB" sz="2000" i="1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تتبادل هذه العضلات الأدوار عند عكس اتجاه الحركة </a:t>
            </a:r>
            <a:endParaRPr lang="en-GB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يساعد ذلك على تنسيق الحركة والتحكم فيها</a:t>
            </a:r>
            <a:endParaRPr lang="en-GB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5F4C9-ACB2-3B0E-BF63-ADA84E27167C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63962489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8B3DE-00D1-C059-365F-8DCE1087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68CBB15-4D57-747E-AC92-917A8CCF3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50" y="1245864"/>
            <a:ext cx="8618139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أ1 أنواع الانقباض العضلي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B893F67-5990-E64F-CA80-AE91F5526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64" y="1922865"/>
            <a:ext cx="8616821" cy="43142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rtl="1"/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الانقباض المركزي: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تقصُر العضلة في أثناء الانقباض. </a:t>
            </a:r>
            <a:endParaRPr lang="en-GB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2000" i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(مثال: المرحلة الصاعدة من تمرين ثني العضلة ذات الرأسين) 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الانقباض اللامركزي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تطول العضلة مع بقائها تحت قوة الشد </a:t>
            </a:r>
            <a:endParaRPr lang="en-GB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2000" i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(مثال: إنزال الأثقال تدريجيًا) 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الانقباض متساوي الطول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: تنقبض العضلة دون أن يتغير طولها </a:t>
            </a:r>
            <a:endParaRPr lang="en-GB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" sz="2000" i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(مثال: تمرين بلانك (Plank) 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>
              <a:buNone/>
            </a:pPr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>
              <a:buNone/>
            </a:pP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ويدعم كل نوع من هذه الانقباضات مراحل مختلفة من الحركة في النشاطات الرياضية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6B54DD-318A-E9FF-DA81-B23E29A015D3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170545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D286A-4578-FC70-BB47-57784699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6BFEE54-DFDF-B6B9-E51A-3FE5BE998A0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65237" y="5546463"/>
            <a:ext cx="5357782" cy="759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Font typeface="Wingdings"/>
              <a:buChar char="v"/>
            </a:pPr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يؤثر تركيب الألياف العضلية تأثيرًا مباشرًا في الأداء الرياضي</a:t>
            </a:r>
            <a:endParaRPr lang="en-GB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601F5-4DE5-AB49-EC24-A61230853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23" y="1153898"/>
            <a:ext cx="8616079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أ1 أنواع الألياف العضلية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E0FFB95-1155-827D-B9C8-C4DF69E59982}"/>
              </a:ext>
            </a:extLst>
          </p:cNvPr>
          <p:cNvSpPr txBox="1"/>
          <p:nvPr/>
        </p:nvSpPr>
        <p:spPr>
          <a:xfrm>
            <a:off x="5476712" y="1713902"/>
            <a:ext cx="3409900" cy="1477328"/>
          </a:xfrm>
          <a:prstGeom prst="rect">
            <a:avLst/>
          </a:prstGeom>
          <a:solidFill>
            <a:schemeClr val="accent1">
              <a:lumMod val="90000"/>
            </a:schemeClr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rtlCol="1" anchor="t">
            <a:spAutoFit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النوع الأول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الألياف البطيئة الانقباض: تتميز بالقدرة على التحمّل ومقاومة التعب، وتُستخدم في الجري لمسافات طويلة.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808EFA8-C293-2D6C-F395-115EB7465D84}"/>
              </a:ext>
            </a:extLst>
          </p:cNvPr>
          <p:cNvSpPr txBox="1"/>
          <p:nvPr/>
        </p:nvSpPr>
        <p:spPr>
          <a:xfrm>
            <a:off x="2866567" y="3270747"/>
            <a:ext cx="3409900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rtlCol="1" anchor="t">
            <a:spAutoFit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النوع 2أ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الألياف سريعة الانقباض (ألياف سريعة التأكسد): تجمع بين القدرة على التحمّل والقوة، مثالية للمسافات المتوسطة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3D0E9E10-7A20-6172-65EA-0CE4ACF68DAD}"/>
              </a:ext>
            </a:extLst>
          </p:cNvPr>
          <p:cNvSpPr txBox="1"/>
          <p:nvPr/>
        </p:nvSpPr>
        <p:spPr>
          <a:xfrm>
            <a:off x="267523" y="4827592"/>
            <a:ext cx="3409900" cy="1477328"/>
          </a:xfrm>
          <a:prstGeom prst="rect">
            <a:avLst/>
          </a:prstGeom>
          <a:solidFill>
            <a:schemeClr val="accent1">
              <a:lumMod val="90000"/>
            </a:schemeClr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rtlCol="1" anchor="t">
            <a:spAutoFit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b="1">
                <a:latin typeface="Times New Roman" panose="02020603050405020304" pitchFamily="18" charset="0"/>
                <a:cs typeface="Times New Roman" panose="02020603050405020304" pitchFamily="18" charset="0"/>
              </a:rPr>
              <a:t>النوع 2ب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rtl="1"/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ألياف سريعة الانقباض (ألياف سريعة التحلل الغلايكوليتي): تنتج دفعات قصيرة من الطاقة، لكنها تُرهق بسرعة. </a:t>
            </a:r>
            <a:r>
              <a:rPr lang="ar" i="1">
                <a:latin typeface="Times New Roman" panose="02020603050405020304" pitchFamily="18" charset="0"/>
                <a:cs typeface="Times New Roman" panose="02020603050405020304" pitchFamily="18" charset="0"/>
              </a:rPr>
              <a:t>مثال: العدو السريع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48CCFE-09A0-90E7-60AD-D04F178A63DF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73212738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C4FD-FDB5-EA78-76D4-6E3C6882D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FDA51FB-D1E2-2808-9A05-F1344F30C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29" y="1153898"/>
            <a:ext cx="8815207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أ1 عظام الجهاز الهيكلي ومواضعها 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E038703-BF77-2F6C-B6A1-3D24984EB8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8934153"/>
              </p:ext>
            </p:extLst>
          </p:nvPr>
        </p:nvGraphicFramePr>
        <p:xfrm>
          <a:off x="4731406" y="1945923"/>
          <a:ext cx="3555689" cy="4266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5154" name="Diagram 35153">
            <a:extLst>
              <a:ext uri="{FF2B5EF4-FFF2-40B4-BE49-F238E27FC236}">
                <a16:creationId xmlns:a16="http://schemas.microsoft.com/office/drawing/2014/main" id="{C79472E1-DE05-48E3-829E-90E50AAFB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818631"/>
              </p:ext>
            </p:extLst>
          </p:nvPr>
        </p:nvGraphicFramePr>
        <p:xfrm>
          <a:off x="750614" y="1945923"/>
          <a:ext cx="3555689" cy="4266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248EDF1-0F35-445F-D02F-1C1FA075816D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0325280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1CBC-2E15-45BC-2030-F2C9F251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036530A7-F5A4-D33A-DE36-384704BE033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792717" y="5749811"/>
            <a:ext cx="4480745" cy="81844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685800" rtl="1">
              <a:lnSpc>
                <a:spcPct val="90000"/>
              </a:lnSpc>
              <a:buFont typeface="Wingdings"/>
              <a:buChar char="v"/>
            </a:pP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يحمي الحبل الشوكي ويدعم قوام الجسم</a:t>
            </a:r>
            <a:endParaRPr lang="en-GB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back of a person with pain in his spine&#10;&#10;AI-generated content may be incorrect.">
            <a:extLst>
              <a:ext uri="{FF2B5EF4-FFF2-40B4-BE49-F238E27FC236}">
                <a16:creationId xmlns:a16="http://schemas.microsoft.com/office/drawing/2014/main" id="{68E8A988-BBCA-5A58-EEB0-88B2F283D5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778" b="12778"/>
          <a:stretch>
            <a:fillRect/>
          </a:stretch>
        </p:blipFill>
        <p:spPr>
          <a:xfrm>
            <a:off x="166139" y="1834708"/>
            <a:ext cx="4625263" cy="4589031"/>
          </a:xfrm>
          <a:prstGeom prst="rect">
            <a:avLst/>
          </a:prstGeom>
          <a:noFill/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5567B8F-5ECD-4CB9-7827-A98AE7BE1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29" y="1147329"/>
            <a:ext cx="8723242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أ1 العمود الفقري  </a:t>
            </a:r>
          </a:p>
        </p:txBody>
      </p:sp>
      <p:graphicFrame>
        <p:nvGraphicFramePr>
          <p:cNvPr id="35051" name="Diagram 35050">
            <a:extLst>
              <a:ext uri="{FF2B5EF4-FFF2-40B4-BE49-F238E27FC236}">
                <a16:creationId xmlns:a16="http://schemas.microsoft.com/office/drawing/2014/main" id="{E938BC0D-227D-93B4-5242-2C5CE3136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2532772"/>
              </p:ext>
            </p:extLst>
          </p:nvPr>
        </p:nvGraphicFramePr>
        <p:xfrm>
          <a:off x="4875925" y="1834252"/>
          <a:ext cx="4015515" cy="3865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19C8765-5AAD-2D7F-237E-4254A8773281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158200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3A27-3C8F-512B-80CE-31C4A36B1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keleton on a blue background&#10;&#10;AI-generated content may be incorrect.">
            <a:extLst>
              <a:ext uri="{FF2B5EF4-FFF2-40B4-BE49-F238E27FC236}">
                <a16:creationId xmlns:a16="http://schemas.microsoft.com/office/drawing/2014/main" id="{A61E6CF5-93A1-216F-485F-80E1A1900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" y="1712095"/>
            <a:ext cx="9140874" cy="5148310"/>
          </a:xfrm>
          <a:prstGeom prst="rect">
            <a:avLst/>
          </a:prstGeom>
        </p:spPr>
      </p:pic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3E50D54B-734A-E41F-BD92-87B2DDC6F05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138179" y="1715336"/>
            <a:ext cx="4195074" cy="43459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Font typeface="Calibri" panose="05000000000000000000" pitchFamily="2" charset="2"/>
              <a:buChar char="-"/>
            </a:pPr>
            <a:r>
              <a:rPr lang="a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العظام الطويلة – مثل: عظم الفخذ، وعظم العضد (تسهم في الحركة وتكوين خلايا الدم)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rtl="1">
              <a:buNone/>
            </a:pP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rtl="1">
              <a:buFont typeface="Calibri" panose="05000000000000000000" pitchFamily="2" charset="2"/>
              <a:buChar char="-"/>
            </a:pPr>
            <a:r>
              <a:rPr lang="a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العظام القصيرة – مثل: عظام الرسغ، وعظام الكاحل (توفر الثبات)</a:t>
            </a:r>
          </a:p>
          <a:p>
            <a:pPr indent="0" rtl="1">
              <a:buNone/>
            </a:pPr>
            <a:endParaRPr lang="en-US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rtl="1">
              <a:buFont typeface="Calibri" panose="05000000000000000000" pitchFamily="2" charset="2"/>
              <a:buChar char="-"/>
            </a:pPr>
            <a:r>
              <a:rPr lang="a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العظام المسطحة – مثل: عظم القص، والكتف (توفر الحماية)</a:t>
            </a:r>
            <a:endParaRPr lang="en-GB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1AEC-9A22-2234-CDA2-4C2941C0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99" y="2202753"/>
            <a:ext cx="3695833" cy="434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anose="05000000000000000000" pitchFamily="2" charset="2"/>
              <a:buNone/>
            </a:pPr>
            <a:endParaRPr lang="en-US" altLang="en-US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rtl="1">
              <a:buFont typeface="Calibri" panose="05000000000000000000" pitchFamily="2" charset="2"/>
              <a:buChar char="-"/>
            </a:pPr>
            <a:r>
              <a:rPr lang="ar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العظام غير المنتظمة – مثل: الفقرات (تؤدي أدوار متنوعة)</a:t>
            </a:r>
            <a:endParaRPr lang="en-GB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rtl="1">
              <a:buNone/>
            </a:pPr>
            <a:endParaRPr lang="en-US" altLang="en-US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rtl="1">
              <a:buFont typeface="Calibri" panose="05000000000000000000" pitchFamily="2" charset="2"/>
              <a:buChar char="-"/>
            </a:pPr>
            <a:r>
              <a:rPr lang="ar" kern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العظام السمسمية – مثل: الرضفة (تقلل الاحتكاك في الأوتار)</a:t>
            </a:r>
            <a:endParaRPr lang="en-GB" altLang="en-US" kern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51CD5-95E1-5CD0-B971-D54C99D4E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" y="1140761"/>
            <a:ext cx="9143655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أ1 أنواع العضلات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EA41A8-BDCB-0D1E-98AF-8239DCD4CBDC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8830254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3838-4AD0-8383-58A3-CF4CCFCB9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95E6E-081F-F444-4DC5-9AC0EA184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490" y="1147329"/>
            <a:ext cx="8419754" cy="47548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أ2 وظائف الجهاز العضلي الهيكلي: الحماية والدعم  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85A6413-1425-67AC-81C9-9CBE379F2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491" y="2074703"/>
            <a:ext cx="8419753" cy="35785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rtl="1"/>
            <a:r>
              <a:rPr lang="ar-EG" sz="2000" noProof="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تحمي العظام الأعضاء الحيوية </a:t>
            </a:r>
            <a:endParaRPr lang="ar-EG" noProof="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r>
              <a:rPr lang="ar-EG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(مثال: تحمي الجمجمة الدماغ، و تحمي الأضلاع الرئتين) </a:t>
            </a:r>
            <a:endParaRPr lang="ar-EG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ar-EG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EG" sz="2000" noProof="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يدعم الهيكل العظمي تركيب الجسم وقوامه </a:t>
            </a:r>
            <a:endParaRPr lang="ar-EG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ar-EG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EG" sz="2000" noProof="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يمنح الجسم شكله الخارجي </a:t>
            </a:r>
            <a:endParaRPr lang="ar-EG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ar-EG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-EG" sz="2000" noProof="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يمنع الأعضاء الداخلية من التعرض للتلف في أثناء النشاط البدني</a:t>
            </a:r>
            <a:endParaRPr lang="ar-EG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ar-EG" kern="0" noProof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99E76D-968B-9943-CCD1-780E839DD525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687351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9167-985F-A230-8450-A4C46CDD4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lage of bones in different positions&#10;&#10;AI-generated content may be incorrect.">
            <a:extLst>
              <a:ext uri="{FF2B5EF4-FFF2-40B4-BE49-F238E27FC236}">
                <a16:creationId xmlns:a16="http://schemas.microsoft.com/office/drawing/2014/main" id="{1C9FDD0D-2870-BF14-C023-E192F4292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07" y="1838665"/>
            <a:ext cx="4481327" cy="4494465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9765373-24C0-8F1A-E084-ADFBD99BC22E}"/>
              </a:ext>
            </a:extLst>
          </p:cNvPr>
          <p:cNvSpPr>
            <a:spLocks noGrp="1"/>
          </p:cNvSpPr>
          <p:nvPr/>
        </p:nvSpPr>
        <p:spPr bwMode="auto">
          <a:xfrm>
            <a:off x="173694" y="1838959"/>
            <a:ext cx="4383268" cy="4496136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تعمل العظام والعضلات معًا لإحداث الحركة</a:t>
            </a:r>
          </a:p>
          <a:p>
            <a:pPr rtl="1"/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تسمح المفاصل بالمرونة ونطاق من الحركة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تشد العضلات على العظام لتوليد الفعل الحركي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توفر المفاصل أنواعًا مختلفة من الحركة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3538" rtl="1"/>
            <a:r>
              <a:rPr lang="ar" sz="20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(مثال: المفصل الرزي مقابل المفصل الكروي الحُقّي) </a:t>
            </a:r>
            <a:endParaRPr lang="en-US" i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A1D04AC-7FAC-050D-BBA6-D632F251B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29" y="1167036"/>
            <a:ext cx="8815207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أ2 ارتباط العضلات وحركتها 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442B94-1D76-7CCE-8CA0-E971BF6E730A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975718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23C5B-98D1-816B-F3F6-6F64D0D6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1D53F-269D-4D2B-7085-21458809DD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29" y="1167036"/>
            <a:ext cx="8815207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أ2 إنتاج كريات الدم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4C5DB5-4AB8-2BE0-47FB-7453EDE10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71" y="2080521"/>
            <a:ext cx="8735063" cy="38019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rtl="1"/>
            <a:endParaRPr lang="en-GB" sz="20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ينتج نخاع العظم في العظام الطويلة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كريات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الدم الحمراء والبيضاء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تنقل كريات الدم الحمراء الأكسجين اللازم لإنتاج الطاقة في أثناء ممارسة الرياضة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تساعد كريات الدم البيضاء على مقاومة العدوى والحفاظ على 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الصحة في أثناء التدريب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تسهم الصفائح الدموية في تخثر الدم بعد الإصابات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310A3F-8111-036F-725B-91CB2A207E22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219770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ACA0-2B7E-2A76-F96A-2B158D12D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keleton of a person running&#10;&#10;AI-generated content may be incorrect.">
            <a:extLst>
              <a:ext uri="{FF2B5EF4-FFF2-40B4-BE49-F238E27FC236}">
                <a16:creationId xmlns:a16="http://schemas.microsoft.com/office/drawing/2014/main" id="{69B7BFFF-62CF-D672-515C-6B919600D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0" y="1721071"/>
            <a:ext cx="9144000" cy="5143500"/>
          </a:xfrm>
          <a:prstGeom prst="rect">
            <a:avLst/>
          </a:prstGeom>
        </p:spPr>
      </p:pic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A823C5C1-4BF9-4DE3-EAA0-FF4F9E285F3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38151" y="3707152"/>
            <a:ext cx="3971730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الحماية: تحمي العظام الأعضاء الحيوية في الجسم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rtl="1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الدعم: تساعد محاذاة العمود الفقري على الاحتفاظ على استقامة القوام لأداء رياضة الجمباز</a:t>
            </a:r>
            <a:endParaRPr lang="en-GB" alt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F16FF-9AEC-C7B5-94D3-378E0B392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88" y="1415898"/>
            <a:ext cx="3971730" cy="267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indent="0" rtl="1">
              <a:buFont typeface="Wingdings" panose="05000000000000000000" pitchFamily="2" charset="2"/>
              <a:buNone/>
            </a:pPr>
            <a:endParaRPr lang="en-US" altLang="en-US" kern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الحركة: تسمح المفاصل الرزية بأداء نشاطات مثل الجري، والركل، والرمي</a:t>
            </a:r>
          </a:p>
          <a:p>
            <a:pPr indent="0" rtl="1">
              <a:buNone/>
            </a:pPr>
            <a:endParaRPr lang="en-US" altLang="en-US" kern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إنتاج الدم: تنقل كريات الدم الحمراء الأكسجين الضروري لأداء نشاطات مثل الجري في الماراثون</a:t>
            </a:r>
            <a:endParaRPr lang="en-GB" altLang="en-US" kern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C8803A8-38A3-3208-9AB8-9BE75AC3A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224" y="1004036"/>
            <a:ext cx="9150224" cy="71469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ar" sz="2200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أ2 تطبيق الوظائف البدنية على مجموعة من النشاطات الرياضية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40AC3-0D4A-9D69-D30B-16FC5B802C40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217371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4CC7-3CBD-389F-D1CD-7720E68C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keleton with red spots on the body&#10;&#10;AI-generated content may be incorrect.">
            <a:extLst>
              <a:ext uri="{FF2B5EF4-FFF2-40B4-BE49-F238E27FC236}">
                <a16:creationId xmlns:a16="http://schemas.microsoft.com/office/drawing/2014/main" id="{C2695131-457D-AA01-CE3E-DBD5463BF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3672" y="2584068"/>
            <a:ext cx="4223844" cy="3167883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3C33CA5-7135-6050-6093-9886F0D00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929" y="1167036"/>
            <a:ext cx="8815207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أ3 تصنيف المفاصل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15FECD-E629-A55F-A385-52C3C9095AED}"/>
              </a:ext>
            </a:extLst>
          </p:cNvPr>
          <p:cNvSpPr>
            <a:spLocks noGrp="1"/>
          </p:cNvSpPr>
          <p:nvPr/>
        </p:nvSpPr>
        <p:spPr bwMode="auto">
          <a:xfrm>
            <a:off x="173695" y="1865235"/>
            <a:ext cx="4304440" cy="4607807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rtl="1">
              <a:buChar char="§"/>
            </a:pP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المفاصل الثابتة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(مثال: الجمجمة)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لا تسمح بالحركة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المفاصل محدودة الحركة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i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(مثال: بين الفقرات) </a:t>
            </a:r>
            <a:endParaRPr lang="en-US" i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المفاصل الحرة الحركة </a:t>
            </a:r>
            <a:endParaRPr lang="en-US" i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(مثال: المفاصل الزلالية - ويشيع استخدامها في الرياضة) </a:t>
            </a:r>
            <a:endParaRPr lang="en-US" i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تتيح حركات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معقدة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ومتعددة الاتجاهات.</a:t>
            </a:r>
            <a:r>
              <a:rPr lang="ar" sz="20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i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D33C3B-8C30-5A8C-755F-FD3D13AE062B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5640843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28CFB-D15D-35AF-50C2-D783CB3E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07A86-0515-2B84-E4A8-2A117F2A1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13" y="1245864"/>
            <a:ext cx="8368517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أ3 أنواع المفاصل الزلالية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3B4A902-C502-5D99-FF54-C0CB1D5B0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3189451"/>
              </p:ext>
            </p:extLst>
          </p:nvPr>
        </p:nvGraphicFramePr>
        <p:xfrm>
          <a:off x="1433788" y="2083872"/>
          <a:ext cx="7339411" cy="3642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DEE753E-2480-AD56-238F-3EDDD6A2A3D7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877125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B977C-F604-83E2-BE28-2244A73A9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7410F6-7ACA-0A01-B44D-F3D783781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00" y="1983827"/>
            <a:ext cx="4244519" cy="4256690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A91BBCB-37D2-30E9-BA2A-AD899EF44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60467"/>
            <a:ext cx="8831209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أ3 تركيب المفصل الزلالي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61D6202-311D-C351-AB4E-B3925C8F5C4D}"/>
              </a:ext>
            </a:extLst>
          </p:cNvPr>
          <p:cNvSpPr>
            <a:spLocks noGrp="1"/>
          </p:cNvSpPr>
          <p:nvPr/>
        </p:nvSpPr>
        <p:spPr bwMode="auto">
          <a:xfrm>
            <a:off x="4253023" y="1812683"/>
            <a:ext cx="4757698" cy="4607807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rtl="1">
              <a:buChar char="§"/>
            </a:pP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المحفظة المفصلية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تُحيط بالمفصل وتحميه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endParaRPr lang="en-US" sz="10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السائل الزلالي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يعمل على التليين وتقليل الاحتكاك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endParaRPr lang="en-US" sz="10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الغضروف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يغطي أطراف العظام لتسهيل الحركة بسلاسة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endParaRPr lang="en-US" sz="10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الأربطة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تربط العظم بالعظم وتوفر الثبات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endParaRPr lang="en-US" sz="10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الأوتار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تربط العضلة بالعظم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7A182E-6FCC-EB33-6303-79AB8475B726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6210977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98111-909D-E44F-B4FA-6C2CCC37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EBFA76F-95A1-B32A-6694-BF2EE8DE4D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0948043"/>
              </p:ext>
            </p:extLst>
          </p:nvPr>
        </p:nvGraphicFramePr>
        <p:xfrm>
          <a:off x="205393" y="1873664"/>
          <a:ext cx="8738600" cy="4332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CA749-6587-2C69-F5F1-46AACF744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392" y="1160467"/>
            <a:ext cx="8738600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أ3 حركة المفاصل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6E578A-604A-E37C-F85D-1F447ED243AB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3664537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42271-C659-7AA4-F77C-55E20AC0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5C27D1BE-6988-5E52-D94E-285ED8C7A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1999" y="601554"/>
            <a:ext cx="4342088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r" rtl="1">
              <a:spcBef>
                <a:spcPts val="1200"/>
              </a:spcBef>
              <a:spcAft>
                <a:spcPts val="1500"/>
              </a:spcAft>
            </a:pPr>
            <a:r>
              <a:rPr lang="a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نتاج التعلم ب</a:t>
            </a: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0AE8D942-FA63-4570-99F7-1F3575BC7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67" y="1107911"/>
            <a:ext cx="868472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" sz="2400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الاطلاع على تركيب الجهاز القلبي التنفسي ووظيفته</a:t>
            </a:r>
            <a:endParaRPr lang="en-GB" sz="2400" b="1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E1BA3-CADC-9F22-6438-6A7E8D4CFC07}"/>
              </a:ext>
            </a:extLst>
          </p:cNvPr>
          <p:cNvSpPr>
            <a:spLocks noGrp="1"/>
          </p:cNvSpPr>
          <p:nvPr/>
        </p:nvSpPr>
        <p:spPr bwMode="auto">
          <a:xfrm>
            <a:off x="4482936" y="1996615"/>
            <a:ext cx="4343854" cy="4410739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rtl="1">
              <a:buFont typeface="Arial" panose="05000000000000000000" pitchFamily="2" charset="2"/>
              <a:buChar char="•"/>
            </a:pPr>
            <a:endParaRPr lang="en-US" sz="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r>
              <a:rPr lang="ar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فهم تركيب الجهاز القلبي الوعائي والجهاز التنفسي ووظائفهما في جسم الإنسان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endParaRPr lang="en-US" sz="10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r>
              <a:rPr lang="ar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استكشاف كيفية نقل الأكسجين والتخلص من ثاني أكسيد الكربون في أثناء النشاط البدني.</a:t>
            </a:r>
          </a:p>
          <a:p>
            <a:pPr marL="285750" indent="-285750" rtl="1">
              <a:buFont typeface="Arial" panose="05000000000000000000" pitchFamily="2" charset="2"/>
              <a:buChar char="•"/>
            </a:pPr>
            <a:endParaRPr lang="en-US" sz="10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r>
              <a:rPr lang="ar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تعرّف طريقة إسهام هذه الأجهزة في دعم الحركة، </a:t>
            </a:r>
            <a:b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وتنظيم درجة الحرارة، والتكيّف مع متطلبات التمرين. </a:t>
            </a:r>
            <a:endParaRPr lang="en-US" sz="1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endParaRPr lang="en-US" sz="105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r>
              <a:rPr lang="ar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معرفة طريقة عمل التنفس والدورة الدموية معًا لتزويد الجسم بالطاقة والحفاظ على جودة الأداء الرياضي. </a:t>
            </a:r>
            <a:endParaRPr lang="en-US" sz="1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E120DB-1F62-1300-DBAA-E7E5A7F54771}"/>
              </a:ext>
            </a:extLst>
          </p:cNvPr>
          <p:cNvGrpSpPr/>
          <p:nvPr/>
        </p:nvGrpSpPr>
        <p:grpSpPr>
          <a:xfrm flipH="1">
            <a:off x="332390" y="1999947"/>
            <a:ext cx="4054146" cy="4404070"/>
            <a:chOff x="332390" y="1999947"/>
            <a:chExt cx="4054146" cy="440407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6FCB389-79DB-B7A2-BA86-9E8ED28BE041}"/>
                </a:ext>
              </a:extLst>
            </p:cNvPr>
            <p:cNvSpPr/>
            <p:nvPr/>
          </p:nvSpPr>
          <p:spPr>
            <a:xfrm>
              <a:off x="332390" y="1999947"/>
              <a:ext cx="4054146" cy="734011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6" name="Rectangle 5" descr="Tick">
              <a:extLst>
                <a:ext uri="{FF2B5EF4-FFF2-40B4-BE49-F238E27FC236}">
                  <a16:creationId xmlns:a16="http://schemas.microsoft.com/office/drawing/2014/main" id="{2FCF34BB-7F93-8738-3426-CA561A2107BA}"/>
                </a:ext>
              </a:extLst>
            </p:cNvPr>
            <p:cNvSpPr/>
            <p:nvPr/>
          </p:nvSpPr>
          <p:spPr>
            <a:xfrm flipH="1">
              <a:off x="554428" y="2165099"/>
              <a:ext cx="403706" cy="403706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C15E1B6-D401-CD83-BACE-D47EDCBD6952}"/>
                </a:ext>
              </a:extLst>
            </p:cNvPr>
            <p:cNvSpPr/>
            <p:nvPr/>
          </p:nvSpPr>
          <p:spPr>
            <a:xfrm>
              <a:off x="1180173" y="1999947"/>
              <a:ext cx="3206362" cy="734011"/>
            </a:xfrm>
            <a:custGeom>
              <a:avLst/>
              <a:gdLst>
                <a:gd name="connsiteX0" fmla="*/ 0 w 3206362"/>
                <a:gd name="connsiteY0" fmla="*/ 0 h 734011"/>
                <a:gd name="connsiteX1" fmla="*/ 3206362 w 3206362"/>
                <a:gd name="connsiteY1" fmla="*/ 0 h 734011"/>
                <a:gd name="connsiteX2" fmla="*/ 3206362 w 3206362"/>
                <a:gd name="connsiteY2" fmla="*/ 734011 h 734011"/>
                <a:gd name="connsiteX3" fmla="*/ 0 w 3206362"/>
                <a:gd name="connsiteY3" fmla="*/ 734011 h 734011"/>
                <a:gd name="connsiteX4" fmla="*/ 0 w 3206362"/>
                <a:gd name="connsiteY4" fmla="*/ 0 h 73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362" h="734011">
                  <a:moveTo>
                    <a:pt x="0" y="0"/>
                  </a:moveTo>
                  <a:lnTo>
                    <a:pt x="3206362" y="0"/>
                  </a:lnTo>
                  <a:lnTo>
                    <a:pt x="3206362" y="734011"/>
                  </a:lnTo>
                  <a:lnTo>
                    <a:pt x="0" y="73401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7683" tIns="77683" rIns="77683" bIns="7768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200" b="1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مجالات المحتوى الرئيسة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F0CF2C9-0A77-7EF0-038E-E94221BD7672}"/>
                </a:ext>
              </a:extLst>
            </p:cNvPr>
            <p:cNvSpPr/>
            <p:nvPr/>
          </p:nvSpPr>
          <p:spPr>
            <a:xfrm>
              <a:off x="332390" y="2917462"/>
              <a:ext cx="4054146" cy="734011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Rectangle 9" descr="Skeleton with solid fill">
              <a:extLst>
                <a:ext uri="{FF2B5EF4-FFF2-40B4-BE49-F238E27FC236}">
                  <a16:creationId xmlns:a16="http://schemas.microsoft.com/office/drawing/2014/main" id="{DD77E8BF-7081-3040-2CF0-E9358D0A4EA5}"/>
                </a:ext>
              </a:extLst>
            </p:cNvPr>
            <p:cNvSpPr/>
            <p:nvPr/>
          </p:nvSpPr>
          <p:spPr>
            <a:xfrm flipH="1">
              <a:off x="554428" y="3082614"/>
              <a:ext cx="403706" cy="403706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28DBA4C-D69E-8125-D5BE-1B3ADD956A22}"/>
                </a:ext>
              </a:extLst>
            </p:cNvPr>
            <p:cNvSpPr/>
            <p:nvPr/>
          </p:nvSpPr>
          <p:spPr>
            <a:xfrm>
              <a:off x="1180173" y="2917462"/>
              <a:ext cx="3206362" cy="734011"/>
            </a:xfrm>
            <a:custGeom>
              <a:avLst/>
              <a:gdLst>
                <a:gd name="connsiteX0" fmla="*/ 0 w 3206362"/>
                <a:gd name="connsiteY0" fmla="*/ 0 h 734011"/>
                <a:gd name="connsiteX1" fmla="*/ 3206362 w 3206362"/>
                <a:gd name="connsiteY1" fmla="*/ 0 h 734011"/>
                <a:gd name="connsiteX2" fmla="*/ 3206362 w 3206362"/>
                <a:gd name="connsiteY2" fmla="*/ 734011 h 734011"/>
                <a:gd name="connsiteX3" fmla="*/ 0 w 3206362"/>
                <a:gd name="connsiteY3" fmla="*/ 734011 h 734011"/>
                <a:gd name="connsiteX4" fmla="*/ 0 w 3206362"/>
                <a:gd name="connsiteY4" fmla="*/ 0 h 73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362" h="734011">
                  <a:moveTo>
                    <a:pt x="0" y="0"/>
                  </a:moveTo>
                  <a:lnTo>
                    <a:pt x="3206362" y="0"/>
                  </a:lnTo>
                  <a:lnTo>
                    <a:pt x="3206362" y="734011"/>
                  </a:lnTo>
                  <a:lnTo>
                    <a:pt x="0" y="734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7683" tIns="77683" rIns="77683" bIns="7768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ب1</a:t>
              </a:r>
              <a:r>
                <a:rPr lang="ar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تركيب الجهاز القلبي الوعائي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7BAE353-FF73-13DD-21B8-94897D26F54E}"/>
                </a:ext>
              </a:extLst>
            </p:cNvPr>
            <p:cNvSpPr/>
            <p:nvPr/>
          </p:nvSpPr>
          <p:spPr>
            <a:xfrm>
              <a:off x="332390" y="3834977"/>
              <a:ext cx="4054146" cy="734011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12" descr="Heart organ with solid fill">
              <a:extLst>
                <a:ext uri="{FF2B5EF4-FFF2-40B4-BE49-F238E27FC236}">
                  <a16:creationId xmlns:a16="http://schemas.microsoft.com/office/drawing/2014/main" id="{FFD58039-806D-8702-CE69-4189944E8612}"/>
                </a:ext>
              </a:extLst>
            </p:cNvPr>
            <p:cNvSpPr/>
            <p:nvPr/>
          </p:nvSpPr>
          <p:spPr>
            <a:xfrm flipH="1">
              <a:off x="554428" y="4000129"/>
              <a:ext cx="403706" cy="403706"/>
            </a:xfrm>
            <a:prstGeom prst="rect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C1A2C1A-0F6A-6BF9-FCAF-E29553E2616C}"/>
                </a:ext>
              </a:extLst>
            </p:cNvPr>
            <p:cNvSpPr/>
            <p:nvPr/>
          </p:nvSpPr>
          <p:spPr>
            <a:xfrm>
              <a:off x="1180173" y="3834977"/>
              <a:ext cx="3206362" cy="734011"/>
            </a:xfrm>
            <a:custGeom>
              <a:avLst/>
              <a:gdLst>
                <a:gd name="connsiteX0" fmla="*/ 0 w 3206362"/>
                <a:gd name="connsiteY0" fmla="*/ 0 h 734011"/>
                <a:gd name="connsiteX1" fmla="*/ 3206362 w 3206362"/>
                <a:gd name="connsiteY1" fmla="*/ 0 h 734011"/>
                <a:gd name="connsiteX2" fmla="*/ 3206362 w 3206362"/>
                <a:gd name="connsiteY2" fmla="*/ 734011 h 734011"/>
                <a:gd name="connsiteX3" fmla="*/ 0 w 3206362"/>
                <a:gd name="connsiteY3" fmla="*/ 734011 h 734011"/>
                <a:gd name="connsiteX4" fmla="*/ 0 w 3206362"/>
                <a:gd name="connsiteY4" fmla="*/ 0 h 73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362" h="734011">
                  <a:moveTo>
                    <a:pt x="0" y="0"/>
                  </a:moveTo>
                  <a:lnTo>
                    <a:pt x="3206362" y="0"/>
                  </a:lnTo>
                  <a:lnTo>
                    <a:pt x="3206362" y="734011"/>
                  </a:lnTo>
                  <a:lnTo>
                    <a:pt x="0" y="73401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7683" tIns="77683" rIns="77683" bIns="7768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ب2</a:t>
              </a:r>
              <a:r>
                <a:rPr lang="ar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تركيب الجهاز التنفسي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513B09B-6A66-D79A-583F-ABECD3D71362}"/>
                </a:ext>
              </a:extLst>
            </p:cNvPr>
            <p:cNvSpPr/>
            <p:nvPr/>
          </p:nvSpPr>
          <p:spPr>
            <a:xfrm>
              <a:off x="332390" y="4752491"/>
              <a:ext cx="4054146" cy="734011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 15" descr="Muscular arm outline">
              <a:extLst>
                <a:ext uri="{FF2B5EF4-FFF2-40B4-BE49-F238E27FC236}">
                  <a16:creationId xmlns:a16="http://schemas.microsoft.com/office/drawing/2014/main" id="{552683A9-0B70-9405-8C0B-F3EA38244375}"/>
                </a:ext>
              </a:extLst>
            </p:cNvPr>
            <p:cNvSpPr/>
            <p:nvPr/>
          </p:nvSpPr>
          <p:spPr>
            <a:xfrm flipH="1">
              <a:off x="554428" y="4917644"/>
              <a:ext cx="403706" cy="403706"/>
            </a:xfrm>
            <a:prstGeom prst="rect">
              <a:avLst/>
            </a:pr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5FC27E-2D40-1C04-2250-A1FFA741CFDA}"/>
                </a:ext>
              </a:extLst>
            </p:cNvPr>
            <p:cNvSpPr/>
            <p:nvPr/>
          </p:nvSpPr>
          <p:spPr>
            <a:xfrm>
              <a:off x="1168695" y="4753937"/>
              <a:ext cx="3206362" cy="734011"/>
            </a:xfrm>
            <a:custGeom>
              <a:avLst/>
              <a:gdLst>
                <a:gd name="connsiteX0" fmla="*/ 0 w 3206362"/>
                <a:gd name="connsiteY0" fmla="*/ 0 h 734011"/>
                <a:gd name="connsiteX1" fmla="*/ 3206362 w 3206362"/>
                <a:gd name="connsiteY1" fmla="*/ 0 h 734011"/>
                <a:gd name="connsiteX2" fmla="*/ 3206362 w 3206362"/>
                <a:gd name="connsiteY2" fmla="*/ 734011 h 734011"/>
                <a:gd name="connsiteX3" fmla="*/ 0 w 3206362"/>
                <a:gd name="connsiteY3" fmla="*/ 734011 h 734011"/>
                <a:gd name="connsiteX4" fmla="*/ 0 w 3206362"/>
                <a:gd name="connsiteY4" fmla="*/ 0 h 73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362" h="734011">
                  <a:moveTo>
                    <a:pt x="0" y="0"/>
                  </a:moveTo>
                  <a:lnTo>
                    <a:pt x="3206362" y="0"/>
                  </a:lnTo>
                  <a:lnTo>
                    <a:pt x="3206362" y="734011"/>
                  </a:lnTo>
                  <a:lnTo>
                    <a:pt x="0" y="73401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7683" tIns="77683" rIns="77683" bIns="7768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ب3</a:t>
              </a:r>
              <a:r>
                <a:rPr lang="ar" sz="2000" kern="1200">
                  <a:solidFill>
                    <a:srgbClr val="000000">
                      <a:hueOff val="0"/>
                      <a:satOff val="0"/>
                      <a:lumOff val="0"/>
                      <a:alphaOff val="0"/>
                    </a:srgb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ar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وظائف الجهاز القلبي الوعائي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E544F0B-C6A9-639D-05AF-9BD8F7B2D3FA}"/>
                </a:ext>
              </a:extLst>
            </p:cNvPr>
            <p:cNvSpPr/>
            <p:nvPr/>
          </p:nvSpPr>
          <p:spPr>
            <a:xfrm>
              <a:off x="332390" y="5670006"/>
              <a:ext cx="4054146" cy="73401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7481EF-05BF-50F9-99E2-3E1C8C90F459}"/>
                </a:ext>
              </a:extLst>
            </p:cNvPr>
            <p:cNvSpPr/>
            <p:nvPr/>
          </p:nvSpPr>
          <p:spPr>
            <a:xfrm flipH="1">
              <a:off x="554428" y="5835159"/>
              <a:ext cx="403706" cy="403706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96A22D3-4AAF-6C91-B2F9-27678C538C57}"/>
                </a:ext>
              </a:extLst>
            </p:cNvPr>
            <p:cNvSpPr/>
            <p:nvPr/>
          </p:nvSpPr>
          <p:spPr>
            <a:xfrm>
              <a:off x="1180173" y="5670006"/>
              <a:ext cx="3206362" cy="734011"/>
            </a:xfrm>
            <a:custGeom>
              <a:avLst/>
              <a:gdLst>
                <a:gd name="connsiteX0" fmla="*/ 0 w 3206362"/>
                <a:gd name="connsiteY0" fmla="*/ 0 h 734011"/>
                <a:gd name="connsiteX1" fmla="*/ 3206362 w 3206362"/>
                <a:gd name="connsiteY1" fmla="*/ 0 h 734011"/>
                <a:gd name="connsiteX2" fmla="*/ 3206362 w 3206362"/>
                <a:gd name="connsiteY2" fmla="*/ 734011 h 734011"/>
                <a:gd name="connsiteX3" fmla="*/ 0 w 3206362"/>
                <a:gd name="connsiteY3" fmla="*/ 734011 h 734011"/>
                <a:gd name="connsiteX4" fmla="*/ 0 w 3206362"/>
                <a:gd name="connsiteY4" fmla="*/ 0 h 734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06362" h="734011">
                  <a:moveTo>
                    <a:pt x="0" y="0"/>
                  </a:moveTo>
                  <a:lnTo>
                    <a:pt x="3206362" y="0"/>
                  </a:lnTo>
                  <a:lnTo>
                    <a:pt x="3206362" y="734011"/>
                  </a:lnTo>
                  <a:lnTo>
                    <a:pt x="0" y="73401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7683" tIns="77683" rIns="77683" bIns="77683" numCol="1" spcCol="1270" rtlCol="1" anchor="ctr" anchorCtr="0">
              <a:noAutofit/>
            </a:bodyPr>
            <a:lstStyle/>
            <a:p>
              <a:pPr marL="0" lvl="0" indent="0" algn="r" defTabSz="88900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ب4 </a:t>
              </a:r>
              <a:r>
                <a:rPr lang="ar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 وظائف الجهاز التنفسي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749917D-44D1-AF38-EF99-C8079C448068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2229045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C523-B16B-57F9-9804-DAD86D01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uman body organs with veins&#10;&#10;AI-generated content may be incorrect.">
            <a:extLst>
              <a:ext uri="{FF2B5EF4-FFF2-40B4-BE49-F238E27FC236}">
                <a16:creationId xmlns:a16="http://schemas.microsoft.com/office/drawing/2014/main" id="{D03230C7-7471-29A7-263A-D134C2CCF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56" y="1977258"/>
            <a:ext cx="4079328" cy="407932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62E18-83AC-C042-343F-F545A7ADF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656" y="1193311"/>
            <a:ext cx="8900605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ب1 تركيب الجهاز القلبي الوعائي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008A5A8-E5F5-9519-B1FC-789B46B3C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301" y="1975417"/>
            <a:ext cx="4819960" cy="4084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rtl="1"/>
            <a:r>
              <a:rPr lang="ar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الأذينان</a:t>
            </a:r>
            <a:r>
              <a:rPr lang="en-US" sz="2000" b="1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</a:t>
            </a: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 الحجرتان العلويتان اللتان تستقبلان الدم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rtl="1">
              <a:buNone/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البطينان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الحجرتان السفليتان اللتان تضخان الدم إلى خارج القلب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الحاجز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يقسّم الجانب الأيسر عن الجانب الأيمن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الصمامات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تمنع ارتداد الدم عكس مساره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الشرايين التاجية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تزود عضلة القلب بالدم المؤكسد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161BB6-2939-BBDC-2C5C-73CB62B9A876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486145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B38E-EAB5-B71C-B3DD-C97108EE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3A83F0-E20D-F3B8-4EB7-A3FC8E8FF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" y="1193311"/>
            <a:ext cx="9143653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ب1 أنواع الأوعية الدموية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973ECB-CC3A-885A-78D6-68881E0DF0DE}"/>
              </a:ext>
            </a:extLst>
          </p:cNvPr>
          <p:cNvGrpSpPr/>
          <p:nvPr/>
        </p:nvGrpSpPr>
        <p:grpSpPr>
          <a:xfrm flipH="1">
            <a:off x="93718" y="1845300"/>
            <a:ext cx="4324257" cy="4625280"/>
            <a:chOff x="93718" y="1845300"/>
            <a:chExt cx="4324257" cy="462528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E68D45B-08FC-D40B-85D3-E92242973AAD}"/>
                </a:ext>
              </a:extLst>
            </p:cNvPr>
            <p:cNvSpPr/>
            <p:nvPr/>
          </p:nvSpPr>
          <p:spPr>
            <a:xfrm>
              <a:off x="93718" y="1845300"/>
              <a:ext cx="4324257" cy="823680"/>
            </a:xfrm>
            <a:custGeom>
              <a:avLst/>
              <a:gdLst>
                <a:gd name="connsiteX0" fmla="*/ 0 w 4324257"/>
                <a:gd name="connsiteY0" fmla="*/ 137283 h 823680"/>
                <a:gd name="connsiteX1" fmla="*/ 137283 w 4324257"/>
                <a:gd name="connsiteY1" fmla="*/ 0 h 823680"/>
                <a:gd name="connsiteX2" fmla="*/ 4186974 w 4324257"/>
                <a:gd name="connsiteY2" fmla="*/ 0 h 823680"/>
                <a:gd name="connsiteX3" fmla="*/ 4324257 w 4324257"/>
                <a:gd name="connsiteY3" fmla="*/ 137283 h 823680"/>
                <a:gd name="connsiteX4" fmla="*/ 4324257 w 4324257"/>
                <a:gd name="connsiteY4" fmla="*/ 686397 h 823680"/>
                <a:gd name="connsiteX5" fmla="*/ 4186974 w 4324257"/>
                <a:gd name="connsiteY5" fmla="*/ 823680 h 823680"/>
                <a:gd name="connsiteX6" fmla="*/ 137283 w 4324257"/>
                <a:gd name="connsiteY6" fmla="*/ 823680 h 823680"/>
                <a:gd name="connsiteX7" fmla="*/ 0 w 4324257"/>
                <a:gd name="connsiteY7" fmla="*/ 686397 h 823680"/>
                <a:gd name="connsiteX8" fmla="*/ 0 w 4324257"/>
                <a:gd name="connsiteY8" fmla="*/ 137283 h 82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24257" h="823680">
                  <a:moveTo>
                    <a:pt x="0" y="137283"/>
                  </a:moveTo>
                  <a:cubicBezTo>
                    <a:pt x="0" y="61464"/>
                    <a:pt x="61464" y="0"/>
                    <a:pt x="137283" y="0"/>
                  </a:cubicBezTo>
                  <a:lnTo>
                    <a:pt x="4186974" y="0"/>
                  </a:lnTo>
                  <a:cubicBezTo>
                    <a:pt x="4262793" y="0"/>
                    <a:pt x="4324257" y="61464"/>
                    <a:pt x="4324257" y="137283"/>
                  </a:cubicBezTo>
                  <a:lnTo>
                    <a:pt x="4324257" y="686397"/>
                  </a:lnTo>
                  <a:cubicBezTo>
                    <a:pt x="4324257" y="762216"/>
                    <a:pt x="4262793" y="823680"/>
                    <a:pt x="4186974" y="823680"/>
                  </a:cubicBezTo>
                  <a:lnTo>
                    <a:pt x="137283" y="823680"/>
                  </a:lnTo>
                  <a:cubicBezTo>
                    <a:pt x="61464" y="823680"/>
                    <a:pt x="0" y="762216"/>
                    <a:pt x="0" y="686397"/>
                  </a:cubicBezTo>
                  <a:lnTo>
                    <a:pt x="0" y="137283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169" tIns="101169" rIns="101169" bIns="101169" numCol="1" spcCol="1270" rtlCol="1" anchor="ctr" anchorCtr="0">
              <a:noAutofit/>
            </a:bodyPr>
            <a:lstStyle/>
            <a:p>
              <a:pPr marL="0" lvl="0" indent="0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الشرايين 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جدرانها سميكة ومرنة، وتنقل الدم من القلب إلى الجسم تحت ضغط مرتفع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3B7EDAF-170E-969C-B9A8-38F65EC08AB2}"/>
                </a:ext>
              </a:extLst>
            </p:cNvPr>
            <p:cNvSpPr/>
            <p:nvPr/>
          </p:nvSpPr>
          <p:spPr>
            <a:xfrm>
              <a:off x="93718" y="2795700"/>
              <a:ext cx="4324257" cy="823680"/>
            </a:xfrm>
            <a:custGeom>
              <a:avLst/>
              <a:gdLst>
                <a:gd name="connsiteX0" fmla="*/ 0 w 4324257"/>
                <a:gd name="connsiteY0" fmla="*/ 137283 h 823680"/>
                <a:gd name="connsiteX1" fmla="*/ 137283 w 4324257"/>
                <a:gd name="connsiteY1" fmla="*/ 0 h 823680"/>
                <a:gd name="connsiteX2" fmla="*/ 4186974 w 4324257"/>
                <a:gd name="connsiteY2" fmla="*/ 0 h 823680"/>
                <a:gd name="connsiteX3" fmla="*/ 4324257 w 4324257"/>
                <a:gd name="connsiteY3" fmla="*/ 137283 h 823680"/>
                <a:gd name="connsiteX4" fmla="*/ 4324257 w 4324257"/>
                <a:gd name="connsiteY4" fmla="*/ 686397 h 823680"/>
                <a:gd name="connsiteX5" fmla="*/ 4186974 w 4324257"/>
                <a:gd name="connsiteY5" fmla="*/ 823680 h 823680"/>
                <a:gd name="connsiteX6" fmla="*/ 137283 w 4324257"/>
                <a:gd name="connsiteY6" fmla="*/ 823680 h 823680"/>
                <a:gd name="connsiteX7" fmla="*/ 0 w 4324257"/>
                <a:gd name="connsiteY7" fmla="*/ 686397 h 823680"/>
                <a:gd name="connsiteX8" fmla="*/ 0 w 4324257"/>
                <a:gd name="connsiteY8" fmla="*/ 137283 h 82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24257" h="823680">
                  <a:moveTo>
                    <a:pt x="0" y="137283"/>
                  </a:moveTo>
                  <a:cubicBezTo>
                    <a:pt x="0" y="61464"/>
                    <a:pt x="61464" y="0"/>
                    <a:pt x="137283" y="0"/>
                  </a:cubicBezTo>
                  <a:lnTo>
                    <a:pt x="4186974" y="0"/>
                  </a:lnTo>
                  <a:cubicBezTo>
                    <a:pt x="4262793" y="0"/>
                    <a:pt x="4324257" y="61464"/>
                    <a:pt x="4324257" y="137283"/>
                  </a:cubicBezTo>
                  <a:lnTo>
                    <a:pt x="4324257" y="686397"/>
                  </a:lnTo>
                  <a:cubicBezTo>
                    <a:pt x="4324257" y="762216"/>
                    <a:pt x="4262793" y="823680"/>
                    <a:pt x="4186974" y="823680"/>
                  </a:cubicBezTo>
                  <a:lnTo>
                    <a:pt x="137283" y="823680"/>
                  </a:lnTo>
                  <a:cubicBezTo>
                    <a:pt x="61464" y="823680"/>
                    <a:pt x="0" y="762216"/>
                    <a:pt x="0" y="686397"/>
                  </a:cubicBezTo>
                  <a:lnTo>
                    <a:pt x="0" y="137283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169" tIns="101169" rIns="101169" bIns="101169" numCol="1" spcCol="1270" rtlCol="1" anchor="ctr" anchorCtr="0">
              <a:noAutofit/>
            </a:bodyPr>
            <a:lstStyle/>
            <a:p>
              <a:pPr marL="0" lvl="0" indent="0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الأوردة 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جدرانها رقيقة، وتنقل الدم العائد إلى القلب تحت ضغط منخفض، وتحتوي على صمامات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3502403-16EC-38A0-F643-84699362B945}"/>
                </a:ext>
              </a:extLst>
            </p:cNvPr>
            <p:cNvSpPr/>
            <p:nvPr/>
          </p:nvSpPr>
          <p:spPr>
            <a:xfrm>
              <a:off x="93718" y="3746100"/>
              <a:ext cx="4324257" cy="823680"/>
            </a:xfrm>
            <a:custGeom>
              <a:avLst/>
              <a:gdLst>
                <a:gd name="connsiteX0" fmla="*/ 0 w 4324257"/>
                <a:gd name="connsiteY0" fmla="*/ 137283 h 823680"/>
                <a:gd name="connsiteX1" fmla="*/ 137283 w 4324257"/>
                <a:gd name="connsiteY1" fmla="*/ 0 h 823680"/>
                <a:gd name="connsiteX2" fmla="*/ 4186974 w 4324257"/>
                <a:gd name="connsiteY2" fmla="*/ 0 h 823680"/>
                <a:gd name="connsiteX3" fmla="*/ 4324257 w 4324257"/>
                <a:gd name="connsiteY3" fmla="*/ 137283 h 823680"/>
                <a:gd name="connsiteX4" fmla="*/ 4324257 w 4324257"/>
                <a:gd name="connsiteY4" fmla="*/ 686397 h 823680"/>
                <a:gd name="connsiteX5" fmla="*/ 4186974 w 4324257"/>
                <a:gd name="connsiteY5" fmla="*/ 823680 h 823680"/>
                <a:gd name="connsiteX6" fmla="*/ 137283 w 4324257"/>
                <a:gd name="connsiteY6" fmla="*/ 823680 h 823680"/>
                <a:gd name="connsiteX7" fmla="*/ 0 w 4324257"/>
                <a:gd name="connsiteY7" fmla="*/ 686397 h 823680"/>
                <a:gd name="connsiteX8" fmla="*/ 0 w 4324257"/>
                <a:gd name="connsiteY8" fmla="*/ 137283 h 82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24257" h="823680">
                  <a:moveTo>
                    <a:pt x="0" y="137283"/>
                  </a:moveTo>
                  <a:cubicBezTo>
                    <a:pt x="0" y="61464"/>
                    <a:pt x="61464" y="0"/>
                    <a:pt x="137283" y="0"/>
                  </a:cubicBezTo>
                  <a:lnTo>
                    <a:pt x="4186974" y="0"/>
                  </a:lnTo>
                  <a:cubicBezTo>
                    <a:pt x="4262793" y="0"/>
                    <a:pt x="4324257" y="61464"/>
                    <a:pt x="4324257" y="137283"/>
                  </a:cubicBezTo>
                  <a:lnTo>
                    <a:pt x="4324257" y="686397"/>
                  </a:lnTo>
                  <a:cubicBezTo>
                    <a:pt x="4324257" y="762216"/>
                    <a:pt x="4262793" y="823680"/>
                    <a:pt x="4186974" y="823680"/>
                  </a:cubicBezTo>
                  <a:lnTo>
                    <a:pt x="137283" y="823680"/>
                  </a:lnTo>
                  <a:cubicBezTo>
                    <a:pt x="61464" y="823680"/>
                    <a:pt x="0" y="762216"/>
                    <a:pt x="0" y="686397"/>
                  </a:cubicBezTo>
                  <a:lnTo>
                    <a:pt x="0" y="137283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169" tIns="101169" rIns="101169" bIns="101169" numCol="1" spcCol="1270" rtlCol="1" anchor="ctr" anchorCtr="0">
              <a:noAutofit/>
            </a:bodyPr>
            <a:lstStyle/>
            <a:p>
              <a:pPr marL="0" lvl="0" indent="0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الشعيرات الدموية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–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 جدرانها بسُمك خلية واحدة، وتسمح بتبادل الغازات والعناصر الغذائية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099955-E3DA-1FFA-37AF-B9CC4C7B78AC}"/>
                </a:ext>
              </a:extLst>
            </p:cNvPr>
            <p:cNvSpPr/>
            <p:nvPr/>
          </p:nvSpPr>
          <p:spPr>
            <a:xfrm>
              <a:off x="93718" y="4696500"/>
              <a:ext cx="4324257" cy="823680"/>
            </a:xfrm>
            <a:custGeom>
              <a:avLst/>
              <a:gdLst>
                <a:gd name="connsiteX0" fmla="*/ 0 w 4324257"/>
                <a:gd name="connsiteY0" fmla="*/ 137283 h 823680"/>
                <a:gd name="connsiteX1" fmla="*/ 137283 w 4324257"/>
                <a:gd name="connsiteY1" fmla="*/ 0 h 823680"/>
                <a:gd name="connsiteX2" fmla="*/ 4186974 w 4324257"/>
                <a:gd name="connsiteY2" fmla="*/ 0 h 823680"/>
                <a:gd name="connsiteX3" fmla="*/ 4324257 w 4324257"/>
                <a:gd name="connsiteY3" fmla="*/ 137283 h 823680"/>
                <a:gd name="connsiteX4" fmla="*/ 4324257 w 4324257"/>
                <a:gd name="connsiteY4" fmla="*/ 686397 h 823680"/>
                <a:gd name="connsiteX5" fmla="*/ 4186974 w 4324257"/>
                <a:gd name="connsiteY5" fmla="*/ 823680 h 823680"/>
                <a:gd name="connsiteX6" fmla="*/ 137283 w 4324257"/>
                <a:gd name="connsiteY6" fmla="*/ 823680 h 823680"/>
                <a:gd name="connsiteX7" fmla="*/ 0 w 4324257"/>
                <a:gd name="connsiteY7" fmla="*/ 686397 h 823680"/>
                <a:gd name="connsiteX8" fmla="*/ 0 w 4324257"/>
                <a:gd name="connsiteY8" fmla="*/ 137283 h 82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24257" h="823680">
                  <a:moveTo>
                    <a:pt x="0" y="137283"/>
                  </a:moveTo>
                  <a:cubicBezTo>
                    <a:pt x="0" y="61464"/>
                    <a:pt x="61464" y="0"/>
                    <a:pt x="137283" y="0"/>
                  </a:cubicBezTo>
                  <a:lnTo>
                    <a:pt x="4186974" y="0"/>
                  </a:lnTo>
                  <a:cubicBezTo>
                    <a:pt x="4262793" y="0"/>
                    <a:pt x="4324257" y="61464"/>
                    <a:pt x="4324257" y="137283"/>
                  </a:cubicBezTo>
                  <a:lnTo>
                    <a:pt x="4324257" y="686397"/>
                  </a:lnTo>
                  <a:cubicBezTo>
                    <a:pt x="4324257" y="762216"/>
                    <a:pt x="4262793" y="823680"/>
                    <a:pt x="4186974" y="823680"/>
                  </a:cubicBezTo>
                  <a:lnTo>
                    <a:pt x="137283" y="823680"/>
                  </a:lnTo>
                  <a:cubicBezTo>
                    <a:pt x="61464" y="823680"/>
                    <a:pt x="0" y="762216"/>
                    <a:pt x="0" y="686397"/>
                  </a:cubicBezTo>
                  <a:lnTo>
                    <a:pt x="0" y="137283"/>
                  </a:lnTo>
                  <a:close/>
                </a:path>
              </a:pathLst>
            </a:custGeom>
            <a:solidFill>
              <a:schemeClr val="accent5">
                <a:lumMod val="9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169" tIns="101169" rIns="101169" bIns="101169" numCol="1" spcCol="1270" rtlCol="1" anchor="ctr" anchorCtr="0">
              <a:noAutofit/>
            </a:bodyPr>
            <a:lstStyle/>
            <a:p>
              <a:pPr marL="0" lvl="0" indent="0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الشريان الرئوي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 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en-US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ar" sz="1600" b="0" kern="1200" dirty="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ينقل الدم غير المؤكسد إلى الرئتين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F77B99B-E9A9-F91F-8BC7-47F724F8F6A3}"/>
                </a:ext>
              </a:extLst>
            </p:cNvPr>
            <p:cNvSpPr/>
            <p:nvPr/>
          </p:nvSpPr>
          <p:spPr>
            <a:xfrm>
              <a:off x="93718" y="5646900"/>
              <a:ext cx="4324257" cy="823680"/>
            </a:xfrm>
            <a:custGeom>
              <a:avLst/>
              <a:gdLst>
                <a:gd name="connsiteX0" fmla="*/ 0 w 4324257"/>
                <a:gd name="connsiteY0" fmla="*/ 137283 h 823680"/>
                <a:gd name="connsiteX1" fmla="*/ 137283 w 4324257"/>
                <a:gd name="connsiteY1" fmla="*/ 0 h 823680"/>
                <a:gd name="connsiteX2" fmla="*/ 4186974 w 4324257"/>
                <a:gd name="connsiteY2" fmla="*/ 0 h 823680"/>
                <a:gd name="connsiteX3" fmla="*/ 4324257 w 4324257"/>
                <a:gd name="connsiteY3" fmla="*/ 137283 h 823680"/>
                <a:gd name="connsiteX4" fmla="*/ 4324257 w 4324257"/>
                <a:gd name="connsiteY4" fmla="*/ 686397 h 823680"/>
                <a:gd name="connsiteX5" fmla="*/ 4186974 w 4324257"/>
                <a:gd name="connsiteY5" fmla="*/ 823680 h 823680"/>
                <a:gd name="connsiteX6" fmla="*/ 137283 w 4324257"/>
                <a:gd name="connsiteY6" fmla="*/ 823680 h 823680"/>
                <a:gd name="connsiteX7" fmla="*/ 0 w 4324257"/>
                <a:gd name="connsiteY7" fmla="*/ 686397 h 823680"/>
                <a:gd name="connsiteX8" fmla="*/ 0 w 4324257"/>
                <a:gd name="connsiteY8" fmla="*/ 137283 h 82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24257" h="823680">
                  <a:moveTo>
                    <a:pt x="0" y="137283"/>
                  </a:moveTo>
                  <a:cubicBezTo>
                    <a:pt x="0" y="61464"/>
                    <a:pt x="61464" y="0"/>
                    <a:pt x="137283" y="0"/>
                  </a:cubicBezTo>
                  <a:lnTo>
                    <a:pt x="4186974" y="0"/>
                  </a:lnTo>
                  <a:cubicBezTo>
                    <a:pt x="4262793" y="0"/>
                    <a:pt x="4324257" y="61464"/>
                    <a:pt x="4324257" y="137283"/>
                  </a:cubicBezTo>
                  <a:lnTo>
                    <a:pt x="4324257" y="686397"/>
                  </a:lnTo>
                  <a:cubicBezTo>
                    <a:pt x="4324257" y="762216"/>
                    <a:pt x="4262793" y="823680"/>
                    <a:pt x="4186974" y="823680"/>
                  </a:cubicBezTo>
                  <a:lnTo>
                    <a:pt x="137283" y="823680"/>
                  </a:lnTo>
                  <a:cubicBezTo>
                    <a:pt x="61464" y="823680"/>
                    <a:pt x="0" y="762216"/>
                    <a:pt x="0" y="686397"/>
                  </a:cubicBezTo>
                  <a:lnTo>
                    <a:pt x="0" y="137283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1169" tIns="101169" rIns="101169" bIns="101169" numCol="1" spcCol="1270" rtlCol="1" anchor="ctr" anchorCtr="0">
              <a:noAutofit/>
            </a:bodyPr>
            <a:lstStyle/>
            <a:p>
              <a:pPr marL="0" lvl="0" indent="0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1" kern="120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الوريد الرئوي</a:t>
              </a:r>
              <a:r>
                <a:rPr lang="ar" sz="1600" b="0" kern="120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 </a:t>
              </a:r>
              <a:r>
                <a:rPr lang="ar" sz="1600" b="0" kern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  <a:r>
                <a:rPr lang="ar" sz="1600" b="0" kern="1200">
                  <a:solidFill>
                    <a:schemeClr val="tx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 ينقل الدم المؤكسد من الرئتين إلى القلب</a:t>
              </a:r>
            </a:p>
          </p:txBody>
        </p:sp>
      </p:grpSp>
      <p:pic>
        <p:nvPicPr>
          <p:cNvPr id="35074" name="Picture 35073" descr="A human body with organs and veins&#10;&#10;AI-generated content may be incorrect.">
            <a:extLst>
              <a:ext uri="{FF2B5EF4-FFF2-40B4-BE49-F238E27FC236}">
                <a16:creationId xmlns:a16="http://schemas.microsoft.com/office/drawing/2014/main" id="{9F065303-0BE8-8691-F154-0CCA59906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861" y="1868871"/>
            <a:ext cx="4585138" cy="45851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A2645C-98AE-3798-1431-1944B2988A68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088456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EA11-AB54-E795-914E-2E98D26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A99A56D-4D2E-BB0C-5B8D-CC6B5CE66853}"/>
              </a:ext>
            </a:extLst>
          </p:cNvPr>
          <p:cNvSpPr>
            <a:spLocks noGrp="1"/>
          </p:cNvSpPr>
          <p:nvPr/>
        </p:nvSpPr>
        <p:spPr bwMode="auto">
          <a:xfrm>
            <a:off x="4988747" y="1799545"/>
            <a:ext cx="4067957" cy="4634083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rtl="1">
              <a:buFont typeface="Arial"/>
              <a:buChar char="•"/>
            </a:pPr>
            <a:endParaRPr lang="en-US" sz="11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التجويف الأنفي</a:t>
            </a: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يُدفئ الهواء ويُرشحه ويُرطّبه</a:t>
            </a:r>
          </a:p>
          <a:p>
            <a:pPr marL="342900" indent="-342900" rtl="1">
              <a:buFont typeface="Arial"/>
              <a:buChar char="•"/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القصبة الهوائية</a:t>
            </a: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ar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تنقل الهواء إلى الرئتين، مدعومة بالغضاريف</a:t>
            </a:r>
          </a:p>
          <a:p>
            <a:pPr marL="342900" indent="-342900" rtl="1">
              <a:buFont typeface="Arial"/>
              <a:buChar char="•"/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الشعب الهوائية/القصيبات الهوائية</a:t>
            </a:r>
            <a:r>
              <a:rPr lang="ar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تتفرع لتصل إلى كل رئة</a:t>
            </a:r>
          </a:p>
          <a:p>
            <a:pPr marL="342900" indent="-342900" rtl="1">
              <a:buFont typeface="Arial"/>
              <a:buChar char="•"/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الحويصلات الهوائية</a:t>
            </a: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موقع تبادل الغازات</a:t>
            </a:r>
          </a:p>
          <a:p>
            <a:pPr marL="342900" indent="-342900" rtl="1">
              <a:buFont typeface="Arial"/>
              <a:buChar char="•"/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الحجاب الحاجز والعضلات الوربية</a:t>
            </a:r>
            <a:r>
              <a:rPr lang="ar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تتحكم في عملية التنفس</a:t>
            </a:r>
            <a:endParaRPr lang="en-GB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Arial" panose="05000000000000000000" pitchFamily="2" charset="2"/>
              <a:buChar char="•"/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A88BCB3-A0C8-F6FB-B0E1-E6747DB2B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2" y="1148643"/>
            <a:ext cx="9143653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ب2 تركيب الجهاز التنفسي</a:t>
            </a:r>
          </a:p>
        </p:txBody>
      </p:sp>
      <p:pic>
        <p:nvPicPr>
          <p:cNvPr id="12" name="Picture 11" descr="A x-ray of a person&amp;#39;s body&#10;&#10;AI-generated content may be incorrect.">
            <a:extLst>
              <a:ext uri="{FF2B5EF4-FFF2-40B4-BE49-F238E27FC236}">
                <a16:creationId xmlns:a16="http://schemas.microsoft.com/office/drawing/2014/main" id="{1FAEA724-00B8-317C-B7C9-E1B36CE87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58" y="2301601"/>
            <a:ext cx="4828190" cy="36211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39A7EB-FEFA-95F8-99B8-F5415A36BB72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683001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EC3D-8A4D-3F1F-6E92-D8D202FC5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9380B-7EA1-CBC6-339A-382EDAE87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" y="1193311"/>
            <a:ext cx="9143653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ب3 وظائف الجهاز القلبي الوعائي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D448D3-88DA-7EF3-2AEC-4055D7DC14B8}"/>
              </a:ext>
            </a:extLst>
          </p:cNvPr>
          <p:cNvSpPr>
            <a:spLocks noGrp="1"/>
          </p:cNvSpPr>
          <p:nvPr/>
        </p:nvSpPr>
        <p:spPr bwMode="auto">
          <a:xfrm>
            <a:off x="824024" y="2108286"/>
            <a:ext cx="7503525" cy="3766980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ينقل الأكسجين إلى الأعضاء والعضلات </a:t>
            </a:r>
            <a:endParaRPr lang="en-US" sz="2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يزيل ثاني أكسيد الكربون والفضلات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يوصّل العناصر الغذائية إلى الخلايا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Arial" panose="05000000000000000000" pitchFamily="2" charset="2"/>
              <a:buChar char="•"/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ينقل الهرمونات إلى أماكنها المستهدفة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يحمي الجسم بكريات الدم البيضاء وآلية تخثر الدم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1">
              <a:buFont typeface="Arial" panose="05000000000000000000" pitchFamily="2" charset="2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ينظم درجة حرارة الجسم (تنظيم الحرارة)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1">
              <a:buFont typeface="Arial" panose="05000000000000000000" pitchFamily="2" charset="2"/>
              <a:buChar char="•"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E299D0-1FD2-1BB5-CBB2-94A0A4C77D96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8666190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D2BAB-FD47-C8EF-B1AC-ECA7374F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76A213DB-2B3B-9A33-B27A-D5ACDF951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46" y="1853648"/>
            <a:ext cx="840628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تنظيم درجة حرارة الجسم: الحرارة والجهاز القلبي الوعائي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26E18-4040-72FA-8039-582EE2AE7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69" y="1186742"/>
            <a:ext cx="8677260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ب3 ارتفاع درجة الحرارة الداخلية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08CC140-C0ED-469F-9EFF-5E36140A1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8887" y="2507505"/>
            <a:ext cx="4675442" cy="38150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rtl="1"/>
            <a:endParaRPr lang="en-GB" sz="1100" dirty="0">
              <a:latin typeface="Times New Roman" panose="02020603050405020304" pitchFamily="18" charset="0"/>
              <a:ea typeface="Open Sans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يؤدي ارتفاع درجة الحرارة الداخلية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إلى توسع الأوعية الدموية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تتسع الأوعية الدموية تحت الجلد لتفريغ الحرارة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تفرز الغدد العرقية العرق الذي يتبخر ويُبرد سطح الجلد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تساعد هذه العملية الرياضيين على تجنب ارتفاع الحرارة المفرط 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في أثناء التمرين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transparent body with red and yellow veins&#10;&#10;AI-generated content may be incorrect.">
            <a:extLst>
              <a:ext uri="{FF2B5EF4-FFF2-40B4-BE49-F238E27FC236}">
                <a16:creationId xmlns:a16="http://schemas.microsoft.com/office/drawing/2014/main" id="{3A4CB338-BA51-4896-79CB-1CC670E94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69" y="2512630"/>
            <a:ext cx="3855983" cy="38034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C18044-525E-58F9-29B1-0623F5677C7F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942458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E6127-2F1A-69BF-C137-708AE0113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3168E-7F7B-C536-645F-C22CFDFBC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36" y="1186742"/>
            <a:ext cx="8775791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ب3 انخفاض درجة الحرارة الداخلية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E98F18A-31FF-7FD8-602F-5842B0366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476" y="1974761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r>
              <a:rPr lang="a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تنظيم درجة حرارة الجسم: البرودة والجهاز القلبي الوعائي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6862182-8528-644B-C95A-F1545ED0A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593" y="2724279"/>
            <a:ext cx="8058460" cy="30924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rtl="1"/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يؤدي انخفاض درجة الحرارة الداخلية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إلى تضيق الأوعية الدموية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تضيق الأوعية الدموية للحفاظ على الحرارة في مركز الجسم </a:t>
            </a: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يقل تدفق الدم إلى سطح الجلد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يولّد الارتعاش 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حرارة أيضية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C9905C-7DCC-475D-6FFC-BD46C0A8D2A1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970989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86E6A-B40F-3D9F-5C75-35CE37152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5E549-A592-BA82-5374-354DB342F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" y="1193311"/>
            <a:ext cx="9143653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ب4 آلية التنفس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867C7E-A933-7166-1239-414C58C07756}"/>
              </a:ext>
            </a:extLst>
          </p:cNvPr>
          <p:cNvSpPr>
            <a:spLocks noGrp="1"/>
          </p:cNvSpPr>
          <p:nvPr/>
        </p:nvSpPr>
        <p:spPr bwMode="auto">
          <a:xfrm>
            <a:off x="9472" y="2600959"/>
            <a:ext cx="9139197" cy="2604275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0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9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9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الشهيق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 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- ينقبض الحجاب الحاجز فيصبح مسطحًا، وترتفع الأضلاع، فيُسحب الهواء إلى الداخل </a:t>
            </a:r>
          </a:p>
          <a:p>
            <a:pPr marL="285750" indent="-285750" rtl="1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marL="285750" indent="-285750" rtl="1">
              <a:buFont typeface="Wingdings" panose="05000000000000000000" pitchFamily="2" charset="2"/>
              <a:buChar char="§"/>
            </a:pP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الزفير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 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- يرتخي الحجاب الحاجز، وتنخفض الأضلاع، فيُدفع الهواء إلى الخارج </a:t>
            </a:r>
          </a:p>
          <a:p>
            <a:pPr marL="285750" indent="-285750" rtl="1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marL="285750" indent="-285750" rtl="1"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تتحكم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العضلات الوربية</a:t>
            </a: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 في هذه العملية </a:t>
            </a:r>
          </a:p>
          <a:p>
            <a:pPr marL="285750" indent="-285750" rtl="1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  <a:p>
            <a:pPr marL="285750" indent="-285750" rtl="1">
              <a:buChar char="§"/>
            </a:pPr>
            <a:r>
              <a:rPr lang="ar" sz="2000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تؤدي الحركة إلى تغيّر الضغط داخل </a:t>
            </a:r>
            <a:r>
              <a:rPr lang="ar" sz="2000" b="1" dirty="0">
                <a:solidFill>
                  <a:schemeClr val="tx2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التجويف الصدري</a:t>
            </a:r>
          </a:p>
          <a:p>
            <a:pPr marL="285750" indent="-285750" rtl="1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889C9-3705-8D9A-E186-12EBCF0B676A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1131038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FBB9B-3235-90BA-CA91-BC8007442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lung&#10;&#10;AI-generated content may be incorrect.">
            <a:extLst>
              <a:ext uri="{FF2B5EF4-FFF2-40B4-BE49-F238E27FC236}">
                <a16:creationId xmlns:a16="http://schemas.microsoft.com/office/drawing/2014/main" id="{614D74F0-1C77-FBD3-C800-1F98C6217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963" y="2016672"/>
            <a:ext cx="3061138" cy="4079328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D57CEBE-C214-9E8F-ACDE-6FFC379B7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" y="1186742"/>
            <a:ext cx="9143653" cy="47164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0" indent="0" rtl="1">
              <a:buNone/>
            </a:pPr>
            <a:r>
              <a:rPr lang="ar" b="1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ب4 تبادل الغازات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0EBFCB6-8B5C-5B54-DC70-9A0EDDF7D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887" y="2014830"/>
            <a:ext cx="4819960" cy="4084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1" fontAlgn="base" latinLnBrk="0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rtl="1"/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ينتشر الأكسجين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من الحويصلات الهوائية إلى 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الدم</a:t>
            </a:r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ينتشر ثاني أكسيد الكربون من الدم إلى الحويصلات الهوائية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يحدث ذلك بسبب فروق التركيز بين الغازات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1"/>
            <a:r>
              <a:rPr lang="a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تُمكّن هذه العملية من حدوث التنفس الخلوي </a:t>
            </a:r>
            <a:r>
              <a:rPr lang="ar" sz="2000" dirty="0"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في العضلات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E74C0-698E-0EE2-1A03-A30D5F3660FA}"/>
              </a:ext>
            </a:extLst>
          </p:cNvPr>
          <p:cNvSpPr txBox="1"/>
          <p:nvPr/>
        </p:nvSpPr>
        <p:spPr>
          <a:xfrm>
            <a:off x="-14952" y="6582782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A103000424358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7315254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B83A-F3FF-7F4A-B0E6-7F69FC47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9EFF56A7-02D6-C771-2571-A10B7B48A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شكر وتقدير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9FDB783-D7F9-BAE3-873E-F6FB4F79B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576" y="2205038"/>
            <a:ext cx="8083624" cy="2657475"/>
          </a:xfrm>
        </p:spPr>
        <p:txBody>
          <a:bodyPr rtlCol="1"/>
          <a:lstStyle/>
          <a:p>
            <a:pPr marL="0" indent="0" rtl="1">
              <a:lnSpc>
                <a:spcPct val="110000"/>
              </a:lnSpc>
              <a:buNone/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الصور: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rtl="1">
              <a:lnSpc>
                <a:spcPct val="110000"/>
              </a:lnSpc>
            </a:pP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(دليل الاختصارات: l-يسار، r-يمين، c-وسط، t-أعلى، b-أسفل) </a:t>
            </a:r>
          </a:p>
          <a:p>
            <a:pPr rtl="1">
              <a:lnSpc>
                <a:spcPct val="110000"/>
              </a:lnSpc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 آر إف: 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آيستري (الشريحة 1)، يوديم (الشريحة 25)؛ </a:t>
            </a: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ألامي ستوك فوتو: 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ألدونا جريشكيفيتشينيه (الشريحة 7)، </a:t>
            </a: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شترستوك: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سيباستيان كاوليتزكي (الشريحة 2)، أندريا دانتي (الشريحة 30)، </a:t>
            </a: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stock.adobe.com: 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ديجيتال ستورم (الشريحة 12)، بي آي سي 4 يو (الشريحة 13)، لايت جيرل (الشريحة 15)، ماجيك ماين (الشريحة 17، 23)، هاي_ريزوليوشن (الشريحة 18)، أوليكساندر بوكوساي (الشريحة 20)، ماي بوكس (الشريحة 24، 27). </a:t>
            </a:r>
          </a:p>
          <a:p>
            <a:pPr rtl="1">
              <a:lnSpc>
                <a:spcPct val="11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91296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1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3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4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5CA97BB98D954187A61B8775138C0A" ma:contentTypeVersion="18" ma:contentTypeDescription="Create a new document." ma:contentTypeScope="" ma:versionID="de24caa4c0e3be310f88c5303a429eda">
  <xsd:schema xmlns:xsd="http://www.w3.org/2001/XMLSchema" xmlns:xs="http://www.w3.org/2001/XMLSchema" xmlns:p="http://schemas.microsoft.com/office/2006/metadata/properties" xmlns:ns1="http://schemas.microsoft.com/sharepoint/v3" xmlns:ns2="a26a0597-d0d1-4250-940c-88e9bf9d5597" xmlns:ns3="6881431a-e3b2-481e-ba90-fae26e2fa83c" targetNamespace="http://schemas.microsoft.com/office/2006/metadata/properties" ma:root="true" ma:fieldsID="13345d94bc33d60197014d8f23048d11" ns1:_="" ns2:_="" ns3:_="">
    <xsd:import namespace="http://schemas.microsoft.com/sharepoint/v3"/>
    <xsd:import namespace="a26a0597-d0d1-4250-940c-88e9bf9d5597"/>
    <xsd:import namespace="6881431a-e3b2-481e-ba90-fae26e2fa8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a0597-d0d1-4250-940c-88e9bf9d55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b19cccf-beb9-4e4d-a7ce-d3aacf7fbe52}" ma:internalName="TaxCatchAll" ma:showField="CatchAllData" ma:web="a26a0597-d0d1-4250-940c-88e9bf9d55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1431a-e3b2-481e-ba90-fae26e2f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a26a0597-d0d1-4250-940c-88e9bf9d5597" xsi:nil="true"/>
    <lcf76f155ced4ddcb4097134ff3c332f xmlns="6881431a-e3b2-481e-ba90-fae26e2fa83c">
      <Terms xmlns="http://schemas.microsoft.com/office/infopath/2007/PartnerControls"/>
    </lcf76f155ced4ddcb4097134ff3c332f>
    <SharedWithUsers xmlns="a26a0597-d0d1-4250-940c-88e9bf9d5597">
      <UserInfo>
        <DisplayName/>
        <AccountId xsi:nil="true"/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BD9A2E-6240-444C-8C34-4E1B626F860B}"/>
</file>

<file path=customXml/itemProps2.xml><?xml version="1.0" encoding="utf-8"?>
<ds:datastoreItem xmlns:ds="http://schemas.openxmlformats.org/officeDocument/2006/customXml" ds:itemID="{9848C615-482B-4AB5-9FE7-A2F3E6CFF2B1}">
  <ds:schemaRefs>
    <ds:schemaRef ds:uri="http://schemas.microsoft.com/office/infopath/2007/PartnerControls"/>
    <ds:schemaRef ds:uri="6125ffc9-2c56-435e-8267-1393444907b2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7c1bd8dc-4e40-424f-a15f-9ffcd522197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1927</Words>
  <Application>Microsoft Office PowerPoint</Application>
  <PresentationFormat>On-screen Show (4:3)</PresentationFormat>
  <Paragraphs>341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31</vt:i4>
      </vt:variant>
    </vt:vector>
  </HeadingPairs>
  <TitlesOfParts>
    <vt:vector size="51" baseType="lpstr">
      <vt:lpstr>Arial</vt:lpstr>
      <vt:lpstr>Calibri</vt:lpstr>
      <vt:lpstr>Roboto</vt:lpstr>
      <vt:lpstr>Times New Roman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11_Beauty Therapy</vt:lpstr>
      <vt:lpstr>12_Beauty Therapy</vt:lpstr>
      <vt:lpstr>13_Beauty Therapy</vt:lpstr>
      <vt:lpstr>14_Beauty Therapy</vt:lpstr>
      <vt:lpstr>الوحدة 7 علم التشريح وعلم وظائف الأعضاء في مجال الرياضة </vt:lpstr>
      <vt:lpstr>علم التشريح وعلم وظائف الأعضاء في مجال الرياضة</vt:lpstr>
      <vt:lpstr>كيف يتم تقييم الوحدة 7؟</vt:lpstr>
      <vt:lpstr>نتاجات التعلم</vt:lpstr>
      <vt:lpstr>نتاج التعلم أ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نتاج التعلم ب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subject/>
  <dc:creator>Microsoft Office User</dc:creator>
  <cp:keywords/>
  <dc:description/>
  <cp:lastModifiedBy>Paul Winser</cp:lastModifiedBy>
  <cp:revision>1228</cp:revision>
  <dcterms:created xsi:type="dcterms:W3CDTF">2020-07-15T07:14:47Z</dcterms:created>
  <dcterms:modified xsi:type="dcterms:W3CDTF">2025-09-26T08:15:16Z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0x010100105CA97BB98D954187A61B8775138C0A</vt:lpwstr>
  </property>
  <property fmtid="{D5CDD505-2E9C-101B-9397-08002B2CF9AE}" pid="4" name="MediaServiceImageTags">
    <vt:lpwstr/>
  </property>
  <property fmtid="{D5CDD505-2E9C-101B-9397-08002B2CF9AE}" pid="5" name="Order">
    <vt:r8>17596500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