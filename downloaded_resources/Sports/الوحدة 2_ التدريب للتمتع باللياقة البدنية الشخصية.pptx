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7.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8.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9.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11.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12.xml" ContentType="application/vnd.openxmlformats-officedocument.theme+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theme/theme13.xml" ContentType="application/vnd.openxmlformats-officedocument.theme+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 id="2147484932" r:id="rId14"/>
    <p:sldMasterId id="2147484945" r:id="rId15"/>
    <p:sldMasterId id="2147484958" r:id="rId16"/>
    <p:sldMasterId id="2147484971" r:id="rId17"/>
  </p:sldMasterIdLst>
  <p:notesMasterIdLst>
    <p:notesMasterId r:id="rId47"/>
  </p:notesMasterIdLst>
  <p:handoutMasterIdLst>
    <p:handoutMasterId r:id="rId48"/>
  </p:handoutMasterIdLst>
  <p:sldIdLst>
    <p:sldId id="256" r:id="rId18"/>
    <p:sldId id="257" r:id="rId19"/>
    <p:sldId id="330" r:id="rId20"/>
    <p:sldId id="258" r:id="rId21"/>
    <p:sldId id="331" r:id="rId22"/>
    <p:sldId id="317" r:id="rId23"/>
    <p:sldId id="318" r:id="rId24"/>
    <p:sldId id="305" r:id="rId25"/>
    <p:sldId id="310" r:id="rId26"/>
    <p:sldId id="319" r:id="rId27"/>
    <p:sldId id="320" r:id="rId28"/>
    <p:sldId id="311" r:id="rId29"/>
    <p:sldId id="321" r:id="rId30"/>
    <p:sldId id="322" r:id="rId31"/>
    <p:sldId id="323" r:id="rId32"/>
    <p:sldId id="312" r:id="rId33"/>
    <p:sldId id="324" r:id="rId34"/>
    <p:sldId id="332" r:id="rId35"/>
    <p:sldId id="325" r:id="rId36"/>
    <p:sldId id="313" r:id="rId37"/>
    <p:sldId id="326" r:id="rId38"/>
    <p:sldId id="327" r:id="rId39"/>
    <p:sldId id="314" r:id="rId40"/>
    <p:sldId id="328" r:id="rId41"/>
    <p:sldId id="333" r:id="rId42"/>
    <p:sldId id="315" r:id="rId43"/>
    <p:sldId id="316" r:id="rId44"/>
    <p:sldId id="329" r:id="rId45"/>
    <p:sldId id="334" r:id="rId46"/>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786BA0-B662-6ABD-AF8C-8B0AA93FDEE3}" name="Sonika Dhokia" initials="SD" userId="S::sonika.dhokia@pearson.com::e3071910-c06c-4ed9-8429-19415f4c99b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385386-1FDE-49D0-B7F3-C0C64A76DD14}" v="31" dt="2025-09-24T10:32:19.629"/>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897" autoAdjust="0"/>
    <p:restoredTop sz="84654" autoAdjust="0"/>
  </p:normalViewPr>
  <p:slideViewPr>
    <p:cSldViewPr>
      <p:cViewPr varScale="1">
        <p:scale>
          <a:sx n="126" d="100"/>
          <a:sy n="126" d="100"/>
        </p:scale>
        <p:origin x="3330" y="330"/>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p:cViewPr varScale="1">
        <p:scale>
          <a:sx n="121" d="100"/>
          <a:sy n="121" d="100"/>
        </p:scale>
        <p:origin x="5022"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slide" Target="slides/slide22.xml"/><Relationship Id="rId21" Type="http://schemas.openxmlformats.org/officeDocument/2006/relationships/slide" Target="slides/slide4.xml"/><Relationship Id="rId34" Type="http://schemas.openxmlformats.org/officeDocument/2006/relationships/slide" Target="slides/slide17.xml"/><Relationship Id="rId42" Type="http://schemas.openxmlformats.org/officeDocument/2006/relationships/slide" Target="slides/slide25.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 Target="slides/slide12.xml"/><Relationship Id="rId11" Type="http://schemas.openxmlformats.org/officeDocument/2006/relationships/slideMaster" Target="slideMasters/slideMaster8.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slide" Target="slides/slide20.xml"/><Relationship Id="rId40" Type="http://schemas.openxmlformats.org/officeDocument/2006/relationships/slide" Target="slides/slide23.xml"/><Relationship Id="rId45" Type="http://schemas.openxmlformats.org/officeDocument/2006/relationships/slide" Target="slides/slide28.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2.xml"/><Relationship Id="rId31" Type="http://schemas.openxmlformats.org/officeDocument/2006/relationships/slide" Target="slides/slide14.xml"/><Relationship Id="rId44" Type="http://schemas.openxmlformats.org/officeDocument/2006/relationships/slide" Target="slides/slide27.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 Id="rId43" Type="http://schemas.openxmlformats.org/officeDocument/2006/relationships/slide" Target="slides/slide26.xml"/><Relationship Id="rId48" Type="http://schemas.openxmlformats.org/officeDocument/2006/relationships/handoutMaster" Target="handoutMasters/handoutMaster1.xml"/><Relationship Id="rId56"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slide" Target="slides/slide29.xml"/><Relationship Id="rId20" Type="http://schemas.openxmlformats.org/officeDocument/2006/relationships/slide" Target="slides/slide3.xml"/><Relationship Id="rId41" Type="http://schemas.openxmlformats.org/officeDocument/2006/relationships/slide" Target="slides/slide24.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ika Dhokia" userId="S::sonika.dhokia@pearson.com::e3071910-c06c-4ed9-8429-19415f4c99b0" providerId="AD" clId="Web-{D21EC295-8092-5E5F-61FF-7201914F2CFF}"/>
    <pc:docChg chg="modSld">
      <pc:chgData name="Sonika Dhokia" userId="S::sonika.dhokia@pearson.com::e3071910-c06c-4ed9-8429-19415f4c99b0" providerId="AD" clId="Web-{D21EC295-8092-5E5F-61FF-7201914F2CFF}" dt="2025-08-05T07:38:43.658" v="32"/>
      <pc:docMkLst>
        <pc:docMk/>
      </pc:docMkLst>
      <pc:sldChg chg="addSp modSp mod setBg">
        <pc:chgData name="Sonika Dhokia" userId="S::sonika.dhokia@pearson.com::e3071910-c06c-4ed9-8429-19415f4c99b0" providerId="AD" clId="Web-{D21EC295-8092-5E5F-61FF-7201914F2CFF}" dt="2025-08-05T07:34:51.433" v="6" actId="14100"/>
        <pc:sldMkLst>
          <pc:docMk/>
          <pc:sldMk cId="0" sldId="256"/>
        </pc:sldMkLst>
      </pc:sldChg>
      <pc:sldChg chg="addSp delSp modSp">
        <pc:chgData name="Sonika Dhokia" userId="S::sonika.dhokia@pearson.com::e3071910-c06c-4ed9-8429-19415f4c99b0" providerId="AD" clId="Web-{D21EC295-8092-5E5F-61FF-7201914F2CFF}" dt="2025-08-05T07:36:38.231" v="18" actId="1076"/>
        <pc:sldMkLst>
          <pc:docMk/>
          <pc:sldMk cId="1622811577" sldId="310"/>
        </pc:sldMkLst>
      </pc:sldChg>
      <pc:sldChg chg="addSp delSp modSp">
        <pc:chgData name="Sonika Dhokia" userId="S::sonika.dhokia@pearson.com::e3071910-c06c-4ed9-8429-19415f4c99b0" providerId="AD" clId="Web-{D21EC295-8092-5E5F-61FF-7201914F2CFF}" dt="2025-08-05T07:36:56.716" v="21" actId="1076"/>
        <pc:sldMkLst>
          <pc:docMk/>
          <pc:sldMk cId="636718760" sldId="311"/>
        </pc:sldMkLst>
      </pc:sldChg>
      <pc:sldChg chg="modSp">
        <pc:chgData name="Sonika Dhokia" userId="S::sonika.dhokia@pearson.com::e3071910-c06c-4ed9-8429-19415f4c99b0" providerId="AD" clId="Web-{D21EC295-8092-5E5F-61FF-7201914F2CFF}" dt="2025-08-05T07:37:27.528" v="25"/>
        <pc:sldMkLst>
          <pc:docMk/>
          <pc:sldMk cId="3711987185" sldId="313"/>
        </pc:sldMkLst>
      </pc:sldChg>
      <pc:sldChg chg="modSp">
        <pc:chgData name="Sonika Dhokia" userId="S::sonika.dhokia@pearson.com::e3071910-c06c-4ed9-8429-19415f4c99b0" providerId="AD" clId="Web-{D21EC295-8092-5E5F-61FF-7201914F2CFF}" dt="2025-08-05T07:38:18.250" v="30"/>
        <pc:sldMkLst>
          <pc:docMk/>
          <pc:sldMk cId="1619585136" sldId="314"/>
        </pc:sldMkLst>
      </pc:sldChg>
      <pc:sldChg chg="mod setBg">
        <pc:chgData name="Sonika Dhokia" userId="S::sonika.dhokia@pearson.com::e3071910-c06c-4ed9-8429-19415f4c99b0" providerId="AD" clId="Web-{D21EC295-8092-5E5F-61FF-7201914F2CFF}" dt="2025-08-05T07:38:43.658" v="32"/>
        <pc:sldMkLst>
          <pc:docMk/>
          <pc:sldMk cId="2078415164" sldId="315"/>
        </pc:sldMkLst>
      </pc:sldChg>
      <pc:sldChg chg="modSp">
        <pc:chgData name="Sonika Dhokia" userId="S::sonika.dhokia@pearson.com::e3071910-c06c-4ed9-8429-19415f4c99b0" providerId="AD" clId="Web-{D21EC295-8092-5E5F-61FF-7201914F2CFF}" dt="2025-08-05T07:35:20.746" v="7"/>
        <pc:sldMkLst>
          <pc:docMk/>
          <pc:sldMk cId="185469893" sldId="318"/>
        </pc:sldMkLst>
      </pc:sldChg>
      <pc:sldChg chg="modSp">
        <pc:chgData name="Sonika Dhokia" userId="S::sonika.dhokia@pearson.com::e3071910-c06c-4ed9-8429-19415f4c99b0" providerId="AD" clId="Web-{D21EC295-8092-5E5F-61FF-7201914F2CFF}" dt="2025-08-05T07:37:17.700" v="24" actId="1076"/>
        <pc:sldMkLst>
          <pc:docMk/>
          <pc:sldMk cId="1633675440" sldId="323"/>
        </pc:sldMkLst>
      </pc:sldChg>
      <pc:sldChg chg="modSp">
        <pc:chgData name="Sonika Dhokia" userId="S::sonika.dhokia@pearson.com::e3071910-c06c-4ed9-8429-19415f4c99b0" providerId="AD" clId="Web-{D21EC295-8092-5E5F-61FF-7201914F2CFF}" dt="2025-08-05T07:38:02.780" v="29" actId="1076"/>
        <pc:sldMkLst>
          <pc:docMk/>
          <pc:sldMk cId="4262441965" sldId="327"/>
        </pc:sldMkLst>
      </pc:sldChg>
      <pc:sldChg chg="modSp">
        <pc:chgData name="Sonika Dhokia" userId="S::sonika.dhokia@pearson.com::e3071910-c06c-4ed9-8429-19415f4c99b0" providerId="AD" clId="Web-{D21EC295-8092-5E5F-61FF-7201914F2CFF}" dt="2025-08-05T07:38:31.423" v="31"/>
        <pc:sldMkLst>
          <pc:docMk/>
          <pc:sldMk cId="216496935" sldId="333"/>
        </pc:sldMkLst>
      </pc:sldChg>
    </pc:docChg>
  </pc:docChgLst>
  <pc:docChgLst>
    <pc:chgData name="Paul Winser" userId="c3146a91-e6bd-4264-bd86-e164e04bc32d" providerId="ADAL" clId="{59385386-1FDE-49D0-B7F3-C0C64A76DD14}"/>
    <pc:docChg chg="addSld modSld">
      <pc:chgData name="Paul Winser" userId="c3146a91-e6bd-4264-bd86-e164e04bc32d" providerId="ADAL" clId="{59385386-1FDE-49D0-B7F3-C0C64A76DD14}" dt="2025-09-24T10:32:11.619" v="36"/>
      <pc:docMkLst>
        <pc:docMk/>
      </pc:docMkLst>
      <pc:sldChg chg="addSp modSp mod">
        <pc:chgData name="Paul Winser" userId="c3146a91-e6bd-4264-bd86-e164e04bc32d" providerId="ADAL" clId="{59385386-1FDE-49D0-B7F3-C0C64A76DD14}" dt="2025-09-24T10:31:08.342" v="6" actId="1076"/>
        <pc:sldMkLst>
          <pc:docMk/>
          <pc:sldMk cId="0" sldId="256"/>
        </pc:sldMkLst>
        <pc:spChg chg="add mod">
          <ac:chgData name="Paul Winser" userId="c3146a91-e6bd-4264-bd86-e164e04bc32d" providerId="ADAL" clId="{59385386-1FDE-49D0-B7F3-C0C64A76DD14}" dt="2025-09-24T10:31:08.342" v="6" actId="1076"/>
          <ac:spMkLst>
            <pc:docMk/>
            <pc:sldMk cId="0" sldId="256"/>
            <ac:spMk id="4" creationId="{F2F40838-E9EC-1507-7A46-5EFB33E8D398}"/>
          </ac:spMkLst>
        </pc:spChg>
      </pc:sldChg>
      <pc:sldChg chg="addSp modSp mod">
        <pc:chgData name="Paul Winser" userId="c3146a91-e6bd-4264-bd86-e164e04bc32d" providerId="ADAL" clId="{59385386-1FDE-49D0-B7F3-C0C64A76DD14}" dt="2025-09-24T10:31:12.654" v="8" actId="1076"/>
        <pc:sldMkLst>
          <pc:docMk/>
          <pc:sldMk cId="0" sldId="257"/>
        </pc:sldMkLst>
        <pc:spChg chg="add mod">
          <ac:chgData name="Paul Winser" userId="c3146a91-e6bd-4264-bd86-e164e04bc32d" providerId="ADAL" clId="{59385386-1FDE-49D0-B7F3-C0C64A76DD14}" dt="2025-09-24T10:31:12.654" v="8" actId="1076"/>
          <ac:spMkLst>
            <pc:docMk/>
            <pc:sldMk cId="0" sldId="257"/>
            <ac:spMk id="3" creationId="{5461F806-747B-473B-DA56-A2523FFF122F}"/>
          </ac:spMkLst>
        </pc:spChg>
      </pc:sldChg>
      <pc:sldChg chg="addSp modSp">
        <pc:chgData name="Paul Winser" userId="c3146a91-e6bd-4264-bd86-e164e04bc32d" providerId="ADAL" clId="{59385386-1FDE-49D0-B7F3-C0C64A76DD14}" dt="2025-09-24T10:31:16.044" v="10"/>
        <pc:sldMkLst>
          <pc:docMk/>
          <pc:sldMk cId="0" sldId="258"/>
        </pc:sldMkLst>
        <pc:spChg chg="add mod">
          <ac:chgData name="Paul Winser" userId="c3146a91-e6bd-4264-bd86-e164e04bc32d" providerId="ADAL" clId="{59385386-1FDE-49D0-B7F3-C0C64A76DD14}" dt="2025-09-24T10:31:16.044" v="10"/>
          <ac:spMkLst>
            <pc:docMk/>
            <pc:sldMk cId="0" sldId="258"/>
            <ac:spMk id="2" creationId="{EF91FB6A-CD2F-1062-FC65-688F4940FDC7}"/>
          </ac:spMkLst>
        </pc:spChg>
      </pc:sldChg>
      <pc:sldChg chg="addSp modSp">
        <pc:chgData name="Paul Winser" userId="c3146a91-e6bd-4264-bd86-e164e04bc32d" providerId="ADAL" clId="{59385386-1FDE-49D0-B7F3-C0C64A76DD14}" dt="2025-09-24T10:31:22.261" v="14"/>
        <pc:sldMkLst>
          <pc:docMk/>
          <pc:sldMk cId="884549766" sldId="305"/>
        </pc:sldMkLst>
        <pc:spChg chg="add mod">
          <ac:chgData name="Paul Winser" userId="c3146a91-e6bd-4264-bd86-e164e04bc32d" providerId="ADAL" clId="{59385386-1FDE-49D0-B7F3-C0C64A76DD14}" dt="2025-09-24T10:31:22.261" v="14"/>
          <ac:spMkLst>
            <pc:docMk/>
            <pc:sldMk cId="884549766" sldId="305"/>
            <ac:spMk id="5" creationId="{740F106C-D9D6-1C52-52EE-C1B249A91B3D}"/>
          </ac:spMkLst>
        </pc:spChg>
      </pc:sldChg>
      <pc:sldChg chg="addSp modSp">
        <pc:chgData name="Paul Winser" userId="c3146a91-e6bd-4264-bd86-e164e04bc32d" providerId="ADAL" clId="{59385386-1FDE-49D0-B7F3-C0C64A76DD14}" dt="2025-09-24T10:31:23.822" v="15"/>
        <pc:sldMkLst>
          <pc:docMk/>
          <pc:sldMk cId="1622811577" sldId="310"/>
        </pc:sldMkLst>
        <pc:spChg chg="add mod">
          <ac:chgData name="Paul Winser" userId="c3146a91-e6bd-4264-bd86-e164e04bc32d" providerId="ADAL" clId="{59385386-1FDE-49D0-B7F3-C0C64A76DD14}" dt="2025-09-24T10:31:23.822" v="15"/>
          <ac:spMkLst>
            <pc:docMk/>
            <pc:sldMk cId="1622811577" sldId="310"/>
            <ac:spMk id="2" creationId="{2DC72401-B132-3AA4-2AA5-3656BFB2015C}"/>
          </ac:spMkLst>
        </pc:spChg>
      </pc:sldChg>
      <pc:sldChg chg="addSp modSp">
        <pc:chgData name="Paul Winser" userId="c3146a91-e6bd-4264-bd86-e164e04bc32d" providerId="ADAL" clId="{59385386-1FDE-49D0-B7F3-C0C64A76DD14}" dt="2025-09-24T10:31:28.050" v="18"/>
        <pc:sldMkLst>
          <pc:docMk/>
          <pc:sldMk cId="636718760" sldId="311"/>
        </pc:sldMkLst>
        <pc:spChg chg="add mod">
          <ac:chgData name="Paul Winser" userId="c3146a91-e6bd-4264-bd86-e164e04bc32d" providerId="ADAL" clId="{59385386-1FDE-49D0-B7F3-C0C64A76DD14}" dt="2025-09-24T10:31:28.050" v="18"/>
          <ac:spMkLst>
            <pc:docMk/>
            <pc:sldMk cId="636718760" sldId="311"/>
            <ac:spMk id="2" creationId="{C01A098B-471F-B58F-2E8F-3F638B2A2C1D}"/>
          </ac:spMkLst>
        </pc:spChg>
      </pc:sldChg>
      <pc:sldChg chg="addSp modSp">
        <pc:chgData name="Paul Winser" userId="c3146a91-e6bd-4264-bd86-e164e04bc32d" providerId="ADAL" clId="{59385386-1FDE-49D0-B7F3-C0C64A76DD14}" dt="2025-09-24T10:31:33.863" v="22"/>
        <pc:sldMkLst>
          <pc:docMk/>
          <pc:sldMk cId="3391941492" sldId="312"/>
        </pc:sldMkLst>
        <pc:spChg chg="add mod">
          <ac:chgData name="Paul Winser" userId="c3146a91-e6bd-4264-bd86-e164e04bc32d" providerId="ADAL" clId="{59385386-1FDE-49D0-B7F3-C0C64A76DD14}" dt="2025-09-24T10:31:33.863" v="22"/>
          <ac:spMkLst>
            <pc:docMk/>
            <pc:sldMk cId="3391941492" sldId="312"/>
            <ac:spMk id="2" creationId="{456CAADB-2DA6-91AD-DB2E-3BD8AA70C594}"/>
          </ac:spMkLst>
        </pc:spChg>
      </pc:sldChg>
      <pc:sldChg chg="addSp modSp">
        <pc:chgData name="Paul Winser" userId="c3146a91-e6bd-4264-bd86-e164e04bc32d" providerId="ADAL" clId="{59385386-1FDE-49D0-B7F3-C0C64A76DD14}" dt="2025-09-24T10:31:42.666" v="26"/>
        <pc:sldMkLst>
          <pc:docMk/>
          <pc:sldMk cId="3711987185" sldId="313"/>
        </pc:sldMkLst>
        <pc:spChg chg="add mod">
          <ac:chgData name="Paul Winser" userId="c3146a91-e6bd-4264-bd86-e164e04bc32d" providerId="ADAL" clId="{59385386-1FDE-49D0-B7F3-C0C64A76DD14}" dt="2025-09-24T10:31:42.666" v="26"/>
          <ac:spMkLst>
            <pc:docMk/>
            <pc:sldMk cId="3711987185" sldId="313"/>
            <ac:spMk id="2" creationId="{D4914427-F565-9BD8-21E7-27B265C9466D}"/>
          </ac:spMkLst>
        </pc:spChg>
      </pc:sldChg>
      <pc:sldChg chg="addSp modSp">
        <pc:chgData name="Paul Winser" userId="c3146a91-e6bd-4264-bd86-e164e04bc32d" providerId="ADAL" clId="{59385386-1FDE-49D0-B7F3-C0C64A76DD14}" dt="2025-09-24T10:31:46.881" v="29"/>
        <pc:sldMkLst>
          <pc:docMk/>
          <pc:sldMk cId="1619585136" sldId="314"/>
        </pc:sldMkLst>
        <pc:spChg chg="add mod">
          <ac:chgData name="Paul Winser" userId="c3146a91-e6bd-4264-bd86-e164e04bc32d" providerId="ADAL" clId="{59385386-1FDE-49D0-B7F3-C0C64A76DD14}" dt="2025-09-24T10:31:46.881" v="29"/>
          <ac:spMkLst>
            <pc:docMk/>
            <pc:sldMk cId="1619585136" sldId="314"/>
            <ac:spMk id="5" creationId="{94C190C9-3FB8-D9D7-8D62-320F959FE449}"/>
          </ac:spMkLst>
        </pc:spChg>
      </pc:sldChg>
      <pc:sldChg chg="addSp modSp">
        <pc:chgData name="Paul Winser" userId="c3146a91-e6bd-4264-bd86-e164e04bc32d" providerId="ADAL" clId="{59385386-1FDE-49D0-B7F3-C0C64A76DD14}" dt="2025-09-24T10:31:51.746" v="32"/>
        <pc:sldMkLst>
          <pc:docMk/>
          <pc:sldMk cId="2078415164" sldId="315"/>
        </pc:sldMkLst>
        <pc:spChg chg="add mod">
          <ac:chgData name="Paul Winser" userId="c3146a91-e6bd-4264-bd86-e164e04bc32d" providerId="ADAL" clId="{59385386-1FDE-49D0-B7F3-C0C64A76DD14}" dt="2025-09-24T10:31:51.746" v="32"/>
          <ac:spMkLst>
            <pc:docMk/>
            <pc:sldMk cId="2078415164" sldId="315"/>
            <ac:spMk id="4" creationId="{8AC396BE-A27C-3444-0293-89ACFE312E46}"/>
          </ac:spMkLst>
        </pc:spChg>
      </pc:sldChg>
      <pc:sldChg chg="addSp modSp">
        <pc:chgData name="Paul Winser" userId="c3146a91-e6bd-4264-bd86-e164e04bc32d" providerId="ADAL" clId="{59385386-1FDE-49D0-B7F3-C0C64A76DD14}" dt="2025-09-24T10:31:53.232" v="33"/>
        <pc:sldMkLst>
          <pc:docMk/>
          <pc:sldMk cId="2443202717" sldId="316"/>
        </pc:sldMkLst>
        <pc:spChg chg="add mod">
          <ac:chgData name="Paul Winser" userId="c3146a91-e6bd-4264-bd86-e164e04bc32d" providerId="ADAL" clId="{59385386-1FDE-49D0-B7F3-C0C64A76DD14}" dt="2025-09-24T10:31:53.232" v="33"/>
          <ac:spMkLst>
            <pc:docMk/>
            <pc:sldMk cId="2443202717" sldId="316"/>
            <ac:spMk id="2" creationId="{5900E29F-CEE9-A1A6-D499-9AFF8CC039FE}"/>
          </ac:spMkLst>
        </pc:spChg>
      </pc:sldChg>
      <pc:sldChg chg="addSp modSp">
        <pc:chgData name="Paul Winser" userId="c3146a91-e6bd-4264-bd86-e164e04bc32d" providerId="ADAL" clId="{59385386-1FDE-49D0-B7F3-C0C64A76DD14}" dt="2025-09-24T10:31:19.250" v="12"/>
        <pc:sldMkLst>
          <pc:docMk/>
          <pc:sldMk cId="527899220" sldId="317"/>
        </pc:sldMkLst>
        <pc:spChg chg="add mod">
          <ac:chgData name="Paul Winser" userId="c3146a91-e6bd-4264-bd86-e164e04bc32d" providerId="ADAL" clId="{59385386-1FDE-49D0-B7F3-C0C64A76DD14}" dt="2025-09-24T10:31:19.250" v="12"/>
          <ac:spMkLst>
            <pc:docMk/>
            <pc:sldMk cId="527899220" sldId="317"/>
            <ac:spMk id="2" creationId="{582866C4-8377-FEB7-A6E7-FB90F3491690}"/>
          </ac:spMkLst>
        </pc:spChg>
      </pc:sldChg>
      <pc:sldChg chg="addSp modSp">
        <pc:chgData name="Paul Winser" userId="c3146a91-e6bd-4264-bd86-e164e04bc32d" providerId="ADAL" clId="{59385386-1FDE-49D0-B7F3-C0C64A76DD14}" dt="2025-09-24T10:31:20.583" v="13"/>
        <pc:sldMkLst>
          <pc:docMk/>
          <pc:sldMk cId="185469893" sldId="318"/>
        </pc:sldMkLst>
        <pc:spChg chg="add mod">
          <ac:chgData name="Paul Winser" userId="c3146a91-e6bd-4264-bd86-e164e04bc32d" providerId="ADAL" clId="{59385386-1FDE-49D0-B7F3-C0C64A76DD14}" dt="2025-09-24T10:31:20.583" v="13"/>
          <ac:spMkLst>
            <pc:docMk/>
            <pc:sldMk cId="185469893" sldId="318"/>
            <ac:spMk id="2" creationId="{6579837C-F3FB-3C56-82CD-8AD8351A1080}"/>
          </ac:spMkLst>
        </pc:spChg>
      </pc:sldChg>
      <pc:sldChg chg="addSp modSp">
        <pc:chgData name="Paul Winser" userId="c3146a91-e6bd-4264-bd86-e164e04bc32d" providerId="ADAL" clId="{59385386-1FDE-49D0-B7F3-C0C64A76DD14}" dt="2025-09-24T10:31:25.136" v="16"/>
        <pc:sldMkLst>
          <pc:docMk/>
          <pc:sldMk cId="3723066495" sldId="319"/>
        </pc:sldMkLst>
        <pc:spChg chg="add mod">
          <ac:chgData name="Paul Winser" userId="c3146a91-e6bd-4264-bd86-e164e04bc32d" providerId="ADAL" clId="{59385386-1FDE-49D0-B7F3-C0C64A76DD14}" dt="2025-09-24T10:31:25.136" v="16"/>
          <ac:spMkLst>
            <pc:docMk/>
            <pc:sldMk cId="3723066495" sldId="319"/>
            <ac:spMk id="2" creationId="{D25DDEEA-C261-D112-0A6F-9A323D2A77EE}"/>
          </ac:spMkLst>
        </pc:spChg>
      </pc:sldChg>
      <pc:sldChg chg="addSp modSp">
        <pc:chgData name="Paul Winser" userId="c3146a91-e6bd-4264-bd86-e164e04bc32d" providerId="ADAL" clId="{59385386-1FDE-49D0-B7F3-C0C64A76DD14}" dt="2025-09-24T10:31:26.494" v="17"/>
        <pc:sldMkLst>
          <pc:docMk/>
          <pc:sldMk cId="872399040" sldId="320"/>
        </pc:sldMkLst>
        <pc:spChg chg="add mod">
          <ac:chgData name="Paul Winser" userId="c3146a91-e6bd-4264-bd86-e164e04bc32d" providerId="ADAL" clId="{59385386-1FDE-49D0-B7F3-C0C64A76DD14}" dt="2025-09-24T10:31:26.494" v="17"/>
          <ac:spMkLst>
            <pc:docMk/>
            <pc:sldMk cId="872399040" sldId="320"/>
            <ac:spMk id="2" creationId="{E1654AD3-6ABC-018A-38C1-836CAE9F2269}"/>
          </ac:spMkLst>
        </pc:spChg>
      </pc:sldChg>
      <pc:sldChg chg="addSp modSp">
        <pc:chgData name="Paul Winser" userId="c3146a91-e6bd-4264-bd86-e164e04bc32d" providerId="ADAL" clId="{59385386-1FDE-49D0-B7F3-C0C64A76DD14}" dt="2025-09-24T10:31:29.485" v="19"/>
        <pc:sldMkLst>
          <pc:docMk/>
          <pc:sldMk cId="3486390598" sldId="321"/>
        </pc:sldMkLst>
        <pc:spChg chg="add mod">
          <ac:chgData name="Paul Winser" userId="c3146a91-e6bd-4264-bd86-e164e04bc32d" providerId="ADAL" clId="{59385386-1FDE-49D0-B7F3-C0C64A76DD14}" dt="2025-09-24T10:31:29.485" v="19"/>
          <ac:spMkLst>
            <pc:docMk/>
            <pc:sldMk cId="3486390598" sldId="321"/>
            <ac:spMk id="2" creationId="{E6280631-8B8E-D765-0290-9E721C57CBE6}"/>
          </ac:spMkLst>
        </pc:spChg>
      </pc:sldChg>
      <pc:sldChg chg="addSp modSp">
        <pc:chgData name="Paul Winser" userId="c3146a91-e6bd-4264-bd86-e164e04bc32d" providerId="ADAL" clId="{59385386-1FDE-49D0-B7F3-C0C64A76DD14}" dt="2025-09-24T10:31:30.684" v="20"/>
        <pc:sldMkLst>
          <pc:docMk/>
          <pc:sldMk cId="2700267934" sldId="322"/>
        </pc:sldMkLst>
        <pc:spChg chg="add mod">
          <ac:chgData name="Paul Winser" userId="c3146a91-e6bd-4264-bd86-e164e04bc32d" providerId="ADAL" clId="{59385386-1FDE-49D0-B7F3-C0C64A76DD14}" dt="2025-09-24T10:31:30.684" v="20"/>
          <ac:spMkLst>
            <pc:docMk/>
            <pc:sldMk cId="2700267934" sldId="322"/>
            <ac:spMk id="2" creationId="{8E636C31-31AB-C39E-6828-B0DCFA3FACF2}"/>
          </ac:spMkLst>
        </pc:spChg>
      </pc:sldChg>
      <pc:sldChg chg="addSp modSp">
        <pc:chgData name="Paul Winser" userId="c3146a91-e6bd-4264-bd86-e164e04bc32d" providerId="ADAL" clId="{59385386-1FDE-49D0-B7F3-C0C64A76DD14}" dt="2025-09-24T10:31:32.085" v="21"/>
        <pc:sldMkLst>
          <pc:docMk/>
          <pc:sldMk cId="1633675440" sldId="323"/>
        </pc:sldMkLst>
        <pc:spChg chg="add mod">
          <ac:chgData name="Paul Winser" userId="c3146a91-e6bd-4264-bd86-e164e04bc32d" providerId="ADAL" clId="{59385386-1FDE-49D0-B7F3-C0C64A76DD14}" dt="2025-09-24T10:31:32.085" v="21"/>
          <ac:spMkLst>
            <pc:docMk/>
            <pc:sldMk cId="1633675440" sldId="323"/>
            <ac:spMk id="2" creationId="{CC654BED-4276-A25D-BF29-4D7396C1DFF0}"/>
          </ac:spMkLst>
        </pc:spChg>
      </pc:sldChg>
      <pc:sldChg chg="addSp modSp">
        <pc:chgData name="Paul Winser" userId="c3146a91-e6bd-4264-bd86-e164e04bc32d" providerId="ADAL" clId="{59385386-1FDE-49D0-B7F3-C0C64A76DD14}" dt="2025-09-24T10:31:36.893" v="23"/>
        <pc:sldMkLst>
          <pc:docMk/>
          <pc:sldMk cId="3262202876" sldId="324"/>
        </pc:sldMkLst>
        <pc:spChg chg="add mod">
          <ac:chgData name="Paul Winser" userId="c3146a91-e6bd-4264-bd86-e164e04bc32d" providerId="ADAL" clId="{59385386-1FDE-49D0-B7F3-C0C64A76DD14}" dt="2025-09-24T10:31:36.893" v="23"/>
          <ac:spMkLst>
            <pc:docMk/>
            <pc:sldMk cId="3262202876" sldId="324"/>
            <ac:spMk id="2" creationId="{01C7FC21-8D24-60CE-1E11-668D006C003F}"/>
          </ac:spMkLst>
        </pc:spChg>
      </pc:sldChg>
      <pc:sldChg chg="addSp modSp">
        <pc:chgData name="Paul Winser" userId="c3146a91-e6bd-4264-bd86-e164e04bc32d" providerId="ADAL" clId="{59385386-1FDE-49D0-B7F3-C0C64A76DD14}" dt="2025-09-24T10:31:41.388" v="25"/>
        <pc:sldMkLst>
          <pc:docMk/>
          <pc:sldMk cId="436185546" sldId="325"/>
        </pc:sldMkLst>
        <pc:spChg chg="add mod">
          <ac:chgData name="Paul Winser" userId="c3146a91-e6bd-4264-bd86-e164e04bc32d" providerId="ADAL" clId="{59385386-1FDE-49D0-B7F3-C0C64A76DD14}" dt="2025-09-24T10:31:41.388" v="25"/>
          <ac:spMkLst>
            <pc:docMk/>
            <pc:sldMk cId="436185546" sldId="325"/>
            <ac:spMk id="2" creationId="{E2FA1013-C2DF-9316-4963-98C41989803C}"/>
          </ac:spMkLst>
        </pc:spChg>
      </pc:sldChg>
      <pc:sldChg chg="addSp modSp">
        <pc:chgData name="Paul Winser" userId="c3146a91-e6bd-4264-bd86-e164e04bc32d" providerId="ADAL" clId="{59385386-1FDE-49D0-B7F3-C0C64A76DD14}" dt="2025-09-24T10:31:43.824" v="27"/>
        <pc:sldMkLst>
          <pc:docMk/>
          <pc:sldMk cId="3674592814" sldId="326"/>
        </pc:sldMkLst>
        <pc:spChg chg="add mod">
          <ac:chgData name="Paul Winser" userId="c3146a91-e6bd-4264-bd86-e164e04bc32d" providerId="ADAL" clId="{59385386-1FDE-49D0-B7F3-C0C64A76DD14}" dt="2025-09-24T10:31:43.824" v="27"/>
          <ac:spMkLst>
            <pc:docMk/>
            <pc:sldMk cId="3674592814" sldId="326"/>
            <ac:spMk id="3" creationId="{D8AB9C1C-C8C1-0912-2514-CE06CAA6477A}"/>
          </ac:spMkLst>
        </pc:spChg>
      </pc:sldChg>
      <pc:sldChg chg="addSp modSp">
        <pc:chgData name="Paul Winser" userId="c3146a91-e6bd-4264-bd86-e164e04bc32d" providerId="ADAL" clId="{59385386-1FDE-49D0-B7F3-C0C64A76DD14}" dt="2025-09-24T10:31:45.199" v="28"/>
        <pc:sldMkLst>
          <pc:docMk/>
          <pc:sldMk cId="4262441965" sldId="327"/>
        </pc:sldMkLst>
        <pc:spChg chg="add mod">
          <ac:chgData name="Paul Winser" userId="c3146a91-e6bd-4264-bd86-e164e04bc32d" providerId="ADAL" clId="{59385386-1FDE-49D0-B7F3-C0C64A76DD14}" dt="2025-09-24T10:31:45.199" v="28"/>
          <ac:spMkLst>
            <pc:docMk/>
            <pc:sldMk cId="4262441965" sldId="327"/>
            <ac:spMk id="4" creationId="{F67DA644-4417-6A6B-F796-C90DF726EA5E}"/>
          </ac:spMkLst>
        </pc:spChg>
      </pc:sldChg>
      <pc:sldChg chg="addSp modSp">
        <pc:chgData name="Paul Winser" userId="c3146a91-e6bd-4264-bd86-e164e04bc32d" providerId="ADAL" clId="{59385386-1FDE-49D0-B7F3-C0C64A76DD14}" dt="2025-09-24T10:31:48.637" v="30"/>
        <pc:sldMkLst>
          <pc:docMk/>
          <pc:sldMk cId="3045485431" sldId="328"/>
        </pc:sldMkLst>
        <pc:spChg chg="add mod">
          <ac:chgData name="Paul Winser" userId="c3146a91-e6bd-4264-bd86-e164e04bc32d" providerId="ADAL" clId="{59385386-1FDE-49D0-B7F3-C0C64A76DD14}" dt="2025-09-24T10:31:48.637" v="30"/>
          <ac:spMkLst>
            <pc:docMk/>
            <pc:sldMk cId="3045485431" sldId="328"/>
            <ac:spMk id="3" creationId="{C28726B2-EB32-8395-254F-9898D7785BA5}"/>
          </ac:spMkLst>
        </pc:spChg>
      </pc:sldChg>
      <pc:sldChg chg="addSp modSp">
        <pc:chgData name="Paul Winser" userId="c3146a91-e6bd-4264-bd86-e164e04bc32d" providerId="ADAL" clId="{59385386-1FDE-49D0-B7F3-C0C64A76DD14}" dt="2025-09-24T10:31:54.653" v="34"/>
        <pc:sldMkLst>
          <pc:docMk/>
          <pc:sldMk cId="3078781813" sldId="329"/>
        </pc:sldMkLst>
        <pc:spChg chg="add mod">
          <ac:chgData name="Paul Winser" userId="c3146a91-e6bd-4264-bd86-e164e04bc32d" providerId="ADAL" clId="{59385386-1FDE-49D0-B7F3-C0C64A76DD14}" dt="2025-09-24T10:31:54.653" v="34"/>
          <ac:spMkLst>
            <pc:docMk/>
            <pc:sldMk cId="3078781813" sldId="329"/>
            <ac:spMk id="2" creationId="{002D0F93-9EB8-77D5-33A6-047428D15202}"/>
          </ac:spMkLst>
        </pc:spChg>
      </pc:sldChg>
      <pc:sldChg chg="addSp modSp">
        <pc:chgData name="Paul Winser" userId="c3146a91-e6bd-4264-bd86-e164e04bc32d" providerId="ADAL" clId="{59385386-1FDE-49D0-B7F3-C0C64A76DD14}" dt="2025-09-24T10:31:14.539" v="9"/>
        <pc:sldMkLst>
          <pc:docMk/>
          <pc:sldMk cId="2417244786" sldId="330"/>
        </pc:sldMkLst>
        <pc:spChg chg="add mod">
          <ac:chgData name="Paul Winser" userId="c3146a91-e6bd-4264-bd86-e164e04bc32d" providerId="ADAL" clId="{59385386-1FDE-49D0-B7F3-C0C64A76DD14}" dt="2025-09-24T10:31:14.539" v="9"/>
          <ac:spMkLst>
            <pc:docMk/>
            <pc:sldMk cId="2417244786" sldId="330"/>
            <ac:spMk id="2" creationId="{1F946AC1-705C-134E-EBA3-05F0836F5C41}"/>
          </ac:spMkLst>
        </pc:spChg>
      </pc:sldChg>
      <pc:sldChg chg="addSp modSp">
        <pc:chgData name="Paul Winser" userId="c3146a91-e6bd-4264-bd86-e164e04bc32d" providerId="ADAL" clId="{59385386-1FDE-49D0-B7F3-C0C64A76DD14}" dt="2025-09-24T10:31:17.903" v="11"/>
        <pc:sldMkLst>
          <pc:docMk/>
          <pc:sldMk cId="4133198085" sldId="331"/>
        </pc:sldMkLst>
        <pc:spChg chg="add mod">
          <ac:chgData name="Paul Winser" userId="c3146a91-e6bd-4264-bd86-e164e04bc32d" providerId="ADAL" clId="{59385386-1FDE-49D0-B7F3-C0C64A76DD14}" dt="2025-09-24T10:31:17.903" v="11"/>
          <ac:spMkLst>
            <pc:docMk/>
            <pc:sldMk cId="4133198085" sldId="331"/>
            <ac:spMk id="2" creationId="{934BB312-3BEF-A40F-B15F-1188C7FB0744}"/>
          </ac:spMkLst>
        </pc:spChg>
      </pc:sldChg>
      <pc:sldChg chg="addSp modSp">
        <pc:chgData name="Paul Winser" userId="c3146a91-e6bd-4264-bd86-e164e04bc32d" providerId="ADAL" clId="{59385386-1FDE-49D0-B7F3-C0C64A76DD14}" dt="2025-09-24T10:31:40.094" v="24"/>
        <pc:sldMkLst>
          <pc:docMk/>
          <pc:sldMk cId="515136108" sldId="332"/>
        </pc:sldMkLst>
        <pc:spChg chg="add mod">
          <ac:chgData name="Paul Winser" userId="c3146a91-e6bd-4264-bd86-e164e04bc32d" providerId="ADAL" clId="{59385386-1FDE-49D0-B7F3-C0C64A76DD14}" dt="2025-09-24T10:31:40.094" v="24"/>
          <ac:spMkLst>
            <pc:docMk/>
            <pc:sldMk cId="515136108" sldId="332"/>
            <ac:spMk id="2" creationId="{541905A1-19B2-7ACE-938C-689AEF82D6C9}"/>
          </ac:spMkLst>
        </pc:spChg>
      </pc:sldChg>
      <pc:sldChg chg="addSp modSp">
        <pc:chgData name="Paul Winser" userId="c3146a91-e6bd-4264-bd86-e164e04bc32d" providerId="ADAL" clId="{59385386-1FDE-49D0-B7F3-C0C64A76DD14}" dt="2025-09-24T10:31:50.206" v="31"/>
        <pc:sldMkLst>
          <pc:docMk/>
          <pc:sldMk cId="216496935" sldId="333"/>
        </pc:sldMkLst>
        <pc:spChg chg="add mod">
          <ac:chgData name="Paul Winser" userId="c3146a91-e6bd-4264-bd86-e164e04bc32d" providerId="ADAL" clId="{59385386-1FDE-49D0-B7F3-C0C64A76DD14}" dt="2025-09-24T10:31:50.206" v="31"/>
          <ac:spMkLst>
            <pc:docMk/>
            <pc:sldMk cId="216496935" sldId="333"/>
            <ac:spMk id="2" creationId="{0F870474-D254-91FB-A778-8645B65B8079}"/>
          </ac:spMkLst>
        </pc:spChg>
      </pc:sldChg>
      <pc:sldChg chg="addSp modSp add modTransition">
        <pc:chgData name="Paul Winser" userId="c3146a91-e6bd-4264-bd86-e164e04bc32d" providerId="ADAL" clId="{59385386-1FDE-49D0-B7F3-C0C64A76DD14}" dt="2025-09-24T10:32:11.619" v="36"/>
        <pc:sldMkLst>
          <pc:docMk/>
          <pc:sldMk cId="2214532559" sldId="334"/>
        </pc:sldMkLst>
        <pc:spChg chg="add mod">
          <ac:chgData name="Paul Winser" userId="c3146a91-e6bd-4264-bd86-e164e04bc32d" providerId="ADAL" clId="{59385386-1FDE-49D0-B7F3-C0C64A76DD14}" dt="2025-09-24T10:32:11.619" v="36"/>
          <ac:spMkLst>
            <pc:docMk/>
            <pc:sldMk cId="2214532559" sldId="334"/>
            <ac:spMk id="2" creationId="{6F1B756F-AF0F-F6C6-D950-157E4F3E9C0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BAA5BC-A9B8-C36D-8F0A-E2155FFCA3BE}"/>
              </a:ext>
            </a:extLst>
          </p:cNvPr>
          <p:cNvSpPr>
            <a:spLocks noGrp="1"/>
          </p:cNvSpPr>
          <p:nvPr>
            <p:ph type="hdr" sz="quarter"/>
          </p:nvPr>
        </p:nvSpPr>
        <p:spPr>
          <a:xfrm>
            <a:off x="0" y="0"/>
            <a:ext cx="2971800" cy="458788"/>
          </a:xfrm>
          <a:prstGeom prst="rect">
            <a:avLst/>
          </a:prstGeom>
        </p:spPr>
        <p:txBody>
          <a:bodyPr vert="horz" lIns="91440" tIns="45720" rIns="91440" bIns="45720" rtlCol="1"/>
          <a:lstStyle>
            <a:lvl1pPr algn="r" rtl="1">
              <a:defRPr sz="1200"/>
            </a:lvl1pPr>
          </a:lstStyle>
          <a:p>
            <a:pPr rtl="1"/>
            <a:endParaRPr lang="en-GB"/>
          </a:p>
        </p:txBody>
      </p:sp>
      <p:sp>
        <p:nvSpPr>
          <p:cNvPr id="3" name="Date Placeholder 2">
            <a:extLst>
              <a:ext uri="{FF2B5EF4-FFF2-40B4-BE49-F238E27FC236}">
                <a16:creationId xmlns:a16="http://schemas.microsoft.com/office/drawing/2014/main" id="{6A7AE051-C6BA-26BA-CCDA-1D27F9911E36}"/>
              </a:ext>
            </a:extLst>
          </p:cNvPr>
          <p:cNvSpPr>
            <a:spLocks noGrp="1"/>
          </p:cNvSpPr>
          <p:nvPr>
            <p:ph type="dt" sz="quarter" idx="1"/>
          </p:nvPr>
        </p:nvSpPr>
        <p:spPr>
          <a:xfrm>
            <a:off x="3884613" y="0"/>
            <a:ext cx="2971800" cy="458788"/>
          </a:xfrm>
          <a:prstGeom prst="rect">
            <a:avLst/>
          </a:prstGeom>
        </p:spPr>
        <p:txBody>
          <a:bodyPr vert="horz" lIns="91440" tIns="45720" rIns="91440" bIns="45720" rtlCol="1"/>
          <a:lstStyle>
            <a:lvl1pPr algn="r" rtl="1">
              <a:defRPr sz="1200"/>
            </a:lvl1pPr>
          </a:lstStyle>
          <a:p>
            <a:pPr rtl="1"/>
            <a:fld id="{FB7D1C25-2465-4CCC-8AD1-79A088F63130}" type="datetimeFigureOut">
              <a:rPr lang="en-GB" smtClean="0"/>
              <a:t>24/09/2025</a:t>
            </a:fld>
            <a:endParaRPr lang="en-GB"/>
          </a:p>
        </p:txBody>
      </p:sp>
      <p:sp>
        <p:nvSpPr>
          <p:cNvPr id="4" name="Footer Placeholder 3">
            <a:extLst>
              <a:ext uri="{FF2B5EF4-FFF2-40B4-BE49-F238E27FC236}">
                <a16:creationId xmlns:a16="http://schemas.microsoft.com/office/drawing/2014/main" id="{85621011-AFB3-EDC1-EE95-9EBBBC3B0D3F}"/>
              </a:ext>
            </a:extLst>
          </p:cNvPr>
          <p:cNvSpPr>
            <a:spLocks noGrp="1"/>
          </p:cNvSpPr>
          <p:nvPr>
            <p:ph type="ftr" sz="quarter" idx="2"/>
          </p:nvPr>
        </p:nvSpPr>
        <p:spPr>
          <a:xfrm>
            <a:off x="0" y="8685213"/>
            <a:ext cx="2971800" cy="458787"/>
          </a:xfrm>
          <a:prstGeom prst="rect">
            <a:avLst/>
          </a:prstGeom>
        </p:spPr>
        <p:txBody>
          <a:bodyPr vert="horz" lIns="91440" tIns="45720" rIns="91440" bIns="45720" rtlCol="1" anchor="b"/>
          <a:lstStyle>
            <a:lvl1pPr algn="r" rtl="1">
              <a:defRPr sz="1200"/>
            </a:lvl1pPr>
          </a:lstStyle>
          <a:p>
            <a:pPr rtl="1"/>
            <a:endParaRPr lang="en-GB"/>
          </a:p>
        </p:txBody>
      </p:sp>
      <p:sp>
        <p:nvSpPr>
          <p:cNvPr id="5" name="Slide Number Placeholder 4">
            <a:extLst>
              <a:ext uri="{FF2B5EF4-FFF2-40B4-BE49-F238E27FC236}">
                <a16:creationId xmlns:a16="http://schemas.microsoft.com/office/drawing/2014/main" id="{69CC167F-AF8E-52B8-1733-1105F253C0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1" anchor="b"/>
          <a:lstStyle>
            <a:lvl1pPr algn="r" rtl="1">
              <a:defRPr sz="1200"/>
            </a:lvl1pPr>
          </a:lstStyle>
          <a:p>
            <a:pPr rtl="1"/>
            <a:fld id="{0D9491DC-8778-4E64-9451-80C00233493D}" type="slidenum">
              <a:rPr lang="en-GB" smtClean="0"/>
              <a:t>‹#›</a:t>
            </a:fld>
            <a:endParaRPr lang="en-GB"/>
          </a:p>
        </p:txBody>
      </p:sp>
    </p:spTree>
    <p:extLst>
      <p:ext uri="{BB962C8B-B14F-4D97-AF65-F5344CB8AC3E}">
        <p14:creationId xmlns:p14="http://schemas.microsoft.com/office/powerpoint/2010/main" val="2612527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a:p>
        </p:txBody>
      </p:sp>
    </p:spTree>
    <p:extLst>
      <p:ext uri="{BB962C8B-B14F-4D97-AF65-F5344CB8AC3E}">
        <p14:creationId xmlns:p14="http://schemas.microsoft.com/office/powerpoint/2010/main" val="825913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a:latin typeface="Arial" panose="020B0604020202020204" pitchFamily="34" charset="0"/>
              </a:rPr>
              <a:t> </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a:p>
        </p:txBody>
      </p:sp>
    </p:spTree>
    <p:extLst>
      <p:ext uri="{BB962C8B-B14F-4D97-AF65-F5344CB8AC3E}">
        <p14:creationId xmlns:p14="http://schemas.microsoft.com/office/powerpoint/2010/main" val="7007269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8</a:t>
            </a:fld>
            <a:endParaRPr lang="en-GB" altLang="en-US"/>
          </a:p>
        </p:txBody>
      </p:sp>
    </p:spTree>
    <p:extLst>
      <p:ext uri="{BB962C8B-B14F-4D97-AF65-F5344CB8AC3E}">
        <p14:creationId xmlns:p14="http://schemas.microsoft.com/office/powerpoint/2010/main" val="568751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E9A6C-0027-9855-C6A8-B12339EF94C7}"/>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B56BBBFF-7EBD-2B87-7C00-DACB6949064D}"/>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8B7E7C2A-C58F-333A-8024-AF00E15985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a:latin typeface="Arial" panose="020B0604020202020204" pitchFamily="34" charset="0"/>
              </a:rPr>
              <a:t> </a:t>
            </a:r>
          </a:p>
        </p:txBody>
      </p:sp>
      <p:sp>
        <p:nvSpPr>
          <p:cNvPr id="35843" name="Slide Number Placeholder 3">
            <a:extLst>
              <a:ext uri="{FF2B5EF4-FFF2-40B4-BE49-F238E27FC236}">
                <a16:creationId xmlns:a16="http://schemas.microsoft.com/office/drawing/2014/main" id="{9486DDF3-54FC-9B0E-2D98-633C4636FD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18</a:t>
            </a:fld>
            <a:endParaRPr lang="en-GB" altLang="en-US"/>
          </a:p>
        </p:txBody>
      </p:sp>
    </p:spTree>
    <p:extLst>
      <p:ext uri="{BB962C8B-B14F-4D97-AF65-F5344CB8AC3E}">
        <p14:creationId xmlns:p14="http://schemas.microsoft.com/office/powerpoint/2010/main" val="3496620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B4A5A-DEEF-6AC2-175E-F947DA12C763}"/>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22243CF9-9005-DD12-D863-58F76221D3AA}"/>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97E1986A-7A7E-3776-B284-DDB6F27BA3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a:latin typeface="Arial" panose="020B0604020202020204" pitchFamily="34" charset="0"/>
              </a:rPr>
              <a:t> </a:t>
            </a:r>
          </a:p>
        </p:txBody>
      </p:sp>
      <p:sp>
        <p:nvSpPr>
          <p:cNvPr id="35843" name="Slide Number Placeholder 3">
            <a:extLst>
              <a:ext uri="{FF2B5EF4-FFF2-40B4-BE49-F238E27FC236}">
                <a16:creationId xmlns:a16="http://schemas.microsoft.com/office/drawing/2014/main" id="{B240DBD1-D8B3-C50B-6EF1-00FE5919E5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25</a:t>
            </a:fld>
            <a:endParaRPr lang="en-GB" altLang="en-US"/>
          </a:p>
        </p:txBody>
      </p:sp>
    </p:spTree>
    <p:extLst>
      <p:ext uri="{BB962C8B-B14F-4D97-AF65-F5344CB8AC3E}">
        <p14:creationId xmlns:p14="http://schemas.microsoft.com/office/powerpoint/2010/main" val="3416272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1">
              <a:defRPr/>
            </a:pPr>
            <a:fld id="{4D3E6F70-5D4D-4B7F-8590-7D87CFB0B671}" type="slidenum">
              <a:rPr lang="en-GB" altLang="en-US" smtClean="0"/>
              <a:pPr rtl="1">
                <a:defRPr/>
              </a:pPr>
              <a:t>29</a:t>
            </a:fld>
            <a:endParaRPr lang="en-GB" altLang="en-US"/>
          </a:p>
        </p:txBody>
      </p:sp>
    </p:spTree>
    <p:extLst>
      <p:ext uri="{BB962C8B-B14F-4D97-AF65-F5344CB8AC3E}">
        <p14:creationId xmlns:p14="http://schemas.microsoft.com/office/powerpoint/2010/main" val="2189859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6.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7.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8.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29.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1.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2.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3.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4.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5.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6.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7.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8.xml.rels><?xml version="1.0" encoding="UTF-8" standalone="yes"?>
<Relationships xmlns="http://schemas.openxmlformats.org/package/2006/relationships"><Relationship Id="rId2" Type="http://schemas.openxmlformats.org/officeDocument/2006/relationships/slideMaster" Target="../slideMasters/slideMaster11.xml"/><Relationship Id="rId1" Type="http://schemas.openxmlformats.org/officeDocument/2006/relationships/audio" Target="../media/audio1.bin"/></Relationships>
</file>

<file path=ppt/slideLayouts/_rels/slideLayout139.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0.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1.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2.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4.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5.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6.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7.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8.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49.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50.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51.xml.rels><?xml version="1.0" encoding="UTF-8" standalone="yes"?>
<Relationships xmlns="http://schemas.openxmlformats.org/package/2006/relationships"><Relationship Id="rId2" Type="http://schemas.openxmlformats.org/officeDocument/2006/relationships/slideMaster" Target="../slideMasters/slideMaster12.xml"/><Relationship Id="rId1" Type="http://schemas.openxmlformats.org/officeDocument/2006/relationships/audio" Target="../media/audio1.bin"/></Relationships>
</file>

<file path=ppt/slideLayouts/_rels/slideLayout152.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3.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4.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5.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7.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8.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59.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0.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1.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2.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3.xml.rels><?xml version="1.0" encoding="UTF-8" standalone="yes"?>
<Relationships xmlns="http://schemas.openxmlformats.org/package/2006/relationships"><Relationship Id="rId2" Type="http://schemas.openxmlformats.org/officeDocument/2006/relationships/slideMaster" Target="../slideMasters/slideMaster13.xml"/><Relationship Id="rId1" Type="http://schemas.openxmlformats.org/officeDocument/2006/relationships/audio" Target="../media/audio1.bin"/></Relationships>
</file>

<file path=ppt/slideLayouts/_rels/slideLayout164.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5.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6.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7.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69.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0.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1.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2.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3.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4.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5.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_rels/slideLayout176.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52143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21887457"/>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05143189"/>
      </p:ext>
    </p:extLst>
  </p:cSld>
  <p:clrMapOvr>
    <a:masterClrMapping/>
  </p:clrMapOvr>
  <p:transition>
    <p:sndAc>
      <p:stSnd>
        <p:snd r:embed="rId1" name="click.wav"/>
      </p:stSnd>
    </p:sndAc>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63132415"/>
      </p:ext>
    </p:extLst>
  </p:cSld>
  <p:clrMapOvr>
    <a:masterClrMapping/>
  </p:clrMapOvr>
  <p:transition>
    <p:sndAc>
      <p:stSnd>
        <p:snd r:embed="rId1" name="click.wav"/>
      </p:stSnd>
    </p:sndAc>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10492544"/>
      </p:ext>
    </p:extLst>
  </p:cSld>
  <p:clrMapOvr>
    <a:masterClrMapping/>
  </p:clrMapOvr>
  <p:transition>
    <p:sndAc>
      <p:stSnd>
        <p:snd r:embed="rId1" name="click.wav"/>
      </p:stSnd>
    </p:sndAc>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27089029"/>
      </p:ext>
    </p:extLst>
  </p:cSld>
  <p:clrMapOvr>
    <a:masterClrMapping/>
  </p:clrMapOvr>
  <p:transition>
    <p:sndAc>
      <p:stSnd>
        <p:snd r:embed="rId1" name="click.wav"/>
      </p:stSnd>
    </p:sndAc>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97727003"/>
      </p:ext>
    </p:extLst>
  </p:cSld>
  <p:clrMapOvr>
    <a:masterClrMapping/>
  </p:clrMapOvr>
  <p:transition>
    <p:sndAc>
      <p:stSnd>
        <p:snd r:embed="rId1" name="click.wav"/>
      </p:stSnd>
    </p:sndAc>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54089648"/>
      </p:ext>
    </p:extLst>
  </p:cSld>
  <p:clrMapOvr>
    <a:masterClrMapping/>
  </p:clrMapOvr>
  <p:transition>
    <p:sndAc>
      <p:stSnd>
        <p:snd r:embed="rId1" name="click.wav"/>
      </p:stSnd>
    </p:sndAc>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53870987"/>
      </p:ext>
    </p:extLst>
  </p:cSld>
  <p:clrMapOvr>
    <a:masterClrMapping/>
  </p:clrMapOvr>
  <p:transition>
    <p:sndAc>
      <p:stSnd>
        <p:snd r:embed="rId1" name="click.wav"/>
      </p:stSnd>
    </p:sndAc>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40779964"/>
      </p:ext>
    </p:extLst>
  </p:cSld>
  <p:clrMapOvr>
    <a:masterClrMapping/>
  </p:clrMapOvr>
  <p:transition>
    <p:sndAc>
      <p:stSnd>
        <p:snd r:embed="rId1" name="click.wav"/>
      </p:stSnd>
    </p:sndAc>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60455431"/>
      </p:ext>
    </p:extLst>
  </p:cSld>
  <p:clrMapOvr>
    <a:masterClrMapping/>
  </p:clrMapOvr>
  <p:transition>
    <p:sndAc>
      <p:stSnd>
        <p:snd r:embed="rId1" name="click.wav"/>
      </p:stSnd>
    </p:sndAc>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49455710"/>
      </p:ext>
    </p:extLst>
  </p:cSld>
  <p:clrMapOvr>
    <a:masterClrMapping/>
  </p:clrMapOvr>
  <p:transition>
    <p:sndAc>
      <p:stSnd>
        <p:snd r:embed="rId1" name="click.wav"/>
      </p:stSnd>
    </p:sndAc>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24011895"/>
      </p:ext>
    </p:extLst>
  </p:cSld>
  <p:clrMapOvr>
    <a:masterClrMapping/>
  </p:clrMapOvr>
  <p:transition>
    <p:sndAc>
      <p:stSnd>
        <p:snd r:embed="rId1" name="click.wav"/>
      </p:stSnd>
    </p:sndAc>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66964402"/>
      </p:ext>
    </p:extLst>
  </p:cSld>
  <p:clrMapOvr>
    <a:masterClrMapping/>
  </p:clrMapOvr>
  <p:transition>
    <p:sndAc>
      <p:stSnd>
        <p:snd r:embed="rId1" name="click.wav"/>
      </p:stSnd>
    </p:sndAc>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08467467"/>
      </p:ext>
    </p:extLst>
  </p:cSld>
  <p:clrMapOvr>
    <a:masterClrMapping/>
  </p:clrMapOvr>
  <p:transition>
    <p:sndAc>
      <p:stSnd>
        <p:snd r:embed="rId1" name="click.wav"/>
      </p:stSnd>
    </p:sndAc>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29397326"/>
      </p:ext>
    </p:extLst>
  </p:cSld>
  <p:clrMapOvr>
    <a:masterClrMapping/>
  </p:clrMapOvr>
  <p:transition>
    <p:sndAc>
      <p:stSnd>
        <p:snd r:embed="rId1" name="click.wav"/>
      </p:stSnd>
    </p:sndAc>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58396018"/>
      </p:ext>
    </p:extLst>
  </p:cSld>
  <p:clrMapOvr>
    <a:masterClrMapping/>
  </p:clrMapOvr>
  <p:transition>
    <p:sndAc>
      <p:stSnd>
        <p:snd r:embed="rId1" name="click.wav"/>
      </p:stSnd>
    </p:sndAc>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16870689"/>
      </p:ext>
    </p:extLst>
  </p:cSld>
  <p:clrMapOvr>
    <a:masterClrMapping/>
  </p:clrMapOvr>
  <p:transition>
    <p:sndAc>
      <p:stSnd>
        <p:snd r:embed="rId1" name="click.wav"/>
      </p:stSnd>
    </p:sndAc>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38273899"/>
      </p:ext>
    </p:extLst>
  </p:cSld>
  <p:clrMapOvr>
    <a:masterClrMapping/>
  </p:clrMapOvr>
  <p:transition>
    <p:sndAc>
      <p:stSnd>
        <p:snd r:embed="rId1" name="click.wav"/>
      </p:stSnd>
    </p:sndAc>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1746353"/>
      </p:ext>
    </p:extLst>
  </p:cSld>
  <p:clrMapOvr>
    <a:masterClrMapping/>
  </p:clrMapOvr>
  <p:transition>
    <p:sndAc>
      <p:stSnd>
        <p:snd r:embed="rId1" name="click.wav"/>
      </p:stSnd>
    </p:sndAc>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86515145"/>
      </p:ext>
    </p:extLst>
  </p:cSld>
  <p:clrMapOvr>
    <a:masterClrMapping/>
  </p:clrMapOvr>
  <p:transition>
    <p:sndAc>
      <p:stSnd>
        <p:snd r:embed="rId1" name="click.wav"/>
      </p:stSnd>
    </p:sndAc>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1601815"/>
      </p:ext>
    </p:extLst>
  </p:cSld>
  <p:clrMapOvr>
    <a:masterClrMapping/>
  </p:clrMapOvr>
  <p:transition>
    <p:sndAc>
      <p:stSnd>
        <p:snd r:embed="rId1" name="click.wav"/>
      </p:stSnd>
    </p:sndAc>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315916"/>
      </p:ext>
    </p:extLst>
  </p:cSld>
  <p:clrMapOvr>
    <a:masterClrMapping/>
  </p:clrMapOvr>
  <p:transition>
    <p:sndAc>
      <p:stSnd>
        <p:snd r:embed="rId1" name="click.wav"/>
      </p:stSnd>
    </p:sndAc>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15017319"/>
      </p:ext>
    </p:extLst>
  </p:cSld>
  <p:clrMapOvr>
    <a:masterClrMapping/>
  </p:clrMapOvr>
  <p:transition>
    <p:sndAc>
      <p:stSnd>
        <p:snd r:embed="rId1" name="click.wav"/>
      </p:stSnd>
    </p:sndAc>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4887850"/>
      </p:ext>
    </p:extLst>
  </p:cSld>
  <p:clrMapOvr>
    <a:masterClrMapping/>
  </p:clrMapOvr>
  <p:transition>
    <p:sndAc>
      <p:stSnd>
        <p:snd r:embed="rId1" name="click.wav"/>
      </p:stSnd>
    </p:sndAc>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949496821"/>
      </p:ext>
    </p:extLst>
  </p:cSld>
  <p:clrMapOvr>
    <a:masterClrMapping/>
  </p:clrMapOvr>
  <p:transition>
    <p:sndAc>
      <p:stSnd>
        <p:snd r:embed="rId1" name="click.wav"/>
      </p:stSnd>
    </p:sndAc>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20494618"/>
      </p:ext>
    </p:extLst>
  </p:cSld>
  <p:clrMapOvr>
    <a:masterClrMapping/>
  </p:clrMapOvr>
  <p:transition>
    <p:sndAc>
      <p:stSnd>
        <p:snd r:embed="rId1" name="click.wav"/>
      </p:stSnd>
    </p:sndAc>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57990214"/>
      </p:ext>
    </p:extLst>
  </p:cSld>
  <p:clrMapOvr>
    <a:masterClrMapping/>
  </p:clrMapOvr>
  <p:transition>
    <p:sndAc>
      <p:stSnd>
        <p:snd r:embed="rId1" name="click.wav"/>
      </p:stSnd>
    </p:sndAc>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44613934"/>
      </p:ext>
    </p:extLst>
  </p:cSld>
  <p:clrMapOvr>
    <a:masterClrMapping/>
  </p:clrMapOvr>
  <p:transition>
    <p:sndAc>
      <p:stSnd>
        <p:snd r:embed="rId1" name="click.wav"/>
      </p:stSnd>
    </p:sndAc>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72313422"/>
      </p:ext>
    </p:extLst>
  </p:cSld>
  <p:clrMapOvr>
    <a:masterClrMapping/>
  </p:clrMapOvr>
  <p:transition>
    <p:sndAc>
      <p:stSnd>
        <p:snd r:embed="rId1" name="click.wav"/>
      </p:stSnd>
    </p:sndAc>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50259513"/>
      </p:ext>
    </p:extLst>
  </p:cSld>
  <p:clrMapOvr>
    <a:masterClrMapping/>
  </p:clrMapOvr>
  <p:transition>
    <p:sndAc>
      <p:stSnd>
        <p:snd r:embed="rId1" name="click.wav"/>
      </p:stSnd>
    </p:sndAc>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64148433"/>
      </p:ext>
    </p:extLst>
  </p:cSld>
  <p:clrMapOvr>
    <a:masterClrMapping/>
  </p:clrMapOvr>
  <p:transition>
    <p:sndAc>
      <p:stSnd>
        <p:snd r:embed="rId1" name="click.wav"/>
      </p:stSnd>
    </p:sndAc>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30578279"/>
      </p:ext>
    </p:extLst>
  </p:cSld>
  <p:clrMapOvr>
    <a:masterClrMapping/>
  </p:clrMapOvr>
  <p:transition>
    <p:sndAc>
      <p:stSnd>
        <p:snd r:embed="rId1" name="click.wav"/>
      </p:stSnd>
    </p:sndAc>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34849728"/>
      </p:ext>
    </p:extLst>
  </p:cSld>
  <p:clrMapOvr>
    <a:masterClrMapping/>
  </p:clrMapOvr>
  <p:transition>
    <p:sndAc>
      <p:stSnd>
        <p:snd r:embed="rId1" name="click.wav"/>
      </p:stSnd>
    </p:sndAc>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63488714"/>
      </p:ext>
    </p:extLst>
  </p:cSld>
  <p:clrMapOvr>
    <a:masterClrMapping/>
  </p:clrMapOvr>
  <p:transition>
    <p:sndAc>
      <p:stSnd>
        <p:snd r:embed="rId1" name="click.wav"/>
      </p:stSnd>
    </p:sndAc>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77139830"/>
      </p:ext>
    </p:extLst>
  </p:cSld>
  <p:clrMapOvr>
    <a:masterClrMapping/>
  </p:clrMapOvr>
  <p:transition>
    <p:sndAc>
      <p:stSnd>
        <p:snd r:embed="rId1" name="click.wav"/>
      </p:stSnd>
    </p:sndAc>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9133453"/>
      </p:ext>
    </p:extLst>
  </p:cSld>
  <p:clrMapOvr>
    <a:masterClrMapping/>
  </p:clrMapOvr>
  <p:transition>
    <p:sndAc>
      <p:stSnd>
        <p:snd r:embed="rId1" name="click.wav"/>
      </p:stSnd>
    </p:sndAc>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73693698"/>
      </p:ext>
    </p:extLst>
  </p:cSld>
  <p:clrMapOvr>
    <a:masterClrMapping/>
  </p:clrMapOvr>
  <p:transition>
    <p:sndAc>
      <p:stSnd>
        <p:snd r:embed="rId1" name="click.wav"/>
      </p:stSnd>
    </p:sndAc>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52052954"/>
      </p:ext>
    </p:extLst>
  </p:cSld>
  <p:clrMapOvr>
    <a:masterClrMapping/>
  </p:clrMapOvr>
  <p:transition>
    <p:sndAc>
      <p:stSnd>
        <p:snd r:embed="rId1" name="click.wav"/>
      </p:stSnd>
    </p:sndAc>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44308431"/>
      </p:ext>
    </p:extLst>
  </p:cSld>
  <p:clrMapOvr>
    <a:masterClrMapping/>
  </p:clrMapOvr>
  <p:transition>
    <p:sndAc>
      <p:stSnd>
        <p:snd r:embed="rId1" name="click.wav"/>
      </p:stSnd>
    </p:sndAc>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63504853"/>
      </p:ext>
    </p:extLst>
  </p:cSld>
  <p:clrMapOvr>
    <a:masterClrMapping/>
  </p:clrMapOvr>
  <p:transition>
    <p:sndAc>
      <p:stSnd>
        <p:snd r:embed="rId1" name="click.wav"/>
      </p:stSnd>
    </p:sndAc>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06632829"/>
      </p:ext>
    </p:extLst>
  </p:cSld>
  <p:clrMapOvr>
    <a:masterClrMapping/>
  </p:clrMapOvr>
  <p:transition>
    <p:sndAc>
      <p:stSnd>
        <p:snd r:embed="rId1" name="click.wav"/>
      </p:stSnd>
    </p:sndAc>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216598676"/>
      </p:ext>
    </p:extLst>
  </p:cSld>
  <p:clrMapOvr>
    <a:masterClrMapping/>
  </p:clrMapOvr>
  <p:transition>
    <p:sndAc>
      <p:stSnd>
        <p:snd r:embed="rId1" name="click.wav"/>
      </p:stSnd>
    </p:sndAc>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51109234"/>
      </p:ext>
    </p:extLst>
  </p:cSld>
  <p:clrMapOvr>
    <a:masterClrMapping/>
  </p:clrMapOvr>
  <p:transition>
    <p:sndAc>
      <p:stSnd>
        <p:snd r:embed="rId1" name="click.wav"/>
      </p:stSnd>
    </p:sndAc>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608898297"/>
      </p:ext>
    </p:extLst>
  </p:cSld>
  <p:clrMapOvr>
    <a:masterClrMapping/>
  </p:clrMapOvr>
  <p:transition>
    <p:sndAc>
      <p:stSnd>
        <p:snd r:embed="rId1" name="click.wav"/>
      </p:stSnd>
    </p:sndAc>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919663635"/>
      </p:ext>
    </p:extLst>
  </p:cSld>
  <p:clrMapOvr>
    <a:masterClrMapping/>
  </p:clrMapOvr>
  <p:transition>
    <p:sndAc>
      <p:stSnd>
        <p:snd r:embed="rId1" name="click.wav"/>
      </p:stSnd>
    </p:sndAc>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37072292"/>
      </p:ext>
    </p:extLst>
  </p:cSld>
  <p:clrMapOvr>
    <a:masterClrMapping/>
  </p:clrMapOvr>
  <p:transition>
    <p:sndAc>
      <p:stSnd>
        <p:snd r:embed="rId1" name="click.wav"/>
      </p:stSnd>
    </p:sndAc>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39662465"/>
      </p:ext>
    </p:extLst>
  </p:cSld>
  <p:clrMapOvr>
    <a:masterClrMapping/>
  </p:clrMapOvr>
  <p:transition>
    <p:sndAc>
      <p:stSnd>
        <p:snd r:embed="rId1" name="click.wav"/>
      </p:stSnd>
    </p:sndAc>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60114295"/>
      </p:ext>
    </p:extLst>
  </p:cSld>
  <p:clrMapOvr>
    <a:masterClrMapping/>
  </p:clrMapOvr>
  <p:transition>
    <p:sndAc>
      <p:stSnd>
        <p:snd r:embed="rId1" name="click.wav"/>
      </p:stSnd>
    </p:sndAc>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66395932"/>
      </p:ext>
    </p:extLst>
  </p:cSld>
  <p:clrMapOvr>
    <a:masterClrMapping/>
  </p:clrMapOvr>
  <p:transition>
    <p:sndAc>
      <p:stSnd>
        <p:snd r:embed="rId1" name="click.wav"/>
      </p:stSnd>
    </p:sndAc>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37073188"/>
      </p:ext>
    </p:extLst>
  </p:cSld>
  <p:clrMapOvr>
    <a:masterClrMapping/>
  </p:clrMapOvr>
  <p:transition>
    <p:sndAc>
      <p:stSnd>
        <p:snd r:embed="rId1" name="click.wav"/>
      </p:stSnd>
    </p:sndAc>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33131022"/>
      </p:ext>
    </p:extLst>
  </p:cSld>
  <p:clrMapOvr>
    <a:masterClrMapping/>
  </p:clrMapOvr>
  <p:transition>
    <p:sndAc>
      <p:stSnd>
        <p:snd r:embed="rId1" name="click.wav"/>
      </p:stSnd>
    </p:sndAc>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28944972"/>
      </p:ext>
    </p:extLst>
  </p:cSld>
  <p:clrMapOvr>
    <a:masterClrMapping/>
  </p:clrMapOvr>
  <p:transition>
    <p:sndAc>
      <p:stSnd>
        <p:snd r:embed="rId1" name="click.wav"/>
      </p:stSnd>
    </p:sndAc>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738831941"/>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e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e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image" Target="../media/image7.jpe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audio" Target="../media/audio1.bin"/><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theme" Target="../theme/theme7.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image" Target="../media/image8.jpeg"/><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5.xml"/><Relationship Id="rId13" Type="http://schemas.openxmlformats.org/officeDocument/2006/relationships/theme" Target="../theme/theme8.xml"/><Relationship Id="rId3" Type="http://schemas.openxmlformats.org/officeDocument/2006/relationships/slideLayout" Target="../slideLayouts/slideLayout90.xml"/><Relationship Id="rId7" Type="http://schemas.openxmlformats.org/officeDocument/2006/relationships/slideLayout" Target="../slideLayouts/slideLayout94.xml"/><Relationship Id="rId12" Type="http://schemas.openxmlformats.org/officeDocument/2006/relationships/slideLayout" Target="../slideLayouts/slideLayout99.xml"/><Relationship Id="rId2" Type="http://schemas.openxmlformats.org/officeDocument/2006/relationships/slideLayout" Target="../slideLayouts/slideLayout89.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5" Type="http://schemas.openxmlformats.org/officeDocument/2006/relationships/slideLayout" Target="../slideLayouts/slideLayout92.xml"/><Relationship Id="rId15" Type="http://schemas.openxmlformats.org/officeDocument/2006/relationships/image" Target="../media/image9.jpeg"/><Relationship Id="rId10" Type="http://schemas.openxmlformats.org/officeDocument/2006/relationships/slideLayout" Target="../slideLayouts/slideLayout97.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slideLayout" Target="../slideLayouts/slideLayout112.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2" Type="http://schemas.openxmlformats.org/officeDocument/2006/relationships/slideLayout" Target="../slideLayouts/slideLayout101.xml"/><Relationship Id="rId16" Type="http://schemas.openxmlformats.org/officeDocument/2006/relationships/image" Target="../media/image10.jpeg"/><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5" Type="http://schemas.openxmlformats.org/officeDocument/2006/relationships/audio" Target="../media/audio1.bin"/><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slideLayout" Target="../slideLayouts/slideLayout125.xml"/><Relationship Id="rId3" Type="http://schemas.openxmlformats.org/officeDocument/2006/relationships/slideLayout" Target="../slideLayouts/slideLayout115.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2" Type="http://schemas.openxmlformats.org/officeDocument/2006/relationships/slideLayout" Target="../slideLayouts/slideLayout114.xml"/><Relationship Id="rId16" Type="http://schemas.openxmlformats.org/officeDocument/2006/relationships/image" Target="../media/image11.png"/><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5" Type="http://schemas.openxmlformats.org/officeDocument/2006/relationships/slideLayout" Target="../slideLayouts/slideLayout117.xml"/><Relationship Id="rId15" Type="http://schemas.openxmlformats.org/officeDocument/2006/relationships/audio" Target="../media/audio1.bin"/><Relationship Id="rId10" Type="http://schemas.openxmlformats.org/officeDocument/2006/relationships/slideLayout" Target="../slideLayouts/slideLayout122.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3.xml"/><Relationship Id="rId13" Type="http://schemas.openxmlformats.org/officeDocument/2006/relationships/slideLayout" Target="../slideLayouts/slideLayout138.xml"/><Relationship Id="rId3" Type="http://schemas.openxmlformats.org/officeDocument/2006/relationships/slideLayout" Target="../slideLayouts/slideLayout128.xml"/><Relationship Id="rId7" Type="http://schemas.openxmlformats.org/officeDocument/2006/relationships/slideLayout" Target="../slideLayouts/slideLayout132.xml"/><Relationship Id="rId12" Type="http://schemas.openxmlformats.org/officeDocument/2006/relationships/slideLayout" Target="../slideLayouts/slideLayout137.xml"/><Relationship Id="rId2" Type="http://schemas.openxmlformats.org/officeDocument/2006/relationships/slideLayout" Target="../slideLayouts/slideLayout127.xml"/><Relationship Id="rId16" Type="http://schemas.openxmlformats.org/officeDocument/2006/relationships/image" Target="../media/image12.png"/><Relationship Id="rId1" Type="http://schemas.openxmlformats.org/officeDocument/2006/relationships/slideLayout" Target="../slideLayouts/slideLayout126.xml"/><Relationship Id="rId6" Type="http://schemas.openxmlformats.org/officeDocument/2006/relationships/slideLayout" Target="../slideLayouts/slideLayout131.xml"/><Relationship Id="rId11" Type="http://schemas.openxmlformats.org/officeDocument/2006/relationships/slideLayout" Target="../slideLayouts/slideLayout136.xml"/><Relationship Id="rId5" Type="http://schemas.openxmlformats.org/officeDocument/2006/relationships/slideLayout" Target="../slideLayouts/slideLayout130.xml"/><Relationship Id="rId15" Type="http://schemas.openxmlformats.org/officeDocument/2006/relationships/audio" Target="../media/audio1.bin"/><Relationship Id="rId10" Type="http://schemas.openxmlformats.org/officeDocument/2006/relationships/slideLayout" Target="../slideLayouts/slideLayout135.xml"/><Relationship Id="rId4" Type="http://schemas.openxmlformats.org/officeDocument/2006/relationships/slideLayout" Target="../slideLayouts/slideLayout129.xml"/><Relationship Id="rId9" Type="http://schemas.openxmlformats.org/officeDocument/2006/relationships/slideLayout" Target="../slideLayouts/slideLayout134.xml"/><Relationship Id="rId14"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slideLayout" Target="../slideLayouts/slideLayout151.xml"/><Relationship Id="rId3" Type="http://schemas.openxmlformats.org/officeDocument/2006/relationships/slideLayout" Target="../slideLayouts/slideLayout141.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2" Type="http://schemas.openxmlformats.org/officeDocument/2006/relationships/slideLayout" Target="../slideLayouts/slideLayout140.xml"/><Relationship Id="rId16" Type="http://schemas.openxmlformats.org/officeDocument/2006/relationships/image" Target="../media/image13.png"/><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5" Type="http://schemas.openxmlformats.org/officeDocument/2006/relationships/slideLayout" Target="../slideLayouts/slideLayout143.xml"/><Relationship Id="rId15" Type="http://schemas.openxmlformats.org/officeDocument/2006/relationships/audio" Target="../media/audio1.bin"/><Relationship Id="rId10" Type="http://schemas.openxmlformats.org/officeDocument/2006/relationships/slideLayout" Target="../slideLayouts/slideLayout148.xml"/><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9.xml"/><Relationship Id="rId13" Type="http://schemas.openxmlformats.org/officeDocument/2006/relationships/theme" Target="../theme/theme13.xml"/><Relationship Id="rId3" Type="http://schemas.openxmlformats.org/officeDocument/2006/relationships/slideLayout" Target="../slideLayouts/slideLayout154.xml"/><Relationship Id="rId7" Type="http://schemas.openxmlformats.org/officeDocument/2006/relationships/slideLayout" Target="../slideLayouts/slideLayout158.xml"/><Relationship Id="rId12" Type="http://schemas.openxmlformats.org/officeDocument/2006/relationships/slideLayout" Target="../slideLayouts/slideLayout163.xml"/><Relationship Id="rId2" Type="http://schemas.openxmlformats.org/officeDocument/2006/relationships/slideLayout" Target="../slideLayouts/slideLayout153.xml"/><Relationship Id="rId1" Type="http://schemas.openxmlformats.org/officeDocument/2006/relationships/slideLayout" Target="../slideLayouts/slideLayout152.xml"/><Relationship Id="rId6" Type="http://schemas.openxmlformats.org/officeDocument/2006/relationships/slideLayout" Target="../slideLayouts/slideLayout157.xml"/><Relationship Id="rId11" Type="http://schemas.openxmlformats.org/officeDocument/2006/relationships/slideLayout" Target="../slideLayouts/slideLayout162.xml"/><Relationship Id="rId5" Type="http://schemas.openxmlformats.org/officeDocument/2006/relationships/slideLayout" Target="../slideLayouts/slideLayout156.xml"/><Relationship Id="rId15" Type="http://schemas.openxmlformats.org/officeDocument/2006/relationships/image" Target="../media/image14.png"/><Relationship Id="rId10" Type="http://schemas.openxmlformats.org/officeDocument/2006/relationships/slideLayout" Target="../slideLayouts/slideLayout161.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14" Type="http://schemas.openxmlformats.org/officeDocument/2006/relationships/audio" Target="../media/audio1.bin"/></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71.xml"/><Relationship Id="rId13" Type="http://schemas.openxmlformats.org/officeDocument/2006/relationships/slideLayout" Target="../slideLayouts/slideLayout176.xml"/><Relationship Id="rId3" Type="http://schemas.openxmlformats.org/officeDocument/2006/relationships/slideLayout" Target="../slideLayouts/slideLayout166.xml"/><Relationship Id="rId7" Type="http://schemas.openxmlformats.org/officeDocument/2006/relationships/slideLayout" Target="../slideLayouts/slideLayout170.xml"/><Relationship Id="rId12" Type="http://schemas.openxmlformats.org/officeDocument/2006/relationships/slideLayout" Target="../slideLayouts/slideLayout175.xml"/><Relationship Id="rId2" Type="http://schemas.openxmlformats.org/officeDocument/2006/relationships/slideLayout" Target="../slideLayouts/slideLayout165.xml"/><Relationship Id="rId16" Type="http://schemas.openxmlformats.org/officeDocument/2006/relationships/image" Target="../media/image15.png"/><Relationship Id="rId1" Type="http://schemas.openxmlformats.org/officeDocument/2006/relationships/slideLayout" Target="../slideLayouts/slideLayout164.xml"/><Relationship Id="rId6" Type="http://schemas.openxmlformats.org/officeDocument/2006/relationships/slideLayout" Target="../slideLayouts/slideLayout169.xml"/><Relationship Id="rId11" Type="http://schemas.openxmlformats.org/officeDocument/2006/relationships/slideLayout" Target="../slideLayouts/slideLayout174.xml"/><Relationship Id="rId5" Type="http://schemas.openxmlformats.org/officeDocument/2006/relationships/slideLayout" Target="../slideLayouts/slideLayout168.xml"/><Relationship Id="rId15" Type="http://schemas.openxmlformats.org/officeDocument/2006/relationships/audio" Target="../media/audio1.bin"/><Relationship Id="rId10" Type="http://schemas.openxmlformats.org/officeDocument/2006/relationships/slideLayout" Target="../slideLayouts/slideLayout173.xml"/><Relationship Id="rId4" Type="http://schemas.openxmlformats.org/officeDocument/2006/relationships/slideLayout" Target="../slideLayouts/slideLayout167.xml"/><Relationship Id="rId9" Type="http://schemas.openxmlformats.org/officeDocument/2006/relationships/slideLayout" Target="../slideLayouts/slideLayout172.xml"/><Relationship Id="rId14" Type="http://schemas.openxmlformats.org/officeDocument/2006/relationships/theme" Target="../theme/theme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 id="2147484987"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92384E05-9E1C-E490-9AFD-934E80BEE906}"/>
              </a:ext>
            </a:extLst>
          </p:cNvPr>
          <p:cNvPicPr>
            <a:picLocks noChangeAspect="1"/>
          </p:cNvPicPr>
          <p:nvPr userDrawn="1"/>
        </p:nvPicPr>
        <p:blipFill>
          <a:blip r:embed="rId16">
            <a:extLst>
              <a:ext uri="{28A0092B-C50C-407E-A947-70E740481C1C}">
                <a14:useLocalDpi xmlns:a14="http://schemas.microsoft.com/office/drawing/2010/main"/>
              </a:ext>
            </a:extLst>
          </a:blip>
          <a:stretch>
            <a:fillRect/>
          </a:stretch>
        </p:blipFill>
        <p:spPr>
          <a:xfrm>
            <a:off x="0" y="-11112"/>
            <a:ext cx="9144000" cy="1076325"/>
          </a:xfrm>
          <a:prstGeom prst="rect">
            <a:avLst/>
          </a:prstGeom>
        </p:spPr>
      </p:pic>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 id="2147484986"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5" name="Picture 4">
            <a:extLst>
              <a:ext uri="{FF2B5EF4-FFF2-40B4-BE49-F238E27FC236}">
                <a16:creationId xmlns:a16="http://schemas.microsoft.com/office/drawing/2014/main" id="{8808BF29-9A3B-CF6C-9FC1-DF71046C0764}"/>
              </a:ext>
            </a:extLst>
          </p:cNvPr>
          <p:cNvPicPr>
            <a:picLocks noChangeAspect="1"/>
          </p:cNvPicPr>
          <p:nvPr userDrawn="1"/>
        </p:nvPicPr>
        <p:blipFill>
          <a:blip r:embed="rId16">
            <a:extLst>
              <a:ext uri="{28A0092B-C50C-407E-A947-70E740481C1C}">
                <a14:useLocalDpi xmlns:a14="http://schemas.microsoft.com/office/drawing/2010/main"/>
              </a:ext>
            </a:extLst>
          </a:blip>
          <a:stretch>
            <a:fillRect/>
          </a:stretch>
        </p:blipFill>
        <p:spPr>
          <a:xfrm>
            <a:off x="0" y="-27384"/>
            <a:ext cx="9144000" cy="1076325"/>
          </a:xfrm>
          <a:prstGeom prst="rect">
            <a:avLst/>
          </a:prstGeom>
        </p:spPr>
      </p:pic>
    </p:spTree>
    <p:extLst>
      <p:ext uri="{BB962C8B-B14F-4D97-AF65-F5344CB8AC3E}">
        <p14:creationId xmlns:p14="http://schemas.microsoft.com/office/powerpoint/2010/main" val="571902250"/>
      </p:ext>
    </p:extLst>
  </p:cSld>
  <p:clrMap bg1="lt1" tx1="dk1" bg2="lt2" tx2="dk2" accent1="accent1" accent2="accent2" accent3="accent3" accent4="accent4" accent5="accent5" accent6="accent6" hlink="hlink" folHlink="folHlink"/>
  <p:sldLayoutIdLst>
    <p:sldLayoutId id="2147484933" r:id="rId1"/>
    <p:sldLayoutId id="2147484934" r:id="rId2"/>
    <p:sldLayoutId id="2147484935" r:id="rId3"/>
    <p:sldLayoutId id="2147484936" r:id="rId4"/>
    <p:sldLayoutId id="2147484937" r:id="rId5"/>
    <p:sldLayoutId id="2147484938" r:id="rId6"/>
    <p:sldLayoutId id="2147484939" r:id="rId7"/>
    <p:sldLayoutId id="2147484940" r:id="rId8"/>
    <p:sldLayoutId id="2147484941" r:id="rId9"/>
    <p:sldLayoutId id="2147484942" r:id="rId10"/>
    <p:sldLayoutId id="2147484943" r:id="rId11"/>
    <p:sldLayoutId id="2147484944" r:id="rId12"/>
    <p:sldLayoutId id="2147484985"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1E828300-C9A3-A6C9-BCC9-A9F536AAE611}"/>
              </a:ext>
            </a:extLst>
          </p:cNvPr>
          <p:cNvPicPr>
            <a:picLocks noChangeAspect="1"/>
          </p:cNvPicPr>
          <p:nvPr userDrawn="1"/>
        </p:nvPicPr>
        <p:blipFill>
          <a:blip r:embed="rId16">
            <a:extLst>
              <a:ext uri="{28A0092B-C50C-407E-A947-70E740481C1C}">
                <a14:useLocalDpi xmlns:a14="http://schemas.microsoft.com/office/drawing/2010/main"/>
              </a:ext>
            </a:extLst>
          </a:blip>
          <a:stretch>
            <a:fillRect/>
          </a:stretch>
        </p:blipFill>
        <p:spPr>
          <a:xfrm>
            <a:off x="0" y="0"/>
            <a:ext cx="9144000" cy="1076325"/>
          </a:xfrm>
          <a:prstGeom prst="rect">
            <a:avLst/>
          </a:prstGeom>
        </p:spPr>
      </p:pic>
    </p:spTree>
    <p:extLst>
      <p:ext uri="{BB962C8B-B14F-4D97-AF65-F5344CB8AC3E}">
        <p14:creationId xmlns:p14="http://schemas.microsoft.com/office/powerpoint/2010/main" val="325816024"/>
      </p:ext>
    </p:extLst>
  </p:cSld>
  <p:clrMap bg1="lt1" tx1="dk1" bg2="lt2" tx2="dk2" accent1="accent1" accent2="accent2" accent3="accent3" accent4="accent4" accent5="accent5" accent6="accent6" hlink="hlink" folHlink="folHlink"/>
  <p:sldLayoutIdLst>
    <p:sldLayoutId id="2147484946" r:id="rId1"/>
    <p:sldLayoutId id="2147484947" r:id="rId2"/>
    <p:sldLayoutId id="2147484948" r:id="rId3"/>
    <p:sldLayoutId id="2147484949" r:id="rId4"/>
    <p:sldLayoutId id="2147484950" r:id="rId5"/>
    <p:sldLayoutId id="2147484951" r:id="rId6"/>
    <p:sldLayoutId id="2147484952" r:id="rId7"/>
    <p:sldLayoutId id="2147484953" r:id="rId8"/>
    <p:sldLayoutId id="2147484954" r:id="rId9"/>
    <p:sldLayoutId id="2147484955" r:id="rId10"/>
    <p:sldLayoutId id="2147484956" r:id="rId11"/>
    <p:sldLayoutId id="2147484957" r:id="rId12"/>
    <p:sldLayoutId id="2147484984"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46444E42-22D5-3C44-D060-73B1D9BC95A7}"/>
              </a:ext>
            </a:extLst>
          </p:cNvPr>
          <p:cNvPicPr>
            <a:picLocks noChangeAspect="1"/>
          </p:cNvPicPr>
          <p:nvPr userDrawn="1"/>
        </p:nvPicPr>
        <p:blipFill>
          <a:blip r:embed="rId15">
            <a:extLst>
              <a:ext uri="{28A0092B-C50C-407E-A947-70E740481C1C}">
                <a14:useLocalDpi xmlns:a14="http://schemas.microsoft.com/office/drawing/2010/main"/>
              </a:ext>
            </a:extLst>
          </a:blip>
          <a:stretch>
            <a:fillRect/>
          </a:stretch>
        </p:blipFill>
        <p:spPr>
          <a:xfrm>
            <a:off x="0" y="0"/>
            <a:ext cx="9144000" cy="1076325"/>
          </a:xfrm>
          <a:prstGeom prst="rect">
            <a:avLst/>
          </a:prstGeom>
        </p:spPr>
      </p:pic>
    </p:spTree>
    <p:extLst>
      <p:ext uri="{BB962C8B-B14F-4D97-AF65-F5344CB8AC3E}">
        <p14:creationId xmlns:p14="http://schemas.microsoft.com/office/powerpoint/2010/main" val="493419560"/>
      </p:ext>
    </p:extLst>
  </p:cSld>
  <p:clrMap bg1="lt1" tx1="dk1" bg2="lt2" tx2="dk2" accent1="accent1" accent2="accent2" accent3="accent3" accent4="accent4" accent5="accent5" accent6="accent6" hlink="hlink" folHlink="folHlink"/>
  <p:sldLayoutIdLst>
    <p:sldLayoutId id="2147484959" r:id="rId1"/>
    <p:sldLayoutId id="2147484960" r:id="rId2"/>
    <p:sldLayoutId id="2147484961" r:id="rId3"/>
    <p:sldLayoutId id="2147484962" r:id="rId4"/>
    <p:sldLayoutId id="2147484963" r:id="rId5"/>
    <p:sldLayoutId id="2147484964" r:id="rId6"/>
    <p:sldLayoutId id="2147484965" r:id="rId7"/>
    <p:sldLayoutId id="2147484966" r:id="rId8"/>
    <p:sldLayoutId id="2147484967" r:id="rId9"/>
    <p:sldLayoutId id="2147484968" r:id="rId10"/>
    <p:sldLayoutId id="2147484969" r:id="rId11"/>
    <p:sldLayoutId id="214748497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
        <p:nvSpPr>
          <p:cNvPr id="2" name="TextBox 4">
            <a:extLst>
              <a:ext uri="{FF2B5EF4-FFF2-40B4-BE49-F238E27FC236}">
                <a16:creationId xmlns:a16="http://schemas.microsoft.com/office/drawing/2014/main" id="{2019B538-A067-7F80-7DDD-B673C8425FD0}"/>
              </a:ext>
            </a:extLst>
          </p:cNvPr>
          <p:cNvSpPr txBox="1">
            <a:spLocks noChangeArrowheads="1"/>
          </p:cNvSpPr>
          <p:nvPr userDrawn="1"/>
        </p:nvSpPr>
        <p:spPr bwMode="auto">
          <a:xfrm>
            <a:off x="1692275"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Times New Roman" panose="02020603050405020304" pitchFamily="18" charset="0"/>
                <a:cs typeface="Times New Roman" panose="02020603050405020304" pitchFamily="18" charset="0"/>
              </a:rPr>
              <a:t>Unit 3: Professional Development in the Sports Industry</a:t>
            </a:r>
          </a:p>
        </p:txBody>
      </p:sp>
      <p:pic>
        <p:nvPicPr>
          <p:cNvPr id="10" name="Picture 9">
            <a:extLst>
              <a:ext uri="{FF2B5EF4-FFF2-40B4-BE49-F238E27FC236}">
                <a16:creationId xmlns:a16="http://schemas.microsoft.com/office/drawing/2014/main" id="{469F1C0F-CFBA-DC6D-9F06-71AC3D0BDC3A}"/>
              </a:ext>
            </a:extLst>
          </p:cNvPr>
          <p:cNvPicPr>
            <a:picLocks noChangeAspect="1"/>
          </p:cNvPicPr>
          <p:nvPr userDrawn="1"/>
        </p:nvPicPr>
        <p:blipFill>
          <a:blip r:embed="rId16">
            <a:extLst>
              <a:ext uri="{28A0092B-C50C-407E-A947-70E740481C1C}">
                <a14:useLocalDpi xmlns:a14="http://schemas.microsoft.com/office/drawing/2010/main"/>
              </a:ext>
            </a:extLst>
          </a:blip>
          <a:srcRect/>
          <a:stretch/>
        </p:blipFill>
        <p:spPr>
          <a:xfrm>
            <a:off x="1" y="-14089"/>
            <a:ext cx="9143997" cy="1076325"/>
          </a:xfrm>
          <a:prstGeom prst="rect">
            <a:avLst/>
          </a:prstGeom>
        </p:spPr>
      </p:pic>
      <p:sp>
        <p:nvSpPr>
          <p:cNvPr id="11" name="Rectangle 10">
            <a:extLst>
              <a:ext uri="{FF2B5EF4-FFF2-40B4-BE49-F238E27FC236}">
                <a16:creationId xmlns:a16="http://schemas.microsoft.com/office/drawing/2014/main" id="{CB26F1E4-A619-EDF7-3AD2-CD061168DD59}"/>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MA" sz="2500" b="1" dirty="0">
                <a:latin typeface="Sakkal Majalla" panose="02000000000000000000" pitchFamily="2" charset="-78"/>
                <a:cs typeface="Sakkal Majalla" panose="02000000000000000000" pitchFamily="2" charset="-78"/>
              </a:rPr>
              <a:t>شهادة </a:t>
            </a:r>
            <a:r>
              <a:rPr lang="en-US" sz="2500" b="1" dirty="0">
                <a:latin typeface="Sakkal Majalla" panose="02000000000000000000" pitchFamily="2" charset="-78"/>
                <a:cs typeface="Sakkal Majalla" panose="02000000000000000000" pitchFamily="2" charset="-78"/>
              </a:rPr>
              <a:t>BTEC International </a:t>
            </a:r>
            <a:r>
              <a:rPr lang="ar-EG" sz="2500" b="1" dirty="0">
                <a:latin typeface="Sakkal Majalla" panose="02000000000000000000" pitchFamily="2" charset="-78"/>
                <a:cs typeface="Sakkal Majalla" panose="02000000000000000000" pitchFamily="2" charset="-78"/>
              </a:rPr>
              <a:t> </a:t>
            </a:r>
            <a:r>
              <a:rPr lang="ar-MA" sz="2500" b="1" dirty="0">
                <a:latin typeface="Sakkal Majalla" panose="02000000000000000000" pitchFamily="2" charset="-78"/>
                <a:cs typeface="Sakkal Majalla" panose="02000000000000000000" pitchFamily="2" charset="-78"/>
              </a:rPr>
              <a:t>للمستوى 2</a:t>
            </a:r>
            <a:br>
              <a:rPr lang="ar-EG" sz="2500" b="1" dirty="0">
                <a:latin typeface="Sakkal Majalla" panose="02000000000000000000" pitchFamily="2" charset="-78"/>
                <a:cs typeface="Sakkal Majalla" panose="02000000000000000000" pitchFamily="2" charset="-78"/>
              </a:rPr>
            </a:br>
            <a:r>
              <a:rPr lang="ar-EG" sz="2500" b="1" dirty="0">
                <a:latin typeface="Sakkal Majalla" panose="02000000000000000000" pitchFamily="2" charset="-78"/>
                <a:cs typeface="Sakkal Majalla" panose="02000000000000000000" pitchFamily="2" charset="-78"/>
              </a:rPr>
              <a:t>الرياضة</a:t>
            </a:r>
            <a:endParaRPr lang="ar" sz="25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68742601"/>
      </p:ext>
    </p:extLst>
  </p:cSld>
  <p:clrMap bg1="lt1" tx1="dk1" bg2="lt2" tx2="dk2" accent1="accent1" accent2="accent2" accent3="accent3" accent4="accent4" accent5="accent5" accent6="accent6" hlink="hlink" folHlink="folHlink"/>
  <p:sldLayoutIdLst>
    <p:sldLayoutId id="2147484972" r:id="rId1"/>
    <p:sldLayoutId id="2147484973" r:id="rId2"/>
    <p:sldLayoutId id="2147484974" r:id="rId3"/>
    <p:sldLayoutId id="2147484975" r:id="rId4"/>
    <p:sldLayoutId id="2147484976" r:id="rId5"/>
    <p:sldLayoutId id="2147484977" r:id="rId6"/>
    <p:sldLayoutId id="2147484978" r:id="rId7"/>
    <p:sldLayoutId id="2147484979" r:id="rId8"/>
    <p:sldLayoutId id="2147484980" r:id="rId9"/>
    <p:sldLayoutId id="2147484981" r:id="rId10"/>
    <p:sldLayoutId id="2147484982" r:id="rId11"/>
    <p:sldLayoutId id="2147484983" r:id="rId12"/>
    <p:sldLayoutId id="2147484988"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164.xml"/><Relationship Id="rId4" Type="http://schemas.openxmlformats.org/officeDocument/2006/relationships/image" Target="../media/image16.jpe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176.xml"/></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audio" Target="../media/audio1.bin"/><Relationship Id="rId7" Type="http://schemas.openxmlformats.org/officeDocument/2006/relationships/image" Target="../media/image20.svg"/><Relationship Id="rId2" Type="http://schemas.openxmlformats.org/officeDocument/2006/relationships/notesSlide" Target="../notesSlides/notesSlide3.xml"/><Relationship Id="rId1" Type="http://schemas.openxmlformats.org/officeDocument/2006/relationships/slideLayout" Target="../slideLayouts/slideLayout165.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176.xml"/></Relationships>
</file>

<file path=ppt/slides/_rels/slide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audio" Target="../media/audio1.bin"/><Relationship Id="rId7" Type="http://schemas.openxmlformats.org/officeDocument/2006/relationships/image" Target="../media/image26.svg"/><Relationship Id="rId2" Type="http://schemas.openxmlformats.org/officeDocument/2006/relationships/notesSlide" Target="../notesSlides/notesSlide5.xml"/><Relationship Id="rId1" Type="http://schemas.openxmlformats.org/officeDocument/2006/relationships/slideLayout" Target="../slideLayouts/slideLayout171.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svg"/></Relationships>
</file>

<file path=ppt/slides/_rels/slide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35.svg"/><Relationship Id="rId2" Type="http://schemas.openxmlformats.org/officeDocument/2006/relationships/notesSlide" Target="../notesSlides/notesSlide6.xml"/><Relationship Id="rId1" Type="http://schemas.openxmlformats.org/officeDocument/2006/relationships/slideLayout" Target="../slideLayouts/slideLayout176.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1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1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1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1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1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1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1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1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1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audio" Target="../media/audio1.bin"/><Relationship Id="rId7" Type="http://schemas.openxmlformats.org/officeDocument/2006/relationships/image" Target="../media/image40.svg"/><Relationship Id="rId2" Type="http://schemas.openxmlformats.org/officeDocument/2006/relationships/notesSlide" Target="../notesSlides/notesSlide7.xml"/><Relationship Id="rId1" Type="http://schemas.openxmlformats.org/officeDocument/2006/relationships/slideLayout" Target="../slideLayouts/slideLayout171.xml"/><Relationship Id="rId6" Type="http://schemas.openxmlformats.org/officeDocument/2006/relationships/image" Target="../media/image39.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42.svg"/></Relationships>
</file>

<file path=ppt/slides/_rels/slide1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2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2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2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2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2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25.xml.rels><?xml version="1.0" encoding="UTF-8" standalone="yes"?>
<Relationships xmlns="http://schemas.openxmlformats.org/package/2006/relationships"><Relationship Id="rId8" Type="http://schemas.openxmlformats.org/officeDocument/2006/relationships/image" Target="../media/image46.jpeg"/><Relationship Id="rId3" Type="http://schemas.openxmlformats.org/officeDocument/2006/relationships/audio" Target="../media/audio1.bin"/><Relationship Id="rId7" Type="http://schemas.openxmlformats.org/officeDocument/2006/relationships/image" Target="../media/image40.svg"/><Relationship Id="rId2" Type="http://schemas.openxmlformats.org/officeDocument/2006/relationships/notesSlide" Target="../notesSlides/notesSlide8.xml"/><Relationship Id="rId1" Type="http://schemas.openxmlformats.org/officeDocument/2006/relationships/slideLayout" Target="../slideLayouts/slideLayout171.xml"/><Relationship Id="rId6" Type="http://schemas.openxmlformats.org/officeDocument/2006/relationships/image" Target="../media/image39.png"/><Relationship Id="rId5" Type="http://schemas.openxmlformats.org/officeDocument/2006/relationships/image" Target="../media/image24.sv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2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2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6.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17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pushing a stick on a track&#10;&#10;AI-generated content may be incorrect.">
            <a:extLst>
              <a:ext uri="{FF2B5EF4-FFF2-40B4-BE49-F238E27FC236}">
                <a16:creationId xmlns:a16="http://schemas.microsoft.com/office/drawing/2014/main" id="{5F3CBF2B-BCD4-1FC5-4272-1CC013121843}"/>
              </a:ext>
            </a:extLst>
          </p:cNvPr>
          <p:cNvPicPr>
            <a:picLocks noChangeAspect="1"/>
          </p:cNvPicPr>
          <p:nvPr/>
        </p:nvPicPr>
        <p:blipFill>
          <a:blip r:embed="rId4"/>
          <a:stretch>
            <a:fillRect/>
          </a:stretch>
        </p:blipFill>
        <p:spPr>
          <a:xfrm>
            <a:off x="0" y="1057603"/>
            <a:ext cx="9144000" cy="5800398"/>
          </a:xfrm>
          <a:prstGeom prst="rect">
            <a:avLst/>
          </a:prstGeom>
        </p:spPr>
      </p:pic>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4990489"/>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dirty="0">
                <a:solidFill>
                  <a:schemeClr val="bg1"/>
                </a:solidFill>
                <a:latin typeface="Times New Roman" panose="02020603050405020304" pitchFamily="18" charset="0"/>
                <a:cs typeface="Times New Roman" panose="02020603050405020304" pitchFamily="18" charset="0"/>
              </a:rPr>
              <a:t>الوحدة 2</a:t>
            </a:r>
            <a:br>
              <a:rPr lang="en-GB" altLang="en-US" b="1" dirty="0">
                <a:solidFill>
                  <a:schemeClr val="bg1"/>
                </a:solidFill>
                <a:latin typeface="Times New Roman" panose="02020603050405020304" pitchFamily="18" charset="0"/>
                <a:cs typeface="Times New Roman" panose="02020603050405020304" pitchFamily="18" charset="0"/>
              </a:rPr>
            </a:br>
            <a:r>
              <a:rPr lang="ar" b="1" dirty="0">
                <a:solidFill>
                  <a:schemeClr val="bg1"/>
                </a:solidFill>
                <a:latin typeface="Times New Roman" panose="02020603050405020304" pitchFamily="18" charset="0"/>
                <a:cs typeface="Times New Roman" panose="02020603050405020304" pitchFamily="18" charset="0"/>
              </a:rPr>
              <a:t>التدريب للتمتع باللياقة البدنية الشخصية</a:t>
            </a:r>
            <a:br>
              <a:rPr lang="en-GB" altLang="en-US" b="1" dirty="0">
                <a:solidFill>
                  <a:schemeClr val="bg1"/>
                </a:solidFill>
                <a:latin typeface="Times New Roman" panose="02020603050405020304" pitchFamily="18" charset="0"/>
                <a:cs typeface="Times New Roman" panose="02020603050405020304" pitchFamily="18" charset="0"/>
              </a:rPr>
            </a:br>
            <a:br>
              <a:rPr lang="en-US" altLang="en-US" b="1" dirty="0">
                <a:solidFill>
                  <a:schemeClr val="bg1"/>
                </a:solidFill>
                <a:latin typeface="Times New Roman" panose="02020603050405020304" pitchFamily="18" charset="0"/>
                <a:cs typeface="Times New Roman" panose="02020603050405020304" pitchFamily="18" charset="0"/>
              </a:rPr>
            </a:br>
            <a:endParaRPr lang="en-GB" altLang="en-US" b="1"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2F40838-E9EC-1507-7A46-5EFB33E8D398}"/>
              </a:ext>
            </a:extLst>
          </p:cNvPr>
          <p:cNvSpPr txBox="1"/>
          <p:nvPr/>
        </p:nvSpPr>
        <p:spPr>
          <a:xfrm>
            <a:off x="0" y="6543841"/>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800" dirty="0">
                <a:latin typeface="Times New Roman" panose="02020603050405020304" pitchFamily="18" charset="0"/>
                <a:cs typeface="Times New Roman" panose="02020603050405020304" pitchFamily="18" charset="0"/>
              </a:rPr>
              <a:t>التدريب للتمتع باللياقة البدنية الشخصية</a:t>
            </a:r>
            <a:endParaRPr lang="en-US" sz="2800" dirty="0">
              <a:latin typeface="Times New Roman" panose="02020603050405020304" pitchFamily="18" charset="0"/>
              <a:cs typeface="Times New Roman" panose="02020603050405020304" pitchFamily="18" charset="0"/>
            </a:endParaRPr>
          </a:p>
        </p:txBody>
      </p:sp>
      <p:sp>
        <p:nvSpPr>
          <p:cNvPr id="2" name="Content Placeholder 3">
            <a:extLst>
              <a:ext uri="{FF2B5EF4-FFF2-40B4-BE49-F238E27FC236}">
                <a16:creationId xmlns:a16="http://schemas.microsoft.com/office/drawing/2014/main" id="{3C79F714-332C-AB63-03D9-E6D0CAE0623F}"/>
              </a:ext>
            </a:extLst>
          </p:cNvPr>
          <p:cNvSpPr>
            <a:spLocks noGrp="1" noChangeArrowheads="1"/>
          </p:cNvSpPr>
          <p:nvPr/>
        </p:nvSpPr>
        <p:spPr bwMode="auto">
          <a:xfrm>
            <a:off x="330631" y="2002366"/>
            <a:ext cx="8424935" cy="4032448"/>
          </a:xfrm>
          <a:prstGeom prst="rect">
            <a:avLst/>
          </a:prstGeom>
          <a:solidFill>
            <a:schemeClr val="accent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marL="0" indent="0" algn="ctr" rtl="1">
              <a:lnSpc>
                <a:spcPct val="130000"/>
              </a:lnSpc>
              <a:buNone/>
            </a:pPr>
            <a:r>
              <a:rPr lang="ar" sz="200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50AC7F7B-557D-0EEA-2F19-A861F51933B6}"/>
              </a:ext>
            </a:extLst>
          </p:cNvPr>
          <p:cNvSpPr>
            <a:spLocks noGrp="1"/>
          </p:cNvSpPr>
          <p:nvPr>
            <p:ph sz="half" idx="2"/>
          </p:nvPr>
        </p:nvSpPr>
        <p:spPr>
          <a:xfrm>
            <a:off x="549472" y="2215803"/>
            <a:ext cx="7991475" cy="3609975"/>
          </a:xfrm>
        </p:spPr>
        <p:txBody>
          <a:bodyPr rtlCol="1"/>
          <a:lstStyle/>
          <a:p>
            <a:pPr marL="0" indent="0" rtl="1">
              <a:lnSpc>
                <a:spcPct val="120000"/>
              </a:lnSpc>
              <a:buNone/>
            </a:pPr>
            <a:r>
              <a:rPr lang="ar" sz="2000" dirty="0">
                <a:latin typeface="Times New Roman" panose="02020603050405020304" pitchFamily="18" charset="0"/>
                <a:cs typeface="Times New Roman" panose="02020603050405020304" pitchFamily="18" charset="0"/>
              </a:rPr>
              <a:t>في هذه الوحدة، يستكشف المتعلمون كيفية تصميم وتنفيذ ومراجعة برنامج تدريب لياقة بدنية شخصي. </a:t>
            </a:r>
            <a:endParaRPr lang="en-US" sz="2000" dirty="0">
              <a:latin typeface="Times New Roman" panose="02020603050405020304" pitchFamily="18" charset="0"/>
              <a:cs typeface="Times New Roman" panose="02020603050405020304" pitchFamily="18" charset="0"/>
            </a:endParaRPr>
          </a:p>
          <a:p>
            <a:pPr marL="0" indent="0" rtl="1">
              <a:lnSpc>
                <a:spcPct val="120000"/>
              </a:lnSpc>
              <a:buNone/>
            </a:pPr>
            <a:endParaRPr lang="en-GB" sz="2000" dirty="0">
              <a:latin typeface="Times New Roman" panose="02020603050405020304" pitchFamily="18" charset="0"/>
              <a:cs typeface="Times New Roman" panose="02020603050405020304" pitchFamily="18" charset="0"/>
            </a:endParaRPr>
          </a:p>
          <a:p>
            <a:pPr marL="0" indent="0" rtl="1">
              <a:lnSpc>
                <a:spcPct val="120000"/>
              </a:lnSpc>
              <a:buNone/>
            </a:pPr>
            <a:r>
              <a:rPr lang="ar" sz="2000" dirty="0">
                <a:latin typeface="Times New Roman" panose="02020603050405020304" pitchFamily="18" charset="0"/>
                <a:cs typeface="Times New Roman" panose="02020603050405020304" pitchFamily="18" charset="0"/>
              </a:rPr>
              <a:t>يتعلم المتعلمون كيفية تحديد أهداف لياقة بدنية فردية، وتطبيق مبادئ التدريب، مثل مبدأ التكرار والشدّة والمدة والنوع (FITT)، واختيار الأساليب المناسبة لتحسين صحتهم ومستوى أدائهم البدني.</a:t>
            </a:r>
            <a:endParaRPr lang="en-GB" sz="2000" dirty="0">
              <a:latin typeface="Times New Roman" panose="02020603050405020304" pitchFamily="18" charset="0"/>
              <a:cs typeface="Times New Roman" panose="02020603050405020304" pitchFamily="18" charset="0"/>
            </a:endParaRPr>
          </a:p>
          <a:p>
            <a:pPr marL="0" indent="0" rtl="1">
              <a:lnSpc>
                <a:spcPct val="120000"/>
              </a:lnSpc>
              <a:buNone/>
            </a:pPr>
            <a:endParaRPr lang="en-GB" sz="2000" dirty="0">
              <a:latin typeface="Times New Roman" panose="02020603050405020304" pitchFamily="18" charset="0"/>
              <a:cs typeface="Times New Roman" panose="02020603050405020304" pitchFamily="18" charset="0"/>
            </a:endParaRPr>
          </a:p>
          <a:p>
            <a:pPr marL="0" indent="0" rtl="1">
              <a:lnSpc>
                <a:spcPct val="120000"/>
              </a:lnSpc>
              <a:buNone/>
            </a:pPr>
            <a:r>
              <a:rPr lang="ar" sz="2000" dirty="0">
                <a:latin typeface="Times New Roman" panose="02020603050405020304" pitchFamily="18" charset="0"/>
                <a:cs typeface="Times New Roman" panose="02020603050405020304" pitchFamily="18" charset="0"/>
              </a:rPr>
              <a:t>كما سيُطلب من المتعلمين الاحتفاظ بمدونة تدريب، والتفكّر في مدى تقدمهم واستخدام التعليقات والأدلة لتقييم مدى نجاح البرنامج الذي طبقوه.</a:t>
            </a:r>
            <a:endParaRPr lang="en-GB"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461F806-747B-473B-DA56-A2523FFF122F}"/>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a:latin typeface="Times New Roman" panose="02020603050405020304" pitchFamily="18" charset="0"/>
                <a:cs typeface="Times New Roman" panose="02020603050405020304" pitchFamily="18" charset="0"/>
              </a:rPr>
              <a:t>نتاجات التعلُّم أ - ج</a:t>
            </a:r>
            <a:endParaRPr lang="en-GB" altLang="en-US"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14567A4B-C841-552A-3F59-7D5D7983FA94}"/>
              </a:ext>
            </a:extLst>
          </p:cNvPr>
          <p:cNvSpPr/>
          <p:nvPr/>
        </p:nvSpPr>
        <p:spPr>
          <a:xfrm>
            <a:off x="468311" y="2196473"/>
            <a:ext cx="8207375" cy="1107854"/>
          </a:xfrm>
          <a:prstGeom prst="roundRect">
            <a:avLst>
              <a:gd name="adj" fmla="val 10000"/>
            </a:avLst>
          </a:prstGeom>
          <a:solidFill>
            <a:schemeClr val="accent6">
              <a:lumMod val="20000"/>
              <a:lumOff val="80000"/>
            </a:schemeClr>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 name="Rectangle 3" descr="Sport Balls">
            <a:extLst>
              <a:ext uri="{FF2B5EF4-FFF2-40B4-BE49-F238E27FC236}">
                <a16:creationId xmlns:a16="http://schemas.microsoft.com/office/drawing/2014/main" id="{A097F7FD-C8CB-622D-9C13-637AFAAC963D}"/>
              </a:ext>
            </a:extLst>
          </p:cNvPr>
          <p:cNvSpPr/>
          <p:nvPr/>
        </p:nvSpPr>
        <p:spPr>
          <a:xfrm>
            <a:off x="7731242" y="2445740"/>
            <a:ext cx="609319" cy="609319"/>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5" name="Freeform: Shape 4">
            <a:extLst>
              <a:ext uri="{FF2B5EF4-FFF2-40B4-BE49-F238E27FC236}">
                <a16:creationId xmlns:a16="http://schemas.microsoft.com/office/drawing/2014/main" id="{1C39C947-DEA0-D59D-14D6-3C6FA3B89253}"/>
              </a:ext>
            </a:extLst>
          </p:cNvPr>
          <p:cNvSpPr/>
          <p:nvPr/>
        </p:nvSpPr>
        <p:spPr>
          <a:xfrm>
            <a:off x="468312" y="2196473"/>
            <a:ext cx="6927803" cy="1107854"/>
          </a:xfrm>
          <a:custGeom>
            <a:avLst/>
            <a:gdLst>
              <a:gd name="connsiteX0" fmla="*/ 0 w 6927803"/>
              <a:gd name="connsiteY0" fmla="*/ 0 h 1107854"/>
              <a:gd name="connsiteX1" fmla="*/ 6927803 w 6927803"/>
              <a:gd name="connsiteY1" fmla="*/ 0 h 1107854"/>
              <a:gd name="connsiteX2" fmla="*/ 6927803 w 6927803"/>
              <a:gd name="connsiteY2" fmla="*/ 1107854 h 1107854"/>
              <a:gd name="connsiteX3" fmla="*/ 0 w 6927803"/>
              <a:gd name="connsiteY3" fmla="*/ 1107854 h 1107854"/>
              <a:gd name="connsiteX4" fmla="*/ 0 w 6927803"/>
              <a:gd name="connsiteY4" fmla="*/ 0 h 1107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803" h="1107854">
                <a:moveTo>
                  <a:pt x="0" y="0"/>
                </a:moveTo>
                <a:lnTo>
                  <a:pt x="6927803" y="0"/>
                </a:lnTo>
                <a:lnTo>
                  <a:pt x="6927803" y="1107854"/>
                </a:lnTo>
                <a:lnTo>
                  <a:pt x="0" y="1107854"/>
                </a:lnTo>
                <a:lnTo>
                  <a:pt x="0" y="0"/>
                </a:lnTo>
                <a:close/>
              </a:path>
            </a:pathLst>
          </a:custGeom>
          <a:solidFill>
            <a:schemeClr val="accent6">
              <a:lumMod val="20000"/>
              <a:lumOff val="80000"/>
            </a:schemeClr>
          </a:solidFill>
        </p:spPr>
        <p:style>
          <a:lnRef idx="0">
            <a:schemeClr val="dk1">
              <a:alpha val="0"/>
              <a:hueOff val="0"/>
              <a:satOff val="0"/>
              <a:lumOff val="0"/>
              <a:alphaOff val="0"/>
            </a:schemeClr>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7248" tIns="117248" rIns="117248" bIns="117248" numCol="1" spcCol="1270" rtlCol="1" anchor="ctr" anchorCtr="0">
            <a:noAutofit/>
          </a:bodyPr>
          <a:lstStyle/>
          <a:p>
            <a:pPr marL="0" lvl="0" indent="0" algn="r" defTabSz="1111250" rtl="1">
              <a:lnSpc>
                <a:spcPct val="100000"/>
              </a:lnSpc>
              <a:spcBef>
                <a:spcPct val="0"/>
              </a:spcBef>
              <a:spcAft>
                <a:spcPct val="35000"/>
              </a:spcAft>
              <a:buNone/>
            </a:pPr>
            <a:r>
              <a:rPr lang="ar" sz="2500" b="1" kern="1200" dirty="0">
                <a:latin typeface="Times New Roman" panose="02020603050405020304" pitchFamily="18" charset="0"/>
                <a:cs typeface="Times New Roman" panose="02020603050405020304" pitchFamily="18" charset="0"/>
              </a:rPr>
              <a:t>أ: </a:t>
            </a:r>
            <a:r>
              <a:rPr lang="ar" sz="2500" kern="1200" dirty="0">
                <a:latin typeface="Times New Roman" panose="02020603050405020304" pitchFamily="18" charset="0"/>
                <a:cs typeface="Times New Roman" panose="02020603050405020304" pitchFamily="18" charset="0"/>
              </a:rPr>
              <a:t>تصميم برنامج تدريب للياقة البدنية الشخصية لمؤدٍّ رياضي محدد. </a:t>
            </a:r>
            <a:endParaRPr lang="en-US" sz="2500" kern="1200"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59BC57BC-8919-FEB9-EFE7-5FC03BD84223}"/>
              </a:ext>
            </a:extLst>
          </p:cNvPr>
          <p:cNvSpPr/>
          <p:nvPr/>
        </p:nvSpPr>
        <p:spPr>
          <a:xfrm>
            <a:off x="468311" y="3581290"/>
            <a:ext cx="8207375" cy="1107854"/>
          </a:xfrm>
          <a:prstGeom prst="roundRect">
            <a:avLst>
              <a:gd name="adj" fmla="val 10000"/>
            </a:avLst>
          </a:prstGeom>
          <a:solidFill>
            <a:schemeClr val="accent5"/>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7" name="Rectangle 6" descr="Customer review with solid fill">
            <a:extLst>
              <a:ext uri="{FF2B5EF4-FFF2-40B4-BE49-F238E27FC236}">
                <a16:creationId xmlns:a16="http://schemas.microsoft.com/office/drawing/2014/main" id="{1FE74B9A-4E59-A9B9-E904-5DBF48EFA88D}"/>
              </a:ext>
            </a:extLst>
          </p:cNvPr>
          <p:cNvSpPr/>
          <p:nvPr/>
        </p:nvSpPr>
        <p:spPr>
          <a:xfrm>
            <a:off x="7731242" y="3830558"/>
            <a:ext cx="609319" cy="609319"/>
          </a:xfrm>
          <a:prstGeom prst="rect">
            <a:avLst/>
          </a:prstGeom>
          <a:blipFill>
            <a:blip r:embed="rId6">
              <a:extLst>
                <a:ext uri="{96DAC541-7B7A-43D3-8B79-37D633B846F1}">
                  <asvg:svgBlip xmlns:asvg="http://schemas.microsoft.com/office/drawing/2016/SVG/main" r:embed="rId7"/>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3805ED56-4B42-DE59-515C-3B161CA14677}"/>
              </a:ext>
            </a:extLst>
          </p:cNvPr>
          <p:cNvSpPr/>
          <p:nvPr/>
        </p:nvSpPr>
        <p:spPr>
          <a:xfrm>
            <a:off x="468312" y="3581290"/>
            <a:ext cx="6927803" cy="1107854"/>
          </a:xfrm>
          <a:custGeom>
            <a:avLst/>
            <a:gdLst>
              <a:gd name="connsiteX0" fmla="*/ 0 w 6927803"/>
              <a:gd name="connsiteY0" fmla="*/ 0 h 1107854"/>
              <a:gd name="connsiteX1" fmla="*/ 6927803 w 6927803"/>
              <a:gd name="connsiteY1" fmla="*/ 0 h 1107854"/>
              <a:gd name="connsiteX2" fmla="*/ 6927803 w 6927803"/>
              <a:gd name="connsiteY2" fmla="*/ 1107854 h 1107854"/>
              <a:gd name="connsiteX3" fmla="*/ 0 w 6927803"/>
              <a:gd name="connsiteY3" fmla="*/ 1107854 h 1107854"/>
              <a:gd name="connsiteX4" fmla="*/ 0 w 6927803"/>
              <a:gd name="connsiteY4" fmla="*/ 0 h 1107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803" h="1107854">
                <a:moveTo>
                  <a:pt x="0" y="0"/>
                </a:moveTo>
                <a:lnTo>
                  <a:pt x="6927803" y="0"/>
                </a:lnTo>
                <a:lnTo>
                  <a:pt x="6927803" y="1107854"/>
                </a:lnTo>
                <a:lnTo>
                  <a:pt x="0" y="1107854"/>
                </a:lnTo>
                <a:lnTo>
                  <a:pt x="0" y="0"/>
                </a:lnTo>
                <a:close/>
              </a:path>
            </a:pathLst>
          </a:custGeom>
          <a:solidFill>
            <a:schemeClr val="accent5"/>
          </a:solidFill>
        </p:spPr>
        <p:style>
          <a:lnRef idx="0">
            <a:schemeClr val="dk1">
              <a:alpha val="0"/>
              <a:hueOff val="0"/>
              <a:satOff val="0"/>
              <a:lumOff val="0"/>
              <a:alphaOff val="0"/>
            </a:schemeClr>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7248" tIns="117248" rIns="117248" bIns="117248" numCol="1" spcCol="1270" rtlCol="1" anchor="ctr" anchorCtr="0">
            <a:noAutofit/>
          </a:bodyPr>
          <a:lstStyle/>
          <a:p>
            <a:pPr marL="0" lvl="0" indent="0" algn="r" defTabSz="1111250" rtl="1">
              <a:lnSpc>
                <a:spcPct val="100000"/>
              </a:lnSpc>
              <a:spcBef>
                <a:spcPct val="0"/>
              </a:spcBef>
              <a:spcAft>
                <a:spcPct val="35000"/>
              </a:spcAft>
              <a:buNone/>
            </a:pPr>
            <a:r>
              <a:rPr lang="ar" sz="2500" b="1" kern="1200" dirty="0">
                <a:latin typeface="Times New Roman" panose="02020603050405020304" pitchFamily="18" charset="0"/>
                <a:cs typeface="Times New Roman" panose="02020603050405020304" pitchFamily="18" charset="0"/>
              </a:rPr>
              <a:t>ب: </a:t>
            </a:r>
            <a:r>
              <a:rPr lang="ar" sz="2500" kern="1200" dirty="0">
                <a:latin typeface="Times New Roman" panose="02020603050405020304" pitchFamily="18" charset="0"/>
                <a:cs typeface="Times New Roman" panose="02020603050405020304" pitchFamily="18" charset="0"/>
              </a:rPr>
              <a:t>تنفيذ برنامج تدريبي من تصميم الطالب لمؤدّ رياضيّ محدد</a:t>
            </a:r>
            <a:r>
              <a:rPr lang="ar-EG" sz="2500" kern="1200" dirty="0">
                <a:latin typeface="Times New Roman" panose="02020603050405020304" pitchFamily="18" charset="0"/>
                <a:cs typeface="Times New Roman" panose="02020603050405020304" pitchFamily="18" charset="0"/>
              </a:rPr>
              <a:t>.</a:t>
            </a:r>
            <a:endParaRPr lang="ar" sz="2500" kern="1200"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E8C2D587-D700-2DFF-AECC-2F5A53021F17}"/>
              </a:ext>
            </a:extLst>
          </p:cNvPr>
          <p:cNvSpPr/>
          <p:nvPr/>
        </p:nvSpPr>
        <p:spPr>
          <a:xfrm>
            <a:off x="468311" y="4966108"/>
            <a:ext cx="8207375" cy="1107854"/>
          </a:xfrm>
          <a:prstGeom prst="roundRect">
            <a:avLst>
              <a:gd name="adj" fmla="val 10000"/>
            </a:avLst>
          </a:prstGeom>
          <a:solidFill>
            <a:schemeClr val="accent6">
              <a:lumMod val="20000"/>
              <a:lumOff val="80000"/>
            </a:schemeClr>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0" name="Rectangle 9" descr="Clipboard with solid fill">
            <a:extLst>
              <a:ext uri="{FF2B5EF4-FFF2-40B4-BE49-F238E27FC236}">
                <a16:creationId xmlns:a16="http://schemas.microsoft.com/office/drawing/2014/main" id="{3CF2F77B-E65C-559E-1900-57503C98C0BF}"/>
              </a:ext>
            </a:extLst>
          </p:cNvPr>
          <p:cNvSpPr/>
          <p:nvPr/>
        </p:nvSpPr>
        <p:spPr>
          <a:xfrm>
            <a:off x="7731242" y="5215375"/>
            <a:ext cx="609319" cy="609319"/>
          </a:xfrm>
          <a:prstGeom prst="rect">
            <a:avLst/>
          </a:prstGeom>
          <a:blipFill>
            <a:blip r:embed="rId8">
              <a:extLst>
                <a:ext uri="{96DAC541-7B7A-43D3-8B79-37D633B846F1}">
                  <asvg:svgBlip xmlns:asvg="http://schemas.microsoft.com/office/drawing/2016/SVG/main" r:embed="rId9"/>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9168875C-2769-50D9-977F-918A9C62AADF}"/>
              </a:ext>
            </a:extLst>
          </p:cNvPr>
          <p:cNvSpPr/>
          <p:nvPr/>
        </p:nvSpPr>
        <p:spPr>
          <a:xfrm>
            <a:off x="468312" y="4966108"/>
            <a:ext cx="6927803" cy="1107854"/>
          </a:xfrm>
          <a:custGeom>
            <a:avLst/>
            <a:gdLst>
              <a:gd name="connsiteX0" fmla="*/ 0 w 6927803"/>
              <a:gd name="connsiteY0" fmla="*/ 0 h 1107854"/>
              <a:gd name="connsiteX1" fmla="*/ 6927803 w 6927803"/>
              <a:gd name="connsiteY1" fmla="*/ 0 h 1107854"/>
              <a:gd name="connsiteX2" fmla="*/ 6927803 w 6927803"/>
              <a:gd name="connsiteY2" fmla="*/ 1107854 h 1107854"/>
              <a:gd name="connsiteX3" fmla="*/ 0 w 6927803"/>
              <a:gd name="connsiteY3" fmla="*/ 1107854 h 1107854"/>
              <a:gd name="connsiteX4" fmla="*/ 0 w 6927803"/>
              <a:gd name="connsiteY4" fmla="*/ 0 h 1107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803" h="1107854">
                <a:moveTo>
                  <a:pt x="0" y="0"/>
                </a:moveTo>
                <a:lnTo>
                  <a:pt x="6927803" y="0"/>
                </a:lnTo>
                <a:lnTo>
                  <a:pt x="6927803" y="1107854"/>
                </a:lnTo>
                <a:lnTo>
                  <a:pt x="0" y="1107854"/>
                </a:lnTo>
                <a:lnTo>
                  <a:pt x="0" y="0"/>
                </a:lnTo>
                <a:close/>
              </a:path>
            </a:pathLst>
          </a:custGeom>
          <a:solidFill>
            <a:schemeClr val="accent6">
              <a:lumMod val="20000"/>
              <a:lumOff val="80000"/>
            </a:schemeClr>
          </a:solidFill>
          <a:ln>
            <a:solidFill>
              <a:schemeClr val="accent6"/>
            </a:solidFill>
          </a:ln>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7248" tIns="117248" rIns="117248" bIns="117248" numCol="1" spcCol="1270" rtlCol="1" anchor="ctr" anchorCtr="0">
            <a:noAutofit/>
          </a:bodyPr>
          <a:lstStyle/>
          <a:p>
            <a:pPr marL="0" lvl="0" indent="0" algn="r" defTabSz="1111250" rtl="1">
              <a:lnSpc>
                <a:spcPct val="100000"/>
              </a:lnSpc>
              <a:spcBef>
                <a:spcPct val="0"/>
              </a:spcBef>
              <a:spcAft>
                <a:spcPct val="35000"/>
              </a:spcAft>
              <a:buNone/>
            </a:pPr>
            <a:r>
              <a:rPr lang="ar" sz="2500" b="1" kern="1200">
                <a:latin typeface="Times New Roman" panose="02020603050405020304" pitchFamily="18" charset="0"/>
                <a:cs typeface="Times New Roman" panose="02020603050405020304" pitchFamily="18" charset="0"/>
              </a:rPr>
              <a:t>ج: </a:t>
            </a:r>
            <a:r>
              <a:rPr lang="ar" sz="2500" kern="1200">
                <a:latin typeface="Times New Roman" panose="02020603050405020304" pitchFamily="18" charset="0"/>
                <a:cs typeface="Times New Roman" panose="02020603050405020304" pitchFamily="18" charset="0"/>
              </a:rPr>
              <a:t>مراجعة برنامج تدريب للياقة البدنية الشخصية.</a:t>
            </a:r>
            <a:endParaRPr lang="en-US" sz="2500" kern="12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F946AC1-705C-134E-EBA3-05F0836F5C41}"/>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2417244786"/>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EG" dirty="0"/>
              <a:t>أهداف التعلّم</a:t>
            </a:r>
            <a:endParaRPr lang="en-GB" altLang="en-US"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661464"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defTabSz="431800">
              <a:buNone/>
            </a:pPr>
            <a:r>
              <a:rPr lang="ar-EG" sz="2000" dirty="0">
                <a:latin typeface="Arial"/>
                <a:ea typeface="Calibri"/>
                <a:cs typeface="Calibri"/>
              </a:rPr>
              <a:t>أ</a:t>
            </a:r>
            <a:r>
              <a:rPr lang="ar" sz="2000" dirty="0">
                <a:latin typeface="Arial"/>
                <a:ea typeface="Calibri"/>
                <a:cs typeface="Calibri"/>
              </a:rPr>
              <a:t>- </a:t>
            </a:r>
            <a:r>
              <a:rPr lang="ar-EG" dirty="0"/>
              <a:t>تصميم برنامج تدريب لياقة بدنية شخصي للاعب رياضي محدد</a:t>
            </a:r>
            <a:endParaRPr lang="en-US" sz="2000" dirty="0">
              <a:solidFill>
                <a:srgbClr val="000000"/>
              </a:solidFill>
              <a:latin typeface="Arial"/>
              <a:ea typeface="Open Sans"/>
              <a:cs typeface="Arial"/>
            </a:endParaRPr>
          </a:p>
          <a:p>
            <a:pPr defTabSz="431800">
              <a:buNone/>
            </a:pPr>
            <a:r>
              <a:rPr lang="ar-EG" sz="1400" dirty="0">
                <a:solidFill>
                  <a:srgbClr val="FF0000"/>
                </a:solidFill>
                <a:latin typeface="Arial"/>
                <a:ea typeface="Open Sans"/>
                <a:cs typeface="Arial"/>
              </a:rPr>
              <a:t>أ</a:t>
            </a:r>
            <a:r>
              <a:rPr lang="ar" sz="1400" dirty="0">
                <a:solidFill>
                  <a:srgbClr val="FF0000"/>
                </a:solidFill>
                <a:latin typeface="Arial"/>
                <a:ea typeface="Open Sans"/>
                <a:cs typeface="Arial"/>
              </a:rPr>
              <a:t>1 </a:t>
            </a:r>
            <a:r>
              <a:rPr lang="ar-EG" sz="1400" dirty="0">
                <a:solidFill>
                  <a:srgbClr val="FF0000"/>
                </a:solidFill>
                <a:latin typeface="Arial"/>
                <a:ea typeface="Open Sans"/>
                <a:cs typeface="Arial"/>
              </a:rPr>
              <a:t>المعلومات الشخصية للمساعدة في تصميم برنامج التدريب</a:t>
            </a:r>
            <a:endParaRPr lang="en-US" sz="1400" dirty="0">
              <a:solidFill>
                <a:srgbClr val="FF0000"/>
              </a:solidFill>
              <a:latin typeface="Arial"/>
              <a:ea typeface="Open Sans"/>
              <a:cs typeface="Arial"/>
            </a:endParaRPr>
          </a:p>
          <a:p>
            <a:pPr algn="r" defTabSz="431800">
              <a:buNone/>
            </a:pPr>
            <a:r>
              <a:rPr lang="ar-EG" sz="1400" dirty="0">
                <a:solidFill>
                  <a:srgbClr val="FF0000"/>
                </a:solidFill>
                <a:latin typeface="Arial"/>
                <a:ea typeface="Open Sans"/>
                <a:cs typeface="Arial"/>
              </a:rPr>
              <a:t>أ</a:t>
            </a:r>
            <a:r>
              <a:rPr lang="ar" sz="1400" dirty="0">
                <a:solidFill>
                  <a:srgbClr val="FF0000"/>
                </a:solidFill>
                <a:latin typeface="Arial"/>
                <a:ea typeface="Open Sans"/>
                <a:cs typeface="Arial"/>
              </a:rPr>
              <a:t>2 </a:t>
            </a:r>
            <a:r>
              <a:rPr lang="ar-EG" sz="1400" dirty="0">
                <a:solidFill>
                  <a:srgbClr val="FF0000"/>
                </a:solidFill>
                <a:latin typeface="Arial"/>
                <a:ea typeface="Open Sans"/>
                <a:cs typeface="Arial"/>
              </a:rPr>
              <a:t>المبادئ الأساسية للتدريب (</a:t>
            </a:r>
            <a:r>
              <a:rPr lang="en-US" sz="1400" dirty="0">
                <a:solidFill>
                  <a:srgbClr val="FF0000"/>
                </a:solidFill>
                <a:latin typeface="Arial"/>
                <a:ea typeface="Open Sans"/>
                <a:cs typeface="Arial"/>
              </a:rPr>
              <a:t>FITT:</a:t>
            </a:r>
            <a:r>
              <a:rPr lang="ar-EG" sz="1400" dirty="0">
                <a:solidFill>
                  <a:srgbClr val="FF0000"/>
                </a:solidFill>
                <a:latin typeface="Arial"/>
                <a:ea typeface="Open Sans"/>
                <a:cs typeface="Arial"/>
              </a:rPr>
              <a:t>) (</a:t>
            </a:r>
            <a:r>
              <a:rPr lang="en-US" sz="1400" dirty="0">
                <a:solidFill>
                  <a:srgbClr val="FF0000"/>
                </a:solidFill>
                <a:latin typeface="Arial"/>
                <a:ea typeface="Open Sans"/>
                <a:cs typeface="Arial"/>
              </a:rPr>
              <a:t> </a:t>
            </a:r>
            <a:r>
              <a:rPr lang="ar-EG" sz="1400" dirty="0">
                <a:solidFill>
                  <a:srgbClr val="FF0000"/>
                </a:solidFill>
                <a:latin typeface="Arial"/>
                <a:ea typeface="Open Sans"/>
                <a:cs typeface="Arial"/>
              </a:rPr>
              <a:t>التكرار، الشدة، الوقت، النوع)</a:t>
            </a:r>
            <a:endParaRPr lang="en-US" sz="1400" dirty="0">
              <a:latin typeface="Arial"/>
              <a:ea typeface="Open Sans"/>
              <a:cs typeface="Arial"/>
            </a:endParaRPr>
          </a:p>
          <a:p>
            <a:pPr algn="r" defTabSz="431800">
              <a:buNone/>
            </a:pPr>
            <a:r>
              <a:rPr lang="ar-EG" sz="1400" dirty="0">
                <a:solidFill>
                  <a:srgbClr val="FF0000"/>
                </a:solidFill>
                <a:latin typeface="Arial"/>
                <a:ea typeface="Open Sans"/>
                <a:cs typeface="Arial"/>
              </a:rPr>
              <a:t>أ</a:t>
            </a:r>
            <a:r>
              <a:rPr lang="ar" sz="1400" dirty="0">
                <a:solidFill>
                  <a:srgbClr val="FF0000"/>
                </a:solidFill>
                <a:latin typeface="Arial"/>
                <a:ea typeface="Open Sans"/>
                <a:cs typeface="Arial"/>
              </a:rPr>
              <a:t>3 </a:t>
            </a:r>
            <a:r>
              <a:rPr lang="ar-EG" sz="1400" dirty="0">
                <a:solidFill>
                  <a:srgbClr val="FF0000"/>
                </a:solidFill>
                <a:latin typeface="Arial"/>
                <a:ea typeface="Open Sans"/>
                <a:cs typeface="Arial"/>
              </a:rPr>
              <a:t>تصميم البرنامج</a:t>
            </a:r>
            <a:endParaRPr lang="en-US" sz="1400" dirty="0">
              <a:latin typeface="Arial"/>
              <a:ea typeface="Open Sans"/>
              <a:cs typeface="Arial"/>
            </a:endParaRPr>
          </a:p>
          <a:p>
            <a:pPr algn="r" defTabSz="431800">
              <a:buNone/>
            </a:pPr>
            <a:r>
              <a:rPr lang="ar-EG" sz="1400" dirty="0">
                <a:solidFill>
                  <a:srgbClr val="FF0000"/>
                </a:solidFill>
                <a:latin typeface="Arial"/>
                <a:ea typeface="Open Sans"/>
                <a:cs typeface="Arial"/>
              </a:rPr>
              <a:t>أ</a:t>
            </a:r>
            <a:r>
              <a:rPr lang="ar" sz="1400" dirty="0">
                <a:solidFill>
                  <a:srgbClr val="FF0000"/>
                </a:solidFill>
                <a:latin typeface="Arial"/>
                <a:ea typeface="Open Sans"/>
                <a:cs typeface="Arial"/>
              </a:rPr>
              <a:t>4 </a:t>
            </a:r>
            <a:r>
              <a:rPr lang="ar-EG" sz="1400" dirty="0">
                <a:solidFill>
                  <a:srgbClr val="FF0000"/>
                </a:solidFill>
                <a:latin typeface="Arial"/>
                <a:ea typeface="Open Sans"/>
                <a:cs typeface="Arial"/>
              </a:rPr>
              <a:t>تصنيف الرياضات إلى جماعية أو فردية</a:t>
            </a:r>
            <a:endParaRPr lang="en-GB" sz="1400" dirty="0"/>
          </a:p>
          <a:p>
            <a:pPr marL="404495" indent="-404495" defTabSz="431800">
              <a:spcBef>
                <a:spcPts val="1200"/>
              </a:spcBef>
              <a:buNone/>
            </a:pPr>
            <a:r>
              <a:rPr lang="ar-EG" sz="2000" dirty="0">
                <a:latin typeface="Arial"/>
                <a:ea typeface="Open Sans"/>
                <a:cs typeface="Open Sans"/>
              </a:rPr>
              <a:t>ب</a:t>
            </a:r>
            <a:r>
              <a:rPr lang="ar" sz="2000" dirty="0">
                <a:latin typeface="Arial"/>
                <a:ea typeface="Calibri"/>
                <a:cs typeface="Calibri"/>
              </a:rPr>
              <a:t> - </a:t>
            </a:r>
            <a:r>
              <a:rPr lang="ar-EG" dirty="0"/>
              <a:t>أداء برنامج مُصمم ذاتيًا للاعب رياضي محدد</a:t>
            </a:r>
            <a:endParaRPr lang="ar" sz="2000" dirty="0">
              <a:latin typeface="Arial"/>
              <a:ea typeface="Open Sans"/>
              <a:cs typeface="Open Sans"/>
            </a:endParaRPr>
          </a:p>
          <a:p>
            <a:pPr algn="r" defTabSz="431800">
              <a:buNone/>
            </a:pPr>
            <a:r>
              <a:rPr lang="ar-EG" sz="1400" dirty="0">
                <a:solidFill>
                  <a:srgbClr val="FF0000"/>
                </a:solidFill>
                <a:latin typeface="Arial"/>
                <a:ea typeface="Open Sans"/>
                <a:cs typeface="Open Sans"/>
              </a:rPr>
              <a:t>ب</a:t>
            </a:r>
            <a:r>
              <a:rPr lang="ar" sz="1400" dirty="0">
                <a:solidFill>
                  <a:srgbClr val="FF0000"/>
                </a:solidFill>
                <a:latin typeface="Arial"/>
                <a:ea typeface="Open Sans"/>
                <a:cs typeface="Open Sans"/>
              </a:rPr>
              <a:t>1</a:t>
            </a:r>
            <a:r>
              <a:rPr lang="ar" sz="1400" dirty="0">
                <a:solidFill>
                  <a:srgbClr val="FF0000"/>
                </a:solidFill>
                <a:latin typeface="Arial"/>
                <a:ea typeface="Calibri"/>
                <a:cs typeface="Calibri"/>
              </a:rPr>
              <a:t> </a:t>
            </a:r>
            <a:r>
              <a:rPr lang="ar-EG" sz="1400" dirty="0">
                <a:solidFill>
                  <a:srgbClr val="FF0000"/>
                </a:solidFill>
                <a:latin typeface="Arial"/>
                <a:ea typeface="Open Sans"/>
                <a:cs typeface="Open Sans"/>
              </a:rPr>
              <a:t>التنفيذ الآمن لبرنامج تدريب لياقة بدنية شخصي قصير المدى</a:t>
            </a:r>
            <a:endParaRPr lang="ar" sz="1400" dirty="0">
              <a:solidFill>
                <a:srgbClr val="FF0000"/>
              </a:solidFill>
              <a:latin typeface="Arial"/>
              <a:ea typeface="Open Sans"/>
              <a:cs typeface="Open Sans"/>
            </a:endParaRPr>
          </a:p>
          <a:p>
            <a:pPr algn="r" defTabSz="431800">
              <a:buNone/>
            </a:pPr>
            <a:r>
              <a:rPr lang="ar-EG" sz="1400" dirty="0">
                <a:solidFill>
                  <a:srgbClr val="FF0000"/>
                </a:solidFill>
                <a:latin typeface="Arial"/>
                <a:ea typeface="Open Sans"/>
                <a:cs typeface="Open Sans"/>
              </a:rPr>
              <a:t>ب</a:t>
            </a:r>
            <a:r>
              <a:rPr lang="ar" sz="1400" dirty="0">
                <a:solidFill>
                  <a:srgbClr val="FF0000"/>
                </a:solidFill>
                <a:latin typeface="Arial"/>
                <a:ea typeface="Open Sans"/>
                <a:cs typeface="Open Sans"/>
              </a:rPr>
              <a:t>2</a:t>
            </a:r>
            <a:r>
              <a:rPr lang="ar" sz="1400" dirty="0">
                <a:solidFill>
                  <a:srgbClr val="FF0000"/>
                </a:solidFill>
                <a:latin typeface="Arial"/>
                <a:ea typeface="Calibri"/>
                <a:cs typeface="Calibri"/>
              </a:rPr>
              <a:t> </a:t>
            </a:r>
            <a:r>
              <a:rPr lang="ar-EG" sz="1400" dirty="0">
                <a:solidFill>
                  <a:srgbClr val="FF0000"/>
                </a:solidFill>
                <a:latin typeface="Arial"/>
                <a:ea typeface="Open Sans"/>
                <a:cs typeface="Open Sans"/>
              </a:rPr>
              <a:t> مدونة التدريب لتسجيل كل جلسة</a:t>
            </a:r>
            <a:endParaRPr lang="ar" sz="1400" dirty="0">
              <a:solidFill>
                <a:srgbClr val="FF0000"/>
              </a:solidFill>
              <a:latin typeface="Arial"/>
              <a:ea typeface="Open Sans"/>
              <a:cs typeface="Open Sans"/>
            </a:endParaRPr>
          </a:p>
          <a:p>
            <a:pPr marL="404495" indent="-404495" defTabSz="431800">
              <a:spcBef>
                <a:spcPts val="1200"/>
              </a:spcBef>
              <a:buNone/>
            </a:pPr>
            <a:r>
              <a:rPr lang="ar-EG" sz="2000" dirty="0">
                <a:latin typeface="Arial"/>
                <a:ea typeface="Open Sans"/>
                <a:cs typeface="Open Sans"/>
              </a:rPr>
              <a:t>ج</a:t>
            </a:r>
            <a:r>
              <a:rPr lang="ar" sz="2000" dirty="0">
                <a:latin typeface="Arial"/>
                <a:ea typeface="Calibri"/>
                <a:cs typeface="Calibri"/>
              </a:rPr>
              <a:t> - </a:t>
            </a:r>
            <a:r>
              <a:rPr lang="ar-EG" dirty="0"/>
              <a:t>مراجعة برنامج تدريب اللياقة البدنية الشخصي</a:t>
            </a:r>
            <a:endParaRPr lang="en-GB" dirty="0"/>
          </a:p>
          <a:p>
            <a:pPr marL="404495" indent="-404495" algn="r" defTabSz="431800">
              <a:spcBef>
                <a:spcPts val="1200"/>
              </a:spcBef>
              <a:buNone/>
            </a:pPr>
            <a:r>
              <a:rPr lang="ar-EG" sz="1400" dirty="0">
                <a:solidFill>
                  <a:srgbClr val="FF0000"/>
                </a:solidFill>
                <a:latin typeface="Arial"/>
                <a:ea typeface="Open Sans"/>
                <a:cs typeface="Open Sans"/>
              </a:rPr>
              <a:t>ج</a:t>
            </a:r>
            <a:r>
              <a:rPr lang="ar" sz="1400" dirty="0">
                <a:solidFill>
                  <a:srgbClr val="FF0000"/>
                </a:solidFill>
                <a:latin typeface="Arial"/>
                <a:ea typeface="Open Sans"/>
                <a:cs typeface="Open Sans"/>
              </a:rPr>
              <a:t>1</a:t>
            </a:r>
            <a:r>
              <a:rPr lang="ar" sz="1400" dirty="0">
                <a:solidFill>
                  <a:srgbClr val="FF0000"/>
                </a:solidFill>
                <a:latin typeface="Arial"/>
                <a:ea typeface="Calibri"/>
                <a:cs typeface="Calibri"/>
              </a:rPr>
              <a:t> </a:t>
            </a:r>
            <a:r>
              <a:rPr lang="ar-EG" sz="1400" dirty="0">
                <a:solidFill>
                  <a:srgbClr val="FF0000"/>
                </a:solidFill>
                <a:latin typeface="Arial"/>
                <a:ea typeface="Open Sans"/>
                <a:cs typeface="Open Sans"/>
              </a:rPr>
              <a:t>مراجعة البرنامج</a:t>
            </a:r>
            <a:endParaRPr lang="ar" sz="1400" dirty="0">
              <a:solidFill>
                <a:srgbClr val="FF0000"/>
              </a:solidFill>
              <a:latin typeface="Arial"/>
              <a:ea typeface="Open Sans"/>
              <a:cs typeface="Open Sans"/>
            </a:endParaRPr>
          </a:p>
          <a:p>
            <a:pPr marL="0" indent="0" defTabSz="431800" rtl="1">
              <a:spcBef>
                <a:spcPts val="1200"/>
              </a:spcBef>
              <a:buFont typeface="Wingdings" panose="05000000000000000000" pitchFamily="2" charset="2"/>
              <a:buNone/>
            </a:pPr>
            <a:endParaRPr lang="en-GB" altLang="en-US" b="1" dirty="0">
              <a:highlight>
                <a:srgbClr val="FFFF00"/>
              </a:highlight>
            </a:endParaRPr>
          </a:p>
          <a:p>
            <a:pPr marL="0" indent="0" defTabSz="431800" rtl="1">
              <a:spcBef>
                <a:spcPts val="1200"/>
              </a:spcBef>
              <a:buNone/>
            </a:pPr>
            <a:endParaRPr lang="en-GB" altLang="en-US" b="1" dirty="0">
              <a:highlight>
                <a:srgbClr val="FFFF00"/>
              </a:highlight>
            </a:endParaRPr>
          </a:p>
          <a:p>
            <a:pPr marL="0" indent="0" defTabSz="431800" rtl="1">
              <a:spcBef>
                <a:spcPts val="1200"/>
              </a:spcBef>
              <a:buFont typeface="Wingdings" panose="05000000000000000000" pitchFamily="2" charset="2"/>
              <a:buNone/>
            </a:pPr>
            <a:br>
              <a:rPr lang="en-GB" altLang="en-US" dirty="0"/>
            </a:br>
            <a:r>
              <a:rPr lang="ar" dirty="0"/>
              <a:t>	</a:t>
            </a:r>
          </a:p>
        </p:txBody>
      </p:sp>
      <p:sp>
        <p:nvSpPr>
          <p:cNvPr id="2" name="TextBox 1">
            <a:extLst>
              <a:ext uri="{FF2B5EF4-FFF2-40B4-BE49-F238E27FC236}">
                <a16:creationId xmlns:a16="http://schemas.microsoft.com/office/drawing/2014/main" id="{EF91FB6A-CD2F-1062-FC65-688F4940FDC7}"/>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BA046072-89F1-313F-A9F5-6C06A79BE4B7}"/>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endParaRPr lang="en-US" altLang="en-US" sz="2000" b="1">
              <a:solidFill>
                <a:schemeClr val="tx2"/>
              </a:solidFill>
              <a:latin typeface="Times New Roman" panose="02020603050405020304" pitchFamily="18" charset="0"/>
              <a:cs typeface="Times New Roman" panose="02020603050405020304" pitchFamily="18" charset="0"/>
            </a:endParaRPr>
          </a:p>
        </p:txBody>
      </p:sp>
      <p:sp>
        <p:nvSpPr>
          <p:cNvPr id="11" name="Text Placeholder 2">
            <a:extLst>
              <a:ext uri="{FF2B5EF4-FFF2-40B4-BE49-F238E27FC236}">
                <a16:creationId xmlns:a16="http://schemas.microsoft.com/office/drawing/2014/main" id="{11174F65-4DDD-B67D-6F81-2CDC2253F244}"/>
              </a:ext>
            </a:extLst>
          </p:cNvPr>
          <p:cNvSpPr>
            <a:spLocks noGrp="1"/>
          </p:cNvSpPr>
          <p:nvPr>
            <p:ph type="body" sz="half" idx="2"/>
          </p:nvPr>
        </p:nvSpPr>
        <p:spPr>
          <a:xfrm>
            <a:off x="5670791" y="1195200"/>
            <a:ext cx="3321749" cy="5265832"/>
          </a:xfrm>
          <a:solidFill>
            <a:schemeClr val="accent5"/>
          </a:solidFill>
        </p:spPr>
        <p:txBody>
          <a:bodyPr rtlCol="1"/>
          <a:lstStyle/>
          <a:p>
            <a:pPr algn="ctr" rtl="1"/>
            <a:r>
              <a:rPr lang="ar" sz="2400" b="1" dirty="0">
                <a:solidFill>
                  <a:schemeClr val="tx2"/>
                </a:solidFill>
                <a:latin typeface="Times New Roman" panose="02020603050405020304" pitchFamily="18" charset="0"/>
                <a:cs typeface="Times New Roman" panose="02020603050405020304" pitchFamily="18" charset="0"/>
              </a:rPr>
              <a:t>نتاج التعلم أ</a:t>
            </a:r>
          </a:p>
          <a:p>
            <a:pPr rtl="1"/>
            <a:r>
              <a:rPr lang="ar" sz="2000" b="1" dirty="0">
                <a:latin typeface="Times New Roman" panose="02020603050405020304" pitchFamily="18" charset="0"/>
                <a:cs typeface="Times New Roman" panose="02020603050405020304" pitchFamily="18" charset="0"/>
              </a:rPr>
              <a:t>تصميم برنامج تدريب للياقة البدنية الشخصية لمؤدٍّ رياضي محدد.</a:t>
            </a:r>
            <a:endParaRPr lang="en-GB" dirty="0">
              <a:latin typeface="Times New Roman" panose="02020603050405020304" pitchFamily="18" charset="0"/>
              <a:cs typeface="Times New Roman" panose="02020603050405020304" pitchFamily="18" charset="0"/>
            </a:endParaRPr>
          </a:p>
          <a:p>
            <a:pPr rtl="1"/>
            <a:endParaRPr lang="en-US" altLang="en-US" sz="2000" b="1" dirty="0">
              <a:solidFill>
                <a:schemeClr val="tx2"/>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endParaRPr lang="en-US" altLang="en-US" sz="2000" dirty="0">
              <a:solidFill>
                <a:schemeClr val="tx2"/>
              </a:solidFill>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F18AA0B9-7C55-C06F-D8F6-438347810116}"/>
              </a:ext>
            </a:extLst>
          </p:cNvPr>
          <p:cNvSpPr/>
          <p:nvPr/>
        </p:nvSpPr>
        <p:spPr>
          <a:xfrm>
            <a:off x="457201" y="1435308"/>
            <a:ext cx="5111751" cy="796319"/>
          </a:xfrm>
          <a:prstGeom prst="roundRect">
            <a:avLst>
              <a:gd name="adj" fmla="val 10000"/>
            </a:avLst>
          </a:prstGeom>
          <a:solidFill>
            <a:schemeClr val="accent6">
              <a:lumMod val="20000"/>
              <a:lumOff val="80000"/>
            </a:schemeClr>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 name="Rectangle 3" descr="Tick">
            <a:extLst>
              <a:ext uri="{FF2B5EF4-FFF2-40B4-BE49-F238E27FC236}">
                <a16:creationId xmlns:a16="http://schemas.microsoft.com/office/drawing/2014/main" id="{9269ECB5-FFC0-D4A9-2208-DA3281289F6F}"/>
              </a:ext>
            </a:extLst>
          </p:cNvPr>
          <p:cNvSpPr/>
          <p:nvPr/>
        </p:nvSpPr>
        <p:spPr>
          <a:xfrm>
            <a:off x="4890091" y="1614480"/>
            <a:ext cx="437975" cy="437975"/>
          </a:xfrm>
          <a:prstGeom prst="rect">
            <a:avLst/>
          </a:prstGeom>
          <a: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7" name="Freeform: Shape 6">
            <a:extLst>
              <a:ext uri="{FF2B5EF4-FFF2-40B4-BE49-F238E27FC236}">
                <a16:creationId xmlns:a16="http://schemas.microsoft.com/office/drawing/2014/main" id="{A59FBB98-B658-9272-6FEB-A91E78DC2C9E}"/>
              </a:ext>
            </a:extLst>
          </p:cNvPr>
          <p:cNvSpPr/>
          <p:nvPr/>
        </p:nvSpPr>
        <p:spPr>
          <a:xfrm>
            <a:off x="457202" y="1435308"/>
            <a:ext cx="4192001" cy="796319"/>
          </a:xfrm>
          <a:custGeom>
            <a:avLst/>
            <a:gdLst>
              <a:gd name="connsiteX0" fmla="*/ 0 w 4192001"/>
              <a:gd name="connsiteY0" fmla="*/ 0 h 796319"/>
              <a:gd name="connsiteX1" fmla="*/ 4192001 w 4192001"/>
              <a:gd name="connsiteY1" fmla="*/ 0 h 796319"/>
              <a:gd name="connsiteX2" fmla="*/ 4192001 w 4192001"/>
              <a:gd name="connsiteY2" fmla="*/ 796319 h 796319"/>
              <a:gd name="connsiteX3" fmla="*/ 0 w 4192001"/>
              <a:gd name="connsiteY3" fmla="*/ 796319 h 796319"/>
              <a:gd name="connsiteX4" fmla="*/ 0 w 4192001"/>
              <a:gd name="connsiteY4" fmla="*/ 0 h 7963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2001" h="796319">
                <a:moveTo>
                  <a:pt x="0" y="0"/>
                </a:moveTo>
                <a:lnTo>
                  <a:pt x="4192001" y="0"/>
                </a:lnTo>
                <a:lnTo>
                  <a:pt x="4192001" y="796319"/>
                </a:lnTo>
                <a:lnTo>
                  <a:pt x="0" y="79631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4277" tIns="84277" rIns="84277" bIns="84277" numCol="1" spcCol="1270" rtlCol="1" anchor="ctr" anchorCtr="0">
            <a:noAutofit/>
          </a:bodyPr>
          <a:lstStyle/>
          <a:p>
            <a:pPr marL="0" lvl="0" indent="0" algn="r" defTabSz="844550" rtl="1">
              <a:lnSpc>
                <a:spcPct val="100000"/>
              </a:lnSpc>
              <a:spcBef>
                <a:spcPct val="0"/>
              </a:spcBef>
              <a:spcAft>
                <a:spcPct val="35000"/>
              </a:spcAft>
              <a:buNone/>
            </a:pPr>
            <a:r>
              <a:rPr lang="ar" sz="1900" b="1" kern="1200">
                <a:latin typeface="Times New Roman" panose="02020603050405020304" pitchFamily="18" charset="0"/>
                <a:cs typeface="Times New Roman" panose="02020603050405020304" pitchFamily="18" charset="0"/>
              </a:rPr>
              <a:t>مجالات المحتوى الرئيسة</a:t>
            </a:r>
          </a:p>
        </p:txBody>
      </p:sp>
      <p:sp>
        <p:nvSpPr>
          <p:cNvPr id="8" name="Rectangle: Rounded Corners 7">
            <a:extLst>
              <a:ext uri="{FF2B5EF4-FFF2-40B4-BE49-F238E27FC236}">
                <a16:creationId xmlns:a16="http://schemas.microsoft.com/office/drawing/2014/main" id="{C2995BDC-0798-44AB-C7E2-F5EF9DDFB475}"/>
              </a:ext>
            </a:extLst>
          </p:cNvPr>
          <p:cNvSpPr/>
          <p:nvPr/>
        </p:nvSpPr>
        <p:spPr>
          <a:xfrm>
            <a:off x="457201" y="2430708"/>
            <a:ext cx="5111751" cy="796319"/>
          </a:xfrm>
          <a:prstGeom prst="roundRect">
            <a:avLst>
              <a:gd name="adj" fmla="val 10000"/>
            </a:avLst>
          </a:prstGeom>
          <a:solidFill>
            <a:schemeClr val="accent5"/>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9" name="Rectangle 8" descr="User outline">
            <a:extLst>
              <a:ext uri="{FF2B5EF4-FFF2-40B4-BE49-F238E27FC236}">
                <a16:creationId xmlns:a16="http://schemas.microsoft.com/office/drawing/2014/main" id="{DBC59BCE-9D8C-772D-1D14-EE9722D7A1FD}"/>
              </a:ext>
            </a:extLst>
          </p:cNvPr>
          <p:cNvSpPr/>
          <p:nvPr/>
        </p:nvSpPr>
        <p:spPr>
          <a:xfrm>
            <a:off x="4890091" y="2609880"/>
            <a:ext cx="437975" cy="437975"/>
          </a:xfrm>
          <a:prstGeom prst="rect">
            <a:avLst/>
          </a:prstGeom>
          <a:blipFill>
            <a:blip r:embed="rId6">
              <a:extLs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0" name="Freeform: Shape 9">
            <a:extLst>
              <a:ext uri="{FF2B5EF4-FFF2-40B4-BE49-F238E27FC236}">
                <a16:creationId xmlns:a16="http://schemas.microsoft.com/office/drawing/2014/main" id="{5C8C5AE8-CE43-55F2-F313-CCA0FE3772A6}"/>
              </a:ext>
            </a:extLst>
          </p:cNvPr>
          <p:cNvSpPr/>
          <p:nvPr/>
        </p:nvSpPr>
        <p:spPr>
          <a:xfrm>
            <a:off x="457202" y="2430708"/>
            <a:ext cx="4192001" cy="796319"/>
          </a:xfrm>
          <a:custGeom>
            <a:avLst/>
            <a:gdLst>
              <a:gd name="connsiteX0" fmla="*/ 0 w 4192001"/>
              <a:gd name="connsiteY0" fmla="*/ 0 h 796319"/>
              <a:gd name="connsiteX1" fmla="*/ 4192001 w 4192001"/>
              <a:gd name="connsiteY1" fmla="*/ 0 h 796319"/>
              <a:gd name="connsiteX2" fmla="*/ 4192001 w 4192001"/>
              <a:gd name="connsiteY2" fmla="*/ 796319 h 796319"/>
              <a:gd name="connsiteX3" fmla="*/ 0 w 4192001"/>
              <a:gd name="connsiteY3" fmla="*/ 796319 h 796319"/>
              <a:gd name="connsiteX4" fmla="*/ 0 w 4192001"/>
              <a:gd name="connsiteY4" fmla="*/ 0 h 7963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2001" h="796319">
                <a:moveTo>
                  <a:pt x="0" y="0"/>
                </a:moveTo>
                <a:lnTo>
                  <a:pt x="4192001" y="0"/>
                </a:lnTo>
                <a:lnTo>
                  <a:pt x="4192001" y="796319"/>
                </a:lnTo>
                <a:lnTo>
                  <a:pt x="0" y="796319"/>
                </a:lnTo>
                <a:lnTo>
                  <a:pt x="0" y="0"/>
                </a:lnTo>
                <a:close/>
              </a:path>
            </a:pathLst>
          </a:custGeom>
          <a:solidFill>
            <a:schemeClr val="accent5"/>
          </a:solidFill>
        </p:spPr>
        <p:style>
          <a:lnRef idx="0">
            <a:schemeClr val="dk1">
              <a:alpha val="0"/>
              <a:hueOff val="0"/>
              <a:satOff val="0"/>
              <a:lumOff val="0"/>
              <a:alphaOff val="0"/>
            </a:schemeClr>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4277" tIns="84277" rIns="84277" bIns="84277" numCol="1" spcCol="1270" rtlCol="1" anchor="ctr" anchorCtr="0">
            <a:noAutofit/>
          </a:bodyPr>
          <a:lstStyle/>
          <a:p>
            <a:pPr marL="0" lvl="0" indent="0" algn="r" defTabSz="889000" rtl="1">
              <a:lnSpc>
                <a:spcPct val="100000"/>
              </a:lnSpc>
              <a:spcBef>
                <a:spcPct val="0"/>
              </a:spcBef>
              <a:spcAft>
                <a:spcPct val="35000"/>
              </a:spcAft>
              <a:buNone/>
            </a:pPr>
            <a:r>
              <a:rPr lang="ar" sz="2000" kern="1200" dirty="0">
                <a:latin typeface="Times New Roman" panose="02020603050405020304" pitchFamily="18" charset="0"/>
                <a:cs typeface="Times New Roman" panose="02020603050405020304" pitchFamily="18" charset="0"/>
              </a:rPr>
              <a:t>أ1 المعلومات الشخصية للمساعدة على تصميم برنامج تدريب</a:t>
            </a:r>
            <a:endParaRPr lang="en-US" sz="2000" kern="1200" dirty="0">
              <a:solidFill>
                <a:srgbClr val="000000">
                  <a:hueOff val="0"/>
                  <a:satOff val="0"/>
                  <a:lumOff val="0"/>
                  <a:alphaOff val="0"/>
                </a:srgbClr>
              </a:solidFill>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AAD37EEC-DF7E-7D7A-EEE2-C489AC856B8B}"/>
              </a:ext>
            </a:extLst>
          </p:cNvPr>
          <p:cNvSpPr/>
          <p:nvPr/>
        </p:nvSpPr>
        <p:spPr>
          <a:xfrm>
            <a:off x="457201" y="3426107"/>
            <a:ext cx="5111751" cy="796319"/>
          </a:xfrm>
          <a:prstGeom prst="roundRect">
            <a:avLst>
              <a:gd name="adj" fmla="val 10000"/>
            </a:avLst>
          </a:prstGeom>
          <a:solidFill>
            <a:schemeClr val="accent6">
              <a:lumMod val="20000"/>
              <a:lumOff val="80000"/>
            </a:schemeClr>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3" name="Rectangle 12" descr="Gantt Chart with solid fill">
            <a:extLst>
              <a:ext uri="{FF2B5EF4-FFF2-40B4-BE49-F238E27FC236}">
                <a16:creationId xmlns:a16="http://schemas.microsoft.com/office/drawing/2014/main" id="{CB8F96EF-9369-88EA-F28E-ACE0D5651840}"/>
              </a:ext>
            </a:extLst>
          </p:cNvPr>
          <p:cNvSpPr/>
          <p:nvPr/>
        </p:nvSpPr>
        <p:spPr>
          <a:xfrm>
            <a:off x="4890091" y="3605279"/>
            <a:ext cx="437975" cy="437975"/>
          </a:xfrm>
          <a:prstGeom prst="rect">
            <a:avLst/>
          </a:prstGeom>
          <a:blipFill>
            <a:blip r:embed="rId8">
              <a:extLst>
                <a:ext uri="{96DAC541-7B7A-43D3-8B79-37D633B846F1}">
                  <asvg:svgBlip xmlns:asvg="http://schemas.microsoft.com/office/drawing/2016/SVG/main" r:embed="rId9"/>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4" name="Freeform: Shape 13">
            <a:extLst>
              <a:ext uri="{FF2B5EF4-FFF2-40B4-BE49-F238E27FC236}">
                <a16:creationId xmlns:a16="http://schemas.microsoft.com/office/drawing/2014/main" id="{B832DE71-1BFF-802C-C844-81C12A204347}"/>
              </a:ext>
            </a:extLst>
          </p:cNvPr>
          <p:cNvSpPr/>
          <p:nvPr/>
        </p:nvSpPr>
        <p:spPr>
          <a:xfrm>
            <a:off x="457202" y="3426107"/>
            <a:ext cx="4192001" cy="796319"/>
          </a:xfrm>
          <a:custGeom>
            <a:avLst/>
            <a:gdLst>
              <a:gd name="connsiteX0" fmla="*/ 0 w 4192001"/>
              <a:gd name="connsiteY0" fmla="*/ 0 h 796319"/>
              <a:gd name="connsiteX1" fmla="*/ 4192001 w 4192001"/>
              <a:gd name="connsiteY1" fmla="*/ 0 h 796319"/>
              <a:gd name="connsiteX2" fmla="*/ 4192001 w 4192001"/>
              <a:gd name="connsiteY2" fmla="*/ 796319 h 796319"/>
              <a:gd name="connsiteX3" fmla="*/ 0 w 4192001"/>
              <a:gd name="connsiteY3" fmla="*/ 796319 h 796319"/>
              <a:gd name="connsiteX4" fmla="*/ 0 w 4192001"/>
              <a:gd name="connsiteY4" fmla="*/ 0 h 7963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2001" h="796319">
                <a:moveTo>
                  <a:pt x="0" y="0"/>
                </a:moveTo>
                <a:lnTo>
                  <a:pt x="4192001" y="0"/>
                </a:lnTo>
                <a:lnTo>
                  <a:pt x="4192001" y="796319"/>
                </a:lnTo>
                <a:lnTo>
                  <a:pt x="0" y="79631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4277" tIns="84277" rIns="84277" bIns="84277" numCol="1" spcCol="1270" rtlCol="1" anchor="ctr" anchorCtr="0">
            <a:noAutofit/>
          </a:bodyPr>
          <a:lstStyle/>
          <a:p>
            <a:pPr marL="0" lvl="0" indent="0" algn="r" defTabSz="889000" rtl="1">
              <a:lnSpc>
                <a:spcPct val="100000"/>
              </a:lnSpc>
              <a:spcBef>
                <a:spcPct val="0"/>
              </a:spcBef>
              <a:spcAft>
                <a:spcPct val="35000"/>
              </a:spcAft>
              <a:buNone/>
            </a:pPr>
            <a:r>
              <a:rPr lang="ar" sz="2000" b="1" kern="1200">
                <a:latin typeface="Times New Roman" panose="02020603050405020304" pitchFamily="18" charset="0"/>
                <a:cs typeface="Times New Roman" panose="02020603050405020304" pitchFamily="18" charset="0"/>
              </a:rPr>
              <a:t>أ2</a:t>
            </a:r>
            <a:r>
              <a:rPr lang="ar" sz="2000" kern="1200">
                <a:latin typeface="Times New Roman" panose="02020603050405020304" pitchFamily="18" charset="0"/>
                <a:cs typeface="Times New Roman" panose="02020603050405020304" pitchFamily="18" charset="0"/>
              </a:rPr>
              <a:t> المبادئ الأساسية للتدريب (التكرار والشدة والوقت والنوع)</a:t>
            </a:r>
            <a:endParaRPr lang="en-US" sz="2000" b="0" kern="1200" dirty="0">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4204154F-0D82-9B11-C163-C74242B54BFD}"/>
              </a:ext>
            </a:extLst>
          </p:cNvPr>
          <p:cNvSpPr/>
          <p:nvPr/>
        </p:nvSpPr>
        <p:spPr>
          <a:xfrm>
            <a:off x="457201" y="4421507"/>
            <a:ext cx="5111751" cy="796319"/>
          </a:xfrm>
          <a:prstGeom prst="roundRect">
            <a:avLst>
              <a:gd name="adj" fmla="val 10000"/>
            </a:avLst>
          </a:prstGeom>
          <a:solidFill>
            <a:schemeClr val="accent5"/>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6" name="Rectangle 15" descr="Blueprint with solid fill">
            <a:extLst>
              <a:ext uri="{FF2B5EF4-FFF2-40B4-BE49-F238E27FC236}">
                <a16:creationId xmlns:a16="http://schemas.microsoft.com/office/drawing/2014/main" id="{47C828D1-4A60-948C-142E-765815079818}"/>
              </a:ext>
            </a:extLst>
          </p:cNvPr>
          <p:cNvSpPr/>
          <p:nvPr/>
        </p:nvSpPr>
        <p:spPr>
          <a:xfrm>
            <a:off x="4890091" y="4600679"/>
            <a:ext cx="437975" cy="437975"/>
          </a:xfrm>
          <a:prstGeom prst="rect">
            <a:avLst/>
          </a:prstGeom>
          <a:blipFill>
            <a:blip r:embed="rId10">
              <a:extLst>
                <a:ext uri="{96DAC541-7B7A-43D3-8B79-37D633B846F1}">
                  <asvg:svgBlip xmlns:asvg="http://schemas.microsoft.com/office/drawing/2016/SVG/main" r:embed="rId11"/>
                </a:ext>
              </a:extLst>
            </a:blip>
            <a:stretch>
              <a:fillRect/>
            </a:stretch>
          </a:blip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7" name="Freeform: Shape 16">
            <a:extLst>
              <a:ext uri="{FF2B5EF4-FFF2-40B4-BE49-F238E27FC236}">
                <a16:creationId xmlns:a16="http://schemas.microsoft.com/office/drawing/2014/main" id="{934224A1-7E70-A333-C0A9-695A119959E4}"/>
              </a:ext>
            </a:extLst>
          </p:cNvPr>
          <p:cNvSpPr/>
          <p:nvPr/>
        </p:nvSpPr>
        <p:spPr>
          <a:xfrm>
            <a:off x="472210" y="4423075"/>
            <a:ext cx="4192001" cy="796319"/>
          </a:xfrm>
          <a:custGeom>
            <a:avLst/>
            <a:gdLst>
              <a:gd name="connsiteX0" fmla="*/ 0 w 4192001"/>
              <a:gd name="connsiteY0" fmla="*/ 0 h 796319"/>
              <a:gd name="connsiteX1" fmla="*/ 4192001 w 4192001"/>
              <a:gd name="connsiteY1" fmla="*/ 0 h 796319"/>
              <a:gd name="connsiteX2" fmla="*/ 4192001 w 4192001"/>
              <a:gd name="connsiteY2" fmla="*/ 796319 h 796319"/>
              <a:gd name="connsiteX3" fmla="*/ 0 w 4192001"/>
              <a:gd name="connsiteY3" fmla="*/ 796319 h 796319"/>
              <a:gd name="connsiteX4" fmla="*/ 0 w 4192001"/>
              <a:gd name="connsiteY4" fmla="*/ 0 h 7963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2001" h="796319">
                <a:moveTo>
                  <a:pt x="0" y="0"/>
                </a:moveTo>
                <a:lnTo>
                  <a:pt x="4192001" y="0"/>
                </a:lnTo>
                <a:lnTo>
                  <a:pt x="4192001" y="796319"/>
                </a:lnTo>
                <a:lnTo>
                  <a:pt x="0" y="79631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4277" tIns="84277" rIns="84277" bIns="84277" numCol="1" spcCol="1270" rtlCol="1" anchor="ctr" anchorCtr="0">
            <a:noAutofit/>
          </a:bodyPr>
          <a:lstStyle/>
          <a:p>
            <a:pPr marL="0" lvl="0" indent="0" algn="r" defTabSz="889000" rtl="1">
              <a:lnSpc>
                <a:spcPct val="100000"/>
              </a:lnSpc>
              <a:spcBef>
                <a:spcPct val="0"/>
              </a:spcBef>
              <a:spcAft>
                <a:spcPct val="35000"/>
              </a:spcAft>
              <a:buNone/>
            </a:pPr>
            <a:r>
              <a:rPr lang="ar" sz="2000" b="1" kern="1200">
                <a:solidFill>
                  <a:srgbClr val="000000">
                    <a:hueOff val="0"/>
                    <a:satOff val="0"/>
                    <a:lumOff val="0"/>
                    <a:alphaOff val="0"/>
                  </a:srgbClr>
                </a:solidFill>
                <a:latin typeface="Times New Roman" panose="02020603050405020304" pitchFamily="18" charset="0"/>
                <a:cs typeface="Times New Roman" panose="02020603050405020304" pitchFamily="18" charset="0"/>
              </a:rPr>
              <a:t>أ3</a:t>
            </a:r>
            <a:r>
              <a:rPr lang="ar" sz="2000" kern="1200">
                <a:solidFill>
                  <a:srgbClr val="000000">
                    <a:hueOff val="0"/>
                    <a:satOff val="0"/>
                    <a:lumOff val="0"/>
                    <a:alphaOff val="0"/>
                  </a:srgbClr>
                </a:solidFill>
                <a:latin typeface="Times New Roman" panose="02020603050405020304" pitchFamily="18" charset="0"/>
                <a:cs typeface="Times New Roman" panose="02020603050405020304" pitchFamily="18" charset="0"/>
              </a:rPr>
              <a:t> </a:t>
            </a:r>
            <a:r>
              <a:rPr lang="ar" sz="2000" kern="1200">
                <a:latin typeface="Times New Roman" panose="02020603050405020304" pitchFamily="18" charset="0"/>
                <a:cs typeface="Times New Roman" panose="02020603050405020304" pitchFamily="18" charset="0"/>
              </a:rPr>
              <a:t> تصميم البرنامج</a:t>
            </a:r>
          </a:p>
        </p:txBody>
      </p:sp>
      <p:sp>
        <p:nvSpPr>
          <p:cNvPr id="18" name="Rectangle: Rounded Corners 17">
            <a:extLst>
              <a:ext uri="{FF2B5EF4-FFF2-40B4-BE49-F238E27FC236}">
                <a16:creationId xmlns:a16="http://schemas.microsoft.com/office/drawing/2014/main" id="{7F7270EB-15FB-0027-738E-1D0B62D6C0B5}"/>
              </a:ext>
            </a:extLst>
          </p:cNvPr>
          <p:cNvSpPr/>
          <p:nvPr/>
        </p:nvSpPr>
        <p:spPr>
          <a:xfrm>
            <a:off x="457201" y="5416906"/>
            <a:ext cx="5111751" cy="796319"/>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9" name="Rectangle 18">
            <a:extLst>
              <a:ext uri="{FF2B5EF4-FFF2-40B4-BE49-F238E27FC236}">
                <a16:creationId xmlns:a16="http://schemas.microsoft.com/office/drawing/2014/main" id="{02D55FB6-BB49-443F-BDB7-6F2C0D7867E6}"/>
              </a:ext>
            </a:extLst>
          </p:cNvPr>
          <p:cNvSpPr/>
          <p:nvPr/>
        </p:nvSpPr>
        <p:spPr>
          <a:xfrm>
            <a:off x="4890091" y="5596078"/>
            <a:ext cx="437975" cy="437975"/>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20" name="Freeform: Shape 19">
            <a:extLst>
              <a:ext uri="{FF2B5EF4-FFF2-40B4-BE49-F238E27FC236}">
                <a16:creationId xmlns:a16="http://schemas.microsoft.com/office/drawing/2014/main" id="{3C0AE561-6FDD-7A26-CD4B-94932EBC4A45}"/>
              </a:ext>
            </a:extLst>
          </p:cNvPr>
          <p:cNvSpPr/>
          <p:nvPr/>
        </p:nvSpPr>
        <p:spPr>
          <a:xfrm>
            <a:off x="457202" y="5416906"/>
            <a:ext cx="4192001" cy="796319"/>
          </a:xfrm>
          <a:custGeom>
            <a:avLst/>
            <a:gdLst>
              <a:gd name="connsiteX0" fmla="*/ 0 w 4192001"/>
              <a:gd name="connsiteY0" fmla="*/ 0 h 796319"/>
              <a:gd name="connsiteX1" fmla="*/ 4192001 w 4192001"/>
              <a:gd name="connsiteY1" fmla="*/ 0 h 796319"/>
              <a:gd name="connsiteX2" fmla="*/ 4192001 w 4192001"/>
              <a:gd name="connsiteY2" fmla="*/ 796319 h 796319"/>
              <a:gd name="connsiteX3" fmla="*/ 0 w 4192001"/>
              <a:gd name="connsiteY3" fmla="*/ 796319 h 796319"/>
              <a:gd name="connsiteX4" fmla="*/ 0 w 4192001"/>
              <a:gd name="connsiteY4" fmla="*/ 0 h 7963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2001" h="796319">
                <a:moveTo>
                  <a:pt x="0" y="0"/>
                </a:moveTo>
                <a:lnTo>
                  <a:pt x="4192001" y="0"/>
                </a:lnTo>
                <a:lnTo>
                  <a:pt x="4192001" y="796319"/>
                </a:lnTo>
                <a:lnTo>
                  <a:pt x="0" y="79631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4277" tIns="84277" rIns="84277" bIns="84277" numCol="1" spcCol="1270" rtlCol="1" anchor="ctr" anchorCtr="0">
            <a:noAutofit/>
          </a:bodyPr>
          <a:lstStyle/>
          <a:p>
            <a:pPr marL="0" lvl="0" indent="0" algn="r" defTabSz="844550" rtl="1">
              <a:lnSpc>
                <a:spcPct val="100000"/>
              </a:lnSpc>
              <a:spcBef>
                <a:spcPct val="0"/>
              </a:spcBef>
              <a:spcAft>
                <a:spcPct val="35000"/>
              </a:spcAft>
              <a:buNone/>
            </a:pPr>
            <a:r>
              <a:rPr lang="ar" sz="1900" b="1" kern="1200">
                <a:latin typeface="Times New Roman" panose="02020603050405020304" pitchFamily="18" charset="0"/>
                <a:cs typeface="Times New Roman" panose="02020603050405020304" pitchFamily="18" charset="0"/>
              </a:rPr>
              <a:t>أ4</a:t>
            </a:r>
            <a:r>
              <a:rPr lang="ar" sz="1900" kern="1200">
                <a:latin typeface="Times New Roman" panose="02020603050405020304" pitchFamily="18" charset="0"/>
                <a:cs typeface="Times New Roman" panose="02020603050405020304" pitchFamily="18" charset="0"/>
              </a:rPr>
              <a:t>  تصنيف الرياضة للفريق أو الفرد</a:t>
            </a:r>
          </a:p>
        </p:txBody>
      </p:sp>
      <p:sp>
        <p:nvSpPr>
          <p:cNvPr id="2" name="TextBox 1">
            <a:extLst>
              <a:ext uri="{FF2B5EF4-FFF2-40B4-BE49-F238E27FC236}">
                <a16:creationId xmlns:a16="http://schemas.microsoft.com/office/drawing/2014/main" id="{934BB312-3BEF-A40F-B15F-1188C7FB0744}"/>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4133198085"/>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13FF67BA-3CA6-37BC-44F4-14817FCA083D}"/>
              </a:ext>
            </a:extLst>
          </p:cNvPr>
          <p:cNvGraphicFramePr>
            <a:graphicFrameLocks noGrp="1"/>
          </p:cNvGraphicFramePr>
          <p:nvPr>
            <p:ph sz="half" idx="2"/>
            <p:extLst>
              <p:ext uri="{D42A27DB-BD31-4B8C-83A1-F6EECF244321}">
                <p14:modId xmlns:p14="http://schemas.microsoft.com/office/powerpoint/2010/main" val="2699552219"/>
              </p:ext>
            </p:extLst>
          </p:nvPr>
        </p:nvGraphicFramePr>
        <p:xfrm>
          <a:off x="511807" y="2585746"/>
          <a:ext cx="7991469" cy="2926080"/>
        </p:xfrm>
        <a:graphic>
          <a:graphicData uri="http://schemas.openxmlformats.org/drawingml/2006/table">
            <a:tbl>
              <a:tblPr rtl="1" bandRow="1">
                <a:tableStyleId>{5940675A-B579-460E-94D1-54222C63F5DA}</a:tableStyleId>
              </a:tblPr>
              <a:tblGrid>
                <a:gridCol w="1046326">
                  <a:extLst>
                    <a:ext uri="{9D8B030D-6E8A-4147-A177-3AD203B41FA5}">
                      <a16:colId xmlns:a16="http://schemas.microsoft.com/office/drawing/2014/main" val="236643643"/>
                    </a:ext>
                  </a:extLst>
                </a:gridCol>
                <a:gridCol w="1728716">
                  <a:extLst>
                    <a:ext uri="{9D8B030D-6E8A-4147-A177-3AD203B41FA5}">
                      <a16:colId xmlns:a16="http://schemas.microsoft.com/office/drawing/2014/main" val="3982856008"/>
                    </a:ext>
                  </a:extLst>
                </a:gridCol>
                <a:gridCol w="5216427">
                  <a:extLst>
                    <a:ext uri="{9D8B030D-6E8A-4147-A177-3AD203B41FA5}">
                      <a16:colId xmlns:a16="http://schemas.microsoft.com/office/drawing/2014/main" val="1169823259"/>
                    </a:ext>
                  </a:extLst>
                </a:gridCol>
              </a:tblGrid>
              <a:tr h="0">
                <a:tc>
                  <a:txBody>
                    <a:bodyPr/>
                    <a:lstStyle/>
                    <a:p>
                      <a:pPr rtl="1">
                        <a:buNone/>
                      </a:pPr>
                      <a:r>
                        <a:rPr lang="ar">
                          <a:latin typeface="Times New Roman" panose="02020603050405020304" pitchFamily="18" charset="0"/>
                          <a:cs typeface="Times New Roman" panose="02020603050405020304" pitchFamily="18" charset="0"/>
                        </a:rPr>
                        <a:t>الحروف</a:t>
                      </a:r>
                    </a:p>
                  </a:txBody>
                  <a:tcPr anchor="ctr"/>
                </a:tc>
                <a:tc>
                  <a:txBody>
                    <a:bodyPr/>
                    <a:lstStyle/>
                    <a:p>
                      <a:pPr rtl="1">
                        <a:buNone/>
                      </a:pPr>
                      <a:r>
                        <a:rPr lang="ar">
                          <a:latin typeface="Times New Roman" panose="02020603050405020304" pitchFamily="18" charset="0"/>
                          <a:cs typeface="Times New Roman" panose="02020603050405020304" pitchFamily="18" charset="0"/>
                        </a:rPr>
                        <a:t>المعنى</a:t>
                      </a:r>
                    </a:p>
                  </a:txBody>
                  <a:tcPr anchor="ctr"/>
                </a:tc>
                <a:tc>
                  <a:txBody>
                    <a:bodyPr/>
                    <a:lstStyle/>
                    <a:p>
                      <a:pPr rtl="1">
                        <a:buNone/>
                      </a:pPr>
                      <a:r>
                        <a:rPr lang="ar" dirty="0">
                          <a:latin typeface="Times New Roman" panose="02020603050405020304" pitchFamily="18" charset="0"/>
                          <a:cs typeface="Times New Roman" panose="02020603050405020304" pitchFamily="18" charset="0"/>
                        </a:rPr>
                        <a:t>مثال</a:t>
                      </a:r>
                    </a:p>
                  </a:txBody>
                  <a:tcPr anchor="ctr"/>
                </a:tc>
                <a:extLst>
                  <a:ext uri="{0D108BD9-81ED-4DB2-BD59-A6C34878D82A}">
                    <a16:rowId xmlns:a16="http://schemas.microsoft.com/office/drawing/2014/main" val="2086351158"/>
                  </a:ext>
                </a:extLst>
              </a:tr>
              <a:tr h="0">
                <a:tc>
                  <a:txBody>
                    <a:bodyPr/>
                    <a:lstStyle/>
                    <a:p>
                      <a:pPr rtl="1">
                        <a:buNone/>
                      </a:pPr>
                      <a:r>
                        <a:rPr lang="ar">
                          <a:latin typeface="Times New Roman" panose="02020603050405020304" pitchFamily="18" charset="0"/>
                          <a:cs typeface="Times New Roman" panose="02020603050405020304" pitchFamily="18" charset="0"/>
                        </a:rPr>
                        <a:t>S</a:t>
                      </a:r>
                    </a:p>
                  </a:txBody>
                  <a:tcPr anchor="ctr"/>
                </a:tc>
                <a:tc>
                  <a:txBody>
                    <a:bodyPr/>
                    <a:lstStyle/>
                    <a:p>
                      <a:pPr rtl="1">
                        <a:buNone/>
                      </a:pPr>
                      <a:r>
                        <a:rPr lang="ar">
                          <a:latin typeface="Times New Roman" panose="02020603050405020304" pitchFamily="18" charset="0"/>
                          <a:cs typeface="Times New Roman" panose="02020603050405020304" pitchFamily="18" charset="0"/>
                        </a:rPr>
                        <a:t>مُحددة</a:t>
                      </a:r>
                    </a:p>
                  </a:txBody>
                  <a:tcPr anchor="ctr"/>
                </a:tc>
                <a:tc>
                  <a:txBody>
                    <a:bodyPr/>
                    <a:lstStyle/>
                    <a:p>
                      <a:pPr rtl="1">
                        <a:buNone/>
                      </a:pPr>
                      <a:r>
                        <a:rPr lang="ar">
                          <a:latin typeface="Times New Roman" panose="02020603050405020304" pitchFamily="18" charset="0"/>
                          <a:cs typeface="Times New Roman" panose="02020603050405020304" pitchFamily="18" charset="0"/>
                        </a:rPr>
                        <a:t>تحسين قوة الجزء العلوي من الجسم مقابل زيادة مستوى اللياقة البدنية</a:t>
                      </a:r>
                    </a:p>
                  </a:txBody>
                  <a:tcPr anchor="ctr"/>
                </a:tc>
                <a:extLst>
                  <a:ext uri="{0D108BD9-81ED-4DB2-BD59-A6C34878D82A}">
                    <a16:rowId xmlns:a16="http://schemas.microsoft.com/office/drawing/2014/main" val="925353399"/>
                  </a:ext>
                </a:extLst>
              </a:tr>
              <a:tr h="0">
                <a:tc>
                  <a:txBody>
                    <a:bodyPr/>
                    <a:lstStyle/>
                    <a:p>
                      <a:pPr rtl="1">
                        <a:buNone/>
                      </a:pPr>
                      <a:r>
                        <a:rPr lang="ar">
                          <a:latin typeface="Times New Roman" panose="02020603050405020304" pitchFamily="18" charset="0"/>
                          <a:cs typeface="Times New Roman" panose="02020603050405020304" pitchFamily="18" charset="0"/>
                        </a:rPr>
                        <a:t>M</a:t>
                      </a:r>
                    </a:p>
                  </a:txBody>
                  <a:tcPr anchor="ctr"/>
                </a:tc>
                <a:tc>
                  <a:txBody>
                    <a:bodyPr/>
                    <a:lstStyle/>
                    <a:p>
                      <a:pPr rtl="1">
                        <a:buNone/>
                      </a:pPr>
                      <a:r>
                        <a:rPr lang="ar">
                          <a:latin typeface="Times New Roman" panose="02020603050405020304" pitchFamily="18" charset="0"/>
                          <a:cs typeface="Times New Roman" panose="02020603050405020304" pitchFamily="18" charset="0"/>
                        </a:rPr>
                        <a:t>قابلة للقياس</a:t>
                      </a:r>
                    </a:p>
                  </a:txBody>
                  <a:tcPr anchor="ctr"/>
                </a:tc>
                <a:tc>
                  <a:txBody>
                    <a:bodyPr/>
                    <a:lstStyle/>
                    <a:p>
                      <a:pPr rtl="1">
                        <a:buNone/>
                      </a:pPr>
                      <a:r>
                        <a:rPr lang="ar">
                          <a:latin typeface="Times New Roman" panose="02020603050405020304" pitchFamily="18" charset="0"/>
                          <a:cs typeface="Times New Roman" panose="02020603050405020304" pitchFamily="18" charset="0"/>
                        </a:rPr>
                        <a:t>رفع أداء تمرين ضغط الصدر (بنش برس) بمقدار 5 كيلوغرام</a:t>
                      </a:r>
                    </a:p>
                  </a:txBody>
                  <a:tcPr anchor="ctr"/>
                </a:tc>
                <a:extLst>
                  <a:ext uri="{0D108BD9-81ED-4DB2-BD59-A6C34878D82A}">
                    <a16:rowId xmlns:a16="http://schemas.microsoft.com/office/drawing/2014/main" val="3365941609"/>
                  </a:ext>
                </a:extLst>
              </a:tr>
              <a:tr h="0">
                <a:tc>
                  <a:txBody>
                    <a:bodyPr/>
                    <a:lstStyle/>
                    <a:p>
                      <a:pPr rtl="1">
                        <a:buNone/>
                      </a:pPr>
                      <a:r>
                        <a:rPr lang="en-US" dirty="0">
                          <a:latin typeface="Times New Roman" panose="02020603050405020304" pitchFamily="18" charset="0"/>
                          <a:cs typeface="Times New Roman" panose="02020603050405020304" pitchFamily="18" charset="0"/>
                        </a:rPr>
                        <a:t>A</a:t>
                      </a:r>
                      <a:endParaRPr lang="ar" dirty="0">
                        <a:latin typeface="Times New Roman" panose="02020603050405020304" pitchFamily="18" charset="0"/>
                        <a:cs typeface="Times New Roman" panose="02020603050405020304" pitchFamily="18" charset="0"/>
                      </a:endParaRPr>
                    </a:p>
                  </a:txBody>
                  <a:tcPr anchor="ctr"/>
                </a:tc>
                <a:tc>
                  <a:txBody>
                    <a:bodyPr/>
                    <a:lstStyle/>
                    <a:p>
                      <a:pPr rtl="1">
                        <a:buNone/>
                      </a:pPr>
                      <a:r>
                        <a:rPr lang="ar">
                          <a:latin typeface="Times New Roman" panose="02020603050405020304" pitchFamily="18" charset="0"/>
                          <a:cs typeface="Times New Roman" panose="02020603050405020304" pitchFamily="18" charset="0"/>
                        </a:rPr>
                        <a:t>قابلة للتحقيق</a:t>
                      </a:r>
                    </a:p>
                  </a:txBody>
                  <a:tcPr anchor="ctr"/>
                </a:tc>
                <a:tc>
                  <a:txBody>
                    <a:bodyPr/>
                    <a:lstStyle/>
                    <a:p>
                      <a:pPr rtl="1">
                        <a:buNone/>
                      </a:pPr>
                      <a:r>
                        <a:rPr lang="ar">
                          <a:latin typeface="Times New Roman" panose="02020603050405020304" pitchFamily="18" charset="0"/>
                          <a:cs typeface="Times New Roman" panose="02020603050405020304" pitchFamily="18" charset="0"/>
                        </a:rPr>
                        <a:t>بما يتناسب مع مستوى كفاءة الممارس الرياضي في الوقت الراهن</a:t>
                      </a:r>
                    </a:p>
                  </a:txBody>
                  <a:tcPr anchor="ctr"/>
                </a:tc>
                <a:extLst>
                  <a:ext uri="{0D108BD9-81ED-4DB2-BD59-A6C34878D82A}">
                    <a16:rowId xmlns:a16="http://schemas.microsoft.com/office/drawing/2014/main" val="1002287774"/>
                  </a:ext>
                </a:extLst>
              </a:tr>
              <a:tr h="0">
                <a:tc>
                  <a:txBody>
                    <a:bodyPr/>
                    <a:lstStyle/>
                    <a:p>
                      <a:pPr rtl="1">
                        <a:buNone/>
                      </a:pPr>
                      <a:r>
                        <a:rPr lang="ar">
                          <a:latin typeface="Times New Roman" panose="02020603050405020304" pitchFamily="18" charset="0"/>
                          <a:cs typeface="Times New Roman" panose="02020603050405020304" pitchFamily="18" charset="0"/>
                        </a:rPr>
                        <a:t>R</a:t>
                      </a:r>
                    </a:p>
                  </a:txBody>
                  <a:tcPr anchor="ctr"/>
                </a:tc>
                <a:tc>
                  <a:txBody>
                    <a:bodyPr/>
                    <a:lstStyle/>
                    <a:p>
                      <a:pPr rtl="1">
                        <a:buNone/>
                      </a:pPr>
                      <a:r>
                        <a:rPr lang="ar">
                          <a:latin typeface="Times New Roman" panose="02020603050405020304" pitchFamily="18" charset="0"/>
                          <a:cs typeface="Times New Roman" panose="02020603050405020304" pitchFamily="18" charset="0"/>
                        </a:rPr>
                        <a:t>واقعية</a:t>
                      </a:r>
                    </a:p>
                  </a:txBody>
                  <a:tcPr anchor="ctr"/>
                </a:tc>
                <a:tc>
                  <a:txBody>
                    <a:bodyPr/>
                    <a:lstStyle/>
                    <a:p>
                      <a:pPr rtl="1">
                        <a:buNone/>
                      </a:pPr>
                      <a:r>
                        <a:rPr lang="ar">
                          <a:latin typeface="Times New Roman" panose="02020603050405020304" pitchFamily="18" charset="0"/>
                          <a:cs typeface="Times New Roman" panose="02020603050405020304" pitchFamily="18" charset="0"/>
                        </a:rPr>
                        <a:t>تراعي عامل الوقت وتوافر المعدات والدعم المطلوب</a:t>
                      </a:r>
                    </a:p>
                  </a:txBody>
                  <a:tcPr anchor="ctr"/>
                </a:tc>
                <a:extLst>
                  <a:ext uri="{0D108BD9-81ED-4DB2-BD59-A6C34878D82A}">
                    <a16:rowId xmlns:a16="http://schemas.microsoft.com/office/drawing/2014/main" val="4018810207"/>
                  </a:ext>
                </a:extLst>
              </a:tr>
              <a:tr h="0">
                <a:tc>
                  <a:txBody>
                    <a:bodyPr/>
                    <a:lstStyle/>
                    <a:p>
                      <a:pPr rtl="1">
                        <a:buNone/>
                      </a:pPr>
                      <a:r>
                        <a:rPr lang="ar">
                          <a:latin typeface="Times New Roman" panose="02020603050405020304" pitchFamily="18" charset="0"/>
                          <a:cs typeface="Times New Roman" panose="02020603050405020304" pitchFamily="18" charset="0"/>
                        </a:rPr>
                        <a:t>T</a:t>
                      </a:r>
                    </a:p>
                  </a:txBody>
                  <a:tcPr anchor="ctr"/>
                </a:tc>
                <a:tc>
                  <a:txBody>
                    <a:bodyPr/>
                    <a:lstStyle/>
                    <a:p>
                      <a:pPr rtl="1">
                        <a:buNone/>
                      </a:pPr>
                      <a:r>
                        <a:rPr lang="ar">
                          <a:latin typeface="Times New Roman" panose="02020603050405020304" pitchFamily="18" charset="0"/>
                          <a:cs typeface="Times New Roman" panose="02020603050405020304" pitchFamily="18" charset="0"/>
                        </a:rPr>
                        <a:t>محددة زمنيًّا</a:t>
                      </a:r>
                    </a:p>
                  </a:txBody>
                  <a:tcPr anchor="ctr"/>
                </a:tc>
                <a:tc>
                  <a:txBody>
                    <a:bodyPr/>
                    <a:lstStyle/>
                    <a:p>
                      <a:pPr rtl="1">
                        <a:buNone/>
                      </a:pPr>
                      <a:r>
                        <a:rPr lang="ar" dirty="0">
                          <a:latin typeface="Times New Roman" panose="02020603050405020304" pitchFamily="18" charset="0"/>
                          <a:cs typeface="Times New Roman" panose="02020603050405020304" pitchFamily="18" charset="0"/>
                        </a:rPr>
                        <a:t>«في غضون ستة أسابيع»</a:t>
                      </a:r>
                    </a:p>
                  </a:txBody>
                  <a:tcPr anchor="ctr"/>
                </a:tc>
                <a:extLst>
                  <a:ext uri="{0D108BD9-81ED-4DB2-BD59-A6C34878D82A}">
                    <a16:rowId xmlns:a16="http://schemas.microsoft.com/office/drawing/2014/main" val="3219544694"/>
                  </a:ext>
                </a:extLst>
              </a:tr>
              <a:tr h="0">
                <a:tc>
                  <a:txBody>
                    <a:bodyPr/>
                    <a:lstStyle/>
                    <a:p>
                      <a:pPr rtl="1">
                        <a:buNone/>
                      </a:pPr>
                      <a:r>
                        <a:rPr lang="ar">
                          <a:latin typeface="Times New Roman" panose="02020603050405020304" pitchFamily="18" charset="0"/>
                          <a:cs typeface="Times New Roman" panose="02020603050405020304" pitchFamily="18" charset="0"/>
                        </a:rPr>
                        <a:t>E</a:t>
                      </a:r>
                    </a:p>
                  </a:txBody>
                  <a:tcPr anchor="ctr"/>
                </a:tc>
                <a:tc>
                  <a:txBody>
                    <a:bodyPr/>
                    <a:lstStyle/>
                    <a:p>
                      <a:pPr rtl="1">
                        <a:buNone/>
                      </a:pPr>
                      <a:r>
                        <a:rPr lang="ar">
                          <a:latin typeface="Times New Roman" panose="02020603050405020304" pitchFamily="18" charset="0"/>
                          <a:cs typeface="Times New Roman" panose="02020603050405020304" pitchFamily="18" charset="0"/>
                        </a:rPr>
                        <a:t>محفزة</a:t>
                      </a:r>
                    </a:p>
                  </a:txBody>
                  <a:tcPr anchor="ctr"/>
                </a:tc>
                <a:tc>
                  <a:txBody>
                    <a:bodyPr/>
                    <a:lstStyle/>
                    <a:p>
                      <a:pPr rtl="1">
                        <a:buNone/>
                      </a:pPr>
                      <a:r>
                        <a:rPr lang="ar">
                          <a:latin typeface="Times New Roman" panose="02020603050405020304" pitchFamily="18" charset="0"/>
                          <a:cs typeface="Times New Roman" panose="02020603050405020304" pitchFamily="18" charset="0"/>
                        </a:rPr>
                        <a:t>يشجّع الشخص على الالتزام بالخطة</a:t>
                      </a:r>
                    </a:p>
                  </a:txBody>
                  <a:tcPr anchor="ctr"/>
                </a:tc>
                <a:extLst>
                  <a:ext uri="{0D108BD9-81ED-4DB2-BD59-A6C34878D82A}">
                    <a16:rowId xmlns:a16="http://schemas.microsoft.com/office/drawing/2014/main" val="2601613292"/>
                  </a:ext>
                </a:extLst>
              </a:tr>
              <a:tr h="0">
                <a:tc>
                  <a:txBody>
                    <a:bodyPr/>
                    <a:lstStyle/>
                    <a:p>
                      <a:pPr rtl="1">
                        <a:buNone/>
                      </a:pPr>
                      <a:r>
                        <a:rPr lang="ar">
                          <a:latin typeface="Times New Roman" panose="02020603050405020304" pitchFamily="18" charset="0"/>
                          <a:cs typeface="Times New Roman" panose="02020603050405020304" pitchFamily="18" charset="0"/>
                        </a:rPr>
                        <a:t>R</a:t>
                      </a:r>
                    </a:p>
                  </a:txBody>
                  <a:tcPr anchor="ctr"/>
                </a:tc>
                <a:tc>
                  <a:txBody>
                    <a:bodyPr/>
                    <a:lstStyle/>
                    <a:p>
                      <a:pPr rtl="1">
                        <a:buNone/>
                      </a:pPr>
                      <a:r>
                        <a:rPr lang="ar">
                          <a:latin typeface="Times New Roman" panose="02020603050405020304" pitchFamily="18" charset="0"/>
                          <a:cs typeface="Times New Roman" panose="02020603050405020304" pitchFamily="18" charset="0"/>
                        </a:rPr>
                        <a:t>مُسجلة</a:t>
                      </a:r>
                    </a:p>
                  </a:txBody>
                  <a:tcPr anchor="ctr"/>
                </a:tc>
                <a:tc>
                  <a:txBody>
                    <a:bodyPr/>
                    <a:lstStyle/>
                    <a:p>
                      <a:pPr rtl="1">
                        <a:buNone/>
                      </a:pPr>
                      <a:r>
                        <a:rPr lang="ar" dirty="0">
                          <a:latin typeface="Times New Roman" panose="02020603050405020304" pitchFamily="18" charset="0"/>
                          <a:cs typeface="Times New Roman" panose="02020603050405020304" pitchFamily="18" charset="0"/>
                        </a:rPr>
                        <a:t>موثّقة ويتم تتبعها دوريًا مع مرور الوقت</a:t>
                      </a:r>
                    </a:p>
                  </a:txBody>
                  <a:tcPr anchor="ctr"/>
                </a:tc>
                <a:extLst>
                  <a:ext uri="{0D108BD9-81ED-4DB2-BD59-A6C34878D82A}">
                    <a16:rowId xmlns:a16="http://schemas.microsoft.com/office/drawing/2014/main" val="1946285119"/>
                  </a:ext>
                </a:extLst>
              </a:tr>
            </a:tbl>
          </a:graphicData>
        </a:graphic>
      </p:graphicFrame>
      <p:sp>
        <p:nvSpPr>
          <p:cNvPr id="10" name="Title 2">
            <a:extLst>
              <a:ext uri="{FF2B5EF4-FFF2-40B4-BE49-F238E27FC236}">
                <a16:creationId xmlns:a16="http://schemas.microsoft.com/office/drawing/2014/main" id="{BE47576D-6489-0002-26BA-53669E463E60}"/>
              </a:ext>
            </a:extLst>
          </p:cNvPr>
          <p:cNvSpPr txBox="1">
            <a:spLocks noChangeArrowheads="1"/>
          </p:cNvSpPr>
          <p:nvPr/>
        </p:nvSpPr>
        <p:spPr bwMode="auto">
          <a:xfrm>
            <a:off x="251520" y="1124757"/>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أ1 المعلومات الشخصية للمساعدة على تصميم برنامج تدريب</a:t>
            </a:r>
            <a:endParaRPr lang="en-GB" sz="2000" b="1" dirty="0">
              <a:latin typeface="Times New Roman" panose="02020603050405020304" pitchFamily="18" charset="0"/>
              <a:cs typeface="Times New Roman" panose="02020603050405020304" pitchFamily="18" charset="0"/>
            </a:endParaRPr>
          </a:p>
        </p:txBody>
      </p:sp>
      <p:sp>
        <p:nvSpPr>
          <p:cNvPr id="15" name="TextBox 4">
            <a:extLst>
              <a:ext uri="{FF2B5EF4-FFF2-40B4-BE49-F238E27FC236}">
                <a16:creationId xmlns:a16="http://schemas.microsoft.com/office/drawing/2014/main" id="{BCDBEB02-D4B7-C3A1-DCBB-88B6BA7D054D}"/>
              </a:ext>
            </a:extLst>
          </p:cNvPr>
          <p:cNvSpPr txBox="1"/>
          <p:nvPr/>
        </p:nvSpPr>
        <p:spPr>
          <a:xfrm>
            <a:off x="511808" y="1487656"/>
            <a:ext cx="7993842" cy="646331"/>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a:r>
              <a:rPr lang="ar" b="1" dirty="0">
                <a:solidFill>
                  <a:srgbClr val="002060"/>
                </a:solidFill>
                <a:latin typeface="Times New Roman" panose="02020603050405020304" pitchFamily="18" charset="0"/>
                <a:cs typeface="Times New Roman" panose="02020603050405020304" pitchFamily="18" charset="0"/>
              </a:rPr>
              <a:t>تحديد الأهداف - أهداف محددة وقابلة للقياس وقابلة للتحقق وواقعية ومحددة بزمن محفزة وموثقة (أهداف سمارتر)</a:t>
            </a:r>
            <a:endParaRPr lang="en-US" b="1" dirty="0">
              <a:latin typeface="Times New Roman" panose="02020603050405020304" pitchFamily="18" charset="0"/>
              <a:cs typeface="Times New Roman" panose="02020603050405020304" pitchFamily="18" charset="0"/>
            </a:endParaRPr>
          </a:p>
        </p:txBody>
      </p:sp>
      <p:sp>
        <p:nvSpPr>
          <p:cNvPr id="19" name="Content Placeholder 3">
            <a:extLst>
              <a:ext uri="{FF2B5EF4-FFF2-40B4-BE49-F238E27FC236}">
                <a16:creationId xmlns:a16="http://schemas.microsoft.com/office/drawing/2014/main" id="{D6F7D352-A913-EC62-5BE8-ECC43DA6165A}"/>
              </a:ext>
            </a:extLst>
          </p:cNvPr>
          <p:cNvSpPr txBox="1">
            <a:spLocks noChangeArrowheads="1"/>
          </p:cNvSpPr>
          <p:nvPr/>
        </p:nvSpPr>
        <p:spPr bwMode="auto">
          <a:xfrm>
            <a:off x="5099497" y="5689658"/>
            <a:ext cx="3121468" cy="107367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marL="0" indent="0" rtl="1">
              <a:buNone/>
            </a:pPr>
            <a:r>
              <a:rPr lang="ar" sz="1400" dirty="0">
                <a:latin typeface="Times New Roman" panose="02020603050405020304" pitchFamily="18" charset="0"/>
                <a:cs typeface="Times New Roman" panose="02020603050405020304" pitchFamily="18" charset="0"/>
              </a:rPr>
              <a:t>تساعد أهداف سمارتر (</a:t>
            </a:r>
            <a:r>
              <a:rPr lang="ar" sz="1100" b="1" dirty="0">
                <a:latin typeface="Times New Roman" panose="02020603050405020304" pitchFamily="18" charset="0"/>
                <a:cs typeface="Times New Roman" panose="02020603050405020304" pitchFamily="18" charset="0"/>
              </a:rPr>
              <a:t>SMARTER</a:t>
            </a:r>
            <a:r>
              <a:rPr lang="ar" sz="1400" dirty="0">
                <a:latin typeface="Times New Roman" panose="02020603050405020304" pitchFamily="18" charset="0"/>
                <a:cs typeface="Times New Roman" panose="02020603050405020304" pitchFamily="18" charset="0"/>
              </a:rPr>
              <a:t>) على ما يلي: </a:t>
            </a:r>
            <a:endParaRPr lang="en-US" sz="1200" dirty="0">
              <a:latin typeface="Times New Roman" panose="02020603050405020304" pitchFamily="18" charset="0"/>
              <a:cs typeface="Times New Roman" panose="02020603050405020304" pitchFamily="18" charset="0"/>
            </a:endParaRPr>
          </a:p>
          <a:p>
            <a:pPr marL="228600" indent="-228600" rtl="1">
              <a:buFont typeface="Wingdings"/>
              <a:buChar char="•"/>
            </a:pPr>
            <a:r>
              <a:rPr lang="ar" sz="1400" dirty="0">
                <a:latin typeface="Times New Roman" panose="02020603050405020304" pitchFamily="18" charset="0"/>
                <a:cs typeface="Times New Roman" panose="02020603050405020304" pitchFamily="18" charset="0"/>
              </a:rPr>
              <a:t>تركيز الجهود </a:t>
            </a:r>
            <a:endParaRPr lang="en-US" sz="1400" dirty="0">
              <a:latin typeface="Times New Roman" panose="02020603050405020304" pitchFamily="18" charset="0"/>
              <a:cs typeface="Times New Roman" panose="02020603050405020304" pitchFamily="18" charset="0"/>
            </a:endParaRPr>
          </a:p>
          <a:p>
            <a:pPr marL="228600" indent="-228600" rtl="1">
              <a:buFont typeface="Wingdings"/>
              <a:buChar char="•"/>
            </a:pPr>
            <a:r>
              <a:rPr lang="ar" sz="1400" dirty="0">
                <a:latin typeface="Times New Roman" panose="02020603050405020304" pitchFamily="18" charset="0"/>
                <a:cs typeface="Times New Roman" panose="02020603050405020304" pitchFamily="18" charset="0"/>
              </a:rPr>
              <a:t>متابعة التقدم المحرز </a:t>
            </a:r>
            <a:endParaRPr lang="en-US" sz="1400" dirty="0">
              <a:latin typeface="Times New Roman" panose="02020603050405020304" pitchFamily="18" charset="0"/>
              <a:cs typeface="Times New Roman" panose="02020603050405020304" pitchFamily="18" charset="0"/>
            </a:endParaRPr>
          </a:p>
          <a:p>
            <a:pPr marL="228600" indent="-228600" rtl="1">
              <a:buFont typeface="Wingdings"/>
              <a:buChar char="•"/>
            </a:pPr>
            <a:r>
              <a:rPr lang="ar" sz="1400" dirty="0">
                <a:latin typeface="Times New Roman" panose="02020603050405020304" pitchFamily="18" charset="0"/>
                <a:cs typeface="Times New Roman" panose="02020603050405020304" pitchFamily="18" charset="0"/>
              </a:rPr>
              <a:t>تحفيز التحسين المستمر</a:t>
            </a:r>
            <a:endParaRPr lang="en-GB" sz="2000" dirty="0">
              <a:latin typeface="Times New Roman" panose="02020603050405020304" pitchFamily="18" charset="0"/>
              <a:cs typeface="Times New Roman" panose="02020603050405020304" pitchFamily="18" charset="0"/>
            </a:endParaRPr>
          </a:p>
          <a:p>
            <a:pPr marL="0" indent="0" rtl="1">
              <a:buNone/>
            </a:pPr>
            <a:endParaRPr lang="en-GB" sz="1200" dirty="0">
              <a:latin typeface="Times New Roman" panose="02020603050405020304" pitchFamily="18" charset="0"/>
              <a:cs typeface="Times New Roman" panose="02020603050405020304" pitchFamily="18" charset="0"/>
            </a:endParaRPr>
          </a:p>
          <a:p>
            <a:pPr marL="0" indent="0" rtl="1">
              <a:buNone/>
            </a:pPr>
            <a:endParaRPr lang="en-GB" sz="1400" dirty="0">
              <a:latin typeface="Times New Roman" panose="02020603050405020304" pitchFamily="18" charset="0"/>
              <a:cs typeface="Times New Roman" panose="02020603050405020304" pitchFamily="18" charset="0"/>
            </a:endParaRPr>
          </a:p>
        </p:txBody>
      </p:sp>
      <p:sp>
        <p:nvSpPr>
          <p:cNvPr id="20" name="TextBox 4">
            <a:extLst>
              <a:ext uri="{FF2B5EF4-FFF2-40B4-BE49-F238E27FC236}">
                <a16:creationId xmlns:a16="http://schemas.microsoft.com/office/drawing/2014/main" id="{4B530A53-2BD1-0B65-F065-6B6C6CA6E5F8}"/>
              </a:ext>
            </a:extLst>
          </p:cNvPr>
          <p:cNvSpPr txBox="1"/>
          <p:nvPr/>
        </p:nvSpPr>
        <p:spPr>
          <a:xfrm>
            <a:off x="6660231" y="2158415"/>
            <a:ext cx="1845417"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a:r>
              <a:rPr lang="ar" b="1" dirty="0">
                <a:solidFill>
                  <a:srgbClr val="002060"/>
                </a:solidFill>
                <a:latin typeface="Times New Roman" panose="02020603050405020304" pitchFamily="18" charset="0"/>
                <a:cs typeface="Times New Roman" panose="02020603050405020304" pitchFamily="18" charset="0"/>
              </a:rPr>
              <a:t>ما هي أهداف سمارتر؟</a:t>
            </a:r>
            <a:endParaRPr lang="en-US"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82866C4-8377-FEB7-A6E7-FB90F3491690}"/>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527899220"/>
      </p:ext>
    </p:extLst>
  </p:cSld>
  <p:clrMapOvr>
    <a:masterClrMapping/>
  </p:clrMapOvr>
  <p:transition>
    <p:sndAc>
      <p:stSnd>
        <p:snd r:embed="rId2"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532D79D6-7D36-68F0-57EE-D000F3D7411B}"/>
              </a:ext>
            </a:extLst>
          </p:cNvPr>
          <p:cNvSpPr txBox="1">
            <a:spLocks noChangeArrowheads="1"/>
          </p:cNvSpPr>
          <p:nvPr/>
        </p:nvSpPr>
        <p:spPr bwMode="auto">
          <a:xfrm>
            <a:off x="2992854" y="2467973"/>
            <a:ext cx="5726467" cy="3983128"/>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marL="0" indent="0" rtl="1">
              <a:buNone/>
            </a:pPr>
            <a:endParaRPr lang="en-GB" dirty="0">
              <a:latin typeface="Times New Roman" panose="02020603050405020304" pitchFamily="18" charset="0"/>
              <a:cs typeface="Times New Roman" panose="02020603050405020304" pitchFamily="18" charset="0"/>
            </a:endParaRPr>
          </a:p>
          <a:p>
            <a:pPr marL="0" indent="0" rtl="1">
              <a:buNone/>
            </a:pPr>
            <a:endParaRPr lang="en-GB" sz="1400">
              <a:latin typeface="Times New Roman" panose="02020603050405020304" pitchFamily="18" charset="0"/>
              <a:cs typeface="Times New Roman" panose="02020603050405020304" pitchFamily="18" charset="0"/>
            </a:endParaRPr>
          </a:p>
          <a:p>
            <a:pPr marL="0" indent="0" rtl="1">
              <a:buNone/>
            </a:pPr>
            <a:endParaRPr lang="en-GB" sz="160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4271ECC-474C-8974-E456-135A599927EC}"/>
              </a:ext>
            </a:extLst>
          </p:cNvPr>
          <p:cNvSpPr>
            <a:spLocks noGrp="1"/>
          </p:cNvSpPr>
          <p:nvPr>
            <p:ph sz="half" idx="2"/>
          </p:nvPr>
        </p:nvSpPr>
        <p:spPr>
          <a:xfrm>
            <a:off x="2990156" y="2691504"/>
            <a:ext cx="5725632" cy="3339647"/>
          </a:xfrm>
          <a:ln>
            <a:noFill/>
          </a:ln>
        </p:spPr>
        <p:txBody>
          <a:bodyPr rtlCol="1"/>
          <a:lstStyle/>
          <a:p>
            <a:pPr marL="0" indent="0" rtl="1">
              <a:buNone/>
            </a:pPr>
            <a:r>
              <a:rPr lang="ar" sz="1800">
                <a:latin typeface="Times New Roman" panose="02020603050405020304" pitchFamily="18" charset="0"/>
                <a:cs typeface="Times New Roman" panose="02020603050405020304" pitchFamily="18" charset="0"/>
              </a:rPr>
              <a:t>فكّر في هدف </a:t>
            </a:r>
            <a:r>
              <a:rPr lang="ar" sz="2000">
                <a:latin typeface="Times New Roman" panose="02020603050405020304" pitchFamily="18" charset="0"/>
                <a:cs typeface="Times New Roman" panose="02020603050405020304" pitchFamily="18" charset="0"/>
              </a:rPr>
              <a:t>متعلق</a:t>
            </a:r>
            <a:r>
              <a:rPr lang="ar" sz="1800">
                <a:latin typeface="Times New Roman" panose="02020603050405020304" pitchFamily="18" charset="0"/>
                <a:cs typeface="Times New Roman" panose="02020603050405020304" pitchFamily="18" charset="0"/>
              </a:rPr>
              <a:t> باللياقة البدنية يمكنك تحقيقه خلال الأسابيع الستة القادمة.</a:t>
            </a:r>
            <a:endParaRPr lang="en-US" sz="1800">
              <a:latin typeface="Times New Roman" panose="02020603050405020304" pitchFamily="18" charset="0"/>
              <a:cs typeface="Times New Roman" panose="02020603050405020304" pitchFamily="18" charset="0"/>
            </a:endParaRPr>
          </a:p>
          <a:p>
            <a:pPr marL="0" indent="0" rtl="1">
              <a:buNone/>
            </a:pPr>
            <a:endParaRPr lang="en-GB" sz="1800" dirty="0">
              <a:latin typeface="Times New Roman" panose="02020603050405020304" pitchFamily="18" charset="0"/>
              <a:cs typeface="Times New Roman" panose="02020603050405020304" pitchFamily="18" charset="0"/>
            </a:endParaRPr>
          </a:p>
          <a:p>
            <a:pPr marL="0" indent="0" rtl="1">
              <a:buNone/>
            </a:pPr>
            <a:r>
              <a:rPr lang="ar" sz="1800">
                <a:latin typeface="Times New Roman" panose="02020603050405020304" pitchFamily="18" charset="0"/>
                <a:cs typeface="Times New Roman" panose="02020603050405020304" pitchFamily="18" charset="0"/>
              </a:rPr>
              <a:t>طبّق إطار عمل أهداف سمارتر لصياغة هدفك بشكل منظم.</a:t>
            </a:r>
          </a:p>
          <a:p>
            <a:pPr marL="0" indent="0" rtl="1">
              <a:buNone/>
            </a:pPr>
            <a:endParaRPr lang="en-GB" sz="1800" dirty="0">
              <a:latin typeface="Times New Roman" panose="02020603050405020304" pitchFamily="18" charset="0"/>
              <a:cs typeface="Times New Roman" panose="02020603050405020304" pitchFamily="18" charset="0"/>
            </a:endParaRPr>
          </a:p>
          <a:p>
            <a:pPr marL="0" indent="0" rtl="1">
              <a:buNone/>
            </a:pPr>
            <a:r>
              <a:rPr lang="ar" sz="1800">
                <a:latin typeface="Times New Roman" panose="02020603050405020304" pitchFamily="18" charset="0"/>
                <a:cs typeface="Times New Roman" panose="02020603050405020304" pitchFamily="18" charset="0"/>
              </a:rPr>
              <a:t>قسّم هدفك إلى المراحل التالية:</a:t>
            </a:r>
          </a:p>
          <a:p>
            <a:pPr marL="0" indent="0" rtl="1">
              <a:buNone/>
            </a:pPr>
            <a:endParaRPr lang="en-GB" sz="1800" dirty="0">
              <a:latin typeface="Times New Roman" panose="02020603050405020304" pitchFamily="18" charset="0"/>
              <a:cs typeface="Times New Roman" panose="02020603050405020304" pitchFamily="18" charset="0"/>
            </a:endParaRPr>
          </a:p>
          <a:p>
            <a:pPr rtl="1">
              <a:buFont typeface="Calibri" panose="05000000000000000000" pitchFamily="2" charset="2"/>
              <a:buChar char="-"/>
            </a:pPr>
            <a:r>
              <a:rPr lang="ar" sz="1800">
                <a:latin typeface="Times New Roman" panose="02020603050405020304" pitchFamily="18" charset="0"/>
                <a:cs typeface="Times New Roman" panose="02020603050405020304" pitchFamily="18" charset="0"/>
              </a:rPr>
              <a:t>أهداف قصيرة المدى: ما الذي ستحققه خلال هذا الأسبوع؟</a:t>
            </a:r>
          </a:p>
          <a:p>
            <a:pPr rtl="1">
              <a:buFont typeface="Calibri" panose="05000000000000000000" pitchFamily="2" charset="2"/>
              <a:buChar char="-"/>
            </a:pPr>
            <a:r>
              <a:rPr lang="ar" sz="1800">
                <a:latin typeface="Times New Roman" panose="02020603050405020304" pitchFamily="18" charset="0"/>
                <a:cs typeface="Times New Roman" panose="02020603050405020304" pitchFamily="18" charset="0"/>
              </a:rPr>
              <a:t>أهداف متوسطة المدى: ما الذي ستحققه بحلول الأسبوع الثالث؟</a:t>
            </a:r>
          </a:p>
          <a:p>
            <a:pPr rtl="1">
              <a:buFont typeface="Calibri" panose="05000000000000000000" pitchFamily="2" charset="2"/>
              <a:buChar char="-"/>
            </a:pPr>
            <a:r>
              <a:rPr lang="ar" sz="1800">
                <a:latin typeface="Times New Roman" panose="02020603050405020304" pitchFamily="18" charset="0"/>
                <a:cs typeface="Times New Roman" panose="02020603050405020304" pitchFamily="18" charset="0"/>
              </a:rPr>
              <a:t>أهداف طويلة المدى: ما هي النتيجة النهائية التي تستهدفها بحلول الأسبوع السادس؟</a:t>
            </a:r>
          </a:p>
          <a:p>
            <a:pPr rtl="1">
              <a:buFont typeface="Calibri" panose="05000000000000000000" pitchFamily="2" charset="2"/>
              <a:buChar char="-"/>
            </a:pPr>
            <a:endParaRPr lang="en-GB" sz="2000" dirty="0">
              <a:latin typeface="Times New Roman" panose="02020603050405020304" pitchFamily="18" charset="0"/>
              <a:cs typeface="Times New Roman" panose="02020603050405020304" pitchFamily="18" charset="0"/>
            </a:endParaRPr>
          </a:p>
        </p:txBody>
      </p:sp>
      <p:pic>
        <p:nvPicPr>
          <p:cNvPr id="5" name="Picture 4" descr="A person looking at a watch&#10;&#10;AI-generated content may be incorrect.">
            <a:extLst>
              <a:ext uri="{FF2B5EF4-FFF2-40B4-BE49-F238E27FC236}">
                <a16:creationId xmlns:a16="http://schemas.microsoft.com/office/drawing/2014/main" id="{06BCE45C-49D2-C0EC-31DB-815533E2741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8174" y="2471023"/>
            <a:ext cx="2652079" cy="3978119"/>
          </a:xfrm>
          <a:prstGeom prst="rect">
            <a:avLst/>
          </a:prstGeom>
        </p:spPr>
      </p:pic>
      <p:sp>
        <p:nvSpPr>
          <p:cNvPr id="10" name="Title 2">
            <a:extLst>
              <a:ext uri="{FF2B5EF4-FFF2-40B4-BE49-F238E27FC236}">
                <a16:creationId xmlns:a16="http://schemas.microsoft.com/office/drawing/2014/main" id="{B1A7CDDB-0B60-920E-858F-ED7C017D1513}"/>
              </a:ext>
            </a:extLst>
          </p:cNvPr>
          <p:cNvSpPr txBox="1">
            <a:spLocks noChangeArrowheads="1"/>
          </p:cNvSpPr>
          <p:nvPr/>
        </p:nvSpPr>
        <p:spPr bwMode="auto">
          <a:xfrm>
            <a:off x="251520" y="1124757"/>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أ1 المعلومات الشخصية للمساعدة على تصميم برنامج تدريب</a:t>
            </a:r>
            <a:endParaRPr lang="en-GB" sz="2000" b="1" dirty="0">
              <a:latin typeface="Times New Roman" panose="02020603050405020304" pitchFamily="18" charset="0"/>
              <a:cs typeface="Times New Roman" panose="02020603050405020304" pitchFamily="18" charset="0"/>
            </a:endParaRPr>
          </a:p>
        </p:txBody>
      </p:sp>
      <p:sp>
        <p:nvSpPr>
          <p:cNvPr id="11" name="TextBox 4">
            <a:extLst>
              <a:ext uri="{FF2B5EF4-FFF2-40B4-BE49-F238E27FC236}">
                <a16:creationId xmlns:a16="http://schemas.microsoft.com/office/drawing/2014/main" id="{DC72EBC8-9664-01E1-6264-A99E991155B0}"/>
              </a:ext>
            </a:extLst>
          </p:cNvPr>
          <p:cNvSpPr txBox="1"/>
          <p:nvPr/>
        </p:nvSpPr>
        <p:spPr>
          <a:xfrm>
            <a:off x="2989718" y="1944376"/>
            <a:ext cx="5731447"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a:r>
              <a:rPr lang="ar" b="1">
                <a:solidFill>
                  <a:srgbClr val="002060"/>
                </a:solidFill>
                <a:latin typeface="Times New Roman" panose="02020603050405020304" pitchFamily="18" charset="0"/>
                <a:cs typeface="Times New Roman" panose="02020603050405020304" pitchFamily="18" charset="0"/>
              </a:rPr>
              <a:t>المهمة – صمِّم هدفك الخاص من أهداف سمارتر</a:t>
            </a:r>
            <a:endParaRPr lang="en-US"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579837C-F3FB-3C56-82CD-8AD8351A1080}"/>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185469893"/>
      </p:ext>
    </p:extLst>
  </p:cSld>
  <p:clrMapOvr>
    <a:masterClrMapping/>
  </p:clrMapOvr>
  <p:transition>
    <p:sndAc>
      <p:stSnd>
        <p:snd r:embed="rId2"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772466" y="2099661"/>
            <a:ext cx="4180056" cy="413398"/>
          </a:xfr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1" anchor="t" anchorCtr="0" compatLnSpc="1">
            <a:prstTxWarp prst="textNoShape">
              <a:avLst/>
            </a:prstTxWarp>
          </a:bodyPr>
          <a:lstStyle/>
          <a:p>
            <a:pPr rtl="1">
              <a:buNone/>
            </a:pPr>
            <a:r>
              <a:rPr lang="ar" sz="1800" b="1">
                <a:latin typeface="Times New Roman" panose="02020603050405020304" pitchFamily="18" charset="0"/>
                <a:cs typeface="Times New Roman" panose="02020603050405020304" pitchFamily="18" charset="0"/>
              </a:rPr>
              <a:t>لماذا تُعد هذه الأدوات مهمة؟</a:t>
            </a:r>
            <a:endParaRPr lang="en-US" sz="1800" dirty="0">
              <a:latin typeface="Times New Roman" panose="02020603050405020304" pitchFamily="18" charset="0"/>
              <a:cs typeface="Times New Roman" panose="02020603050405020304" pitchFamily="18" charset="0"/>
            </a:endParaRPr>
          </a:p>
          <a:p>
            <a:pPr rtl="1">
              <a:buNone/>
            </a:pPr>
            <a:endParaRPr lang="en-GB" sz="1800" b="1" dirty="0">
              <a:latin typeface="Times New Roman" panose="02020603050405020304" pitchFamily="18" charset="0"/>
              <a:cs typeface="Times New Roman" panose="02020603050405020304" pitchFamily="18" charset="0"/>
            </a:endParaRPr>
          </a:p>
          <a:p>
            <a:pPr rtl="1">
              <a:buFont typeface="Calibri" panose="05000000000000000000" pitchFamily="2" charset="2"/>
              <a:buChar char="-"/>
            </a:pPr>
            <a:endParaRPr lang="en-GB" sz="1800" dirty="0">
              <a:latin typeface="Times New Roman" panose="02020603050405020304" pitchFamily="18" charset="0"/>
              <a:cs typeface="Times New Roman" panose="02020603050405020304" pitchFamily="18" charset="0"/>
            </a:endParaRPr>
          </a:p>
          <a:p>
            <a:pPr indent="0" rtl="1">
              <a:buNone/>
            </a:pPr>
            <a:endParaRPr lang="en-GB" dirty="0">
              <a:latin typeface="Times New Roman" panose="02020603050405020304" pitchFamily="18" charset="0"/>
              <a:cs typeface="Times New Roman" panose="02020603050405020304" pitchFamily="18" charset="0"/>
            </a:endParaRPr>
          </a:p>
          <a:p>
            <a:pPr indent="0" algn="ctr" rtl="1">
              <a:buNone/>
            </a:pPr>
            <a:endParaRPr lang="en-GB" altLang="en-US" dirty="0">
              <a:latin typeface="Times New Roman" panose="02020603050405020304" pitchFamily="18" charset="0"/>
              <a:cs typeface="Times New Roman" panose="02020603050405020304" pitchFamily="18" charset="0"/>
            </a:endParaRPr>
          </a:p>
          <a:p>
            <a:pPr marL="685800" rtl="1">
              <a:buFont typeface="Calibri" panose="05000000000000000000" pitchFamily="2" charset="2"/>
              <a:buChar char="-"/>
            </a:pPr>
            <a:endParaRPr lang="en-GB" alt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0076D40-12B0-2273-3A79-E03E86C53045}"/>
              </a:ext>
            </a:extLst>
          </p:cNvPr>
          <p:cNvSpPr txBox="1"/>
          <p:nvPr/>
        </p:nvSpPr>
        <p:spPr>
          <a:xfrm>
            <a:off x="260685" y="1578048"/>
            <a:ext cx="4123312" cy="3139321"/>
          </a:xfrm>
          <a:prstGeom prst="rect">
            <a:avLst/>
          </a:prstGeom>
          <a:noFill/>
          <a:ln>
            <a:solidFill>
              <a:srgbClr val="4472C4"/>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 b="1">
                <a:latin typeface="Times New Roman" panose="02020603050405020304" pitchFamily="18" charset="0"/>
                <a:cs typeface="Times New Roman" panose="02020603050405020304" pitchFamily="18" charset="0"/>
              </a:rPr>
              <a:t>أدوات رئيسة:</a:t>
            </a:r>
          </a:p>
          <a:p>
            <a:pPr rtl="1"/>
            <a:endParaRPr lang="en-US" b="1" dirty="0">
              <a:latin typeface="Times New Roman" panose="02020603050405020304" pitchFamily="18" charset="0"/>
              <a:cs typeface="Times New Roman" panose="02020603050405020304" pitchFamily="18" charset="0"/>
            </a:endParaRPr>
          </a:p>
          <a:p>
            <a:pPr marL="285750" indent="-285750" rtl="1">
              <a:buFont typeface="Calibri"/>
              <a:buChar char="-"/>
            </a:pPr>
            <a:r>
              <a:rPr lang="ar">
                <a:latin typeface="Times New Roman" panose="02020603050405020304" pitchFamily="18" charset="0"/>
                <a:cs typeface="Times New Roman" panose="02020603050405020304" pitchFamily="18" charset="0"/>
              </a:rPr>
              <a:t>استبيان الجاهزية للنشاط البدني (PAR-Q) - يهدف إلى تحديد الحالات الطبية التي قد تستلزم الحصول على موافقة من الطبيب العام.</a:t>
            </a:r>
          </a:p>
          <a:p>
            <a:pPr marL="285750" indent="-285750" rtl="1">
              <a:buFont typeface="Calibri"/>
              <a:buChar char="-"/>
            </a:pPr>
            <a:r>
              <a:rPr lang="ar">
                <a:latin typeface="Times New Roman" panose="02020603050405020304" pitchFamily="18" charset="0"/>
                <a:cs typeface="Times New Roman" panose="02020603050405020304" pitchFamily="18" charset="0"/>
              </a:rPr>
              <a:t>استبيان نمط الحياة - يجمع معلومات تتعلق بـ:</a:t>
            </a:r>
            <a:endParaRPr lang="en-US">
              <a:latin typeface="Times New Roman" panose="02020603050405020304" pitchFamily="18" charset="0"/>
              <a:cs typeface="Times New Roman" panose="02020603050405020304" pitchFamily="18" charset="0"/>
            </a:endParaRPr>
          </a:p>
          <a:p>
            <a:pPr marL="228600" indent="-228600" rtl="1">
              <a:buFont typeface="Calibri"/>
              <a:buChar char="-"/>
            </a:pPr>
            <a:endParaRPr lang="en-US" dirty="0">
              <a:latin typeface="Times New Roman" panose="02020603050405020304" pitchFamily="18" charset="0"/>
              <a:cs typeface="Times New Roman" panose="02020603050405020304" pitchFamily="18" charset="0"/>
            </a:endParaRPr>
          </a:p>
          <a:p>
            <a:pPr marL="228600" lvl="1" indent="-228600" rtl="1">
              <a:buFont typeface=""/>
              <a:buChar char="•"/>
            </a:pPr>
            <a:r>
              <a:rPr lang="ar">
                <a:latin typeface="Times New Roman" panose="02020603050405020304" pitchFamily="18" charset="0"/>
                <a:cs typeface="Times New Roman" panose="02020603050405020304" pitchFamily="18" charset="0"/>
              </a:rPr>
              <a:t>النظام الغذائي</a:t>
            </a:r>
          </a:p>
          <a:p>
            <a:pPr marL="228600" lvl="1" indent="-228600" rtl="1">
              <a:buFont typeface=""/>
              <a:buChar char="•"/>
            </a:pPr>
            <a:r>
              <a:rPr lang="ar">
                <a:latin typeface="Times New Roman" panose="02020603050405020304" pitchFamily="18" charset="0"/>
                <a:cs typeface="Times New Roman" panose="02020603050405020304" pitchFamily="18" charset="0"/>
              </a:rPr>
              <a:t>عادات النوم</a:t>
            </a:r>
          </a:p>
          <a:p>
            <a:pPr marL="228600" lvl="1" indent="-228600" rtl="1">
              <a:buFont typeface=""/>
              <a:buChar char="•"/>
            </a:pPr>
            <a:r>
              <a:rPr lang="ar">
                <a:latin typeface="Times New Roman" panose="02020603050405020304" pitchFamily="18" charset="0"/>
                <a:cs typeface="Times New Roman" panose="02020603050405020304" pitchFamily="18" charset="0"/>
              </a:rPr>
              <a:t>مستوى النشاط</a:t>
            </a:r>
          </a:p>
          <a:p>
            <a:pPr marL="228600" lvl="1" indent="-228600" rtl="1">
              <a:buFont typeface=""/>
              <a:buChar char="•"/>
            </a:pPr>
            <a:r>
              <a:rPr lang="ar">
                <a:latin typeface="Times New Roman" panose="02020603050405020304" pitchFamily="18" charset="0"/>
                <a:cs typeface="Times New Roman" panose="02020603050405020304" pitchFamily="18" charset="0"/>
              </a:rPr>
              <a:t>التوتر وتوفر الوقت</a:t>
            </a:r>
          </a:p>
        </p:txBody>
      </p:sp>
      <p:sp>
        <p:nvSpPr>
          <p:cNvPr id="3" name="TextBox 2">
            <a:extLst>
              <a:ext uri="{FF2B5EF4-FFF2-40B4-BE49-F238E27FC236}">
                <a16:creationId xmlns:a16="http://schemas.microsoft.com/office/drawing/2014/main" id="{04AD242B-D3DF-F4C3-81CB-E9A6B954C63A}"/>
              </a:ext>
            </a:extLst>
          </p:cNvPr>
          <p:cNvSpPr txBox="1"/>
          <p:nvPr/>
        </p:nvSpPr>
        <p:spPr>
          <a:xfrm>
            <a:off x="4779072" y="5455646"/>
            <a:ext cx="4157855" cy="1200329"/>
          </a:xfrm>
          <a:prstGeom prst="rect">
            <a:avLst/>
          </a:prstGeom>
          <a:noFill/>
          <a:ln>
            <a:solidFill>
              <a:srgbClr val="4472C4"/>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 b="1">
                <a:latin typeface="Times New Roman" panose="02020603050405020304" pitchFamily="18" charset="0"/>
                <a:cs typeface="Times New Roman" panose="02020603050405020304" pitchFamily="18" charset="0"/>
              </a:rPr>
              <a:t>التطبيق العملي:</a:t>
            </a:r>
          </a:p>
          <a:p>
            <a:pPr marL="228600" indent="-228600" rtl="1">
              <a:buFont typeface=""/>
              <a:buChar char="•"/>
            </a:pPr>
            <a:r>
              <a:rPr lang="ar">
                <a:latin typeface="Times New Roman" panose="02020603050405020304" pitchFamily="18" charset="0"/>
                <a:cs typeface="Times New Roman" panose="02020603050405020304" pitchFamily="18" charset="0"/>
              </a:rPr>
              <a:t>يساعد في تحديد أهداف واقعية</a:t>
            </a:r>
          </a:p>
          <a:p>
            <a:pPr marL="228600" indent="-228600" rtl="1">
              <a:buFont typeface=""/>
              <a:buChar char="•"/>
            </a:pPr>
            <a:r>
              <a:rPr lang="ar">
                <a:latin typeface="Times New Roman" panose="02020603050405020304" pitchFamily="18" charset="0"/>
                <a:cs typeface="Times New Roman" panose="02020603050405020304" pitchFamily="18" charset="0"/>
              </a:rPr>
              <a:t>يكشف عن أي موانع صحية محتملة لممارسة التمارين</a:t>
            </a:r>
          </a:p>
        </p:txBody>
      </p:sp>
      <p:sp>
        <p:nvSpPr>
          <p:cNvPr id="4" name="Rectangle 3">
            <a:extLst>
              <a:ext uri="{FF2B5EF4-FFF2-40B4-BE49-F238E27FC236}">
                <a16:creationId xmlns:a16="http://schemas.microsoft.com/office/drawing/2014/main" id="{0F579354-81E3-5FB6-6CF2-D3C1C2FBC773}"/>
              </a:ext>
            </a:extLst>
          </p:cNvPr>
          <p:cNvSpPr/>
          <p:nvPr/>
        </p:nvSpPr>
        <p:spPr>
          <a:xfrm>
            <a:off x="265914" y="5454502"/>
            <a:ext cx="4234078" cy="11737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dirty="0">
                <a:solidFill>
                  <a:schemeClr val="tx1"/>
                </a:solidFill>
                <a:latin typeface="Times New Roman" panose="02020603050405020304" pitchFamily="18" charset="0"/>
                <a:cs typeface="Times New Roman" panose="02020603050405020304" pitchFamily="18" charset="0"/>
              </a:rPr>
              <a:t>لماذا قد يحتاج شخصان في العمر ذاته إلى برامج تدريبية مختلفة تمامًا؟</a:t>
            </a:r>
          </a:p>
        </p:txBody>
      </p:sp>
      <p:sp>
        <p:nvSpPr>
          <p:cNvPr id="10" name="Title 2">
            <a:extLst>
              <a:ext uri="{FF2B5EF4-FFF2-40B4-BE49-F238E27FC236}">
                <a16:creationId xmlns:a16="http://schemas.microsoft.com/office/drawing/2014/main" id="{30AF2511-3F23-DEBA-6091-FCB23FA22489}"/>
              </a:ext>
            </a:extLst>
          </p:cNvPr>
          <p:cNvSpPr txBox="1">
            <a:spLocks noChangeArrowheads="1"/>
          </p:cNvSpPr>
          <p:nvPr/>
        </p:nvSpPr>
        <p:spPr bwMode="auto">
          <a:xfrm>
            <a:off x="251520" y="1124757"/>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أ1 المعلومات الشخصية للمساعدة على تصميم برنامج تدريب</a:t>
            </a:r>
            <a:endParaRPr lang="en-GB" sz="2000" b="1" dirty="0">
              <a:latin typeface="Times New Roman" panose="02020603050405020304" pitchFamily="18" charset="0"/>
              <a:cs typeface="Times New Roman" panose="02020603050405020304" pitchFamily="18" charset="0"/>
            </a:endParaRPr>
          </a:p>
        </p:txBody>
      </p:sp>
      <p:sp>
        <p:nvSpPr>
          <p:cNvPr id="12" name="TextBox 4">
            <a:extLst>
              <a:ext uri="{FF2B5EF4-FFF2-40B4-BE49-F238E27FC236}">
                <a16:creationId xmlns:a16="http://schemas.microsoft.com/office/drawing/2014/main" id="{98FB7651-0AEA-2B47-22E1-E172B097C9CE}"/>
              </a:ext>
            </a:extLst>
          </p:cNvPr>
          <p:cNvSpPr txBox="1"/>
          <p:nvPr/>
        </p:nvSpPr>
        <p:spPr>
          <a:xfrm>
            <a:off x="4790809" y="1559529"/>
            <a:ext cx="4145872"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a:r>
              <a:rPr lang="ar" b="1">
                <a:solidFill>
                  <a:srgbClr val="002060"/>
                </a:solidFill>
                <a:latin typeface="Times New Roman" panose="02020603050405020304" pitchFamily="18" charset="0"/>
                <a:cs typeface="Times New Roman" panose="02020603050405020304" pitchFamily="18" charset="0"/>
              </a:rPr>
              <a:t>استبيان التاريخ الطبي</a:t>
            </a:r>
            <a:endParaRPr lang="en-US" b="1"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6F5B9C2B-3672-E84A-4744-912073CECCC1}"/>
              </a:ext>
            </a:extLst>
          </p:cNvPr>
          <p:cNvSpPr/>
          <p:nvPr/>
        </p:nvSpPr>
        <p:spPr>
          <a:xfrm>
            <a:off x="4975006" y="2529119"/>
            <a:ext cx="3961201" cy="1105718"/>
          </a:xfrm>
          <a:prstGeom prst="roundRect">
            <a:avLst>
              <a:gd name="adj" fmla="val 10000"/>
            </a:avLst>
          </a:prstGeom>
          <a:solidFill>
            <a:schemeClr val="accent6">
              <a:lumMod val="20000"/>
              <a:lumOff val="80000"/>
            </a:schemeClr>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7" name="Rectangle 6" descr="Magnifying glass">
            <a:extLst>
              <a:ext uri="{FF2B5EF4-FFF2-40B4-BE49-F238E27FC236}">
                <a16:creationId xmlns:a16="http://schemas.microsoft.com/office/drawing/2014/main" id="{99D17918-C18D-DD62-EB16-7AB5680B0AF2}"/>
              </a:ext>
            </a:extLst>
          </p:cNvPr>
          <p:cNvSpPr/>
          <p:nvPr/>
        </p:nvSpPr>
        <p:spPr>
          <a:xfrm>
            <a:off x="7993583" y="2777906"/>
            <a:ext cx="608145" cy="608145"/>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F4CBF1A4-EB98-7BE1-F022-83C245C70CC5}"/>
              </a:ext>
            </a:extLst>
          </p:cNvPr>
          <p:cNvSpPr/>
          <p:nvPr/>
        </p:nvSpPr>
        <p:spPr>
          <a:xfrm>
            <a:off x="4975007" y="2529119"/>
            <a:ext cx="2684095" cy="1105718"/>
          </a:xfrm>
          <a:custGeom>
            <a:avLst/>
            <a:gdLst>
              <a:gd name="connsiteX0" fmla="*/ 0 w 2684095"/>
              <a:gd name="connsiteY0" fmla="*/ 0 h 1105718"/>
              <a:gd name="connsiteX1" fmla="*/ 2684095 w 2684095"/>
              <a:gd name="connsiteY1" fmla="*/ 0 h 1105718"/>
              <a:gd name="connsiteX2" fmla="*/ 2684095 w 2684095"/>
              <a:gd name="connsiteY2" fmla="*/ 1105718 h 1105718"/>
              <a:gd name="connsiteX3" fmla="*/ 0 w 2684095"/>
              <a:gd name="connsiteY3" fmla="*/ 1105718 h 1105718"/>
              <a:gd name="connsiteX4" fmla="*/ 0 w 2684095"/>
              <a:gd name="connsiteY4" fmla="*/ 0 h 1105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095" h="1105718">
                <a:moveTo>
                  <a:pt x="0" y="0"/>
                </a:moveTo>
                <a:lnTo>
                  <a:pt x="2684095" y="0"/>
                </a:lnTo>
                <a:lnTo>
                  <a:pt x="2684095" y="1105718"/>
                </a:lnTo>
                <a:lnTo>
                  <a:pt x="0" y="11057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7022" tIns="117022" rIns="117022" bIns="117022" numCol="1" spcCol="1270" rtlCol="1" anchor="ctr" anchorCtr="0">
            <a:noAutofit/>
          </a:bodyPr>
          <a:lstStyle/>
          <a:p>
            <a:pPr marL="0" lvl="0" indent="0" algn="r" defTabSz="844550" rtl="1">
              <a:lnSpc>
                <a:spcPct val="100000"/>
              </a:lnSpc>
              <a:spcBef>
                <a:spcPct val="0"/>
              </a:spcBef>
              <a:spcAft>
                <a:spcPct val="35000"/>
              </a:spcAft>
              <a:buNone/>
            </a:pPr>
            <a:r>
              <a:rPr lang="ar" sz="1900" kern="1200">
                <a:latin typeface="Times New Roman" panose="02020603050405020304" pitchFamily="18" charset="0"/>
                <a:cs typeface="Times New Roman" panose="02020603050405020304" pitchFamily="18" charset="0"/>
              </a:rPr>
              <a:t>تُستخدم لتحديد المخاطر وضمان السلامة قبل بدء برنامج التدريب</a:t>
            </a:r>
            <a:endParaRPr lang="en-US" sz="1900" kern="1200" dirty="0" err="1">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5380F616-8CAA-4F3B-D275-0795D67BEB09}"/>
              </a:ext>
            </a:extLst>
          </p:cNvPr>
          <p:cNvSpPr/>
          <p:nvPr/>
        </p:nvSpPr>
        <p:spPr>
          <a:xfrm>
            <a:off x="4975006" y="3911268"/>
            <a:ext cx="3961201" cy="1105718"/>
          </a:xfrm>
          <a:prstGeom prst="roundRect">
            <a:avLst>
              <a:gd name="adj" fmla="val 10000"/>
            </a:avLst>
          </a:prstGeom>
          <a:solidFill>
            <a:schemeClr val="accent5">
              <a:lumMod val="90000"/>
            </a:schemeClr>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1" name="Rectangle 10" descr="Questions">
            <a:extLst>
              <a:ext uri="{FF2B5EF4-FFF2-40B4-BE49-F238E27FC236}">
                <a16:creationId xmlns:a16="http://schemas.microsoft.com/office/drawing/2014/main" id="{D2B99868-CDF9-B213-7917-090A21848A4C}"/>
              </a:ext>
            </a:extLst>
          </p:cNvPr>
          <p:cNvSpPr/>
          <p:nvPr/>
        </p:nvSpPr>
        <p:spPr>
          <a:xfrm>
            <a:off x="7993583" y="4160055"/>
            <a:ext cx="608145" cy="608145"/>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4" name="Freeform: Shape 13">
            <a:extLst>
              <a:ext uri="{FF2B5EF4-FFF2-40B4-BE49-F238E27FC236}">
                <a16:creationId xmlns:a16="http://schemas.microsoft.com/office/drawing/2014/main" id="{707AC783-20AD-FE16-D317-42F64AFE1175}"/>
              </a:ext>
            </a:extLst>
          </p:cNvPr>
          <p:cNvSpPr/>
          <p:nvPr/>
        </p:nvSpPr>
        <p:spPr>
          <a:xfrm>
            <a:off x="4975007" y="3911268"/>
            <a:ext cx="2684095" cy="1105718"/>
          </a:xfrm>
          <a:custGeom>
            <a:avLst/>
            <a:gdLst>
              <a:gd name="connsiteX0" fmla="*/ 0 w 2684095"/>
              <a:gd name="connsiteY0" fmla="*/ 0 h 1105718"/>
              <a:gd name="connsiteX1" fmla="*/ 2684095 w 2684095"/>
              <a:gd name="connsiteY1" fmla="*/ 0 h 1105718"/>
              <a:gd name="connsiteX2" fmla="*/ 2684095 w 2684095"/>
              <a:gd name="connsiteY2" fmla="*/ 1105718 h 1105718"/>
              <a:gd name="connsiteX3" fmla="*/ 0 w 2684095"/>
              <a:gd name="connsiteY3" fmla="*/ 1105718 h 1105718"/>
              <a:gd name="connsiteX4" fmla="*/ 0 w 2684095"/>
              <a:gd name="connsiteY4" fmla="*/ 0 h 1105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4095" h="1105718">
                <a:moveTo>
                  <a:pt x="0" y="0"/>
                </a:moveTo>
                <a:lnTo>
                  <a:pt x="2684095" y="0"/>
                </a:lnTo>
                <a:lnTo>
                  <a:pt x="2684095" y="1105718"/>
                </a:lnTo>
                <a:lnTo>
                  <a:pt x="0" y="11057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7022" tIns="117022" rIns="117022" bIns="117022" numCol="1" spcCol="1270" rtlCol="1" anchor="ctr" anchorCtr="0">
            <a:noAutofit/>
          </a:bodyPr>
          <a:lstStyle/>
          <a:p>
            <a:pPr marL="0" lvl="0" indent="0" algn="r" defTabSz="844550" rtl="1">
              <a:lnSpc>
                <a:spcPct val="100000"/>
              </a:lnSpc>
              <a:spcBef>
                <a:spcPct val="0"/>
              </a:spcBef>
              <a:spcAft>
                <a:spcPct val="35000"/>
              </a:spcAft>
              <a:buNone/>
            </a:pPr>
            <a:r>
              <a:rPr lang="ar" sz="1900" kern="1200">
                <a:latin typeface="Times New Roman" panose="02020603050405020304" pitchFamily="18" charset="0"/>
                <a:cs typeface="Times New Roman" panose="02020603050405020304" pitchFamily="18" charset="0"/>
              </a:rPr>
              <a:t>تساعد في تخصيص البرنامج ليناسب احتياجات الشخص وحدوده</a:t>
            </a:r>
            <a:endParaRPr lang="en-US" sz="1900" kern="1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40F106C-D9D6-1C52-52EE-C1B249A91B3D}"/>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3">
            <a:extLst>
              <a:ext uri="{FF2B5EF4-FFF2-40B4-BE49-F238E27FC236}">
                <a16:creationId xmlns:a16="http://schemas.microsoft.com/office/drawing/2014/main" id="{DC8930F0-CD03-8D8F-0F42-052BC2A0BB80}"/>
              </a:ext>
            </a:extLst>
          </p:cNvPr>
          <p:cNvSpPr txBox="1">
            <a:spLocks noChangeArrowheads="1"/>
          </p:cNvSpPr>
          <p:nvPr/>
        </p:nvSpPr>
        <p:spPr bwMode="auto">
          <a:xfrm>
            <a:off x="4278248" y="1713670"/>
            <a:ext cx="4287134" cy="2543795"/>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marL="0" indent="0" rtl="1">
              <a:buNone/>
            </a:pPr>
            <a:endParaRPr lang="en-GB" dirty="0">
              <a:latin typeface="Times New Roman" panose="02020603050405020304" pitchFamily="18" charset="0"/>
              <a:cs typeface="Times New Roman" panose="02020603050405020304" pitchFamily="18" charset="0"/>
            </a:endParaRPr>
          </a:p>
          <a:p>
            <a:pPr marL="0" indent="0" rtl="1">
              <a:buNone/>
            </a:pPr>
            <a:endParaRPr lang="en-GB" sz="1400">
              <a:latin typeface="Times New Roman" panose="02020603050405020304" pitchFamily="18" charset="0"/>
              <a:cs typeface="Times New Roman" panose="02020603050405020304" pitchFamily="18" charset="0"/>
            </a:endParaRPr>
          </a:p>
          <a:p>
            <a:pPr marL="0" indent="0" rtl="1">
              <a:buNone/>
            </a:pPr>
            <a:endParaRPr lang="en-GB" sz="1600">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a16="http://schemas.microsoft.com/office/drawing/2014/main" id="{83BAB55B-66F4-22FA-805F-96F3EB4F2CF7}"/>
              </a:ext>
            </a:extLst>
          </p:cNvPr>
          <p:cNvGraphicFramePr>
            <a:graphicFrameLocks noGrp="1"/>
          </p:cNvGraphicFramePr>
          <p:nvPr>
            <p:ph sz="half" idx="2"/>
            <p:extLst>
              <p:ext uri="{D42A27DB-BD31-4B8C-83A1-F6EECF244321}">
                <p14:modId xmlns:p14="http://schemas.microsoft.com/office/powerpoint/2010/main" val="994870418"/>
              </p:ext>
            </p:extLst>
          </p:nvPr>
        </p:nvGraphicFramePr>
        <p:xfrm>
          <a:off x="573385" y="4392566"/>
          <a:ext cx="7991467" cy="2286000"/>
        </p:xfrm>
        <a:graphic>
          <a:graphicData uri="http://schemas.openxmlformats.org/drawingml/2006/table">
            <a:tbl>
              <a:tblPr rtl="1" bandRow="1">
                <a:tableStyleId>{5940675A-B579-460E-94D1-54222C63F5DA}</a:tableStyleId>
              </a:tblPr>
              <a:tblGrid>
                <a:gridCol w="1023581">
                  <a:extLst>
                    <a:ext uri="{9D8B030D-6E8A-4147-A177-3AD203B41FA5}">
                      <a16:colId xmlns:a16="http://schemas.microsoft.com/office/drawing/2014/main" val="2142082792"/>
                    </a:ext>
                  </a:extLst>
                </a:gridCol>
                <a:gridCol w="1523999">
                  <a:extLst>
                    <a:ext uri="{9D8B030D-6E8A-4147-A177-3AD203B41FA5}">
                      <a16:colId xmlns:a16="http://schemas.microsoft.com/office/drawing/2014/main" val="3070858143"/>
                    </a:ext>
                  </a:extLst>
                </a:gridCol>
                <a:gridCol w="5443887">
                  <a:extLst>
                    <a:ext uri="{9D8B030D-6E8A-4147-A177-3AD203B41FA5}">
                      <a16:colId xmlns:a16="http://schemas.microsoft.com/office/drawing/2014/main" val="3738262518"/>
                    </a:ext>
                  </a:extLst>
                </a:gridCol>
              </a:tblGrid>
              <a:tr h="0">
                <a:tc>
                  <a:txBody>
                    <a:bodyPr/>
                    <a:lstStyle/>
                    <a:p>
                      <a:pPr rtl="1">
                        <a:buNone/>
                      </a:pPr>
                      <a:r>
                        <a:rPr lang="ar" sz="2000">
                          <a:latin typeface="Times New Roman" panose="02020603050405020304" pitchFamily="18" charset="0"/>
                          <a:cs typeface="Times New Roman" panose="02020603050405020304" pitchFamily="18" charset="0"/>
                        </a:rPr>
                        <a:t>الحروف</a:t>
                      </a:r>
                    </a:p>
                  </a:txBody>
                  <a:tcPr anchor="ctr"/>
                </a:tc>
                <a:tc>
                  <a:txBody>
                    <a:bodyPr/>
                    <a:lstStyle/>
                    <a:p>
                      <a:pPr rtl="1">
                        <a:buNone/>
                      </a:pPr>
                      <a:r>
                        <a:rPr lang="ar" sz="2000" dirty="0">
                          <a:latin typeface="Times New Roman" panose="02020603050405020304" pitchFamily="18" charset="0"/>
                          <a:cs typeface="Times New Roman" panose="02020603050405020304" pitchFamily="18" charset="0"/>
                        </a:rPr>
                        <a:t>يرمز إلى ما يلي</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الوصف</a:t>
                      </a:r>
                    </a:p>
                  </a:txBody>
                  <a:tcPr anchor="ctr"/>
                </a:tc>
                <a:extLst>
                  <a:ext uri="{0D108BD9-81ED-4DB2-BD59-A6C34878D82A}">
                    <a16:rowId xmlns:a16="http://schemas.microsoft.com/office/drawing/2014/main" val="4225342906"/>
                  </a:ext>
                </a:extLst>
              </a:tr>
              <a:tr h="0">
                <a:tc>
                  <a:txBody>
                    <a:bodyPr/>
                    <a:lstStyle/>
                    <a:p>
                      <a:pPr rtl="1">
                        <a:buNone/>
                      </a:pPr>
                      <a:r>
                        <a:rPr lang="ar" sz="2000">
                          <a:latin typeface="Times New Roman" panose="02020603050405020304" pitchFamily="18" charset="0"/>
                          <a:cs typeface="Times New Roman" panose="02020603050405020304" pitchFamily="18" charset="0"/>
                        </a:rPr>
                        <a:t>F</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التكرار</a:t>
                      </a:r>
                    </a:p>
                  </a:txBody>
                  <a:tcPr anchor="ctr"/>
                </a:tc>
                <a:tc>
                  <a:txBody>
                    <a:bodyPr/>
                    <a:lstStyle/>
                    <a:p>
                      <a:pPr rtl="1">
                        <a:buNone/>
                      </a:pPr>
                      <a:r>
                        <a:rPr lang="ar" sz="2000" dirty="0">
                          <a:latin typeface="Times New Roman" panose="02020603050405020304" pitchFamily="18" charset="0"/>
                          <a:cs typeface="Times New Roman" panose="02020603050405020304" pitchFamily="18" charset="0"/>
                        </a:rPr>
                        <a:t>عدد مرات التدريب (مثلًا: 3 جلسات تدريبية أسبوعيًا)</a:t>
                      </a:r>
                    </a:p>
                  </a:txBody>
                  <a:tcPr anchor="ctr"/>
                </a:tc>
                <a:extLst>
                  <a:ext uri="{0D108BD9-81ED-4DB2-BD59-A6C34878D82A}">
                    <a16:rowId xmlns:a16="http://schemas.microsoft.com/office/drawing/2014/main" val="2307817327"/>
                  </a:ext>
                </a:extLst>
              </a:tr>
              <a:tr h="0">
                <a:tc>
                  <a:txBody>
                    <a:bodyPr/>
                    <a:lstStyle/>
                    <a:p>
                      <a:pPr rtl="1">
                        <a:buNone/>
                      </a:pPr>
                      <a:r>
                        <a:rPr lang="ar" sz="2000">
                          <a:latin typeface="Times New Roman" panose="02020603050405020304" pitchFamily="18" charset="0"/>
                          <a:cs typeface="Times New Roman" panose="02020603050405020304" pitchFamily="18" charset="0"/>
                        </a:rPr>
                        <a:t>I</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الشدة</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مدى الجهد المبذول (مثلًا: معدل ضربات القلب، تقدير شدة الجهد (RPE)</a:t>
                      </a:r>
                    </a:p>
                  </a:txBody>
                  <a:tcPr anchor="ctr"/>
                </a:tc>
                <a:extLst>
                  <a:ext uri="{0D108BD9-81ED-4DB2-BD59-A6C34878D82A}">
                    <a16:rowId xmlns:a16="http://schemas.microsoft.com/office/drawing/2014/main" val="1687296974"/>
                  </a:ext>
                </a:extLst>
              </a:tr>
              <a:tr h="0">
                <a:tc>
                  <a:txBody>
                    <a:bodyPr/>
                    <a:lstStyle/>
                    <a:p>
                      <a:pPr rtl="1">
                        <a:buNone/>
                      </a:pPr>
                      <a:r>
                        <a:rPr lang="ar" sz="2000">
                          <a:latin typeface="Times New Roman" panose="02020603050405020304" pitchFamily="18" charset="0"/>
                          <a:cs typeface="Times New Roman" panose="02020603050405020304" pitchFamily="18" charset="0"/>
                        </a:rPr>
                        <a:t>T</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الوقت</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مدة كل جلسة (مثلًا: 30 دقيقة)</a:t>
                      </a:r>
                    </a:p>
                  </a:txBody>
                  <a:tcPr anchor="ctr"/>
                </a:tc>
                <a:extLst>
                  <a:ext uri="{0D108BD9-81ED-4DB2-BD59-A6C34878D82A}">
                    <a16:rowId xmlns:a16="http://schemas.microsoft.com/office/drawing/2014/main" val="641011498"/>
                  </a:ext>
                </a:extLst>
              </a:tr>
              <a:tr h="0">
                <a:tc>
                  <a:txBody>
                    <a:bodyPr/>
                    <a:lstStyle/>
                    <a:p>
                      <a:pPr rtl="1">
                        <a:buNone/>
                      </a:pPr>
                      <a:r>
                        <a:rPr lang="ar" sz="2000">
                          <a:latin typeface="Times New Roman" panose="02020603050405020304" pitchFamily="18" charset="0"/>
                          <a:cs typeface="Times New Roman" panose="02020603050405020304" pitchFamily="18" charset="0"/>
                        </a:rPr>
                        <a:t>T</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النوع</a:t>
                      </a:r>
                    </a:p>
                  </a:txBody>
                  <a:tcPr anchor="ctr"/>
                </a:tc>
                <a:tc>
                  <a:txBody>
                    <a:bodyPr/>
                    <a:lstStyle/>
                    <a:p>
                      <a:pPr rtl="1">
                        <a:buNone/>
                      </a:pPr>
                      <a:r>
                        <a:rPr lang="ar" sz="2000" dirty="0">
                          <a:latin typeface="Times New Roman" panose="02020603050405020304" pitchFamily="18" charset="0"/>
                          <a:cs typeface="Times New Roman" panose="02020603050405020304" pitchFamily="18" charset="0"/>
                        </a:rPr>
                        <a:t>نوع النشاط (مثلًا: الجري ورفع الأثقال)</a:t>
                      </a:r>
                    </a:p>
                  </a:txBody>
                  <a:tcPr anchor="ctr"/>
                </a:tc>
                <a:extLst>
                  <a:ext uri="{0D108BD9-81ED-4DB2-BD59-A6C34878D82A}">
                    <a16:rowId xmlns:a16="http://schemas.microsoft.com/office/drawing/2014/main" val="1161804203"/>
                  </a:ext>
                </a:extLst>
              </a:tr>
            </a:tbl>
          </a:graphicData>
        </a:graphic>
      </p:graphicFrame>
      <p:sp>
        <p:nvSpPr>
          <p:cNvPr id="7" name="TextBox 6">
            <a:extLst>
              <a:ext uri="{FF2B5EF4-FFF2-40B4-BE49-F238E27FC236}">
                <a16:creationId xmlns:a16="http://schemas.microsoft.com/office/drawing/2014/main" id="{6C737D09-C855-9E22-B434-6956AD47A0BA}"/>
              </a:ext>
            </a:extLst>
          </p:cNvPr>
          <p:cNvSpPr txBox="1"/>
          <p:nvPr/>
        </p:nvSpPr>
        <p:spPr>
          <a:xfrm>
            <a:off x="4256266" y="1834930"/>
            <a:ext cx="4311621" cy="2416046"/>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 sz="2000">
                <a:latin typeface="Times New Roman" panose="02020603050405020304" pitchFamily="18" charset="0"/>
                <a:cs typeface="Times New Roman" panose="02020603050405020304" pitchFamily="18" charset="0"/>
              </a:rPr>
              <a:t>يُستخدم إطار عمل التكرار والشدة والوقت والنوع في تخطيط وتعديل برامج اللياقة البدنية. ويضمن أن يكون التدريب:</a:t>
            </a:r>
          </a:p>
          <a:p>
            <a:pPr rtl="1"/>
            <a:endParaRPr lang="en-US" sz="900" dirty="0">
              <a:latin typeface="Times New Roman" panose="02020603050405020304" pitchFamily="18" charset="0"/>
              <a:cs typeface="Times New Roman" panose="02020603050405020304" pitchFamily="18" charset="0"/>
            </a:endParaRPr>
          </a:p>
          <a:p>
            <a:pPr rtl="1"/>
            <a:endParaRPr lang="en-US" sz="2000" dirty="0">
              <a:latin typeface="Times New Roman" panose="02020603050405020304" pitchFamily="18" charset="0"/>
              <a:cs typeface="Times New Roman" panose="02020603050405020304" pitchFamily="18" charset="0"/>
            </a:endParaRPr>
          </a:p>
          <a:p>
            <a:pPr marL="342900" indent="-342900" rtl="1">
              <a:buAutoNum type="arabicPeriod"/>
            </a:pPr>
            <a:r>
              <a:rPr lang="ar" sz="2000">
                <a:latin typeface="Times New Roman" panose="02020603050405020304" pitchFamily="18" charset="0"/>
                <a:cs typeface="Times New Roman" panose="02020603050405020304" pitchFamily="18" charset="0"/>
              </a:rPr>
              <a:t>منظمًا</a:t>
            </a:r>
          </a:p>
          <a:p>
            <a:pPr marL="342900" indent="-342900" rtl="1">
              <a:buAutoNum type="arabicPeriod"/>
            </a:pPr>
            <a:r>
              <a:rPr lang="ar" sz="2000">
                <a:latin typeface="Times New Roman" panose="02020603050405020304" pitchFamily="18" charset="0"/>
                <a:cs typeface="Times New Roman" panose="02020603050405020304" pitchFamily="18" charset="0"/>
              </a:rPr>
              <a:t>شخصيًا ومخصّصًا</a:t>
            </a:r>
            <a:endParaRPr lang="en-US" sz="2000" dirty="0">
              <a:latin typeface="Times New Roman" panose="02020603050405020304" pitchFamily="18" charset="0"/>
              <a:cs typeface="Times New Roman" panose="02020603050405020304" pitchFamily="18" charset="0"/>
            </a:endParaRPr>
          </a:p>
          <a:p>
            <a:pPr marL="342900" indent="-342900" rtl="1">
              <a:buAutoNum type="arabicPeriod"/>
            </a:pPr>
            <a:r>
              <a:rPr lang="ar" sz="2000">
                <a:latin typeface="Times New Roman" panose="02020603050405020304" pitchFamily="18" charset="0"/>
                <a:cs typeface="Times New Roman" panose="02020603050405020304" pitchFamily="18" charset="0"/>
              </a:rPr>
              <a:t>موجّهًا نحو الأهداف</a:t>
            </a:r>
          </a:p>
        </p:txBody>
      </p:sp>
      <p:sp>
        <p:nvSpPr>
          <p:cNvPr id="12" name="Title 2">
            <a:extLst>
              <a:ext uri="{FF2B5EF4-FFF2-40B4-BE49-F238E27FC236}">
                <a16:creationId xmlns:a16="http://schemas.microsoft.com/office/drawing/2014/main" id="{F17275F0-B9DE-7404-E62D-F717673866A5}"/>
              </a:ext>
            </a:extLst>
          </p:cNvPr>
          <p:cNvSpPr txBox="1">
            <a:spLocks noChangeArrowheads="1"/>
          </p:cNvSpPr>
          <p:nvPr/>
        </p:nvSpPr>
        <p:spPr bwMode="auto">
          <a:xfrm>
            <a:off x="251520" y="1124757"/>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أ2 المبادئ الأساسية للتدريب (التكرار والشدة والوقت والنوع (FITT))</a:t>
            </a:r>
            <a:endParaRPr lang="en-US" b="1" dirty="0">
              <a:latin typeface="Times New Roman" panose="02020603050405020304" pitchFamily="18" charset="0"/>
              <a:cs typeface="Times New Roman" panose="02020603050405020304" pitchFamily="18" charset="0"/>
            </a:endParaRPr>
          </a:p>
        </p:txBody>
      </p:sp>
      <p:pic>
        <p:nvPicPr>
          <p:cNvPr id="4" name="Picture 3" descr="A person holding a tablet&#10;&#10;AI-generated content may be incorrect.">
            <a:extLst>
              <a:ext uri="{FF2B5EF4-FFF2-40B4-BE49-F238E27FC236}">
                <a16:creationId xmlns:a16="http://schemas.microsoft.com/office/drawing/2014/main" id="{801C81C5-780B-7FEB-927D-251BA83D5FB2}"/>
              </a:ext>
            </a:extLst>
          </p:cNvPr>
          <p:cNvPicPr>
            <a:picLocks noChangeAspect="1"/>
          </p:cNvPicPr>
          <p:nvPr/>
        </p:nvPicPr>
        <p:blipFill>
          <a:blip r:embed="rId3"/>
          <a:stretch>
            <a:fillRect/>
          </a:stretch>
        </p:blipFill>
        <p:spPr>
          <a:xfrm>
            <a:off x="553933" y="1706124"/>
            <a:ext cx="3701743" cy="2548846"/>
          </a:xfrm>
          <a:prstGeom prst="rect">
            <a:avLst/>
          </a:prstGeom>
        </p:spPr>
      </p:pic>
      <p:sp>
        <p:nvSpPr>
          <p:cNvPr id="2" name="TextBox 1">
            <a:extLst>
              <a:ext uri="{FF2B5EF4-FFF2-40B4-BE49-F238E27FC236}">
                <a16:creationId xmlns:a16="http://schemas.microsoft.com/office/drawing/2014/main" id="{2DC72401-B132-3AA4-2AA5-3656BFB2015C}"/>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1622811577"/>
      </p:ext>
    </p:extLst>
  </p:cSld>
  <p:clrMapOvr>
    <a:masterClrMapping/>
  </p:clrMapOvr>
  <p:transition>
    <p:sndAc>
      <p:stSnd>
        <p:snd r:embed="rId2"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A78B228-D4EB-8340-2AC0-3AEB120D2027}"/>
              </a:ext>
            </a:extLst>
          </p:cNvPr>
          <p:cNvSpPr txBox="1">
            <a:spLocks noChangeArrowheads="1"/>
          </p:cNvSpPr>
          <p:nvPr/>
        </p:nvSpPr>
        <p:spPr bwMode="auto">
          <a:xfrm>
            <a:off x="144974" y="2344822"/>
            <a:ext cx="8743681" cy="1366160"/>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marL="0" indent="0" rtl="1">
              <a:buNone/>
            </a:pPr>
            <a:endParaRPr lang="en-GB" dirty="0">
              <a:latin typeface="Times New Roman" panose="02020603050405020304" pitchFamily="18" charset="0"/>
              <a:cs typeface="Times New Roman" panose="02020603050405020304" pitchFamily="18" charset="0"/>
            </a:endParaRPr>
          </a:p>
          <a:p>
            <a:pPr marL="0" indent="0" rtl="1">
              <a:buNone/>
            </a:pPr>
            <a:endParaRPr lang="en-GB" sz="1400">
              <a:latin typeface="Times New Roman" panose="02020603050405020304" pitchFamily="18" charset="0"/>
              <a:cs typeface="Times New Roman" panose="02020603050405020304" pitchFamily="18" charset="0"/>
            </a:endParaRPr>
          </a:p>
          <a:p>
            <a:pPr marL="0" indent="0" rtl="1">
              <a:buNone/>
            </a:pPr>
            <a:endParaRPr lang="en-GB" sz="160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FBEF82E-2D08-D65F-2CFD-43B332C0FB10}"/>
              </a:ext>
            </a:extLst>
          </p:cNvPr>
          <p:cNvSpPr>
            <a:spLocks noGrp="1"/>
          </p:cNvSpPr>
          <p:nvPr>
            <p:ph sz="half" idx="2"/>
          </p:nvPr>
        </p:nvSpPr>
        <p:spPr>
          <a:xfrm>
            <a:off x="170168" y="2440262"/>
            <a:ext cx="8694451" cy="1177008"/>
          </a:xfrm>
        </p:spPr>
        <p:txBody>
          <a:bodyPr rtlCol="1"/>
          <a:lstStyle/>
          <a:p>
            <a:pPr rtl="1">
              <a:buFont typeface="Calibri" panose="05000000000000000000" pitchFamily="2" charset="2"/>
              <a:buChar char="-"/>
            </a:pPr>
            <a:r>
              <a:rPr lang="ar" sz="2000" dirty="0">
                <a:latin typeface="Times New Roman" panose="02020603050405020304" pitchFamily="18" charset="0"/>
                <a:cs typeface="Times New Roman" panose="02020603050405020304" pitchFamily="18" charset="0"/>
              </a:rPr>
              <a:t>ضمان توافق البرنامج مع قدرة الفرد وأهدافه</a:t>
            </a:r>
            <a:endParaRPr lang="en-US" sz="2000" dirty="0">
              <a:latin typeface="Times New Roman" panose="02020603050405020304" pitchFamily="18" charset="0"/>
              <a:cs typeface="Times New Roman" panose="02020603050405020304" pitchFamily="18" charset="0"/>
            </a:endParaRPr>
          </a:p>
          <a:p>
            <a:pPr rtl="1">
              <a:buFont typeface="Calibri" panose="05000000000000000000" pitchFamily="2" charset="2"/>
              <a:buChar char="-"/>
            </a:pPr>
            <a:r>
              <a:rPr lang="ar" sz="2000" dirty="0">
                <a:latin typeface="Times New Roman" panose="02020603050405020304" pitchFamily="18" charset="0"/>
                <a:cs typeface="Times New Roman" panose="02020603050405020304" pitchFamily="18" charset="0"/>
              </a:rPr>
              <a:t>تشجيع التقدم والتكيّف</a:t>
            </a:r>
          </a:p>
          <a:p>
            <a:pPr rtl="1">
              <a:buFont typeface="Calibri" panose="05000000000000000000" pitchFamily="2" charset="2"/>
              <a:buChar char="-"/>
            </a:pPr>
            <a:r>
              <a:rPr lang="ar" sz="2000" dirty="0">
                <a:latin typeface="Times New Roman" panose="02020603050405020304" pitchFamily="18" charset="0"/>
                <a:cs typeface="Times New Roman" panose="02020603050405020304" pitchFamily="18" charset="0"/>
              </a:rPr>
              <a:t>الوقاية من الإصابات والإجهاد الزائد</a:t>
            </a:r>
          </a:p>
        </p:txBody>
      </p:sp>
      <p:graphicFrame>
        <p:nvGraphicFramePr>
          <p:cNvPr id="6" name="Table 5">
            <a:extLst>
              <a:ext uri="{FF2B5EF4-FFF2-40B4-BE49-F238E27FC236}">
                <a16:creationId xmlns:a16="http://schemas.microsoft.com/office/drawing/2014/main" id="{A8035215-6145-D285-8894-ACCF60886DC1}"/>
              </a:ext>
            </a:extLst>
          </p:cNvPr>
          <p:cNvGraphicFramePr>
            <a:graphicFrameLocks noGrp="1"/>
          </p:cNvGraphicFramePr>
          <p:nvPr>
            <p:extLst>
              <p:ext uri="{D42A27DB-BD31-4B8C-83A1-F6EECF244321}">
                <p14:modId xmlns:p14="http://schemas.microsoft.com/office/powerpoint/2010/main" val="3557966563"/>
              </p:ext>
            </p:extLst>
          </p:nvPr>
        </p:nvGraphicFramePr>
        <p:xfrm>
          <a:off x="127455" y="3913719"/>
          <a:ext cx="8734553" cy="2560320"/>
        </p:xfrm>
        <a:graphic>
          <a:graphicData uri="http://schemas.openxmlformats.org/drawingml/2006/table">
            <a:tbl>
              <a:tblPr rtl="1" bandRow="1">
                <a:tableStyleId>{5940675A-B579-460E-94D1-54222C63F5DA}</a:tableStyleId>
              </a:tblPr>
              <a:tblGrid>
                <a:gridCol w="3845810">
                  <a:extLst>
                    <a:ext uri="{9D8B030D-6E8A-4147-A177-3AD203B41FA5}">
                      <a16:colId xmlns:a16="http://schemas.microsoft.com/office/drawing/2014/main" val="912636689"/>
                    </a:ext>
                  </a:extLst>
                </a:gridCol>
                <a:gridCol w="4888743">
                  <a:extLst>
                    <a:ext uri="{9D8B030D-6E8A-4147-A177-3AD203B41FA5}">
                      <a16:colId xmlns:a16="http://schemas.microsoft.com/office/drawing/2014/main" val="2757806149"/>
                    </a:ext>
                  </a:extLst>
                </a:gridCol>
              </a:tblGrid>
              <a:tr h="0">
                <a:tc>
                  <a:txBody>
                    <a:bodyPr/>
                    <a:lstStyle/>
                    <a:p>
                      <a:pPr rtl="1">
                        <a:buNone/>
                      </a:pPr>
                      <a:r>
                        <a:rPr lang="ar">
                          <a:latin typeface="Times New Roman" panose="02020603050405020304" pitchFamily="18" charset="0"/>
                          <a:cs typeface="Times New Roman" panose="02020603050405020304" pitchFamily="18" charset="0"/>
                        </a:rPr>
                        <a:t>الأهداف</a:t>
                      </a:r>
                    </a:p>
                  </a:txBody>
                  <a:tcPr anchor="ctr"/>
                </a:tc>
                <a:tc>
                  <a:txBody>
                    <a:bodyPr/>
                    <a:lstStyle/>
                    <a:p>
                      <a:pPr rtl="1">
                        <a:buNone/>
                      </a:pPr>
                      <a:r>
                        <a:rPr lang="ar">
                          <a:latin typeface="Times New Roman" panose="02020603050405020304" pitchFamily="18" charset="0"/>
                          <a:cs typeface="Times New Roman" panose="02020603050405020304" pitchFamily="18" charset="0"/>
                        </a:rPr>
                        <a:t>تطبيق التكرار والشدة والوقت والنوع (FITT)</a:t>
                      </a:r>
                    </a:p>
                  </a:txBody>
                  <a:tcPr anchor="ctr"/>
                </a:tc>
                <a:extLst>
                  <a:ext uri="{0D108BD9-81ED-4DB2-BD59-A6C34878D82A}">
                    <a16:rowId xmlns:a16="http://schemas.microsoft.com/office/drawing/2014/main" val="1218201534"/>
                  </a:ext>
                </a:extLst>
              </a:tr>
              <a:tr h="0">
                <a:tc>
                  <a:txBody>
                    <a:bodyPr/>
                    <a:lstStyle/>
                    <a:p>
                      <a:pPr rtl="1">
                        <a:buNone/>
                      </a:pPr>
                      <a:r>
                        <a:rPr lang="ar">
                          <a:latin typeface="Times New Roman" panose="02020603050405020304" pitchFamily="18" charset="0"/>
                          <a:cs typeface="Times New Roman" panose="02020603050405020304" pitchFamily="18" charset="0"/>
                        </a:rPr>
                        <a:t>تحسين اللياقة القلبية التنفسية</a:t>
                      </a:r>
                    </a:p>
                  </a:txBody>
                  <a:tcPr anchor="ctr"/>
                </a:tc>
                <a:tc>
                  <a:txBody>
                    <a:bodyPr/>
                    <a:lstStyle/>
                    <a:p>
                      <a:pPr rtl="1">
                        <a:buNone/>
                      </a:pPr>
                      <a:r>
                        <a:rPr lang="ar" dirty="0">
                          <a:latin typeface="Times New Roman" panose="02020603050405020304" pitchFamily="18" charset="0"/>
                          <a:cs typeface="Times New Roman" panose="02020603050405020304" pitchFamily="18" charset="0"/>
                        </a:rPr>
                        <a:t>التكرار: 4 مرات في الأسبوع - الشدة: 65 - 75% من الحد الأقصى لمعدل ضربات القلب - الوقت: 40 دقيقة - النوع: الجري الخفيف</a:t>
                      </a:r>
                    </a:p>
                  </a:txBody>
                  <a:tcPr anchor="ctr"/>
                </a:tc>
                <a:extLst>
                  <a:ext uri="{0D108BD9-81ED-4DB2-BD59-A6C34878D82A}">
                    <a16:rowId xmlns:a16="http://schemas.microsoft.com/office/drawing/2014/main" val="4142564339"/>
                  </a:ext>
                </a:extLst>
              </a:tr>
              <a:tr h="0">
                <a:tc>
                  <a:txBody>
                    <a:bodyPr/>
                    <a:lstStyle/>
                    <a:p>
                      <a:pPr rtl="1">
                        <a:buNone/>
                      </a:pPr>
                      <a:r>
                        <a:rPr lang="ar">
                          <a:latin typeface="Times New Roman" panose="02020603050405020304" pitchFamily="18" charset="0"/>
                          <a:cs typeface="Times New Roman" panose="02020603050405020304" pitchFamily="18" charset="0"/>
                        </a:rPr>
                        <a:t>زيادة القوة العضلية</a:t>
                      </a:r>
                    </a:p>
                  </a:txBody>
                  <a:tcPr anchor="ctr"/>
                </a:tc>
                <a:tc>
                  <a:txBody>
                    <a:bodyPr/>
                    <a:lstStyle/>
                    <a:p>
                      <a:pPr rtl="1">
                        <a:buNone/>
                      </a:pPr>
                      <a:r>
                        <a:rPr lang="ar">
                          <a:latin typeface="Times New Roman" panose="02020603050405020304" pitchFamily="18" charset="0"/>
                          <a:cs typeface="Times New Roman" panose="02020603050405020304" pitchFamily="18" charset="0"/>
                        </a:rPr>
                        <a:t>التكرار: 3 مرات في الأسبوع - الشدة: مقاومة عالية – الوقت: 45 دقيقة - النوع: تمارين الأوزان</a:t>
                      </a:r>
                    </a:p>
                  </a:txBody>
                  <a:tcPr anchor="ctr"/>
                </a:tc>
                <a:extLst>
                  <a:ext uri="{0D108BD9-81ED-4DB2-BD59-A6C34878D82A}">
                    <a16:rowId xmlns:a16="http://schemas.microsoft.com/office/drawing/2014/main" val="47478837"/>
                  </a:ext>
                </a:extLst>
              </a:tr>
              <a:tr h="0">
                <a:tc>
                  <a:txBody>
                    <a:bodyPr/>
                    <a:lstStyle/>
                    <a:p>
                      <a:pPr rtl="1">
                        <a:buNone/>
                      </a:pPr>
                      <a:r>
                        <a:rPr lang="ar">
                          <a:latin typeface="Times New Roman" panose="02020603050405020304" pitchFamily="18" charset="0"/>
                          <a:cs typeface="Times New Roman" panose="02020603050405020304" pitchFamily="18" charset="0"/>
                        </a:rPr>
                        <a:t>خفض الوزن</a:t>
                      </a:r>
                    </a:p>
                  </a:txBody>
                  <a:tcPr anchor="ctr"/>
                </a:tc>
                <a:tc>
                  <a:txBody>
                    <a:bodyPr/>
                    <a:lstStyle/>
                    <a:p>
                      <a:pPr rtl="1">
                        <a:buNone/>
                      </a:pPr>
                      <a:r>
                        <a:rPr lang="ar" dirty="0">
                          <a:latin typeface="Times New Roman" panose="02020603050405020304" pitchFamily="18" charset="0"/>
                          <a:cs typeface="Times New Roman" panose="02020603050405020304" pitchFamily="18" charset="0"/>
                        </a:rPr>
                        <a:t>التكرار: 5 مرات/ الأسبوع - الشدة: معتدل - الوقت: 60 دقيقة - النوع: التدريب الدائري</a:t>
                      </a:r>
                    </a:p>
                  </a:txBody>
                  <a:tcPr anchor="ctr"/>
                </a:tc>
                <a:extLst>
                  <a:ext uri="{0D108BD9-81ED-4DB2-BD59-A6C34878D82A}">
                    <a16:rowId xmlns:a16="http://schemas.microsoft.com/office/drawing/2014/main" val="219047890"/>
                  </a:ext>
                </a:extLst>
              </a:tr>
            </a:tbl>
          </a:graphicData>
        </a:graphic>
      </p:graphicFrame>
      <p:sp>
        <p:nvSpPr>
          <p:cNvPr id="9" name="Title 2">
            <a:extLst>
              <a:ext uri="{FF2B5EF4-FFF2-40B4-BE49-F238E27FC236}">
                <a16:creationId xmlns:a16="http://schemas.microsoft.com/office/drawing/2014/main" id="{9B6A09C1-6216-D893-CF23-6DE4DC4CEACC}"/>
              </a:ext>
            </a:extLst>
          </p:cNvPr>
          <p:cNvSpPr txBox="1">
            <a:spLocks noChangeArrowheads="1"/>
          </p:cNvSpPr>
          <p:nvPr/>
        </p:nvSpPr>
        <p:spPr bwMode="auto">
          <a:xfrm>
            <a:off x="251520" y="1124757"/>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أ2 المبادئ الأساسية للتدريب (التكرار والشدة والوقت والنوع (FITT))</a:t>
            </a:r>
            <a:endParaRPr lang="en-US" b="1" dirty="0">
              <a:latin typeface="Times New Roman" panose="02020603050405020304" pitchFamily="18" charset="0"/>
              <a:cs typeface="Times New Roman" panose="02020603050405020304" pitchFamily="18" charset="0"/>
            </a:endParaRPr>
          </a:p>
        </p:txBody>
      </p:sp>
      <p:sp>
        <p:nvSpPr>
          <p:cNvPr id="13" name="TextBox 4">
            <a:extLst>
              <a:ext uri="{FF2B5EF4-FFF2-40B4-BE49-F238E27FC236}">
                <a16:creationId xmlns:a16="http://schemas.microsoft.com/office/drawing/2014/main" id="{A6FD3E52-4EAF-89CE-E08E-BC7931FE58D0}"/>
              </a:ext>
            </a:extLst>
          </p:cNvPr>
          <p:cNvSpPr txBox="1"/>
          <p:nvPr/>
        </p:nvSpPr>
        <p:spPr>
          <a:xfrm>
            <a:off x="2123729" y="1875105"/>
            <a:ext cx="6766772"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a:r>
              <a:rPr lang="ar" b="1" dirty="0">
                <a:solidFill>
                  <a:srgbClr val="002060"/>
                </a:solidFill>
                <a:latin typeface="Times New Roman" panose="02020603050405020304" pitchFamily="18" charset="0"/>
                <a:cs typeface="Times New Roman" panose="02020603050405020304" pitchFamily="18" charset="0"/>
              </a:rPr>
              <a:t>لماذا نستخدم إطار التكرار والشدة والوقت والنوع (FITT) في تصميم البرنامج التدريبي؟</a:t>
            </a:r>
            <a:endParaRPr lang="en-US"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25DDEEA-C261-D112-0A6F-9A323D2A77EE}"/>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3723066495"/>
      </p:ext>
    </p:extLst>
  </p:cSld>
  <p:clrMapOvr>
    <a:masterClrMapping/>
  </p:clrMapOvr>
  <p:transition>
    <p:sndAc>
      <p:stSnd>
        <p:snd r:embed="rId2"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3">
            <a:extLst>
              <a:ext uri="{FF2B5EF4-FFF2-40B4-BE49-F238E27FC236}">
                <a16:creationId xmlns:a16="http://schemas.microsoft.com/office/drawing/2014/main" id="{67E58E9B-AC79-3862-E0B6-26A28450EC8C}"/>
              </a:ext>
            </a:extLst>
          </p:cNvPr>
          <p:cNvSpPr txBox="1">
            <a:spLocks noChangeArrowheads="1"/>
          </p:cNvSpPr>
          <p:nvPr/>
        </p:nvSpPr>
        <p:spPr bwMode="auto">
          <a:xfrm>
            <a:off x="252731" y="2137004"/>
            <a:ext cx="8635924" cy="2589977"/>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marL="0" indent="0" rtl="1">
              <a:buNone/>
            </a:pPr>
            <a:endParaRPr lang="en-GB" dirty="0">
              <a:latin typeface="Times New Roman" panose="02020603050405020304" pitchFamily="18" charset="0"/>
              <a:cs typeface="Times New Roman" panose="02020603050405020304" pitchFamily="18" charset="0"/>
            </a:endParaRPr>
          </a:p>
          <a:p>
            <a:pPr marL="0" indent="0" rtl="1">
              <a:buNone/>
            </a:pPr>
            <a:endParaRPr lang="en-GB" sz="1400">
              <a:latin typeface="Times New Roman" panose="02020603050405020304" pitchFamily="18" charset="0"/>
              <a:cs typeface="Times New Roman" panose="02020603050405020304" pitchFamily="18" charset="0"/>
            </a:endParaRPr>
          </a:p>
          <a:p>
            <a:pPr marL="0" indent="0" rtl="1">
              <a:buNone/>
            </a:pPr>
            <a:endParaRPr lang="en-GB" sz="160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0F80D5-0ECA-A9DC-A07D-B3AA19327D3E}"/>
              </a:ext>
            </a:extLst>
          </p:cNvPr>
          <p:cNvSpPr>
            <a:spLocks noGrp="1"/>
          </p:cNvSpPr>
          <p:nvPr>
            <p:ph sz="half" idx="2"/>
          </p:nvPr>
        </p:nvSpPr>
        <p:spPr>
          <a:xfrm>
            <a:off x="181177" y="2222057"/>
            <a:ext cx="8637294" cy="2410215"/>
          </a:xfrm>
          <a:ln>
            <a:noFill/>
          </a:ln>
        </p:spPr>
        <p:txBody>
          <a:bodyPr rtlCol="1"/>
          <a:lstStyle/>
          <a:p>
            <a:pPr marL="0" indent="0" rtl="1">
              <a:buNone/>
            </a:pPr>
            <a:r>
              <a:rPr lang="ar" sz="2000" b="1" dirty="0">
                <a:latin typeface="Times New Roman" panose="02020603050405020304" pitchFamily="18" charset="0"/>
                <a:cs typeface="Times New Roman" panose="02020603050405020304" pitchFamily="18" charset="0"/>
              </a:rPr>
              <a:t>التعليمات:</a:t>
            </a:r>
            <a:br>
              <a:rPr lang="en-GB" sz="2000" dirty="0">
                <a:latin typeface="Times New Roman" panose="02020603050405020304" pitchFamily="18" charset="0"/>
                <a:cs typeface="Times New Roman" panose="02020603050405020304" pitchFamily="18" charset="0"/>
              </a:rPr>
            </a:br>
            <a:r>
              <a:rPr lang="ar" sz="2000" dirty="0">
                <a:latin typeface="Times New Roman" panose="02020603050405020304" pitchFamily="18" charset="0"/>
                <a:cs typeface="Times New Roman" panose="02020603050405020304" pitchFamily="18" charset="0"/>
              </a:rPr>
              <a:t>اربط كل مبدأ من مبادئ التكرار والشدة والوقت والنوع بأحد السيناريوهات الواقعية التالية.</a:t>
            </a:r>
            <a:endParaRPr lang="en-US" sz="2000" dirty="0">
              <a:latin typeface="Times New Roman" panose="02020603050405020304" pitchFamily="18" charset="0"/>
              <a:cs typeface="Times New Roman" panose="02020603050405020304" pitchFamily="18" charset="0"/>
            </a:endParaRPr>
          </a:p>
          <a:p>
            <a:pPr marL="0" indent="0" rtl="1">
              <a:buNone/>
            </a:pPr>
            <a:r>
              <a:rPr lang="ar" sz="2000" dirty="0">
                <a:latin typeface="Times New Roman" panose="02020603050405020304" pitchFamily="18" charset="0"/>
                <a:cs typeface="Times New Roman" panose="02020603050405020304" pitchFamily="18" charset="0"/>
              </a:rPr>
              <a:t>السيناريوهات:</a:t>
            </a:r>
          </a:p>
          <a:p>
            <a:pPr marL="0" indent="0" rtl="1">
              <a:buNone/>
            </a:pPr>
            <a:r>
              <a:rPr lang="ar" sz="2000" dirty="0">
                <a:latin typeface="Times New Roman" panose="02020603050405020304" pitchFamily="18" charset="0"/>
                <a:cs typeface="Times New Roman" panose="02020603050405020304" pitchFamily="18" charset="0"/>
              </a:rPr>
              <a:t>أ. أحمد يزيد من الأوزان التي يرفعها أسبوعيًا لبناء العضلات</a:t>
            </a:r>
            <a:r>
              <a:rPr lang="ar-EG" sz="2000" dirty="0">
                <a:latin typeface="Times New Roman" panose="02020603050405020304" pitchFamily="18" charset="0"/>
                <a:cs typeface="Times New Roman" panose="02020603050405020304" pitchFamily="18" charset="0"/>
              </a:rPr>
              <a:t>.</a:t>
            </a:r>
            <a:br>
              <a:rPr lang="en-GB" sz="2000" dirty="0">
                <a:latin typeface="Times New Roman" panose="02020603050405020304" pitchFamily="18" charset="0"/>
                <a:cs typeface="Times New Roman" panose="02020603050405020304" pitchFamily="18" charset="0"/>
              </a:rPr>
            </a:br>
            <a:r>
              <a:rPr lang="ar" sz="2000" dirty="0">
                <a:latin typeface="Times New Roman" panose="02020603050405020304" pitchFamily="18" charset="0"/>
                <a:cs typeface="Times New Roman" panose="02020603050405020304" pitchFamily="18" charset="0"/>
              </a:rPr>
              <a:t>ب. نورا تجري 3 مرات في الأسبوع لمدة 30 دقيقة</a:t>
            </a:r>
            <a:r>
              <a:rPr lang="ar-EG" sz="2000" dirty="0">
                <a:latin typeface="Times New Roman" panose="02020603050405020304" pitchFamily="18" charset="0"/>
                <a:cs typeface="Times New Roman" panose="02020603050405020304" pitchFamily="18" charset="0"/>
              </a:rPr>
              <a:t>.</a:t>
            </a:r>
            <a:br>
              <a:rPr lang="en-GB" sz="2000" dirty="0">
                <a:latin typeface="Times New Roman" panose="02020603050405020304" pitchFamily="18" charset="0"/>
                <a:cs typeface="Times New Roman" panose="02020603050405020304" pitchFamily="18" charset="0"/>
              </a:rPr>
            </a:br>
            <a:r>
              <a:rPr lang="ar" sz="2000" dirty="0">
                <a:latin typeface="Times New Roman" panose="02020603050405020304" pitchFamily="18" charset="0"/>
                <a:cs typeface="Times New Roman" panose="02020603050405020304" pitchFamily="18" charset="0"/>
              </a:rPr>
              <a:t>جـ. لينا تُضيف السباحة وركوب الدراجة إلى خطتها لتحسين لياقتها العامة</a:t>
            </a:r>
            <a:r>
              <a:rPr lang="ar-EG" sz="2000" dirty="0">
                <a:latin typeface="Times New Roman" panose="02020603050405020304" pitchFamily="18" charset="0"/>
                <a:cs typeface="Times New Roman" panose="02020603050405020304" pitchFamily="18" charset="0"/>
              </a:rPr>
              <a:t>.</a:t>
            </a:r>
            <a:br>
              <a:rPr lang="en-GB" sz="2000" dirty="0">
                <a:latin typeface="Times New Roman" panose="02020603050405020304" pitchFamily="18" charset="0"/>
                <a:cs typeface="Times New Roman" panose="02020603050405020304" pitchFamily="18" charset="0"/>
              </a:rPr>
            </a:br>
            <a:r>
              <a:rPr lang="ar" sz="2000" dirty="0">
                <a:latin typeface="Times New Roman" panose="02020603050405020304" pitchFamily="18" charset="0"/>
                <a:cs typeface="Times New Roman" panose="02020603050405020304" pitchFamily="18" charset="0"/>
              </a:rPr>
              <a:t>د. عمر يزيد من عدد حصص العدو السريع من 2 إلى 4 مرات أسبوعيًا</a:t>
            </a:r>
            <a:r>
              <a:rPr lang="ar-EG" sz="2000" dirty="0">
                <a:latin typeface="Times New Roman" panose="02020603050405020304" pitchFamily="18" charset="0"/>
                <a:cs typeface="Times New Roman" panose="02020603050405020304" pitchFamily="18" charset="0"/>
              </a:rPr>
              <a:t>.</a:t>
            </a:r>
            <a:endParaRPr lang="ar" sz="2000"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7FE2A7E-5CBC-BA18-1F50-7555BF326B8B}"/>
              </a:ext>
            </a:extLst>
          </p:cNvPr>
          <p:cNvSpPr txBox="1"/>
          <p:nvPr/>
        </p:nvSpPr>
        <p:spPr>
          <a:xfrm>
            <a:off x="5580113" y="4753808"/>
            <a:ext cx="3310668" cy="1631216"/>
          </a:xfrm>
          <a:prstGeom prst="rect">
            <a:avLst/>
          </a:prstGeom>
          <a:noFill/>
          <a:ln>
            <a:no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 sz="2000" b="1" dirty="0">
                <a:latin typeface="Times New Roman" panose="02020603050405020304" pitchFamily="18" charset="0"/>
                <a:cs typeface="Times New Roman" panose="02020603050405020304" pitchFamily="18" charset="0"/>
              </a:rPr>
              <a:t>تطابق التكرار والشدة والوقت والنوع:</a:t>
            </a:r>
            <a:endParaRPr lang="en-US" dirty="0">
              <a:latin typeface="Times New Roman" panose="02020603050405020304" pitchFamily="18" charset="0"/>
              <a:cs typeface="Times New Roman" panose="02020603050405020304" pitchFamily="18" charset="0"/>
            </a:endParaRPr>
          </a:p>
          <a:p>
            <a:pPr marL="228600" indent="-228600" rtl="1">
              <a:buFont typeface=""/>
              <a:buChar char="•"/>
            </a:pPr>
            <a:r>
              <a:rPr lang="ar" sz="2000" dirty="0">
                <a:latin typeface="Times New Roman" panose="02020603050405020304" pitchFamily="18" charset="0"/>
                <a:cs typeface="Times New Roman" panose="02020603050405020304" pitchFamily="18" charset="0"/>
              </a:rPr>
              <a:t>التكرار → ؟</a:t>
            </a:r>
          </a:p>
          <a:p>
            <a:pPr marL="228600" indent="-228600" rtl="1">
              <a:buFont typeface=""/>
              <a:buChar char="•"/>
            </a:pPr>
            <a:r>
              <a:rPr lang="ar" sz="2000" dirty="0">
                <a:latin typeface="Times New Roman" panose="02020603050405020304" pitchFamily="18" charset="0"/>
                <a:cs typeface="Times New Roman" panose="02020603050405020304" pitchFamily="18" charset="0"/>
              </a:rPr>
              <a:t>الشدة</a:t>
            </a:r>
            <a:r>
              <a:rPr lang="en-US" sz="2000" dirty="0">
                <a:latin typeface="Times New Roman" panose="02020603050405020304" pitchFamily="18" charset="0"/>
                <a:cs typeface="Times New Roman" panose="02020603050405020304" pitchFamily="18" charset="0"/>
              </a:rPr>
              <a:t> </a:t>
            </a:r>
            <a:r>
              <a:rPr lang="ar" sz="2000" dirty="0">
                <a:latin typeface="Times New Roman" panose="02020603050405020304" pitchFamily="18" charset="0"/>
                <a:cs typeface="Times New Roman" panose="02020603050405020304" pitchFamily="18" charset="0"/>
              </a:rPr>
              <a:t>→ ؟</a:t>
            </a:r>
          </a:p>
          <a:p>
            <a:pPr marL="228600" indent="-228600" rtl="1">
              <a:buFont typeface=""/>
              <a:buChar char="•"/>
            </a:pPr>
            <a:r>
              <a:rPr lang="ar" sz="2000" dirty="0">
                <a:latin typeface="Times New Roman" panose="02020603050405020304" pitchFamily="18" charset="0"/>
                <a:cs typeface="Times New Roman" panose="02020603050405020304" pitchFamily="18" charset="0"/>
              </a:rPr>
              <a:t>الوقت → ؟</a:t>
            </a:r>
          </a:p>
          <a:p>
            <a:pPr marL="228600" indent="-228600" rtl="1">
              <a:buFont typeface=""/>
              <a:buChar char="•"/>
            </a:pPr>
            <a:r>
              <a:rPr lang="ar" sz="2000" dirty="0">
                <a:latin typeface="Times New Roman" panose="02020603050405020304" pitchFamily="18" charset="0"/>
                <a:cs typeface="Times New Roman" panose="02020603050405020304" pitchFamily="18" charset="0"/>
              </a:rPr>
              <a:t>النوع → ؟</a:t>
            </a:r>
          </a:p>
        </p:txBody>
      </p:sp>
      <p:sp>
        <p:nvSpPr>
          <p:cNvPr id="10" name="Title 2">
            <a:extLst>
              <a:ext uri="{FF2B5EF4-FFF2-40B4-BE49-F238E27FC236}">
                <a16:creationId xmlns:a16="http://schemas.microsoft.com/office/drawing/2014/main" id="{0BE0A03D-83AC-D329-FA56-865A386D951C}"/>
              </a:ext>
            </a:extLst>
          </p:cNvPr>
          <p:cNvSpPr txBox="1">
            <a:spLocks noChangeArrowheads="1"/>
          </p:cNvSpPr>
          <p:nvPr/>
        </p:nvSpPr>
        <p:spPr bwMode="auto">
          <a:xfrm>
            <a:off x="251520" y="1124757"/>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أ2 المبادئ الأساسية للتدريب (التكرار والشدة والوقت والنوع (FITT))</a:t>
            </a:r>
            <a:endParaRPr lang="en-US" b="1" dirty="0">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6C6DBB31-3AE3-855B-3361-8B6FD0A905EE}"/>
              </a:ext>
            </a:extLst>
          </p:cNvPr>
          <p:cNvGrpSpPr/>
          <p:nvPr/>
        </p:nvGrpSpPr>
        <p:grpSpPr>
          <a:xfrm flipH="1">
            <a:off x="182674" y="4779356"/>
            <a:ext cx="4821373" cy="1817996"/>
            <a:chOff x="640195" y="4733173"/>
            <a:chExt cx="2724398" cy="1407021"/>
          </a:xfrm>
        </p:grpSpPr>
        <p:sp>
          <p:nvSpPr>
            <p:cNvPr id="12" name="Rectangle 11">
              <a:extLst>
                <a:ext uri="{FF2B5EF4-FFF2-40B4-BE49-F238E27FC236}">
                  <a16:creationId xmlns:a16="http://schemas.microsoft.com/office/drawing/2014/main" id="{D2DB3192-5C70-6EEB-F29B-55C4FA5135C5}"/>
                </a:ext>
              </a:extLst>
            </p:cNvPr>
            <p:cNvSpPr/>
            <p:nvPr/>
          </p:nvSpPr>
          <p:spPr>
            <a:xfrm>
              <a:off x="640195" y="4733173"/>
              <a:ext cx="2681582" cy="140702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rtl="1"/>
              <a:endParaRPr lang="en-US" sz="1200">
                <a:latin typeface="Times New Roman" panose="02020603050405020304" pitchFamily="18" charset="0"/>
                <a:cs typeface="Times New Roman" panose="02020603050405020304" pitchFamily="18" charset="0"/>
              </a:endParaRPr>
            </a:p>
          </p:txBody>
        </p:sp>
        <p:sp>
          <p:nvSpPr>
            <p:cNvPr id="13" name="TextBox 7">
              <a:extLst>
                <a:ext uri="{FF2B5EF4-FFF2-40B4-BE49-F238E27FC236}">
                  <a16:creationId xmlns:a16="http://schemas.microsoft.com/office/drawing/2014/main" id="{1F50E281-31B7-52CF-D94D-15AB6BD30F5C}"/>
                </a:ext>
              </a:extLst>
            </p:cNvPr>
            <p:cNvSpPr txBox="1"/>
            <p:nvPr/>
          </p:nvSpPr>
          <p:spPr>
            <a:xfrm>
              <a:off x="683011" y="4949637"/>
              <a:ext cx="2681582" cy="11564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rtl="1"/>
              <a:r>
                <a:rPr lang="ar-EG" b="1" dirty="0">
                  <a:solidFill>
                    <a:srgbClr val="7030A0"/>
                  </a:solidFill>
                  <a:latin typeface="Times New Roman" panose="02020603050405020304" pitchFamily="18" charset="0"/>
                  <a:cs typeface="Times New Roman" panose="02020603050405020304" pitchFamily="18" charset="0"/>
                </a:rPr>
                <a:t>التحدي</a:t>
              </a:r>
              <a:r>
                <a:rPr lang="ar" b="1" dirty="0">
                  <a:solidFill>
                    <a:srgbClr val="7030A0"/>
                  </a:solidFill>
                  <a:latin typeface="Times New Roman" panose="02020603050405020304" pitchFamily="18" charset="0"/>
                  <a:cs typeface="Times New Roman" panose="02020603050405020304" pitchFamily="18" charset="0"/>
                </a:rPr>
                <a:t>: </a:t>
              </a:r>
              <a:endParaRPr lang="en-US" b="1" dirty="0">
                <a:solidFill>
                  <a:srgbClr val="7030A0"/>
                </a:solidFill>
                <a:latin typeface="Times New Roman" panose="02020603050405020304" pitchFamily="18" charset="0"/>
                <a:cs typeface="Times New Roman" panose="02020603050405020304" pitchFamily="18" charset="0"/>
              </a:endParaRPr>
            </a:p>
            <a:p>
              <a:pPr rtl="1"/>
              <a:r>
                <a:rPr lang="ar" dirty="0">
                  <a:solidFill>
                    <a:srgbClr val="7030A0"/>
                  </a:solidFill>
                  <a:latin typeface="Times New Roman" panose="02020603050405020304" pitchFamily="18" charset="0"/>
                  <a:ea typeface="+mn-lt"/>
                  <a:cs typeface="Times New Roman" panose="02020603050405020304" pitchFamily="18" charset="0"/>
                </a:rPr>
                <a:t>اشرح كيف سيتغير مبدآن من مبادئ التكرار والشدة والوقت والنوع إذا كان الشخص يتدرب من أجل ماراثون مقارنةً بالتدريب على سباق 100 متر. </a:t>
              </a:r>
              <a:endParaRPr lang="en-GB" dirty="0">
                <a:latin typeface="Times New Roman" panose="02020603050405020304" pitchFamily="18" charset="0"/>
                <a:ea typeface="Verdana"/>
                <a:cs typeface="Times New Roman" panose="02020603050405020304" pitchFamily="18" charset="0"/>
              </a:endParaRPr>
            </a:p>
            <a:p>
              <a:pPr marL="285750" indent="-285750" rtl="1">
                <a:buFont typeface="Arial" panose="020B0604020202020204" pitchFamily="34" charset="0"/>
                <a:buChar char="•"/>
              </a:pPr>
              <a:endParaRPr lang="en-US" sz="1400" dirty="0">
                <a:solidFill>
                  <a:srgbClr val="7030A0"/>
                </a:solidFill>
                <a:latin typeface="Times New Roman" panose="02020603050405020304" pitchFamily="18" charset="0"/>
                <a:cs typeface="Times New Roman" panose="02020603050405020304" pitchFamily="18" charset="0"/>
              </a:endParaRPr>
            </a:p>
          </p:txBody>
        </p:sp>
      </p:grpSp>
      <p:sp>
        <p:nvSpPr>
          <p:cNvPr id="16" name="TextBox 4">
            <a:extLst>
              <a:ext uri="{FF2B5EF4-FFF2-40B4-BE49-F238E27FC236}">
                <a16:creationId xmlns:a16="http://schemas.microsoft.com/office/drawing/2014/main" id="{DC72EBC8-9664-01E1-6264-A99E991155B0}"/>
              </a:ext>
            </a:extLst>
          </p:cNvPr>
          <p:cNvSpPr txBox="1"/>
          <p:nvPr/>
        </p:nvSpPr>
        <p:spPr>
          <a:xfrm>
            <a:off x="249597" y="1659590"/>
            <a:ext cx="8640901"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fontAlgn="ctr"/>
            <a:r>
              <a:rPr lang="ar" b="1">
                <a:solidFill>
                  <a:srgbClr val="002060"/>
                </a:solidFill>
                <a:latin typeface="Times New Roman" panose="02020603050405020304" pitchFamily="18" charset="0"/>
                <a:cs typeface="Times New Roman" panose="02020603050405020304" pitchFamily="18" charset="0"/>
              </a:rPr>
              <a:t>المهمة – ربط مبادئ التكرار والشدة والوقت والنوع بأمثلة واقعية</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1654AD3-6ABC-018A-38C1-836CAE9F2269}"/>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872399040"/>
      </p:ext>
    </p:extLst>
  </p:cSld>
  <p:clrMapOvr>
    <a:masterClrMapping/>
  </p:clrMapOvr>
  <p:transition>
    <p:sndAc>
      <p:stSnd>
        <p:snd r:embed="rId2"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n on a notebook&#10;&#10;AI-generated content may be incorrect.">
            <a:extLst>
              <a:ext uri="{FF2B5EF4-FFF2-40B4-BE49-F238E27FC236}">
                <a16:creationId xmlns:a16="http://schemas.microsoft.com/office/drawing/2014/main" id="{3FFD3644-306C-148D-44F7-7B869D3CD49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07305" y="1711843"/>
            <a:ext cx="2468100" cy="1638831"/>
          </a:xfrm>
          <a:prstGeom prst="rect">
            <a:avLst/>
          </a:prstGeom>
        </p:spPr>
      </p:pic>
      <p:sp>
        <p:nvSpPr>
          <p:cNvPr id="9" name="Title 2">
            <a:extLst>
              <a:ext uri="{FF2B5EF4-FFF2-40B4-BE49-F238E27FC236}">
                <a16:creationId xmlns:a16="http://schemas.microsoft.com/office/drawing/2014/main" id="{78055CA1-9DF9-4371-1305-7597FEE65E30}"/>
              </a:ext>
            </a:extLst>
          </p:cNvPr>
          <p:cNvSpPr txBox="1">
            <a:spLocks noChangeArrowheads="1"/>
          </p:cNvSpPr>
          <p:nvPr/>
        </p:nvSpPr>
        <p:spPr bwMode="auto">
          <a:xfrm>
            <a:off x="251520" y="1124757"/>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أ3 تصميم البرنامج</a:t>
            </a:r>
            <a:endParaRPr lang="en-US" b="1" dirty="0">
              <a:latin typeface="Times New Roman" panose="02020603050405020304" pitchFamily="18" charset="0"/>
              <a:cs typeface="Times New Roman" panose="02020603050405020304" pitchFamily="18" charset="0"/>
            </a:endParaRPr>
          </a:p>
        </p:txBody>
      </p:sp>
      <p:sp>
        <p:nvSpPr>
          <p:cNvPr id="13" name="Content Placeholder 3">
            <a:extLst>
              <a:ext uri="{FF2B5EF4-FFF2-40B4-BE49-F238E27FC236}">
                <a16:creationId xmlns:a16="http://schemas.microsoft.com/office/drawing/2014/main" id="{A3178CBA-9625-E84D-F756-1DEEA75BEB5B}"/>
              </a:ext>
            </a:extLst>
          </p:cNvPr>
          <p:cNvSpPr txBox="1">
            <a:spLocks noChangeArrowheads="1"/>
          </p:cNvSpPr>
          <p:nvPr/>
        </p:nvSpPr>
        <p:spPr bwMode="auto">
          <a:xfrm>
            <a:off x="2892791" y="1713671"/>
            <a:ext cx="5995864" cy="4444947"/>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rtl="1">
              <a:buNone/>
            </a:pPr>
            <a:r>
              <a:rPr lang="ar" sz="2000" b="1" dirty="0">
                <a:latin typeface="Times New Roman" panose="02020603050405020304" pitchFamily="18" charset="0"/>
                <a:cs typeface="Times New Roman" panose="02020603050405020304" pitchFamily="18" charset="0"/>
              </a:rPr>
              <a:t>لماذا نستخدم البيانات الشخصية؟</a:t>
            </a:r>
            <a:endParaRPr lang="en-GB" sz="2000" dirty="0">
              <a:latin typeface="Times New Roman" panose="02020603050405020304" pitchFamily="18" charset="0"/>
              <a:cs typeface="Times New Roman" panose="02020603050405020304" pitchFamily="18" charset="0"/>
            </a:endParaRPr>
          </a:p>
          <a:p>
            <a:pPr rtl="1">
              <a:buFont typeface="Calibri,Sans-Serif"/>
              <a:buChar char="-"/>
            </a:pPr>
            <a:r>
              <a:rPr dirty="0" err="1">
                <a:latin typeface="Times New Roman" panose="02020603050405020304" pitchFamily="18" charset="0"/>
                <a:cs typeface="Times New Roman" panose="02020603050405020304" pitchFamily="18" charset="0"/>
              </a:rPr>
              <a:t>لضمان</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أن</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الخطة</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التدريبية</a:t>
            </a:r>
            <a:r>
              <a:rPr dirty="0">
                <a:latin typeface="Times New Roman" panose="02020603050405020304" pitchFamily="18" charset="0"/>
                <a:cs typeface="Times New Roman" panose="02020603050405020304" pitchFamily="18" charset="0"/>
              </a:rPr>
              <a:t> </a:t>
            </a:r>
            <a:r>
              <a:rPr lang="ar" sz="2000" b="1" dirty="0">
                <a:latin typeface="Times New Roman" panose="02020603050405020304" pitchFamily="18" charset="0"/>
                <a:cs typeface="Times New Roman" panose="02020603050405020304" pitchFamily="18" charset="0"/>
              </a:rPr>
              <a:t>آمنة وملائمة وفعّالة</a:t>
            </a:r>
            <a:r>
              <a:rPr lang="ar-EG" sz="2000" b="1" dirty="0">
                <a:latin typeface="Times New Roman" panose="02020603050405020304" pitchFamily="18" charset="0"/>
                <a:cs typeface="Times New Roman" panose="02020603050405020304" pitchFamily="18" charset="0"/>
              </a:rPr>
              <a:t>.</a:t>
            </a:r>
            <a:endParaRPr lang="en-GB" sz="2000" dirty="0">
              <a:latin typeface="Times New Roman" panose="02020603050405020304" pitchFamily="18" charset="0"/>
              <a:cs typeface="Times New Roman" panose="02020603050405020304" pitchFamily="18" charset="0"/>
            </a:endParaRPr>
          </a:p>
          <a:p>
            <a:pPr rtl="1">
              <a:buFont typeface="Calibri,Sans-Serif"/>
              <a:buChar char="-"/>
            </a:pPr>
            <a:r>
              <a:rPr lang="ar" sz="2000" dirty="0">
                <a:latin typeface="Times New Roman" panose="02020603050405020304" pitchFamily="18" charset="0"/>
                <a:cs typeface="Times New Roman" panose="02020603050405020304" pitchFamily="18" charset="0"/>
              </a:rPr>
              <a:t>للمساعدة في مواءمة التدريب مع الأهداف المحددة والقابلة للقياس والقابلة للتحقق والواقعية والمحددة بزمن والمحفزة والموثقة (SMARTER) ومتطلبات النشاط الرياضي</a:t>
            </a:r>
            <a:r>
              <a:rPr lang="ar-EG" sz="2000" dirty="0">
                <a:latin typeface="Times New Roman" panose="02020603050405020304" pitchFamily="18" charset="0"/>
                <a:cs typeface="Times New Roman" panose="02020603050405020304" pitchFamily="18" charset="0"/>
              </a:rPr>
              <a:t>.</a:t>
            </a:r>
            <a:endParaRPr lang="en-GB" sz="1800" dirty="0">
              <a:latin typeface="Times New Roman" panose="02020603050405020304" pitchFamily="18" charset="0"/>
              <a:cs typeface="Times New Roman" panose="02020603050405020304" pitchFamily="18" charset="0"/>
            </a:endParaRPr>
          </a:p>
          <a:p>
            <a:pPr rtl="1">
              <a:buFont typeface="Calibri,Sans-Serif"/>
              <a:buChar char="-"/>
            </a:pPr>
            <a:endParaRPr lang="en-GB" dirty="0">
              <a:latin typeface="Times New Roman" panose="02020603050405020304" pitchFamily="18" charset="0"/>
              <a:cs typeface="Times New Roman" panose="02020603050405020304" pitchFamily="18" charset="0"/>
            </a:endParaRPr>
          </a:p>
          <a:p>
            <a:pPr indent="0" rtl="1">
              <a:buNone/>
            </a:pPr>
            <a:r>
              <a:rPr lang="ar" sz="2000" b="1" dirty="0">
                <a:latin typeface="Times New Roman" panose="02020603050405020304" pitchFamily="18" charset="0"/>
                <a:cs typeface="Times New Roman" panose="02020603050405020304" pitchFamily="18" charset="0"/>
              </a:rPr>
              <a:t>البيانات الأساسية الواجب مراعاتها:</a:t>
            </a:r>
            <a:endParaRPr lang="en-GB" sz="2000" dirty="0">
              <a:latin typeface="Times New Roman" panose="02020603050405020304" pitchFamily="18" charset="0"/>
              <a:cs typeface="Times New Roman" panose="02020603050405020304" pitchFamily="18" charset="0"/>
            </a:endParaRPr>
          </a:p>
          <a:p>
            <a:pPr rtl="1">
              <a:buFont typeface="Calibri,Sans-Serif"/>
              <a:buChar char="-"/>
            </a:pPr>
            <a:r>
              <a:rPr lang="ar" sz="2000" dirty="0">
                <a:latin typeface="Times New Roman" panose="02020603050405020304" pitchFamily="18" charset="0"/>
                <a:cs typeface="Times New Roman" panose="02020603050405020304" pitchFamily="18" charset="0"/>
              </a:rPr>
              <a:t>العمر والجنس ومستوى اللياقة الحالي</a:t>
            </a:r>
          </a:p>
          <a:p>
            <a:pPr rtl="1">
              <a:buFont typeface="Calibri,Sans-Serif"/>
              <a:buChar char="-"/>
            </a:pPr>
            <a:r>
              <a:rPr lang="ar" sz="2000" dirty="0">
                <a:latin typeface="Times New Roman" panose="02020603050405020304" pitchFamily="18" charset="0"/>
                <a:cs typeface="Times New Roman" panose="02020603050405020304" pitchFamily="18" charset="0"/>
              </a:rPr>
              <a:t>متطلبات الرياضة/ النشاط</a:t>
            </a:r>
          </a:p>
          <a:p>
            <a:pPr rtl="1">
              <a:buFont typeface="Calibri,Sans-Serif"/>
              <a:buChar char="-"/>
            </a:pPr>
            <a:r>
              <a:rPr lang="ar" sz="2000" dirty="0">
                <a:latin typeface="Times New Roman" panose="02020603050405020304" pitchFamily="18" charset="0"/>
                <a:cs typeface="Times New Roman" panose="02020603050405020304" pitchFamily="18" charset="0"/>
              </a:rPr>
              <a:t>أهداف شخصية</a:t>
            </a:r>
          </a:p>
          <a:p>
            <a:pPr rtl="1">
              <a:buFont typeface="Calibri,Sans-Serif"/>
              <a:buChar char="-"/>
            </a:pPr>
            <a:r>
              <a:rPr lang="ar" sz="2000" dirty="0">
                <a:latin typeface="Times New Roman" panose="02020603050405020304" pitchFamily="18" charset="0"/>
                <a:cs typeface="Times New Roman" panose="02020603050405020304" pitchFamily="18" charset="0"/>
              </a:rPr>
              <a:t>نتائج الاستبيانات الطبية ونمط الحياة</a:t>
            </a:r>
            <a:endParaRPr lang="en-GB" sz="2000" dirty="0">
              <a:latin typeface="Times New Roman" panose="02020603050405020304" pitchFamily="18" charset="0"/>
              <a:cs typeface="Times New Roman" panose="02020603050405020304" pitchFamily="18" charset="0"/>
            </a:endParaRPr>
          </a:p>
          <a:p>
            <a:pPr marL="0" indent="0" rtl="1">
              <a:buNone/>
            </a:pPr>
            <a:endParaRPr lang="en-GB" sz="2000" dirty="0">
              <a:latin typeface="Times New Roman" panose="02020603050405020304" pitchFamily="18" charset="0"/>
              <a:cs typeface="Times New Roman" panose="02020603050405020304" pitchFamily="18" charset="0"/>
            </a:endParaRPr>
          </a:p>
        </p:txBody>
      </p:sp>
      <p:grpSp>
        <p:nvGrpSpPr>
          <p:cNvPr id="16" name="Group 15">
            <a:extLst>
              <a:ext uri="{FF2B5EF4-FFF2-40B4-BE49-F238E27FC236}">
                <a16:creationId xmlns:a16="http://schemas.microsoft.com/office/drawing/2014/main" id="{5AFAE9F2-5409-5BE7-72EF-749F0E4CE16A}"/>
              </a:ext>
            </a:extLst>
          </p:cNvPr>
          <p:cNvGrpSpPr/>
          <p:nvPr/>
        </p:nvGrpSpPr>
        <p:grpSpPr>
          <a:xfrm>
            <a:off x="251057" y="4023297"/>
            <a:ext cx="2529266" cy="2134307"/>
            <a:chOff x="4932040" y="-198995"/>
            <a:chExt cx="2620978" cy="4540138"/>
          </a:xfrm>
        </p:grpSpPr>
        <p:sp>
          <p:nvSpPr>
            <p:cNvPr id="17" name="Rectangle 16">
              <a:extLst>
                <a:ext uri="{FF2B5EF4-FFF2-40B4-BE49-F238E27FC236}">
                  <a16:creationId xmlns:a16="http://schemas.microsoft.com/office/drawing/2014/main" id="{5DA28333-6227-A4FF-E896-E92D3F7E180B}"/>
                </a:ext>
              </a:extLst>
            </p:cNvPr>
            <p:cNvSpPr/>
            <p:nvPr/>
          </p:nvSpPr>
          <p:spPr>
            <a:xfrm>
              <a:off x="4932040" y="-198995"/>
              <a:ext cx="2620978" cy="4540138"/>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rtl="1"/>
              <a:endParaRPr lang="en-US" sz="1400">
                <a:latin typeface="Times New Roman" panose="02020603050405020304" pitchFamily="18" charset="0"/>
                <a:cs typeface="Times New Roman" panose="02020603050405020304" pitchFamily="18" charset="0"/>
              </a:endParaRPr>
            </a:p>
          </p:txBody>
        </p:sp>
        <p:sp>
          <p:nvSpPr>
            <p:cNvPr id="18" name="TextBox 6">
              <a:extLst>
                <a:ext uri="{FF2B5EF4-FFF2-40B4-BE49-F238E27FC236}">
                  <a16:creationId xmlns:a16="http://schemas.microsoft.com/office/drawing/2014/main" id="{C505B866-B091-B59C-AE9A-A651207CE8D7}"/>
                </a:ext>
              </a:extLst>
            </p:cNvPr>
            <p:cNvSpPr txBox="1"/>
            <p:nvPr/>
          </p:nvSpPr>
          <p:spPr>
            <a:xfrm>
              <a:off x="4981619" y="920305"/>
              <a:ext cx="2522983" cy="229263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algn="ctr" rtl="1"/>
              <a:r>
                <a:rPr lang="ar" sz="1400" b="1">
                  <a:solidFill>
                    <a:srgbClr val="7030A0"/>
                  </a:solidFill>
                  <a:latin typeface="Times New Roman" panose="02020603050405020304" pitchFamily="18" charset="0"/>
                  <a:ea typeface="+mn-lt"/>
                  <a:cs typeface="Times New Roman" panose="02020603050405020304" pitchFamily="18" charset="0"/>
                </a:rPr>
                <a:t>مثال:</a:t>
              </a:r>
              <a:endParaRPr lang="en-US" sz="1400" dirty="0">
                <a:solidFill>
                  <a:srgbClr val="7030A0"/>
                </a:solidFill>
                <a:latin typeface="Times New Roman" panose="02020603050405020304" pitchFamily="18" charset="0"/>
                <a:cs typeface="Times New Roman" panose="02020603050405020304" pitchFamily="18" charset="0"/>
              </a:endParaRPr>
            </a:p>
            <a:p>
              <a:pPr algn="ctr" rtl="1"/>
              <a:r>
                <a:rPr lang="ar" sz="1400">
                  <a:solidFill>
                    <a:srgbClr val="7030A0"/>
                  </a:solidFill>
                  <a:latin typeface="Times New Roman" panose="02020603050405020304" pitchFamily="18" charset="0"/>
                  <a:ea typeface="+mn-lt"/>
                  <a:cs typeface="Times New Roman" panose="02020603050405020304" pitchFamily="18" charset="0"/>
                </a:rPr>
                <a:t>"فاطمة، البالغة 17 ربيعًا، تتدرب بانتظام لتصبح أكثر مرونة في رياضتها المفضلة؛ فنون الدفاع عن النفس. يجب أن تتضمن خطتها تمارين تركز على الحركة، وتمارين لياقة منخفضة التأثير، وتدرجًا واقعيًا في المستوى."</a:t>
              </a:r>
            </a:p>
          </p:txBody>
        </p:sp>
      </p:grpSp>
      <p:sp>
        <p:nvSpPr>
          <p:cNvPr id="2" name="TextBox 1">
            <a:extLst>
              <a:ext uri="{FF2B5EF4-FFF2-40B4-BE49-F238E27FC236}">
                <a16:creationId xmlns:a16="http://schemas.microsoft.com/office/drawing/2014/main" id="{C01A098B-471F-B58F-2E8F-3F638B2A2C1D}"/>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636718760"/>
      </p:ext>
    </p:extLst>
  </p:cSld>
  <p:clrMapOvr>
    <a:masterClrMapping/>
  </p:clrMapOvr>
  <p:transition>
    <p:sndAc>
      <p:stSnd>
        <p:snd r:embed="rId2"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CB5A3FEA-92D4-D3C0-BBB8-B1364E0B7B4D}"/>
              </a:ext>
            </a:extLst>
          </p:cNvPr>
          <p:cNvGraphicFramePr>
            <a:graphicFrameLocks noGrp="1"/>
          </p:cNvGraphicFramePr>
          <p:nvPr>
            <p:ph sz="half" idx="2"/>
            <p:extLst>
              <p:ext uri="{D42A27DB-BD31-4B8C-83A1-F6EECF244321}">
                <p14:modId xmlns:p14="http://schemas.microsoft.com/office/powerpoint/2010/main" val="2572767570"/>
              </p:ext>
            </p:extLst>
          </p:nvPr>
        </p:nvGraphicFramePr>
        <p:xfrm>
          <a:off x="468312" y="2195513"/>
          <a:ext cx="7991475" cy="3596640"/>
        </p:xfrm>
        <a:graphic>
          <a:graphicData uri="http://schemas.openxmlformats.org/drawingml/2006/table">
            <a:tbl>
              <a:tblPr rtl="1" bandRow="1">
                <a:tableStyleId>{5940675A-B579-460E-94D1-54222C63F5DA}</a:tableStyleId>
              </a:tblPr>
              <a:tblGrid>
                <a:gridCol w="2663825">
                  <a:extLst>
                    <a:ext uri="{9D8B030D-6E8A-4147-A177-3AD203B41FA5}">
                      <a16:colId xmlns:a16="http://schemas.microsoft.com/office/drawing/2014/main" val="3888366918"/>
                    </a:ext>
                  </a:extLst>
                </a:gridCol>
                <a:gridCol w="2663825">
                  <a:extLst>
                    <a:ext uri="{9D8B030D-6E8A-4147-A177-3AD203B41FA5}">
                      <a16:colId xmlns:a16="http://schemas.microsoft.com/office/drawing/2014/main" val="2972803368"/>
                    </a:ext>
                  </a:extLst>
                </a:gridCol>
                <a:gridCol w="2663825">
                  <a:extLst>
                    <a:ext uri="{9D8B030D-6E8A-4147-A177-3AD203B41FA5}">
                      <a16:colId xmlns:a16="http://schemas.microsoft.com/office/drawing/2014/main" val="3556765785"/>
                    </a:ext>
                  </a:extLst>
                </a:gridCol>
              </a:tblGrid>
              <a:tr h="0">
                <a:tc>
                  <a:txBody>
                    <a:bodyPr/>
                    <a:lstStyle/>
                    <a:p>
                      <a:pPr algn="ctr" rtl="1">
                        <a:buNone/>
                      </a:pPr>
                      <a:r>
                        <a:rPr lang="ar" sz="2000" b="1">
                          <a:latin typeface="Times New Roman" panose="02020603050405020304" pitchFamily="18" charset="0"/>
                          <a:cs typeface="Times New Roman" panose="02020603050405020304" pitchFamily="18" charset="0"/>
                        </a:rPr>
                        <a:t>الطريقة</a:t>
                      </a:r>
                    </a:p>
                  </a:txBody>
                  <a:tcPr anchor="ctr"/>
                </a:tc>
                <a:tc>
                  <a:txBody>
                    <a:bodyPr/>
                    <a:lstStyle/>
                    <a:p>
                      <a:pPr algn="ctr" rtl="1">
                        <a:buNone/>
                      </a:pPr>
                      <a:r>
                        <a:rPr lang="ar" sz="2000" b="1">
                          <a:latin typeface="Times New Roman" panose="02020603050405020304" pitchFamily="18" charset="0"/>
                          <a:cs typeface="Times New Roman" panose="02020603050405020304" pitchFamily="18" charset="0"/>
                        </a:rPr>
                        <a:t>تناسب ما يأتي:</a:t>
                      </a:r>
                    </a:p>
                  </a:txBody>
                  <a:tcPr anchor="ctr"/>
                </a:tc>
                <a:tc>
                  <a:txBody>
                    <a:bodyPr/>
                    <a:lstStyle/>
                    <a:p>
                      <a:pPr algn="ctr" rtl="1">
                        <a:buNone/>
                      </a:pPr>
                      <a:r>
                        <a:rPr lang="ar" sz="2000" b="1">
                          <a:latin typeface="Times New Roman" panose="02020603050405020304" pitchFamily="18" charset="0"/>
                          <a:cs typeface="Times New Roman" panose="02020603050405020304" pitchFamily="18" charset="0"/>
                        </a:rPr>
                        <a:t>الأمثلة</a:t>
                      </a:r>
                    </a:p>
                  </a:txBody>
                  <a:tcPr anchor="ctr"/>
                </a:tc>
                <a:extLst>
                  <a:ext uri="{0D108BD9-81ED-4DB2-BD59-A6C34878D82A}">
                    <a16:rowId xmlns:a16="http://schemas.microsoft.com/office/drawing/2014/main" val="1128748530"/>
                  </a:ext>
                </a:extLst>
              </a:tr>
              <a:tr h="0">
                <a:tc>
                  <a:txBody>
                    <a:bodyPr/>
                    <a:lstStyle/>
                    <a:p>
                      <a:pPr rtl="1">
                        <a:buNone/>
                      </a:pPr>
                      <a:r>
                        <a:rPr lang="ar" sz="2000">
                          <a:latin typeface="Times New Roman" panose="02020603050405020304" pitchFamily="18" charset="0"/>
                          <a:cs typeface="Times New Roman" panose="02020603050405020304" pitchFamily="18" charset="0"/>
                        </a:rPr>
                        <a:t>التدريب المستمر</a:t>
                      </a:r>
                    </a:p>
                  </a:txBody>
                  <a:tcPr anchor="ctr"/>
                </a:tc>
                <a:tc>
                  <a:txBody>
                    <a:bodyPr/>
                    <a:lstStyle/>
                    <a:p>
                      <a:pPr rtl="1">
                        <a:buNone/>
                      </a:pPr>
                      <a:r>
                        <a:rPr lang="ar" sz="2000" dirty="0">
                          <a:latin typeface="Times New Roman" panose="02020603050405020304" pitchFamily="18" charset="0"/>
                          <a:cs typeface="Times New Roman" panose="02020603050405020304" pitchFamily="18" charset="0"/>
                        </a:rPr>
                        <a:t>التحمّل القلبي الوعائي</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العدو المنتظم وركوب الدراجة</a:t>
                      </a:r>
                    </a:p>
                  </a:txBody>
                  <a:tcPr anchor="ctr"/>
                </a:tc>
                <a:extLst>
                  <a:ext uri="{0D108BD9-81ED-4DB2-BD59-A6C34878D82A}">
                    <a16:rowId xmlns:a16="http://schemas.microsoft.com/office/drawing/2014/main" val="17693528"/>
                  </a:ext>
                </a:extLst>
              </a:tr>
              <a:tr h="0">
                <a:tc>
                  <a:txBody>
                    <a:bodyPr/>
                    <a:lstStyle/>
                    <a:p>
                      <a:pPr rtl="1">
                        <a:buNone/>
                      </a:pPr>
                      <a:r>
                        <a:rPr lang="ar" sz="2000">
                          <a:latin typeface="Times New Roman" panose="02020603050405020304" pitchFamily="18" charset="0"/>
                          <a:cs typeface="Times New Roman" panose="02020603050405020304" pitchFamily="18" charset="0"/>
                        </a:rPr>
                        <a:t>التدريب بالمقاومة</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القوة/التحمّل العضلي</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الأوزان وتمارين وزن الجسم الدائرية</a:t>
                      </a:r>
                    </a:p>
                  </a:txBody>
                  <a:tcPr anchor="ctr"/>
                </a:tc>
                <a:extLst>
                  <a:ext uri="{0D108BD9-81ED-4DB2-BD59-A6C34878D82A}">
                    <a16:rowId xmlns:a16="http://schemas.microsoft.com/office/drawing/2014/main" val="186789157"/>
                  </a:ext>
                </a:extLst>
              </a:tr>
              <a:tr h="0">
                <a:tc>
                  <a:txBody>
                    <a:bodyPr/>
                    <a:lstStyle/>
                    <a:p>
                      <a:pPr rtl="1">
                        <a:buNone/>
                      </a:pPr>
                      <a:r>
                        <a:rPr lang="ar" sz="2000">
                          <a:latin typeface="Times New Roman" panose="02020603050405020304" pitchFamily="18" charset="0"/>
                          <a:cs typeface="Times New Roman" panose="02020603050405020304" pitchFamily="18" charset="0"/>
                        </a:rPr>
                        <a:t>التدريب المتقطع</a:t>
                      </a:r>
                    </a:p>
                  </a:txBody>
                  <a:tcPr anchor="ctr"/>
                </a:tc>
                <a:tc>
                  <a:txBody>
                    <a:bodyPr/>
                    <a:lstStyle/>
                    <a:p>
                      <a:pPr rtl="1">
                        <a:buNone/>
                      </a:pPr>
                      <a:r>
                        <a:rPr lang="ar" sz="2000" dirty="0">
                          <a:latin typeface="Times New Roman" panose="02020603050405020304" pitchFamily="18" charset="0"/>
                          <a:cs typeface="Times New Roman" panose="02020603050405020304" pitchFamily="18" charset="0"/>
                        </a:rPr>
                        <a:t>السرعة واللياقة البدنية اللاهوائية</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تمارين العدو السريع، والتدريب المتقطع عالي الشدة (HIIT)</a:t>
                      </a:r>
                    </a:p>
                  </a:txBody>
                  <a:tcPr anchor="ctr"/>
                </a:tc>
                <a:extLst>
                  <a:ext uri="{0D108BD9-81ED-4DB2-BD59-A6C34878D82A}">
                    <a16:rowId xmlns:a16="http://schemas.microsoft.com/office/drawing/2014/main" val="2842889999"/>
                  </a:ext>
                </a:extLst>
              </a:tr>
              <a:tr h="0">
                <a:tc>
                  <a:txBody>
                    <a:bodyPr/>
                    <a:lstStyle/>
                    <a:p>
                      <a:pPr rtl="1">
                        <a:buNone/>
                      </a:pPr>
                      <a:r>
                        <a:rPr lang="ar" sz="2000">
                          <a:latin typeface="Times New Roman" panose="02020603050405020304" pitchFamily="18" charset="0"/>
                          <a:cs typeface="Times New Roman" panose="02020603050405020304" pitchFamily="18" charset="0"/>
                        </a:rPr>
                        <a:t>التدريب الدائري</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اللياقة البدنية العامة وفقدان الوزن</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محطات تمارين متنوعة</a:t>
                      </a:r>
                    </a:p>
                  </a:txBody>
                  <a:tcPr anchor="ctr"/>
                </a:tc>
                <a:extLst>
                  <a:ext uri="{0D108BD9-81ED-4DB2-BD59-A6C34878D82A}">
                    <a16:rowId xmlns:a16="http://schemas.microsoft.com/office/drawing/2014/main" val="1929827148"/>
                  </a:ext>
                </a:extLst>
              </a:tr>
              <a:tr h="0">
                <a:tc>
                  <a:txBody>
                    <a:bodyPr/>
                    <a:lstStyle/>
                    <a:p>
                      <a:pPr rtl="1">
                        <a:buNone/>
                      </a:pPr>
                      <a:r>
                        <a:rPr lang="ar" sz="2000">
                          <a:latin typeface="Times New Roman" panose="02020603050405020304" pitchFamily="18" charset="0"/>
                          <a:cs typeface="Times New Roman" panose="02020603050405020304" pitchFamily="18" charset="0"/>
                        </a:rPr>
                        <a:t>تدريب المرونة</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مرونة المفاصل والوقاية من الإصابات</a:t>
                      </a:r>
                    </a:p>
                  </a:txBody>
                  <a:tcPr anchor="ctr"/>
                </a:tc>
                <a:tc>
                  <a:txBody>
                    <a:bodyPr/>
                    <a:lstStyle/>
                    <a:p>
                      <a:pPr rtl="1">
                        <a:buNone/>
                      </a:pPr>
                      <a:r>
                        <a:rPr lang="ar" sz="2000" dirty="0">
                          <a:latin typeface="Times New Roman" panose="02020603050405020304" pitchFamily="18" charset="0"/>
                          <a:cs typeface="Times New Roman" panose="02020603050405020304" pitchFamily="18" charset="0"/>
                        </a:rPr>
                        <a:t>تمارين الإطالة الثابتة أو المتحركة</a:t>
                      </a:r>
                    </a:p>
                  </a:txBody>
                  <a:tcPr anchor="ctr"/>
                </a:tc>
                <a:extLst>
                  <a:ext uri="{0D108BD9-81ED-4DB2-BD59-A6C34878D82A}">
                    <a16:rowId xmlns:a16="http://schemas.microsoft.com/office/drawing/2014/main" val="926029624"/>
                  </a:ext>
                </a:extLst>
              </a:tr>
            </a:tbl>
          </a:graphicData>
        </a:graphic>
      </p:graphicFrame>
      <p:sp>
        <p:nvSpPr>
          <p:cNvPr id="9" name="Title 2">
            <a:extLst>
              <a:ext uri="{FF2B5EF4-FFF2-40B4-BE49-F238E27FC236}">
                <a16:creationId xmlns:a16="http://schemas.microsoft.com/office/drawing/2014/main" id="{EDCF6D23-425B-FCE7-5080-471B838A357C}"/>
              </a:ext>
            </a:extLst>
          </p:cNvPr>
          <p:cNvSpPr txBox="1">
            <a:spLocks noChangeArrowheads="1"/>
          </p:cNvSpPr>
          <p:nvPr/>
        </p:nvSpPr>
        <p:spPr bwMode="auto">
          <a:xfrm>
            <a:off x="251520" y="1124757"/>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أ3 تصميم البرنامج</a:t>
            </a:r>
            <a:endParaRPr lang="en-US" b="1" dirty="0">
              <a:latin typeface="Times New Roman" panose="02020603050405020304" pitchFamily="18" charset="0"/>
              <a:cs typeface="Times New Roman" panose="02020603050405020304" pitchFamily="18" charset="0"/>
            </a:endParaRPr>
          </a:p>
        </p:txBody>
      </p:sp>
      <p:sp>
        <p:nvSpPr>
          <p:cNvPr id="11" name="TextBox 4">
            <a:extLst>
              <a:ext uri="{FF2B5EF4-FFF2-40B4-BE49-F238E27FC236}">
                <a16:creationId xmlns:a16="http://schemas.microsoft.com/office/drawing/2014/main" id="{43D52867-3AC9-DAEE-64DA-F67D9C1860D0}"/>
              </a:ext>
            </a:extLst>
          </p:cNvPr>
          <p:cNvSpPr txBox="1"/>
          <p:nvPr/>
        </p:nvSpPr>
        <p:spPr>
          <a:xfrm>
            <a:off x="480506" y="1713468"/>
            <a:ext cx="7978962"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fontAlgn="ctr"/>
            <a:r>
              <a:rPr lang="ar" b="1">
                <a:solidFill>
                  <a:srgbClr val="002060"/>
                </a:solidFill>
                <a:latin typeface="Times New Roman" panose="02020603050405020304" pitchFamily="18" charset="0"/>
                <a:cs typeface="Times New Roman" panose="02020603050405020304" pitchFamily="18" charset="0"/>
              </a:rPr>
              <a:t>اختيار أسلوب التدريب المناسب</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6280631-8B8E-D765-0290-9E721C57CBE6}"/>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3486390598"/>
      </p:ext>
    </p:extLst>
  </p:cSld>
  <p:clrMapOvr>
    <a:masterClrMapping/>
  </p:clrMapOvr>
  <p:transition>
    <p:sndAc>
      <p:stSnd>
        <p:snd r:embed="rId2"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647109DA-C068-9942-97A6-DB43BBC96F79}"/>
              </a:ext>
            </a:extLst>
          </p:cNvPr>
          <p:cNvGraphicFramePr>
            <a:graphicFrameLocks noGrp="1"/>
          </p:cNvGraphicFramePr>
          <p:nvPr>
            <p:extLst>
              <p:ext uri="{D42A27DB-BD31-4B8C-83A1-F6EECF244321}">
                <p14:modId xmlns:p14="http://schemas.microsoft.com/office/powerpoint/2010/main" val="1334735044"/>
              </p:ext>
            </p:extLst>
          </p:nvPr>
        </p:nvGraphicFramePr>
        <p:xfrm>
          <a:off x="661557" y="2448502"/>
          <a:ext cx="7892953" cy="1981200"/>
        </p:xfrm>
        <a:graphic>
          <a:graphicData uri="http://schemas.openxmlformats.org/drawingml/2006/table">
            <a:tbl>
              <a:tblPr rtl="1" bandRow="1">
                <a:tableStyleId>{5940675A-B579-460E-94D1-54222C63F5DA}</a:tableStyleId>
              </a:tblPr>
              <a:tblGrid>
                <a:gridCol w="3798626">
                  <a:extLst>
                    <a:ext uri="{9D8B030D-6E8A-4147-A177-3AD203B41FA5}">
                      <a16:colId xmlns:a16="http://schemas.microsoft.com/office/drawing/2014/main" val="1776570637"/>
                    </a:ext>
                  </a:extLst>
                </a:gridCol>
                <a:gridCol w="4094327">
                  <a:extLst>
                    <a:ext uri="{9D8B030D-6E8A-4147-A177-3AD203B41FA5}">
                      <a16:colId xmlns:a16="http://schemas.microsoft.com/office/drawing/2014/main" val="1743494763"/>
                    </a:ext>
                  </a:extLst>
                </a:gridCol>
              </a:tblGrid>
              <a:tr h="0">
                <a:tc>
                  <a:txBody>
                    <a:bodyPr/>
                    <a:lstStyle/>
                    <a:p>
                      <a:pPr algn="ctr" rtl="1">
                        <a:buNone/>
                      </a:pPr>
                      <a:r>
                        <a:rPr lang="ar" sz="2000" b="1" dirty="0">
                          <a:latin typeface="Times New Roman" panose="02020603050405020304" pitchFamily="18" charset="0"/>
                          <a:cs typeface="Times New Roman" panose="02020603050405020304" pitchFamily="18" charset="0"/>
                        </a:rPr>
                        <a:t>الإحماء</a:t>
                      </a:r>
                    </a:p>
                  </a:txBody>
                  <a:tcPr anchor="ctr"/>
                </a:tc>
                <a:tc>
                  <a:txBody>
                    <a:bodyPr/>
                    <a:lstStyle/>
                    <a:p>
                      <a:pPr algn="ctr" rtl="1">
                        <a:buNone/>
                      </a:pPr>
                      <a:r>
                        <a:rPr lang="ar" sz="2000" b="1">
                          <a:latin typeface="Times New Roman" panose="02020603050405020304" pitchFamily="18" charset="0"/>
                          <a:cs typeface="Times New Roman" panose="02020603050405020304" pitchFamily="18" charset="0"/>
                        </a:rPr>
                        <a:t>التهدئة</a:t>
                      </a:r>
                    </a:p>
                  </a:txBody>
                  <a:tcPr anchor="ctr"/>
                </a:tc>
                <a:extLst>
                  <a:ext uri="{0D108BD9-81ED-4DB2-BD59-A6C34878D82A}">
                    <a16:rowId xmlns:a16="http://schemas.microsoft.com/office/drawing/2014/main" val="3511600874"/>
                  </a:ext>
                </a:extLst>
              </a:tr>
              <a:tr h="0">
                <a:tc>
                  <a:txBody>
                    <a:bodyPr/>
                    <a:lstStyle/>
                    <a:p>
                      <a:pPr rtl="1">
                        <a:buNone/>
                      </a:pPr>
                      <a:r>
                        <a:rPr lang="ar" sz="2000">
                          <a:latin typeface="Times New Roman" panose="02020603050405020304" pitchFamily="18" charset="0"/>
                          <a:cs typeface="Times New Roman" panose="02020603050405020304" pitchFamily="18" charset="0"/>
                        </a:rPr>
                        <a:t>يهيئ الجسم للتمرين</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يُساعد على التعافي</a:t>
                      </a:r>
                    </a:p>
                  </a:txBody>
                  <a:tcPr anchor="ctr"/>
                </a:tc>
                <a:extLst>
                  <a:ext uri="{0D108BD9-81ED-4DB2-BD59-A6C34878D82A}">
                    <a16:rowId xmlns:a16="http://schemas.microsoft.com/office/drawing/2014/main" val="4038237250"/>
                  </a:ext>
                </a:extLst>
              </a:tr>
              <a:tr h="0">
                <a:tc>
                  <a:txBody>
                    <a:bodyPr/>
                    <a:lstStyle/>
                    <a:p>
                      <a:pPr rtl="1">
                        <a:buNone/>
                      </a:pPr>
                      <a:r>
                        <a:rPr lang="ar" sz="2000" dirty="0">
                          <a:latin typeface="Times New Roman" panose="02020603050405020304" pitchFamily="18" charset="0"/>
                          <a:cs typeface="Times New Roman" panose="02020603050405020304" pitchFamily="18" charset="0"/>
                        </a:rPr>
                        <a:t>يزيد من تدفق الدم</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يُسهم في إزالة الفضلات من العضلات</a:t>
                      </a:r>
                    </a:p>
                  </a:txBody>
                  <a:tcPr anchor="ctr"/>
                </a:tc>
                <a:extLst>
                  <a:ext uri="{0D108BD9-81ED-4DB2-BD59-A6C34878D82A}">
                    <a16:rowId xmlns:a16="http://schemas.microsoft.com/office/drawing/2014/main" val="768856170"/>
                  </a:ext>
                </a:extLst>
              </a:tr>
              <a:tr h="0">
                <a:tc>
                  <a:txBody>
                    <a:bodyPr/>
                    <a:lstStyle/>
                    <a:p>
                      <a:pPr rtl="1">
                        <a:buNone/>
                      </a:pPr>
                      <a:r>
                        <a:rPr lang="ar" sz="2000">
                          <a:latin typeface="Times New Roman" panose="02020603050405020304" pitchFamily="18" charset="0"/>
                          <a:cs typeface="Times New Roman" panose="02020603050405020304" pitchFamily="18" charset="0"/>
                        </a:rPr>
                        <a:t>يُنشّط حركة المفاصل</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يُقلّل من معدل ضربات القلب تدريجيًا</a:t>
                      </a:r>
                    </a:p>
                  </a:txBody>
                  <a:tcPr anchor="ctr"/>
                </a:tc>
                <a:extLst>
                  <a:ext uri="{0D108BD9-81ED-4DB2-BD59-A6C34878D82A}">
                    <a16:rowId xmlns:a16="http://schemas.microsoft.com/office/drawing/2014/main" val="4111522874"/>
                  </a:ext>
                </a:extLst>
              </a:tr>
              <a:tr h="0">
                <a:tc>
                  <a:txBody>
                    <a:bodyPr/>
                    <a:lstStyle/>
                    <a:p>
                      <a:pPr rtl="1">
                        <a:buNone/>
                      </a:pPr>
                      <a:r>
                        <a:rPr lang="ar" sz="2000">
                          <a:latin typeface="Times New Roman" panose="02020603050405020304" pitchFamily="18" charset="0"/>
                          <a:cs typeface="Times New Roman" panose="02020603050405020304" pitchFamily="18" charset="0"/>
                        </a:rPr>
                        <a:t>يُهيّئ الرياضي ذهنيًا</a:t>
                      </a:r>
                    </a:p>
                  </a:txBody>
                  <a:tcPr anchor="ctr"/>
                </a:tc>
                <a:tc>
                  <a:txBody>
                    <a:bodyPr/>
                    <a:lstStyle/>
                    <a:p>
                      <a:pPr rtl="1">
                        <a:buNone/>
                      </a:pPr>
                      <a:r>
                        <a:rPr lang="ar" sz="2000" dirty="0">
                          <a:latin typeface="Times New Roman" panose="02020603050405020304" pitchFamily="18" charset="0"/>
                          <a:cs typeface="Times New Roman" panose="02020603050405020304" pitchFamily="18" charset="0"/>
                        </a:rPr>
                        <a:t>يُقلّل من الألم والتيبّس العضلي</a:t>
                      </a:r>
                    </a:p>
                  </a:txBody>
                  <a:tcPr anchor="ctr"/>
                </a:tc>
                <a:extLst>
                  <a:ext uri="{0D108BD9-81ED-4DB2-BD59-A6C34878D82A}">
                    <a16:rowId xmlns:a16="http://schemas.microsoft.com/office/drawing/2014/main" val="1149786287"/>
                  </a:ext>
                </a:extLst>
              </a:tr>
            </a:tbl>
          </a:graphicData>
        </a:graphic>
      </p:graphicFrame>
      <p:sp>
        <p:nvSpPr>
          <p:cNvPr id="10" name="Title 2">
            <a:extLst>
              <a:ext uri="{FF2B5EF4-FFF2-40B4-BE49-F238E27FC236}">
                <a16:creationId xmlns:a16="http://schemas.microsoft.com/office/drawing/2014/main" id="{549586FE-F37D-C569-CC97-3A2490C3B916}"/>
              </a:ext>
            </a:extLst>
          </p:cNvPr>
          <p:cNvSpPr txBox="1">
            <a:spLocks noChangeArrowheads="1"/>
          </p:cNvSpPr>
          <p:nvPr/>
        </p:nvSpPr>
        <p:spPr bwMode="auto">
          <a:xfrm>
            <a:off x="251520" y="1124757"/>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أ3 تصميم البرنامج</a:t>
            </a:r>
            <a:endParaRPr lang="en-US" b="1" dirty="0">
              <a:latin typeface="Times New Roman" panose="02020603050405020304" pitchFamily="18" charset="0"/>
              <a:cs typeface="Times New Roman" panose="02020603050405020304" pitchFamily="18" charset="0"/>
            </a:endParaRPr>
          </a:p>
        </p:txBody>
      </p:sp>
      <p:sp>
        <p:nvSpPr>
          <p:cNvPr id="16" name="TextBox 4">
            <a:extLst>
              <a:ext uri="{FF2B5EF4-FFF2-40B4-BE49-F238E27FC236}">
                <a16:creationId xmlns:a16="http://schemas.microsoft.com/office/drawing/2014/main" id="{3AB17E21-AB31-5E00-028F-21F0E628B3ED}"/>
              </a:ext>
            </a:extLst>
          </p:cNvPr>
          <p:cNvSpPr txBox="1"/>
          <p:nvPr/>
        </p:nvSpPr>
        <p:spPr>
          <a:xfrm>
            <a:off x="634444" y="1890500"/>
            <a:ext cx="7886600"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fontAlgn="ctr"/>
            <a:r>
              <a:rPr lang="ar" b="1">
                <a:solidFill>
                  <a:srgbClr val="002060"/>
                </a:solidFill>
                <a:latin typeface="Times New Roman" panose="02020603050405020304" pitchFamily="18" charset="0"/>
                <a:cs typeface="Times New Roman" panose="02020603050405020304" pitchFamily="18" charset="0"/>
              </a:rPr>
              <a:t>لماذا تُعد تمارين الإحماء والتهدئة ضرورية؟</a:t>
            </a:r>
            <a:endParaRPr lang="en-GB" b="1" dirty="0">
              <a:latin typeface="Times New Roman" panose="02020603050405020304" pitchFamily="18" charset="0"/>
              <a:cs typeface="Times New Roman" panose="02020603050405020304" pitchFamily="18" charset="0"/>
            </a:endParaRPr>
          </a:p>
        </p:txBody>
      </p:sp>
      <p:grpSp>
        <p:nvGrpSpPr>
          <p:cNvPr id="20" name="Group 19">
            <a:extLst>
              <a:ext uri="{FF2B5EF4-FFF2-40B4-BE49-F238E27FC236}">
                <a16:creationId xmlns:a16="http://schemas.microsoft.com/office/drawing/2014/main" id="{19F18697-BBA5-CBC2-A21E-5CFDA8FB98AA}"/>
              </a:ext>
            </a:extLst>
          </p:cNvPr>
          <p:cNvGrpSpPr/>
          <p:nvPr/>
        </p:nvGrpSpPr>
        <p:grpSpPr>
          <a:xfrm>
            <a:off x="1763688" y="4654447"/>
            <a:ext cx="6789362" cy="1333823"/>
            <a:chOff x="4758888" y="1503810"/>
            <a:chExt cx="2794130" cy="2837333"/>
          </a:xfrm>
        </p:grpSpPr>
        <p:sp>
          <p:nvSpPr>
            <p:cNvPr id="18" name="Rectangle 17">
              <a:extLst>
                <a:ext uri="{FF2B5EF4-FFF2-40B4-BE49-F238E27FC236}">
                  <a16:creationId xmlns:a16="http://schemas.microsoft.com/office/drawing/2014/main" id="{AAC3FBFF-F5EC-8144-3885-1DB53D0BE6C3}"/>
                </a:ext>
              </a:extLst>
            </p:cNvPr>
            <p:cNvSpPr/>
            <p:nvPr/>
          </p:nvSpPr>
          <p:spPr>
            <a:xfrm>
              <a:off x="4932040" y="1503810"/>
              <a:ext cx="2620978" cy="2837333"/>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rtl="1"/>
              <a:endParaRPr lang="en-US" sz="1600">
                <a:latin typeface="Times New Roman" panose="02020603050405020304" pitchFamily="18" charset="0"/>
                <a:cs typeface="Times New Roman" panose="02020603050405020304" pitchFamily="18" charset="0"/>
              </a:endParaRPr>
            </a:p>
          </p:txBody>
        </p:sp>
        <p:sp>
          <p:nvSpPr>
            <p:cNvPr id="19" name="TextBox 6">
              <a:extLst>
                <a:ext uri="{FF2B5EF4-FFF2-40B4-BE49-F238E27FC236}">
                  <a16:creationId xmlns:a16="http://schemas.microsoft.com/office/drawing/2014/main" id="{8758A489-C0A5-DAAB-BF37-9151C2E04FCE}"/>
                </a:ext>
              </a:extLst>
            </p:cNvPr>
            <p:cNvSpPr txBox="1"/>
            <p:nvPr/>
          </p:nvSpPr>
          <p:spPr>
            <a:xfrm>
              <a:off x="4758888" y="1771710"/>
              <a:ext cx="2761771" cy="229263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rtl="1"/>
              <a:r>
                <a:rPr lang="ar" sz="1600" b="1" dirty="0">
                  <a:solidFill>
                    <a:srgbClr val="7030A0"/>
                  </a:solidFill>
                  <a:latin typeface="Times New Roman" panose="02020603050405020304" pitchFamily="18" charset="0"/>
                  <a:ea typeface="+mn-lt"/>
                  <a:cs typeface="Times New Roman" panose="02020603050405020304" pitchFamily="18" charset="0"/>
                </a:rPr>
                <a:t>نموذج تنظيمي:</a:t>
              </a:r>
              <a:endParaRPr lang="en-US" sz="1600" dirty="0">
                <a:solidFill>
                  <a:srgbClr val="7030A0"/>
                </a:solidFill>
                <a:latin typeface="Times New Roman" panose="02020603050405020304" pitchFamily="18" charset="0"/>
                <a:cs typeface="Times New Roman" panose="02020603050405020304" pitchFamily="18" charset="0"/>
              </a:endParaRPr>
            </a:p>
            <a:p>
              <a:pPr rtl="1"/>
              <a:endParaRPr lang="en-US" sz="800" b="1" dirty="0">
                <a:solidFill>
                  <a:srgbClr val="7030A0"/>
                </a:solidFill>
                <a:latin typeface="Times New Roman" panose="02020603050405020304" pitchFamily="18" charset="0"/>
                <a:ea typeface="+mn-lt"/>
                <a:cs typeface="Times New Roman" panose="02020603050405020304" pitchFamily="18" charset="0"/>
              </a:endParaRPr>
            </a:p>
            <a:p>
              <a:pPr rtl="1"/>
              <a:r>
                <a:rPr lang="ar" sz="1600" dirty="0">
                  <a:solidFill>
                    <a:srgbClr val="7030A0"/>
                  </a:solidFill>
                  <a:latin typeface="Times New Roman" panose="02020603050405020304" pitchFamily="18" charset="0"/>
                  <a:ea typeface="+mn-lt"/>
                  <a:cs typeface="Times New Roman" panose="02020603050405020304" pitchFamily="18" charset="0"/>
                </a:rPr>
                <a:t>الإحماء: تمارين هوائية (كارديو) خفيفة → تمارين إطالة (تمطيط) ديناميكية → إعداد مهاراتي </a:t>
              </a:r>
              <a:endParaRPr lang="en-US" sz="2000" dirty="0">
                <a:latin typeface="Times New Roman" panose="02020603050405020304" pitchFamily="18" charset="0"/>
                <a:cs typeface="Times New Roman" panose="02020603050405020304" pitchFamily="18" charset="0"/>
              </a:endParaRPr>
            </a:p>
            <a:p>
              <a:pPr rtl="1"/>
              <a:r>
                <a:rPr lang="ar" sz="1600" dirty="0">
                  <a:solidFill>
                    <a:srgbClr val="7030A0"/>
                  </a:solidFill>
                  <a:latin typeface="Times New Roman" panose="02020603050405020304" pitchFamily="18" charset="0"/>
                  <a:ea typeface="+mn-lt"/>
                  <a:cs typeface="Times New Roman" panose="02020603050405020304" pitchFamily="18" charset="0"/>
                </a:rPr>
                <a:t>التهدئة: نشاط منخفض الشدة → تمارين إطالة ثابتة </a:t>
              </a:r>
              <a:endParaRPr lang="en-US" sz="2000" dirty="0">
                <a:latin typeface="Times New Roman" panose="02020603050405020304" pitchFamily="18" charset="0"/>
                <a:cs typeface="Times New Roman" panose="02020603050405020304" pitchFamily="18" charset="0"/>
              </a:endParaRPr>
            </a:p>
          </p:txBody>
        </p:sp>
      </p:grpSp>
      <p:sp>
        <p:nvSpPr>
          <p:cNvPr id="2" name="TextBox 1">
            <a:extLst>
              <a:ext uri="{FF2B5EF4-FFF2-40B4-BE49-F238E27FC236}">
                <a16:creationId xmlns:a16="http://schemas.microsoft.com/office/drawing/2014/main" id="{8E636C31-31AB-C39E-6828-B0DCFA3FACF2}"/>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2700267934"/>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working out in a gym&#10;&#10;AI-generated content may be incorrect.">
            <a:extLst>
              <a:ext uri="{FF2B5EF4-FFF2-40B4-BE49-F238E27FC236}">
                <a16:creationId xmlns:a16="http://schemas.microsoft.com/office/drawing/2014/main" id="{77CFED93-905C-3A0A-3E8B-F5366A6B9872}"/>
              </a:ext>
            </a:extLst>
          </p:cNvPr>
          <p:cNvPicPr>
            <a:picLocks noChangeAspect="1"/>
          </p:cNvPicPr>
          <p:nvPr/>
        </p:nvPicPr>
        <p:blipFill>
          <a:blip r:embed="rId3"/>
          <a:stretch>
            <a:fillRect/>
          </a:stretch>
        </p:blipFill>
        <p:spPr>
          <a:xfrm>
            <a:off x="685502" y="4681960"/>
            <a:ext cx="2621145" cy="1747163"/>
          </a:xfrm>
          <a:prstGeom prst="rect">
            <a:avLst/>
          </a:prstGeom>
        </p:spPr>
      </p:pic>
      <p:sp>
        <p:nvSpPr>
          <p:cNvPr id="10" name="Title 2">
            <a:extLst>
              <a:ext uri="{FF2B5EF4-FFF2-40B4-BE49-F238E27FC236}">
                <a16:creationId xmlns:a16="http://schemas.microsoft.com/office/drawing/2014/main" id="{8D50EC01-E1C6-6440-9E54-AAE4EEA2E916}"/>
              </a:ext>
            </a:extLst>
          </p:cNvPr>
          <p:cNvSpPr txBox="1">
            <a:spLocks noChangeArrowheads="1"/>
          </p:cNvSpPr>
          <p:nvPr/>
        </p:nvSpPr>
        <p:spPr bwMode="auto">
          <a:xfrm>
            <a:off x="251520" y="1124757"/>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أ3 تصميم البرنامج</a:t>
            </a:r>
            <a:endParaRPr lang="en-US" b="1" dirty="0">
              <a:latin typeface="Times New Roman" panose="02020603050405020304" pitchFamily="18" charset="0"/>
              <a:cs typeface="Times New Roman" panose="02020603050405020304" pitchFamily="18" charset="0"/>
            </a:endParaRPr>
          </a:p>
        </p:txBody>
      </p:sp>
      <p:sp>
        <p:nvSpPr>
          <p:cNvPr id="12" name="TextBox 4">
            <a:extLst>
              <a:ext uri="{FF2B5EF4-FFF2-40B4-BE49-F238E27FC236}">
                <a16:creationId xmlns:a16="http://schemas.microsoft.com/office/drawing/2014/main" id="{A6C32264-077B-35BC-ACB6-5D718A772963}"/>
              </a:ext>
            </a:extLst>
          </p:cNvPr>
          <p:cNvSpPr txBox="1"/>
          <p:nvPr/>
        </p:nvSpPr>
        <p:spPr>
          <a:xfrm>
            <a:off x="634444" y="1559531"/>
            <a:ext cx="7886600"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fontAlgn="ctr"/>
            <a:r>
              <a:rPr lang="ar" b="1">
                <a:solidFill>
                  <a:srgbClr val="002060"/>
                </a:solidFill>
                <a:latin typeface="Times New Roman" panose="02020603050405020304" pitchFamily="18" charset="0"/>
                <a:cs typeface="Times New Roman" panose="02020603050405020304" pitchFamily="18" charset="0"/>
              </a:rPr>
              <a:t>المهمة – تحليل الهيكل التنظيمي للحصة التدريبية</a:t>
            </a:r>
            <a:endParaRPr lang="en-GB" b="1" dirty="0">
              <a:latin typeface="Times New Roman" panose="02020603050405020304" pitchFamily="18" charset="0"/>
              <a:cs typeface="Times New Roman" panose="02020603050405020304" pitchFamily="18" charset="0"/>
            </a:endParaRPr>
          </a:p>
        </p:txBody>
      </p:sp>
      <p:sp>
        <p:nvSpPr>
          <p:cNvPr id="16" name="Content Placeholder 3">
            <a:extLst>
              <a:ext uri="{FF2B5EF4-FFF2-40B4-BE49-F238E27FC236}">
                <a16:creationId xmlns:a16="http://schemas.microsoft.com/office/drawing/2014/main" id="{64992BD5-B3CA-2B26-5674-4289A4D91FDB}"/>
              </a:ext>
            </a:extLst>
          </p:cNvPr>
          <p:cNvSpPr txBox="1">
            <a:spLocks noChangeArrowheads="1"/>
          </p:cNvSpPr>
          <p:nvPr/>
        </p:nvSpPr>
        <p:spPr bwMode="auto">
          <a:xfrm>
            <a:off x="629881" y="2013856"/>
            <a:ext cx="7889319" cy="2528399"/>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marL="0" indent="0" rtl="1">
              <a:buNone/>
            </a:pPr>
            <a:r>
              <a:rPr lang="ar" sz="1800" b="1" dirty="0">
                <a:latin typeface="Times New Roman" panose="02020603050405020304" pitchFamily="18" charset="0"/>
                <a:cs typeface="Times New Roman" panose="02020603050405020304" pitchFamily="18" charset="0"/>
              </a:rPr>
              <a:t>تعليمات المهمة:</a:t>
            </a:r>
            <a:endParaRPr lang="en-GB" sz="1800" dirty="0">
              <a:latin typeface="Times New Roman" panose="02020603050405020304" pitchFamily="18" charset="0"/>
              <a:cs typeface="Times New Roman" panose="02020603050405020304" pitchFamily="18" charset="0"/>
            </a:endParaRPr>
          </a:p>
          <a:p>
            <a:pPr marL="0" indent="0" rtl="1">
              <a:buNone/>
            </a:pPr>
            <a:r>
              <a:rPr lang="ar" sz="1800" dirty="0">
                <a:latin typeface="Times New Roman" panose="02020603050405020304" pitchFamily="18" charset="0"/>
                <a:cs typeface="Times New Roman" panose="02020603050405020304" pitchFamily="18" charset="0"/>
              </a:rPr>
              <a:t>شاهد مقطع فيديو لحصة تدريبية (مثل: تدريب متقطع عالي الشدة (HIIT)، تمرين في صالة الألعاب الرياضية، أو تدريب خاص برياضة معينة)</a:t>
            </a:r>
            <a:r>
              <a:rPr lang="ar-EG" sz="1800"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marL="0" indent="0" rtl="1">
              <a:buNone/>
            </a:pPr>
            <a:endParaRPr lang="en-GB" sz="1000" dirty="0">
              <a:latin typeface="Times New Roman" panose="02020603050405020304" pitchFamily="18" charset="0"/>
              <a:cs typeface="Times New Roman" panose="02020603050405020304" pitchFamily="18" charset="0"/>
            </a:endParaRPr>
          </a:p>
          <a:p>
            <a:pPr marL="0" indent="0" rtl="1">
              <a:buNone/>
            </a:pPr>
            <a:r>
              <a:rPr lang="ar" sz="1800" dirty="0">
                <a:latin typeface="Times New Roman" panose="02020603050405020304" pitchFamily="18" charset="0"/>
                <a:cs typeface="Times New Roman" panose="02020603050405020304" pitchFamily="18" charset="0"/>
              </a:rPr>
              <a:t>حدد وصف </a:t>
            </a:r>
            <a:r>
              <a:rPr lang="ar-EG" sz="1800" dirty="0">
                <a:latin typeface="Times New Roman" panose="02020603050405020304" pitchFamily="18" charset="0"/>
                <a:cs typeface="Times New Roman" panose="02020603050405020304" pitchFamily="18" charset="0"/>
              </a:rPr>
              <a:t>الآت</a:t>
            </a:r>
            <a:r>
              <a:rPr lang="ar" sz="1800" dirty="0">
                <a:latin typeface="Times New Roman" panose="02020603050405020304" pitchFamily="18" charset="0"/>
                <a:cs typeface="Times New Roman" panose="02020603050405020304" pitchFamily="18" charset="0"/>
              </a:rPr>
              <a:t>ي:</a:t>
            </a:r>
          </a:p>
          <a:p>
            <a:pPr marL="1028700" lvl="1" rtl="1">
              <a:buFont typeface="Wingdings"/>
              <a:buChar char="§"/>
            </a:pPr>
            <a:r>
              <a:rPr lang="ar" sz="1800" dirty="0">
                <a:latin typeface="Times New Roman" panose="02020603050405020304" pitchFamily="18" charset="0"/>
                <a:cs typeface="Times New Roman" panose="02020603050405020304" pitchFamily="18" charset="0"/>
              </a:rPr>
              <a:t>الهيكل التنظيمي للإحماء</a:t>
            </a:r>
            <a:endParaRPr lang="en-US" sz="1800" dirty="0">
              <a:latin typeface="Times New Roman" panose="02020603050405020304" pitchFamily="18" charset="0"/>
              <a:cs typeface="Times New Roman" panose="02020603050405020304" pitchFamily="18" charset="0"/>
            </a:endParaRPr>
          </a:p>
          <a:p>
            <a:pPr marL="1028700" lvl="1" rtl="1">
              <a:buFont typeface="Wingdings"/>
              <a:buChar char="§"/>
            </a:pPr>
            <a:r>
              <a:rPr lang="ar" sz="1800" dirty="0">
                <a:latin typeface="Times New Roman" panose="02020603050405020304" pitchFamily="18" charset="0"/>
                <a:cs typeface="Times New Roman" panose="02020603050405020304" pitchFamily="18" charset="0"/>
              </a:rPr>
              <a:t>طريقة التدريب الأساسية المستخدمة</a:t>
            </a:r>
            <a:endParaRPr lang="en-US" sz="1800" dirty="0">
              <a:latin typeface="Times New Roman" panose="02020603050405020304" pitchFamily="18" charset="0"/>
              <a:cs typeface="Times New Roman" panose="02020603050405020304" pitchFamily="18" charset="0"/>
            </a:endParaRPr>
          </a:p>
          <a:p>
            <a:pPr marL="1028700" lvl="1" rtl="1">
              <a:buFont typeface="Wingdings"/>
              <a:buChar char="§"/>
            </a:pPr>
            <a:r>
              <a:rPr lang="ar" sz="1800" dirty="0">
                <a:latin typeface="Times New Roman" panose="02020603050405020304" pitchFamily="18" charset="0"/>
                <a:cs typeface="Times New Roman" panose="02020603050405020304" pitchFamily="18" charset="0"/>
              </a:rPr>
              <a:t>عناصر التهدئة</a:t>
            </a:r>
            <a:endParaRPr lang="en-GB" sz="2000" dirty="0">
              <a:latin typeface="Times New Roman" panose="02020603050405020304" pitchFamily="18" charset="0"/>
              <a:cs typeface="Times New Roman" panose="02020603050405020304" pitchFamily="18" charset="0"/>
            </a:endParaRPr>
          </a:p>
          <a:p>
            <a:pPr marL="0" indent="0" rtl="1">
              <a:buNone/>
            </a:pPr>
            <a:endParaRPr lang="en-GB" sz="1800" dirty="0">
              <a:latin typeface="Times New Roman" panose="02020603050405020304" pitchFamily="18" charset="0"/>
              <a:cs typeface="Times New Roman" panose="02020603050405020304" pitchFamily="18" charset="0"/>
            </a:endParaRPr>
          </a:p>
        </p:txBody>
      </p:sp>
      <p:grpSp>
        <p:nvGrpSpPr>
          <p:cNvPr id="22" name="Group 21">
            <a:extLst>
              <a:ext uri="{FF2B5EF4-FFF2-40B4-BE49-F238E27FC236}">
                <a16:creationId xmlns:a16="http://schemas.microsoft.com/office/drawing/2014/main" id="{92FD0FB5-87D6-1645-EE12-1CA22D6A6F2B}"/>
              </a:ext>
            </a:extLst>
          </p:cNvPr>
          <p:cNvGrpSpPr/>
          <p:nvPr/>
        </p:nvGrpSpPr>
        <p:grpSpPr>
          <a:xfrm flipH="1">
            <a:off x="3307294" y="4685235"/>
            <a:ext cx="5214970" cy="1749459"/>
            <a:chOff x="4932040" y="1503810"/>
            <a:chExt cx="2803638" cy="2837333"/>
          </a:xfrm>
        </p:grpSpPr>
        <p:sp>
          <p:nvSpPr>
            <p:cNvPr id="20" name="Rectangle 19">
              <a:extLst>
                <a:ext uri="{FF2B5EF4-FFF2-40B4-BE49-F238E27FC236}">
                  <a16:creationId xmlns:a16="http://schemas.microsoft.com/office/drawing/2014/main" id="{3849937F-E23E-DD6D-05EC-28538CA51A9F}"/>
                </a:ext>
              </a:extLst>
            </p:cNvPr>
            <p:cNvSpPr/>
            <p:nvPr/>
          </p:nvSpPr>
          <p:spPr>
            <a:xfrm>
              <a:off x="4932040" y="1503810"/>
              <a:ext cx="2620978" cy="2837333"/>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rtl="1"/>
              <a:endParaRPr lang="en-US" sz="1600">
                <a:latin typeface="Times New Roman" panose="02020603050405020304" pitchFamily="18" charset="0"/>
                <a:cs typeface="Times New Roman" panose="02020603050405020304" pitchFamily="18" charset="0"/>
              </a:endParaRPr>
            </a:p>
          </p:txBody>
        </p:sp>
        <p:sp>
          <p:nvSpPr>
            <p:cNvPr id="21" name="TextBox 6">
              <a:extLst>
                <a:ext uri="{FF2B5EF4-FFF2-40B4-BE49-F238E27FC236}">
                  <a16:creationId xmlns:a16="http://schemas.microsoft.com/office/drawing/2014/main" id="{A1818095-6804-6536-240E-B79FEFEEE0E1}"/>
                </a:ext>
              </a:extLst>
            </p:cNvPr>
            <p:cNvSpPr txBox="1"/>
            <p:nvPr/>
          </p:nvSpPr>
          <p:spPr>
            <a:xfrm>
              <a:off x="4997676" y="1771710"/>
              <a:ext cx="2738002" cy="22435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rtl="1"/>
              <a:r>
                <a:rPr lang="ar" sz="1600" b="1" dirty="0">
                  <a:solidFill>
                    <a:srgbClr val="7030A0"/>
                  </a:solidFill>
                  <a:latin typeface="Times New Roman" panose="02020603050405020304" pitchFamily="18" charset="0"/>
                  <a:ea typeface="+mn-lt"/>
                  <a:cs typeface="Times New Roman" panose="02020603050405020304" pitchFamily="18" charset="0"/>
                </a:rPr>
                <a:t>مهمة إضافية: </a:t>
              </a:r>
              <a:endParaRPr lang="ar-EG" sz="1600" b="1" dirty="0">
                <a:solidFill>
                  <a:srgbClr val="7030A0"/>
                </a:solidFill>
                <a:latin typeface="Times New Roman" panose="02020603050405020304" pitchFamily="18" charset="0"/>
                <a:ea typeface="+mn-lt"/>
                <a:cs typeface="Times New Roman" panose="02020603050405020304" pitchFamily="18" charset="0"/>
              </a:endParaRPr>
            </a:p>
            <a:p>
              <a:pPr rtl="1"/>
              <a:r>
                <a:rPr lang="ar" sz="1600" dirty="0">
                  <a:solidFill>
                    <a:srgbClr val="7030A0"/>
                  </a:solidFill>
                  <a:latin typeface="Times New Roman" panose="02020603050405020304" pitchFamily="18" charset="0"/>
                  <a:ea typeface="+mn-lt"/>
                  <a:cs typeface="Times New Roman" panose="02020603050405020304" pitchFamily="18" charset="0"/>
                </a:rPr>
                <a:t>دوّن كيف يمكن تعديل الحصة التدريبية في الحالات </a:t>
              </a:r>
              <a:r>
                <a:rPr lang="ar-EG" sz="1600" dirty="0">
                  <a:solidFill>
                    <a:srgbClr val="7030A0"/>
                  </a:solidFill>
                  <a:latin typeface="Times New Roman" panose="02020603050405020304" pitchFamily="18" charset="0"/>
                  <a:ea typeface="+mn-lt"/>
                  <a:cs typeface="Times New Roman" panose="02020603050405020304" pitchFamily="18" charset="0"/>
                </a:rPr>
                <a:t>الآتية</a:t>
              </a:r>
              <a:r>
                <a:rPr lang="ar" sz="1600" dirty="0">
                  <a:solidFill>
                    <a:srgbClr val="7030A0"/>
                  </a:solidFill>
                  <a:latin typeface="Times New Roman" panose="02020603050405020304" pitchFamily="18" charset="0"/>
                  <a:ea typeface="+mn-lt"/>
                  <a:cs typeface="Times New Roman" panose="02020603050405020304" pitchFamily="18" charset="0"/>
                </a:rPr>
                <a:t>: </a:t>
              </a:r>
              <a:endParaRPr lang="en-US" dirty="0">
                <a:latin typeface="Times New Roman" panose="02020603050405020304" pitchFamily="18" charset="0"/>
                <a:ea typeface="+mn-lt"/>
                <a:cs typeface="Times New Roman" panose="02020603050405020304" pitchFamily="18" charset="0"/>
              </a:endParaRPr>
            </a:p>
            <a:p>
              <a:pPr marL="285750" indent="-285750" rtl="1">
                <a:buFont typeface="Arial"/>
                <a:buChar char="•"/>
              </a:pPr>
              <a:r>
                <a:rPr lang="ar" sz="1600" dirty="0">
                  <a:solidFill>
                    <a:srgbClr val="7030A0"/>
                  </a:solidFill>
                  <a:latin typeface="Times New Roman" panose="02020603050405020304" pitchFamily="18" charset="0"/>
                  <a:ea typeface="+mn-lt"/>
                  <a:cs typeface="Times New Roman" panose="02020603050405020304" pitchFamily="18" charset="0"/>
                </a:rPr>
                <a:t>رياضة مختلفة </a:t>
              </a:r>
              <a:endParaRPr lang="en-US" dirty="0">
                <a:solidFill>
                  <a:srgbClr val="FFFFFF"/>
                </a:solidFill>
                <a:latin typeface="Times New Roman" panose="02020603050405020304" pitchFamily="18" charset="0"/>
                <a:ea typeface="+mn-lt"/>
                <a:cs typeface="Times New Roman" panose="02020603050405020304" pitchFamily="18" charset="0"/>
              </a:endParaRPr>
            </a:p>
            <a:p>
              <a:pPr marL="285750" indent="-285750" rtl="1">
                <a:buFont typeface="Arial"/>
                <a:buChar char="•"/>
              </a:pPr>
              <a:r>
                <a:rPr lang="ar" sz="1600" dirty="0">
                  <a:solidFill>
                    <a:srgbClr val="7030A0"/>
                  </a:solidFill>
                  <a:latin typeface="Times New Roman" panose="02020603050405020304" pitchFamily="18" charset="0"/>
                  <a:ea typeface="+mn-lt"/>
                  <a:cs typeface="Times New Roman" panose="02020603050405020304" pitchFamily="18" charset="0"/>
                </a:rPr>
                <a:t>رياضي مبتدئ </a:t>
              </a:r>
              <a:endParaRPr lang="en-US" dirty="0">
                <a:solidFill>
                  <a:srgbClr val="FFFFFF"/>
                </a:solidFill>
                <a:latin typeface="Times New Roman" panose="02020603050405020304" pitchFamily="18" charset="0"/>
                <a:ea typeface="+mn-lt"/>
                <a:cs typeface="Times New Roman" panose="02020603050405020304" pitchFamily="18" charset="0"/>
              </a:endParaRPr>
            </a:p>
            <a:p>
              <a:pPr marL="285750" indent="-285750" rtl="1">
                <a:buFont typeface="Arial"/>
                <a:buChar char="•"/>
              </a:pPr>
              <a:r>
                <a:rPr lang="ar" sz="1600" dirty="0">
                  <a:solidFill>
                    <a:srgbClr val="7030A0"/>
                  </a:solidFill>
                  <a:latin typeface="Times New Roman" panose="02020603050405020304" pitchFamily="18" charset="0"/>
                  <a:ea typeface="+mn-lt"/>
                  <a:cs typeface="Times New Roman" panose="02020603050405020304" pitchFamily="18" charset="0"/>
                </a:rPr>
                <a:t>شخص في مرحلة التعافي من إصابة </a:t>
              </a:r>
              <a:endParaRPr lang="en-US" dirty="0">
                <a:latin typeface="Times New Roman" panose="02020603050405020304" pitchFamily="18" charset="0"/>
                <a:ea typeface="+mn-lt"/>
                <a:cs typeface="Times New Roman" panose="02020603050405020304" pitchFamily="18" charset="0"/>
              </a:endParaRPr>
            </a:p>
          </p:txBody>
        </p:sp>
      </p:grpSp>
      <p:sp>
        <p:nvSpPr>
          <p:cNvPr id="2" name="TextBox 1">
            <a:extLst>
              <a:ext uri="{FF2B5EF4-FFF2-40B4-BE49-F238E27FC236}">
                <a16:creationId xmlns:a16="http://schemas.microsoft.com/office/drawing/2014/main" id="{CC654BED-4276-A25D-BF29-4D7396C1DFF0}"/>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1633675440"/>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6AC197E8-0349-4407-22D2-9E6ED786C10B}"/>
              </a:ext>
            </a:extLst>
          </p:cNvPr>
          <p:cNvSpPr txBox="1">
            <a:spLocks noChangeArrowheads="1"/>
          </p:cNvSpPr>
          <p:nvPr/>
        </p:nvSpPr>
        <p:spPr bwMode="auto">
          <a:xfrm>
            <a:off x="251520" y="1124757"/>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أ4 تصنيف الرياضة للفريق أو الفرد</a:t>
            </a:r>
            <a:endParaRPr lang="en-US" b="1" dirty="0">
              <a:latin typeface="Times New Roman" panose="02020603050405020304" pitchFamily="18" charset="0"/>
              <a:cs typeface="Times New Roman" panose="02020603050405020304" pitchFamily="18" charset="0"/>
            </a:endParaRPr>
          </a:p>
        </p:txBody>
      </p:sp>
      <p:sp>
        <p:nvSpPr>
          <p:cNvPr id="12" name="TextBox 4">
            <a:extLst>
              <a:ext uri="{FF2B5EF4-FFF2-40B4-BE49-F238E27FC236}">
                <a16:creationId xmlns:a16="http://schemas.microsoft.com/office/drawing/2014/main" id="{42C50043-0D9D-19B2-CAA7-7FAA45594F87}"/>
              </a:ext>
            </a:extLst>
          </p:cNvPr>
          <p:cNvSpPr txBox="1"/>
          <p:nvPr/>
        </p:nvSpPr>
        <p:spPr>
          <a:xfrm>
            <a:off x="634444" y="1905895"/>
            <a:ext cx="7886600"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fontAlgn="ctr"/>
            <a:r>
              <a:rPr lang="ar" b="1">
                <a:solidFill>
                  <a:srgbClr val="002060"/>
                </a:solidFill>
                <a:latin typeface="Times New Roman" panose="02020603050405020304" pitchFamily="18" charset="0"/>
                <a:cs typeface="Times New Roman" panose="02020603050405020304" pitchFamily="18" charset="0"/>
              </a:rPr>
              <a:t>لماذا نجري تصنيفًا للرياضات؟</a:t>
            </a:r>
            <a:endParaRPr lang="en-GB" b="1" dirty="0">
              <a:latin typeface="Times New Roman" panose="02020603050405020304" pitchFamily="18" charset="0"/>
              <a:cs typeface="Times New Roman" panose="02020603050405020304" pitchFamily="18" charset="0"/>
            </a:endParaRPr>
          </a:p>
        </p:txBody>
      </p:sp>
      <p:sp>
        <p:nvSpPr>
          <p:cNvPr id="14" name="Content Placeholder 3">
            <a:extLst>
              <a:ext uri="{FF2B5EF4-FFF2-40B4-BE49-F238E27FC236}">
                <a16:creationId xmlns:a16="http://schemas.microsoft.com/office/drawing/2014/main" id="{A13FFD56-C77C-05A2-54A3-C863FDAA78A9}"/>
              </a:ext>
            </a:extLst>
          </p:cNvPr>
          <p:cNvSpPr txBox="1">
            <a:spLocks noChangeArrowheads="1"/>
          </p:cNvSpPr>
          <p:nvPr/>
        </p:nvSpPr>
        <p:spPr bwMode="auto">
          <a:xfrm>
            <a:off x="395537" y="2444886"/>
            <a:ext cx="8123664" cy="2366763"/>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rtl="1">
              <a:buNone/>
            </a:pPr>
            <a:endParaRPr lang="en-GB" sz="2000" b="1" dirty="0">
              <a:latin typeface="Times New Roman" panose="02020603050405020304" pitchFamily="18" charset="0"/>
              <a:cs typeface="Times New Roman" panose="02020603050405020304" pitchFamily="18" charset="0"/>
            </a:endParaRPr>
          </a:p>
          <a:p>
            <a:pPr rtl="1">
              <a:buFont typeface="Wingdings,Sans-Serif"/>
              <a:buChar char="§"/>
            </a:pPr>
            <a:r>
              <a:rPr lang="ar" sz="2000" dirty="0">
                <a:latin typeface="Times New Roman" panose="02020603050405020304" pitchFamily="18" charset="0"/>
                <a:cs typeface="Times New Roman" panose="02020603050405020304" pitchFamily="18" charset="0"/>
              </a:rPr>
              <a:t>لأن هذا يساعد في تصميم برامج تدريبية مناسبة تتفق مع المتطلبات البدنية الخاصة بكل رياضة.</a:t>
            </a:r>
            <a:endParaRPr lang="en-US" sz="2000" dirty="0">
              <a:latin typeface="Times New Roman" panose="02020603050405020304" pitchFamily="18" charset="0"/>
              <a:cs typeface="Times New Roman" panose="02020603050405020304" pitchFamily="18" charset="0"/>
            </a:endParaRPr>
          </a:p>
          <a:p>
            <a:pPr rtl="1">
              <a:buFont typeface="Wingdings,Sans-Serif"/>
              <a:buChar char="§"/>
            </a:pPr>
            <a:endParaRPr lang="en-GB" sz="2000" dirty="0">
              <a:latin typeface="Times New Roman" panose="02020603050405020304" pitchFamily="18" charset="0"/>
              <a:cs typeface="Times New Roman" panose="02020603050405020304" pitchFamily="18" charset="0"/>
            </a:endParaRPr>
          </a:p>
          <a:p>
            <a:pPr rtl="1">
              <a:buFont typeface="Wingdings,Sans-Serif"/>
              <a:buChar char="§"/>
            </a:pPr>
            <a:r>
              <a:rPr lang="ar" sz="2000" dirty="0">
                <a:latin typeface="Times New Roman" panose="02020603050405020304" pitchFamily="18" charset="0"/>
                <a:cs typeface="Times New Roman" panose="02020603050405020304" pitchFamily="18" charset="0"/>
              </a:rPr>
              <a:t>لأن كل نوع من الرياضات يركّز على مكونات لياقة مختلفة ويستدعي طرق تدريب معينة.</a:t>
            </a:r>
            <a:endParaRPr lang="en-GB" sz="2000" dirty="0">
              <a:latin typeface="Times New Roman" panose="02020603050405020304" pitchFamily="18" charset="0"/>
              <a:cs typeface="Times New Roman" panose="02020603050405020304" pitchFamily="18" charset="0"/>
            </a:endParaRPr>
          </a:p>
          <a:p>
            <a:pPr marL="0" indent="0" rtl="1">
              <a:buNone/>
            </a:pPr>
            <a:endParaRPr lang="en-GB"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56CAADB-2DA6-91AD-DB2E-3BD8AA70C594}"/>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3391941492"/>
      </p:ext>
    </p:extLst>
  </p:cSld>
  <p:clrMapOvr>
    <a:masterClrMapping/>
  </p:clrMapOvr>
  <p:transition>
    <p:sndAc>
      <p:stSnd>
        <p:snd r:embed="rId2"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F74F35E3-F9AB-A257-AE6E-54E25A2CCD44}"/>
              </a:ext>
            </a:extLst>
          </p:cNvPr>
          <p:cNvGraphicFramePr>
            <a:graphicFrameLocks noGrp="1"/>
          </p:cNvGraphicFramePr>
          <p:nvPr>
            <p:extLst>
              <p:ext uri="{D42A27DB-BD31-4B8C-83A1-F6EECF244321}">
                <p14:modId xmlns:p14="http://schemas.microsoft.com/office/powerpoint/2010/main" val="969206939"/>
              </p:ext>
            </p:extLst>
          </p:nvPr>
        </p:nvGraphicFramePr>
        <p:xfrm>
          <a:off x="156354" y="1981607"/>
          <a:ext cx="8780035" cy="3383280"/>
        </p:xfrm>
        <a:graphic>
          <a:graphicData uri="http://schemas.openxmlformats.org/drawingml/2006/table">
            <a:tbl>
              <a:tblPr rtl="1" bandRow="1">
                <a:tableStyleId>{5940675A-B579-460E-94D1-54222C63F5DA}</a:tableStyleId>
              </a:tblPr>
              <a:tblGrid>
                <a:gridCol w="1681747">
                  <a:extLst>
                    <a:ext uri="{9D8B030D-6E8A-4147-A177-3AD203B41FA5}">
                      <a16:colId xmlns:a16="http://schemas.microsoft.com/office/drawing/2014/main" val="1054102663"/>
                    </a:ext>
                  </a:extLst>
                </a:gridCol>
                <a:gridCol w="4171610">
                  <a:extLst>
                    <a:ext uri="{9D8B030D-6E8A-4147-A177-3AD203B41FA5}">
                      <a16:colId xmlns:a16="http://schemas.microsoft.com/office/drawing/2014/main" val="992121940"/>
                    </a:ext>
                  </a:extLst>
                </a:gridCol>
                <a:gridCol w="2926678">
                  <a:extLst>
                    <a:ext uri="{9D8B030D-6E8A-4147-A177-3AD203B41FA5}">
                      <a16:colId xmlns:a16="http://schemas.microsoft.com/office/drawing/2014/main" val="2358331562"/>
                    </a:ext>
                  </a:extLst>
                </a:gridCol>
              </a:tblGrid>
              <a:tr h="0">
                <a:tc>
                  <a:txBody>
                    <a:bodyPr/>
                    <a:lstStyle/>
                    <a:p>
                      <a:pPr rtl="1">
                        <a:buNone/>
                      </a:pPr>
                      <a:r>
                        <a:rPr lang="ar">
                          <a:latin typeface="Times New Roman" panose="02020603050405020304" pitchFamily="18" charset="0"/>
                          <a:cs typeface="Times New Roman" panose="02020603050405020304" pitchFamily="18" charset="0"/>
                        </a:rPr>
                        <a:t>الفئة</a:t>
                      </a:r>
                    </a:p>
                  </a:txBody>
                  <a:tcPr anchor="ctr"/>
                </a:tc>
                <a:tc>
                  <a:txBody>
                    <a:bodyPr/>
                    <a:lstStyle/>
                    <a:p>
                      <a:pPr rtl="1">
                        <a:buNone/>
                      </a:pPr>
                      <a:r>
                        <a:rPr lang="ar">
                          <a:latin typeface="Times New Roman" panose="02020603050405020304" pitchFamily="18" charset="0"/>
                          <a:cs typeface="Times New Roman" panose="02020603050405020304" pitchFamily="18" charset="0"/>
                        </a:rPr>
                        <a:t>الوصف</a:t>
                      </a:r>
                    </a:p>
                  </a:txBody>
                  <a:tcPr anchor="ctr"/>
                </a:tc>
                <a:tc>
                  <a:txBody>
                    <a:bodyPr/>
                    <a:lstStyle/>
                    <a:p>
                      <a:pPr rtl="1">
                        <a:buNone/>
                      </a:pPr>
                      <a:r>
                        <a:rPr lang="ar" dirty="0">
                          <a:latin typeface="Times New Roman" panose="02020603050405020304" pitchFamily="18" charset="0"/>
                          <a:cs typeface="Times New Roman" panose="02020603050405020304" pitchFamily="18" charset="0"/>
                        </a:rPr>
                        <a:t>الأمثلة</a:t>
                      </a:r>
                    </a:p>
                  </a:txBody>
                  <a:tcPr anchor="ctr"/>
                </a:tc>
                <a:extLst>
                  <a:ext uri="{0D108BD9-81ED-4DB2-BD59-A6C34878D82A}">
                    <a16:rowId xmlns:a16="http://schemas.microsoft.com/office/drawing/2014/main" val="2866125760"/>
                  </a:ext>
                </a:extLst>
              </a:tr>
              <a:tr h="0">
                <a:tc>
                  <a:txBody>
                    <a:bodyPr/>
                    <a:lstStyle/>
                    <a:p>
                      <a:pPr rtl="1">
                        <a:buNone/>
                      </a:pPr>
                      <a:r>
                        <a:rPr lang="ar">
                          <a:latin typeface="Times New Roman" panose="02020603050405020304" pitchFamily="18" charset="0"/>
                          <a:cs typeface="Times New Roman" panose="02020603050405020304" pitchFamily="18" charset="0"/>
                        </a:rPr>
                        <a:t>القدرة على التحمّل</a:t>
                      </a:r>
                    </a:p>
                  </a:txBody>
                  <a:tcPr anchor="ctr"/>
                </a:tc>
                <a:tc>
                  <a:txBody>
                    <a:bodyPr/>
                    <a:lstStyle/>
                    <a:p>
                      <a:pPr rtl="1">
                        <a:buNone/>
                      </a:pPr>
                      <a:r>
                        <a:rPr lang="ar">
                          <a:latin typeface="Times New Roman" panose="02020603050405020304" pitchFamily="18" charset="0"/>
                          <a:cs typeface="Times New Roman" panose="02020603050405020304" pitchFamily="18" charset="0"/>
                        </a:rPr>
                        <a:t>تتضمن جهدًا مستمرًا لفترة زمنية طويلة</a:t>
                      </a:r>
                    </a:p>
                  </a:txBody>
                  <a:tcPr anchor="ctr"/>
                </a:tc>
                <a:tc>
                  <a:txBody>
                    <a:bodyPr/>
                    <a:lstStyle/>
                    <a:p>
                      <a:pPr rtl="1">
                        <a:buNone/>
                      </a:pPr>
                      <a:r>
                        <a:rPr lang="ar">
                          <a:latin typeface="Times New Roman" panose="02020603050405020304" pitchFamily="18" charset="0"/>
                          <a:cs typeface="Times New Roman" panose="02020603050405020304" pitchFamily="18" charset="0"/>
                        </a:rPr>
                        <a:t>الماراثون والتجديف وركوب الدراجات</a:t>
                      </a:r>
                    </a:p>
                  </a:txBody>
                  <a:tcPr anchor="ctr"/>
                </a:tc>
                <a:extLst>
                  <a:ext uri="{0D108BD9-81ED-4DB2-BD59-A6C34878D82A}">
                    <a16:rowId xmlns:a16="http://schemas.microsoft.com/office/drawing/2014/main" val="2476178110"/>
                  </a:ext>
                </a:extLst>
              </a:tr>
              <a:tr h="0">
                <a:tc>
                  <a:txBody>
                    <a:bodyPr/>
                    <a:lstStyle/>
                    <a:p>
                      <a:pPr rtl="1">
                        <a:buNone/>
                      </a:pPr>
                      <a:r>
                        <a:rPr lang="ar">
                          <a:latin typeface="Times New Roman" panose="02020603050405020304" pitchFamily="18" charset="0"/>
                          <a:cs typeface="Times New Roman" panose="02020603050405020304" pitchFamily="18" charset="0"/>
                        </a:rPr>
                        <a:t>العدو</a:t>
                      </a:r>
                    </a:p>
                  </a:txBody>
                  <a:tcPr anchor="ctr"/>
                </a:tc>
                <a:tc>
                  <a:txBody>
                    <a:bodyPr/>
                    <a:lstStyle/>
                    <a:p>
                      <a:pPr rtl="1">
                        <a:buNone/>
                      </a:pPr>
                      <a:r>
                        <a:rPr lang="ar" dirty="0">
                          <a:latin typeface="Times New Roman" panose="02020603050405020304" pitchFamily="18" charset="0"/>
                          <a:cs typeface="Times New Roman" panose="02020603050405020304" pitchFamily="18" charset="0"/>
                        </a:rPr>
                        <a:t>جهد عالي السرعة لمسافة قصيرة</a:t>
                      </a:r>
                    </a:p>
                  </a:txBody>
                  <a:tcPr anchor="ctr"/>
                </a:tc>
                <a:tc>
                  <a:txBody>
                    <a:bodyPr/>
                    <a:lstStyle/>
                    <a:p>
                      <a:pPr rtl="1">
                        <a:buNone/>
                      </a:pPr>
                      <a:r>
                        <a:rPr lang="ar">
                          <a:latin typeface="Times New Roman" panose="02020603050405020304" pitchFamily="18" charset="0"/>
                          <a:cs typeface="Times New Roman" panose="02020603050405020304" pitchFamily="18" charset="0"/>
                        </a:rPr>
                        <a:t>العدو لمسافة 100 متر والسباحة القصيرة</a:t>
                      </a:r>
                    </a:p>
                  </a:txBody>
                  <a:tcPr anchor="ctr"/>
                </a:tc>
                <a:extLst>
                  <a:ext uri="{0D108BD9-81ED-4DB2-BD59-A6C34878D82A}">
                    <a16:rowId xmlns:a16="http://schemas.microsoft.com/office/drawing/2014/main" val="266869725"/>
                  </a:ext>
                </a:extLst>
              </a:tr>
              <a:tr h="0">
                <a:tc>
                  <a:txBody>
                    <a:bodyPr/>
                    <a:lstStyle/>
                    <a:p>
                      <a:pPr rtl="1">
                        <a:buNone/>
                      </a:pPr>
                      <a:r>
                        <a:rPr lang="ar">
                          <a:latin typeface="Times New Roman" panose="02020603050405020304" pitchFamily="18" charset="0"/>
                          <a:cs typeface="Times New Roman" panose="02020603050405020304" pitchFamily="18" charset="0"/>
                        </a:rPr>
                        <a:t>الانفجارية</a:t>
                      </a:r>
                    </a:p>
                  </a:txBody>
                  <a:tcPr anchor="ctr"/>
                </a:tc>
                <a:tc>
                  <a:txBody>
                    <a:bodyPr/>
                    <a:lstStyle/>
                    <a:p>
                      <a:pPr rtl="1">
                        <a:buNone/>
                      </a:pPr>
                      <a:r>
                        <a:rPr lang="ar">
                          <a:latin typeface="Times New Roman" panose="02020603050405020304" pitchFamily="18" charset="0"/>
                          <a:cs typeface="Times New Roman" panose="02020603050405020304" pitchFamily="18" charset="0"/>
                        </a:rPr>
                        <a:t>حركات قوية ذات قوة عالية وسريعة الأداء</a:t>
                      </a:r>
                    </a:p>
                  </a:txBody>
                  <a:tcPr anchor="ctr"/>
                </a:tc>
                <a:tc>
                  <a:txBody>
                    <a:bodyPr/>
                    <a:lstStyle/>
                    <a:p>
                      <a:pPr rtl="1">
                        <a:buNone/>
                      </a:pPr>
                      <a:r>
                        <a:rPr lang="ar">
                          <a:latin typeface="Times New Roman" panose="02020603050405020304" pitchFamily="18" charset="0"/>
                          <a:cs typeface="Times New Roman" panose="02020603050405020304" pitchFamily="18" charset="0"/>
                        </a:rPr>
                        <a:t>رمي الجلة ورفع الأثقال والوثب الثلاثي</a:t>
                      </a:r>
                    </a:p>
                  </a:txBody>
                  <a:tcPr anchor="ctr"/>
                </a:tc>
                <a:extLst>
                  <a:ext uri="{0D108BD9-81ED-4DB2-BD59-A6C34878D82A}">
                    <a16:rowId xmlns:a16="http://schemas.microsoft.com/office/drawing/2014/main" val="1955841800"/>
                  </a:ext>
                </a:extLst>
              </a:tr>
              <a:tr h="0">
                <a:tc>
                  <a:txBody>
                    <a:bodyPr/>
                    <a:lstStyle/>
                    <a:p>
                      <a:pPr rtl="1">
                        <a:buNone/>
                      </a:pPr>
                      <a:r>
                        <a:rPr lang="ar">
                          <a:latin typeface="Times New Roman" panose="02020603050405020304" pitchFamily="18" charset="0"/>
                          <a:cs typeface="Times New Roman" panose="02020603050405020304" pitchFamily="18" charset="0"/>
                        </a:rPr>
                        <a:t>الهجوم والسيطرة</a:t>
                      </a:r>
                    </a:p>
                  </a:txBody>
                  <a:tcPr anchor="ctr"/>
                </a:tc>
                <a:tc>
                  <a:txBody>
                    <a:bodyPr/>
                    <a:lstStyle/>
                    <a:p>
                      <a:pPr rtl="1">
                        <a:buNone/>
                      </a:pPr>
                      <a:r>
                        <a:rPr lang="ar">
                          <a:latin typeface="Times New Roman" panose="02020603050405020304" pitchFamily="18" charset="0"/>
                          <a:cs typeface="Times New Roman" panose="02020603050405020304" pitchFamily="18" charset="0"/>
                        </a:rPr>
                        <a:t>رياضات جماعية تركز على الاستحواذ على المساحة</a:t>
                      </a:r>
                    </a:p>
                  </a:txBody>
                  <a:tcPr anchor="ctr"/>
                </a:tc>
                <a:tc>
                  <a:txBody>
                    <a:bodyPr/>
                    <a:lstStyle/>
                    <a:p>
                      <a:pPr rtl="1">
                        <a:buNone/>
                      </a:pPr>
                      <a:r>
                        <a:rPr lang="ar">
                          <a:latin typeface="Times New Roman" panose="02020603050405020304" pitchFamily="18" charset="0"/>
                          <a:cs typeface="Times New Roman" panose="02020603050405020304" pitchFamily="18" charset="0"/>
                        </a:rPr>
                        <a:t>كرة القدم وكرة السلة وكرة اليد</a:t>
                      </a:r>
                    </a:p>
                  </a:txBody>
                  <a:tcPr anchor="ctr"/>
                </a:tc>
                <a:extLst>
                  <a:ext uri="{0D108BD9-81ED-4DB2-BD59-A6C34878D82A}">
                    <a16:rowId xmlns:a16="http://schemas.microsoft.com/office/drawing/2014/main" val="237408740"/>
                  </a:ext>
                </a:extLst>
              </a:tr>
              <a:tr h="0">
                <a:tc>
                  <a:txBody>
                    <a:bodyPr/>
                    <a:lstStyle/>
                    <a:p>
                      <a:pPr rtl="1">
                        <a:buNone/>
                      </a:pPr>
                      <a:r>
                        <a:rPr lang="ar">
                          <a:latin typeface="Times New Roman" panose="02020603050405020304" pitchFamily="18" charset="0"/>
                          <a:cs typeface="Times New Roman" panose="02020603050405020304" pitchFamily="18" charset="0"/>
                        </a:rPr>
                        <a:t>المضرب</a:t>
                      </a:r>
                    </a:p>
                  </a:txBody>
                  <a:tcPr anchor="ctr"/>
                </a:tc>
                <a:tc>
                  <a:txBody>
                    <a:bodyPr/>
                    <a:lstStyle/>
                    <a:p>
                      <a:pPr rtl="1">
                        <a:buNone/>
                      </a:pPr>
                      <a:r>
                        <a:rPr lang="ar">
                          <a:latin typeface="Times New Roman" panose="02020603050405020304" pitchFamily="18" charset="0"/>
                          <a:cs typeface="Times New Roman" panose="02020603050405020304" pitchFamily="18" charset="0"/>
                        </a:rPr>
                        <a:t>رياضات تستخدم مضربًا وتتطلب حركة استراتيجية</a:t>
                      </a:r>
                    </a:p>
                  </a:txBody>
                  <a:tcPr anchor="ctr"/>
                </a:tc>
                <a:tc>
                  <a:txBody>
                    <a:bodyPr/>
                    <a:lstStyle/>
                    <a:p>
                      <a:pPr rtl="1">
                        <a:buNone/>
                      </a:pPr>
                      <a:r>
                        <a:rPr lang="ar">
                          <a:latin typeface="Times New Roman" panose="02020603050405020304" pitchFamily="18" charset="0"/>
                          <a:cs typeface="Times New Roman" panose="02020603050405020304" pitchFamily="18" charset="0"/>
                        </a:rPr>
                        <a:t>التنس والإسكواش والريشة الطائرة</a:t>
                      </a:r>
                    </a:p>
                  </a:txBody>
                  <a:tcPr anchor="ctr"/>
                </a:tc>
                <a:extLst>
                  <a:ext uri="{0D108BD9-81ED-4DB2-BD59-A6C34878D82A}">
                    <a16:rowId xmlns:a16="http://schemas.microsoft.com/office/drawing/2014/main" val="3640280539"/>
                  </a:ext>
                </a:extLst>
              </a:tr>
              <a:tr h="0">
                <a:tc>
                  <a:txBody>
                    <a:bodyPr/>
                    <a:lstStyle/>
                    <a:p>
                      <a:pPr rtl="1">
                        <a:buNone/>
                      </a:pPr>
                      <a:r>
                        <a:rPr lang="ar">
                          <a:latin typeface="Times New Roman" panose="02020603050405020304" pitchFamily="18" charset="0"/>
                          <a:cs typeface="Times New Roman" panose="02020603050405020304" pitchFamily="18" charset="0"/>
                        </a:rPr>
                        <a:t>في الهواء الطلق</a:t>
                      </a:r>
                    </a:p>
                  </a:txBody>
                  <a:tcPr anchor="ctr"/>
                </a:tc>
                <a:tc>
                  <a:txBody>
                    <a:bodyPr/>
                    <a:lstStyle/>
                    <a:p>
                      <a:pPr rtl="1">
                        <a:buNone/>
                      </a:pPr>
                      <a:r>
                        <a:rPr lang="ar">
                          <a:latin typeface="Times New Roman" panose="02020603050405020304" pitchFamily="18" charset="0"/>
                          <a:cs typeface="Times New Roman" panose="02020603050405020304" pitchFamily="18" charset="0"/>
                        </a:rPr>
                        <a:t>أنشطة المغامرات أو أنشطة بيئية</a:t>
                      </a:r>
                    </a:p>
                  </a:txBody>
                  <a:tcPr anchor="ctr"/>
                </a:tc>
                <a:tc>
                  <a:txBody>
                    <a:bodyPr/>
                    <a:lstStyle/>
                    <a:p>
                      <a:pPr rtl="1">
                        <a:buNone/>
                      </a:pPr>
                      <a:r>
                        <a:rPr lang="ar" dirty="0">
                          <a:latin typeface="Times New Roman" panose="02020603050405020304" pitchFamily="18" charset="0"/>
                          <a:cs typeface="Times New Roman" panose="02020603050405020304" pitchFamily="18" charset="0"/>
                        </a:rPr>
                        <a:t>التنزه سيرًا والتجديف وتسلق الصخور</a:t>
                      </a:r>
                    </a:p>
                  </a:txBody>
                  <a:tcPr anchor="ctr"/>
                </a:tc>
                <a:extLst>
                  <a:ext uri="{0D108BD9-81ED-4DB2-BD59-A6C34878D82A}">
                    <a16:rowId xmlns:a16="http://schemas.microsoft.com/office/drawing/2014/main" val="382385875"/>
                  </a:ext>
                </a:extLst>
              </a:tr>
            </a:tbl>
          </a:graphicData>
        </a:graphic>
      </p:graphicFrame>
      <p:sp>
        <p:nvSpPr>
          <p:cNvPr id="9" name="Title 2">
            <a:extLst>
              <a:ext uri="{FF2B5EF4-FFF2-40B4-BE49-F238E27FC236}">
                <a16:creationId xmlns:a16="http://schemas.microsoft.com/office/drawing/2014/main" id="{ECD41692-70A2-F62D-45F9-CDF9EF2E0615}"/>
              </a:ext>
            </a:extLst>
          </p:cNvPr>
          <p:cNvSpPr txBox="1">
            <a:spLocks noChangeArrowheads="1"/>
          </p:cNvSpPr>
          <p:nvPr/>
        </p:nvSpPr>
        <p:spPr bwMode="auto">
          <a:xfrm>
            <a:off x="251520" y="1124757"/>
            <a:ext cx="8640960" cy="433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أ4 تصنيف الرياضة للفريق أو الفرد</a:t>
            </a:r>
            <a:endParaRPr lang="en-US" b="1" dirty="0">
              <a:latin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1A096CF2-1385-D989-5A4D-FBE811EA4037}"/>
              </a:ext>
            </a:extLst>
          </p:cNvPr>
          <p:cNvGrpSpPr/>
          <p:nvPr/>
        </p:nvGrpSpPr>
        <p:grpSpPr>
          <a:xfrm>
            <a:off x="156223" y="6032204"/>
            <a:ext cx="8758586" cy="456369"/>
            <a:chOff x="4929672" y="1503810"/>
            <a:chExt cx="2732266" cy="2837333"/>
          </a:xfrm>
        </p:grpSpPr>
        <p:sp>
          <p:nvSpPr>
            <p:cNvPr id="11" name="Rectangle 10">
              <a:extLst>
                <a:ext uri="{FF2B5EF4-FFF2-40B4-BE49-F238E27FC236}">
                  <a16:creationId xmlns:a16="http://schemas.microsoft.com/office/drawing/2014/main" id="{1B2CEE05-9429-31C8-201C-3045262F343E}"/>
                </a:ext>
              </a:extLst>
            </p:cNvPr>
            <p:cNvSpPr/>
            <p:nvPr/>
          </p:nvSpPr>
          <p:spPr>
            <a:xfrm>
              <a:off x="4929672" y="1503810"/>
              <a:ext cx="2732266" cy="2837333"/>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lIns="91440" tIns="45720" rIns="91440" bIns="45720" rtlCol="1" anchor="t"/>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algn="ctr" rtl="1"/>
              <a:endParaRPr lang="en-US" sz="1100" dirty="0">
                <a:latin typeface="Times New Roman" panose="02020603050405020304" pitchFamily="18" charset="0"/>
                <a:ea typeface="Verdana"/>
                <a:cs typeface="Times New Roman" panose="02020603050405020304" pitchFamily="18" charset="0"/>
              </a:endParaRPr>
            </a:p>
          </p:txBody>
        </p:sp>
        <p:sp>
          <p:nvSpPr>
            <p:cNvPr id="12" name="TextBox 6">
              <a:extLst>
                <a:ext uri="{FF2B5EF4-FFF2-40B4-BE49-F238E27FC236}">
                  <a16:creationId xmlns:a16="http://schemas.microsoft.com/office/drawing/2014/main" id="{24BA11DF-B5B8-D2AB-0B6B-C686F25E28B2}"/>
                </a:ext>
              </a:extLst>
            </p:cNvPr>
            <p:cNvSpPr txBox="1"/>
            <p:nvPr/>
          </p:nvSpPr>
          <p:spPr>
            <a:xfrm>
              <a:off x="5040446" y="1532446"/>
              <a:ext cx="2590907" cy="27698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rtl="1"/>
              <a:r>
                <a:rPr lang="ar" sz="1400" b="1">
                  <a:solidFill>
                    <a:srgbClr val="7030A0"/>
                  </a:solidFill>
                  <a:latin typeface="Times New Roman" panose="02020603050405020304" pitchFamily="18" charset="0"/>
                  <a:ea typeface="+mn-lt"/>
                  <a:cs typeface="Times New Roman" panose="02020603050405020304" pitchFamily="18" charset="0"/>
                </a:rPr>
                <a:t>ملاحظة:</a:t>
              </a:r>
              <a:r>
                <a:rPr lang="ar" sz="1400">
                  <a:solidFill>
                    <a:srgbClr val="7030A0"/>
                  </a:solidFill>
                  <a:latin typeface="Times New Roman" panose="02020603050405020304" pitchFamily="18" charset="0"/>
                  <a:ea typeface="+mn-lt"/>
                  <a:cs typeface="Times New Roman" panose="02020603050405020304" pitchFamily="18" charset="0"/>
                </a:rPr>
                <a:t> قد تندرج بعض الرياضات </a:t>
              </a:r>
              <a:r>
                <a:rPr lang="ar" sz="1400" b="1">
                  <a:solidFill>
                    <a:srgbClr val="7030A0"/>
                  </a:solidFill>
                  <a:latin typeface="Times New Roman" panose="02020603050405020304" pitchFamily="18" charset="0"/>
                  <a:ea typeface="+mn-lt"/>
                  <a:cs typeface="Times New Roman" panose="02020603050405020304" pitchFamily="18" charset="0"/>
                </a:rPr>
                <a:t> ضمن أكثر من فئة</a:t>
              </a:r>
              <a:r>
                <a:rPr lang="ar" sz="1400">
                  <a:solidFill>
                    <a:srgbClr val="7030A0"/>
                  </a:solidFill>
                  <a:latin typeface="Times New Roman" panose="02020603050405020304" pitchFamily="18" charset="0"/>
                  <a:ea typeface="+mn-lt"/>
                  <a:cs typeface="Times New Roman" panose="02020603050405020304" pitchFamily="18" charset="0"/>
                </a:rPr>
                <a:t>، بحسب طريقة ممارستها.</a:t>
              </a:r>
              <a:endParaRPr lang="en-US" sz="1400" dirty="0">
                <a:latin typeface="Times New Roman" panose="02020603050405020304" pitchFamily="18" charset="0"/>
                <a:ea typeface="Verdana"/>
                <a:cs typeface="Times New Roman" panose="02020603050405020304" pitchFamily="18" charset="0"/>
              </a:endParaRPr>
            </a:p>
          </p:txBody>
        </p:sp>
      </p:grpSp>
      <p:sp>
        <p:nvSpPr>
          <p:cNvPr id="15" name="TextBox 4">
            <a:extLst>
              <a:ext uri="{FF2B5EF4-FFF2-40B4-BE49-F238E27FC236}">
                <a16:creationId xmlns:a16="http://schemas.microsoft.com/office/drawing/2014/main" id="{85A41550-094A-910A-0380-F6C1EB5C694E}"/>
              </a:ext>
            </a:extLst>
          </p:cNvPr>
          <p:cNvSpPr txBox="1"/>
          <p:nvPr/>
        </p:nvSpPr>
        <p:spPr>
          <a:xfrm>
            <a:off x="157232" y="1559530"/>
            <a:ext cx="8771752"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fontAlgn="ctr"/>
            <a:r>
              <a:rPr lang="ar" b="1">
                <a:solidFill>
                  <a:srgbClr val="002060"/>
                </a:solidFill>
                <a:latin typeface="Times New Roman" panose="02020603050405020304" pitchFamily="18" charset="0"/>
                <a:cs typeface="Times New Roman" panose="02020603050405020304" pitchFamily="18" charset="0"/>
              </a:rPr>
              <a:t>أنواع الرياضات؟</a:t>
            </a:r>
            <a:endParaRPr lang="en-GB"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1C7FC21-8D24-60CE-1E11-668D006C003F}"/>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3262202876"/>
      </p:ext>
    </p:extLst>
  </p:cSld>
  <p:clrMapOvr>
    <a:masterClrMapping/>
  </p:clrMapOvr>
  <p:transition>
    <p:sndAc>
      <p:stSnd>
        <p:snd r:embed="rId2"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70967-F83A-9321-32D7-B525CD97AAE3}"/>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3394CA97-0696-4599-4A2B-9E038A2221B3}"/>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endParaRPr lang="en-US" altLang="en-US" sz="2000" b="1">
              <a:solidFill>
                <a:schemeClr val="tx2"/>
              </a:solidFill>
              <a:latin typeface="Times New Roman" panose="02020603050405020304" pitchFamily="18" charset="0"/>
              <a:cs typeface="Times New Roman" panose="02020603050405020304" pitchFamily="18" charset="0"/>
            </a:endParaRPr>
          </a:p>
        </p:txBody>
      </p:sp>
      <p:sp>
        <p:nvSpPr>
          <p:cNvPr id="11" name="Text Placeholder 2">
            <a:extLst>
              <a:ext uri="{FF2B5EF4-FFF2-40B4-BE49-F238E27FC236}">
                <a16:creationId xmlns:a16="http://schemas.microsoft.com/office/drawing/2014/main" id="{1B4896E5-6DF3-7E37-5EB6-974AE8DDB84A}"/>
              </a:ext>
            </a:extLst>
          </p:cNvPr>
          <p:cNvSpPr>
            <a:spLocks noGrp="1"/>
          </p:cNvSpPr>
          <p:nvPr>
            <p:ph type="body" sz="half" idx="2"/>
          </p:nvPr>
        </p:nvSpPr>
        <p:spPr>
          <a:xfrm>
            <a:off x="5670791" y="1195200"/>
            <a:ext cx="3321749" cy="5265832"/>
          </a:xfrm>
          <a:solidFill>
            <a:schemeClr val="accent5"/>
          </a:solidFill>
        </p:spPr>
        <p:txBody>
          <a:bodyPr rtlCol="1"/>
          <a:lstStyle/>
          <a:p>
            <a:pPr algn="ctr" rtl="1"/>
            <a:r>
              <a:rPr lang="ar" sz="2400" b="1">
                <a:solidFill>
                  <a:schemeClr val="tx2"/>
                </a:solidFill>
                <a:latin typeface="Times New Roman" panose="02020603050405020304" pitchFamily="18" charset="0"/>
                <a:cs typeface="Times New Roman" panose="02020603050405020304" pitchFamily="18" charset="0"/>
              </a:rPr>
              <a:t>نتاج التعلم ب</a:t>
            </a:r>
          </a:p>
          <a:p>
            <a:pPr rtl="1"/>
            <a:r>
              <a:rPr lang="ar" sz="2000" b="1">
                <a:latin typeface="Times New Roman" panose="02020603050405020304" pitchFamily="18" charset="0"/>
                <a:cs typeface="Times New Roman" panose="02020603050405020304" pitchFamily="18" charset="0"/>
              </a:rPr>
              <a:t>تنفيذ برنامج تدريب لياقة بدنية مصمم ذاتيًّا لمؤدٍّ رياضيٍّ محدد.</a:t>
            </a:r>
            <a:endParaRPr lang="en-GB" b="1" dirty="0">
              <a:latin typeface="Times New Roman" panose="02020603050405020304" pitchFamily="18" charset="0"/>
              <a:cs typeface="Times New Roman" panose="02020603050405020304" pitchFamily="18" charset="0"/>
            </a:endParaRPr>
          </a:p>
          <a:p>
            <a:pPr rtl="1"/>
            <a:endParaRPr lang="en-US" altLang="en-US" sz="2000" b="1">
              <a:solidFill>
                <a:schemeClr val="tx2"/>
              </a:solidFill>
              <a:latin typeface="Times New Roman" panose="02020603050405020304" pitchFamily="18" charset="0"/>
              <a:cs typeface="Times New Roman" panose="02020603050405020304" pitchFamily="18" charset="0"/>
            </a:endParaRPr>
          </a:p>
          <a:p>
            <a:pPr marL="285750" indent="-285750" rtl="1">
              <a:buFont typeface="Arial" panose="020B0604020202020204" pitchFamily="34" charset="0"/>
              <a:buChar char="•"/>
            </a:pPr>
            <a:endParaRPr lang="en-US" altLang="en-US" sz="2000" dirty="0">
              <a:solidFill>
                <a:schemeClr val="tx2"/>
              </a:solidFill>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AA91F05D-F4C2-BE1D-B58F-35EBA41896A5}"/>
              </a:ext>
            </a:extLst>
          </p:cNvPr>
          <p:cNvSpPr/>
          <p:nvPr/>
        </p:nvSpPr>
        <p:spPr>
          <a:xfrm>
            <a:off x="457201" y="1432154"/>
            <a:ext cx="5111751" cy="1366921"/>
          </a:xfrm>
          <a:prstGeom prst="roundRect">
            <a:avLst>
              <a:gd name="adj" fmla="val 10000"/>
            </a:avLst>
          </a:prstGeom>
          <a:solidFill>
            <a:schemeClr val="accent6">
              <a:lumMod val="20000"/>
              <a:lumOff val="80000"/>
            </a:schemeClr>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 name="Rectangle 3" descr="Tick">
            <a:extLst>
              <a:ext uri="{FF2B5EF4-FFF2-40B4-BE49-F238E27FC236}">
                <a16:creationId xmlns:a16="http://schemas.microsoft.com/office/drawing/2014/main" id="{986F30E5-2B31-F106-3ECB-FB4DFEC3A668}"/>
              </a:ext>
            </a:extLst>
          </p:cNvPr>
          <p:cNvSpPr/>
          <p:nvPr/>
        </p:nvSpPr>
        <p:spPr>
          <a:xfrm>
            <a:off x="4403652" y="1739711"/>
            <a:ext cx="751807" cy="751807"/>
          </a:xfrm>
          <a:prstGeom prst="rect">
            <a:avLst/>
          </a:prstGeom>
          <a: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7" name="Freeform: Shape 6">
            <a:extLst>
              <a:ext uri="{FF2B5EF4-FFF2-40B4-BE49-F238E27FC236}">
                <a16:creationId xmlns:a16="http://schemas.microsoft.com/office/drawing/2014/main" id="{798010D5-3872-295C-DD95-2691DE060131}"/>
              </a:ext>
            </a:extLst>
          </p:cNvPr>
          <p:cNvSpPr/>
          <p:nvPr/>
        </p:nvSpPr>
        <p:spPr>
          <a:xfrm>
            <a:off x="457202" y="1432154"/>
            <a:ext cx="3532956" cy="1366921"/>
          </a:xfrm>
          <a:custGeom>
            <a:avLst/>
            <a:gdLst>
              <a:gd name="connsiteX0" fmla="*/ 0 w 3532956"/>
              <a:gd name="connsiteY0" fmla="*/ 0 h 1366921"/>
              <a:gd name="connsiteX1" fmla="*/ 3532956 w 3532956"/>
              <a:gd name="connsiteY1" fmla="*/ 0 h 1366921"/>
              <a:gd name="connsiteX2" fmla="*/ 3532956 w 3532956"/>
              <a:gd name="connsiteY2" fmla="*/ 1366921 h 1366921"/>
              <a:gd name="connsiteX3" fmla="*/ 0 w 3532956"/>
              <a:gd name="connsiteY3" fmla="*/ 1366921 h 1366921"/>
              <a:gd name="connsiteX4" fmla="*/ 0 w 3532956"/>
              <a:gd name="connsiteY4" fmla="*/ 0 h 1366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2956" h="1366921">
                <a:moveTo>
                  <a:pt x="0" y="0"/>
                </a:moveTo>
                <a:lnTo>
                  <a:pt x="3532956" y="0"/>
                </a:lnTo>
                <a:lnTo>
                  <a:pt x="3532956" y="1366921"/>
                </a:lnTo>
                <a:lnTo>
                  <a:pt x="0" y="13669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4666" tIns="144666" rIns="144666" bIns="144666" numCol="1" spcCol="1270" rtlCol="1" anchor="ctr" anchorCtr="0">
            <a:noAutofit/>
          </a:bodyPr>
          <a:lstStyle/>
          <a:p>
            <a:pPr marL="0" lvl="0" indent="0" algn="r" defTabSz="1111250" rtl="1">
              <a:lnSpc>
                <a:spcPct val="100000"/>
              </a:lnSpc>
              <a:spcBef>
                <a:spcPct val="0"/>
              </a:spcBef>
              <a:spcAft>
                <a:spcPct val="35000"/>
              </a:spcAft>
              <a:buNone/>
            </a:pPr>
            <a:r>
              <a:rPr lang="ar" sz="2500" b="1" kern="1200">
                <a:latin typeface="Times New Roman" panose="02020603050405020304" pitchFamily="18" charset="0"/>
                <a:cs typeface="Times New Roman" panose="02020603050405020304" pitchFamily="18" charset="0"/>
              </a:rPr>
              <a:t>مجالات المحتوى الرئيسة</a:t>
            </a:r>
          </a:p>
        </p:txBody>
      </p:sp>
      <p:sp>
        <p:nvSpPr>
          <p:cNvPr id="8" name="Rectangle: Rounded Corners 7">
            <a:extLst>
              <a:ext uri="{FF2B5EF4-FFF2-40B4-BE49-F238E27FC236}">
                <a16:creationId xmlns:a16="http://schemas.microsoft.com/office/drawing/2014/main" id="{FE6C1EDD-E002-16A4-D5E4-FCBB298445A9}"/>
              </a:ext>
            </a:extLst>
          </p:cNvPr>
          <p:cNvSpPr/>
          <p:nvPr/>
        </p:nvSpPr>
        <p:spPr>
          <a:xfrm>
            <a:off x="457201" y="3140806"/>
            <a:ext cx="5111751" cy="1366921"/>
          </a:xfrm>
          <a:prstGeom prst="roundRect">
            <a:avLst>
              <a:gd name="adj" fmla="val 10000"/>
            </a:avLst>
          </a:prstGeom>
          <a:solidFill>
            <a:schemeClr val="accent5"/>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9" name="Rectangle 8" descr="Target with solid fill">
            <a:extLst>
              <a:ext uri="{FF2B5EF4-FFF2-40B4-BE49-F238E27FC236}">
                <a16:creationId xmlns:a16="http://schemas.microsoft.com/office/drawing/2014/main" id="{2B501881-0BDC-F71A-8D2D-ABB47AD257A8}"/>
              </a:ext>
            </a:extLst>
          </p:cNvPr>
          <p:cNvSpPr/>
          <p:nvPr/>
        </p:nvSpPr>
        <p:spPr>
          <a:xfrm>
            <a:off x="4403652" y="3448363"/>
            <a:ext cx="751807" cy="751807"/>
          </a:xfrm>
          <a:prstGeom prst="rect">
            <a:avLst/>
          </a:prstGeom>
          <a:blipFill>
            <a:blip r:embed="rId6">
              <a:extLs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0" name="Freeform: Shape 9">
            <a:extLst>
              <a:ext uri="{FF2B5EF4-FFF2-40B4-BE49-F238E27FC236}">
                <a16:creationId xmlns:a16="http://schemas.microsoft.com/office/drawing/2014/main" id="{68591808-2A9D-ACBD-FD9E-5AE1E500F43C}"/>
              </a:ext>
            </a:extLst>
          </p:cNvPr>
          <p:cNvSpPr/>
          <p:nvPr/>
        </p:nvSpPr>
        <p:spPr>
          <a:xfrm>
            <a:off x="457202" y="3140806"/>
            <a:ext cx="3532956" cy="1366921"/>
          </a:xfrm>
          <a:custGeom>
            <a:avLst/>
            <a:gdLst>
              <a:gd name="connsiteX0" fmla="*/ 0 w 3532956"/>
              <a:gd name="connsiteY0" fmla="*/ 0 h 1366921"/>
              <a:gd name="connsiteX1" fmla="*/ 3532956 w 3532956"/>
              <a:gd name="connsiteY1" fmla="*/ 0 h 1366921"/>
              <a:gd name="connsiteX2" fmla="*/ 3532956 w 3532956"/>
              <a:gd name="connsiteY2" fmla="*/ 1366921 h 1366921"/>
              <a:gd name="connsiteX3" fmla="*/ 0 w 3532956"/>
              <a:gd name="connsiteY3" fmla="*/ 1366921 h 1366921"/>
              <a:gd name="connsiteX4" fmla="*/ 0 w 3532956"/>
              <a:gd name="connsiteY4" fmla="*/ 0 h 1366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2956" h="1366921">
                <a:moveTo>
                  <a:pt x="0" y="0"/>
                </a:moveTo>
                <a:lnTo>
                  <a:pt x="3532956" y="0"/>
                </a:lnTo>
                <a:lnTo>
                  <a:pt x="3532956" y="1366921"/>
                </a:lnTo>
                <a:lnTo>
                  <a:pt x="0" y="1366921"/>
                </a:lnTo>
                <a:lnTo>
                  <a:pt x="0" y="0"/>
                </a:lnTo>
                <a:close/>
              </a:path>
            </a:pathLst>
          </a:custGeom>
          <a:solidFill>
            <a:schemeClr val="accent5"/>
          </a:solidFill>
        </p:spPr>
        <p:style>
          <a:lnRef idx="0">
            <a:schemeClr val="dk1">
              <a:alpha val="0"/>
              <a:hueOff val="0"/>
              <a:satOff val="0"/>
              <a:lumOff val="0"/>
              <a:alphaOff val="0"/>
            </a:schemeClr>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4666" tIns="144666" rIns="144666" bIns="144666" numCol="1" spcCol="1270" rtlCol="1" anchor="ctr" anchorCtr="0">
            <a:noAutofit/>
          </a:bodyPr>
          <a:lstStyle/>
          <a:p>
            <a:pPr marL="0" lvl="0" indent="0" algn="r" defTabSz="889000" rtl="1">
              <a:lnSpc>
                <a:spcPct val="100000"/>
              </a:lnSpc>
              <a:spcBef>
                <a:spcPct val="0"/>
              </a:spcBef>
              <a:spcAft>
                <a:spcPct val="35000"/>
              </a:spcAft>
              <a:buNone/>
            </a:pPr>
            <a:r>
              <a:rPr lang="ar" sz="2000" b="1" kern="1200">
                <a:latin typeface="Times New Roman" panose="02020603050405020304" pitchFamily="18" charset="0"/>
                <a:cs typeface="Times New Roman" panose="02020603050405020304" pitchFamily="18" charset="0"/>
              </a:rPr>
              <a:t>ب1</a:t>
            </a:r>
            <a:r>
              <a:rPr>
                <a:latin typeface="Times New Roman" panose="02020603050405020304" pitchFamily="18" charset="0"/>
                <a:cs typeface="Times New Roman" panose="02020603050405020304" pitchFamily="18" charset="0"/>
              </a:rPr>
              <a:t> التنفيذ الآمن لبرنامج تدريب شخصي قصير الأمد للياقة البدنية.</a:t>
            </a:r>
            <a:endParaRPr lang="en-US" sz="2000" kern="1200" dirty="0">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AACA93E1-FBB4-1955-510A-E0B50047096F}"/>
              </a:ext>
            </a:extLst>
          </p:cNvPr>
          <p:cNvSpPr/>
          <p:nvPr/>
        </p:nvSpPr>
        <p:spPr>
          <a:xfrm>
            <a:off x="457201" y="4849458"/>
            <a:ext cx="5111751" cy="1366921"/>
          </a:xfrm>
          <a:prstGeom prst="roundRect">
            <a:avLst>
              <a:gd name="adj" fmla="val 10000"/>
            </a:avLst>
          </a:prstGeom>
          <a:solidFill>
            <a:schemeClr val="accent6">
              <a:lumMod val="20000"/>
              <a:lumOff val="80000"/>
            </a:schemeClr>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3" name="Rectangle 12" descr="Clipboard with solid fill">
            <a:extLst>
              <a:ext uri="{FF2B5EF4-FFF2-40B4-BE49-F238E27FC236}">
                <a16:creationId xmlns:a16="http://schemas.microsoft.com/office/drawing/2014/main" id="{885CCCCA-45A1-B14F-FD17-37EC67F88CAC}"/>
              </a:ext>
            </a:extLst>
          </p:cNvPr>
          <p:cNvSpPr/>
          <p:nvPr/>
        </p:nvSpPr>
        <p:spPr>
          <a:xfrm>
            <a:off x="4403652" y="5157016"/>
            <a:ext cx="751807" cy="751807"/>
          </a:xfrm>
          <a:prstGeom prst="rect">
            <a:avLst/>
          </a:prstGeom>
          <a:blipFill>
            <a:blip r:embed="rId8">
              <a:extLst>
                <a:ext uri="{96DAC541-7B7A-43D3-8B79-37D633B846F1}">
                  <asvg:svgBlip xmlns:asvg="http://schemas.microsoft.com/office/drawing/2016/SVG/main" r:embed="rId9"/>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4" name="Freeform: Shape 13">
            <a:extLst>
              <a:ext uri="{FF2B5EF4-FFF2-40B4-BE49-F238E27FC236}">
                <a16:creationId xmlns:a16="http://schemas.microsoft.com/office/drawing/2014/main" id="{42A9660D-424B-045F-E739-CD889026F79E}"/>
              </a:ext>
            </a:extLst>
          </p:cNvPr>
          <p:cNvSpPr/>
          <p:nvPr/>
        </p:nvSpPr>
        <p:spPr>
          <a:xfrm>
            <a:off x="457202" y="4849458"/>
            <a:ext cx="3532956" cy="1366921"/>
          </a:xfrm>
          <a:custGeom>
            <a:avLst/>
            <a:gdLst>
              <a:gd name="connsiteX0" fmla="*/ 0 w 3532956"/>
              <a:gd name="connsiteY0" fmla="*/ 0 h 1366921"/>
              <a:gd name="connsiteX1" fmla="*/ 3532956 w 3532956"/>
              <a:gd name="connsiteY1" fmla="*/ 0 h 1366921"/>
              <a:gd name="connsiteX2" fmla="*/ 3532956 w 3532956"/>
              <a:gd name="connsiteY2" fmla="*/ 1366921 h 1366921"/>
              <a:gd name="connsiteX3" fmla="*/ 0 w 3532956"/>
              <a:gd name="connsiteY3" fmla="*/ 1366921 h 1366921"/>
              <a:gd name="connsiteX4" fmla="*/ 0 w 3532956"/>
              <a:gd name="connsiteY4" fmla="*/ 0 h 1366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2956" h="1366921">
                <a:moveTo>
                  <a:pt x="0" y="0"/>
                </a:moveTo>
                <a:lnTo>
                  <a:pt x="3532956" y="0"/>
                </a:lnTo>
                <a:lnTo>
                  <a:pt x="3532956" y="1366921"/>
                </a:lnTo>
                <a:lnTo>
                  <a:pt x="0" y="13669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4666" tIns="144666" rIns="144666" bIns="144666" numCol="1" spcCol="1270" rtlCol="1" anchor="ctr" anchorCtr="0">
            <a:noAutofit/>
          </a:bodyPr>
          <a:lstStyle/>
          <a:p>
            <a:pPr marL="0" lvl="0" indent="0" algn="r" defTabSz="889000" rtl="1">
              <a:lnSpc>
                <a:spcPct val="100000"/>
              </a:lnSpc>
              <a:spcBef>
                <a:spcPct val="0"/>
              </a:spcBef>
              <a:spcAft>
                <a:spcPct val="35000"/>
              </a:spcAft>
              <a:buNone/>
            </a:pPr>
            <a:r>
              <a:rPr lang="ar" sz="2000" b="1" kern="1200">
                <a:latin typeface="Times New Roman" panose="02020603050405020304" pitchFamily="18" charset="0"/>
                <a:cs typeface="Times New Roman" panose="02020603050405020304" pitchFamily="18" charset="0"/>
              </a:rPr>
              <a:t>ب2</a:t>
            </a:r>
            <a:r>
              <a:rPr lang="ar" sz="2000" kern="1200">
                <a:latin typeface="Times New Roman" panose="02020603050405020304" pitchFamily="18" charset="0"/>
                <a:cs typeface="Times New Roman" panose="02020603050405020304" pitchFamily="18" charset="0"/>
              </a:rPr>
              <a:t>  مدونة تدريب لتسجيل كل جلسة</a:t>
            </a:r>
            <a:endParaRPr lang="en-US" sz="2000" b="0" kern="12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41905A1-19B2-7ACE-938C-689AEF82D6C9}"/>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515136108"/>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B3DC4343-8E3E-0E2B-3D69-498677F97C5C}"/>
              </a:ext>
            </a:extLst>
          </p:cNvPr>
          <p:cNvSpPr txBox="1">
            <a:spLocks noChangeArrowheads="1"/>
          </p:cNvSpPr>
          <p:nvPr/>
        </p:nvSpPr>
        <p:spPr bwMode="auto">
          <a:xfrm>
            <a:off x="-2480" y="1047788"/>
            <a:ext cx="9141263" cy="4795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ب1 التنفيذ الآمن لبرنامج تدريب شخصي قصير الأمد للياقة البدنية</a:t>
            </a:r>
            <a:endParaRPr lang="en-US" b="1" dirty="0">
              <a:latin typeface="Times New Roman" panose="02020603050405020304" pitchFamily="18" charset="0"/>
              <a:cs typeface="Times New Roman" panose="02020603050405020304" pitchFamily="18" charset="0"/>
            </a:endParaRPr>
          </a:p>
        </p:txBody>
      </p:sp>
      <p:sp>
        <p:nvSpPr>
          <p:cNvPr id="11" name="TextBox 4">
            <a:extLst>
              <a:ext uri="{FF2B5EF4-FFF2-40B4-BE49-F238E27FC236}">
                <a16:creationId xmlns:a16="http://schemas.microsoft.com/office/drawing/2014/main" id="{441C6ABA-86EF-1195-DC97-E88C70C8E086}"/>
              </a:ext>
            </a:extLst>
          </p:cNvPr>
          <p:cNvSpPr txBox="1"/>
          <p:nvPr/>
        </p:nvSpPr>
        <p:spPr>
          <a:xfrm>
            <a:off x="665233" y="1875105"/>
            <a:ext cx="7817327"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fontAlgn="ctr"/>
            <a:r>
              <a:rPr lang="ar" b="1">
                <a:solidFill>
                  <a:srgbClr val="002060"/>
                </a:solidFill>
                <a:latin typeface="Times New Roman" panose="02020603050405020304" pitchFamily="18" charset="0"/>
                <a:cs typeface="Times New Roman" panose="02020603050405020304" pitchFamily="18" charset="0"/>
              </a:rPr>
              <a:t>تطبيق عملي – مهمة: صمّم خطة تدريبية لفئة رياضية محددة</a:t>
            </a:r>
            <a:endParaRPr lang="en-GB" b="1" dirty="0">
              <a:latin typeface="Times New Roman" panose="02020603050405020304" pitchFamily="18" charset="0"/>
              <a:cs typeface="Times New Roman" panose="02020603050405020304" pitchFamily="18" charset="0"/>
            </a:endParaRPr>
          </a:p>
        </p:txBody>
      </p:sp>
      <p:sp>
        <p:nvSpPr>
          <p:cNvPr id="17" name="Content Placeholder 3">
            <a:extLst>
              <a:ext uri="{FF2B5EF4-FFF2-40B4-BE49-F238E27FC236}">
                <a16:creationId xmlns:a16="http://schemas.microsoft.com/office/drawing/2014/main" id="{BC923C6E-ADBE-7E94-9BA8-20253E2655D6}"/>
              </a:ext>
            </a:extLst>
          </p:cNvPr>
          <p:cNvSpPr txBox="1">
            <a:spLocks noChangeArrowheads="1"/>
          </p:cNvSpPr>
          <p:nvPr/>
        </p:nvSpPr>
        <p:spPr bwMode="auto">
          <a:xfrm>
            <a:off x="660666" y="2344825"/>
            <a:ext cx="7820049" cy="1928036"/>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rtl="1">
              <a:buNone/>
            </a:pPr>
            <a:endParaRPr lang="en-GB" sz="1200" b="1" dirty="0">
              <a:latin typeface="Times New Roman" panose="02020603050405020304" pitchFamily="18" charset="0"/>
              <a:cs typeface="Times New Roman" panose="02020603050405020304" pitchFamily="18" charset="0"/>
            </a:endParaRPr>
          </a:p>
          <a:p>
            <a:pPr rtl="1">
              <a:buFont typeface="Wingdings"/>
              <a:buChar char="§"/>
            </a:pPr>
            <a:r>
              <a:rPr lang="ar" sz="2000">
                <a:latin typeface="Times New Roman" panose="02020603050405020304" pitchFamily="18" charset="0"/>
                <a:cs typeface="Times New Roman" panose="02020603050405020304" pitchFamily="18" charset="0"/>
              </a:rPr>
              <a:t>حدد مكونات اللياقة البدنية الأساسية التي تتطلبها. </a:t>
            </a:r>
            <a:endParaRPr lang="en-US" sz="2000" dirty="0">
              <a:latin typeface="Times New Roman" panose="02020603050405020304" pitchFamily="18" charset="0"/>
              <a:cs typeface="Times New Roman" panose="02020603050405020304" pitchFamily="18" charset="0"/>
            </a:endParaRPr>
          </a:p>
          <a:p>
            <a:pPr rtl="1">
              <a:buFont typeface="Wingdings"/>
              <a:buChar char="§"/>
            </a:pPr>
            <a:r>
              <a:rPr lang="ar" sz="2000">
                <a:latin typeface="Times New Roman" panose="02020603050405020304" pitchFamily="18" charset="0"/>
                <a:cs typeface="Times New Roman" panose="02020603050405020304" pitchFamily="18" charset="0"/>
              </a:rPr>
              <a:t>اختر 3 إلى 4 طرق تدريب مناسبة. </a:t>
            </a:r>
            <a:endParaRPr lang="en-GB" dirty="0">
              <a:latin typeface="Times New Roman" panose="02020603050405020304" pitchFamily="18" charset="0"/>
              <a:cs typeface="Times New Roman" panose="02020603050405020304" pitchFamily="18" charset="0"/>
            </a:endParaRPr>
          </a:p>
          <a:p>
            <a:pPr rtl="1">
              <a:buFont typeface="Wingdings"/>
              <a:buChar char="§"/>
            </a:pPr>
            <a:r>
              <a:rPr lang="ar" sz="2000">
                <a:latin typeface="Times New Roman" panose="02020603050405020304" pitchFamily="18" charset="0"/>
                <a:cs typeface="Times New Roman" panose="02020603050405020304" pitchFamily="18" charset="0"/>
              </a:rPr>
              <a:t>اقترح خطة أسبوعية أساسية (مثال: جلستان تدريبيتان + يوم للتعافي). </a:t>
            </a:r>
            <a:endParaRPr lang="en-GB" dirty="0">
              <a:latin typeface="Times New Roman" panose="02020603050405020304" pitchFamily="18" charset="0"/>
              <a:cs typeface="Times New Roman" panose="02020603050405020304" pitchFamily="18" charset="0"/>
            </a:endParaRPr>
          </a:p>
          <a:p>
            <a:pPr rtl="1">
              <a:buFont typeface="Wingdings,Sans-Serif"/>
              <a:buChar char="§"/>
            </a:pPr>
            <a:r>
              <a:rPr lang="ar" sz="2000">
                <a:latin typeface="Times New Roman" panose="02020603050405020304" pitchFamily="18" charset="0"/>
                <a:cs typeface="Times New Roman" panose="02020603050405020304" pitchFamily="18" charset="0"/>
              </a:rPr>
              <a:t>فسّر لماذا تلائم هذه الخيارات متطلبات الرياضة.</a:t>
            </a:r>
            <a:endParaRPr lang="en-GB" dirty="0">
              <a:latin typeface="Times New Roman" panose="02020603050405020304" pitchFamily="18" charset="0"/>
              <a:cs typeface="Times New Roman" panose="02020603050405020304" pitchFamily="18" charset="0"/>
            </a:endParaRPr>
          </a:p>
        </p:txBody>
      </p:sp>
      <p:grpSp>
        <p:nvGrpSpPr>
          <p:cNvPr id="23" name="Group 22">
            <a:extLst>
              <a:ext uri="{FF2B5EF4-FFF2-40B4-BE49-F238E27FC236}">
                <a16:creationId xmlns:a16="http://schemas.microsoft.com/office/drawing/2014/main" id="{8ADE1F5A-1C70-38A0-7762-25DD06C36061}"/>
              </a:ext>
            </a:extLst>
          </p:cNvPr>
          <p:cNvGrpSpPr/>
          <p:nvPr/>
        </p:nvGrpSpPr>
        <p:grpSpPr>
          <a:xfrm>
            <a:off x="664223" y="4531293"/>
            <a:ext cx="7819556" cy="1587825"/>
            <a:chOff x="4929672" y="1503810"/>
            <a:chExt cx="2732266" cy="2837333"/>
          </a:xfrm>
        </p:grpSpPr>
        <p:sp>
          <p:nvSpPr>
            <p:cNvPr id="21" name="Rectangle 20">
              <a:extLst>
                <a:ext uri="{FF2B5EF4-FFF2-40B4-BE49-F238E27FC236}">
                  <a16:creationId xmlns:a16="http://schemas.microsoft.com/office/drawing/2014/main" id="{4703A00D-6701-9647-D564-F16BF529B242}"/>
                </a:ext>
              </a:extLst>
            </p:cNvPr>
            <p:cNvSpPr/>
            <p:nvPr/>
          </p:nvSpPr>
          <p:spPr>
            <a:xfrm>
              <a:off x="4929672" y="1503810"/>
              <a:ext cx="2732266" cy="2837333"/>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lIns="91440" tIns="45720" rIns="91440" bIns="45720" rtlCol="1" anchor="t"/>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algn="ctr" rtl="1"/>
              <a:endParaRPr lang="en-US" sz="1100" dirty="0">
                <a:latin typeface="Times New Roman" panose="02020603050405020304" pitchFamily="18" charset="0"/>
                <a:ea typeface="Verdana"/>
                <a:cs typeface="Times New Roman" panose="02020603050405020304" pitchFamily="18" charset="0"/>
              </a:endParaRPr>
            </a:p>
          </p:txBody>
        </p:sp>
        <p:sp>
          <p:nvSpPr>
            <p:cNvPr id="22" name="TextBox 6">
              <a:extLst>
                <a:ext uri="{FF2B5EF4-FFF2-40B4-BE49-F238E27FC236}">
                  <a16:creationId xmlns:a16="http://schemas.microsoft.com/office/drawing/2014/main" id="{53451EF3-A966-9F42-214D-D967F51BBF34}"/>
                </a:ext>
              </a:extLst>
            </p:cNvPr>
            <p:cNvSpPr txBox="1"/>
            <p:nvPr/>
          </p:nvSpPr>
          <p:spPr>
            <a:xfrm>
              <a:off x="5000875" y="2153372"/>
              <a:ext cx="2590907" cy="15256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rtl="1"/>
              <a:r>
                <a:rPr lang="ar" sz="1400" b="1">
                  <a:solidFill>
                    <a:srgbClr val="7030A0"/>
                  </a:solidFill>
                  <a:latin typeface="Times New Roman" panose="02020603050405020304" pitchFamily="18" charset="0"/>
                  <a:ea typeface="+mn-lt"/>
                  <a:cs typeface="Times New Roman" panose="02020603050405020304" pitchFamily="18" charset="0"/>
                </a:rPr>
                <a:t>مثال على (رياضة الهجوم والسيطرة: كرة القدم): </a:t>
              </a:r>
              <a:endParaRPr lang="en-US" sz="1400" b="1" dirty="0">
                <a:solidFill>
                  <a:srgbClr val="FFFFFF"/>
                </a:solidFill>
                <a:latin typeface="Times New Roman" panose="02020603050405020304" pitchFamily="18" charset="0"/>
                <a:ea typeface="+mn-lt"/>
                <a:cs typeface="Times New Roman" panose="02020603050405020304" pitchFamily="18" charset="0"/>
              </a:endParaRPr>
            </a:p>
            <a:p>
              <a:pPr marL="171450" indent="-171450" rtl="1">
                <a:buFont typeface="Arial"/>
                <a:buChar char="•"/>
              </a:pPr>
              <a:r>
                <a:rPr lang="ar" sz="1400" u="sng">
                  <a:solidFill>
                    <a:srgbClr val="7030A0"/>
                  </a:solidFill>
                  <a:latin typeface="Times New Roman" panose="02020603050405020304" pitchFamily="18" charset="0"/>
                  <a:ea typeface="+mn-lt"/>
                  <a:cs typeface="Times New Roman" panose="02020603050405020304" pitchFamily="18" charset="0"/>
                </a:rPr>
                <a:t>تركيز اللياقة البدنية:</a:t>
              </a:r>
              <a:r>
                <a:rPr lang="ar" sz="1400">
                  <a:solidFill>
                    <a:srgbClr val="7030A0"/>
                  </a:solidFill>
                  <a:latin typeface="Times New Roman" panose="02020603050405020304" pitchFamily="18" charset="0"/>
                  <a:ea typeface="+mn-lt"/>
                  <a:cs typeface="Times New Roman" panose="02020603050405020304" pitchFamily="18" charset="0"/>
                </a:rPr>
                <a:t> الرشاقة والتحمّل القلبي التنفسي والتحمّل العضلي </a:t>
              </a:r>
              <a:endParaRPr lang="en-US" dirty="0">
                <a:latin typeface="Times New Roman" panose="02020603050405020304" pitchFamily="18" charset="0"/>
                <a:ea typeface="Verdana"/>
                <a:cs typeface="Times New Roman" panose="02020603050405020304" pitchFamily="18" charset="0"/>
              </a:endParaRPr>
            </a:p>
            <a:p>
              <a:pPr marL="171450" indent="-171450" rtl="1">
                <a:buFont typeface="Arial"/>
                <a:buChar char="•"/>
              </a:pPr>
              <a:r>
                <a:rPr lang="ar" sz="1400" u="sng">
                  <a:solidFill>
                    <a:srgbClr val="7030A0"/>
                  </a:solidFill>
                  <a:latin typeface="Times New Roman" panose="02020603050405020304" pitchFamily="18" charset="0"/>
                  <a:ea typeface="+mn-lt"/>
                  <a:cs typeface="Times New Roman" panose="02020603050405020304" pitchFamily="18" charset="0"/>
                </a:rPr>
                <a:t>أساليب التدريب:</a:t>
              </a:r>
              <a:r>
                <a:rPr lang="ar" sz="1400">
                  <a:solidFill>
                    <a:srgbClr val="7030A0"/>
                  </a:solidFill>
                  <a:latin typeface="Times New Roman" panose="02020603050405020304" pitchFamily="18" charset="0"/>
                  <a:ea typeface="+mn-lt"/>
                  <a:cs typeface="Times New Roman" panose="02020603050405020304" pitchFamily="18" charset="0"/>
                </a:rPr>
                <a:t> تدريب الفترات والتدريب الدائري والتدريب المقاوم </a:t>
              </a:r>
              <a:endParaRPr lang="en-US" dirty="0">
                <a:latin typeface="Times New Roman" panose="02020603050405020304" pitchFamily="18" charset="0"/>
                <a:ea typeface="Verdana"/>
                <a:cs typeface="Times New Roman" panose="02020603050405020304" pitchFamily="18" charset="0"/>
              </a:endParaRPr>
            </a:p>
            <a:p>
              <a:pPr marL="171450" indent="-171450" rtl="1">
                <a:buFont typeface="Arial"/>
                <a:buChar char="•"/>
              </a:pPr>
              <a:r>
                <a:rPr lang="ar" sz="1400" u="sng">
                  <a:solidFill>
                    <a:srgbClr val="7030A0"/>
                  </a:solidFill>
                  <a:latin typeface="Times New Roman" panose="02020603050405020304" pitchFamily="18" charset="0"/>
                  <a:ea typeface="+mn-lt"/>
                  <a:cs typeface="Times New Roman" panose="02020603050405020304" pitchFamily="18" charset="0"/>
                </a:rPr>
                <a:t>التخطيط:</a:t>
              </a:r>
              <a:r>
                <a:rPr lang="ar" sz="1400">
                  <a:solidFill>
                    <a:srgbClr val="7030A0"/>
                  </a:solidFill>
                  <a:latin typeface="Times New Roman" panose="02020603050405020304" pitchFamily="18" charset="0"/>
                  <a:ea typeface="+mn-lt"/>
                  <a:cs typeface="Times New Roman" panose="02020603050405020304" pitchFamily="18" charset="0"/>
                </a:rPr>
                <a:t> </a:t>
              </a:r>
              <a:endParaRPr lang="en-US" dirty="0">
                <a:latin typeface="Times New Roman" panose="02020603050405020304" pitchFamily="18" charset="0"/>
                <a:ea typeface="Verdana"/>
                <a:cs typeface="Times New Roman" panose="02020603050405020304" pitchFamily="18" charset="0"/>
              </a:endParaRPr>
            </a:p>
            <a:p>
              <a:pPr marL="628650" lvl="1" indent="-171450" rtl="1">
                <a:buFont typeface="Courier New"/>
                <a:buChar char="o"/>
              </a:pPr>
              <a:r>
                <a:rPr lang="ar" sz="1400">
                  <a:solidFill>
                    <a:srgbClr val="7030A0"/>
                  </a:solidFill>
                  <a:latin typeface="Times New Roman" panose="02020603050405020304" pitchFamily="18" charset="0"/>
                  <a:ea typeface="+mn-lt"/>
                  <a:cs typeface="Times New Roman" panose="02020603050405020304" pitchFamily="18" charset="0"/>
                </a:rPr>
                <a:t>الإثنين – انطلاقات سريعة على فترات </a:t>
              </a:r>
              <a:endParaRPr lang="en-US" dirty="0">
                <a:latin typeface="Times New Roman" panose="02020603050405020304" pitchFamily="18" charset="0"/>
                <a:ea typeface="Verdana"/>
                <a:cs typeface="Times New Roman" panose="02020603050405020304" pitchFamily="18" charset="0"/>
              </a:endParaRPr>
            </a:p>
            <a:p>
              <a:pPr marL="628650" lvl="1" indent="-171450" rtl="1">
                <a:buFont typeface="Courier New"/>
                <a:buChar char="o"/>
              </a:pPr>
              <a:r>
                <a:rPr lang="ar" sz="1400">
                  <a:solidFill>
                    <a:srgbClr val="7030A0"/>
                  </a:solidFill>
                  <a:latin typeface="Times New Roman" panose="02020603050405020304" pitchFamily="18" charset="0"/>
                  <a:ea typeface="+mn-lt"/>
                  <a:cs typeface="Times New Roman" panose="02020603050405020304" pitchFamily="18" charset="0"/>
                </a:rPr>
                <a:t>الأربعاء – تدريبات دائرية + تدريب قوة </a:t>
              </a:r>
              <a:endParaRPr lang="en-US" dirty="0">
                <a:latin typeface="Times New Roman" panose="02020603050405020304" pitchFamily="18" charset="0"/>
                <a:ea typeface="Verdana"/>
                <a:cs typeface="Times New Roman" panose="02020603050405020304" pitchFamily="18" charset="0"/>
              </a:endParaRPr>
            </a:p>
            <a:p>
              <a:pPr marL="628650" lvl="1" indent="-171450" rtl="1">
                <a:buFont typeface="Courier New"/>
                <a:buChar char="o"/>
              </a:pPr>
              <a:r>
                <a:rPr lang="ar" sz="1400">
                  <a:solidFill>
                    <a:srgbClr val="7030A0"/>
                  </a:solidFill>
                  <a:latin typeface="Times New Roman" panose="02020603050405020304" pitchFamily="18" charset="0"/>
                  <a:ea typeface="+mn-lt"/>
                  <a:cs typeface="Times New Roman" panose="02020603050405020304" pitchFamily="18" charset="0"/>
                </a:rPr>
                <a:t>الجمعة – جلسة مهارات تتضمن إحماء ديناميكي وتمارين تهدئة</a:t>
              </a:r>
              <a:endParaRPr lang="en-US" dirty="0">
                <a:latin typeface="Times New Roman" panose="02020603050405020304" pitchFamily="18" charset="0"/>
                <a:ea typeface="Verdana"/>
                <a:cs typeface="Times New Roman" panose="02020603050405020304" pitchFamily="18" charset="0"/>
              </a:endParaRPr>
            </a:p>
          </p:txBody>
        </p:sp>
      </p:grpSp>
      <p:sp>
        <p:nvSpPr>
          <p:cNvPr id="2" name="TextBox 1">
            <a:extLst>
              <a:ext uri="{FF2B5EF4-FFF2-40B4-BE49-F238E27FC236}">
                <a16:creationId xmlns:a16="http://schemas.microsoft.com/office/drawing/2014/main" id="{E2FA1013-C2DF-9316-4963-98C41989803C}"/>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436185546"/>
      </p:ext>
    </p:extLst>
  </p:cSld>
  <p:clrMapOvr>
    <a:masterClrMapping/>
  </p:clrMapOvr>
  <p:transition>
    <p:sndAc>
      <p:stSnd>
        <p:snd r:embed="rId2"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DE85D770-AB0D-79A1-BC15-F22D903D6B2A}"/>
              </a:ext>
            </a:extLst>
          </p:cNvPr>
          <p:cNvGraphicFramePr>
            <a:graphicFrameLocks noGrp="1"/>
          </p:cNvGraphicFramePr>
          <p:nvPr>
            <p:extLst>
              <p:ext uri="{D42A27DB-BD31-4B8C-83A1-F6EECF244321}">
                <p14:modId xmlns:p14="http://schemas.microsoft.com/office/powerpoint/2010/main" val="2019111510"/>
              </p:ext>
            </p:extLst>
          </p:nvPr>
        </p:nvGraphicFramePr>
        <p:xfrm>
          <a:off x="294205" y="4232231"/>
          <a:ext cx="7688208" cy="2194560"/>
        </p:xfrm>
        <a:graphic>
          <a:graphicData uri="http://schemas.openxmlformats.org/drawingml/2006/table">
            <a:tbl>
              <a:tblPr rtl="1" bandRow="1">
                <a:tableStyleId>{5940675A-B579-460E-94D1-54222C63F5DA}</a:tableStyleId>
              </a:tblPr>
              <a:tblGrid>
                <a:gridCol w="1835989">
                  <a:extLst>
                    <a:ext uri="{9D8B030D-6E8A-4147-A177-3AD203B41FA5}">
                      <a16:colId xmlns:a16="http://schemas.microsoft.com/office/drawing/2014/main" val="4027080659"/>
                    </a:ext>
                  </a:extLst>
                </a:gridCol>
                <a:gridCol w="5852219">
                  <a:extLst>
                    <a:ext uri="{9D8B030D-6E8A-4147-A177-3AD203B41FA5}">
                      <a16:colId xmlns:a16="http://schemas.microsoft.com/office/drawing/2014/main" val="1696677307"/>
                    </a:ext>
                  </a:extLst>
                </a:gridCol>
              </a:tblGrid>
              <a:tr h="0">
                <a:tc>
                  <a:txBody>
                    <a:bodyPr/>
                    <a:lstStyle/>
                    <a:p>
                      <a:pPr algn="ctr" rtl="1">
                        <a:buNone/>
                      </a:pPr>
                      <a:r>
                        <a:rPr lang="ar" b="1">
                          <a:latin typeface="Times New Roman" panose="02020603050405020304" pitchFamily="18" charset="0"/>
                          <a:cs typeface="Times New Roman" panose="02020603050405020304" pitchFamily="18" charset="0"/>
                        </a:rPr>
                        <a:t>المنطقة</a:t>
                      </a:r>
                    </a:p>
                  </a:txBody>
                  <a:tcPr anchor="ctr"/>
                </a:tc>
                <a:tc>
                  <a:txBody>
                    <a:bodyPr/>
                    <a:lstStyle/>
                    <a:p>
                      <a:pPr algn="ctr" rtl="1">
                        <a:buNone/>
                      </a:pPr>
                      <a:r>
                        <a:rPr lang="ar" b="1" dirty="0">
                          <a:latin typeface="Times New Roman" panose="02020603050405020304" pitchFamily="18" charset="0"/>
                          <a:cs typeface="Times New Roman" panose="02020603050405020304" pitchFamily="18" charset="0"/>
                        </a:rPr>
                        <a:t>ما يجب التحقق منه</a:t>
                      </a:r>
                    </a:p>
                  </a:txBody>
                  <a:tcPr anchor="ctr"/>
                </a:tc>
                <a:extLst>
                  <a:ext uri="{0D108BD9-81ED-4DB2-BD59-A6C34878D82A}">
                    <a16:rowId xmlns:a16="http://schemas.microsoft.com/office/drawing/2014/main" val="2742055132"/>
                  </a:ext>
                </a:extLst>
              </a:tr>
              <a:tr h="0">
                <a:tc>
                  <a:txBody>
                    <a:bodyPr/>
                    <a:lstStyle/>
                    <a:p>
                      <a:pPr rtl="1">
                        <a:buNone/>
                      </a:pPr>
                      <a:r>
                        <a:rPr lang="ar">
                          <a:latin typeface="Times New Roman" panose="02020603050405020304" pitchFamily="18" charset="0"/>
                          <a:cs typeface="Times New Roman" panose="02020603050405020304" pitchFamily="18" charset="0"/>
                        </a:rPr>
                        <a:t>المعدات</a:t>
                      </a:r>
                    </a:p>
                  </a:txBody>
                  <a:tcPr anchor="ctr"/>
                </a:tc>
                <a:tc>
                  <a:txBody>
                    <a:bodyPr/>
                    <a:lstStyle/>
                    <a:p>
                      <a:pPr rtl="1">
                        <a:buNone/>
                      </a:pPr>
                      <a:r>
                        <a:rPr lang="ar" dirty="0">
                          <a:latin typeface="Times New Roman" panose="02020603050405020304" pitchFamily="18" charset="0"/>
                          <a:cs typeface="Times New Roman" panose="02020603050405020304" pitchFamily="18" charset="0"/>
                        </a:rPr>
                        <a:t>الحالة والحجم وطريقة الاستخدام الصحيحة</a:t>
                      </a:r>
                    </a:p>
                  </a:txBody>
                  <a:tcPr anchor="ctr"/>
                </a:tc>
                <a:extLst>
                  <a:ext uri="{0D108BD9-81ED-4DB2-BD59-A6C34878D82A}">
                    <a16:rowId xmlns:a16="http://schemas.microsoft.com/office/drawing/2014/main" val="3041455208"/>
                  </a:ext>
                </a:extLst>
              </a:tr>
              <a:tr h="0">
                <a:tc>
                  <a:txBody>
                    <a:bodyPr/>
                    <a:lstStyle/>
                    <a:p>
                      <a:pPr rtl="1">
                        <a:buNone/>
                      </a:pPr>
                      <a:r>
                        <a:rPr lang="ar">
                          <a:latin typeface="Times New Roman" panose="02020603050405020304" pitchFamily="18" charset="0"/>
                          <a:cs typeface="Times New Roman" panose="02020603050405020304" pitchFamily="18" charset="0"/>
                        </a:rPr>
                        <a:t>البيئة</a:t>
                      </a:r>
                    </a:p>
                  </a:txBody>
                  <a:tcPr anchor="ctr"/>
                </a:tc>
                <a:tc>
                  <a:txBody>
                    <a:bodyPr/>
                    <a:lstStyle/>
                    <a:p>
                      <a:pPr rtl="1">
                        <a:buNone/>
                      </a:pPr>
                      <a:r>
                        <a:rPr lang="ar">
                          <a:latin typeface="Times New Roman" panose="02020603050405020304" pitchFamily="18" charset="0"/>
                          <a:cs typeface="Times New Roman" panose="02020603050405020304" pitchFamily="18" charset="0"/>
                        </a:rPr>
                        <a:t>المساحة والأرضية والإضاءة ودرجة الحرارة ومصادر الخطر</a:t>
                      </a:r>
                    </a:p>
                  </a:txBody>
                  <a:tcPr anchor="ctr"/>
                </a:tc>
                <a:extLst>
                  <a:ext uri="{0D108BD9-81ED-4DB2-BD59-A6C34878D82A}">
                    <a16:rowId xmlns:a16="http://schemas.microsoft.com/office/drawing/2014/main" val="3202452335"/>
                  </a:ext>
                </a:extLst>
              </a:tr>
              <a:tr h="0">
                <a:tc>
                  <a:txBody>
                    <a:bodyPr/>
                    <a:lstStyle/>
                    <a:p>
                      <a:pPr rtl="1">
                        <a:buNone/>
                      </a:pPr>
                      <a:r>
                        <a:rPr lang="ar">
                          <a:latin typeface="Times New Roman" panose="02020603050405020304" pitchFamily="18" charset="0"/>
                          <a:cs typeface="Times New Roman" panose="02020603050405020304" pitchFamily="18" charset="0"/>
                        </a:rPr>
                        <a:t>هل الإشراف</a:t>
                      </a:r>
                    </a:p>
                  </a:txBody>
                  <a:tcPr anchor="ctr"/>
                </a:tc>
                <a:tc>
                  <a:txBody>
                    <a:bodyPr/>
                    <a:lstStyle/>
                    <a:p>
                      <a:pPr rtl="1">
                        <a:buNone/>
                      </a:pPr>
                      <a:r>
                        <a:rPr lang="ar">
                          <a:latin typeface="Times New Roman" panose="02020603050405020304" pitchFamily="18" charset="0"/>
                          <a:cs typeface="Times New Roman" panose="02020603050405020304" pitchFamily="18" charset="0"/>
                        </a:rPr>
                        <a:t>مطلوب؟ هل يتم اتباع التعليمات بشكل صحيح؟</a:t>
                      </a:r>
                    </a:p>
                  </a:txBody>
                  <a:tcPr anchor="ctr"/>
                </a:tc>
                <a:extLst>
                  <a:ext uri="{0D108BD9-81ED-4DB2-BD59-A6C34878D82A}">
                    <a16:rowId xmlns:a16="http://schemas.microsoft.com/office/drawing/2014/main" val="1846140166"/>
                  </a:ext>
                </a:extLst>
              </a:tr>
              <a:tr h="0">
                <a:tc>
                  <a:txBody>
                    <a:bodyPr/>
                    <a:lstStyle/>
                    <a:p>
                      <a:pPr rtl="1">
                        <a:buNone/>
                      </a:pPr>
                      <a:r>
                        <a:rPr lang="ar">
                          <a:latin typeface="Times New Roman" panose="02020603050405020304" pitchFamily="18" charset="0"/>
                          <a:cs typeface="Times New Roman" panose="02020603050405020304" pitchFamily="18" charset="0"/>
                        </a:rPr>
                        <a:t>الملابس</a:t>
                      </a:r>
                    </a:p>
                  </a:txBody>
                  <a:tcPr anchor="ctr"/>
                </a:tc>
                <a:tc>
                  <a:txBody>
                    <a:bodyPr/>
                    <a:lstStyle/>
                    <a:p>
                      <a:pPr rtl="1">
                        <a:buNone/>
                      </a:pPr>
                      <a:r>
                        <a:rPr lang="ar">
                          <a:latin typeface="Times New Roman" panose="02020603050405020304" pitchFamily="18" charset="0"/>
                          <a:cs typeface="Times New Roman" panose="02020603050405020304" pitchFamily="18" charset="0"/>
                        </a:rPr>
                        <a:t>الأحذية المناسبة وإزالة المجوهرات وملابس مناسبة للطقس</a:t>
                      </a:r>
                    </a:p>
                  </a:txBody>
                  <a:tcPr anchor="ctr"/>
                </a:tc>
                <a:extLst>
                  <a:ext uri="{0D108BD9-81ED-4DB2-BD59-A6C34878D82A}">
                    <a16:rowId xmlns:a16="http://schemas.microsoft.com/office/drawing/2014/main" val="174258972"/>
                  </a:ext>
                </a:extLst>
              </a:tr>
              <a:tr h="0">
                <a:tc>
                  <a:txBody>
                    <a:bodyPr/>
                    <a:lstStyle/>
                    <a:p>
                      <a:pPr rtl="1">
                        <a:buNone/>
                      </a:pPr>
                      <a:r>
                        <a:rPr lang="ar">
                          <a:latin typeface="Times New Roman" panose="02020603050405020304" pitchFamily="18" charset="0"/>
                          <a:cs typeface="Times New Roman" panose="02020603050405020304" pitchFamily="18" charset="0"/>
                        </a:rPr>
                        <a:t>الحالة الشخصية</a:t>
                      </a:r>
                    </a:p>
                  </a:txBody>
                  <a:tcPr anchor="ctr"/>
                </a:tc>
                <a:tc>
                  <a:txBody>
                    <a:bodyPr/>
                    <a:lstStyle/>
                    <a:p>
                      <a:pPr rtl="1">
                        <a:buNone/>
                      </a:pPr>
                      <a:r>
                        <a:rPr lang="ar" dirty="0">
                          <a:latin typeface="Times New Roman" panose="02020603050405020304" pitchFamily="18" charset="0"/>
                          <a:cs typeface="Times New Roman" panose="02020603050405020304" pitchFamily="18" charset="0"/>
                        </a:rPr>
                        <a:t>الأحذية المناسبة وإزالة المجوهرات وملابس مناسبة للطقس</a:t>
                      </a:r>
                    </a:p>
                  </a:txBody>
                  <a:tcPr anchor="ctr"/>
                </a:tc>
                <a:extLst>
                  <a:ext uri="{0D108BD9-81ED-4DB2-BD59-A6C34878D82A}">
                    <a16:rowId xmlns:a16="http://schemas.microsoft.com/office/drawing/2014/main" val="670741707"/>
                  </a:ext>
                </a:extLst>
              </a:tr>
            </a:tbl>
          </a:graphicData>
        </a:graphic>
      </p:graphicFrame>
      <p:pic>
        <p:nvPicPr>
          <p:cNvPr id="7" name="Picture 6" descr="A helmet and gloves on grass&#10;&#10;AI-generated content may be incorrect.">
            <a:extLst>
              <a:ext uri="{FF2B5EF4-FFF2-40B4-BE49-F238E27FC236}">
                <a16:creationId xmlns:a16="http://schemas.microsoft.com/office/drawing/2014/main" id="{9A576367-69CA-129F-7B65-E588804A811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86375" y="1726114"/>
            <a:ext cx="3587997" cy="2391737"/>
          </a:xfrm>
          <a:prstGeom prst="rect">
            <a:avLst/>
          </a:prstGeom>
        </p:spPr>
      </p:pic>
      <p:sp>
        <p:nvSpPr>
          <p:cNvPr id="11" name="Title 2">
            <a:extLst>
              <a:ext uri="{FF2B5EF4-FFF2-40B4-BE49-F238E27FC236}">
                <a16:creationId xmlns:a16="http://schemas.microsoft.com/office/drawing/2014/main" id="{1B427C01-F6A8-B087-2271-79EBE21262E8}"/>
              </a:ext>
            </a:extLst>
          </p:cNvPr>
          <p:cNvSpPr txBox="1">
            <a:spLocks noChangeArrowheads="1"/>
          </p:cNvSpPr>
          <p:nvPr/>
        </p:nvSpPr>
        <p:spPr bwMode="auto">
          <a:xfrm>
            <a:off x="-2480" y="1047788"/>
            <a:ext cx="9141263" cy="4795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dirty="0">
                <a:latin typeface="Times New Roman" panose="02020603050405020304" pitchFamily="18" charset="0"/>
                <a:cs typeface="Times New Roman" panose="02020603050405020304" pitchFamily="18" charset="0"/>
              </a:rPr>
              <a:t>ب1 التنفيذ الآمن لبرنامج تدريب شخصي قصير الأمد للياقة البدنية</a:t>
            </a:r>
            <a:endParaRPr lang="en-US" b="1" dirty="0">
              <a:latin typeface="Times New Roman" panose="02020603050405020304" pitchFamily="18" charset="0"/>
              <a:cs typeface="Times New Roman" panose="02020603050405020304" pitchFamily="18" charset="0"/>
            </a:endParaRPr>
          </a:p>
        </p:txBody>
      </p:sp>
      <p:sp>
        <p:nvSpPr>
          <p:cNvPr id="13" name="TextBox 4">
            <a:extLst>
              <a:ext uri="{FF2B5EF4-FFF2-40B4-BE49-F238E27FC236}">
                <a16:creationId xmlns:a16="http://schemas.microsoft.com/office/drawing/2014/main" id="{F2B8D3E8-0BFD-C773-7D05-499BCB628525}"/>
              </a:ext>
            </a:extLst>
          </p:cNvPr>
          <p:cNvSpPr txBox="1"/>
          <p:nvPr/>
        </p:nvSpPr>
        <p:spPr>
          <a:xfrm>
            <a:off x="3897960" y="3768560"/>
            <a:ext cx="4084297"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fontAlgn="ctr"/>
            <a:r>
              <a:rPr lang="ar" b="1">
                <a:solidFill>
                  <a:srgbClr val="002060"/>
                </a:solidFill>
                <a:latin typeface="Times New Roman" panose="02020603050405020304" pitchFamily="18" charset="0"/>
                <a:cs typeface="Times New Roman" panose="02020603050405020304" pitchFamily="18" charset="0"/>
              </a:rPr>
              <a:t>تحقق قبل كل جلسة تدريبية من:</a:t>
            </a:r>
            <a:endParaRPr lang="en-GB" dirty="0">
              <a:latin typeface="Times New Roman" panose="02020603050405020304" pitchFamily="18" charset="0"/>
              <a:cs typeface="Times New Roman" panose="02020603050405020304" pitchFamily="18" charset="0"/>
            </a:endParaRPr>
          </a:p>
        </p:txBody>
      </p:sp>
      <p:sp>
        <p:nvSpPr>
          <p:cNvPr id="14" name="TextBox 4">
            <a:extLst>
              <a:ext uri="{FF2B5EF4-FFF2-40B4-BE49-F238E27FC236}">
                <a16:creationId xmlns:a16="http://schemas.microsoft.com/office/drawing/2014/main" id="{924E045D-9828-8E02-E822-D1DB8EFC1940}"/>
              </a:ext>
            </a:extLst>
          </p:cNvPr>
          <p:cNvSpPr txBox="1"/>
          <p:nvPr/>
        </p:nvSpPr>
        <p:spPr>
          <a:xfrm>
            <a:off x="3897961" y="2360014"/>
            <a:ext cx="4954054"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fontAlgn="ctr"/>
            <a:r>
              <a:rPr lang="ar" b="1">
                <a:solidFill>
                  <a:srgbClr val="002060"/>
                </a:solidFill>
                <a:latin typeface="Times New Roman" panose="02020603050405020304" pitchFamily="18" charset="0"/>
                <a:cs typeface="Times New Roman" panose="02020603050405020304" pitchFamily="18" charset="0"/>
              </a:rPr>
              <a:t>سبب أهمية السلامة:</a:t>
            </a:r>
            <a:endParaRPr lang="en-GB" dirty="0">
              <a:latin typeface="Times New Roman" panose="02020603050405020304" pitchFamily="18" charset="0"/>
              <a:cs typeface="Times New Roman" panose="02020603050405020304" pitchFamily="18" charset="0"/>
            </a:endParaRPr>
          </a:p>
        </p:txBody>
      </p:sp>
      <p:sp>
        <p:nvSpPr>
          <p:cNvPr id="20" name="Content Placeholder 3">
            <a:extLst>
              <a:ext uri="{FF2B5EF4-FFF2-40B4-BE49-F238E27FC236}">
                <a16:creationId xmlns:a16="http://schemas.microsoft.com/office/drawing/2014/main" id="{3C506FD9-CAFA-2A29-28CD-1F6A6825F977}"/>
              </a:ext>
            </a:extLst>
          </p:cNvPr>
          <p:cNvSpPr txBox="1">
            <a:spLocks noChangeArrowheads="1"/>
          </p:cNvSpPr>
          <p:nvPr/>
        </p:nvSpPr>
        <p:spPr bwMode="auto">
          <a:xfrm>
            <a:off x="3901097" y="2814337"/>
            <a:ext cx="4956770" cy="704221"/>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marL="0" indent="0" rtl="1">
              <a:buNone/>
            </a:pPr>
            <a:r>
              <a:rPr lang="ar" sz="2000">
                <a:latin typeface="Times New Roman" panose="02020603050405020304" pitchFamily="18" charset="0"/>
                <a:cs typeface="Times New Roman" panose="02020603050405020304" pitchFamily="18" charset="0"/>
              </a:rPr>
              <a:t>تقليل مخاطر الإصابات وحماية الآخرين وضمان فعالية التدريب</a:t>
            </a:r>
            <a:endParaRPr lang="en-GB" sz="2000" dirty="0">
              <a:latin typeface="Times New Roman" panose="02020603050405020304" pitchFamily="18" charset="0"/>
              <a:cs typeface="Times New Roman" panose="02020603050405020304" pitchFamily="18" charset="0"/>
            </a:endParaRPr>
          </a:p>
          <a:p>
            <a:pPr marL="0" indent="0" rtl="1">
              <a:buNone/>
            </a:pPr>
            <a:endParaRPr lang="en-GB" sz="1400">
              <a:latin typeface="Times New Roman" panose="02020603050405020304" pitchFamily="18" charset="0"/>
              <a:cs typeface="Times New Roman" panose="02020603050405020304" pitchFamily="18" charset="0"/>
            </a:endParaRPr>
          </a:p>
          <a:p>
            <a:pPr marL="0" indent="0" rtl="1">
              <a:buNone/>
            </a:pPr>
            <a:endParaRPr lang="en-GB" sz="1600">
              <a:latin typeface="Times New Roman" panose="02020603050405020304" pitchFamily="18" charset="0"/>
              <a:cs typeface="Times New Roman" panose="02020603050405020304" pitchFamily="18" charset="0"/>
            </a:endParaRPr>
          </a:p>
        </p:txBody>
      </p:sp>
      <p:sp>
        <p:nvSpPr>
          <p:cNvPr id="21" name="TextBox 6">
            <a:extLst>
              <a:ext uri="{FF2B5EF4-FFF2-40B4-BE49-F238E27FC236}">
                <a16:creationId xmlns:a16="http://schemas.microsoft.com/office/drawing/2014/main" id="{08F1EDB4-B959-5F59-1746-17F0F9A546CA}"/>
              </a:ext>
            </a:extLst>
          </p:cNvPr>
          <p:cNvSpPr txBox="1"/>
          <p:nvPr/>
        </p:nvSpPr>
        <p:spPr>
          <a:xfrm>
            <a:off x="3903685" y="1713858"/>
            <a:ext cx="4950104" cy="407806"/>
          </a:xfrm>
          <a:prstGeom prst="rect">
            <a:avLst/>
          </a:prstGeom>
          <a:solidFill>
            <a:schemeClr val="accent1">
              <a:lumMod val="9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اعتبارات السلامة في التدريب</a:t>
            </a:r>
            <a:endParaRPr lang="en-GB" sz="20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4914427-F565-9BD8-21E7-27B265C9466D}"/>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3711987185"/>
      </p:ext>
    </p:extLst>
  </p:cSld>
  <p:clrMapOvr>
    <a:masterClrMapping/>
  </p:clrMapOvr>
  <p:transition>
    <p:sndAc>
      <p:stSnd>
        <p:snd r:embed="rId2"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B9503-2D99-22AE-F078-ED2781D14A3F}"/>
              </a:ext>
            </a:extLst>
          </p:cNvPr>
          <p:cNvSpPr>
            <a:spLocks noGrp="1"/>
          </p:cNvSpPr>
          <p:nvPr>
            <p:ph type="title"/>
          </p:nvPr>
        </p:nvSpPr>
        <p:spPr>
          <a:xfrm>
            <a:off x="4455137" y="395801"/>
            <a:ext cx="4662210" cy="925106"/>
          </a:xfrm>
        </p:spPr>
        <p:txBody>
          <a:bodyPr rtlCol="1"/>
          <a:lstStyle/>
          <a:p>
            <a:pPr algn="l" rtl="1"/>
            <a:r>
              <a:rPr lang="ar" sz="3000">
                <a:latin typeface="Times New Roman" panose="02020603050405020304" pitchFamily="18" charset="0"/>
                <a:cs typeface="Times New Roman" panose="02020603050405020304" pitchFamily="18" charset="0"/>
              </a:rPr>
              <a:t>طرق التدريب في التطبيق العملي</a:t>
            </a:r>
            <a:endParaRPr lang="en-US" sz="3000"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a16="http://schemas.microsoft.com/office/drawing/2014/main" id="{FE1C0717-3358-B14A-60A6-F0FF18B8D4B6}"/>
              </a:ext>
            </a:extLst>
          </p:cNvPr>
          <p:cNvGraphicFramePr>
            <a:graphicFrameLocks noGrp="1"/>
          </p:cNvGraphicFramePr>
          <p:nvPr>
            <p:ph sz="half" idx="2"/>
            <p:extLst>
              <p:ext uri="{D42A27DB-BD31-4B8C-83A1-F6EECF244321}">
                <p14:modId xmlns:p14="http://schemas.microsoft.com/office/powerpoint/2010/main" val="2525575693"/>
              </p:ext>
            </p:extLst>
          </p:nvPr>
        </p:nvGraphicFramePr>
        <p:xfrm>
          <a:off x="468314" y="2195513"/>
          <a:ext cx="7991473" cy="3017520"/>
        </p:xfrm>
        <a:graphic>
          <a:graphicData uri="http://schemas.openxmlformats.org/drawingml/2006/table">
            <a:tbl>
              <a:tblPr rtl="1" bandRow="1">
                <a:tableStyleId>{5940675A-B579-460E-94D1-54222C63F5DA}</a:tableStyleId>
              </a:tblPr>
              <a:tblGrid>
                <a:gridCol w="2183641">
                  <a:extLst>
                    <a:ext uri="{9D8B030D-6E8A-4147-A177-3AD203B41FA5}">
                      <a16:colId xmlns:a16="http://schemas.microsoft.com/office/drawing/2014/main" val="1862566885"/>
                    </a:ext>
                  </a:extLst>
                </a:gridCol>
                <a:gridCol w="3144008">
                  <a:extLst>
                    <a:ext uri="{9D8B030D-6E8A-4147-A177-3AD203B41FA5}">
                      <a16:colId xmlns:a16="http://schemas.microsoft.com/office/drawing/2014/main" val="3377999868"/>
                    </a:ext>
                  </a:extLst>
                </a:gridCol>
                <a:gridCol w="2663824">
                  <a:extLst>
                    <a:ext uri="{9D8B030D-6E8A-4147-A177-3AD203B41FA5}">
                      <a16:colId xmlns:a16="http://schemas.microsoft.com/office/drawing/2014/main" val="4040223170"/>
                    </a:ext>
                  </a:extLst>
                </a:gridCol>
              </a:tblGrid>
              <a:tr h="0">
                <a:tc>
                  <a:txBody>
                    <a:bodyPr/>
                    <a:lstStyle/>
                    <a:p>
                      <a:pPr algn="ctr" rtl="1">
                        <a:buNone/>
                      </a:pPr>
                      <a:r>
                        <a:rPr lang="ar" b="1">
                          <a:latin typeface="Times New Roman" panose="02020603050405020304" pitchFamily="18" charset="0"/>
                          <a:cs typeface="Times New Roman" panose="02020603050405020304" pitchFamily="18" charset="0"/>
                        </a:rPr>
                        <a:t>الطريقة</a:t>
                      </a:r>
                    </a:p>
                  </a:txBody>
                  <a:tcPr anchor="ctr"/>
                </a:tc>
                <a:tc>
                  <a:txBody>
                    <a:bodyPr/>
                    <a:lstStyle/>
                    <a:p>
                      <a:pPr algn="ctr" rtl="1">
                        <a:buNone/>
                      </a:pPr>
                      <a:r>
                        <a:rPr lang="ar" b="1">
                          <a:latin typeface="Times New Roman" panose="02020603050405020304" pitchFamily="18" charset="0"/>
                          <a:cs typeface="Times New Roman" panose="02020603050405020304" pitchFamily="18" charset="0"/>
                        </a:rPr>
                        <a:t>مجال التركيز</a:t>
                      </a:r>
                    </a:p>
                  </a:txBody>
                  <a:tcPr anchor="ctr"/>
                </a:tc>
                <a:tc>
                  <a:txBody>
                    <a:bodyPr/>
                    <a:lstStyle/>
                    <a:p>
                      <a:pPr algn="ctr" rtl="1">
                        <a:buNone/>
                      </a:pPr>
                      <a:r>
                        <a:rPr lang="ar" b="1">
                          <a:latin typeface="Times New Roman" panose="02020603050405020304" pitchFamily="18" charset="0"/>
                          <a:cs typeface="Times New Roman" panose="02020603050405020304" pitchFamily="18" charset="0"/>
                        </a:rPr>
                        <a:t>أمثلة على الأنشطة</a:t>
                      </a:r>
                    </a:p>
                  </a:txBody>
                  <a:tcPr anchor="ctr"/>
                </a:tc>
                <a:extLst>
                  <a:ext uri="{0D108BD9-81ED-4DB2-BD59-A6C34878D82A}">
                    <a16:rowId xmlns:a16="http://schemas.microsoft.com/office/drawing/2014/main" val="3330940790"/>
                  </a:ext>
                </a:extLst>
              </a:tr>
              <a:tr h="0">
                <a:tc>
                  <a:txBody>
                    <a:bodyPr/>
                    <a:lstStyle/>
                    <a:p>
                      <a:pPr rtl="1">
                        <a:buNone/>
                      </a:pPr>
                      <a:r>
                        <a:rPr lang="ar">
                          <a:latin typeface="Times New Roman" panose="02020603050405020304" pitchFamily="18" charset="0"/>
                          <a:cs typeface="Times New Roman" panose="02020603050405020304" pitchFamily="18" charset="0"/>
                        </a:rPr>
                        <a:t>الجهاز القلبي الوعائي</a:t>
                      </a:r>
                    </a:p>
                  </a:txBody>
                  <a:tcPr anchor="ctr"/>
                </a:tc>
                <a:tc>
                  <a:txBody>
                    <a:bodyPr/>
                    <a:lstStyle/>
                    <a:p>
                      <a:pPr rtl="1">
                        <a:buNone/>
                      </a:pPr>
                      <a:r>
                        <a:rPr lang="ar" dirty="0">
                          <a:latin typeface="Times New Roman" panose="02020603050405020304" pitchFamily="18" charset="0"/>
                          <a:cs typeface="Times New Roman" panose="02020603050405020304" pitchFamily="18" charset="0"/>
                        </a:rPr>
                        <a:t>القدرة على التحمّل وصحة القلب</a:t>
                      </a:r>
                    </a:p>
                  </a:txBody>
                  <a:tcPr anchor="ctr"/>
                </a:tc>
                <a:tc>
                  <a:txBody>
                    <a:bodyPr/>
                    <a:lstStyle/>
                    <a:p>
                      <a:pPr rtl="1">
                        <a:buNone/>
                      </a:pPr>
                      <a:r>
                        <a:rPr lang="ar">
                          <a:latin typeface="Times New Roman" panose="02020603050405020304" pitchFamily="18" charset="0"/>
                          <a:cs typeface="Times New Roman" panose="02020603050405020304" pitchFamily="18" charset="0"/>
                        </a:rPr>
                        <a:t>الجري وركوب الدراجة والجري المتواصل</a:t>
                      </a:r>
                    </a:p>
                  </a:txBody>
                  <a:tcPr anchor="ctr"/>
                </a:tc>
                <a:extLst>
                  <a:ext uri="{0D108BD9-81ED-4DB2-BD59-A6C34878D82A}">
                    <a16:rowId xmlns:a16="http://schemas.microsoft.com/office/drawing/2014/main" val="253626498"/>
                  </a:ext>
                </a:extLst>
              </a:tr>
              <a:tr h="0">
                <a:tc>
                  <a:txBody>
                    <a:bodyPr/>
                    <a:lstStyle/>
                    <a:p>
                      <a:pPr rtl="1">
                        <a:buNone/>
                      </a:pPr>
                      <a:r>
                        <a:rPr lang="ar">
                          <a:latin typeface="Times New Roman" panose="02020603050405020304" pitchFamily="18" charset="0"/>
                          <a:cs typeface="Times New Roman" panose="02020603050405020304" pitchFamily="18" charset="0"/>
                        </a:rPr>
                        <a:t>المقاومة</a:t>
                      </a:r>
                    </a:p>
                  </a:txBody>
                  <a:tcPr anchor="ctr"/>
                </a:tc>
                <a:tc>
                  <a:txBody>
                    <a:bodyPr/>
                    <a:lstStyle/>
                    <a:p>
                      <a:pPr rtl="1">
                        <a:buNone/>
                      </a:pPr>
                      <a:r>
                        <a:rPr lang="ar">
                          <a:latin typeface="Times New Roman" panose="02020603050405020304" pitchFamily="18" charset="0"/>
                          <a:cs typeface="Times New Roman" panose="02020603050405020304" pitchFamily="18" charset="0"/>
                        </a:rPr>
                        <a:t>القوة العضلية وتناسق الجسم</a:t>
                      </a:r>
                    </a:p>
                  </a:txBody>
                  <a:tcPr anchor="ctr"/>
                </a:tc>
                <a:tc>
                  <a:txBody>
                    <a:bodyPr/>
                    <a:lstStyle/>
                    <a:p>
                      <a:pPr rtl="1">
                        <a:buNone/>
                      </a:pPr>
                      <a:r>
                        <a:rPr lang="ar">
                          <a:latin typeface="Times New Roman" panose="02020603050405020304" pitchFamily="18" charset="0"/>
                          <a:cs typeface="Times New Roman" panose="02020603050405020304" pitchFamily="18" charset="0"/>
                        </a:rPr>
                        <a:t>رفع الأوزان، استخدام شرائط المقاومة</a:t>
                      </a:r>
                    </a:p>
                  </a:txBody>
                  <a:tcPr anchor="ctr"/>
                </a:tc>
                <a:extLst>
                  <a:ext uri="{0D108BD9-81ED-4DB2-BD59-A6C34878D82A}">
                    <a16:rowId xmlns:a16="http://schemas.microsoft.com/office/drawing/2014/main" val="2590931279"/>
                  </a:ext>
                </a:extLst>
              </a:tr>
              <a:tr h="0">
                <a:tc>
                  <a:txBody>
                    <a:bodyPr/>
                    <a:lstStyle/>
                    <a:p>
                      <a:pPr rtl="1">
                        <a:buNone/>
                      </a:pPr>
                      <a:r>
                        <a:rPr lang="ar">
                          <a:latin typeface="Times New Roman" panose="02020603050405020304" pitchFamily="18" charset="0"/>
                          <a:cs typeface="Times New Roman" panose="02020603050405020304" pitchFamily="18" charset="0"/>
                        </a:rPr>
                        <a:t>تدريب دائري</a:t>
                      </a:r>
                    </a:p>
                  </a:txBody>
                  <a:tcPr anchor="ctr"/>
                </a:tc>
                <a:tc>
                  <a:txBody>
                    <a:bodyPr/>
                    <a:lstStyle/>
                    <a:p>
                      <a:pPr rtl="1">
                        <a:buNone/>
                      </a:pPr>
                      <a:r>
                        <a:rPr lang="ar">
                          <a:latin typeface="Times New Roman" panose="02020603050405020304" pitchFamily="18" charset="0"/>
                          <a:cs typeface="Times New Roman" panose="02020603050405020304" pitchFamily="18" charset="0"/>
                        </a:rPr>
                        <a:t>اللياقة البدنية الكاملة للجسم</a:t>
                      </a:r>
                    </a:p>
                  </a:txBody>
                  <a:tcPr anchor="ctr"/>
                </a:tc>
                <a:tc>
                  <a:txBody>
                    <a:bodyPr/>
                    <a:lstStyle/>
                    <a:p>
                      <a:pPr rtl="1">
                        <a:buNone/>
                      </a:pPr>
                      <a:r>
                        <a:rPr lang="ar">
                          <a:latin typeface="Times New Roman" panose="02020603050405020304" pitchFamily="18" charset="0"/>
                          <a:cs typeface="Times New Roman" panose="02020603050405020304" pitchFamily="18" charset="0"/>
                        </a:rPr>
                        <a:t>6 إلى 8 محطات تمرين متنوعة</a:t>
                      </a:r>
                    </a:p>
                  </a:txBody>
                  <a:tcPr anchor="ctr"/>
                </a:tc>
                <a:extLst>
                  <a:ext uri="{0D108BD9-81ED-4DB2-BD59-A6C34878D82A}">
                    <a16:rowId xmlns:a16="http://schemas.microsoft.com/office/drawing/2014/main" val="1135109739"/>
                  </a:ext>
                </a:extLst>
              </a:tr>
              <a:tr h="0">
                <a:tc>
                  <a:txBody>
                    <a:bodyPr/>
                    <a:lstStyle/>
                    <a:p>
                      <a:pPr rtl="1">
                        <a:buNone/>
                      </a:pPr>
                      <a:r>
                        <a:rPr lang="ar">
                          <a:latin typeface="Times New Roman" panose="02020603050405020304" pitchFamily="18" charset="0"/>
                          <a:cs typeface="Times New Roman" panose="02020603050405020304" pitchFamily="18" charset="0"/>
                        </a:rPr>
                        <a:t>تدريب على فترات</a:t>
                      </a:r>
                    </a:p>
                  </a:txBody>
                  <a:tcPr anchor="ctr"/>
                </a:tc>
                <a:tc>
                  <a:txBody>
                    <a:bodyPr/>
                    <a:lstStyle/>
                    <a:p>
                      <a:pPr rtl="1">
                        <a:buNone/>
                      </a:pPr>
                      <a:r>
                        <a:rPr lang="ar">
                          <a:latin typeface="Times New Roman" panose="02020603050405020304" pitchFamily="18" charset="0"/>
                          <a:cs typeface="Times New Roman" panose="02020603050405020304" pitchFamily="18" charset="0"/>
                        </a:rPr>
                        <a:t>السرعة والتحمّل اللاهوائي</a:t>
                      </a:r>
                    </a:p>
                  </a:txBody>
                  <a:tcPr anchor="ctr"/>
                </a:tc>
                <a:tc>
                  <a:txBody>
                    <a:bodyPr/>
                    <a:lstStyle/>
                    <a:p>
                      <a:pPr rtl="1">
                        <a:buNone/>
                      </a:pPr>
                      <a:r>
                        <a:rPr lang="ar">
                          <a:latin typeface="Times New Roman" panose="02020603050405020304" pitchFamily="18" charset="0"/>
                          <a:cs typeface="Times New Roman" panose="02020603050405020304" pitchFamily="18" charset="0"/>
                        </a:rPr>
                        <a:t>جلسات تكرار العدو مع فترات راحة</a:t>
                      </a:r>
                    </a:p>
                  </a:txBody>
                  <a:tcPr anchor="ctr"/>
                </a:tc>
                <a:extLst>
                  <a:ext uri="{0D108BD9-81ED-4DB2-BD59-A6C34878D82A}">
                    <a16:rowId xmlns:a16="http://schemas.microsoft.com/office/drawing/2014/main" val="2858284234"/>
                  </a:ext>
                </a:extLst>
              </a:tr>
              <a:tr h="0">
                <a:tc>
                  <a:txBody>
                    <a:bodyPr/>
                    <a:lstStyle/>
                    <a:p>
                      <a:pPr rtl="1">
                        <a:buNone/>
                      </a:pPr>
                      <a:r>
                        <a:rPr lang="ar">
                          <a:latin typeface="Times New Roman" panose="02020603050405020304" pitchFamily="18" charset="0"/>
                          <a:cs typeface="Times New Roman" panose="02020603050405020304" pitchFamily="18" charset="0"/>
                        </a:rPr>
                        <a:t>المرونة</a:t>
                      </a:r>
                    </a:p>
                  </a:txBody>
                  <a:tcPr anchor="ctr"/>
                </a:tc>
                <a:tc>
                  <a:txBody>
                    <a:bodyPr/>
                    <a:lstStyle/>
                    <a:p>
                      <a:pPr rtl="1">
                        <a:buNone/>
                      </a:pPr>
                      <a:r>
                        <a:rPr lang="ar">
                          <a:latin typeface="Times New Roman" panose="02020603050405020304" pitchFamily="18" charset="0"/>
                          <a:cs typeface="Times New Roman" panose="02020603050405020304" pitchFamily="18" charset="0"/>
                        </a:rPr>
                        <a:t>نطاق حركة المفاصل</a:t>
                      </a:r>
                    </a:p>
                  </a:txBody>
                  <a:tcPr anchor="ctr"/>
                </a:tc>
                <a:tc>
                  <a:txBody>
                    <a:bodyPr/>
                    <a:lstStyle/>
                    <a:p>
                      <a:pPr rtl="1">
                        <a:buNone/>
                      </a:pPr>
                      <a:r>
                        <a:rPr lang="ar" dirty="0">
                          <a:latin typeface="Times New Roman" panose="02020603050405020304" pitchFamily="18" charset="0"/>
                          <a:cs typeface="Times New Roman" panose="02020603050405020304" pitchFamily="18" charset="0"/>
                        </a:rPr>
                        <a:t>تمارين الإطالة المتحركة والثابتة</a:t>
                      </a:r>
                    </a:p>
                  </a:txBody>
                  <a:tcPr anchor="ctr"/>
                </a:tc>
                <a:extLst>
                  <a:ext uri="{0D108BD9-81ED-4DB2-BD59-A6C34878D82A}">
                    <a16:rowId xmlns:a16="http://schemas.microsoft.com/office/drawing/2014/main" val="577731574"/>
                  </a:ext>
                </a:extLst>
              </a:tr>
            </a:tbl>
          </a:graphicData>
        </a:graphic>
      </p:graphicFrame>
      <p:sp>
        <p:nvSpPr>
          <p:cNvPr id="3" name="TextBox 2">
            <a:extLst>
              <a:ext uri="{FF2B5EF4-FFF2-40B4-BE49-F238E27FC236}">
                <a16:creationId xmlns:a16="http://schemas.microsoft.com/office/drawing/2014/main" id="{D8AB9C1C-C8C1-0912-2514-CE06CAA6477A}"/>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3674592814"/>
      </p:ext>
    </p:extLst>
  </p:cSld>
  <p:clrMapOvr>
    <a:masterClrMapping/>
  </p:clrMapOvr>
  <p:transition>
    <p:sndAc>
      <p:stSnd>
        <p:snd r:embed="rId2"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1089E-0511-9E96-2302-B917709425CB}"/>
              </a:ext>
            </a:extLst>
          </p:cNvPr>
          <p:cNvSpPr>
            <a:spLocks noGrp="1"/>
          </p:cNvSpPr>
          <p:nvPr>
            <p:ph type="title"/>
          </p:nvPr>
        </p:nvSpPr>
        <p:spPr>
          <a:xfrm>
            <a:off x="3563888" y="0"/>
            <a:ext cx="5940152" cy="955859"/>
          </a:xfrm>
        </p:spPr>
        <p:txBody>
          <a:bodyPr rtlCol="1"/>
          <a:lstStyle/>
          <a:p>
            <a:pPr rtl="1"/>
            <a:r>
              <a:rPr lang="ar" sz="2800" dirty="0">
                <a:latin typeface="Times New Roman" panose="02020603050405020304" pitchFamily="18" charset="0"/>
                <a:cs typeface="Times New Roman" panose="02020603050405020304" pitchFamily="18" charset="0"/>
              </a:rPr>
              <a:t>مهمة – </a:t>
            </a:r>
            <a:r>
              <a:rPr lang="ar-EG" sz="2800" dirty="0">
                <a:latin typeface="Times New Roman" panose="02020603050405020304" pitchFamily="18" charset="0"/>
                <a:cs typeface="Times New Roman" panose="02020603050405020304" pitchFamily="18" charset="0"/>
              </a:rPr>
              <a:t>تقمّص</a:t>
            </a:r>
            <a:r>
              <a:rPr lang="ar" sz="2800" dirty="0">
                <a:latin typeface="Times New Roman" panose="02020603050405020304" pitchFamily="18" charset="0"/>
                <a:cs typeface="Times New Roman" panose="02020603050405020304" pitchFamily="18" charset="0"/>
              </a:rPr>
              <a:t> الأدوار في الإحماء أو التهدئة</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7B0558-A9B7-19B7-4061-18B260638B38}"/>
              </a:ext>
            </a:extLst>
          </p:cNvPr>
          <p:cNvSpPr>
            <a:spLocks noGrp="1"/>
          </p:cNvSpPr>
          <p:nvPr>
            <p:ph sz="half" idx="2"/>
          </p:nvPr>
        </p:nvSpPr>
        <p:spPr>
          <a:xfrm>
            <a:off x="4517503" y="1293415"/>
            <a:ext cx="4465091" cy="4367834"/>
          </a:xfrm>
          <a:ln>
            <a:solidFill>
              <a:srgbClr val="002060"/>
            </a:solidFill>
          </a:ln>
        </p:spPr>
        <p:txBody>
          <a:bodyPr rtlCol="1"/>
          <a:lstStyle/>
          <a:p>
            <a:pPr marL="0" indent="0" rtl="1">
              <a:buNone/>
            </a:pPr>
            <a:r>
              <a:rPr lang="ar" b="1" dirty="0">
                <a:latin typeface="Times New Roman" panose="02020603050405020304" pitchFamily="18" charset="0"/>
                <a:cs typeface="Times New Roman" panose="02020603050405020304" pitchFamily="18" charset="0"/>
              </a:rPr>
              <a:t>التعليمات:</a:t>
            </a:r>
            <a:endParaRPr lang="en-GB" dirty="0">
              <a:latin typeface="Times New Roman" panose="02020603050405020304" pitchFamily="18" charset="0"/>
              <a:cs typeface="Times New Roman" panose="02020603050405020304" pitchFamily="18" charset="0"/>
            </a:endParaRPr>
          </a:p>
          <a:p>
            <a:pPr marL="0" indent="0" rtl="1">
              <a:buNone/>
            </a:pPr>
            <a:r>
              <a:rPr lang="ar" dirty="0">
                <a:latin typeface="Times New Roman" panose="02020603050405020304" pitchFamily="18" charset="0"/>
                <a:cs typeface="Times New Roman" panose="02020603050405020304" pitchFamily="18" charset="0"/>
              </a:rPr>
              <a:t>شكّل مجموعات صغيرة أو ثنائية، واختار إما تمرين الإحماء أو التهدئة.</a:t>
            </a:r>
          </a:p>
          <a:p>
            <a:pPr marL="0" indent="0" rtl="1">
              <a:buNone/>
            </a:pPr>
            <a:endParaRPr lang="en-GB" dirty="0">
              <a:latin typeface="Times New Roman" panose="02020603050405020304" pitchFamily="18" charset="0"/>
              <a:cs typeface="Times New Roman" panose="02020603050405020304" pitchFamily="18" charset="0"/>
            </a:endParaRPr>
          </a:p>
          <a:p>
            <a:pPr rtl="1">
              <a:buFont typeface="Calibri" panose="05000000000000000000" pitchFamily="2" charset="2"/>
              <a:buChar char="-"/>
            </a:pPr>
            <a:r>
              <a:rPr lang="ar" dirty="0">
                <a:latin typeface="Times New Roman" panose="02020603050405020304" pitchFamily="18" charset="0"/>
                <a:cs typeface="Times New Roman" panose="02020603050405020304" pitchFamily="18" charset="0"/>
              </a:rPr>
              <a:t>خطط لجلسة حقيقية أو من نسج الخيال (مثل: تدريب متقطع عالي الشدة (HIIT) أو رياضة جماعية أو تمارين بالأوزان)</a:t>
            </a:r>
            <a:endParaRPr lang="en-GB" dirty="0">
              <a:latin typeface="Times New Roman" panose="02020603050405020304" pitchFamily="18" charset="0"/>
              <a:cs typeface="Times New Roman" panose="02020603050405020304" pitchFamily="18" charset="0"/>
            </a:endParaRPr>
          </a:p>
          <a:p>
            <a:pPr rtl="1">
              <a:buFont typeface="Calibri" panose="05000000000000000000" pitchFamily="2" charset="2"/>
              <a:buChar char="-"/>
            </a:pPr>
            <a:r>
              <a:rPr lang="ar" dirty="0">
                <a:latin typeface="Times New Roman" panose="02020603050405020304" pitchFamily="18" charset="0"/>
                <a:cs typeface="Times New Roman" panose="02020603050405020304" pitchFamily="18" charset="0"/>
              </a:rPr>
              <a:t>وزّع الأدوار: مدرب رئيس، مشارك (مشاركين)، ملاحظ.</a:t>
            </a:r>
          </a:p>
          <a:p>
            <a:pPr rtl="1">
              <a:buFont typeface="Calibri" panose="05000000000000000000" pitchFamily="2" charset="2"/>
              <a:buChar char="-"/>
            </a:pPr>
            <a:r>
              <a:rPr lang="ar" dirty="0">
                <a:latin typeface="Times New Roman" panose="02020603050405020304" pitchFamily="18" charset="0"/>
                <a:cs typeface="Times New Roman" panose="02020603050405020304" pitchFamily="18" charset="0"/>
              </a:rPr>
              <a:t>نفّذ الجلسة أمام المجموعة.</a:t>
            </a:r>
          </a:p>
          <a:p>
            <a:pPr rtl="1">
              <a:buFont typeface="Calibri" panose="05000000000000000000" pitchFamily="2" charset="2"/>
              <a:buChar char="-"/>
            </a:pPr>
            <a:endParaRPr lang="en-GB"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38C4AE9-8048-47C2-4780-AD9B55D66681}"/>
              </a:ext>
            </a:extLst>
          </p:cNvPr>
          <p:cNvSpPr txBox="1"/>
          <p:nvPr/>
        </p:nvSpPr>
        <p:spPr>
          <a:xfrm>
            <a:off x="107505" y="1293690"/>
            <a:ext cx="4175414" cy="1631216"/>
          </a:xfrm>
          <a:prstGeom prst="rect">
            <a:avLst/>
          </a:prstGeom>
          <a:noFill/>
          <a:ln>
            <a:solidFill>
              <a:srgbClr val="002060"/>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 sz="2000" b="1">
                <a:latin typeface="Times New Roman" panose="02020603050405020304" pitchFamily="18" charset="0"/>
                <a:cs typeface="Times New Roman" panose="02020603050405020304" pitchFamily="18" charset="0"/>
              </a:rPr>
              <a:t>يستكمل الملاحظون قائمة تحقق:</a:t>
            </a:r>
          </a:p>
          <a:p>
            <a:pPr rtl="1"/>
            <a:endParaRPr lang="en-US" sz="2000" dirty="0">
              <a:latin typeface="Times New Roman" panose="02020603050405020304" pitchFamily="18" charset="0"/>
              <a:cs typeface="Times New Roman" panose="02020603050405020304" pitchFamily="18" charset="0"/>
            </a:endParaRPr>
          </a:p>
          <a:p>
            <a:pPr marL="457200" indent="-457200" rtl="1">
              <a:buAutoNum type="arabicPeriod"/>
            </a:pPr>
            <a:r>
              <a:rPr lang="ar" sz="2000">
                <a:latin typeface="Times New Roman" panose="02020603050405020304" pitchFamily="18" charset="0"/>
                <a:cs typeface="Times New Roman" panose="02020603050405020304" pitchFamily="18" charset="0"/>
              </a:rPr>
              <a:t>هل كانت الجلسة واضحة وآمنة؟</a:t>
            </a:r>
          </a:p>
          <a:p>
            <a:pPr marL="457200" indent="-457200" rtl="1">
              <a:buAutoNum type="arabicPeriod"/>
            </a:pPr>
            <a:r>
              <a:rPr lang="ar" sz="2000">
                <a:latin typeface="Times New Roman" panose="02020603050405020304" pitchFamily="18" charset="0"/>
                <a:cs typeface="Times New Roman" panose="02020603050405020304" pitchFamily="18" charset="0"/>
              </a:rPr>
              <a:t>هل كانت مناسبة لنوع النشاط؟</a:t>
            </a:r>
          </a:p>
          <a:p>
            <a:pPr marL="457200" indent="-457200" rtl="1">
              <a:buAutoNum type="arabicPeriod"/>
            </a:pPr>
            <a:r>
              <a:rPr lang="ar" sz="2000">
                <a:latin typeface="Times New Roman" panose="02020603050405020304" pitchFamily="18" charset="0"/>
                <a:cs typeface="Times New Roman" panose="02020603050405020304" pitchFamily="18" charset="0"/>
              </a:rPr>
              <a:t>هل اتبعت الهيكل التنظيمي الصحيح للجلسة؟</a:t>
            </a:r>
          </a:p>
        </p:txBody>
      </p:sp>
      <p:pic>
        <p:nvPicPr>
          <p:cNvPr id="6" name="Picture 5" descr="A person doing stretching exercises&#10;&#10;AI-generated content may be incorrect.">
            <a:extLst>
              <a:ext uri="{FF2B5EF4-FFF2-40B4-BE49-F238E27FC236}">
                <a16:creationId xmlns:a16="http://schemas.microsoft.com/office/drawing/2014/main" id="{4DD77EC6-D052-5DF4-C666-210E2C9C870A}"/>
              </a:ext>
            </a:extLst>
          </p:cNvPr>
          <p:cNvPicPr>
            <a:picLocks noChangeAspect="1"/>
          </p:cNvPicPr>
          <p:nvPr/>
        </p:nvPicPr>
        <p:blipFill>
          <a:blip r:embed="rId3"/>
          <a:stretch>
            <a:fillRect/>
          </a:stretch>
        </p:blipFill>
        <p:spPr>
          <a:xfrm>
            <a:off x="470673" y="3224861"/>
            <a:ext cx="3456911" cy="2438874"/>
          </a:xfrm>
          <a:prstGeom prst="rect">
            <a:avLst/>
          </a:prstGeom>
        </p:spPr>
      </p:pic>
      <p:sp>
        <p:nvSpPr>
          <p:cNvPr id="4" name="TextBox 3">
            <a:extLst>
              <a:ext uri="{FF2B5EF4-FFF2-40B4-BE49-F238E27FC236}">
                <a16:creationId xmlns:a16="http://schemas.microsoft.com/office/drawing/2014/main" id="{F67DA644-4417-6A6B-F796-C90DF726EA5E}"/>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4262441965"/>
      </p:ext>
    </p:extLst>
  </p:cSld>
  <p:clrMapOvr>
    <a:masterClrMapping/>
  </p:clrMapOvr>
  <p:transition>
    <p:sndAc>
      <p:stSnd>
        <p:snd r:embed="rId2"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EFA9D-9DE6-705F-C26B-40E71E8575B6}"/>
              </a:ext>
            </a:extLst>
          </p:cNvPr>
          <p:cNvSpPr>
            <a:spLocks noGrp="1"/>
          </p:cNvSpPr>
          <p:nvPr>
            <p:ph type="title"/>
          </p:nvPr>
        </p:nvSpPr>
        <p:spPr>
          <a:xfrm>
            <a:off x="3923928" y="94409"/>
            <a:ext cx="5040560" cy="925106"/>
          </a:xfrm>
        </p:spPr>
        <p:txBody>
          <a:bodyPr rtlCol="1"/>
          <a:lstStyle/>
          <a:p>
            <a:pPr algn="r" rtl="1"/>
            <a:r>
              <a:rPr lang="ar" sz="3000" dirty="0">
                <a:latin typeface="Times New Roman" panose="02020603050405020304" pitchFamily="18" charset="0"/>
                <a:cs typeface="Times New Roman" panose="02020603050405020304" pitchFamily="18" charset="0"/>
              </a:rPr>
              <a:t>دفتر التدريب: لماذا نُسجّل تدريباتنا؟</a:t>
            </a:r>
            <a:endParaRPr lang="en-US"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359ED2-F5F4-0F3A-9318-F7FF90E2A6DE}"/>
              </a:ext>
            </a:extLst>
          </p:cNvPr>
          <p:cNvSpPr>
            <a:spLocks noGrp="1"/>
          </p:cNvSpPr>
          <p:nvPr>
            <p:ph sz="half" idx="2"/>
          </p:nvPr>
        </p:nvSpPr>
        <p:spPr>
          <a:xfrm>
            <a:off x="714338" y="1201155"/>
            <a:ext cx="3891027" cy="2923150"/>
          </a:xfrm>
        </p:spPr>
        <p:txBody>
          <a:bodyPr rtlCol="1"/>
          <a:lstStyle/>
          <a:p>
            <a:pPr marL="0" indent="0" rtl="1">
              <a:buNone/>
            </a:pPr>
            <a:r>
              <a:rPr lang="ar" b="1" dirty="0">
                <a:latin typeface="Times New Roman" panose="02020603050405020304" pitchFamily="18" charset="0"/>
                <a:cs typeface="Times New Roman" panose="02020603050405020304" pitchFamily="18" charset="0"/>
              </a:rPr>
              <a:t>لم نحتفظ بدفتر تدريب؟</a:t>
            </a:r>
            <a:endParaRPr lang="en-GB"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يتتبع التقدم المُحرز بمرور الوقت</a:t>
            </a:r>
            <a:endParaRPr lang="en-GB"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يعينك على تقييم ما هو فعّال وما لا يحقق النتائج المرجوة.</a:t>
            </a:r>
            <a:endParaRPr lang="en-GB"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لأنه يُسهم في جمع أدلة موضوعية لمراجعة البرنامج التدريبي (نتاج التعلم ج).</a:t>
            </a:r>
            <a:endParaRPr lang="en-GB"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يُتيح تعديل مبادئ التدريب (التكرار والشدة والمدة والنوع عند الحاجة.</a:t>
            </a:r>
            <a:endParaRPr lang="en-GB" dirty="0">
              <a:latin typeface="Times New Roman" panose="02020603050405020304" pitchFamily="18" charset="0"/>
              <a:cs typeface="Times New Roman" panose="02020603050405020304" pitchFamily="18" charset="0"/>
            </a:endParaRPr>
          </a:p>
          <a:p>
            <a:pPr marL="0" indent="0" rtl="1">
              <a:buNone/>
            </a:pPr>
            <a:endParaRPr lang="en-GB" b="1"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p:txBody>
      </p:sp>
      <p:pic>
        <p:nvPicPr>
          <p:cNvPr id="6" name="Picture 5" descr="A person writing on a notebook&#10;&#10;AI-generated content may be incorrect.">
            <a:extLst>
              <a:ext uri="{FF2B5EF4-FFF2-40B4-BE49-F238E27FC236}">
                <a16:creationId xmlns:a16="http://schemas.microsoft.com/office/drawing/2014/main" id="{C3BA5CAD-C9CB-06AC-9E04-2B17F0B85BE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0287" y="2162986"/>
            <a:ext cx="3813418" cy="2542278"/>
          </a:xfrm>
          <a:prstGeom prst="rect">
            <a:avLst/>
          </a:prstGeom>
        </p:spPr>
      </p:pic>
      <p:sp>
        <p:nvSpPr>
          <p:cNvPr id="4" name="TextBox 3">
            <a:extLst>
              <a:ext uri="{FF2B5EF4-FFF2-40B4-BE49-F238E27FC236}">
                <a16:creationId xmlns:a16="http://schemas.microsoft.com/office/drawing/2014/main" id="{5D22B036-3DF2-B9F7-722C-2ECE37527CF5}"/>
              </a:ext>
            </a:extLst>
          </p:cNvPr>
          <p:cNvSpPr txBox="1"/>
          <p:nvPr/>
        </p:nvSpPr>
        <p:spPr>
          <a:xfrm>
            <a:off x="5580112" y="2276872"/>
            <a:ext cx="2376264" cy="369332"/>
          </a:xfrm>
          <a:prstGeom prst="rect">
            <a:avLst/>
          </a:prstGeom>
          <a:noFill/>
        </p:spPr>
        <p:txBody>
          <a:bodyPr wrap="square" rtlCol="1">
            <a:spAutoFit/>
          </a:bodyPr>
          <a:lstStyle/>
          <a:p>
            <a:pPr rtl="1"/>
            <a:r>
              <a:rPr lang="ar">
                <a:latin typeface="Times New Roman" panose="02020603050405020304" pitchFamily="18" charset="0"/>
                <a:cs typeface="Times New Roman" panose="02020603050405020304" pitchFamily="18" charset="0"/>
              </a:rPr>
              <a:t>خطة التدريب</a:t>
            </a:r>
          </a:p>
        </p:txBody>
      </p:sp>
      <p:sp>
        <p:nvSpPr>
          <p:cNvPr id="5" name="TextBox 4">
            <a:extLst>
              <a:ext uri="{FF2B5EF4-FFF2-40B4-BE49-F238E27FC236}">
                <a16:creationId xmlns:a16="http://schemas.microsoft.com/office/drawing/2014/main" id="{94C190C9-3FB8-D9D7-8D62-320F959FE449}"/>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1619585136"/>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7B243-56AC-8A48-D648-1F002A7A25FB}"/>
              </a:ext>
            </a:extLst>
          </p:cNvPr>
          <p:cNvSpPr>
            <a:spLocks noGrp="1"/>
          </p:cNvSpPr>
          <p:nvPr>
            <p:ph type="title"/>
          </p:nvPr>
        </p:nvSpPr>
        <p:spPr>
          <a:xfrm>
            <a:off x="3706805" y="190778"/>
            <a:ext cx="5277278" cy="925106"/>
          </a:xfrm>
        </p:spPr>
        <p:txBody>
          <a:bodyPr rtlCol="1"/>
          <a:lstStyle/>
          <a:p>
            <a:pPr rtl="1"/>
            <a:r>
              <a:rPr lang="ar" sz="3000">
                <a:latin typeface="Times New Roman" panose="02020603050405020304" pitchFamily="18" charset="0"/>
                <a:cs typeface="Times New Roman" panose="02020603050405020304" pitchFamily="18" charset="0"/>
              </a:rPr>
              <a:t>ما الذي يتضمنه كل عنصر مدخلات</a:t>
            </a:r>
            <a:endParaRPr lang="en-US" sz="30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C675CF22-931A-5BF8-DFDE-E7244F889698}"/>
              </a:ext>
            </a:extLst>
          </p:cNvPr>
          <p:cNvGraphicFramePr>
            <a:graphicFrameLocks noGrp="1"/>
          </p:cNvGraphicFramePr>
          <p:nvPr>
            <p:extLst>
              <p:ext uri="{D42A27DB-BD31-4B8C-83A1-F6EECF244321}">
                <p14:modId xmlns:p14="http://schemas.microsoft.com/office/powerpoint/2010/main" val="610721335"/>
              </p:ext>
            </p:extLst>
          </p:nvPr>
        </p:nvGraphicFramePr>
        <p:xfrm>
          <a:off x="473570" y="2327004"/>
          <a:ext cx="8188628" cy="3169920"/>
        </p:xfrm>
        <a:graphic>
          <a:graphicData uri="http://schemas.openxmlformats.org/drawingml/2006/table">
            <a:tbl>
              <a:tblPr rtl="1" bandRow="1">
                <a:tableStyleId>{5940675A-B579-460E-94D1-54222C63F5DA}</a:tableStyleId>
              </a:tblPr>
              <a:tblGrid>
                <a:gridCol w="2911522">
                  <a:extLst>
                    <a:ext uri="{9D8B030D-6E8A-4147-A177-3AD203B41FA5}">
                      <a16:colId xmlns:a16="http://schemas.microsoft.com/office/drawing/2014/main" val="125193651"/>
                    </a:ext>
                  </a:extLst>
                </a:gridCol>
                <a:gridCol w="5277106">
                  <a:extLst>
                    <a:ext uri="{9D8B030D-6E8A-4147-A177-3AD203B41FA5}">
                      <a16:colId xmlns:a16="http://schemas.microsoft.com/office/drawing/2014/main" val="3360871658"/>
                    </a:ext>
                  </a:extLst>
                </a:gridCol>
              </a:tblGrid>
              <a:tr h="0">
                <a:tc>
                  <a:txBody>
                    <a:bodyPr/>
                    <a:lstStyle/>
                    <a:p>
                      <a:pPr rtl="1">
                        <a:buNone/>
                      </a:pPr>
                      <a:r>
                        <a:rPr lang="ar" sz="2000">
                          <a:latin typeface="Times New Roman" panose="02020603050405020304" pitchFamily="18" charset="0"/>
                          <a:cs typeface="Times New Roman" panose="02020603050405020304" pitchFamily="18" charset="0"/>
                        </a:rPr>
                        <a:t>البيان</a:t>
                      </a:r>
                    </a:p>
                  </a:txBody>
                  <a:tcPr anchor="ctr"/>
                </a:tc>
                <a:tc>
                  <a:txBody>
                    <a:bodyPr/>
                    <a:lstStyle/>
                    <a:p>
                      <a:pPr rtl="1">
                        <a:buNone/>
                      </a:pPr>
                      <a:r>
                        <a:rPr lang="ar" sz="2000" dirty="0">
                          <a:latin typeface="Times New Roman" panose="02020603050405020304" pitchFamily="18" charset="0"/>
                          <a:cs typeface="Times New Roman" panose="02020603050405020304" pitchFamily="18" charset="0"/>
                        </a:rPr>
                        <a:t>ما يجب كتابته</a:t>
                      </a:r>
                    </a:p>
                  </a:txBody>
                  <a:tcPr anchor="ctr"/>
                </a:tc>
                <a:extLst>
                  <a:ext uri="{0D108BD9-81ED-4DB2-BD59-A6C34878D82A}">
                    <a16:rowId xmlns:a16="http://schemas.microsoft.com/office/drawing/2014/main" val="895364672"/>
                  </a:ext>
                </a:extLst>
              </a:tr>
              <a:tr h="0">
                <a:tc>
                  <a:txBody>
                    <a:bodyPr/>
                    <a:lstStyle/>
                    <a:p>
                      <a:pPr rtl="1">
                        <a:buNone/>
                      </a:pPr>
                      <a:r>
                        <a:rPr lang="ar" sz="2000">
                          <a:latin typeface="Times New Roman" panose="02020603050405020304" pitchFamily="18" charset="0"/>
                          <a:cs typeface="Times New Roman" panose="02020603050405020304" pitchFamily="18" charset="0"/>
                        </a:rPr>
                        <a:t>التاريخ والوقت</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متى تمت الجلسة</a:t>
                      </a:r>
                    </a:p>
                  </a:txBody>
                  <a:tcPr anchor="ctr"/>
                </a:tc>
                <a:extLst>
                  <a:ext uri="{0D108BD9-81ED-4DB2-BD59-A6C34878D82A}">
                    <a16:rowId xmlns:a16="http://schemas.microsoft.com/office/drawing/2014/main" val="762713829"/>
                  </a:ext>
                </a:extLst>
              </a:tr>
              <a:tr h="0">
                <a:tc>
                  <a:txBody>
                    <a:bodyPr/>
                    <a:lstStyle/>
                    <a:p>
                      <a:pPr rtl="1">
                        <a:buNone/>
                      </a:pPr>
                      <a:r>
                        <a:rPr lang="ar" sz="2000">
                          <a:latin typeface="Times New Roman" panose="02020603050405020304" pitchFamily="18" charset="0"/>
                          <a:cs typeface="Times New Roman" panose="02020603050405020304" pitchFamily="18" charset="0"/>
                        </a:rPr>
                        <a:t>نوع الجلسة</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نوع التدريب (مثل: قلبي وعائي وقوة ومرونة)</a:t>
                      </a:r>
                    </a:p>
                  </a:txBody>
                  <a:tcPr anchor="ctr"/>
                </a:tc>
                <a:extLst>
                  <a:ext uri="{0D108BD9-81ED-4DB2-BD59-A6C34878D82A}">
                    <a16:rowId xmlns:a16="http://schemas.microsoft.com/office/drawing/2014/main" val="1434675877"/>
                  </a:ext>
                </a:extLst>
              </a:tr>
              <a:tr h="0">
                <a:tc>
                  <a:txBody>
                    <a:bodyPr/>
                    <a:lstStyle/>
                    <a:p>
                      <a:pPr rtl="1">
                        <a:buNone/>
                      </a:pPr>
                      <a:r>
                        <a:rPr lang="ar" sz="2000">
                          <a:latin typeface="Times New Roman" panose="02020603050405020304" pitchFamily="18" charset="0"/>
                          <a:cs typeface="Times New Roman" panose="02020603050405020304" pitchFamily="18" charset="0"/>
                        </a:rPr>
                        <a:t>الأنشطة المخطط لها</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ما كان يُفترض أن تنفذه (معلومات التكرار والشدة والمدة والنوع)</a:t>
                      </a:r>
                    </a:p>
                  </a:txBody>
                  <a:tcPr anchor="ctr"/>
                </a:tc>
                <a:extLst>
                  <a:ext uri="{0D108BD9-81ED-4DB2-BD59-A6C34878D82A}">
                    <a16:rowId xmlns:a16="http://schemas.microsoft.com/office/drawing/2014/main" val="927275464"/>
                  </a:ext>
                </a:extLst>
              </a:tr>
              <a:tr h="0">
                <a:tc>
                  <a:txBody>
                    <a:bodyPr/>
                    <a:lstStyle/>
                    <a:p>
                      <a:pPr rtl="1">
                        <a:buNone/>
                      </a:pPr>
                      <a:r>
                        <a:rPr lang="ar" sz="2000">
                          <a:latin typeface="Times New Roman" panose="02020603050405020304" pitchFamily="18" charset="0"/>
                          <a:cs typeface="Times New Roman" panose="02020603050405020304" pitchFamily="18" charset="0"/>
                        </a:rPr>
                        <a:t>ماذا تم بالفعل</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أي تغييرات أو مشكلات مفاجئة</a:t>
                      </a:r>
                    </a:p>
                  </a:txBody>
                  <a:tcPr anchor="ctr"/>
                </a:tc>
                <a:extLst>
                  <a:ext uri="{0D108BD9-81ED-4DB2-BD59-A6C34878D82A}">
                    <a16:rowId xmlns:a16="http://schemas.microsoft.com/office/drawing/2014/main" val="1212828221"/>
                  </a:ext>
                </a:extLst>
              </a:tr>
              <a:tr h="0">
                <a:tc>
                  <a:txBody>
                    <a:bodyPr/>
                    <a:lstStyle/>
                    <a:p>
                      <a:pPr rtl="1">
                        <a:buNone/>
                      </a:pPr>
                      <a:r>
                        <a:rPr lang="ar" sz="2000">
                          <a:latin typeface="Times New Roman" panose="02020603050405020304" pitchFamily="18" charset="0"/>
                          <a:cs typeface="Times New Roman" panose="02020603050405020304" pitchFamily="18" charset="0"/>
                        </a:rPr>
                        <a:t>بم شعرت</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التعب والألم والمزاج والتحفيز</a:t>
                      </a:r>
                    </a:p>
                  </a:txBody>
                  <a:tcPr anchor="ctr"/>
                </a:tc>
                <a:extLst>
                  <a:ext uri="{0D108BD9-81ED-4DB2-BD59-A6C34878D82A}">
                    <a16:rowId xmlns:a16="http://schemas.microsoft.com/office/drawing/2014/main" val="1282251036"/>
                  </a:ext>
                </a:extLst>
              </a:tr>
              <a:tr h="0">
                <a:tc>
                  <a:txBody>
                    <a:bodyPr/>
                    <a:lstStyle/>
                    <a:p>
                      <a:pPr rtl="1">
                        <a:buNone/>
                      </a:pPr>
                      <a:r>
                        <a:rPr lang="ar" sz="2000">
                          <a:latin typeface="Times New Roman" panose="02020603050405020304" pitchFamily="18" charset="0"/>
                          <a:cs typeface="Times New Roman" panose="02020603050405020304" pitchFamily="18" charset="0"/>
                        </a:rPr>
                        <a:t>التقدّم المُحرز</a:t>
                      </a:r>
                    </a:p>
                  </a:txBody>
                  <a:tcPr anchor="ctr"/>
                </a:tc>
                <a:tc>
                  <a:txBody>
                    <a:bodyPr/>
                    <a:lstStyle/>
                    <a:p>
                      <a:pPr rtl="1">
                        <a:buNone/>
                      </a:pPr>
                      <a:r>
                        <a:rPr lang="ar" sz="2000">
                          <a:latin typeface="Times New Roman" panose="02020603050405020304" pitchFamily="18" charset="0"/>
                          <a:cs typeface="Times New Roman" panose="02020603050405020304" pitchFamily="18" charset="0"/>
                        </a:rPr>
                        <a:t>عدد التكرارات والزمن والشدة وما إلى ذلك</a:t>
                      </a:r>
                    </a:p>
                  </a:txBody>
                  <a:tcPr anchor="ctr"/>
                </a:tc>
                <a:extLst>
                  <a:ext uri="{0D108BD9-81ED-4DB2-BD59-A6C34878D82A}">
                    <a16:rowId xmlns:a16="http://schemas.microsoft.com/office/drawing/2014/main" val="885492148"/>
                  </a:ext>
                </a:extLst>
              </a:tr>
              <a:tr h="0">
                <a:tc>
                  <a:txBody>
                    <a:bodyPr/>
                    <a:lstStyle/>
                    <a:p>
                      <a:pPr rtl="1">
                        <a:buNone/>
                      </a:pPr>
                      <a:r>
                        <a:rPr lang="ar" sz="2000">
                          <a:latin typeface="Times New Roman" panose="02020603050405020304" pitchFamily="18" charset="0"/>
                          <a:cs typeface="Times New Roman" panose="02020603050405020304" pitchFamily="18" charset="0"/>
                        </a:rPr>
                        <a:t>التحسينات المطلوبة</a:t>
                      </a:r>
                    </a:p>
                  </a:txBody>
                  <a:tcPr anchor="ctr"/>
                </a:tc>
                <a:tc>
                  <a:txBody>
                    <a:bodyPr/>
                    <a:lstStyle/>
                    <a:p>
                      <a:pPr rtl="1">
                        <a:buNone/>
                      </a:pPr>
                      <a:r>
                        <a:rPr lang="ar" sz="2000" dirty="0">
                          <a:latin typeface="Times New Roman" panose="02020603050405020304" pitchFamily="18" charset="0"/>
                          <a:cs typeface="Times New Roman" panose="02020603050405020304" pitchFamily="18" charset="0"/>
                        </a:rPr>
                        <a:t>ما الذي سيتم تعديله في الجلسة القادمة</a:t>
                      </a:r>
                    </a:p>
                  </a:txBody>
                  <a:tcPr anchor="ctr"/>
                </a:tc>
                <a:extLst>
                  <a:ext uri="{0D108BD9-81ED-4DB2-BD59-A6C34878D82A}">
                    <a16:rowId xmlns:a16="http://schemas.microsoft.com/office/drawing/2014/main" val="1228879780"/>
                  </a:ext>
                </a:extLst>
              </a:tr>
            </a:tbl>
          </a:graphicData>
        </a:graphic>
      </p:graphicFrame>
      <p:sp>
        <p:nvSpPr>
          <p:cNvPr id="7" name="TextBox 6">
            <a:extLst>
              <a:ext uri="{FF2B5EF4-FFF2-40B4-BE49-F238E27FC236}">
                <a16:creationId xmlns:a16="http://schemas.microsoft.com/office/drawing/2014/main" id="{2A1CFD54-2AD2-BA2F-2D6A-CE26AF055C78}"/>
              </a:ext>
            </a:extLst>
          </p:cNvPr>
          <p:cNvSpPr txBox="1"/>
          <p:nvPr/>
        </p:nvSpPr>
        <p:spPr>
          <a:xfrm>
            <a:off x="1340093" y="1716832"/>
            <a:ext cx="7324298" cy="400110"/>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 sz="2000">
                <a:latin typeface="Times New Roman" panose="02020603050405020304" pitchFamily="18" charset="0"/>
                <a:cs typeface="Times New Roman" panose="02020603050405020304" pitchFamily="18" charset="0"/>
              </a:rPr>
              <a:t>ينبغي أن يغطي كل عنصر مدخلات في دفتر التدريب ما يلي:</a:t>
            </a:r>
            <a:endParaRPr lang="en-US" sz="200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28726B2-EB32-8395-254F-9898D7785BA5}"/>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3045485431"/>
      </p:ext>
    </p:extLst>
  </p:cSld>
  <p:clrMapOvr>
    <a:masterClrMapping/>
  </p:clrMapOvr>
  <p:transition>
    <p:sndAc>
      <p:stSnd>
        <p:snd r:embed="rId2"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800BE-83A8-3C8D-B3C3-271A018400FA}"/>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F7D0DD98-3A5E-67D6-2B6A-C75EAA48DDBC}"/>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endParaRPr lang="en-US" altLang="en-US" sz="2000" b="1">
              <a:solidFill>
                <a:schemeClr val="tx2"/>
              </a:solidFill>
              <a:latin typeface="Times New Roman" panose="02020603050405020304" pitchFamily="18" charset="0"/>
              <a:cs typeface="Times New Roman" panose="02020603050405020304" pitchFamily="18" charset="0"/>
            </a:endParaRPr>
          </a:p>
        </p:txBody>
      </p:sp>
      <p:sp>
        <p:nvSpPr>
          <p:cNvPr id="11" name="Text Placeholder 2">
            <a:extLst>
              <a:ext uri="{FF2B5EF4-FFF2-40B4-BE49-F238E27FC236}">
                <a16:creationId xmlns:a16="http://schemas.microsoft.com/office/drawing/2014/main" id="{E314B6C5-4219-AEBE-203B-07B1EFCFBDA8}"/>
              </a:ext>
            </a:extLst>
          </p:cNvPr>
          <p:cNvSpPr>
            <a:spLocks noGrp="1"/>
          </p:cNvSpPr>
          <p:nvPr>
            <p:ph type="body" sz="half" idx="2"/>
          </p:nvPr>
        </p:nvSpPr>
        <p:spPr>
          <a:xfrm>
            <a:off x="5386002" y="1195200"/>
            <a:ext cx="3298659" cy="5250438"/>
          </a:xfrm>
          <a:solidFill>
            <a:schemeClr val="accent5"/>
          </a:solidFill>
        </p:spPr>
        <p:txBody>
          <a:bodyPr rtlCol="1"/>
          <a:lstStyle/>
          <a:p>
            <a:pPr algn="ctr" rtl="1"/>
            <a:r>
              <a:rPr lang="ar" sz="2400" b="1">
                <a:solidFill>
                  <a:schemeClr val="tx2"/>
                </a:solidFill>
                <a:latin typeface="Times New Roman" panose="02020603050405020304" pitchFamily="18" charset="0"/>
                <a:cs typeface="Times New Roman" panose="02020603050405020304" pitchFamily="18" charset="0"/>
              </a:rPr>
              <a:t>نتاج التعلم ج</a:t>
            </a:r>
          </a:p>
          <a:p>
            <a:pPr rtl="1"/>
            <a:r>
              <a:rPr lang="ar" sz="2000" b="1">
                <a:latin typeface="Times New Roman" panose="02020603050405020304" pitchFamily="18" charset="0"/>
                <a:cs typeface="Times New Roman" panose="02020603050405020304" pitchFamily="18" charset="0"/>
              </a:rPr>
              <a:t>مراجعة برنامج تدريب للياقة البدنية الشخصية.</a:t>
            </a:r>
            <a:endParaRPr lang="en-GB" b="1" dirty="0">
              <a:latin typeface="Times New Roman" panose="02020603050405020304" pitchFamily="18" charset="0"/>
              <a:cs typeface="Times New Roman" panose="02020603050405020304" pitchFamily="18" charset="0"/>
            </a:endParaRPr>
          </a:p>
          <a:p>
            <a:pPr rtl="1"/>
            <a:endParaRPr lang="en-US" altLang="en-US" sz="2000" b="1">
              <a:solidFill>
                <a:schemeClr val="tx2"/>
              </a:solidFill>
              <a:latin typeface="Times New Roman" panose="02020603050405020304" pitchFamily="18" charset="0"/>
              <a:cs typeface="Times New Roman" panose="02020603050405020304" pitchFamily="18" charset="0"/>
            </a:endParaRPr>
          </a:p>
          <a:p>
            <a:pPr rtl="1"/>
            <a:r>
              <a:rPr lang="ar" sz="2000">
                <a:solidFill>
                  <a:schemeClr val="tx2"/>
                </a:solidFill>
                <a:latin typeface="Times New Roman" panose="02020603050405020304" pitchFamily="18" charset="0"/>
                <a:cs typeface="Times New Roman" panose="02020603050405020304" pitchFamily="18" charset="0"/>
              </a:rPr>
              <a:t>الغرض من مراجعة برنامجك: </a:t>
            </a:r>
            <a:endParaRPr lang="en-US" altLang="en-US" sz="2000" dirty="0">
              <a:solidFill>
                <a:schemeClr val="tx2"/>
              </a:solidFill>
              <a:latin typeface="Times New Roman" panose="02020603050405020304" pitchFamily="18" charset="0"/>
              <a:cs typeface="Times New Roman" panose="02020603050405020304" pitchFamily="18" charset="0"/>
            </a:endParaRPr>
          </a:p>
          <a:p>
            <a:pPr rtl="1"/>
            <a:endParaRPr lang="en-US" sz="2000" dirty="0">
              <a:solidFill>
                <a:schemeClr val="tx2"/>
              </a:solidFill>
              <a:latin typeface="Times New Roman" panose="02020603050405020304" pitchFamily="18" charset="0"/>
              <a:cs typeface="Times New Roman" panose="02020603050405020304" pitchFamily="18" charset="0"/>
            </a:endParaRPr>
          </a:p>
          <a:p>
            <a:pPr rtl="1">
              <a:buFont typeface="Arial" panose="020B0604020202020204" pitchFamily="34" charset="0"/>
              <a:buChar char="•"/>
            </a:pPr>
            <a:r>
              <a:rPr lang="ar" sz="2000">
                <a:solidFill>
                  <a:schemeClr val="tx2"/>
                </a:solidFill>
                <a:latin typeface="Times New Roman" panose="02020603050405020304" pitchFamily="18" charset="0"/>
                <a:cs typeface="Times New Roman" panose="02020603050405020304" pitchFamily="18" charset="0"/>
              </a:rPr>
              <a:t>قياس مدى التقدم الذي أحرزته </a:t>
            </a:r>
            <a:endParaRPr lang="en-US" dirty="0">
              <a:solidFill>
                <a:schemeClr val="tx2"/>
              </a:solidFill>
              <a:latin typeface="Times New Roman" panose="02020603050405020304" pitchFamily="18" charset="0"/>
              <a:cs typeface="Times New Roman" panose="02020603050405020304" pitchFamily="18" charset="0"/>
            </a:endParaRPr>
          </a:p>
          <a:p>
            <a:pPr rtl="1">
              <a:buFont typeface="Arial" panose="020B0604020202020204" pitchFamily="34" charset="0"/>
              <a:buChar char="•"/>
            </a:pPr>
            <a:r>
              <a:rPr lang="ar" sz="2000">
                <a:solidFill>
                  <a:schemeClr val="tx2"/>
                </a:solidFill>
                <a:latin typeface="Times New Roman" panose="02020603050405020304" pitchFamily="18" charset="0"/>
                <a:cs typeface="Times New Roman" panose="02020603050405020304" pitchFamily="18" charset="0"/>
              </a:rPr>
              <a:t>فهم ما هو فعّال وما لم يؤت ثمره </a:t>
            </a:r>
            <a:endParaRPr lang="en-US" dirty="0">
              <a:solidFill>
                <a:schemeClr val="tx2"/>
              </a:solidFill>
              <a:latin typeface="Times New Roman" panose="02020603050405020304" pitchFamily="18" charset="0"/>
              <a:cs typeface="Times New Roman" panose="02020603050405020304" pitchFamily="18" charset="0"/>
            </a:endParaRPr>
          </a:p>
          <a:p>
            <a:pPr rtl="1">
              <a:buFont typeface="Arial" panose="020B0604020202020204" pitchFamily="34" charset="0"/>
              <a:buChar char="•"/>
            </a:pPr>
            <a:r>
              <a:rPr lang="ar" sz="2000">
                <a:solidFill>
                  <a:schemeClr val="tx2"/>
                </a:solidFill>
                <a:latin typeface="Times New Roman" panose="02020603050405020304" pitchFamily="18" charset="0"/>
                <a:cs typeface="Times New Roman" panose="02020603050405020304" pitchFamily="18" charset="0"/>
              </a:rPr>
              <a:t>تعديل برامج التدريب المستقبلية بناءً على ما توصلت إليه من نتائج</a:t>
            </a:r>
            <a:endParaRPr lang="en-US">
              <a:solidFill>
                <a:schemeClr val="tx2"/>
              </a:solidFill>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70E23FA7-D1D1-3260-17CA-0A11CD9E65B5}"/>
              </a:ext>
            </a:extLst>
          </p:cNvPr>
          <p:cNvSpPr/>
          <p:nvPr/>
        </p:nvSpPr>
        <p:spPr>
          <a:xfrm>
            <a:off x="341747" y="1213978"/>
            <a:ext cx="4896236" cy="1047691"/>
          </a:xfrm>
          <a:prstGeom prst="roundRect">
            <a:avLst>
              <a:gd name="adj" fmla="val 10000"/>
            </a:avLst>
          </a:prstGeom>
          <a:solidFill>
            <a:schemeClr val="accent6">
              <a:lumMod val="20000"/>
              <a:lumOff val="80000"/>
            </a:schemeClr>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 name="Rectangle 3" descr="Tick">
            <a:extLst>
              <a:ext uri="{FF2B5EF4-FFF2-40B4-BE49-F238E27FC236}">
                <a16:creationId xmlns:a16="http://schemas.microsoft.com/office/drawing/2014/main" id="{6061CEBE-A7F0-687F-3278-B0A5F48BADF3}"/>
              </a:ext>
            </a:extLst>
          </p:cNvPr>
          <p:cNvSpPr/>
          <p:nvPr/>
        </p:nvSpPr>
        <p:spPr>
          <a:xfrm>
            <a:off x="4344827" y="1449709"/>
            <a:ext cx="576230" cy="576230"/>
          </a:xfrm>
          <a:prstGeom prst="rect">
            <a:avLst/>
          </a:prstGeom>
          <a: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7" name="Freeform: Shape 6">
            <a:extLst>
              <a:ext uri="{FF2B5EF4-FFF2-40B4-BE49-F238E27FC236}">
                <a16:creationId xmlns:a16="http://schemas.microsoft.com/office/drawing/2014/main" id="{420ECAF4-599E-0169-C1B4-DE3ECA25844A}"/>
              </a:ext>
            </a:extLst>
          </p:cNvPr>
          <p:cNvSpPr/>
          <p:nvPr/>
        </p:nvSpPr>
        <p:spPr>
          <a:xfrm>
            <a:off x="341748" y="1213978"/>
            <a:ext cx="3686152" cy="1047691"/>
          </a:xfrm>
          <a:custGeom>
            <a:avLst/>
            <a:gdLst>
              <a:gd name="connsiteX0" fmla="*/ 0 w 3686152"/>
              <a:gd name="connsiteY0" fmla="*/ 0 h 1047691"/>
              <a:gd name="connsiteX1" fmla="*/ 3686152 w 3686152"/>
              <a:gd name="connsiteY1" fmla="*/ 0 h 1047691"/>
              <a:gd name="connsiteX2" fmla="*/ 3686152 w 3686152"/>
              <a:gd name="connsiteY2" fmla="*/ 1047691 h 1047691"/>
              <a:gd name="connsiteX3" fmla="*/ 0 w 3686152"/>
              <a:gd name="connsiteY3" fmla="*/ 1047691 h 1047691"/>
              <a:gd name="connsiteX4" fmla="*/ 0 w 3686152"/>
              <a:gd name="connsiteY4" fmla="*/ 0 h 10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6152" h="1047691">
                <a:moveTo>
                  <a:pt x="0" y="0"/>
                </a:moveTo>
                <a:lnTo>
                  <a:pt x="3686152" y="0"/>
                </a:lnTo>
                <a:lnTo>
                  <a:pt x="3686152" y="1047691"/>
                </a:lnTo>
                <a:lnTo>
                  <a:pt x="0" y="104769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0881" tIns="110881" rIns="110881" bIns="110881" numCol="1" spcCol="1270" rtlCol="1" anchor="ctr" anchorCtr="0">
            <a:noAutofit/>
          </a:bodyPr>
          <a:lstStyle/>
          <a:p>
            <a:pPr marL="0" lvl="0" indent="0" algn="r" defTabSz="1111250" rtl="1">
              <a:lnSpc>
                <a:spcPct val="100000"/>
              </a:lnSpc>
              <a:spcBef>
                <a:spcPct val="0"/>
              </a:spcBef>
              <a:spcAft>
                <a:spcPct val="35000"/>
              </a:spcAft>
              <a:buNone/>
            </a:pPr>
            <a:r>
              <a:rPr lang="ar" sz="2500" b="1" kern="1200" dirty="0">
                <a:latin typeface="Times New Roman" panose="02020603050405020304" pitchFamily="18" charset="0"/>
                <a:cs typeface="Times New Roman" panose="02020603050405020304" pitchFamily="18" charset="0"/>
              </a:rPr>
              <a:t>مجالات المحتوى الرئيسة</a:t>
            </a:r>
          </a:p>
        </p:txBody>
      </p:sp>
      <p:sp>
        <p:nvSpPr>
          <p:cNvPr id="8" name="Rectangle: Rounded Corners 7">
            <a:extLst>
              <a:ext uri="{FF2B5EF4-FFF2-40B4-BE49-F238E27FC236}">
                <a16:creationId xmlns:a16="http://schemas.microsoft.com/office/drawing/2014/main" id="{FFE30A13-73E5-3929-18D6-A8F0BFDFF713}"/>
              </a:ext>
            </a:extLst>
          </p:cNvPr>
          <p:cNvSpPr/>
          <p:nvPr/>
        </p:nvSpPr>
        <p:spPr>
          <a:xfrm>
            <a:off x="341747" y="2523592"/>
            <a:ext cx="4896236" cy="1047691"/>
          </a:xfrm>
          <a:prstGeom prst="roundRect">
            <a:avLst>
              <a:gd name="adj" fmla="val 10000"/>
            </a:avLst>
          </a:prstGeom>
          <a:solidFill>
            <a:schemeClr val="accent5"/>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9" name="Rectangle 8" descr="Target with solid fill">
            <a:extLst>
              <a:ext uri="{FF2B5EF4-FFF2-40B4-BE49-F238E27FC236}">
                <a16:creationId xmlns:a16="http://schemas.microsoft.com/office/drawing/2014/main" id="{9128000E-8F35-D277-C114-094A8D2BFA84}"/>
              </a:ext>
            </a:extLst>
          </p:cNvPr>
          <p:cNvSpPr/>
          <p:nvPr/>
        </p:nvSpPr>
        <p:spPr>
          <a:xfrm>
            <a:off x="4344827" y="2759323"/>
            <a:ext cx="576230" cy="576230"/>
          </a:xfrm>
          <a:prstGeom prst="rect">
            <a:avLst/>
          </a:prstGeom>
          <a:blipFill>
            <a:blip r:embed="rId6">
              <a:extLs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0" name="Freeform: Shape 9">
            <a:extLst>
              <a:ext uri="{FF2B5EF4-FFF2-40B4-BE49-F238E27FC236}">
                <a16:creationId xmlns:a16="http://schemas.microsoft.com/office/drawing/2014/main" id="{1C498A2E-1031-D9AE-7BB6-C69F4150F0ED}"/>
              </a:ext>
            </a:extLst>
          </p:cNvPr>
          <p:cNvSpPr/>
          <p:nvPr/>
        </p:nvSpPr>
        <p:spPr>
          <a:xfrm>
            <a:off x="341748" y="2523592"/>
            <a:ext cx="3686152" cy="1047691"/>
          </a:xfrm>
          <a:custGeom>
            <a:avLst/>
            <a:gdLst>
              <a:gd name="connsiteX0" fmla="*/ 0 w 3686152"/>
              <a:gd name="connsiteY0" fmla="*/ 0 h 1047691"/>
              <a:gd name="connsiteX1" fmla="*/ 3686152 w 3686152"/>
              <a:gd name="connsiteY1" fmla="*/ 0 h 1047691"/>
              <a:gd name="connsiteX2" fmla="*/ 3686152 w 3686152"/>
              <a:gd name="connsiteY2" fmla="*/ 1047691 h 1047691"/>
              <a:gd name="connsiteX3" fmla="*/ 0 w 3686152"/>
              <a:gd name="connsiteY3" fmla="*/ 1047691 h 1047691"/>
              <a:gd name="connsiteX4" fmla="*/ 0 w 3686152"/>
              <a:gd name="connsiteY4" fmla="*/ 0 h 10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6152" h="1047691">
                <a:moveTo>
                  <a:pt x="0" y="0"/>
                </a:moveTo>
                <a:lnTo>
                  <a:pt x="3686152" y="0"/>
                </a:lnTo>
                <a:lnTo>
                  <a:pt x="3686152" y="1047691"/>
                </a:lnTo>
                <a:lnTo>
                  <a:pt x="0" y="1047691"/>
                </a:lnTo>
                <a:lnTo>
                  <a:pt x="0" y="0"/>
                </a:lnTo>
                <a:close/>
              </a:path>
            </a:pathLst>
          </a:custGeom>
          <a:solidFill>
            <a:schemeClr val="accent5"/>
          </a:solidFill>
        </p:spPr>
        <p:style>
          <a:lnRef idx="0">
            <a:schemeClr val="dk1">
              <a:alpha val="0"/>
              <a:hueOff val="0"/>
              <a:satOff val="0"/>
              <a:lumOff val="0"/>
              <a:alphaOff val="0"/>
            </a:schemeClr>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0881" tIns="110881" rIns="110881" bIns="110881" numCol="1" spcCol="1270" rtlCol="1" anchor="ctr" anchorCtr="0">
            <a:noAutofit/>
          </a:bodyPr>
          <a:lstStyle/>
          <a:p>
            <a:pPr marL="0" lvl="0" indent="0" algn="r" defTabSz="889000" rtl="1">
              <a:lnSpc>
                <a:spcPct val="100000"/>
              </a:lnSpc>
              <a:spcBef>
                <a:spcPct val="0"/>
              </a:spcBef>
              <a:spcAft>
                <a:spcPct val="35000"/>
              </a:spcAft>
              <a:buNone/>
            </a:pPr>
            <a:r>
              <a:rPr lang="ar" sz="2000" b="1" kern="1200">
                <a:latin typeface="Times New Roman" panose="02020603050405020304" pitchFamily="18" charset="0"/>
                <a:cs typeface="Times New Roman" panose="02020603050405020304" pitchFamily="18" charset="0"/>
              </a:rPr>
              <a:t>ج</a:t>
            </a:r>
            <a:r>
              <a:rPr lang="ar" sz="2000" kern="1200">
                <a:latin typeface="Times New Roman" panose="02020603050405020304" pitchFamily="18" charset="0"/>
                <a:cs typeface="Times New Roman" panose="02020603050405020304" pitchFamily="18" charset="0"/>
              </a:rPr>
              <a:t>1  مراجعة</a:t>
            </a:r>
            <a:r>
              <a:rPr lang="ar" sz="2000" kern="1200">
                <a:latin typeface="Times New Roman" panose="02020603050405020304" pitchFamily="18" charset="0"/>
                <a:ea typeface="Verdana"/>
                <a:cs typeface="Times New Roman" panose="02020603050405020304" pitchFamily="18" charset="0"/>
              </a:rPr>
              <a:t> البرنامج</a:t>
            </a:r>
            <a:endParaRPr lang="en-US" sz="2000" kern="1200" dirty="0">
              <a:latin typeface="Times New Roman" panose="02020603050405020304" pitchFamily="18" charset="0"/>
              <a:ea typeface="Verdana"/>
              <a:cs typeface="Times New Roman" panose="02020603050405020304" pitchFamily="18" charset="0"/>
            </a:endParaRPr>
          </a:p>
        </p:txBody>
      </p:sp>
      <p:pic>
        <p:nvPicPr>
          <p:cNvPr id="214" name="Picture 213" descr="A person touching a five star rating&#10;&#10;AI-generated content may be incorrect.">
            <a:extLst>
              <a:ext uri="{FF2B5EF4-FFF2-40B4-BE49-F238E27FC236}">
                <a16:creationId xmlns:a16="http://schemas.microsoft.com/office/drawing/2014/main" id="{3984B1DB-C7A9-EFC6-C404-B185B1155F4A}"/>
              </a:ext>
            </a:extLst>
          </p:cNvPr>
          <p:cNvPicPr>
            <a:picLocks noChangeAspect="1"/>
          </p:cNvPicPr>
          <p:nvPr/>
        </p:nvPicPr>
        <p:blipFill>
          <a:blip r:embed="rId8"/>
          <a:stretch>
            <a:fillRect/>
          </a:stretch>
        </p:blipFill>
        <p:spPr>
          <a:xfrm>
            <a:off x="623658" y="3693199"/>
            <a:ext cx="4125167" cy="2750513"/>
          </a:xfrm>
          <a:prstGeom prst="rect">
            <a:avLst/>
          </a:prstGeom>
        </p:spPr>
      </p:pic>
      <p:sp>
        <p:nvSpPr>
          <p:cNvPr id="2" name="TextBox 1">
            <a:extLst>
              <a:ext uri="{FF2B5EF4-FFF2-40B4-BE49-F238E27FC236}">
                <a16:creationId xmlns:a16="http://schemas.microsoft.com/office/drawing/2014/main" id="{0F870474-D254-91FB-A778-8645B65B8079}"/>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216496935"/>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show="0">
  <p:cSld>
    <p:bg>
      <p:bgPr>
        <a:blipFill>
          <a:blip r:embed="rId3"/>
          <a:stretch>
            <a:fillRect l="-6000" r="-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CC7D0-474D-335F-8117-AD310E5F399B}"/>
              </a:ext>
            </a:extLst>
          </p:cNvPr>
          <p:cNvSpPr>
            <a:spLocks noGrp="1"/>
          </p:cNvSpPr>
          <p:nvPr>
            <p:ph type="title"/>
          </p:nvPr>
        </p:nvSpPr>
        <p:spPr>
          <a:xfrm>
            <a:off x="5181080" y="190778"/>
            <a:ext cx="3770363" cy="925106"/>
          </a:xfrm>
        </p:spPr>
        <p:txBody>
          <a:bodyPr rtlCol="1"/>
          <a:lstStyle/>
          <a:p>
            <a:pPr rtl="1"/>
            <a:r>
              <a:rPr lang="ar-EG" sz="2400" b="1" dirty="0"/>
              <a:t>مراجعة البرنامج</a:t>
            </a:r>
            <a:endParaRPr lang="en-US" dirty="0"/>
          </a:p>
        </p:txBody>
      </p:sp>
      <p:sp>
        <p:nvSpPr>
          <p:cNvPr id="3" name="Content Placeholder 2">
            <a:extLst>
              <a:ext uri="{FF2B5EF4-FFF2-40B4-BE49-F238E27FC236}">
                <a16:creationId xmlns:a16="http://schemas.microsoft.com/office/drawing/2014/main" id="{D1D5FAD4-A6C2-3CE5-7099-80ECECD9543F}"/>
              </a:ext>
            </a:extLst>
          </p:cNvPr>
          <p:cNvSpPr>
            <a:spLocks noGrp="1"/>
          </p:cNvSpPr>
          <p:nvPr>
            <p:ph sz="half" idx="2"/>
          </p:nvPr>
        </p:nvSpPr>
        <p:spPr>
          <a:xfrm>
            <a:off x="192159" y="3425647"/>
            <a:ext cx="6874103" cy="2543859"/>
          </a:xfrm>
        </p:spPr>
        <p:txBody>
          <a:bodyPr rtlCol="1"/>
          <a:lstStyle/>
          <a:p>
            <a:pPr algn="r">
              <a:buNone/>
            </a:pPr>
            <a:r>
              <a:rPr lang="ar-EG" b="1" dirty="0">
                <a:latin typeface="Arial"/>
                <a:cs typeface="Arial"/>
              </a:rPr>
              <a:t>الغرض من مراجعة البرنامج الخاص بك</a:t>
            </a:r>
            <a:r>
              <a:rPr lang="ar" b="1" dirty="0">
                <a:latin typeface="Arial"/>
                <a:cs typeface="Arial"/>
              </a:rPr>
              <a:t>:</a:t>
            </a:r>
            <a:endParaRPr lang="en-US" dirty="0">
              <a:latin typeface="Arial"/>
              <a:cs typeface="Arial"/>
            </a:endParaRPr>
          </a:p>
          <a:p>
            <a:pPr rtl="1">
              <a:buNone/>
            </a:pPr>
            <a:endParaRPr lang="en-GB" b="1" dirty="0">
              <a:latin typeface="Arial"/>
              <a:cs typeface="Arial"/>
            </a:endParaRPr>
          </a:p>
          <a:p>
            <a:pPr>
              <a:buFont typeface="Wingdings"/>
              <a:buChar char="§"/>
            </a:pPr>
            <a:r>
              <a:rPr lang="ar-EG" dirty="0"/>
              <a:t>قياس مدى التقدم الذي أحرزته</a:t>
            </a:r>
          </a:p>
          <a:p>
            <a:pPr>
              <a:buFont typeface="Wingdings"/>
              <a:buChar char="§"/>
            </a:pPr>
            <a:r>
              <a:rPr lang="ar-EG" dirty="0"/>
              <a:t>فهم ما كان فعالاً وما لم يكن كذلك</a:t>
            </a:r>
            <a:endParaRPr lang="ar" dirty="0">
              <a:latin typeface="Arial"/>
              <a:cs typeface="Arial"/>
            </a:endParaRPr>
          </a:p>
          <a:p>
            <a:r>
              <a:rPr lang="ar-EG" dirty="0"/>
              <a:t>تعديل التدريب المستقبلي بناءً على النتائج التي توصلت إليها</a:t>
            </a:r>
          </a:p>
        </p:txBody>
      </p:sp>
      <p:sp>
        <p:nvSpPr>
          <p:cNvPr id="4" name="TextBox 3">
            <a:extLst>
              <a:ext uri="{FF2B5EF4-FFF2-40B4-BE49-F238E27FC236}">
                <a16:creationId xmlns:a16="http://schemas.microsoft.com/office/drawing/2014/main" id="{8AC396BE-A27C-3444-0293-89ACFE312E46}"/>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2078415164"/>
      </p:ext>
    </p:extLst>
  </p:cSld>
  <p:clrMapOvr>
    <a:masterClrMapping/>
  </p:clrMapOvr>
  <p:transition>
    <p:sndAc>
      <p:stSnd>
        <p:snd r:embed="rId2"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20A12351-30A0-7CEF-1BC4-7DC5FB0DBF25}"/>
              </a:ext>
            </a:extLst>
          </p:cNvPr>
          <p:cNvSpPr txBox="1">
            <a:spLocks noChangeArrowheads="1"/>
          </p:cNvSpPr>
          <p:nvPr/>
        </p:nvSpPr>
        <p:spPr bwMode="auto">
          <a:xfrm>
            <a:off x="-2480" y="1047788"/>
            <a:ext cx="9141263" cy="4795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ج1 مراجعة البرنامج</a:t>
            </a:r>
            <a:endParaRPr lang="en-US" b="1" dirty="0">
              <a:latin typeface="Times New Roman" panose="02020603050405020304" pitchFamily="18" charset="0"/>
              <a:cs typeface="Times New Roman" panose="02020603050405020304" pitchFamily="18" charset="0"/>
            </a:endParaRPr>
          </a:p>
        </p:txBody>
      </p:sp>
      <p:sp>
        <p:nvSpPr>
          <p:cNvPr id="12" name="TextBox 4">
            <a:extLst>
              <a:ext uri="{FF2B5EF4-FFF2-40B4-BE49-F238E27FC236}">
                <a16:creationId xmlns:a16="http://schemas.microsoft.com/office/drawing/2014/main" id="{60845FB1-1330-2D71-28F5-82D9F79DA38E}"/>
              </a:ext>
            </a:extLst>
          </p:cNvPr>
          <p:cNvSpPr txBox="1"/>
          <p:nvPr/>
        </p:nvSpPr>
        <p:spPr>
          <a:xfrm>
            <a:off x="2997416" y="2036741"/>
            <a:ext cx="5692963"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fontAlgn="ctr"/>
            <a:r>
              <a:rPr lang="ar" b="1">
                <a:solidFill>
                  <a:srgbClr val="002060"/>
                </a:solidFill>
                <a:latin typeface="Times New Roman" panose="02020603050405020304" pitchFamily="18" charset="0"/>
                <a:cs typeface="Times New Roman" panose="02020603050405020304" pitchFamily="18" charset="0"/>
              </a:rPr>
              <a:t>ما الذي ينبغي مراجعته:</a:t>
            </a:r>
            <a:endParaRPr lang="en-GB" dirty="0">
              <a:latin typeface="Times New Roman" panose="02020603050405020304" pitchFamily="18" charset="0"/>
              <a:cs typeface="Times New Roman" panose="02020603050405020304" pitchFamily="18" charset="0"/>
            </a:endParaRPr>
          </a:p>
        </p:txBody>
      </p:sp>
      <p:sp>
        <p:nvSpPr>
          <p:cNvPr id="14" name="Content Placeholder 3">
            <a:extLst>
              <a:ext uri="{FF2B5EF4-FFF2-40B4-BE49-F238E27FC236}">
                <a16:creationId xmlns:a16="http://schemas.microsoft.com/office/drawing/2014/main" id="{872FA133-C8BE-85D9-6521-3D0A3961AB90}"/>
              </a:ext>
            </a:extLst>
          </p:cNvPr>
          <p:cNvSpPr txBox="1">
            <a:spLocks noChangeArrowheads="1"/>
          </p:cNvSpPr>
          <p:nvPr/>
        </p:nvSpPr>
        <p:spPr bwMode="auto">
          <a:xfrm>
            <a:off x="2992848" y="2529552"/>
            <a:ext cx="5695685" cy="1804886"/>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rtl="1">
              <a:buFont typeface="Wingdings"/>
              <a:buChar char="§"/>
            </a:pPr>
            <a:r>
              <a:rPr lang="ar" sz="2000">
                <a:latin typeface="Times New Roman" panose="02020603050405020304" pitchFamily="18" charset="0"/>
                <a:cs typeface="Times New Roman" panose="02020603050405020304" pitchFamily="18" charset="0"/>
              </a:rPr>
              <a:t>هل وفّيت أهداف سمارتر الخاصة بك؟ </a:t>
            </a:r>
            <a:endParaRPr lang="en-US" sz="2000" dirty="0">
              <a:latin typeface="Times New Roman" panose="02020603050405020304" pitchFamily="18" charset="0"/>
              <a:cs typeface="Times New Roman" panose="02020603050405020304" pitchFamily="18" charset="0"/>
            </a:endParaRPr>
          </a:p>
          <a:p>
            <a:pPr rtl="1">
              <a:buFont typeface="Wingdings"/>
              <a:buChar char="§"/>
            </a:pPr>
            <a:r>
              <a:rPr lang="ar" sz="2000">
                <a:latin typeface="Times New Roman" panose="02020603050405020304" pitchFamily="18" charset="0"/>
                <a:cs typeface="Times New Roman" panose="02020603050405020304" pitchFamily="18" charset="0"/>
              </a:rPr>
              <a:t>ما أكثر أساليب التدريب التي كانت فعّالة؟ </a:t>
            </a:r>
            <a:endParaRPr lang="en-GB" dirty="0">
              <a:latin typeface="Times New Roman" panose="02020603050405020304" pitchFamily="18" charset="0"/>
              <a:cs typeface="Times New Roman" panose="02020603050405020304" pitchFamily="18" charset="0"/>
            </a:endParaRPr>
          </a:p>
          <a:p>
            <a:pPr rtl="1">
              <a:buFont typeface="Wingdings"/>
              <a:buChar char="§"/>
            </a:pPr>
            <a:r>
              <a:rPr lang="ar" sz="2000">
                <a:latin typeface="Times New Roman" panose="02020603050405020304" pitchFamily="18" charset="0"/>
                <a:cs typeface="Times New Roman" panose="02020603050405020304" pitchFamily="18" charset="0"/>
              </a:rPr>
              <a:t>هل واجهت أي عقبات أو تحديات؟ </a:t>
            </a:r>
            <a:endParaRPr lang="en-GB" dirty="0">
              <a:latin typeface="Times New Roman" panose="02020603050405020304" pitchFamily="18" charset="0"/>
              <a:cs typeface="Times New Roman" panose="02020603050405020304" pitchFamily="18" charset="0"/>
            </a:endParaRPr>
          </a:p>
          <a:p>
            <a:pPr rtl="1">
              <a:buFont typeface="Wingdings"/>
              <a:buChar char="§"/>
            </a:pPr>
            <a:r>
              <a:rPr lang="ar" sz="2000">
                <a:latin typeface="Times New Roman" panose="02020603050405020304" pitchFamily="18" charset="0"/>
                <a:cs typeface="Times New Roman" panose="02020603050405020304" pitchFamily="18" charset="0"/>
              </a:rPr>
              <a:t>ما الذي بيّنه دفتر التدريب الخاص بك فيما يتعلق بمستوى الجهد المبذول والتطوّر الذي أحرزته والتحديات التي واجهتها؟</a:t>
            </a:r>
            <a:endParaRPr lang="en-GB" dirty="0">
              <a:latin typeface="Times New Roman" panose="02020603050405020304" pitchFamily="18" charset="0"/>
              <a:cs typeface="Times New Roman" panose="02020603050405020304" pitchFamily="18" charset="0"/>
            </a:endParaRPr>
          </a:p>
        </p:txBody>
      </p:sp>
      <p:sp>
        <p:nvSpPr>
          <p:cNvPr id="17" name="TextBox 4">
            <a:extLst>
              <a:ext uri="{FF2B5EF4-FFF2-40B4-BE49-F238E27FC236}">
                <a16:creationId xmlns:a16="http://schemas.microsoft.com/office/drawing/2014/main" id="{070FB9FC-C4DD-1257-2E21-AF8C679A4847}"/>
              </a:ext>
            </a:extLst>
          </p:cNvPr>
          <p:cNvSpPr txBox="1"/>
          <p:nvPr/>
        </p:nvSpPr>
        <p:spPr>
          <a:xfrm>
            <a:off x="2997416" y="4761468"/>
            <a:ext cx="5692963"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fontAlgn="ctr"/>
            <a:r>
              <a:rPr lang="ar" b="1">
                <a:solidFill>
                  <a:srgbClr val="002060"/>
                </a:solidFill>
                <a:latin typeface="Times New Roman" panose="02020603050405020304" pitchFamily="18" charset="0"/>
                <a:cs typeface="Times New Roman" panose="02020603050405020304" pitchFamily="18" charset="0"/>
              </a:rPr>
              <a:t>استخدم مدخلات مدونتك لتحديد:</a:t>
            </a:r>
            <a:endParaRPr lang="en-GB" dirty="0">
              <a:latin typeface="Times New Roman" panose="02020603050405020304" pitchFamily="18" charset="0"/>
              <a:cs typeface="Times New Roman" panose="02020603050405020304" pitchFamily="18" charset="0"/>
            </a:endParaRPr>
          </a:p>
        </p:txBody>
      </p:sp>
      <p:sp>
        <p:nvSpPr>
          <p:cNvPr id="18" name="Content Placeholder 3">
            <a:extLst>
              <a:ext uri="{FF2B5EF4-FFF2-40B4-BE49-F238E27FC236}">
                <a16:creationId xmlns:a16="http://schemas.microsoft.com/office/drawing/2014/main" id="{37DC1EE5-A668-C6F7-4B5A-6075253BFE53}"/>
              </a:ext>
            </a:extLst>
          </p:cNvPr>
          <p:cNvSpPr txBox="1">
            <a:spLocks noChangeArrowheads="1"/>
          </p:cNvSpPr>
          <p:nvPr/>
        </p:nvSpPr>
        <p:spPr bwMode="auto">
          <a:xfrm>
            <a:off x="2992848" y="5254279"/>
            <a:ext cx="5695685" cy="1081373"/>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rtl="1">
              <a:buFont typeface="Wingdings"/>
              <a:buChar char="§"/>
            </a:pPr>
            <a:r>
              <a:rPr lang="ar" sz="2000">
                <a:latin typeface="Times New Roman" panose="02020603050405020304" pitchFamily="18" charset="0"/>
                <a:cs typeface="Times New Roman" panose="02020603050405020304" pitchFamily="18" charset="0"/>
              </a:rPr>
              <a:t>تحسّن مستمر أو ثبات في الأداء </a:t>
            </a:r>
            <a:endParaRPr lang="en-US" sz="2000">
              <a:latin typeface="Times New Roman" panose="02020603050405020304" pitchFamily="18" charset="0"/>
              <a:cs typeface="Times New Roman" panose="02020603050405020304" pitchFamily="18" charset="0"/>
            </a:endParaRPr>
          </a:p>
          <a:p>
            <a:pPr rtl="1">
              <a:buFont typeface="Wingdings"/>
              <a:buChar char="§"/>
            </a:pPr>
            <a:r>
              <a:rPr lang="ar" sz="2000">
                <a:latin typeface="Times New Roman" panose="02020603050405020304" pitchFamily="18" charset="0"/>
                <a:cs typeface="Times New Roman" panose="02020603050405020304" pitchFamily="18" charset="0"/>
              </a:rPr>
              <a:t>الحصص التي لم تُنفذ أو التعديلات التي تمت </a:t>
            </a:r>
            <a:endParaRPr lang="en-GB" sz="2000">
              <a:latin typeface="Times New Roman" panose="02020603050405020304" pitchFamily="18" charset="0"/>
              <a:cs typeface="Times New Roman" panose="02020603050405020304" pitchFamily="18" charset="0"/>
            </a:endParaRPr>
          </a:p>
          <a:p>
            <a:pPr rtl="1">
              <a:buFont typeface="Wingdings"/>
              <a:buChar char="§"/>
            </a:pPr>
            <a:r>
              <a:rPr lang="ar" sz="2000">
                <a:latin typeface="Times New Roman" panose="02020603050405020304" pitchFamily="18" charset="0"/>
                <a:cs typeface="Times New Roman" panose="02020603050405020304" pitchFamily="18" charset="0"/>
              </a:rPr>
              <a:t>أنماط الحافز أو الملاحظات المادية </a:t>
            </a:r>
            <a:endParaRPr lang="en-GB" sz="2000">
              <a:latin typeface="Times New Roman" panose="02020603050405020304" pitchFamily="18" charset="0"/>
              <a:cs typeface="Times New Roman" panose="02020603050405020304" pitchFamily="18" charset="0"/>
            </a:endParaRPr>
          </a:p>
        </p:txBody>
      </p:sp>
      <p:sp>
        <p:nvSpPr>
          <p:cNvPr id="20" name="TextBox 6">
            <a:extLst>
              <a:ext uri="{FF2B5EF4-FFF2-40B4-BE49-F238E27FC236}">
                <a16:creationId xmlns:a16="http://schemas.microsoft.com/office/drawing/2014/main" id="{91760771-A471-E925-2AC8-1EDF6ABB95A6}"/>
              </a:ext>
            </a:extLst>
          </p:cNvPr>
          <p:cNvSpPr txBox="1"/>
          <p:nvPr/>
        </p:nvSpPr>
        <p:spPr>
          <a:xfrm>
            <a:off x="2995443" y="1521433"/>
            <a:ext cx="5696710" cy="400110"/>
          </a:xfrm>
          <a:prstGeom prst="rect">
            <a:avLst/>
          </a:prstGeom>
          <a:solidFill>
            <a:schemeClr val="accent1">
              <a:lumMod val="9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كيفية إجراء مراجعة فعّالة</a:t>
            </a:r>
            <a:endParaRPr lang="en-GB" sz="2000" b="1" dirty="0">
              <a:latin typeface="Times New Roman" panose="02020603050405020304" pitchFamily="18" charset="0"/>
              <a:cs typeface="Times New Roman" panose="02020603050405020304" pitchFamily="18" charset="0"/>
            </a:endParaRPr>
          </a:p>
        </p:txBody>
      </p:sp>
      <p:grpSp>
        <p:nvGrpSpPr>
          <p:cNvPr id="26" name="Group 25">
            <a:extLst>
              <a:ext uri="{FF2B5EF4-FFF2-40B4-BE49-F238E27FC236}">
                <a16:creationId xmlns:a16="http://schemas.microsoft.com/office/drawing/2014/main" id="{9C6E67C5-8ABA-A2DF-6303-B8C1390B6C03}"/>
              </a:ext>
            </a:extLst>
          </p:cNvPr>
          <p:cNvGrpSpPr/>
          <p:nvPr/>
        </p:nvGrpSpPr>
        <p:grpSpPr>
          <a:xfrm flipH="1">
            <a:off x="262550" y="4739111"/>
            <a:ext cx="2633229" cy="1585231"/>
            <a:chOff x="4929672" y="1503810"/>
            <a:chExt cx="2733748" cy="2837333"/>
          </a:xfrm>
        </p:grpSpPr>
        <p:sp>
          <p:nvSpPr>
            <p:cNvPr id="24" name="Rectangle 23">
              <a:extLst>
                <a:ext uri="{FF2B5EF4-FFF2-40B4-BE49-F238E27FC236}">
                  <a16:creationId xmlns:a16="http://schemas.microsoft.com/office/drawing/2014/main" id="{6EDCA02E-F766-4BF3-C585-9C41554AC128}"/>
                </a:ext>
              </a:extLst>
            </p:cNvPr>
            <p:cNvSpPr/>
            <p:nvPr/>
          </p:nvSpPr>
          <p:spPr>
            <a:xfrm>
              <a:off x="4929672" y="1503810"/>
              <a:ext cx="2732266" cy="2837333"/>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lIns="91440" tIns="45720" rIns="91440" bIns="45720" rtlCol="1" anchor="t"/>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algn="ctr" rtl="1"/>
              <a:endParaRPr lang="en-US" sz="1100" dirty="0">
                <a:latin typeface="Times New Roman" panose="02020603050405020304" pitchFamily="18" charset="0"/>
                <a:ea typeface="Verdana"/>
                <a:cs typeface="Times New Roman" panose="02020603050405020304" pitchFamily="18" charset="0"/>
              </a:endParaRPr>
            </a:p>
          </p:txBody>
        </p:sp>
        <p:sp>
          <p:nvSpPr>
            <p:cNvPr id="25" name="TextBox 6">
              <a:extLst>
                <a:ext uri="{FF2B5EF4-FFF2-40B4-BE49-F238E27FC236}">
                  <a16:creationId xmlns:a16="http://schemas.microsoft.com/office/drawing/2014/main" id="{72B3EF17-CF81-7683-808B-CF80ABF86E14}"/>
                </a:ext>
              </a:extLst>
            </p:cNvPr>
            <p:cNvSpPr txBox="1"/>
            <p:nvPr/>
          </p:nvSpPr>
          <p:spPr>
            <a:xfrm>
              <a:off x="4977183" y="1914689"/>
              <a:ext cx="2686237" cy="204347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rtl="1"/>
              <a:r>
                <a:rPr lang="ar" sz="1400" b="1" dirty="0">
                  <a:solidFill>
                    <a:srgbClr val="7030A0"/>
                  </a:solidFill>
                  <a:latin typeface="Times New Roman" panose="02020603050405020304" pitchFamily="18" charset="0"/>
                  <a:ea typeface="+mn-lt"/>
                  <a:cs typeface="Times New Roman" panose="02020603050405020304" pitchFamily="18" charset="0"/>
                </a:rPr>
                <a:t>مصادر الأدلة: </a:t>
              </a:r>
              <a:endParaRPr lang="en-US" sz="1400" b="1" dirty="0">
                <a:solidFill>
                  <a:srgbClr val="FFFFFF"/>
                </a:solidFill>
                <a:latin typeface="Times New Roman" panose="02020603050405020304" pitchFamily="18" charset="0"/>
                <a:ea typeface="+mn-lt"/>
                <a:cs typeface="Times New Roman" panose="02020603050405020304" pitchFamily="18" charset="0"/>
              </a:endParaRPr>
            </a:p>
            <a:p>
              <a:pPr marL="342900" indent="-342900" rtl="1">
                <a:buAutoNum type="arabicPeriod"/>
              </a:pPr>
              <a:r>
                <a:rPr lang="ar" sz="1400" dirty="0">
                  <a:solidFill>
                    <a:srgbClr val="7030A0"/>
                  </a:solidFill>
                  <a:latin typeface="Times New Roman" panose="02020603050405020304" pitchFamily="18" charset="0"/>
                  <a:ea typeface="+mn-lt"/>
                  <a:cs typeface="Times New Roman" panose="02020603050405020304" pitchFamily="18" charset="0"/>
                </a:rPr>
                <a:t>مدوّنة التدريب: </a:t>
              </a:r>
              <a:endParaRPr lang="en-US" dirty="0">
                <a:solidFill>
                  <a:srgbClr val="FFFFFF"/>
                </a:solidFill>
                <a:latin typeface="Times New Roman" panose="02020603050405020304" pitchFamily="18" charset="0"/>
                <a:ea typeface="+mn-lt"/>
                <a:cs typeface="Times New Roman" panose="02020603050405020304" pitchFamily="18" charset="0"/>
              </a:endParaRPr>
            </a:p>
            <a:p>
              <a:pPr marL="342900" indent="-342900" rtl="1">
                <a:buAutoNum type="arabicPeriod"/>
              </a:pPr>
              <a:r>
                <a:rPr lang="ar" sz="1400" dirty="0">
                  <a:solidFill>
                    <a:srgbClr val="7030A0"/>
                  </a:solidFill>
                  <a:latin typeface="Times New Roman" panose="02020603050405020304" pitchFamily="18" charset="0"/>
                  <a:ea typeface="+mn-lt"/>
                  <a:cs typeface="Times New Roman" panose="02020603050405020304" pitchFamily="18" charset="0"/>
                </a:rPr>
                <a:t>نتائج اختبارات الأداء </a:t>
              </a:r>
              <a:endParaRPr lang="en-US" dirty="0">
                <a:solidFill>
                  <a:srgbClr val="FFFFFF"/>
                </a:solidFill>
                <a:latin typeface="Times New Roman" panose="02020603050405020304" pitchFamily="18" charset="0"/>
                <a:ea typeface="+mn-lt"/>
                <a:cs typeface="Times New Roman" panose="02020603050405020304" pitchFamily="18" charset="0"/>
              </a:endParaRPr>
            </a:p>
            <a:p>
              <a:pPr marL="342900" indent="-342900" rtl="1">
                <a:buAutoNum type="arabicPeriod"/>
              </a:pPr>
              <a:r>
                <a:rPr lang="ar" sz="1400" dirty="0">
                  <a:solidFill>
                    <a:srgbClr val="7030A0"/>
                  </a:solidFill>
                  <a:latin typeface="Times New Roman" panose="02020603050405020304" pitchFamily="18" charset="0"/>
                  <a:ea typeface="+mn-lt"/>
                  <a:cs typeface="Times New Roman" panose="02020603050405020304" pitchFamily="18" charset="0"/>
                </a:rPr>
                <a:t>التأملات الشخصية </a:t>
              </a:r>
              <a:endParaRPr lang="en-US" dirty="0">
                <a:solidFill>
                  <a:srgbClr val="FFFFFF"/>
                </a:solidFill>
                <a:latin typeface="Times New Roman" panose="02020603050405020304" pitchFamily="18" charset="0"/>
                <a:ea typeface="+mn-lt"/>
                <a:cs typeface="Times New Roman" panose="02020603050405020304" pitchFamily="18" charset="0"/>
              </a:endParaRPr>
            </a:p>
            <a:p>
              <a:pPr marL="342900" indent="-342900" rtl="1">
                <a:buAutoNum type="arabicPeriod"/>
              </a:pPr>
              <a:r>
                <a:rPr lang="ar" sz="1400" dirty="0">
                  <a:solidFill>
                    <a:srgbClr val="7030A0"/>
                  </a:solidFill>
                  <a:latin typeface="Times New Roman" panose="02020603050405020304" pitchFamily="18" charset="0"/>
                  <a:ea typeface="+mn-lt"/>
                  <a:cs typeface="Times New Roman" panose="02020603050405020304" pitchFamily="18" charset="0"/>
                </a:rPr>
                <a:t>التعليقات المقدمة من الزملاء أو المعلمين </a:t>
              </a:r>
              <a:endParaRPr lang="en-US" dirty="0">
                <a:latin typeface="Times New Roman" panose="02020603050405020304" pitchFamily="18" charset="0"/>
                <a:ea typeface="Verdana"/>
                <a:cs typeface="Times New Roman" panose="02020603050405020304" pitchFamily="18" charset="0"/>
              </a:endParaRPr>
            </a:p>
          </p:txBody>
        </p:sp>
      </p:grpSp>
      <p:sp>
        <p:nvSpPr>
          <p:cNvPr id="2" name="TextBox 1">
            <a:extLst>
              <a:ext uri="{FF2B5EF4-FFF2-40B4-BE49-F238E27FC236}">
                <a16:creationId xmlns:a16="http://schemas.microsoft.com/office/drawing/2014/main" id="{5900E29F-CEE9-A1A6-D499-9AFF8CC039FE}"/>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2443202717"/>
      </p:ext>
    </p:extLst>
  </p:cSld>
  <p:clrMapOvr>
    <a:masterClrMapping/>
  </p:clrMapOvr>
  <p:transition>
    <p:sndAc>
      <p:stSnd>
        <p:snd r:embed="rId2"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199CF764-8868-E681-3677-11CAB993947D}"/>
              </a:ext>
            </a:extLst>
          </p:cNvPr>
          <p:cNvSpPr txBox="1">
            <a:spLocks noChangeArrowheads="1"/>
          </p:cNvSpPr>
          <p:nvPr/>
        </p:nvSpPr>
        <p:spPr bwMode="auto">
          <a:xfrm>
            <a:off x="-2480" y="1047788"/>
            <a:ext cx="9141263" cy="47959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1pPr>
            <a:lvl2pPr marL="4572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2pPr>
            <a:lvl3pPr marL="9144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3pPr>
            <a:lvl4pPr marL="13716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4pPr>
            <a:lvl5pPr marL="1828800" algn="ctr" rtl="1" eaLnBrk="0" fontAlgn="base" hangingPunct="0">
              <a:spcBef>
                <a:spcPct val="0"/>
              </a:spcBef>
              <a:spcAft>
                <a:spcPct val="0"/>
              </a:spcAft>
              <a:defRPr sz="4400" kern="1200">
                <a:solidFill>
                  <a:schemeClr val="tx2"/>
                </a:solidFill>
                <a:latin typeface="Arial" panose="020B0604020202020204" pitchFamily="34" charset="0"/>
                <a:ea typeface="Arial" charset="0"/>
                <a:cs typeface="Arial" panose="020B0604020202020204" pitchFamily="34" charset="0"/>
              </a:defRPr>
            </a:lvl5pPr>
            <a:lvl6pPr marL="4572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6pPr>
            <a:lvl7pPr marL="9144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7pPr>
            <a:lvl8pPr marL="13716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8pPr>
            <a:lvl9pPr marL="1828800" algn="ctr" defTabSz="914400" rtl="1" eaLnBrk="1" fontAlgn="base" latinLnBrk="0" hangingPunct="1">
              <a:spcBef>
                <a:spcPct val="0"/>
              </a:spcBef>
              <a:spcAft>
                <a:spcPct val="0"/>
              </a:spcAft>
              <a:defRPr sz="4400" kern="1200">
                <a:solidFill>
                  <a:schemeClr val="tx2"/>
                </a:solidFill>
                <a:latin typeface="Verdana"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ج1 مراجعة البرنامج</a:t>
            </a:r>
            <a:endParaRPr lang="en-US" b="1" dirty="0">
              <a:latin typeface="Times New Roman" panose="02020603050405020304" pitchFamily="18" charset="0"/>
              <a:cs typeface="Times New Roman" panose="02020603050405020304" pitchFamily="18" charset="0"/>
            </a:endParaRPr>
          </a:p>
        </p:txBody>
      </p:sp>
      <p:sp>
        <p:nvSpPr>
          <p:cNvPr id="11" name="TextBox 6">
            <a:extLst>
              <a:ext uri="{FF2B5EF4-FFF2-40B4-BE49-F238E27FC236}">
                <a16:creationId xmlns:a16="http://schemas.microsoft.com/office/drawing/2014/main" id="{CB098F29-98A2-EF9C-3049-45280D110820}"/>
              </a:ext>
            </a:extLst>
          </p:cNvPr>
          <p:cNvSpPr txBox="1"/>
          <p:nvPr/>
        </p:nvSpPr>
        <p:spPr>
          <a:xfrm>
            <a:off x="3187867" y="1521433"/>
            <a:ext cx="5696710" cy="400110"/>
          </a:xfrm>
          <a:prstGeom prst="rect">
            <a:avLst/>
          </a:prstGeom>
          <a:solidFill>
            <a:schemeClr val="accent1">
              <a:lumMod val="9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a:r>
              <a:rPr lang="ar" sz="2000" b="1">
                <a:latin typeface="Times New Roman" panose="02020603050405020304" pitchFamily="18" charset="0"/>
                <a:cs typeface="Times New Roman" panose="02020603050405020304" pitchFamily="18" charset="0"/>
              </a:rPr>
              <a:t>تحديد مجالات التحسين</a:t>
            </a:r>
            <a:endParaRPr lang="en-GB" sz="2000" b="1" dirty="0">
              <a:latin typeface="Times New Roman" panose="02020603050405020304" pitchFamily="18" charset="0"/>
              <a:cs typeface="Times New Roman" panose="02020603050405020304" pitchFamily="18" charset="0"/>
            </a:endParaRPr>
          </a:p>
        </p:txBody>
      </p:sp>
      <p:sp>
        <p:nvSpPr>
          <p:cNvPr id="13" name="TextBox 4">
            <a:extLst>
              <a:ext uri="{FF2B5EF4-FFF2-40B4-BE49-F238E27FC236}">
                <a16:creationId xmlns:a16="http://schemas.microsoft.com/office/drawing/2014/main" id="{FE2381EB-A9B8-7622-00EB-163F0D8F63F9}"/>
              </a:ext>
            </a:extLst>
          </p:cNvPr>
          <p:cNvSpPr txBox="1"/>
          <p:nvPr/>
        </p:nvSpPr>
        <p:spPr>
          <a:xfrm>
            <a:off x="3189840" y="2005953"/>
            <a:ext cx="5692963" cy="369332"/>
          </a:xfrm>
          <a:prstGeom prst="rect">
            <a:avLst/>
          </a:prstGeom>
          <a:solidFill>
            <a:schemeClr val="accent6">
              <a:lumMod val="20000"/>
              <a:lumOff val="80000"/>
            </a:schemeClr>
          </a:solidFill>
        </p:spPr>
        <p:txBody>
          <a:bodyPr wrap="square" lIns="91440" tIns="45720" rIns="91440" bIns="45720" rtlCol="1" anchor="t">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fontAlgn="ctr"/>
            <a:r>
              <a:rPr lang="ar" b="1">
                <a:solidFill>
                  <a:srgbClr val="002060"/>
                </a:solidFill>
                <a:latin typeface="Times New Roman" panose="02020603050405020304" pitchFamily="18" charset="0"/>
                <a:cs typeface="Times New Roman" panose="02020603050405020304" pitchFamily="18" charset="0"/>
              </a:rPr>
              <a:t>المهمة - تحديد نقاط القوة والضعف</a:t>
            </a:r>
            <a:endParaRPr lang="en-GB" b="1" dirty="0">
              <a:latin typeface="Times New Roman" panose="02020603050405020304" pitchFamily="18" charset="0"/>
              <a:cs typeface="Times New Roman" panose="02020603050405020304" pitchFamily="18" charset="0"/>
            </a:endParaRPr>
          </a:p>
        </p:txBody>
      </p:sp>
      <p:sp>
        <p:nvSpPr>
          <p:cNvPr id="17" name="Content Placeholder 3">
            <a:extLst>
              <a:ext uri="{FF2B5EF4-FFF2-40B4-BE49-F238E27FC236}">
                <a16:creationId xmlns:a16="http://schemas.microsoft.com/office/drawing/2014/main" id="{E16F35F0-F777-4644-7A53-C4C257968B55}"/>
              </a:ext>
            </a:extLst>
          </p:cNvPr>
          <p:cNvSpPr txBox="1">
            <a:spLocks noChangeArrowheads="1"/>
          </p:cNvSpPr>
          <p:nvPr/>
        </p:nvSpPr>
        <p:spPr bwMode="auto">
          <a:xfrm>
            <a:off x="3185271" y="2529552"/>
            <a:ext cx="5664898" cy="3575189"/>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defPPr>
              <a:defRPr lang="en-GB"/>
            </a:defPPr>
            <a:lvl1pPr marL="342900" indent="-342900" algn="r" rtl="1" eaLnBrk="0" fontAlgn="base" hangingPunct="0">
              <a:spcBef>
                <a:spcPct val="20000"/>
              </a:spcBef>
              <a:spcAft>
                <a:spcPct val="0"/>
              </a:spcAft>
              <a:buFont typeface="Wingdings" panose="05000000000000000000" pitchFamily="2" charset="2"/>
              <a:buChar char="§"/>
              <a:defRPr sz="2400" kern="12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mn-lt"/>
                <a:ea typeface="Arial" charset="0"/>
                <a:cs typeface="Arial" panose="020B0604020202020204" pitchFamily="34" charset="0"/>
              </a:defRPr>
            </a:lvl5pPr>
            <a:lvl6pPr marL="25146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6pPr>
            <a:lvl7pPr marL="29718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7pPr>
            <a:lvl8pPr marL="34290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8pPr>
            <a:lvl9pPr marL="3886200" indent="-228600" algn="r" defTabSz="914400" rtl="1" eaLnBrk="1" fontAlgn="base" latinLnBrk="0" hangingPunct="1">
              <a:spcBef>
                <a:spcPct val="20000"/>
              </a:spcBef>
              <a:spcAft>
                <a:spcPct val="0"/>
              </a:spcAft>
              <a:buFont typeface="Wingdings" pitchFamily="2" charset="2"/>
              <a:defRPr sz="2400" kern="1200">
                <a:solidFill>
                  <a:schemeClr val="tx1"/>
                </a:solidFill>
                <a:latin typeface="+mn-lt"/>
                <a:ea typeface="+mn-ea"/>
                <a:cs typeface="Arial" panose="020B0604020202020204" pitchFamily="34" charset="0"/>
              </a:defRPr>
            </a:lvl9pPr>
          </a:lstStyle>
          <a:p>
            <a:pPr marL="0" indent="0" rtl="1">
              <a:buNone/>
            </a:pPr>
            <a:r>
              <a:rPr lang="ar" sz="2000" dirty="0">
                <a:latin typeface="Times New Roman" panose="02020603050405020304" pitchFamily="18" charset="0"/>
                <a:cs typeface="Times New Roman" panose="02020603050405020304" pitchFamily="18" charset="0"/>
              </a:rPr>
              <a:t>يجب أن تتضمن المراجعة المكتوبة:</a:t>
            </a:r>
            <a:endParaRPr lang="en-US" sz="2000" dirty="0">
              <a:latin typeface="Times New Roman" panose="02020603050405020304" pitchFamily="18" charset="0"/>
              <a:cs typeface="Times New Roman" panose="02020603050405020304" pitchFamily="18" charset="0"/>
            </a:endParaRPr>
          </a:p>
          <a:p>
            <a:pPr rtl="1">
              <a:buFont typeface="Wingdings"/>
              <a:buChar char="§"/>
            </a:pPr>
            <a:endParaRPr lang="en-GB" sz="2000" dirty="0">
              <a:latin typeface="Times New Roman" panose="02020603050405020304" pitchFamily="18" charset="0"/>
              <a:cs typeface="Times New Roman" panose="02020603050405020304" pitchFamily="18" charset="0"/>
            </a:endParaRPr>
          </a:p>
          <a:p>
            <a:pPr marL="457200" indent="-457200" rtl="1">
              <a:buAutoNum type="arabicPeriod"/>
            </a:pPr>
            <a:r>
              <a:rPr lang="ar" sz="2000" dirty="0">
                <a:latin typeface="Times New Roman" panose="02020603050405020304" pitchFamily="18" charset="0"/>
                <a:cs typeface="Times New Roman" panose="02020603050405020304" pitchFamily="18" charset="0"/>
              </a:rPr>
              <a:t>نظرة عامة على أهدافك الأصلية</a:t>
            </a:r>
            <a:r>
              <a:rPr lang="ar-EG" sz="2000" dirty="0">
                <a:latin typeface="Times New Roman" panose="02020603050405020304" pitchFamily="18" charset="0"/>
                <a:cs typeface="Times New Roman" panose="02020603050405020304" pitchFamily="18" charset="0"/>
              </a:rPr>
              <a:t>.</a:t>
            </a:r>
            <a:endParaRPr lang="en-GB" sz="2000" dirty="0">
              <a:latin typeface="Times New Roman" panose="02020603050405020304" pitchFamily="18" charset="0"/>
              <a:cs typeface="Times New Roman" panose="02020603050405020304" pitchFamily="18" charset="0"/>
            </a:endParaRPr>
          </a:p>
          <a:p>
            <a:pPr marL="457200" indent="-457200" rtl="1">
              <a:buAutoNum type="arabicPeriod"/>
            </a:pPr>
            <a:r>
              <a:rPr lang="ar" sz="2000" dirty="0">
                <a:latin typeface="Times New Roman" panose="02020603050405020304" pitchFamily="18" charset="0"/>
                <a:cs typeface="Times New Roman" panose="02020603050405020304" pitchFamily="18" charset="0"/>
              </a:rPr>
              <a:t>ملخص لما نفذته ضمن خطتك</a:t>
            </a:r>
            <a:r>
              <a:rPr lang="ar-EG" sz="2000" dirty="0">
                <a:latin typeface="Times New Roman" panose="02020603050405020304" pitchFamily="18" charset="0"/>
                <a:cs typeface="Times New Roman" panose="02020603050405020304" pitchFamily="18" charset="0"/>
              </a:rPr>
              <a:t>.</a:t>
            </a:r>
            <a:endParaRPr lang="ar" sz="2000" dirty="0">
              <a:latin typeface="Times New Roman" panose="02020603050405020304" pitchFamily="18" charset="0"/>
              <a:cs typeface="Times New Roman" panose="02020603050405020304" pitchFamily="18" charset="0"/>
            </a:endParaRPr>
          </a:p>
          <a:p>
            <a:pPr marL="457200" indent="-457200" rtl="1">
              <a:buAutoNum type="arabicPeriod"/>
            </a:pPr>
            <a:r>
              <a:rPr lang="ar" sz="2000" dirty="0">
                <a:latin typeface="Times New Roman" panose="02020603050405020304" pitchFamily="18" charset="0"/>
                <a:cs typeface="Times New Roman" panose="02020603050405020304" pitchFamily="18" charset="0"/>
              </a:rPr>
              <a:t>دليل على التقدم المُحرز (باستخدام المدونة)</a:t>
            </a:r>
            <a:r>
              <a:rPr lang="ar-EG" sz="2000" dirty="0">
                <a:latin typeface="Times New Roman" panose="02020603050405020304" pitchFamily="18" charset="0"/>
                <a:cs typeface="Times New Roman" panose="02020603050405020304" pitchFamily="18" charset="0"/>
              </a:rPr>
              <a:t>.</a:t>
            </a:r>
            <a:endParaRPr lang="ar" sz="2000" dirty="0">
              <a:latin typeface="Times New Roman" panose="02020603050405020304" pitchFamily="18" charset="0"/>
              <a:cs typeface="Times New Roman" panose="02020603050405020304" pitchFamily="18" charset="0"/>
            </a:endParaRPr>
          </a:p>
          <a:p>
            <a:pPr marL="457200" indent="-457200" rtl="1">
              <a:buAutoNum type="arabicPeriod"/>
            </a:pPr>
            <a:r>
              <a:rPr lang="ar" sz="2000" dirty="0">
                <a:latin typeface="Times New Roman" panose="02020603050405020304" pitchFamily="18" charset="0"/>
                <a:cs typeface="Times New Roman" panose="02020603050405020304" pitchFamily="18" charset="0"/>
              </a:rPr>
              <a:t>أمثلة واضحة على ما هو فعّال وما لم يؤت ثمره</a:t>
            </a:r>
            <a:r>
              <a:rPr lang="ar-EG" sz="2000" dirty="0">
                <a:latin typeface="Times New Roman" panose="02020603050405020304" pitchFamily="18" charset="0"/>
                <a:cs typeface="Times New Roman" panose="02020603050405020304" pitchFamily="18" charset="0"/>
              </a:rPr>
              <a:t>.</a:t>
            </a:r>
            <a:endParaRPr lang="ar" sz="2000" dirty="0">
              <a:latin typeface="Times New Roman" panose="02020603050405020304" pitchFamily="18" charset="0"/>
              <a:cs typeface="Times New Roman" panose="02020603050405020304" pitchFamily="18" charset="0"/>
            </a:endParaRPr>
          </a:p>
          <a:p>
            <a:pPr marL="457200" indent="-457200" rtl="1">
              <a:buAutoNum type="arabicPeriod"/>
            </a:pPr>
            <a:r>
              <a:rPr lang="ar" sz="2000" dirty="0">
                <a:latin typeface="Times New Roman" panose="02020603050405020304" pitchFamily="18" charset="0"/>
                <a:cs typeface="Times New Roman" panose="02020603050405020304" pitchFamily="18" charset="0"/>
              </a:rPr>
              <a:t>توصيات لتحسين برنامجك ال</a:t>
            </a:r>
            <a:r>
              <a:rPr lang="ar-EG" sz="2000" dirty="0">
                <a:latin typeface="Times New Roman" panose="02020603050405020304" pitchFamily="18" charset="0"/>
                <a:cs typeface="Times New Roman" panose="02020603050405020304" pitchFamily="18" charset="0"/>
              </a:rPr>
              <a:t>آ</a:t>
            </a:r>
            <a:r>
              <a:rPr lang="ar" sz="2000" dirty="0">
                <a:latin typeface="Times New Roman" panose="02020603050405020304" pitchFamily="18" charset="0"/>
                <a:cs typeface="Times New Roman" panose="02020603050405020304" pitchFamily="18" charset="0"/>
              </a:rPr>
              <a:t>تي</a:t>
            </a:r>
            <a:r>
              <a:rPr lang="ar-EG" sz="2000" dirty="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grpSp>
        <p:nvGrpSpPr>
          <p:cNvPr id="23" name="Group 22">
            <a:extLst>
              <a:ext uri="{FF2B5EF4-FFF2-40B4-BE49-F238E27FC236}">
                <a16:creationId xmlns:a16="http://schemas.microsoft.com/office/drawing/2014/main" id="{4441655F-BF7B-F154-7D18-21CE8FF947B4}"/>
              </a:ext>
            </a:extLst>
          </p:cNvPr>
          <p:cNvGrpSpPr/>
          <p:nvPr/>
        </p:nvGrpSpPr>
        <p:grpSpPr>
          <a:xfrm>
            <a:off x="107505" y="3139914"/>
            <a:ext cx="2950328" cy="1801254"/>
            <a:chOff x="4929238" y="-959006"/>
            <a:chExt cx="2732700" cy="2837332"/>
          </a:xfrm>
        </p:grpSpPr>
        <p:sp>
          <p:nvSpPr>
            <p:cNvPr id="21" name="Rectangle 20">
              <a:extLst>
                <a:ext uri="{FF2B5EF4-FFF2-40B4-BE49-F238E27FC236}">
                  <a16:creationId xmlns:a16="http://schemas.microsoft.com/office/drawing/2014/main" id="{BC53FA1E-89B1-C5D4-063F-EB9BA78375F5}"/>
                </a:ext>
              </a:extLst>
            </p:cNvPr>
            <p:cNvSpPr/>
            <p:nvPr/>
          </p:nvSpPr>
          <p:spPr>
            <a:xfrm>
              <a:off x="4929672" y="-959006"/>
              <a:ext cx="2732266" cy="283733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lIns="91440" tIns="45720" rIns="91440" bIns="45720" rtlCol="1" anchor="t"/>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algn="ctr" rtl="1"/>
              <a:endParaRPr lang="en-US" sz="1100" dirty="0">
                <a:latin typeface="Times New Roman" panose="02020603050405020304" pitchFamily="18" charset="0"/>
                <a:ea typeface="Verdana"/>
                <a:cs typeface="Times New Roman" panose="02020603050405020304" pitchFamily="18" charset="0"/>
              </a:endParaRPr>
            </a:p>
          </p:txBody>
        </p:sp>
        <p:sp>
          <p:nvSpPr>
            <p:cNvPr id="22" name="TextBox 6">
              <a:extLst>
                <a:ext uri="{FF2B5EF4-FFF2-40B4-BE49-F238E27FC236}">
                  <a16:creationId xmlns:a16="http://schemas.microsoft.com/office/drawing/2014/main" id="{C417B659-932A-CAE1-688B-8532B0FF6E35}"/>
                </a:ext>
              </a:extLst>
            </p:cNvPr>
            <p:cNvSpPr txBox="1"/>
            <p:nvPr/>
          </p:nvSpPr>
          <p:spPr>
            <a:xfrm>
              <a:off x="4929238" y="-680681"/>
              <a:ext cx="2686237" cy="204347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defPPr>
                <a:defRPr lang="en-GB"/>
              </a:defPPr>
              <a:lvl1pPr algn="r" rtl="1" eaLnBrk="0" fontAlgn="base" hangingPunct="0">
                <a:spcBef>
                  <a:spcPct val="0"/>
                </a:spcBef>
                <a:spcAft>
                  <a:spcPct val="0"/>
                </a:spcAft>
                <a:defRPr kern="1200">
                  <a:solidFill>
                    <a:schemeClr val="lt1"/>
                  </a:solidFill>
                  <a:latin typeface="+mn-lt"/>
                  <a:ea typeface="+mn-ea"/>
                  <a:cs typeface="+mn-cs"/>
                </a:defRPr>
              </a:lvl1pPr>
              <a:lvl2pPr marL="457200" algn="r" rtl="1" eaLnBrk="0" fontAlgn="base" hangingPunct="0">
                <a:spcBef>
                  <a:spcPct val="0"/>
                </a:spcBef>
                <a:spcAft>
                  <a:spcPct val="0"/>
                </a:spcAft>
                <a:defRPr kern="1200">
                  <a:solidFill>
                    <a:schemeClr val="lt1"/>
                  </a:solidFill>
                  <a:latin typeface="+mn-lt"/>
                  <a:ea typeface="+mn-ea"/>
                  <a:cs typeface="+mn-cs"/>
                </a:defRPr>
              </a:lvl2pPr>
              <a:lvl3pPr marL="914400" algn="r" rtl="1" eaLnBrk="0" fontAlgn="base" hangingPunct="0">
                <a:spcBef>
                  <a:spcPct val="0"/>
                </a:spcBef>
                <a:spcAft>
                  <a:spcPct val="0"/>
                </a:spcAft>
                <a:defRPr kern="1200">
                  <a:solidFill>
                    <a:schemeClr val="lt1"/>
                  </a:solidFill>
                  <a:latin typeface="+mn-lt"/>
                  <a:ea typeface="+mn-ea"/>
                  <a:cs typeface="+mn-cs"/>
                </a:defRPr>
              </a:lvl3pPr>
              <a:lvl4pPr marL="1371600" algn="r" rtl="1" eaLnBrk="0" fontAlgn="base" hangingPunct="0">
                <a:spcBef>
                  <a:spcPct val="0"/>
                </a:spcBef>
                <a:spcAft>
                  <a:spcPct val="0"/>
                </a:spcAft>
                <a:defRPr kern="1200">
                  <a:solidFill>
                    <a:schemeClr val="lt1"/>
                  </a:solidFill>
                  <a:latin typeface="+mn-lt"/>
                  <a:ea typeface="+mn-ea"/>
                  <a:cs typeface="+mn-cs"/>
                </a:defRPr>
              </a:lvl4pPr>
              <a:lvl5pPr marL="1828800" algn="r" rtl="1" eaLnBrk="0" fontAlgn="base" hangingPunct="0">
                <a:spcBef>
                  <a:spcPct val="0"/>
                </a:spcBef>
                <a:spcAft>
                  <a:spcPct val="0"/>
                </a:spcAft>
                <a:defRPr kern="1200">
                  <a:solidFill>
                    <a:schemeClr val="lt1"/>
                  </a:solidFill>
                  <a:latin typeface="+mn-lt"/>
                  <a:ea typeface="+mn-ea"/>
                  <a:cs typeface="+mn-cs"/>
                </a:defRPr>
              </a:lvl5pPr>
              <a:lvl6pPr marL="2286000" algn="r" defTabSz="914400" rtl="1" eaLnBrk="1" latinLnBrk="0" hangingPunct="1">
                <a:defRPr kern="1200">
                  <a:solidFill>
                    <a:schemeClr val="lt1"/>
                  </a:solidFill>
                  <a:latin typeface="+mn-lt"/>
                  <a:ea typeface="+mn-ea"/>
                  <a:cs typeface="+mn-cs"/>
                </a:defRPr>
              </a:lvl6pPr>
              <a:lvl7pPr marL="2743200" algn="r" defTabSz="914400" rtl="1" eaLnBrk="1" latinLnBrk="0" hangingPunct="1">
                <a:defRPr kern="1200">
                  <a:solidFill>
                    <a:schemeClr val="lt1"/>
                  </a:solidFill>
                  <a:latin typeface="+mn-lt"/>
                  <a:ea typeface="+mn-ea"/>
                  <a:cs typeface="+mn-cs"/>
                </a:defRPr>
              </a:lvl7pPr>
              <a:lvl8pPr marL="3200400" algn="r" defTabSz="914400" rtl="1" eaLnBrk="1" latinLnBrk="0" hangingPunct="1">
                <a:defRPr kern="1200">
                  <a:solidFill>
                    <a:schemeClr val="lt1"/>
                  </a:solidFill>
                  <a:latin typeface="+mn-lt"/>
                  <a:ea typeface="+mn-ea"/>
                  <a:cs typeface="+mn-cs"/>
                </a:defRPr>
              </a:lvl8pPr>
              <a:lvl9pPr marL="3657600" algn="r" defTabSz="914400" rtl="1" eaLnBrk="1" latinLnBrk="0" hangingPunct="1">
                <a:defRPr kern="1200">
                  <a:solidFill>
                    <a:schemeClr val="lt1"/>
                  </a:solidFill>
                  <a:latin typeface="+mn-lt"/>
                  <a:ea typeface="+mn-ea"/>
                  <a:cs typeface="+mn-cs"/>
                </a:defRPr>
              </a:lvl9pPr>
            </a:lstStyle>
            <a:p>
              <a:pPr algn="ctr" rtl="1"/>
              <a:r>
                <a:rPr lang="ar" sz="1600" b="1" dirty="0">
                  <a:solidFill>
                    <a:srgbClr val="7030A0"/>
                  </a:solidFill>
                  <a:latin typeface="Times New Roman" panose="02020603050405020304" pitchFamily="18" charset="0"/>
                  <a:ea typeface="+mn-lt"/>
                  <a:cs typeface="Times New Roman" panose="02020603050405020304" pitchFamily="18" charset="0"/>
                </a:rPr>
                <a:t>نصائح: </a:t>
              </a:r>
              <a:endParaRPr lang="en-US" sz="1600" b="1" dirty="0">
                <a:solidFill>
                  <a:srgbClr val="FFFFFF"/>
                </a:solidFill>
                <a:latin typeface="Times New Roman" panose="02020603050405020304" pitchFamily="18" charset="0"/>
                <a:ea typeface="+mn-lt"/>
                <a:cs typeface="Times New Roman" panose="02020603050405020304" pitchFamily="18" charset="0"/>
              </a:endParaRPr>
            </a:p>
            <a:p>
              <a:pPr algn="ctr" rtl="1"/>
              <a:r>
                <a:rPr lang="ar" sz="1600" dirty="0">
                  <a:solidFill>
                    <a:srgbClr val="7030A0"/>
                  </a:solidFill>
                  <a:latin typeface="Times New Roman" panose="02020603050405020304" pitchFamily="18" charset="0"/>
                  <a:ea typeface="+mn-lt"/>
                  <a:cs typeface="Times New Roman" panose="02020603050405020304" pitchFamily="18" charset="0"/>
                </a:rPr>
                <a:t>استخدم القائمة النقطية والعناوين الفرعية لتكون المراجعة منظمة وواضحة.</a:t>
              </a:r>
              <a:endParaRPr lang="en-US" sz="2000" dirty="0">
                <a:latin typeface="Times New Roman" panose="02020603050405020304" pitchFamily="18" charset="0"/>
                <a:cs typeface="Times New Roman" panose="02020603050405020304" pitchFamily="18" charset="0"/>
              </a:endParaRPr>
            </a:p>
          </p:txBody>
        </p:sp>
      </p:grpSp>
      <p:sp>
        <p:nvSpPr>
          <p:cNvPr id="2" name="TextBox 1">
            <a:extLst>
              <a:ext uri="{FF2B5EF4-FFF2-40B4-BE49-F238E27FC236}">
                <a16:creationId xmlns:a16="http://schemas.microsoft.com/office/drawing/2014/main" id="{002D0F93-9EB8-77D5-33A6-047428D15202}"/>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3078781813"/>
      </p:ext>
    </p:extLst>
  </p:cSld>
  <p:clrMapOvr>
    <a:masterClrMapping/>
  </p:clrMapOvr>
  <p:transition>
    <p:sndAc>
      <p:stSnd>
        <p:snd r:embed="rId2"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9EA9E-BE38-D456-411E-D3B40A11C054}"/>
            </a:ext>
          </a:extLst>
        </p:cNvPr>
        <p:cNvGrpSpPr/>
        <p:nvPr/>
      </p:nvGrpSpPr>
      <p:grpSpPr>
        <a:xfrm>
          <a:off x="0" y="0"/>
          <a:ext cx="0" cy="0"/>
          <a:chOff x="0" y="0"/>
          <a:chExt cx="0" cy="0"/>
        </a:xfrm>
      </p:grpSpPr>
      <p:sp>
        <p:nvSpPr>
          <p:cNvPr id="9" name="Title 2">
            <a:extLst>
              <a:ext uri="{FF2B5EF4-FFF2-40B4-BE49-F238E27FC236}">
                <a16:creationId xmlns:a16="http://schemas.microsoft.com/office/drawing/2014/main" id="{6D38E75E-E140-846A-38D4-D383A4E74D73}"/>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Times New Roman" panose="02020603050405020304" pitchFamily="18" charset="0"/>
                <a:cs typeface="Times New Roman" panose="02020603050405020304" pitchFamily="18" charset="0"/>
              </a:rPr>
              <a:t>شكر وتقدير</a:t>
            </a:r>
            <a:endParaRPr lang="en-US" dirty="0">
              <a:latin typeface="Times New Roman" panose="02020603050405020304" pitchFamily="18" charset="0"/>
              <a:cs typeface="Times New Roman" panose="02020603050405020304" pitchFamily="18" charset="0"/>
            </a:endParaRPr>
          </a:p>
        </p:txBody>
      </p:sp>
      <p:sp>
        <p:nvSpPr>
          <p:cNvPr id="13" name="Content Placeholder 2">
            <a:extLst>
              <a:ext uri="{FF2B5EF4-FFF2-40B4-BE49-F238E27FC236}">
                <a16:creationId xmlns:a16="http://schemas.microsoft.com/office/drawing/2014/main" id="{D7FAB8A2-D2A9-C687-B396-5282FAFB20EE}"/>
              </a:ext>
            </a:extLst>
          </p:cNvPr>
          <p:cNvSpPr>
            <a:spLocks noGrp="1"/>
          </p:cNvSpPr>
          <p:nvPr>
            <p:ph sz="half" idx="2"/>
          </p:nvPr>
        </p:nvSpPr>
        <p:spPr>
          <a:xfrm>
            <a:off x="304800" y="2205038"/>
            <a:ext cx="8371656" cy="2657475"/>
          </a:xfrm>
        </p:spPr>
        <p:txBody>
          <a:bodyPr rtlCol="1"/>
          <a:lstStyle/>
          <a:p>
            <a:pPr marL="0" indent="0" rtl="1">
              <a:buNone/>
            </a:pPr>
            <a:r>
              <a:rPr lang="ar" b="1" dirty="0">
                <a:latin typeface="Times New Roman" panose="02020603050405020304" pitchFamily="18" charset="0"/>
                <a:cs typeface="Times New Roman" panose="02020603050405020304" pitchFamily="18" charset="0"/>
              </a:rPr>
              <a:t>الصور:</a:t>
            </a:r>
            <a:r>
              <a:rPr lang="ar" dirty="0">
                <a:latin typeface="Times New Roman" panose="02020603050405020304" pitchFamily="18" charset="0"/>
                <a:cs typeface="Times New Roman" panose="02020603050405020304" pitchFamily="18" charset="0"/>
              </a:rPr>
              <a:t> </a:t>
            </a:r>
          </a:p>
          <a:p>
            <a:pPr marL="0" indent="0" rtl="1">
              <a:buNone/>
            </a:pPr>
            <a:r>
              <a:rPr lang="ar" dirty="0">
                <a:latin typeface="Times New Roman" panose="02020603050405020304" pitchFamily="18" charset="0"/>
                <a:cs typeface="Times New Roman" panose="02020603050405020304" pitchFamily="18" charset="0"/>
              </a:rPr>
              <a:t>(دليل الاختصارات: l-يسار، r-يمين، c-وسط، t-أعلى، b-أسفل) </a:t>
            </a:r>
          </a:p>
          <a:p>
            <a:pPr marL="0" indent="0" rtl="1">
              <a:buNone/>
            </a:pPr>
            <a:r>
              <a:rPr lang="ar" b="1" dirty="0">
                <a:latin typeface="Times New Roman" panose="02020603050405020304" pitchFamily="18" charset="0"/>
                <a:cs typeface="Times New Roman" panose="02020603050405020304" pitchFamily="18" charset="0"/>
              </a:rPr>
              <a:t>123 آر إف: </a:t>
            </a:r>
            <a:r>
              <a:rPr lang="ar" dirty="0">
                <a:latin typeface="Times New Roman" panose="02020603050405020304" pitchFamily="18" charset="0"/>
                <a:cs typeface="Times New Roman" panose="02020603050405020304" pitchFamily="18" charset="0"/>
              </a:rPr>
              <a:t>جارومير أربانيك (الشريحة 12)،</a:t>
            </a:r>
            <a:r>
              <a:rPr lang="ar" b="1" dirty="0">
                <a:latin typeface="Times New Roman" panose="02020603050405020304" pitchFamily="18" charset="0"/>
                <a:cs typeface="Times New Roman" panose="02020603050405020304" pitchFamily="18" charset="0"/>
              </a:rPr>
              <a:t> ألامي ستوك فوتو: </a:t>
            </a:r>
            <a:r>
              <a:rPr lang="ar" dirty="0">
                <a:latin typeface="Times New Roman" panose="02020603050405020304" pitchFamily="18" charset="0"/>
                <a:cs typeface="Times New Roman" panose="02020603050405020304" pitchFamily="18" charset="0"/>
              </a:rPr>
              <a:t>مايكل هانسون/أورورا فوتوز/كافان إيمدجز (الشريحة 7)، تيري ماثيوز (الشريحة 20)، </a:t>
            </a:r>
            <a:r>
              <a:rPr lang="ar" b="1" dirty="0">
                <a:latin typeface="Times New Roman" panose="02020603050405020304" pitchFamily="18" charset="0"/>
                <a:cs typeface="Times New Roman" panose="02020603050405020304" pitchFamily="18" charset="0"/>
              </a:rPr>
              <a:t>Stock.adobe.com:</a:t>
            </a:r>
            <a:r>
              <a:rPr lang="ar" dirty="0">
                <a:latin typeface="Times New Roman" panose="02020603050405020304" pitchFamily="18" charset="0"/>
                <a:cs typeface="Times New Roman" panose="02020603050405020304" pitchFamily="18" charset="0"/>
              </a:rPr>
              <a:t> جوامي (الشريحة 1)، دروبوت دين (الشريحة 15)، أنكل فريد ديزاين (الشريحة 22)، أندري بوبوف (الشريحة 23)، سونغ أباوت سمر (الشريحة 25، 26). </a:t>
            </a:r>
          </a:p>
          <a:p>
            <a:pPr marL="0" indent="0" rtl="1">
              <a:buNone/>
            </a:pPr>
            <a:endParaRPr lang="en-GB"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F1B756F-AF0F-F6C6-D950-157E4F3E9C0C}"/>
              </a:ext>
            </a:extLst>
          </p:cNvPr>
          <p:cNvSpPr txBox="1"/>
          <p:nvPr/>
        </p:nvSpPr>
        <p:spPr>
          <a:xfrm>
            <a:off x="0" y="6605964"/>
            <a:ext cx="105791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A103000424352</a:t>
            </a:r>
            <a:endParaRPr lang="en-GB" sz="1400" dirty="0"/>
          </a:p>
        </p:txBody>
      </p:sp>
    </p:spTree>
    <p:extLst>
      <p:ext uri="{BB962C8B-B14F-4D97-AF65-F5344CB8AC3E}">
        <p14:creationId xmlns:p14="http://schemas.microsoft.com/office/powerpoint/2010/main" val="2214532559"/>
      </p:ext>
    </p:extLst>
  </p:cSld>
  <p:clrMapOvr>
    <a:masterClrMapping/>
  </p:clrMapOvr>
  <p:transition>
    <p:sndAc>
      <p:stSnd>
        <p:snd r:embed="rId3"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1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3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4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05CA97BB98D954187A61B8775138C0A" ma:contentTypeVersion="18" ma:contentTypeDescription="Create a new document." ma:contentTypeScope="" ma:versionID="de24caa4c0e3be310f88c5303a429eda">
  <xsd:schema xmlns:xsd="http://www.w3.org/2001/XMLSchema" xmlns:xs="http://www.w3.org/2001/XMLSchema" xmlns:p="http://schemas.microsoft.com/office/2006/metadata/properties" xmlns:ns1="http://schemas.microsoft.com/sharepoint/v3" xmlns:ns2="a26a0597-d0d1-4250-940c-88e9bf9d5597" xmlns:ns3="6881431a-e3b2-481e-ba90-fae26e2fa83c" targetNamespace="http://schemas.microsoft.com/office/2006/metadata/properties" ma:root="true" ma:fieldsID="13345d94bc33d60197014d8f23048d11" ns1:_="" ns2:_="" ns3:_="">
    <xsd:import namespace="http://schemas.microsoft.com/sharepoint/v3"/>
    <xsd:import namespace="a26a0597-d0d1-4250-940c-88e9bf9d5597"/>
    <xsd:import namespace="6881431a-e3b2-481e-ba90-fae26e2fa83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lcf76f155ced4ddcb4097134ff3c332f" minOccurs="0"/>
                <xsd:element ref="ns2:TaxCatchAll" minOccurs="0"/>
                <xsd:element ref="ns3:MediaServiceLocation" minOccurs="0"/>
                <xsd:element ref="ns3:MediaServiceGenerationTime" minOccurs="0"/>
                <xsd:element ref="ns3:MediaServiceEventHashCode" minOccurs="0"/>
                <xsd:element ref="ns3:MediaServiceOCR" minOccurs="0"/>
                <xsd:element ref="ns3:MediaServiceObjectDetectorVersions" minOccurs="0"/>
                <xsd:element ref="ns3:MediaServiceSearchProperties" minOccurs="0"/>
                <xsd:element ref="ns3: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6a0597-d0d1-4250-940c-88e9bf9d559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3b19cccf-beb9-4e4d-a7ce-d3aacf7fbe52}" ma:internalName="TaxCatchAll" ma:showField="CatchAllData" ma:web="a26a0597-d0d1-4250-940c-88e9bf9d559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881431a-e3b2-481e-ba90-fae26e2fa83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a26a0597-d0d1-4250-940c-88e9bf9d5597" xsi:nil="true"/>
    <lcf76f155ced4ddcb4097134ff3c332f xmlns="6881431a-e3b2-481e-ba90-fae26e2fa83c">
      <Terms xmlns="http://schemas.microsoft.com/office/infopath/2007/PartnerControls"/>
    </lcf76f155ced4ddcb4097134ff3c332f>
    <SharedWithUsers xmlns="a26a0597-d0d1-4250-940c-88e9bf9d5597">
      <UserInfo>
        <DisplayName/>
        <AccountId xsi:nil="true"/>
        <AccountType/>
      </UserInfo>
    </SharedWithUsers>
  </documentManagement>
</p:properties>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40292C34-5D44-44C8-A4A1-7BE67171D28B}"/>
</file>

<file path=customXml/itemProps3.xml><?xml version="1.0" encoding="utf-8"?>
<ds:datastoreItem xmlns:ds="http://schemas.openxmlformats.org/officeDocument/2006/customXml" ds:itemID="{9848C615-482B-4AB5-9FE7-A2F3E6CFF2B1}">
  <ds:schemaRefs>
    <ds:schemaRef ds:uri="http://schemas.openxmlformats.org/package/2006/metadata/core-properties"/>
    <ds:schemaRef ds:uri="http://purl.org/dc/terms/"/>
    <ds:schemaRef ds:uri="http://purl.org/dc/dcmitype/"/>
    <ds:schemaRef ds:uri="http://schemas.microsoft.com/office/2006/metadata/properties"/>
    <ds:schemaRef ds:uri="http://schemas.microsoft.com/sharepoint/v3"/>
    <ds:schemaRef ds:uri="http://schemas.microsoft.com/office/2006/documentManagement/types"/>
    <ds:schemaRef ds:uri="6125ffc9-2c56-435e-8267-1393444907b2"/>
    <ds:schemaRef ds:uri="7c1bd8dc-4e40-424f-a15f-9ffcd522197f"/>
    <ds:schemaRef ds:uri="http://schemas.microsoft.com/office/infopath/2007/PartnerControl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9290</TotalTime>
  <Words>2307</Words>
  <Application>Microsoft Office PowerPoint</Application>
  <PresentationFormat>On-screen Show (4:3)</PresentationFormat>
  <Paragraphs>420</Paragraphs>
  <Slides>29</Slides>
  <Notes>9</Notes>
  <HiddenSlides>2</HiddenSlides>
  <MMClips>0</MMClips>
  <ScaleCrop>false</ScaleCrop>
  <HeadingPairs>
    <vt:vector size="6" baseType="variant">
      <vt:variant>
        <vt:lpstr>Fonts Used</vt:lpstr>
      </vt:variant>
      <vt:variant>
        <vt:i4>9</vt:i4>
      </vt:variant>
      <vt:variant>
        <vt:lpstr>Theme</vt:lpstr>
      </vt:variant>
      <vt:variant>
        <vt:i4>14</vt:i4>
      </vt:variant>
      <vt:variant>
        <vt:lpstr>Slide Titles</vt:lpstr>
      </vt:variant>
      <vt:variant>
        <vt:i4>29</vt:i4>
      </vt:variant>
    </vt:vector>
  </HeadingPairs>
  <TitlesOfParts>
    <vt:vector size="52" baseType="lpstr">
      <vt:lpstr>Arial</vt:lpstr>
      <vt:lpstr>Calibri</vt:lpstr>
      <vt:lpstr>Calibri,Sans-Serif</vt:lpstr>
      <vt:lpstr>Courier New</vt:lpstr>
      <vt:lpstr>Sakkal Majalla</vt:lpstr>
      <vt:lpstr>Times New Roman</vt:lpstr>
      <vt:lpstr>Verdana</vt:lpstr>
      <vt:lpstr>Wingdings</vt:lpstr>
      <vt:lpstr>Wingdings,Sans-Serif</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11_Beauty Therapy</vt:lpstr>
      <vt:lpstr>12_Beauty Therapy</vt:lpstr>
      <vt:lpstr>13_Beauty Therapy</vt:lpstr>
      <vt:lpstr>14_Beauty Therapy</vt:lpstr>
      <vt:lpstr>الوحدة 2 التدريب للتمتع باللياقة البدنية الشخصية  </vt:lpstr>
      <vt:lpstr>التدريب للتمتع باللياقة البدنية الشخصية</vt:lpstr>
      <vt:lpstr>نتاجات التعلُّم أ - ج</vt:lpstr>
      <vt:lpstr>أهداف التعلّم</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طرق التدريب في التطبيق العملي </vt:lpstr>
      <vt:lpstr>مهمة – تقمّص الأدوار في الإحماء أو التهدئة</vt:lpstr>
      <vt:lpstr>دفتر التدريب: لماذا نُسجّل تدريباتنا؟</vt:lpstr>
      <vt:lpstr>ما الذي يتضمنه كل عنصر مدخلات</vt:lpstr>
      <vt:lpstr>PowerPoint Presentation</vt:lpstr>
      <vt:lpstr>مراجعة البرنامج</vt:lpstr>
      <vt:lpstr>PowerPoint Presentation</vt:lpstr>
      <vt:lpstr>PowerPoint Presentation</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1297</cp:revision>
  <dcterms:created xsi:type="dcterms:W3CDTF">2020-07-15T07:14:47Z</dcterms:created>
  <dcterms:modified xsi:type="dcterms:W3CDTF">2025-09-24T10:32:24Z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0x010100105CA97BB98D954187A61B8775138C0A</vt:lpwstr>
  </property>
  <property fmtid="{D5CDD505-2E9C-101B-9397-08002B2CF9AE}" pid="4" name="MediaServiceImageTags">
    <vt:lpwstr/>
  </property>
  <property fmtid="{D5CDD505-2E9C-101B-9397-08002B2CF9AE}" pid="5" name="Order">
    <vt:r8>17596500</vt:r8>
  </property>
  <property fmtid="{D5CDD505-2E9C-101B-9397-08002B2CF9AE}" pid="6" name="xd_Signature">
    <vt:bool>false</vt:bool>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