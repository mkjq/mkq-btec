
<file path=[Content_Types].xml><?xml version="1.0" encoding="utf-8"?>
<Types xmlns="http://schemas.openxmlformats.org/package/2006/content-types">
  <Default Extension="bin" ContentType="audio/unknown"/>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12.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13.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51"/>
  </p:notesMasterIdLst>
  <p:handoutMasterIdLst>
    <p:handoutMasterId r:id="rId52"/>
  </p:handoutMasterIdLst>
  <p:sldIdLst>
    <p:sldId id="257" r:id="rId18"/>
    <p:sldId id="312" r:id="rId19"/>
    <p:sldId id="316" r:id="rId20"/>
    <p:sldId id="319" r:id="rId21"/>
    <p:sldId id="311" r:id="rId22"/>
    <p:sldId id="313" r:id="rId23"/>
    <p:sldId id="320" r:id="rId24"/>
    <p:sldId id="322" r:id="rId25"/>
    <p:sldId id="323" r:id="rId26"/>
    <p:sldId id="324" r:id="rId27"/>
    <p:sldId id="325" r:id="rId28"/>
    <p:sldId id="326" r:id="rId29"/>
    <p:sldId id="327" r:id="rId30"/>
    <p:sldId id="328" r:id="rId31"/>
    <p:sldId id="329" r:id="rId32"/>
    <p:sldId id="330" r:id="rId33"/>
    <p:sldId id="331" r:id="rId34"/>
    <p:sldId id="332" r:id="rId35"/>
    <p:sldId id="334" r:id="rId36"/>
    <p:sldId id="336" r:id="rId37"/>
    <p:sldId id="337" r:id="rId38"/>
    <p:sldId id="335" r:id="rId39"/>
    <p:sldId id="338" r:id="rId40"/>
    <p:sldId id="339" r:id="rId41"/>
    <p:sldId id="340" r:id="rId42"/>
    <p:sldId id="341" r:id="rId43"/>
    <p:sldId id="342" r:id="rId44"/>
    <p:sldId id="343" r:id="rId45"/>
    <p:sldId id="344" r:id="rId46"/>
    <p:sldId id="345" r:id="rId47"/>
    <p:sldId id="346" r:id="rId48"/>
    <p:sldId id="347" r:id="rId49"/>
    <p:sldId id="348" r:id="rId50"/>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83E91-5A11-46E0-BDB9-975B441D103A}" v="34" dt="2025-09-24T08:50:00.88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16" autoAdjust="0"/>
    <p:restoredTop sz="96370" autoAdjust="0"/>
  </p:normalViewPr>
  <p:slideViewPr>
    <p:cSldViewPr>
      <p:cViewPr varScale="1">
        <p:scale>
          <a:sx n="151" d="100"/>
          <a:sy n="151" d="100"/>
        </p:scale>
        <p:origin x="2520" y="35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slide" Target="slides/slide33.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2.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microsoft.com/office/2015/10/relationships/revisionInfo" Target="revisionInfo.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tableStyles" Target="tableStyles.xml"/><Relationship Id="rId10" Type="http://schemas.openxmlformats.org/officeDocument/2006/relationships/slideMaster" Target="slideMasters/slideMaster7.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l Snell" userId="S::gail.snell@pearson.com::349f2868-c303-411a-a9fc-19b25c360970" providerId="AD" clId="Web-{A7D92CD2-CEB5-538F-3AB7-CB2926C1155B}"/>
    <pc:docChg chg="modSld">
      <pc:chgData name="Gail Snell" userId="S::gail.snell@pearson.com::349f2868-c303-411a-a9fc-19b25c360970" providerId="AD" clId="Web-{A7D92CD2-CEB5-538F-3AB7-CB2926C1155B}" dt="2025-08-05T16:52:07.157" v="7"/>
      <pc:docMkLst>
        <pc:docMk/>
      </pc:docMkLst>
      <pc:sldChg chg="addSp modSp">
        <pc:chgData name="Gail Snell" userId="S::gail.snell@pearson.com::349f2868-c303-411a-a9fc-19b25c360970" providerId="AD" clId="Web-{A7D92CD2-CEB5-538F-3AB7-CB2926C1155B}" dt="2025-08-05T16:52:07.157" v="7"/>
        <pc:sldMkLst>
          <pc:docMk/>
          <pc:sldMk cId="931049423" sldId="323"/>
        </pc:sldMkLst>
      </pc:sldChg>
    </pc:docChg>
  </pc:docChgLst>
  <pc:docChgLst>
    <pc:chgData name="Paul Winser" userId="c3146a91-e6bd-4264-bd86-e164e04bc32d" providerId="ADAL" clId="{3731B1F0-34AB-44E7-909B-26B384AF2F72}"/>
    <pc:docChg chg="custSel modSld">
      <pc:chgData name="Paul Winser" userId="c3146a91-e6bd-4264-bd86-e164e04bc32d" providerId="ADAL" clId="{3731B1F0-34AB-44E7-909B-26B384AF2F72}" dt="2025-06-30T10:42:03.665" v="26" actId="15"/>
      <pc:docMkLst>
        <pc:docMk/>
      </pc:docMkLst>
      <pc:sldChg chg="modNotesTx">
        <pc:chgData name="Paul Winser" userId="c3146a91-e6bd-4264-bd86-e164e04bc32d" providerId="ADAL" clId="{3731B1F0-34AB-44E7-909B-26B384AF2F72}" dt="2025-06-30T10:38:31.645" v="0" actId="6549"/>
        <pc:sldMkLst>
          <pc:docMk/>
          <pc:sldMk cId="0" sldId="257"/>
        </pc:sldMkLst>
      </pc:sldChg>
      <pc:sldChg chg="modNotesTx">
        <pc:chgData name="Paul Winser" userId="c3146a91-e6bd-4264-bd86-e164e04bc32d" providerId="ADAL" clId="{3731B1F0-34AB-44E7-909B-26B384AF2F72}" dt="2025-06-30T10:38:47.561" v="2" actId="6549"/>
        <pc:sldMkLst>
          <pc:docMk/>
          <pc:sldMk cId="3267600675" sldId="311"/>
        </pc:sldMkLst>
      </pc:sldChg>
      <pc:sldChg chg="modNotesTx">
        <pc:chgData name="Paul Winser" userId="c3146a91-e6bd-4264-bd86-e164e04bc32d" providerId="ADAL" clId="{3731B1F0-34AB-44E7-909B-26B384AF2F72}" dt="2025-06-30T10:38:58.579" v="3" actId="6549"/>
        <pc:sldMkLst>
          <pc:docMk/>
          <pc:sldMk cId="1306654662" sldId="313"/>
        </pc:sldMkLst>
      </pc:sldChg>
      <pc:sldChg chg="modNotesTx">
        <pc:chgData name="Paul Winser" userId="c3146a91-e6bd-4264-bd86-e164e04bc32d" providerId="ADAL" clId="{3731B1F0-34AB-44E7-909B-26B384AF2F72}" dt="2025-06-30T10:38:38.811" v="1" actId="6549"/>
        <pc:sldMkLst>
          <pc:docMk/>
          <pc:sldMk cId="3349995409" sldId="316"/>
        </pc:sldMkLst>
      </pc:sldChg>
      <pc:sldChg chg="delSp modSp mod">
        <pc:chgData name="Paul Winser" userId="c3146a91-e6bd-4264-bd86-e164e04bc32d" providerId="ADAL" clId="{3731B1F0-34AB-44E7-909B-26B384AF2F72}" dt="2025-06-30T10:39:29.099" v="5" actId="14734"/>
        <pc:sldMkLst>
          <pc:docMk/>
          <pc:sldMk cId="40945899" sldId="320"/>
        </pc:sldMkLst>
      </pc:sldChg>
      <pc:sldChg chg="delSp mod">
        <pc:chgData name="Paul Winser" userId="c3146a91-e6bd-4264-bd86-e164e04bc32d" providerId="ADAL" clId="{3731B1F0-34AB-44E7-909B-26B384AF2F72}" dt="2025-06-30T10:39:34.646" v="6" actId="478"/>
        <pc:sldMkLst>
          <pc:docMk/>
          <pc:sldMk cId="3810495577" sldId="322"/>
        </pc:sldMkLst>
      </pc:sldChg>
      <pc:sldChg chg="delSp mod">
        <pc:chgData name="Paul Winser" userId="c3146a91-e6bd-4264-bd86-e164e04bc32d" providerId="ADAL" clId="{3731B1F0-34AB-44E7-909B-26B384AF2F72}" dt="2025-06-30T10:39:57.726" v="8" actId="478"/>
        <pc:sldMkLst>
          <pc:docMk/>
          <pc:sldMk cId="931049423" sldId="323"/>
        </pc:sldMkLst>
      </pc:sldChg>
      <pc:sldChg chg="delSp mod">
        <pc:chgData name="Paul Winser" userId="c3146a91-e6bd-4264-bd86-e164e04bc32d" providerId="ADAL" clId="{3731B1F0-34AB-44E7-909B-26B384AF2F72}" dt="2025-06-30T10:40:06.220" v="9" actId="478"/>
        <pc:sldMkLst>
          <pc:docMk/>
          <pc:sldMk cId="1384696695" sldId="324"/>
        </pc:sldMkLst>
      </pc:sldChg>
      <pc:sldChg chg="delSp mod">
        <pc:chgData name="Paul Winser" userId="c3146a91-e6bd-4264-bd86-e164e04bc32d" providerId="ADAL" clId="{3731B1F0-34AB-44E7-909B-26B384AF2F72}" dt="2025-06-30T10:40:15" v="10" actId="478"/>
        <pc:sldMkLst>
          <pc:docMk/>
          <pc:sldMk cId="3276147214" sldId="325"/>
        </pc:sldMkLst>
      </pc:sldChg>
      <pc:sldChg chg="modNotesTx">
        <pc:chgData name="Paul Winser" userId="c3146a91-e6bd-4264-bd86-e164e04bc32d" providerId="ADAL" clId="{3731B1F0-34AB-44E7-909B-26B384AF2F72}" dt="2025-06-30T10:40:22.826" v="11" actId="6549"/>
        <pc:sldMkLst>
          <pc:docMk/>
          <pc:sldMk cId="2255236134" sldId="326"/>
        </pc:sldMkLst>
      </pc:sldChg>
      <pc:sldChg chg="delSp mod">
        <pc:chgData name="Paul Winser" userId="c3146a91-e6bd-4264-bd86-e164e04bc32d" providerId="ADAL" clId="{3731B1F0-34AB-44E7-909B-26B384AF2F72}" dt="2025-06-30T10:40:32.077" v="12" actId="478"/>
        <pc:sldMkLst>
          <pc:docMk/>
          <pc:sldMk cId="2897790745" sldId="327"/>
        </pc:sldMkLst>
      </pc:sldChg>
      <pc:sldChg chg="delSp modSp mod">
        <pc:chgData name="Paul Winser" userId="c3146a91-e6bd-4264-bd86-e164e04bc32d" providerId="ADAL" clId="{3731B1F0-34AB-44E7-909B-26B384AF2F72}" dt="2025-06-30T10:40:47.520" v="15" actId="14100"/>
        <pc:sldMkLst>
          <pc:docMk/>
          <pc:sldMk cId="1322293443" sldId="328"/>
        </pc:sldMkLst>
      </pc:sldChg>
      <pc:sldChg chg="modSp mod">
        <pc:chgData name="Paul Winser" userId="c3146a91-e6bd-4264-bd86-e164e04bc32d" providerId="ADAL" clId="{3731B1F0-34AB-44E7-909B-26B384AF2F72}" dt="2025-06-30T10:40:59.903" v="16" actId="5793"/>
        <pc:sldMkLst>
          <pc:docMk/>
          <pc:sldMk cId="2799449171" sldId="332"/>
        </pc:sldMkLst>
      </pc:sldChg>
      <pc:sldChg chg="modNotesTx">
        <pc:chgData name="Paul Winser" userId="c3146a91-e6bd-4264-bd86-e164e04bc32d" providerId="ADAL" clId="{3731B1F0-34AB-44E7-909B-26B384AF2F72}" dt="2025-06-30T10:41:10.760" v="17" actId="6549"/>
        <pc:sldMkLst>
          <pc:docMk/>
          <pc:sldMk cId="1177776648" sldId="336"/>
        </pc:sldMkLst>
      </pc:sldChg>
      <pc:sldChg chg="modNotesTx">
        <pc:chgData name="Paul Winser" userId="c3146a91-e6bd-4264-bd86-e164e04bc32d" providerId="ADAL" clId="{3731B1F0-34AB-44E7-909B-26B384AF2F72}" dt="2025-06-30T10:41:15.315" v="18" actId="6549"/>
        <pc:sldMkLst>
          <pc:docMk/>
          <pc:sldMk cId="2744385037" sldId="337"/>
        </pc:sldMkLst>
      </pc:sldChg>
      <pc:sldChg chg="delSp mod">
        <pc:chgData name="Paul Winser" userId="c3146a91-e6bd-4264-bd86-e164e04bc32d" providerId="ADAL" clId="{3731B1F0-34AB-44E7-909B-26B384AF2F72}" dt="2025-06-30T10:41:31.360" v="19" actId="478"/>
        <pc:sldMkLst>
          <pc:docMk/>
          <pc:sldMk cId="2649251770" sldId="340"/>
        </pc:sldMkLst>
      </pc:sldChg>
      <pc:sldChg chg="modNotesTx">
        <pc:chgData name="Paul Winser" userId="c3146a91-e6bd-4264-bd86-e164e04bc32d" providerId="ADAL" clId="{3731B1F0-34AB-44E7-909B-26B384AF2F72}" dt="2025-06-30T10:41:36.950" v="20" actId="6549"/>
        <pc:sldMkLst>
          <pc:docMk/>
          <pc:sldMk cId="936153471" sldId="341"/>
        </pc:sldMkLst>
      </pc:sldChg>
      <pc:sldChg chg="modNotesTx">
        <pc:chgData name="Paul Winser" userId="c3146a91-e6bd-4264-bd86-e164e04bc32d" providerId="ADAL" clId="{3731B1F0-34AB-44E7-909B-26B384AF2F72}" dt="2025-06-30T10:41:40.982" v="21" actId="6549"/>
        <pc:sldMkLst>
          <pc:docMk/>
          <pc:sldMk cId="1097273080" sldId="342"/>
        </pc:sldMkLst>
      </pc:sldChg>
      <pc:sldChg chg="delSp mod">
        <pc:chgData name="Paul Winser" userId="c3146a91-e6bd-4264-bd86-e164e04bc32d" providerId="ADAL" clId="{3731B1F0-34AB-44E7-909B-26B384AF2F72}" dt="2025-06-30T10:41:47.775" v="22" actId="478"/>
        <pc:sldMkLst>
          <pc:docMk/>
          <pc:sldMk cId="456450637" sldId="344"/>
        </pc:sldMkLst>
      </pc:sldChg>
      <pc:sldChg chg="modSp mod">
        <pc:chgData name="Paul Winser" userId="c3146a91-e6bd-4264-bd86-e164e04bc32d" providerId="ADAL" clId="{3731B1F0-34AB-44E7-909B-26B384AF2F72}" dt="2025-06-30T10:42:03.665" v="26" actId="15"/>
        <pc:sldMkLst>
          <pc:docMk/>
          <pc:sldMk cId="12264386" sldId="345"/>
        </pc:sldMkLst>
      </pc:sldChg>
    </pc:docChg>
  </pc:docChgLst>
  <pc:docChgLst>
    <pc:chgData name="Gail Snell" userId="S::gail.snell@pearson.com::349f2868-c303-411a-a9fc-19b25c360970" providerId="AD" clId="Web-{17F32390-8935-52D1-B38F-C1205535144B}"/>
    <pc:docChg chg="modSld">
      <pc:chgData name="Gail Snell" userId="S::gail.snell@pearson.com::349f2868-c303-411a-a9fc-19b25c360970" providerId="AD" clId="Web-{17F32390-8935-52D1-B38F-C1205535144B}" dt="2025-08-05T16:08:48.786" v="50" actId="1076"/>
      <pc:docMkLst>
        <pc:docMk/>
      </pc:docMkLst>
      <pc:sldChg chg="addSp delSp modSp">
        <pc:chgData name="Gail Snell" userId="S::gail.snell@pearson.com::349f2868-c303-411a-a9fc-19b25c360970" providerId="AD" clId="Web-{17F32390-8935-52D1-B38F-C1205535144B}" dt="2025-08-05T16:01:37.540" v="10"/>
        <pc:sldMkLst>
          <pc:docMk/>
          <pc:sldMk cId="0" sldId="257"/>
        </pc:sldMkLst>
      </pc:sldChg>
      <pc:sldChg chg="addSp delSp modSp">
        <pc:chgData name="Gail Snell" userId="S::gail.snell@pearson.com::349f2868-c303-411a-a9fc-19b25c360970" providerId="AD" clId="Web-{17F32390-8935-52D1-B38F-C1205535144B}" dt="2025-08-05T16:02:54.760" v="22" actId="1076"/>
        <pc:sldMkLst>
          <pc:docMk/>
          <pc:sldMk cId="3267600675" sldId="311"/>
        </pc:sldMkLst>
      </pc:sldChg>
      <pc:sldChg chg="addSp delSp modSp">
        <pc:chgData name="Gail Snell" userId="S::gail.snell@pearson.com::349f2868-c303-411a-a9fc-19b25c360970" providerId="AD" clId="Web-{17F32390-8935-52D1-B38F-C1205535144B}" dt="2025-08-05T16:03:28.494" v="26" actId="1076"/>
        <pc:sldMkLst>
          <pc:docMk/>
          <pc:sldMk cId="1306654662" sldId="313"/>
        </pc:sldMkLst>
      </pc:sldChg>
      <pc:sldChg chg="addSp delSp modSp">
        <pc:chgData name="Gail Snell" userId="S::gail.snell@pearson.com::349f2868-c303-411a-a9fc-19b25c360970" providerId="AD" clId="Web-{17F32390-8935-52D1-B38F-C1205535144B}" dt="2025-08-05T16:05:46.136" v="30" actId="1076"/>
        <pc:sldMkLst>
          <pc:docMk/>
          <pc:sldMk cId="2255236134" sldId="326"/>
        </pc:sldMkLst>
      </pc:sldChg>
      <pc:sldChg chg="addSp delSp modSp">
        <pc:chgData name="Gail Snell" userId="S::gail.snell@pearson.com::349f2868-c303-411a-a9fc-19b25c360970" providerId="AD" clId="Web-{17F32390-8935-52D1-B38F-C1205535144B}" dt="2025-08-05T16:06:26.058" v="35" actId="1076"/>
        <pc:sldMkLst>
          <pc:docMk/>
          <pc:sldMk cId="1322293443" sldId="328"/>
        </pc:sldMkLst>
      </pc:sldChg>
      <pc:sldChg chg="addSp modSp">
        <pc:chgData name="Gail Snell" userId="S::gail.snell@pearson.com::349f2868-c303-411a-a9fc-19b25c360970" providerId="AD" clId="Web-{17F32390-8935-52D1-B38F-C1205535144B}" dt="2025-08-05T16:07:21.779" v="41" actId="1076"/>
        <pc:sldMkLst>
          <pc:docMk/>
          <pc:sldMk cId="3976609709" sldId="331"/>
        </pc:sldMkLst>
      </pc:sldChg>
      <pc:sldChg chg="addSp delSp modSp">
        <pc:chgData name="Gail Snell" userId="S::gail.snell@pearson.com::349f2868-c303-411a-a9fc-19b25c360970" providerId="AD" clId="Web-{17F32390-8935-52D1-B38F-C1205535144B}" dt="2025-08-05T16:08:48.786" v="50" actId="1076"/>
        <pc:sldMkLst>
          <pc:docMk/>
          <pc:sldMk cId="2799449171" sldId="332"/>
        </pc:sldMkLst>
      </pc:sldChg>
    </pc:docChg>
  </pc:docChgLst>
  <pc:docChgLst>
    <pc:chgData name="Paul Winser" userId="c3146a91-e6bd-4264-bd86-e164e04bc32d" providerId="ADAL" clId="{B3583E91-5A11-46E0-BDB9-975B441D103A}"/>
    <pc:docChg chg="custSel addSld modSld">
      <pc:chgData name="Paul Winser" userId="c3146a91-e6bd-4264-bd86-e164e04bc32d" providerId="ADAL" clId="{B3583E91-5A11-46E0-BDB9-975B441D103A}" dt="2025-09-24T08:50:00.884" v="49"/>
      <pc:docMkLst>
        <pc:docMk/>
      </pc:docMkLst>
      <pc:sldChg chg="addSp modSp mod">
        <pc:chgData name="Paul Winser" userId="c3146a91-e6bd-4264-bd86-e164e04bc32d" providerId="ADAL" clId="{B3583E91-5A11-46E0-BDB9-975B441D103A}" dt="2025-09-24T08:48:31.553" v="14" actId="20577"/>
        <pc:sldMkLst>
          <pc:docMk/>
          <pc:sldMk cId="0" sldId="257"/>
        </pc:sldMkLst>
        <pc:spChg chg="add mod">
          <ac:chgData name="Paul Winser" userId="c3146a91-e6bd-4264-bd86-e164e04bc32d" providerId="ADAL" clId="{B3583E91-5A11-46E0-BDB9-975B441D103A}" dt="2025-09-24T08:48:31.553" v="14" actId="20577"/>
          <ac:spMkLst>
            <pc:docMk/>
            <pc:sldMk cId="0" sldId="257"/>
            <ac:spMk id="3" creationId="{2AD0B4CB-2B27-4245-5915-D51EEB3DF345}"/>
          </ac:spMkLst>
        </pc:spChg>
        <pc:spChg chg="mod">
          <ac:chgData name="Paul Winser" userId="c3146a91-e6bd-4264-bd86-e164e04bc32d" providerId="ADAL" clId="{B3583E91-5A11-46E0-BDB9-975B441D103A}" dt="2025-09-24T08:47:56.506" v="1" actId="404"/>
          <ac:spMkLst>
            <pc:docMk/>
            <pc:sldMk cId="0" sldId="257"/>
            <ac:spMk id="4" creationId="{FFC4A6BF-F2CD-6638-8625-373EEA368CDE}"/>
          </ac:spMkLst>
        </pc:spChg>
      </pc:sldChg>
      <pc:sldChg chg="addSp modSp">
        <pc:chgData name="Paul Winser" userId="c3146a91-e6bd-4264-bd86-e164e04bc32d" providerId="ADAL" clId="{B3583E91-5A11-46E0-BDB9-975B441D103A}" dt="2025-09-24T08:48:40.570" v="18"/>
        <pc:sldMkLst>
          <pc:docMk/>
          <pc:sldMk cId="3267600675" sldId="311"/>
        </pc:sldMkLst>
        <pc:spChg chg="add mod">
          <ac:chgData name="Paul Winser" userId="c3146a91-e6bd-4264-bd86-e164e04bc32d" providerId="ADAL" clId="{B3583E91-5A11-46E0-BDB9-975B441D103A}" dt="2025-09-24T08:48:40.570" v="18"/>
          <ac:spMkLst>
            <pc:docMk/>
            <pc:sldMk cId="3267600675" sldId="311"/>
            <ac:spMk id="6" creationId="{5BD1D3E8-C947-0CDA-A66B-4EFADAECDE58}"/>
          </ac:spMkLst>
        </pc:spChg>
      </pc:sldChg>
      <pc:sldChg chg="addSp modSp">
        <pc:chgData name="Paul Winser" userId="c3146a91-e6bd-4264-bd86-e164e04bc32d" providerId="ADAL" clId="{B3583E91-5A11-46E0-BDB9-975B441D103A}" dt="2025-09-24T08:48:36.248" v="15"/>
        <pc:sldMkLst>
          <pc:docMk/>
          <pc:sldMk cId="323225892" sldId="312"/>
        </pc:sldMkLst>
        <pc:spChg chg="add mod">
          <ac:chgData name="Paul Winser" userId="c3146a91-e6bd-4264-bd86-e164e04bc32d" providerId="ADAL" clId="{B3583E91-5A11-46E0-BDB9-975B441D103A}" dt="2025-09-24T08:48:36.248" v="15"/>
          <ac:spMkLst>
            <pc:docMk/>
            <pc:sldMk cId="323225892" sldId="312"/>
            <ac:spMk id="3" creationId="{CFFAF004-0904-82FC-3683-5B0EA13E9623}"/>
          </ac:spMkLst>
        </pc:spChg>
      </pc:sldChg>
      <pc:sldChg chg="addSp modSp">
        <pc:chgData name="Paul Winser" userId="c3146a91-e6bd-4264-bd86-e164e04bc32d" providerId="ADAL" clId="{B3583E91-5A11-46E0-BDB9-975B441D103A}" dt="2025-09-24T08:48:42.122" v="19"/>
        <pc:sldMkLst>
          <pc:docMk/>
          <pc:sldMk cId="1306654662" sldId="313"/>
        </pc:sldMkLst>
        <pc:spChg chg="add mod">
          <ac:chgData name="Paul Winser" userId="c3146a91-e6bd-4264-bd86-e164e04bc32d" providerId="ADAL" clId="{B3583E91-5A11-46E0-BDB9-975B441D103A}" dt="2025-09-24T08:48:42.122" v="19"/>
          <ac:spMkLst>
            <pc:docMk/>
            <pc:sldMk cId="1306654662" sldId="313"/>
            <ac:spMk id="5" creationId="{32C95204-6E0F-40FE-F337-62586015A1B2}"/>
          </ac:spMkLst>
        </pc:spChg>
      </pc:sldChg>
      <pc:sldChg chg="addSp modSp">
        <pc:chgData name="Paul Winser" userId="c3146a91-e6bd-4264-bd86-e164e04bc32d" providerId="ADAL" clId="{B3583E91-5A11-46E0-BDB9-975B441D103A}" dt="2025-09-24T08:48:37.623" v="16"/>
        <pc:sldMkLst>
          <pc:docMk/>
          <pc:sldMk cId="3349995409" sldId="316"/>
        </pc:sldMkLst>
        <pc:spChg chg="add mod">
          <ac:chgData name="Paul Winser" userId="c3146a91-e6bd-4264-bd86-e164e04bc32d" providerId="ADAL" clId="{B3583E91-5A11-46E0-BDB9-975B441D103A}" dt="2025-09-24T08:48:37.623" v="16"/>
          <ac:spMkLst>
            <pc:docMk/>
            <pc:sldMk cId="3349995409" sldId="316"/>
            <ac:spMk id="4" creationId="{26AFB47A-8185-207E-0115-61CCE8859706}"/>
          </ac:spMkLst>
        </pc:spChg>
      </pc:sldChg>
      <pc:sldChg chg="addSp modSp">
        <pc:chgData name="Paul Winser" userId="c3146a91-e6bd-4264-bd86-e164e04bc32d" providerId="ADAL" clId="{B3583E91-5A11-46E0-BDB9-975B441D103A}" dt="2025-09-24T08:48:39.016" v="17"/>
        <pc:sldMkLst>
          <pc:docMk/>
          <pc:sldMk cId="2669083274" sldId="319"/>
        </pc:sldMkLst>
        <pc:spChg chg="add mod">
          <ac:chgData name="Paul Winser" userId="c3146a91-e6bd-4264-bd86-e164e04bc32d" providerId="ADAL" clId="{B3583E91-5A11-46E0-BDB9-975B441D103A}" dt="2025-09-24T08:48:39.016" v="17"/>
          <ac:spMkLst>
            <pc:docMk/>
            <pc:sldMk cId="2669083274" sldId="319"/>
            <ac:spMk id="4" creationId="{717FB49C-DFC9-B9D7-2235-65572C980C34}"/>
          </ac:spMkLst>
        </pc:spChg>
      </pc:sldChg>
      <pc:sldChg chg="addSp modSp">
        <pc:chgData name="Paul Winser" userId="c3146a91-e6bd-4264-bd86-e164e04bc32d" providerId="ADAL" clId="{B3583E91-5A11-46E0-BDB9-975B441D103A}" dt="2025-09-24T08:48:43.366" v="20"/>
        <pc:sldMkLst>
          <pc:docMk/>
          <pc:sldMk cId="40945899" sldId="320"/>
        </pc:sldMkLst>
        <pc:spChg chg="add mod">
          <ac:chgData name="Paul Winser" userId="c3146a91-e6bd-4264-bd86-e164e04bc32d" providerId="ADAL" clId="{B3583E91-5A11-46E0-BDB9-975B441D103A}" dt="2025-09-24T08:48:43.366" v="20"/>
          <ac:spMkLst>
            <pc:docMk/>
            <pc:sldMk cId="40945899" sldId="320"/>
            <ac:spMk id="3" creationId="{4B5F5828-C085-F2B3-8FE5-768C4B84CC31}"/>
          </ac:spMkLst>
        </pc:spChg>
      </pc:sldChg>
      <pc:sldChg chg="addSp modSp">
        <pc:chgData name="Paul Winser" userId="c3146a91-e6bd-4264-bd86-e164e04bc32d" providerId="ADAL" clId="{B3583E91-5A11-46E0-BDB9-975B441D103A}" dt="2025-09-24T08:48:44.568" v="21"/>
        <pc:sldMkLst>
          <pc:docMk/>
          <pc:sldMk cId="3810495577" sldId="322"/>
        </pc:sldMkLst>
        <pc:spChg chg="add mod">
          <ac:chgData name="Paul Winser" userId="c3146a91-e6bd-4264-bd86-e164e04bc32d" providerId="ADAL" clId="{B3583E91-5A11-46E0-BDB9-975B441D103A}" dt="2025-09-24T08:48:44.568" v="21"/>
          <ac:spMkLst>
            <pc:docMk/>
            <pc:sldMk cId="3810495577" sldId="322"/>
            <ac:spMk id="3" creationId="{59FE4311-1017-85DD-F7AB-BF36626468CB}"/>
          </ac:spMkLst>
        </pc:spChg>
      </pc:sldChg>
      <pc:sldChg chg="addSp modSp">
        <pc:chgData name="Paul Winser" userId="c3146a91-e6bd-4264-bd86-e164e04bc32d" providerId="ADAL" clId="{B3583E91-5A11-46E0-BDB9-975B441D103A}" dt="2025-09-24T08:48:45.881" v="22"/>
        <pc:sldMkLst>
          <pc:docMk/>
          <pc:sldMk cId="931049423" sldId="323"/>
        </pc:sldMkLst>
        <pc:spChg chg="add mod">
          <ac:chgData name="Paul Winser" userId="c3146a91-e6bd-4264-bd86-e164e04bc32d" providerId="ADAL" clId="{B3583E91-5A11-46E0-BDB9-975B441D103A}" dt="2025-09-24T08:48:45.881" v="22"/>
          <ac:spMkLst>
            <pc:docMk/>
            <pc:sldMk cId="931049423" sldId="323"/>
            <ac:spMk id="4" creationId="{756A7992-C745-A403-AF34-91E4D7C8D950}"/>
          </ac:spMkLst>
        </pc:spChg>
      </pc:sldChg>
      <pc:sldChg chg="addSp modSp">
        <pc:chgData name="Paul Winser" userId="c3146a91-e6bd-4264-bd86-e164e04bc32d" providerId="ADAL" clId="{B3583E91-5A11-46E0-BDB9-975B441D103A}" dt="2025-09-24T08:48:47.128" v="23"/>
        <pc:sldMkLst>
          <pc:docMk/>
          <pc:sldMk cId="1384696695" sldId="324"/>
        </pc:sldMkLst>
        <pc:spChg chg="add mod">
          <ac:chgData name="Paul Winser" userId="c3146a91-e6bd-4264-bd86-e164e04bc32d" providerId="ADAL" clId="{B3583E91-5A11-46E0-BDB9-975B441D103A}" dt="2025-09-24T08:48:47.128" v="23"/>
          <ac:spMkLst>
            <pc:docMk/>
            <pc:sldMk cId="1384696695" sldId="324"/>
            <ac:spMk id="5" creationId="{C8E9C8A1-3AA9-732B-1125-DE1E3CAF7B69}"/>
          </ac:spMkLst>
        </pc:spChg>
      </pc:sldChg>
      <pc:sldChg chg="addSp modSp">
        <pc:chgData name="Paul Winser" userId="c3146a91-e6bd-4264-bd86-e164e04bc32d" providerId="ADAL" clId="{B3583E91-5A11-46E0-BDB9-975B441D103A}" dt="2025-09-24T08:48:48.309" v="24"/>
        <pc:sldMkLst>
          <pc:docMk/>
          <pc:sldMk cId="3276147214" sldId="325"/>
        </pc:sldMkLst>
        <pc:spChg chg="add mod">
          <ac:chgData name="Paul Winser" userId="c3146a91-e6bd-4264-bd86-e164e04bc32d" providerId="ADAL" clId="{B3583E91-5A11-46E0-BDB9-975B441D103A}" dt="2025-09-24T08:48:48.309" v="24"/>
          <ac:spMkLst>
            <pc:docMk/>
            <pc:sldMk cId="3276147214" sldId="325"/>
            <ac:spMk id="4" creationId="{48C49092-F12D-487E-8C7D-5823705DB618}"/>
          </ac:spMkLst>
        </pc:spChg>
      </pc:sldChg>
      <pc:sldChg chg="addSp modSp">
        <pc:chgData name="Paul Winser" userId="c3146a91-e6bd-4264-bd86-e164e04bc32d" providerId="ADAL" clId="{B3583E91-5A11-46E0-BDB9-975B441D103A}" dt="2025-09-24T08:48:49.417" v="25"/>
        <pc:sldMkLst>
          <pc:docMk/>
          <pc:sldMk cId="2255236134" sldId="326"/>
        </pc:sldMkLst>
        <pc:spChg chg="add mod">
          <ac:chgData name="Paul Winser" userId="c3146a91-e6bd-4264-bd86-e164e04bc32d" providerId="ADAL" clId="{B3583E91-5A11-46E0-BDB9-975B441D103A}" dt="2025-09-24T08:48:49.417" v="25"/>
          <ac:spMkLst>
            <pc:docMk/>
            <pc:sldMk cId="2255236134" sldId="326"/>
            <ac:spMk id="5" creationId="{6F190EB8-416C-6921-2349-D024B4D03AD2}"/>
          </ac:spMkLst>
        </pc:spChg>
      </pc:sldChg>
      <pc:sldChg chg="addSp modSp">
        <pc:chgData name="Paul Winser" userId="c3146a91-e6bd-4264-bd86-e164e04bc32d" providerId="ADAL" clId="{B3583E91-5A11-46E0-BDB9-975B441D103A}" dt="2025-09-24T08:48:50.662" v="26"/>
        <pc:sldMkLst>
          <pc:docMk/>
          <pc:sldMk cId="2897790745" sldId="327"/>
        </pc:sldMkLst>
        <pc:spChg chg="add mod">
          <ac:chgData name="Paul Winser" userId="c3146a91-e6bd-4264-bd86-e164e04bc32d" providerId="ADAL" clId="{B3583E91-5A11-46E0-BDB9-975B441D103A}" dt="2025-09-24T08:48:50.662" v="26"/>
          <ac:spMkLst>
            <pc:docMk/>
            <pc:sldMk cId="2897790745" sldId="327"/>
            <ac:spMk id="3" creationId="{A8176815-4742-27DB-D42A-83D191D46D2D}"/>
          </ac:spMkLst>
        </pc:spChg>
      </pc:sldChg>
      <pc:sldChg chg="addSp modSp">
        <pc:chgData name="Paul Winser" userId="c3146a91-e6bd-4264-bd86-e164e04bc32d" providerId="ADAL" clId="{B3583E91-5A11-46E0-BDB9-975B441D103A}" dt="2025-09-24T08:48:51.927" v="27"/>
        <pc:sldMkLst>
          <pc:docMk/>
          <pc:sldMk cId="1322293443" sldId="328"/>
        </pc:sldMkLst>
        <pc:spChg chg="add mod">
          <ac:chgData name="Paul Winser" userId="c3146a91-e6bd-4264-bd86-e164e04bc32d" providerId="ADAL" clId="{B3583E91-5A11-46E0-BDB9-975B441D103A}" dt="2025-09-24T08:48:51.927" v="27"/>
          <ac:spMkLst>
            <pc:docMk/>
            <pc:sldMk cId="1322293443" sldId="328"/>
            <ac:spMk id="6" creationId="{968F657E-10FA-269F-7C8F-FCE1ADF84E7B}"/>
          </ac:spMkLst>
        </pc:spChg>
      </pc:sldChg>
      <pc:sldChg chg="addSp modSp">
        <pc:chgData name="Paul Winser" userId="c3146a91-e6bd-4264-bd86-e164e04bc32d" providerId="ADAL" clId="{B3583E91-5A11-46E0-BDB9-975B441D103A}" dt="2025-09-24T08:48:53.112" v="28"/>
        <pc:sldMkLst>
          <pc:docMk/>
          <pc:sldMk cId="1242825655" sldId="329"/>
        </pc:sldMkLst>
        <pc:spChg chg="add mod">
          <ac:chgData name="Paul Winser" userId="c3146a91-e6bd-4264-bd86-e164e04bc32d" providerId="ADAL" clId="{B3583E91-5A11-46E0-BDB9-975B441D103A}" dt="2025-09-24T08:48:53.112" v="28"/>
          <ac:spMkLst>
            <pc:docMk/>
            <pc:sldMk cId="1242825655" sldId="329"/>
            <ac:spMk id="7" creationId="{8D7ABD08-86B3-C0B0-B056-AF10AA5FCD27}"/>
          </ac:spMkLst>
        </pc:spChg>
      </pc:sldChg>
      <pc:sldChg chg="addSp modSp mod">
        <pc:chgData name="Paul Winser" userId="c3146a91-e6bd-4264-bd86-e164e04bc32d" providerId="ADAL" clId="{B3583E91-5A11-46E0-BDB9-975B441D103A}" dt="2025-09-24T08:49:03.321" v="30" actId="1076"/>
        <pc:sldMkLst>
          <pc:docMk/>
          <pc:sldMk cId="1572365013" sldId="330"/>
        </pc:sldMkLst>
        <pc:spChg chg="add mod">
          <ac:chgData name="Paul Winser" userId="c3146a91-e6bd-4264-bd86-e164e04bc32d" providerId="ADAL" clId="{B3583E91-5A11-46E0-BDB9-975B441D103A}" dt="2025-09-24T08:49:03.321" v="30" actId="1076"/>
          <ac:spMkLst>
            <pc:docMk/>
            <pc:sldMk cId="1572365013" sldId="330"/>
            <ac:spMk id="8" creationId="{0BA7CE87-6BAC-721A-A1B9-DDE1AA089D1F}"/>
          </ac:spMkLst>
        </pc:spChg>
      </pc:sldChg>
      <pc:sldChg chg="addSp modSp">
        <pc:chgData name="Paul Winser" userId="c3146a91-e6bd-4264-bd86-e164e04bc32d" providerId="ADAL" clId="{B3583E91-5A11-46E0-BDB9-975B441D103A}" dt="2025-09-24T08:49:05.641" v="31"/>
        <pc:sldMkLst>
          <pc:docMk/>
          <pc:sldMk cId="3976609709" sldId="331"/>
        </pc:sldMkLst>
        <pc:spChg chg="add mod">
          <ac:chgData name="Paul Winser" userId="c3146a91-e6bd-4264-bd86-e164e04bc32d" providerId="ADAL" clId="{B3583E91-5A11-46E0-BDB9-975B441D103A}" dt="2025-09-24T08:49:05.641" v="31"/>
          <ac:spMkLst>
            <pc:docMk/>
            <pc:sldMk cId="3976609709" sldId="331"/>
            <ac:spMk id="18" creationId="{094B5BC7-A393-B740-3925-B543C8D1914A}"/>
          </ac:spMkLst>
        </pc:spChg>
      </pc:sldChg>
      <pc:sldChg chg="addSp modSp">
        <pc:chgData name="Paul Winser" userId="c3146a91-e6bd-4264-bd86-e164e04bc32d" providerId="ADAL" clId="{B3583E91-5A11-46E0-BDB9-975B441D103A}" dt="2025-09-24T08:49:14.012" v="32"/>
        <pc:sldMkLst>
          <pc:docMk/>
          <pc:sldMk cId="2799449171" sldId="332"/>
        </pc:sldMkLst>
        <pc:spChg chg="add mod">
          <ac:chgData name="Paul Winser" userId="c3146a91-e6bd-4264-bd86-e164e04bc32d" providerId="ADAL" clId="{B3583E91-5A11-46E0-BDB9-975B441D103A}" dt="2025-09-24T08:49:14.012" v="32"/>
          <ac:spMkLst>
            <pc:docMk/>
            <pc:sldMk cId="2799449171" sldId="332"/>
            <ac:spMk id="5" creationId="{A402C3F7-5F01-9BFB-0D93-EC7EC00DE476}"/>
          </ac:spMkLst>
        </pc:spChg>
      </pc:sldChg>
      <pc:sldChg chg="addSp modSp">
        <pc:chgData name="Paul Winser" userId="c3146a91-e6bd-4264-bd86-e164e04bc32d" providerId="ADAL" clId="{B3583E91-5A11-46E0-BDB9-975B441D103A}" dt="2025-09-24T08:49:15.336" v="33"/>
        <pc:sldMkLst>
          <pc:docMk/>
          <pc:sldMk cId="352715818" sldId="334"/>
        </pc:sldMkLst>
        <pc:spChg chg="add mod">
          <ac:chgData name="Paul Winser" userId="c3146a91-e6bd-4264-bd86-e164e04bc32d" providerId="ADAL" clId="{B3583E91-5A11-46E0-BDB9-975B441D103A}" dt="2025-09-24T08:49:15.336" v="33"/>
          <ac:spMkLst>
            <pc:docMk/>
            <pc:sldMk cId="352715818" sldId="334"/>
            <ac:spMk id="2" creationId="{5310256E-FB3D-0834-30D2-3B1C6DE338F8}"/>
          </ac:spMkLst>
        </pc:spChg>
      </pc:sldChg>
      <pc:sldChg chg="addSp modSp">
        <pc:chgData name="Paul Winser" userId="c3146a91-e6bd-4264-bd86-e164e04bc32d" providerId="ADAL" clId="{B3583E91-5A11-46E0-BDB9-975B441D103A}" dt="2025-09-24T08:49:19.959" v="36"/>
        <pc:sldMkLst>
          <pc:docMk/>
          <pc:sldMk cId="1734445581" sldId="335"/>
        </pc:sldMkLst>
        <pc:spChg chg="add mod">
          <ac:chgData name="Paul Winser" userId="c3146a91-e6bd-4264-bd86-e164e04bc32d" providerId="ADAL" clId="{B3583E91-5A11-46E0-BDB9-975B441D103A}" dt="2025-09-24T08:49:19.959" v="36"/>
          <ac:spMkLst>
            <pc:docMk/>
            <pc:sldMk cId="1734445581" sldId="335"/>
            <ac:spMk id="6" creationId="{03E28764-46E5-C7FA-BD9A-98D5BA02BBEA}"/>
          </ac:spMkLst>
        </pc:spChg>
      </pc:sldChg>
      <pc:sldChg chg="addSp modSp">
        <pc:chgData name="Paul Winser" userId="c3146a91-e6bd-4264-bd86-e164e04bc32d" providerId="ADAL" clId="{B3583E91-5A11-46E0-BDB9-975B441D103A}" dt="2025-09-24T08:49:16.791" v="34"/>
        <pc:sldMkLst>
          <pc:docMk/>
          <pc:sldMk cId="1177776648" sldId="336"/>
        </pc:sldMkLst>
        <pc:spChg chg="add mod">
          <ac:chgData name="Paul Winser" userId="c3146a91-e6bd-4264-bd86-e164e04bc32d" providerId="ADAL" clId="{B3583E91-5A11-46E0-BDB9-975B441D103A}" dt="2025-09-24T08:49:16.791" v="34"/>
          <ac:spMkLst>
            <pc:docMk/>
            <pc:sldMk cId="1177776648" sldId="336"/>
            <ac:spMk id="2" creationId="{D91F990D-0D9A-FA09-7B63-C5891A1517FA}"/>
          </ac:spMkLst>
        </pc:spChg>
      </pc:sldChg>
      <pc:sldChg chg="addSp modSp">
        <pc:chgData name="Paul Winser" userId="c3146a91-e6bd-4264-bd86-e164e04bc32d" providerId="ADAL" clId="{B3583E91-5A11-46E0-BDB9-975B441D103A}" dt="2025-09-24T08:49:18.358" v="35"/>
        <pc:sldMkLst>
          <pc:docMk/>
          <pc:sldMk cId="2744385037" sldId="337"/>
        </pc:sldMkLst>
        <pc:spChg chg="add mod">
          <ac:chgData name="Paul Winser" userId="c3146a91-e6bd-4264-bd86-e164e04bc32d" providerId="ADAL" clId="{B3583E91-5A11-46E0-BDB9-975B441D103A}" dt="2025-09-24T08:49:18.358" v="35"/>
          <ac:spMkLst>
            <pc:docMk/>
            <pc:sldMk cId="2744385037" sldId="337"/>
            <ac:spMk id="2" creationId="{2186B897-D053-3B46-E64C-957BAFDB1682}"/>
          </ac:spMkLst>
        </pc:spChg>
      </pc:sldChg>
      <pc:sldChg chg="addSp modSp">
        <pc:chgData name="Paul Winser" userId="c3146a91-e6bd-4264-bd86-e164e04bc32d" providerId="ADAL" clId="{B3583E91-5A11-46E0-BDB9-975B441D103A}" dt="2025-09-24T08:49:21.381" v="37"/>
        <pc:sldMkLst>
          <pc:docMk/>
          <pc:sldMk cId="2756070065" sldId="338"/>
        </pc:sldMkLst>
        <pc:spChg chg="add mod">
          <ac:chgData name="Paul Winser" userId="c3146a91-e6bd-4264-bd86-e164e04bc32d" providerId="ADAL" clId="{B3583E91-5A11-46E0-BDB9-975B441D103A}" dt="2025-09-24T08:49:21.381" v="37"/>
          <ac:spMkLst>
            <pc:docMk/>
            <pc:sldMk cId="2756070065" sldId="338"/>
            <ac:spMk id="2" creationId="{7CD5E76B-B1D1-9B04-3A6B-1338E69BDEB6}"/>
          </ac:spMkLst>
        </pc:spChg>
      </pc:sldChg>
      <pc:sldChg chg="addSp delSp modSp mod">
        <pc:chgData name="Paul Winser" userId="c3146a91-e6bd-4264-bd86-e164e04bc32d" providerId="ADAL" clId="{B3583E91-5A11-46E0-BDB9-975B441D103A}" dt="2025-09-24T08:49:25.505" v="39" actId="478"/>
        <pc:sldMkLst>
          <pc:docMk/>
          <pc:sldMk cId="1175969425" sldId="339"/>
        </pc:sldMkLst>
        <pc:spChg chg="add mod">
          <ac:chgData name="Paul Winser" userId="c3146a91-e6bd-4264-bd86-e164e04bc32d" providerId="ADAL" clId="{B3583E91-5A11-46E0-BDB9-975B441D103A}" dt="2025-09-24T08:49:23.013" v="38"/>
          <ac:spMkLst>
            <pc:docMk/>
            <pc:sldMk cId="1175969425" sldId="339"/>
            <ac:spMk id="3" creationId="{1A9285B7-A2D6-B309-3F0E-52D07F5802AF}"/>
          </ac:spMkLst>
        </pc:spChg>
        <pc:spChg chg="del">
          <ac:chgData name="Paul Winser" userId="c3146a91-e6bd-4264-bd86-e164e04bc32d" providerId="ADAL" clId="{B3583E91-5A11-46E0-BDB9-975B441D103A}" dt="2025-09-24T08:49:25.505" v="39" actId="478"/>
          <ac:spMkLst>
            <pc:docMk/>
            <pc:sldMk cId="1175969425" sldId="339"/>
            <ac:spMk id="4" creationId="{EC1F963E-7D32-9C2F-1675-B0225FB0D87F}"/>
          </ac:spMkLst>
        </pc:spChg>
      </pc:sldChg>
      <pc:sldChg chg="addSp modSp">
        <pc:chgData name="Paul Winser" userId="c3146a91-e6bd-4264-bd86-e164e04bc32d" providerId="ADAL" clId="{B3583E91-5A11-46E0-BDB9-975B441D103A}" dt="2025-09-24T08:49:27.717" v="40"/>
        <pc:sldMkLst>
          <pc:docMk/>
          <pc:sldMk cId="2649251770" sldId="340"/>
        </pc:sldMkLst>
        <pc:spChg chg="add mod">
          <ac:chgData name="Paul Winser" userId="c3146a91-e6bd-4264-bd86-e164e04bc32d" providerId="ADAL" clId="{B3583E91-5A11-46E0-BDB9-975B441D103A}" dt="2025-09-24T08:49:27.717" v="40"/>
          <ac:spMkLst>
            <pc:docMk/>
            <pc:sldMk cId="2649251770" sldId="340"/>
            <ac:spMk id="3" creationId="{22CD3698-7BC8-15F7-6164-CF57C5BD29D3}"/>
          </ac:spMkLst>
        </pc:spChg>
      </pc:sldChg>
      <pc:sldChg chg="addSp modSp">
        <pc:chgData name="Paul Winser" userId="c3146a91-e6bd-4264-bd86-e164e04bc32d" providerId="ADAL" clId="{B3583E91-5A11-46E0-BDB9-975B441D103A}" dt="2025-09-24T08:49:29.462" v="41"/>
        <pc:sldMkLst>
          <pc:docMk/>
          <pc:sldMk cId="936153471" sldId="341"/>
        </pc:sldMkLst>
        <pc:spChg chg="add mod">
          <ac:chgData name="Paul Winser" userId="c3146a91-e6bd-4264-bd86-e164e04bc32d" providerId="ADAL" clId="{B3583E91-5A11-46E0-BDB9-975B441D103A}" dt="2025-09-24T08:49:29.462" v="41"/>
          <ac:spMkLst>
            <pc:docMk/>
            <pc:sldMk cId="936153471" sldId="341"/>
            <ac:spMk id="2" creationId="{20439FF4-C04A-A70D-1FFE-03276178FD24}"/>
          </ac:spMkLst>
        </pc:spChg>
      </pc:sldChg>
      <pc:sldChg chg="addSp modSp">
        <pc:chgData name="Paul Winser" userId="c3146a91-e6bd-4264-bd86-e164e04bc32d" providerId="ADAL" clId="{B3583E91-5A11-46E0-BDB9-975B441D103A}" dt="2025-09-24T08:49:30.933" v="42"/>
        <pc:sldMkLst>
          <pc:docMk/>
          <pc:sldMk cId="1097273080" sldId="342"/>
        </pc:sldMkLst>
        <pc:spChg chg="add mod">
          <ac:chgData name="Paul Winser" userId="c3146a91-e6bd-4264-bd86-e164e04bc32d" providerId="ADAL" clId="{B3583E91-5A11-46E0-BDB9-975B441D103A}" dt="2025-09-24T08:49:30.933" v="42"/>
          <ac:spMkLst>
            <pc:docMk/>
            <pc:sldMk cId="1097273080" sldId="342"/>
            <ac:spMk id="2" creationId="{6EDBDBF7-20C4-C231-03A3-9CFFC067963D}"/>
          </ac:spMkLst>
        </pc:spChg>
      </pc:sldChg>
      <pc:sldChg chg="addSp modSp">
        <pc:chgData name="Paul Winser" userId="c3146a91-e6bd-4264-bd86-e164e04bc32d" providerId="ADAL" clId="{B3583E91-5A11-46E0-BDB9-975B441D103A}" dt="2025-09-24T08:49:32.296" v="43"/>
        <pc:sldMkLst>
          <pc:docMk/>
          <pc:sldMk cId="122193298" sldId="343"/>
        </pc:sldMkLst>
        <pc:spChg chg="add mod">
          <ac:chgData name="Paul Winser" userId="c3146a91-e6bd-4264-bd86-e164e04bc32d" providerId="ADAL" clId="{B3583E91-5A11-46E0-BDB9-975B441D103A}" dt="2025-09-24T08:49:32.296" v="43"/>
          <ac:spMkLst>
            <pc:docMk/>
            <pc:sldMk cId="122193298" sldId="343"/>
            <ac:spMk id="4" creationId="{6A27031D-5956-0CD1-F9ED-D1B5802FEE43}"/>
          </ac:spMkLst>
        </pc:spChg>
      </pc:sldChg>
      <pc:sldChg chg="addSp modSp">
        <pc:chgData name="Paul Winser" userId="c3146a91-e6bd-4264-bd86-e164e04bc32d" providerId="ADAL" clId="{B3583E91-5A11-46E0-BDB9-975B441D103A}" dt="2025-09-24T08:49:33.558" v="44"/>
        <pc:sldMkLst>
          <pc:docMk/>
          <pc:sldMk cId="456450637" sldId="344"/>
        </pc:sldMkLst>
        <pc:spChg chg="add mod">
          <ac:chgData name="Paul Winser" userId="c3146a91-e6bd-4264-bd86-e164e04bc32d" providerId="ADAL" clId="{B3583E91-5A11-46E0-BDB9-975B441D103A}" dt="2025-09-24T08:49:33.558" v="44"/>
          <ac:spMkLst>
            <pc:docMk/>
            <pc:sldMk cId="456450637" sldId="344"/>
            <ac:spMk id="13" creationId="{C020CB35-C019-63D7-047F-05A146AD1131}"/>
          </ac:spMkLst>
        </pc:spChg>
      </pc:sldChg>
      <pc:sldChg chg="addSp modSp">
        <pc:chgData name="Paul Winser" userId="c3146a91-e6bd-4264-bd86-e164e04bc32d" providerId="ADAL" clId="{B3583E91-5A11-46E0-BDB9-975B441D103A}" dt="2025-09-24T08:49:35.029" v="45"/>
        <pc:sldMkLst>
          <pc:docMk/>
          <pc:sldMk cId="12264386" sldId="345"/>
        </pc:sldMkLst>
        <pc:spChg chg="add mod">
          <ac:chgData name="Paul Winser" userId="c3146a91-e6bd-4264-bd86-e164e04bc32d" providerId="ADAL" clId="{B3583E91-5A11-46E0-BDB9-975B441D103A}" dt="2025-09-24T08:49:35.029" v="45"/>
          <ac:spMkLst>
            <pc:docMk/>
            <pc:sldMk cId="12264386" sldId="345"/>
            <ac:spMk id="4" creationId="{1A36D287-DC16-2D7A-B466-6BC7A86629F0}"/>
          </ac:spMkLst>
        </pc:spChg>
      </pc:sldChg>
      <pc:sldChg chg="addSp modSp">
        <pc:chgData name="Paul Winser" userId="c3146a91-e6bd-4264-bd86-e164e04bc32d" providerId="ADAL" clId="{B3583E91-5A11-46E0-BDB9-975B441D103A}" dt="2025-09-24T08:49:36.357" v="46"/>
        <pc:sldMkLst>
          <pc:docMk/>
          <pc:sldMk cId="952671450" sldId="346"/>
        </pc:sldMkLst>
        <pc:spChg chg="add mod">
          <ac:chgData name="Paul Winser" userId="c3146a91-e6bd-4264-bd86-e164e04bc32d" providerId="ADAL" clId="{B3583E91-5A11-46E0-BDB9-975B441D103A}" dt="2025-09-24T08:49:36.357" v="46"/>
          <ac:spMkLst>
            <pc:docMk/>
            <pc:sldMk cId="952671450" sldId="346"/>
            <ac:spMk id="3" creationId="{7932BE4D-754A-7129-C4DE-668C4582A451}"/>
          </ac:spMkLst>
        </pc:spChg>
      </pc:sldChg>
      <pc:sldChg chg="addSp modSp">
        <pc:chgData name="Paul Winser" userId="c3146a91-e6bd-4264-bd86-e164e04bc32d" providerId="ADAL" clId="{B3583E91-5A11-46E0-BDB9-975B441D103A}" dt="2025-09-24T08:49:37.637" v="47"/>
        <pc:sldMkLst>
          <pc:docMk/>
          <pc:sldMk cId="1587127844" sldId="347"/>
        </pc:sldMkLst>
        <pc:spChg chg="add mod">
          <ac:chgData name="Paul Winser" userId="c3146a91-e6bd-4264-bd86-e164e04bc32d" providerId="ADAL" clId="{B3583E91-5A11-46E0-BDB9-975B441D103A}" dt="2025-09-24T08:49:37.637" v="47"/>
          <ac:spMkLst>
            <pc:docMk/>
            <pc:sldMk cId="1587127844" sldId="347"/>
            <ac:spMk id="4" creationId="{45D55CC7-B1B8-0885-5BB6-032BD3D2CBC8}"/>
          </ac:spMkLst>
        </pc:spChg>
      </pc:sldChg>
      <pc:sldChg chg="addSp modSp add modTransition">
        <pc:chgData name="Paul Winser" userId="c3146a91-e6bd-4264-bd86-e164e04bc32d" providerId="ADAL" clId="{B3583E91-5A11-46E0-BDB9-975B441D103A}" dt="2025-09-24T08:50:00.884" v="49"/>
        <pc:sldMkLst>
          <pc:docMk/>
          <pc:sldMk cId="809897825" sldId="348"/>
        </pc:sldMkLst>
        <pc:spChg chg="add mod">
          <ac:chgData name="Paul Winser" userId="c3146a91-e6bd-4264-bd86-e164e04bc32d" providerId="ADAL" clId="{B3583E91-5A11-46E0-BDB9-975B441D103A}" dt="2025-09-24T08:50:00.884" v="49"/>
          <ac:spMkLst>
            <pc:docMk/>
            <pc:sldMk cId="809897825" sldId="348"/>
            <ac:spMk id="3" creationId="{4A10F46C-4763-F390-3D84-F8387851283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30FFE9-3622-4225-9CB8-1E9ECC44D6B3}" type="doc">
      <dgm:prSet loTypeId="urn:microsoft.com/office/officeart/2005/8/layout/vList2" loCatId="list" qsTypeId="urn:microsoft.com/office/officeart/2005/8/quickstyle/simple5" qsCatId="simple" csTypeId="urn:microsoft.com/office/officeart/2005/8/colors/accent1_2" csCatId="accent1" phldr="1"/>
      <dgm:spPr/>
      <dgm:t>
        <a:bodyPr rtlCol="1"/>
        <a:lstStyle/>
        <a:p>
          <a:pPr rtl="1"/>
          <a:endParaRPr lang="en-GB"/>
        </a:p>
      </dgm:t>
    </dgm:pt>
    <dgm:pt modelId="{3991E011-BFA5-46B3-8BE6-258AB6CEF520}">
      <dgm:prSet phldrT="[Text]"/>
      <dgm:spPr/>
      <dgm:t>
        <a:bodyPr rtlCol="1"/>
        <a:lstStyle/>
        <a:p>
          <a:pPr algn="ctr" rtl="1"/>
          <a:r>
            <a:rPr lang="ar" dirty="0">
              <a:latin typeface="Times New Roman" panose="02020603050405020304" pitchFamily="18" charset="0"/>
              <a:cs typeface="Times New Roman" panose="02020603050405020304" pitchFamily="18" charset="0"/>
            </a:rPr>
            <a:t>التهوية</a:t>
          </a:r>
        </a:p>
      </dgm:t>
    </dgm:pt>
    <dgm:pt modelId="{60A5D981-E907-4ADC-ADAF-0DA0B92A4F32}" type="parTrans" cxnId="{E715E807-8A7D-46C0-998C-C1F86E860B8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DE8110DF-27DA-4E0C-9FB1-96F5241BB879}" type="sibTrans" cxnId="{E715E807-8A7D-46C0-998C-C1F86E860B8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5125A500-D15F-45C2-9123-991184E91629}">
      <dgm:prSet phldrT="[Text]"/>
      <dgm:spPr/>
      <dgm:t>
        <a:bodyPr rtlCol="1"/>
        <a:lstStyle/>
        <a:p>
          <a:pPr algn="ctr" rtl="1"/>
          <a:r>
            <a:rPr lang="ar" dirty="0">
              <a:latin typeface="Times New Roman" panose="02020603050405020304" pitchFamily="18" charset="0"/>
              <a:cs typeface="Times New Roman" panose="02020603050405020304" pitchFamily="18" charset="0"/>
            </a:rPr>
            <a:t>الاستراحات</a:t>
          </a:r>
        </a:p>
      </dgm:t>
    </dgm:pt>
    <dgm:pt modelId="{0A2C67DE-9BC2-4EB5-ADA2-BB55FA6F2E75}" type="parTrans" cxnId="{A50CD91D-E955-43A8-AC8F-CEE112CF039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9D9243BA-0691-4D99-937C-7C98A22300DE}" type="sibTrans" cxnId="{A50CD91D-E955-43A8-AC8F-CEE112CF039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69C89B54-0CD3-4967-818B-E387AF7FDD1D}">
      <dgm:prSet phldrT="[Text]"/>
      <dgm:spPr/>
      <dgm:t>
        <a:bodyPr rtlCol="1"/>
        <a:lstStyle/>
        <a:p>
          <a:pPr algn="ctr" rtl="1"/>
          <a:r>
            <a:rPr lang="ar" dirty="0">
              <a:latin typeface="Times New Roman" panose="02020603050405020304" pitchFamily="18" charset="0"/>
              <a:cs typeface="Times New Roman" panose="02020603050405020304" pitchFamily="18" charset="0"/>
            </a:rPr>
            <a:t>مرافق الغسيل</a:t>
          </a:r>
        </a:p>
      </dgm:t>
    </dgm:pt>
    <dgm:pt modelId="{9BBB2D33-466A-4098-8DB3-AC35343D584A}" type="parTrans" cxnId="{D5DD4FB3-521B-4729-BFC8-120AC5838B0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DA2DCBD7-218E-4BAA-8D16-7DCB0B7E9163}" type="sibTrans" cxnId="{D5DD4FB3-521B-4729-BFC8-120AC5838B0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9557D4BD-C72C-4E1C-AE0A-E727F7D33F8E}">
      <dgm:prSet phldrT="[Text]"/>
      <dgm:spPr/>
      <dgm:t>
        <a:bodyPr rtlCol="1"/>
        <a:lstStyle/>
        <a:p>
          <a:pPr algn="ctr" rtl="1"/>
          <a:r>
            <a:rPr lang="ar" dirty="0">
              <a:latin typeface="Times New Roman" panose="02020603050405020304" pitchFamily="18" charset="0"/>
              <a:cs typeface="Times New Roman" panose="02020603050405020304" pitchFamily="18" charset="0"/>
            </a:rPr>
            <a:t>دورات المياه</a:t>
          </a:r>
        </a:p>
      </dgm:t>
    </dgm:pt>
    <dgm:pt modelId="{C6D60F1F-BF34-41BC-8D4A-EDD660DEBA10}" type="parTrans" cxnId="{2C614BE3-877E-427D-956F-C94886BB690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D2AD3AD4-12BC-48DB-8FA5-EC6471D78F8C}" type="sibTrans" cxnId="{2C614BE3-877E-427D-956F-C94886BB690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7CFDB690-8C61-4E3B-B670-6DDE8B9E018E}">
      <dgm:prSet phldrT="[Text]"/>
      <dgm:spPr/>
      <dgm:t>
        <a:bodyPr rtlCol="1"/>
        <a:lstStyle/>
        <a:p>
          <a:pPr algn="ctr" rtl="1"/>
          <a:r>
            <a:rPr lang="ar" dirty="0">
              <a:latin typeface="Times New Roman" panose="02020603050405020304" pitchFamily="18" charset="0"/>
              <a:cs typeface="Times New Roman" panose="02020603050405020304" pitchFamily="18" charset="0"/>
            </a:rPr>
            <a:t>درجة الحرارة</a:t>
          </a:r>
        </a:p>
      </dgm:t>
    </dgm:pt>
    <dgm:pt modelId="{2C4A97DB-EA93-46B0-8DDB-AE919C80F2E2}" type="parTrans" cxnId="{E390E39B-45E5-48EB-84C8-C3963DCFA3DA}">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97014E36-C096-40E5-8918-629DCAF78264}" type="sibTrans" cxnId="{E390E39B-45E5-48EB-84C8-C3963DCFA3DA}">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F419ACD6-6D13-4003-B2B8-903E7DC969F6}" type="pres">
      <dgm:prSet presAssocID="{6A30FFE9-3622-4225-9CB8-1E9ECC44D6B3}" presName="linear" presStyleCnt="0">
        <dgm:presLayoutVars>
          <dgm:animLvl val="lvl"/>
          <dgm:resizeHandles val="exact"/>
        </dgm:presLayoutVars>
      </dgm:prSet>
      <dgm:spPr/>
    </dgm:pt>
    <dgm:pt modelId="{03A10A88-AB35-4EBB-8478-01DED5811A22}" type="pres">
      <dgm:prSet presAssocID="{3991E011-BFA5-46B3-8BE6-258AB6CEF520}" presName="parentText" presStyleLbl="node1" presStyleIdx="0" presStyleCnt="5">
        <dgm:presLayoutVars>
          <dgm:chMax val="0"/>
          <dgm:bulletEnabled val="1"/>
        </dgm:presLayoutVars>
      </dgm:prSet>
      <dgm:spPr/>
    </dgm:pt>
    <dgm:pt modelId="{3E5D6B4D-8F5F-488A-8A1E-F38A5109837A}" type="pres">
      <dgm:prSet presAssocID="{DE8110DF-27DA-4E0C-9FB1-96F5241BB879}" presName="spacer" presStyleCnt="0"/>
      <dgm:spPr/>
    </dgm:pt>
    <dgm:pt modelId="{9CC7D98B-EEB0-4439-81CA-7A77745C949D}" type="pres">
      <dgm:prSet presAssocID="{5125A500-D15F-45C2-9123-991184E91629}" presName="parentText" presStyleLbl="node1" presStyleIdx="1" presStyleCnt="5">
        <dgm:presLayoutVars>
          <dgm:chMax val="0"/>
          <dgm:bulletEnabled val="1"/>
        </dgm:presLayoutVars>
      </dgm:prSet>
      <dgm:spPr/>
    </dgm:pt>
    <dgm:pt modelId="{9966CEB2-03BB-441E-B946-731BE23920C3}" type="pres">
      <dgm:prSet presAssocID="{9D9243BA-0691-4D99-937C-7C98A22300DE}" presName="spacer" presStyleCnt="0"/>
      <dgm:spPr/>
    </dgm:pt>
    <dgm:pt modelId="{E6B26632-691A-4E76-9BC0-D9B4837658ED}" type="pres">
      <dgm:prSet presAssocID="{69C89B54-0CD3-4967-818B-E387AF7FDD1D}" presName="parentText" presStyleLbl="node1" presStyleIdx="2" presStyleCnt="5">
        <dgm:presLayoutVars>
          <dgm:chMax val="0"/>
          <dgm:bulletEnabled val="1"/>
        </dgm:presLayoutVars>
      </dgm:prSet>
      <dgm:spPr/>
    </dgm:pt>
    <dgm:pt modelId="{D4C3BE2C-2541-4C61-8C9E-4EE5A488C699}" type="pres">
      <dgm:prSet presAssocID="{DA2DCBD7-218E-4BAA-8D16-7DCB0B7E9163}" presName="spacer" presStyleCnt="0"/>
      <dgm:spPr/>
    </dgm:pt>
    <dgm:pt modelId="{5F811675-BF96-4774-9EA1-6EF64E0DC135}" type="pres">
      <dgm:prSet presAssocID="{9557D4BD-C72C-4E1C-AE0A-E727F7D33F8E}" presName="parentText" presStyleLbl="node1" presStyleIdx="3" presStyleCnt="5">
        <dgm:presLayoutVars>
          <dgm:chMax val="0"/>
          <dgm:bulletEnabled val="1"/>
        </dgm:presLayoutVars>
      </dgm:prSet>
      <dgm:spPr/>
    </dgm:pt>
    <dgm:pt modelId="{BC351BAA-770F-4F49-B492-FC58A11A70ED}" type="pres">
      <dgm:prSet presAssocID="{D2AD3AD4-12BC-48DB-8FA5-EC6471D78F8C}" presName="spacer" presStyleCnt="0"/>
      <dgm:spPr/>
    </dgm:pt>
    <dgm:pt modelId="{FA019B0A-AE33-44D4-89C9-0D17515E4A80}" type="pres">
      <dgm:prSet presAssocID="{7CFDB690-8C61-4E3B-B670-6DDE8B9E018E}" presName="parentText" presStyleLbl="node1" presStyleIdx="4" presStyleCnt="5">
        <dgm:presLayoutVars>
          <dgm:chMax val="0"/>
          <dgm:bulletEnabled val="1"/>
        </dgm:presLayoutVars>
      </dgm:prSet>
      <dgm:spPr/>
    </dgm:pt>
  </dgm:ptLst>
  <dgm:cxnLst>
    <dgm:cxn modelId="{E715E807-8A7D-46C0-998C-C1F86E860B85}" srcId="{6A30FFE9-3622-4225-9CB8-1E9ECC44D6B3}" destId="{3991E011-BFA5-46B3-8BE6-258AB6CEF520}" srcOrd="0" destOrd="0" parTransId="{60A5D981-E907-4ADC-ADAF-0DA0B92A4F32}" sibTransId="{DE8110DF-27DA-4E0C-9FB1-96F5241BB879}"/>
    <dgm:cxn modelId="{A50CD91D-E955-43A8-AC8F-CEE112CF039F}" srcId="{6A30FFE9-3622-4225-9CB8-1E9ECC44D6B3}" destId="{5125A500-D15F-45C2-9123-991184E91629}" srcOrd="1" destOrd="0" parTransId="{0A2C67DE-9BC2-4EB5-ADA2-BB55FA6F2E75}" sibTransId="{9D9243BA-0691-4D99-937C-7C98A22300DE}"/>
    <dgm:cxn modelId="{EBB3BE26-A2C3-485A-9B64-C7FA1C6CAC56}" type="presOf" srcId="{5125A500-D15F-45C2-9123-991184E91629}" destId="{9CC7D98B-EEB0-4439-81CA-7A77745C949D}" srcOrd="0" destOrd="0" presId="urn:microsoft.com/office/officeart/2005/8/layout/vList2"/>
    <dgm:cxn modelId="{1B725A33-93A1-40D9-B293-161C22178C94}" type="presOf" srcId="{7CFDB690-8C61-4E3B-B670-6DDE8B9E018E}" destId="{FA019B0A-AE33-44D4-89C9-0D17515E4A80}" srcOrd="0" destOrd="0" presId="urn:microsoft.com/office/officeart/2005/8/layout/vList2"/>
    <dgm:cxn modelId="{2CAD1C34-86BC-44CB-B048-F5F119CAED38}" type="presOf" srcId="{9557D4BD-C72C-4E1C-AE0A-E727F7D33F8E}" destId="{5F811675-BF96-4774-9EA1-6EF64E0DC135}" srcOrd="0" destOrd="0" presId="urn:microsoft.com/office/officeart/2005/8/layout/vList2"/>
    <dgm:cxn modelId="{9D1BA43B-CD0B-476B-9081-00FD5140BDB7}" type="presOf" srcId="{6A30FFE9-3622-4225-9CB8-1E9ECC44D6B3}" destId="{F419ACD6-6D13-4003-B2B8-903E7DC969F6}" srcOrd="0" destOrd="0" presId="urn:microsoft.com/office/officeart/2005/8/layout/vList2"/>
    <dgm:cxn modelId="{F0567161-66A5-427C-ABC2-F7D8E01C533D}" type="presOf" srcId="{3991E011-BFA5-46B3-8BE6-258AB6CEF520}" destId="{03A10A88-AB35-4EBB-8478-01DED5811A22}" srcOrd="0" destOrd="0" presId="urn:microsoft.com/office/officeart/2005/8/layout/vList2"/>
    <dgm:cxn modelId="{E390E39B-45E5-48EB-84C8-C3963DCFA3DA}" srcId="{6A30FFE9-3622-4225-9CB8-1E9ECC44D6B3}" destId="{7CFDB690-8C61-4E3B-B670-6DDE8B9E018E}" srcOrd="4" destOrd="0" parTransId="{2C4A97DB-EA93-46B0-8DDB-AE919C80F2E2}" sibTransId="{97014E36-C096-40E5-8918-629DCAF78264}"/>
    <dgm:cxn modelId="{D5DD4FB3-521B-4729-BFC8-120AC5838B0E}" srcId="{6A30FFE9-3622-4225-9CB8-1E9ECC44D6B3}" destId="{69C89B54-0CD3-4967-818B-E387AF7FDD1D}" srcOrd="2" destOrd="0" parTransId="{9BBB2D33-466A-4098-8DB3-AC35343D584A}" sibTransId="{DA2DCBD7-218E-4BAA-8D16-7DCB0B7E9163}"/>
    <dgm:cxn modelId="{2E7B81E0-2F77-4961-A696-1F589595E8E4}" type="presOf" srcId="{69C89B54-0CD3-4967-818B-E387AF7FDD1D}" destId="{E6B26632-691A-4E76-9BC0-D9B4837658ED}" srcOrd="0" destOrd="0" presId="urn:microsoft.com/office/officeart/2005/8/layout/vList2"/>
    <dgm:cxn modelId="{2C614BE3-877E-427D-956F-C94886BB6905}" srcId="{6A30FFE9-3622-4225-9CB8-1E9ECC44D6B3}" destId="{9557D4BD-C72C-4E1C-AE0A-E727F7D33F8E}" srcOrd="3" destOrd="0" parTransId="{C6D60F1F-BF34-41BC-8D4A-EDD660DEBA10}" sibTransId="{D2AD3AD4-12BC-48DB-8FA5-EC6471D78F8C}"/>
    <dgm:cxn modelId="{93DE968F-E618-4C91-B43F-F035CD136EAC}" type="presParOf" srcId="{F419ACD6-6D13-4003-B2B8-903E7DC969F6}" destId="{03A10A88-AB35-4EBB-8478-01DED5811A22}" srcOrd="0" destOrd="0" presId="urn:microsoft.com/office/officeart/2005/8/layout/vList2"/>
    <dgm:cxn modelId="{47A879C8-4F53-4B5E-8C75-9C98DBACA853}" type="presParOf" srcId="{F419ACD6-6D13-4003-B2B8-903E7DC969F6}" destId="{3E5D6B4D-8F5F-488A-8A1E-F38A5109837A}" srcOrd="1" destOrd="0" presId="urn:microsoft.com/office/officeart/2005/8/layout/vList2"/>
    <dgm:cxn modelId="{FE719945-82CD-4B28-AD82-84FB0E2B9B70}" type="presParOf" srcId="{F419ACD6-6D13-4003-B2B8-903E7DC969F6}" destId="{9CC7D98B-EEB0-4439-81CA-7A77745C949D}" srcOrd="2" destOrd="0" presId="urn:microsoft.com/office/officeart/2005/8/layout/vList2"/>
    <dgm:cxn modelId="{C2B4DB31-C578-481D-A641-7C7E34C89125}" type="presParOf" srcId="{F419ACD6-6D13-4003-B2B8-903E7DC969F6}" destId="{9966CEB2-03BB-441E-B946-731BE23920C3}" srcOrd="3" destOrd="0" presId="urn:microsoft.com/office/officeart/2005/8/layout/vList2"/>
    <dgm:cxn modelId="{CF311AE5-1FEC-4511-A9D9-C6D83B9A803C}" type="presParOf" srcId="{F419ACD6-6D13-4003-B2B8-903E7DC969F6}" destId="{E6B26632-691A-4E76-9BC0-D9B4837658ED}" srcOrd="4" destOrd="0" presId="urn:microsoft.com/office/officeart/2005/8/layout/vList2"/>
    <dgm:cxn modelId="{26AA20D4-4CFD-43A0-BD95-35E4ACAF48D4}" type="presParOf" srcId="{F419ACD6-6D13-4003-B2B8-903E7DC969F6}" destId="{D4C3BE2C-2541-4C61-8C9E-4EE5A488C699}" srcOrd="5" destOrd="0" presId="urn:microsoft.com/office/officeart/2005/8/layout/vList2"/>
    <dgm:cxn modelId="{8333EACD-FB22-452A-9B18-968F299170C8}" type="presParOf" srcId="{F419ACD6-6D13-4003-B2B8-903E7DC969F6}" destId="{5F811675-BF96-4774-9EA1-6EF64E0DC135}" srcOrd="6" destOrd="0" presId="urn:microsoft.com/office/officeart/2005/8/layout/vList2"/>
    <dgm:cxn modelId="{247DC4E9-713B-44F8-9C7D-2D8116994677}" type="presParOf" srcId="{F419ACD6-6D13-4003-B2B8-903E7DC969F6}" destId="{BC351BAA-770F-4F49-B492-FC58A11A70ED}" srcOrd="7" destOrd="0" presId="urn:microsoft.com/office/officeart/2005/8/layout/vList2"/>
    <dgm:cxn modelId="{A2AEADAC-DC7B-4C0A-A970-931E0BE08493}" type="presParOf" srcId="{F419ACD6-6D13-4003-B2B8-903E7DC969F6}" destId="{FA019B0A-AE33-44D4-89C9-0D17515E4A80}"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2DB23D-2D05-4D5F-9B0D-E779608ABCB2}" type="doc">
      <dgm:prSet loTypeId="urn:microsoft.com/office/officeart/2005/8/layout/vList2" loCatId="list" qsTypeId="urn:microsoft.com/office/officeart/2005/8/quickstyle/simple1" qsCatId="simple" csTypeId="urn:microsoft.com/office/officeart/2005/8/colors/accent1_2" csCatId="accent1" phldr="1"/>
      <dgm:spPr/>
      <dgm:t>
        <a:bodyPr rtlCol="1"/>
        <a:lstStyle/>
        <a:p>
          <a:pPr rtl="1"/>
          <a:endParaRPr lang="en-GB"/>
        </a:p>
      </dgm:t>
    </dgm:pt>
    <dgm:pt modelId="{14011748-61BF-49CD-809B-CA2CB953D400}">
      <dgm:prSet phldrT="[Text]" custT="1"/>
      <dgm:spPr/>
      <dgm:t>
        <a:bodyPr rtlCol="1"/>
        <a:lstStyle/>
        <a:p>
          <a:pPr algn="ctr" rtl="1"/>
          <a:r>
            <a:rPr lang="ar" sz="4000" b="1" dirty="0">
              <a:latin typeface="Times New Roman" panose="02020603050405020304" pitchFamily="18" charset="0"/>
              <a:cs typeface="Times New Roman" panose="02020603050405020304" pitchFamily="18" charset="0"/>
            </a:rPr>
            <a:t>ب1 الصحة والسلامة</a:t>
          </a:r>
        </a:p>
      </dgm:t>
    </dgm:pt>
    <dgm:pt modelId="{B7FA69CE-7196-4E72-B4AD-55EDFE4B2B4C}" type="parTrans" cxnId="{5951523D-F0EF-4442-8D06-C5BC2CF9A54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CA4B13AA-8C20-463E-88AA-F879E1079CA1}" type="sibTrans" cxnId="{5951523D-F0EF-4442-8D06-C5BC2CF9A54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5F6DC5AB-5B64-42DC-AD4B-FE26C64C97AC}" type="pres">
      <dgm:prSet presAssocID="{272DB23D-2D05-4D5F-9B0D-E779608ABCB2}" presName="linear" presStyleCnt="0">
        <dgm:presLayoutVars>
          <dgm:animLvl val="lvl"/>
          <dgm:resizeHandles val="exact"/>
        </dgm:presLayoutVars>
      </dgm:prSet>
      <dgm:spPr/>
    </dgm:pt>
    <dgm:pt modelId="{CFC5162D-5171-4312-B497-548F3C350DDE}" type="pres">
      <dgm:prSet presAssocID="{14011748-61BF-49CD-809B-CA2CB953D400}" presName="parentText" presStyleLbl="node1" presStyleIdx="0" presStyleCnt="1" custLinFactNeighborX="-1033" custLinFactNeighborY="-466">
        <dgm:presLayoutVars>
          <dgm:chMax val="0"/>
          <dgm:bulletEnabled val="1"/>
        </dgm:presLayoutVars>
      </dgm:prSet>
      <dgm:spPr/>
    </dgm:pt>
  </dgm:ptLst>
  <dgm:cxnLst>
    <dgm:cxn modelId="{5951523D-F0EF-4442-8D06-C5BC2CF9A54E}" srcId="{272DB23D-2D05-4D5F-9B0D-E779608ABCB2}" destId="{14011748-61BF-49CD-809B-CA2CB953D400}" srcOrd="0" destOrd="0" parTransId="{B7FA69CE-7196-4E72-B4AD-55EDFE4B2B4C}" sibTransId="{CA4B13AA-8C20-463E-88AA-F879E1079CA1}"/>
    <dgm:cxn modelId="{48107F69-E82C-4D9F-BD6B-88E9E1117456}" type="presOf" srcId="{14011748-61BF-49CD-809B-CA2CB953D400}" destId="{CFC5162D-5171-4312-B497-548F3C350DDE}" srcOrd="0" destOrd="0" presId="urn:microsoft.com/office/officeart/2005/8/layout/vList2"/>
    <dgm:cxn modelId="{35B2EBF0-3D67-409C-B2D5-D10B277DD1E0}" type="presOf" srcId="{272DB23D-2D05-4D5F-9B0D-E779608ABCB2}" destId="{5F6DC5AB-5B64-42DC-AD4B-FE26C64C97AC}" srcOrd="0" destOrd="0" presId="urn:microsoft.com/office/officeart/2005/8/layout/vList2"/>
    <dgm:cxn modelId="{C64E1C70-A228-4571-9142-C68230EB5E9A}" type="presParOf" srcId="{5F6DC5AB-5B64-42DC-AD4B-FE26C64C97AC}" destId="{CFC5162D-5171-4312-B497-548F3C350DDE}"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15D7DA-AC7E-429E-9D10-1CD86E0310AA}" type="doc">
      <dgm:prSet loTypeId="urn:microsoft.com/office/officeart/2005/8/layout/default" loCatId="list" qsTypeId="urn:microsoft.com/office/officeart/2005/8/quickstyle/simple1" qsCatId="simple" csTypeId="urn:microsoft.com/office/officeart/2005/8/colors/accent1_2" csCatId="accent1" phldr="1"/>
      <dgm:spPr/>
      <dgm:t>
        <a:bodyPr rtlCol="1"/>
        <a:lstStyle/>
        <a:p>
          <a:pPr rtl="1"/>
          <a:endParaRPr lang="en-GB"/>
        </a:p>
      </dgm:t>
    </dgm:pt>
    <dgm:pt modelId="{CE0CD0A2-B988-4F51-8BFA-30CAE16DCD12}">
      <dgm:prSet phldrT="[Text]"/>
      <dgm:spPr/>
      <dgm:t>
        <a:bodyPr rtlCol="1"/>
        <a:lstStyle/>
        <a:p>
          <a:pPr rtl="1"/>
          <a:r>
            <a:rPr lang="ar">
              <a:latin typeface="Times New Roman" panose="02020603050405020304" pitchFamily="18" charset="0"/>
              <a:cs typeface="Times New Roman" panose="02020603050405020304" pitchFamily="18" charset="0"/>
            </a:rPr>
            <a:t>مستويات الخطر</a:t>
          </a:r>
        </a:p>
      </dgm:t>
    </dgm:pt>
    <dgm:pt modelId="{7A56C0A6-EED6-436B-A407-183F3B085EDC}" type="parTrans" cxnId="{E2FF4404-82A7-4E95-ADAA-23C7E8368394}">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B2B0F13E-A402-4732-80D2-ED8EB11ECBC8}" type="sibTrans" cxnId="{E2FF4404-82A7-4E95-ADAA-23C7E8368394}">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B7578C28-8AE4-4E40-A182-EFC7D77CD3C1}">
      <dgm:prSet phldrT="[Text]"/>
      <dgm:spPr/>
      <dgm:t>
        <a:bodyPr rtlCol="1"/>
        <a:lstStyle/>
        <a:p>
          <a:pPr rtl="1"/>
          <a:r>
            <a:rPr lang="ar">
              <a:latin typeface="Times New Roman" panose="02020603050405020304" pitchFamily="18" charset="0"/>
              <a:cs typeface="Times New Roman" panose="02020603050405020304" pitchFamily="18" charset="0"/>
            </a:rPr>
            <a:t>احتمالية الخطر </a:t>
          </a:r>
        </a:p>
      </dgm:t>
    </dgm:pt>
    <dgm:pt modelId="{C0CA5AB1-878A-4380-9DA3-B5E675CA1A59}" type="parTrans" cxnId="{BBE338A1-BA5C-4BEF-A2E7-6F8F93D33EC4}">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E293F8B6-B941-46EE-BEBC-BAF99F3E9A6A}" type="sibTrans" cxnId="{BBE338A1-BA5C-4BEF-A2E7-6F8F93D33EC4}">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C73528D3-787B-49F1-AEA2-7ADDBAF13975}">
      <dgm:prSet phldrT="[Text]"/>
      <dgm:spPr/>
      <dgm:t>
        <a:bodyPr rtlCol="1"/>
        <a:lstStyle/>
        <a:p>
          <a:pPr rtl="1"/>
          <a:r>
            <a:rPr lang="ar" dirty="0">
              <a:latin typeface="Times New Roman" panose="02020603050405020304" pitchFamily="18" charset="0"/>
              <a:cs typeface="Times New Roman" panose="02020603050405020304" pitchFamily="18" charset="0"/>
            </a:rPr>
            <a:t>حجم الضرر المُحتمل</a:t>
          </a:r>
        </a:p>
      </dgm:t>
    </dgm:pt>
    <dgm:pt modelId="{B13028EB-AA20-4631-A108-DA6426AC0740}" type="parTrans" cxnId="{2B49DD8F-126F-46D4-A9E8-0B57BBB1EEB0}">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440D4EC8-72D4-4582-881A-2F54B1482096}" type="sibTrans" cxnId="{2B49DD8F-126F-46D4-A9E8-0B57BBB1EEB0}">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346C35CB-DB2E-4B2E-A725-3B37FBDE1CE4}">
      <dgm:prSet phldrT="[Text]"/>
      <dgm:spPr/>
      <dgm:t>
        <a:bodyPr rtlCol="1"/>
        <a:lstStyle/>
        <a:p>
          <a:pPr rtl="1"/>
          <a:r>
            <a:rPr lang="ar">
              <a:latin typeface="Times New Roman" panose="02020603050405020304" pitchFamily="18" charset="0"/>
              <a:cs typeface="Times New Roman" panose="02020603050405020304" pitchFamily="18" charset="0"/>
            </a:rPr>
            <a:t>أولوية المخاطر</a:t>
          </a:r>
        </a:p>
      </dgm:t>
    </dgm:pt>
    <dgm:pt modelId="{77A88CC9-6C74-4D9B-9027-4F7BD5CFCEF9}" type="parTrans" cxnId="{B455294B-A30D-4D7F-8081-D1BE0661BCB8}">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8D4B61BA-E470-4339-83D8-906E2824342C}" type="sibTrans" cxnId="{B455294B-A30D-4D7F-8081-D1BE0661BCB8}">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E546EF19-6420-47EE-BC3D-6E6BDC6E99E6}">
      <dgm:prSet phldrT="[Text]"/>
      <dgm:spPr/>
      <dgm:t>
        <a:bodyPr rtlCol="1"/>
        <a:lstStyle/>
        <a:p>
          <a:pPr rtl="1"/>
          <a:r>
            <a:rPr lang="ar">
              <a:latin typeface="Times New Roman" panose="02020603050405020304" pitchFamily="18" charset="0"/>
              <a:cs typeface="Times New Roman" panose="02020603050405020304" pitchFamily="18" charset="0"/>
            </a:rPr>
            <a:t>الضوابط المُطبقة للحد من المخاطر</a:t>
          </a:r>
        </a:p>
      </dgm:t>
    </dgm:pt>
    <dgm:pt modelId="{02FC4793-6808-4E64-8F7F-D0E6C25FC2B7}" type="parTrans" cxnId="{FFA4508F-97D5-49F1-8A2D-EE16666BD11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1BFD60C7-81B6-4C76-9EF9-8BBD86B1E9E8}" type="sibTrans" cxnId="{FFA4508F-97D5-49F1-8A2D-EE16666BD11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87C8E767-A54C-4B9A-8D5C-181ADDD882EE}" type="pres">
      <dgm:prSet presAssocID="{5215D7DA-AC7E-429E-9D10-1CD86E0310AA}" presName="diagram" presStyleCnt="0">
        <dgm:presLayoutVars>
          <dgm:dir/>
          <dgm:resizeHandles val="exact"/>
        </dgm:presLayoutVars>
      </dgm:prSet>
      <dgm:spPr/>
    </dgm:pt>
    <dgm:pt modelId="{C651BFA3-33AD-4B16-9567-1B5DAB450FDE}" type="pres">
      <dgm:prSet presAssocID="{CE0CD0A2-B988-4F51-8BFA-30CAE16DCD12}" presName="node" presStyleLbl="node1" presStyleIdx="0" presStyleCnt="5">
        <dgm:presLayoutVars>
          <dgm:bulletEnabled val="1"/>
        </dgm:presLayoutVars>
      </dgm:prSet>
      <dgm:spPr/>
    </dgm:pt>
    <dgm:pt modelId="{E00DF6B2-A475-4F29-ABF9-4126E3793BC9}" type="pres">
      <dgm:prSet presAssocID="{B2B0F13E-A402-4732-80D2-ED8EB11ECBC8}" presName="sibTrans" presStyleCnt="0"/>
      <dgm:spPr/>
    </dgm:pt>
    <dgm:pt modelId="{BDD030CE-ABB2-459D-B2F6-C45E0F890453}" type="pres">
      <dgm:prSet presAssocID="{B7578C28-8AE4-4E40-A182-EFC7D77CD3C1}" presName="node" presStyleLbl="node1" presStyleIdx="1" presStyleCnt="5">
        <dgm:presLayoutVars>
          <dgm:bulletEnabled val="1"/>
        </dgm:presLayoutVars>
      </dgm:prSet>
      <dgm:spPr/>
    </dgm:pt>
    <dgm:pt modelId="{5A3053A8-68A4-471D-8BFB-99734D30ADD5}" type="pres">
      <dgm:prSet presAssocID="{E293F8B6-B941-46EE-BEBC-BAF99F3E9A6A}" presName="sibTrans" presStyleCnt="0"/>
      <dgm:spPr/>
    </dgm:pt>
    <dgm:pt modelId="{C2E00073-62E2-4AAD-9C6B-F198CC4B8756}" type="pres">
      <dgm:prSet presAssocID="{C73528D3-787B-49F1-AEA2-7ADDBAF13975}" presName="node" presStyleLbl="node1" presStyleIdx="2" presStyleCnt="5">
        <dgm:presLayoutVars>
          <dgm:bulletEnabled val="1"/>
        </dgm:presLayoutVars>
      </dgm:prSet>
      <dgm:spPr/>
    </dgm:pt>
    <dgm:pt modelId="{3D30FAF4-DD56-44BE-B345-E067C00532F0}" type="pres">
      <dgm:prSet presAssocID="{440D4EC8-72D4-4582-881A-2F54B1482096}" presName="sibTrans" presStyleCnt="0"/>
      <dgm:spPr/>
    </dgm:pt>
    <dgm:pt modelId="{F31457C3-4FE9-41FA-9464-AF04AEE2FC77}" type="pres">
      <dgm:prSet presAssocID="{346C35CB-DB2E-4B2E-A725-3B37FBDE1CE4}" presName="node" presStyleLbl="node1" presStyleIdx="3" presStyleCnt="5">
        <dgm:presLayoutVars>
          <dgm:bulletEnabled val="1"/>
        </dgm:presLayoutVars>
      </dgm:prSet>
      <dgm:spPr/>
    </dgm:pt>
    <dgm:pt modelId="{DAACCD3C-7A00-4B43-9B14-0ED35FCD6CDF}" type="pres">
      <dgm:prSet presAssocID="{8D4B61BA-E470-4339-83D8-906E2824342C}" presName="sibTrans" presStyleCnt="0"/>
      <dgm:spPr/>
    </dgm:pt>
    <dgm:pt modelId="{1E6E711F-17B0-4EC9-BF19-9C7369C95332}" type="pres">
      <dgm:prSet presAssocID="{E546EF19-6420-47EE-BC3D-6E6BDC6E99E6}" presName="node" presStyleLbl="node1" presStyleIdx="4" presStyleCnt="5">
        <dgm:presLayoutVars>
          <dgm:bulletEnabled val="1"/>
        </dgm:presLayoutVars>
      </dgm:prSet>
      <dgm:spPr/>
    </dgm:pt>
  </dgm:ptLst>
  <dgm:cxnLst>
    <dgm:cxn modelId="{E2FF4404-82A7-4E95-ADAA-23C7E8368394}" srcId="{5215D7DA-AC7E-429E-9D10-1CD86E0310AA}" destId="{CE0CD0A2-B988-4F51-8BFA-30CAE16DCD12}" srcOrd="0" destOrd="0" parTransId="{7A56C0A6-EED6-436B-A407-183F3B085EDC}" sibTransId="{B2B0F13E-A402-4732-80D2-ED8EB11ECBC8}"/>
    <dgm:cxn modelId="{B9CF2835-649C-4B92-8A44-757E4989A124}" type="presOf" srcId="{E546EF19-6420-47EE-BC3D-6E6BDC6E99E6}" destId="{1E6E711F-17B0-4EC9-BF19-9C7369C95332}" srcOrd="0" destOrd="0" presId="urn:microsoft.com/office/officeart/2005/8/layout/default"/>
    <dgm:cxn modelId="{B455294B-A30D-4D7F-8081-D1BE0661BCB8}" srcId="{5215D7DA-AC7E-429E-9D10-1CD86E0310AA}" destId="{346C35CB-DB2E-4B2E-A725-3B37FBDE1CE4}" srcOrd="3" destOrd="0" parTransId="{77A88CC9-6C74-4D9B-9027-4F7BD5CFCEF9}" sibTransId="{8D4B61BA-E470-4339-83D8-906E2824342C}"/>
    <dgm:cxn modelId="{8877DC50-97CE-496A-ADB5-88730B319098}" type="presOf" srcId="{C73528D3-787B-49F1-AEA2-7ADDBAF13975}" destId="{C2E00073-62E2-4AAD-9C6B-F198CC4B8756}" srcOrd="0" destOrd="0" presId="urn:microsoft.com/office/officeart/2005/8/layout/default"/>
    <dgm:cxn modelId="{FFA4508F-97D5-49F1-8A2D-EE16666BD11F}" srcId="{5215D7DA-AC7E-429E-9D10-1CD86E0310AA}" destId="{E546EF19-6420-47EE-BC3D-6E6BDC6E99E6}" srcOrd="4" destOrd="0" parTransId="{02FC4793-6808-4E64-8F7F-D0E6C25FC2B7}" sibTransId="{1BFD60C7-81B6-4C76-9EF9-8BBD86B1E9E8}"/>
    <dgm:cxn modelId="{2B49DD8F-126F-46D4-A9E8-0B57BBB1EEB0}" srcId="{5215D7DA-AC7E-429E-9D10-1CD86E0310AA}" destId="{C73528D3-787B-49F1-AEA2-7ADDBAF13975}" srcOrd="2" destOrd="0" parTransId="{B13028EB-AA20-4631-A108-DA6426AC0740}" sibTransId="{440D4EC8-72D4-4582-881A-2F54B1482096}"/>
    <dgm:cxn modelId="{BBE338A1-BA5C-4BEF-A2E7-6F8F93D33EC4}" srcId="{5215D7DA-AC7E-429E-9D10-1CD86E0310AA}" destId="{B7578C28-8AE4-4E40-A182-EFC7D77CD3C1}" srcOrd="1" destOrd="0" parTransId="{C0CA5AB1-878A-4380-9DA3-B5E675CA1A59}" sibTransId="{E293F8B6-B941-46EE-BEBC-BAF99F3E9A6A}"/>
    <dgm:cxn modelId="{95732FA4-C80A-44B3-AF60-F065AA61D6E8}" type="presOf" srcId="{CE0CD0A2-B988-4F51-8BFA-30CAE16DCD12}" destId="{C651BFA3-33AD-4B16-9567-1B5DAB450FDE}" srcOrd="0" destOrd="0" presId="urn:microsoft.com/office/officeart/2005/8/layout/default"/>
    <dgm:cxn modelId="{C4F4B7A4-EA5D-44E4-980C-98DD0C301A1D}" type="presOf" srcId="{346C35CB-DB2E-4B2E-A725-3B37FBDE1CE4}" destId="{F31457C3-4FE9-41FA-9464-AF04AEE2FC77}" srcOrd="0" destOrd="0" presId="urn:microsoft.com/office/officeart/2005/8/layout/default"/>
    <dgm:cxn modelId="{646E51DD-4EB8-48D9-9B0A-8336C710B99C}" type="presOf" srcId="{5215D7DA-AC7E-429E-9D10-1CD86E0310AA}" destId="{87C8E767-A54C-4B9A-8D5C-181ADDD882EE}" srcOrd="0" destOrd="0" presId="urn:microsoft.com/office/officeart/2005/8/layout/default"/>
    <dgm:cxn modelId="{883F55DF-57C9-4751-9E18-27999CD5AD69}" type="presOf" srcId="{B7578C28-8AE4-4E40-A182-EFC7D77CD3C1}" destId="{BDD030CE-ABB2-459D-B2F6-C45E0F890453}" srcOrd="0" destOrd="0" presId="urn:microsoft.com/office/officeart/2005/8/layout/default"/>
    <dgm:cxn modelId="{536B9D31-A969-4877-B20F-36218489F11E}" type="presParOf" srcId="{87C8E767-A54C-4B9A-8D5C-181ADDD882EE}" destId="{C651BFA3-33AD-4B16-9567-1B5DAB450FDE}" srcOrd="0" destOrd="0" presId="urn:microsoft.com/office/officeart/2005/8/layout/default"/>
    <dgm:cxn modelId="{8B933E85-D419-42BC-9E7F-2685EDD61114}" type="presParOf" srcId="{87C8E767-A54C-4B9A-8D5C-181ADDD882EE}" destId="{E00DF6B2-A475-4F29-ABF9-4126E3793BC9}" srcOrd="1" destOrd="0" presId="urn:microsoft.com/office/officeart/2005/8/layout/default"/>
    <dgm:cxn modelId="{5B075833-3F4F-48D3-8405-51B08137E4FC}" type="presParOf" srcId="{87C8E767-A54C-4B9A-8D5C-181ADDD882EE}" destId="{BDD030CE-ABB2-459D-B2F6-C45E0F890453}" srcOrd="2" destOrd="0" presId="urn:microsoft.com/office/officeart/2005/8/layout/default"/>
    <dgm:cxn modelId="{41A9A91E-3005-4BD2-AA80-561C0C97872C}" type="presParOf" srcId="{87C8E767-A54C-4B9A-8D5C-181ADDD882EE}" destId="{5A3053A8-68A4-471D-8BFB-99734D30ADD5}" srcOrd="3" destOrd="0" presId="urn:microsoft.com/office/officeart/2005/8/layout/default"/>
    <dgm:cxn modelId="{107E7EEA-A493-4CE8-B1B0-B7BB0C8CF6B5}" type="presParOf" srcId="{87C8E767-A54C-4B9A-8D5C-181ADDD882EE}" destId="{C2E00073-62E2-4AAD-9C6B-F198CC4B8756}" srcOrd="4" destOrd="0" presId="urn:microsoft.com/office/officeart/2005/8/layout/default"/>
    <dgm:cxn modelId="{BF53AD8B-EEFD-44CE-BE7C-E565C8C687BC}" type="presParOf" srcId="{87C8E767-A54C-4B9A-8D5C-181ADDD882EE}" destId="{3D30FAF4-DD56-44BE-B345-E067C00532F0}" srcOrd="5" destOrd="0" presId="urn:microsoft.com/office/officeart/2005/8/layout/default"/>
    <dgm:cxn modelId="{6997C24F-EA57-4324-9448-2B131A41B550}" type="presParOf" srcId="{87C8E767-A54C-4B9A-8D5C-181ADDD882EE}" destId="{F31457C3-4FE9-41FA-9464-AF04AEE2FC77}" srcOrd="6" destOrd="0" presId="urn:microsoft.com/office/officeart/2005/8/layout/default"/>
    <dgm:cxn modelId="{8CABC34A-05EE-4813-93C5-D189A18B6EAF}" type="presParOf" srcId="{87C8E767-A54C-4B9A-8D5C-181ADDD882EE}" destId="{DAACCD3C-7A00-4B43-9B14-0ED35FCD6CDF}" srcOrd="7" destOrd="0" presId="urn:microsoft.com/office/officeart/2005/8/layout/default"/>
    <dgm:cxn modelId="{4E2D0873-17F5-4C54-B2BE-172DCBCCBE31}" type="presParOf" srcId="{87C8E767-A54C-4B9A-8D5C-181ADDD882EE}" destId="{1E6E711F-17B0-4EC9-BF19-9C7369C95332}"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184851-7432-4B24-A759-FCAB6BD7AE72}" type="doc">
      <dgm:prSet loTypeId="urn:microsoft.com/office/officeart/2005/8/layout/cycle6" loCatId="cycle" qsTypeId="urn:microsoft.com/office/officeart/2005/8/quickstyle/simple1" qsCatId="simple" csTypeId="urn:microsoft.com/office/officeart/2005/8/colors/accent1_2" csCatId="accent1" phldr="1"/>
      <dgm:spPr/>
      <dgm:t>
        <a:bodyPr rtlCol="1"/>
        <a:lstStyle/>
        <a:p>
          <a:pPr rtl="1"/>
          <a:endParaRPr lang="en-GB"/>
        </a:p>
      </dgm:t>
    </dgm:pt>
    <dgm:pt modelId="{5740631C-4C0E-4AA3-801D-8FC1EF2766C8}">
      <dgm:prSet phldrT="[Text]" custT="1"/>
      <dgm:spPr/>
      <dgm:t>
        <a:bodyPr rtlCol="1"/>
        <a:lstStyle/>
        <a:p>
          <a:pPr rtl="1"/>
          <a:r>
            <a:rPr lang="ar" sz="1600" dirty="0">
              <a:latin typeface="Times New Roman" panose="02020603050405020304" pitchFamily="18" charset="0"/>
              <a:cs typeface="Times New Roman" panose="02020603050405020304" pitchFamily="18" charset="0"/>
            </a:rPr>
            <a:t>تناول الطعام</a:t>
          </a:r>
        </a:p>
      </dgm:t>
    </dgm:pt>
    <dgm:pt modelId="{54819524-B7AD-492C-9CA3-EC73B57810F0}" type="parTrans" cxnId="{AF1D953D-2073-4640-A258-9E95C5DACC21}">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9AC2C7ED-7F99-461B-99F4-03AAC4EB7BE3}" type="sibTrans" cxnId="{AF1D953D-2073-4640-A258-9E95C5DACC21}">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7E1B367E-691E-496A-909A-9BC13030C6F2}">
      <dgm:prSet custT="1"/>
      <dgm:spPr/>
      <dgm:t>
        <a:bodyPr rtlCol="1"/>
        <a:lstStyle/>
        <a:p>
          <a:pPr rtl="1"/>
          <a:r>
            <a:rPr lang="ar" sz="1600" dirty="0">
              <a:latin typeface="Times New Roman" panose="02020603050405020304" pitchFamily="18" charset="0"/>
              <a:cs typeface="Times New Roman" panose="02020603050405020304" pitchFamily="18" charset="0"/>
            </a:rPr>
            <a:t>العناية الشخصية                        </a:t>
          </a:r>
        </a:p>
      </dgm:t>
    </dgm:pt>
    <dgm:pt modelId="{14F825F7-EDCF-44BE-A18A-04CB883BC2ED}" type="parTrans" cxnId="{23481065-B76D-4154-A3C1-389E9E3E658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6C99A5BC-1C0E-4254-A02A-D52C1A3932EC}" type="sibTrans" cxnId="{23481065-B76D-4154-A3C1-389E9E3E6585}">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0C7FC153-4212-45D7-9C30-DBD94CC32666}">
      <dgm:prSet custT="1"/>
      <dgm:spPr/>
      <dgm:t>
        <a:bodyPr rtlCol="1"/>
        <a:lstStyle/>
        <a:p>
          <a:pPr rtl="1"/>
          <a:r>
            <a:rPr lang="ar" sz="1600" b="1" dirty="0">
              <a:latin typeface="Times New Roman" panose="02020603050405020304" pitchFamily="18" charset="0"/>
              <a:cs typeface="Times New Roman" panose="02020603050405020304" pitchFamily="18" charset="0"/>
            </a:rPr>
            <a:t>تحضير الطعام</a:t>
          </a:r>
        </a:p>
      </dgm:t>
    </dgm:pt>
    <dgm:pt modelId="{25EAB65A-36CD-4AEB-9679-21C56ACB93B8}" type="parTrans" cxnId="{58A9E303-9D52-4098-8A69-B729036BAA80}">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6D05EB4F-F6DF-4423-BEA9-B25C7A26F718}" type="sibTrans" cxnId="{58A9E303-9D52-4098-8A69-B729036BAA80}">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CD2B644C-3A4E-4FD7-B6A7-A4E8E0C976C9}">
      <dgm:prSet/>
      <dgm:spPr/>
      <dgm:t>
        <a:bodyPr rtlCol="1"/>
        <a:lstStyle/>
        <a:p>
          <a:pPr rtl="1"/>
          <a:r>
            <a:rPr lang="ar">
              <a:latin typeface="Times New Roman" panose="02020603050405020304" pitchFamily="18" charset="0"/>
              <a:cs typeface="Times New Roman" panose="02020603050405020304" pitchFamily="18" charset="0"/>
            </a:rPr>
            <a:t>التنقل والسفر </a:t>
          </a:r>
        </a:p>
      </dgm:t>
    </dgm:pt>
    <dgm:pt modelId="{328D3A48-ECA0-4EFD-BEB9-6FEC8DC48C5F}" type="parTrans" cxnId="{BC7541EA-6439-42A6-9954-2CC68133967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4A185BB3-8966-4B0C-AA10-BEC0AD1E0122}" type="sibTrans" cxnId="{BC7541EA-6439-42A6-9954-2CC68133967F}">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1CAB9129-17E4-44B0-AE63-805437DF1FD3}">
      <dgm:prSet custT="1"/>
      <dgm:spPr/>
      <dgm:t>
        <a:bodyPr rtlCol="1"/>
        <a:lstStyle/>
        <a:p>
          <a:pPr rtl="1"/>
          <a:r>
            <a:rPr lang="ar" sz="1600" dirty="0">
              <a:latin typeface="Times New Roman" panose="02020603050405020304" pitchFamily="18" charset="0"/>
              <a:cs typeface="Times New Roman" panose="02020603050405020304" pitchFamily="18" charset="0"/>
            </a:rPr>
            <a:t>العمل أو التعليم                 </a:t>
          </a:r>
        </a:p>
      </dgm:t>
    </dgm:pt>
    <dgm:pt modelId="{8F0BDB09-5618-49B1-ADFE-C268BCE84E32}" type="parTrans" cxnId="{6E2121AF-6C1B-4251-A498-55721DDE3388}">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4442BF33-0029-4CB1-8BD0-300983F885E1}" type="sibTrans" cxnId="{6E2121AF-6C1B-4251-A498-55721DDE3388}">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03DD6069-A833-4B7A-9B47-A972F9CE09E6}">
      <dgm:prSet custT="1"/>
      <dgm:spPr/>
      <dgm:t>
        <a:bodyPr rtlCol="1"/>
        <a:lstStyle/>
        <a:p>
          <a:pPr rtl="1"/>
          <a:r>
            <a:rPr lang="ar" sz="1400" dirty="0">
              <a:latin typeface="Times New Roman" panose="02020603050405020304" pitchFamily="18" charset="0"/>
              <a:cs typeface="Times New Roman" panose="02020603050405020304" pitchFamily="18" charset="0"/>
            </a:rPr>
            <a:t>الهوايات/النشاطات الترفيهية</a:t>
          </a:r>
        </a:p>
      </dgm:t>
    </dgm:pt>
    <dgm:pt modelId="{53B24596-FED3-4296-AEB7-007CE4510640}" type="parTrans" cxnId="{4450EE86-0EF3-4083-8808-83152C58F227}">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23DCE7AB-5DEC-47F9-8A69-29C90C13F551}" type="sibTrans" cxnId="{4450EE86-0EF3-4083-8808-83152C58F227}">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D27B5797-D155-4BAB-AEB3-DDE35505090C}" type="pres">
      <dgm:prSet presAssocID="{39184851-7432-4B24-A759-FCAB6BD7AE72}" presName="cycle" presStyleCnt="0">
        <dgm:presLayoutVars>
          <dgm:dir/>
          <dgm:resizeHandles val="exact"/>
        </dgm:presLayoutVars>
      </dgm:prSet>
      <dgm:spPr/>
    </dgm:pt>
    <dgm:pt modelId="{69988645-5394-4607-968B-A7E0914B6E50}" type="pres">
      <dgm:prSet presAssocID="{CD2B644C-3A4E-4FD7-B6A7-A4E8E0C976C9}" presName="node" presStyleLbl="node1" presStyleIdx="0" presStyleCnt="6">
        <dgm:presLayoutVars>
          <dgm:bulletEnabled val="1"/>
        </dgm:presLayoutVars>
      </dgm:prSet>
      <dgm:spPr/>
    </dgm:pt>
    <dgm:pt modelId="{6910C029-E864-4F87-8D4F-63F0F0484811}" type="pres">
      <dgm:prSet presAssocID="{CD2B644C-3A4E-4FD7-B6A7-A4E8E0C976C9}" presName="spNode" presStyleCnt="0"/>
      <dgm:spPr/>
    </dgm:pt>
    <dgm:pt modelId="{46775763-9959-494D-A339-B62AA5EAC7AB}" type="pres">
      <dgm:prSet presAssocID="{4A185BB3-8966-4B0C-AA10-BEC0AD1E0122}" presName="sibTrans" presStyleLbl="sibTrans1D1" presStyleIdx="0" presStyleCnt="6"/>
      <dgm:spPr/>
    </dgm:pt>
    <dgm:pt modelId="{A10DC65A-9B5F-494E-B6B6-A1FD06C647AB}" type="pres">
      <dgm:prSet presAssocID="{0C7FC153-4212-45D7-9C30-DBD94CC32666}" presName="node" presStyleLbl="node1" presStyleIdx="1" presStyleCnt="6">
        <dgm:presLayoutVars>
          <dgm:bulletEnabled val="1"/>
        </dgm:presLayoutVars>
      </dgm:prSet>
      <dgm:spPr/>
    </dgm:pt>
    <dgm:pt modelId="{C6B4340E-9324-4946-90D0-54F9F63EA211}" type="pres">
      <dgm:prSet presAssocID="{0C7FC153-4212-45D7-9C30-DBD94CC32666}" presName="spNode" presStyleCnt="0"/>
      <dgm:spPr/>
    </dgm:pt>
    <dgm:pt modelId="{2DFCF5FA-47DC-4599-8587-CC54E5F35D56}" type="pres">
      <dgm:prSet presAssocID="{6D05EB4F-F6DF-4423-BEA9-B25C7A26F718}" presName="sibTrans" presStyleLbl="sibTrans1D1" presStyleIdx="1" presStyleCnt="6"/>
      <dgm:spPr/>
    </dgm:pt>
    <dgm:pt modelId="{62519AD4-194B-42EA-BD26-32F2E91F657A}" type="pres">
      <dgm:prSet presAssocID="{7E1B367E-691E-496A-909A-9BC13030C6F2}" presName="node" presStyleLbl="node1" presStyleIdx="2" presStyleCnt="6">
        <dgm:presLayoutVars>
          <dgm:bulletEnabled val="1"/>
        </dgm:presLayoutVars>
      </dgm:prSet>
      <dgm:spPr/>
    </dgm:pt>
    <dgm:pt modelId="{EC8ED658-9AF7-453F-BC81-04DF893C7A6F}" type="pres">
      <dgm:prSet presAssocID="{7E1B367E-691E-496A-909A-9BC13030C6F2}" presName="spNode" presStyleCnt="0"/>
      <dgm:spPr/>
    </dgm:pt>
    <dgm:pt modelId="{CC4C996D-BDAF-4C27-A15B-23B1F30DB2AD}" type="pres">
      <dgm:prSet presAssocID="{6C99A5BC-1C0E-4254-A02A-D52C1A3932EC}" presName="sibTrans" presStyleLbl="sibTrans1D1" presStyleIdx="2" presStyleCnt="6"/>
      <dgm:spPr/>
    </dgm:pt>
    <dgm:pt modelId="{3513F17B-A43A-4C82-B79E-25B337AC59E7}" type="pres">
      <dgm:prSet presAssocID="{5740631C-4C0E-4AA3-801D-8FC1EF2766C8}" presName="node" presStyleLbl="node1" presStyleIdx="3" presStyleCnt="6">
        <dgm:presLayoutVars>
          <dgm:bulletEnabled val="1"/>
        </dgm:presLayoutVars>
      </dgm:prSet>
      <dgm:spPr/>
    </dgm:pt>
    <dgm:pt modelId="{E796A243-8AF8-4CA6-904F-878BC21762E5}" type="pres">
      <dgm:prSet presAssocID="{5740631C-4C0E-4AA3-801D-8FC1EF2766C8}" presName="spNode" presStyleCnt="0"/>
      <dgm:spPr/>
    </dgm:pt>
    <dgm:pt modelId="{A3F02224-DEF1-46BF-BDC2-88577497663E}" type="pres">
      <dgm:prSet presAssocID="{9AC2C7ED-7F99-461B-99F4-03AAC4EB7BE3}" presName="sibTrans" presStyleLbl="sibTrans1D1" presStyleIdx="3" presStyleCnt="6"/>
      <dgm:spPr/>
    </dgm:pt>
    <dgm:pt modelId="{96562070-4A89-498C-970D-6DB52C87996A}" type="pres">
      <dgm:prSet presAssocID="{1CAB9129-17E4-44B0-AE63-805437DF1FD3}" presName="node" presStyleLbl="node1" presStyleIdx="4" presStyleCnt="6">
        <dgm:presLayoutVars>
          <dgm:bulletEnabled val="1"/>
        </dgm:presLayoutVars>
      </dgm:prSet>
      <dgm:spPr/>
    </dgm:pt>
    <dgm:pt modelId="{372F8689-178F-494F-97EF-D7C6E27F0365}" type="pres">
      <dgm:prSet presAssocID="{1CAB9129-17E4-44B0-AE63-805437DF1FD3}" presName="spNode" presStyleCnt="0"/>
      <dgm:spPr/>
    </dgm:pt>
    <dgm:pt modelId="{2F7C34F4-3266-4094-A25F-B485865F668E}" type="pres">
      <dgm:prSet presAssocID="{4442BF33-0029-4CB1-8BD0-300983F885E1}" presName="sibTrans" presStyleLbl="sibTrans1D1" presStyleIdx="4" presStyleCnt="6"/>
      <dgm:spPr/>
    </dgm:pt>
    <dgm:pt modelId="{3B03AAAC-D669-4ED9-89CA-D9CAA8412E34}" type="pres">
      <dgm:prSet presAssocID="{03DD6069-A833-4B7A-9B47-A972F9CE09E6}" presName="node" presStyleLbl="node1" presStyleIdx="5" presStyleCnt="6">
        <dgm:presLayoutVars>
          <dgm:bulletEnabled val="1"/>
        </dgm:presLayoutVars>
      </dgm:prSet>
      <dgm:spPr/>
    </dgm:pt>
    <dgm:pt modelId="{E9098DC4-1AAE-447D-A931-3EACC61B527E}" type="pres">
      <dgm:prSet presAssocID="{03DD6069-A833-4B7A-9B47-A972F9CE09E6}" presName="spNode" presStyleCnt="0"/>
      <dgm:spPr/>
    </dgm:pt>
    <dgm:pt modelId="{5E625FFC-6452-40D1-AF28-3403C14434FF}" type="pres">
      <dgm:prSet presAssocID="{23DCE7AB-5DEC-47F9-8A69-29C90C13F551}" presName="sibTrans" presStyleLbl="sibTrans1D1" presStyleIdx="5" presStyleCnt="6"/>
      <dgm:spPr/>
    </dgm:pt>
  </dgm:ptLst>
  <dgm:cxnLst>
    <dgm:cxn modelId="{58A9E303-9D52-4098-8A69-B729036BAA80}" srcId="{39184851-7432-4B24-A759-FCAB6BD7AE72}" destId="{0C7FC153-4212-45D7-9C30-DBD94CC32666}" srcOrd="1" destOrd="0" parTransId="{25EAB65A-36CD-4AEB-9679-21C56ACB93B8}" sibTransId="{6D05EB4F-F6DF-4423-BEA9-B25C7A26F718}"/>
    <dgm:cxn modelId="{0A719209-9A9E-4AF9-8133-6CFC580A72B7}" type="presOf" srcId="{CD2B644C-3A4E-4FD7-B6A7-A4E8E0C976C9}" destId="{69988645-5394-4607-968B-A7E0914B6E50}" srcOrd="0" destOrd="0" presId="urn:microsoft.com/office/officeart/2005/8/layout/cycle6"/>
    <dgm:cxn modelId="{82689824-18F6-4B4B-8CA2-D3BF8BCDF786}" type="presOf" srcId="{23DCE7AB-5DEC-47F9-8A69-29C90C13F551}" destId="{5E625FFC-6452-40D1-AF28-3403C14434FF}" srcOrd="0" destOrd="0" presId="urn:microsoft.com/office/officeart/2005/8/layout/cycle6"/>
    <dgm:cxn modelId="{16ACEB39-7B23-4CF0-A86B-7E52296D2956}" type="presOf" srcId="{39184851-7432-4B24-A759-FCAB6BD7AE72}" destId="{D27B5797-D155-4BAB-AEB3-DDE35505090C}" srcOrd="0" destOrd="0" presId="urn:microsoft.com/office/officeart/2005/8/layout/cycle6"/>
    <dgm:cxn modelId="{AF1D953D-2073-4640-A258-9E95C5DACC21}" srcId="{39184851-7432-4B24-A759-FCAB6BD7AE72}" destId="{5740631C-4C0E-4AA3-801D-8FC1EF2766C8}" srcOrd="3" destOrd="0" parTransId="{54819524-B7AD-492C-9CA3-EC73B57810F0}" sibTransId="{9AC2C7ED-7F99-461B-99F4-03AAC4EB7BE3}"/>
    <dgm:cxn modelId="{23481065-B76D-4154-A3C1-389E9E3E6585}" srcId="{39184851-7432-4B24-A759-FCAB6BD7AE72}" destId="{7E1B367E-691E-496A-909A-9BC13030C6F2}" srcOrd="2" destOrd="0" parTransId="{14F825F7-EDCF-44BE-A18A-04CB883BC2ED}" sibTransId="{6C99A5BC-1C0E-4254-A02A-D52C1A3932EC}"/>
    <dgm:cxn modelId="{C000076A-CA5D-4449-94C0-BE56D54F2906}" type="presOf" srcId="{6C99A5BC-1C0E-4254-A02A-D52C1A3932EC}" destId="{CC4C996D-BDAF-4C27-A15B-23B1F30DB2AD}" srcOrd="0" destOrd="0" presId="urn:microsoft.com/office/officeart/2005/8/layout/cycle6"/>
    <dgm:cxn modelId="{A71BBA70-6461-4F46-A75D-79E7F86DD7FA}" type="presOf" srcId="{4A185BB3-8966-4B0C-AA10-BEC0AD1E0122}" destId="{46775763-9959-494D-A339-B62AA5EAC7AB}" srcOrd="0" destOrd="0" presId="urn:microsoft.com/office/officeart/2005/8/layout/cycle6"/>
    <dgm:cxn modelId="{B5285878-1430-4FA9-9BD8-AE876F41A4BB}" type="presOf" srcId="{03DD6069-A833-4B7A-9B47-A972F9CE09E6}" destId="{3B03AAAC-D669-4ED9-89CA-D9CAA8412E34}" srcOrd="0" destOrd="0" presId="urn:microsoft.com/office/officeart/2005/8/layout/cycle6"/>
    <dgm:cxn modelId="{3CC62D7C-B55C-4494-8E69-5A37D19B5EA0}" type="presOf" srcId="{4442BF33-0029-4CB1-8BD0-300983F885E1}" destId="{2F7C34F4-3266-4094-A25F-B485865F668E}" srcOrd="0" destOrd="0" presId="urn:microsoft.com/office/officeart/2005/8/layout/cycle6"/>
    <dgm:cxn modelId="{4450EE86-0EF3-4083-8808-83152C58F227}" srcId="{39184851-7432-4B24-A759-FCAB6BD7AE72}" destId="{03DD6069-A833-4B7A-9B47-A972F9CE09E6}" srcOrd="5" destOrd="0" parTransId="{53B24596-FED3-4296-AEB7-007CE4510640}" sibTransId="{23DCE7AB-5DEC-47F9-8A69-29C90C13F551}"/>
    <dgm:cxn modelId="{D95B808D-E6C2-4781-87EA-57EBDD7B4011}" type="presOf" srcId="{0C7FC153-4212-45D7-9C30-DBD94CC32666}" destId="{A10DC65A-9B5F-494E-B6B6-A1FD06C647AB}" srcOrd="0" destOrd="0" presId="urn:microsoft.com/office/officeart/2005/8/layout/cycle6"/>
    <dgm:cxn modelId="{5FB95693-32C0-4689-BE08-21BF54392214}" type="presOf" srcId="{6D05EB4F-F6DF-4423-BEA9-B25C7A26F718}" destId="{2DFCF5FA-47DC-4599-8587-CC54E5F35D56}" srcOrd="0" destOrd="0" presId="urn:microsoft.com/office/officeart/2005/8/layout/cycle6"/>
    <dgm:cxn modelId="{A779059D-355F-4F5B-94D2-F2306CE5544E}" type="presOf" srcId="{9AC2C7ED-7F99-461B-99F4-03AAC4EB7BE3}" destId="{A3F02224-DEF1-46BF-BDC2-88577497663E}" srcOrd="0" destOrd="0" presId="urn:microsoft.com/office/officeart/2005/8/layout/cycle6"/>
    <dgm:cxn modelId="{7CC380A0-A2EE-49BD-A4F0-04D59D4397A5}" type="presOf" srcId="{1CAB9129-17E4-44B0-AE63-805437DF1FD3}" destId="{96562070-4A89-498C-970D-6DB52C87996A}" srcOrd="0" destOrd="0" presId="urn:microsoft.com/office/officeart/2005/8/layout/cycle6"/>
    <dgm:cxn modelId="{6E2121AF-6C1B-4251-A498-55721DDE3388}" srcId="{39184851-7432-4B24-A759-FCAB6BD7AE72}" destId="{1CAB9129-17E4-44B0-AE63-805437DF1FD3}" srcOrd="4" destOrd="0" parTransId="{8F0BDB09-5618-49B1-ADFE-C268BCE84E32}" sibTransId="{4442BF33-0029-4CB1-8BD0-300983F885E1}"/>
    <dgm:cxn modelId="{E9C990BC-D581-4D76-B1B2-598FFDABDB00}" type="presOf" srcId="{7E1B367E-691E-496A-909A-9BC13030C6F2}" destId="{62519AD4-194B-42EA-BD26-32F2E91F657A}" srcOrd="0" destOrd="0" presId="urn:microsoft.com/office/officeart/2005/8/layout/cycle6"/>
    <dgm:cxn modelId="{168E36D8-4351-4BDD-BF0A-2B1175A0D3B1}" type="presOf" srcId="{5740631C-4C0E-4AA3-801D-8FC1EF2766C8}" destId="{3513F17B-A43A-4C82-B79E-25B337AC59E7}" srcOrd="0" destOrd="0" presId="urn:microsoft.com/office/officeart/2005/8/layout/cycle6"/>
    <dgm:cxn modelId="{BC7541EA-6439-42A6-9954-2CC68133967F}" srcId="{39184851-7432-4B24-A759-FCAB6BD7AE72}" destId="{CD2B644C-3A4E-4FD7-B6A7-A4E8E0C976C9}" srcOrd="0" destOrd="0" parTransId="{328D3A48-ECA0-4EFD-BEB9-6FEC8DC48C5F}" sibTransId="{4A185BB3-8966-4B0C-AA10-BEC0AD1E0122}"/>
    <dgm:cxn modelId="{4ED2954E-FDD4-43E5-8561-4016575E9337}" type="presParOf" srcId="{D27B5797-D155-4BAB-AEB3-DDE35505090C}" destId="{69988645-5394-4607-968B-A7E0914B6E50}" srcOrd="0" destOrd="0" presId="urn:microsoft.com/office/officeart/2005/8/layout/cycle6"/>
    <dgm:cxn modelId="{8B9B8A04-2DD1-47FE-B9B3-96A19B51DF93}" type="presParOf" srcId="{D27B5797-D155-4BAB-AEB3-DDE35505090C}" destId="{6910C029-E864-4F87-8D4F-63F0F0484811}" srcOrd="1" destOrd="0" presId="urn:microsoft.com/office/officeart/2005/8/layout/cycle6"/>
    <dgm:cxn modelId="{7D561DAA-8050-465C-AB55-951838CEEAA1}" type="presParOf" srcId="{D27B5797-D155-4BAB-AEB3-DDE35505090C}" destId="{46775763-9959-494D-A339-B62AA5EAC7AB}" srcOrd="2" destOrd="0" presId="urn:microsoft.com/office/officeart/2005/8/layout/cycle6"/>
    <dgm:cxn modelId="{5C97CB44-32AF-4D9B-A346-A3C427D8D3B3}" type="presParOf" srcId="{D27B5797-D155-4BAB-AEB3-DDE35505090C}" destId="{A10DC65A-9B5F-494E-B6B6-A1FD06C647AB}" srcOrd="3" destOrd="0" presId="urn:microsoft.com/office/officeart/2005/8/layout/cycle6"/>
    <dgm:cxn modelId="{2179DF93-7D97-4BB5-B7C4-A1F690A83098}" type="presParOf" srcId="{D27B5797-D155-4BAB-AEB3-DDE35505090C}" destId="{C6B4340E-9324-4946-90D0-54F9F63EA211}" srcOrd="4" destOrd="0" presId="urn:microsoft.com/office/officeart/2005/8/layout/cycle6"/>
    <dgm:cxn modelId="{E7293BD9-0216-4028-AC27-20EF96AA80DA}" type="presParOf" srcId="{D27B5797-D155-4BAB-AEB3-DDE35505090C}" destId="{2DFCF5FA-47DC-4599-8587-CC54E5F35D56}" srcOrd="5" destOrd="0" presId="urn:microsoft.com/office/officeart/2005/8/layout/cycle6"/>
    <dgm:cxn modelId="{C536AAD5-E5EC-4353-B5FB-DF896127E0C3}" type="presParOf" srcId="{D27B5797-D155-4BAB-AEB3-DDE35505090C}" destId="{62519AD4-194B-42EA-BD26-32F2E91F657A}" srcOrd="6" destOrd="0" presId="urn:microsoft.com/office/officeart/2005/8/layout/cycle6"/>
    <dgm:cxn modelId="{F96E81D0-BA69-470C-B63A-FE53C4BDD907}" type="presParOf" srcId="{D27B5797-D155-4BAB-AEB3-DDE35505090C}" destId="{EC8ED658-9AF7-453F-BC81-04DF893C7A6F}" srcOrd="7" destOrd="0" presId="urn:microsoft.com/office/officeart/2005/8/layout/cycle6"/>
    <dgm:cxn modelId="{1E45595A-2B61-4005-BE02-49AAF3CA3D4D}" type="presParOf" srcId="{D27B5797-D155-4BAB-AEB3-DDE35505090C}" destId="{CC4C996D-BDAF-4C27-A15B-23B1F30DB2AD}" srcOrd="8" destOrd="0" presId="urn:microsoft.com/office/officeart/2005/8/layout/cycle6"/>
    <dgm:cxn modelId="{B8503208-CC50-42C1-BD95-811FE7B3E237}" type="presParOf" srcId="{D27B5797-D155-4BAB-AEB3-DDE35505090C}" destId="{3513F17B-A43A-4C82-B79E-25B337AC59E7}" srcOrd="9" destOrd="0" presId="urn:microsoft.com/office/officeart/2005/8/layout/cycle6"/>
    <dgm:cxn modelId="{8EEF4BDA-D985-4DCC-8B4F-21924539242D}" type="presParOf" srcId="{D27B5797-D155-4BAB-AEB3-DDE35505090C}" destId="{E796A243-8AF8-4CA6-904F-878BC21762E5}" srcOrd="10" destOrd="0" presId="urn:microsoft.com/office/officeart/2005/8/layout/cycle6"/>
    <dgm:cxn modelId="{A226DDFD-E942-4CBC-9F22-602FC8D08595}" type="presParOf" srcId="{D27B5797-D155-4BAB-AEB3-DDE35505090C}" destId="{A3F02224-DEF1-46BF-BDC2-88577497663E}" srcOrd="11" destOrd="0" presId="urn:microsoft.com/office/officeart/2005/8/layout/cycle6"/>
    <dgm:cxn modelId="{D1612057-02CF-453F-9AE1-3A0212289B03}" type="presParOf" srcId="{D27B5797-D155-4BAB-AEB3-DDE35505090C}" destId="{96562070-4A89-498C-970D-6DB52C87996A}" srcOrd="12" destOrd="0" presId="urn:microsoft.com/office/officeart/2005/8/layout/cycle6"/>
    <dgm:cxn modelId="{06078C8A-34F4-4651-B1D9-74DEC9BC9AD0}" type="presParOf" srcId="{D27B5797-D155-4BAB-AEB3-DDE35505090C}" destId="{372F8689-178F-494F-97EF-D7C6E27F0365}" srcOrd="13" destOrd="0" presId="urn:microsoft.com/office/officeart/2005/8/layout/cycle6"/>
    <dgm:cxn modelId="{E0161CF3-E3D0-473D-A609-4F9E01EBBEE7}" type="presParOf" srcId="{D27B5797-D155-4BAB-AEB3-DDE35505090C}" destId="{2F7C34F4-3266-4094-A25F-B485865F668E}" srcOrd="14" destOrd="0" presId="urn:microsoft.com/office/officeart/2005/8/layout/cycle6"/>
    <dgm:cxn modelId="{5A5636FA-DCC9-436C-AAF0-CEB8F7EA427F}" type="presParOf" srcId="{D27B5797-D155-4BAB-AEB3-DDE35505090C}" destId="{3B03AAAC-D669-4ED9-89CA-D9CAA8412E34}" srcOrd="15" destOrd="0" presId="urn:microsoft.com/office/officeart/2005/8/layout/cycle6"/>
    <dgm:cxn modelId="{CFFE04D9-9FD1-4742-80D7-B9893903E042}" type="presParOf" srcId="{D27B5797-D155-4BAB-AEB3-DDE35505090C}" destId="{E9098DC4-1AAE-447D-A931-3EACC61B527E}" srcOrd="16" destOrd="0" presId="urn:microsoft.com/office/officeart/2005/8/layout/cycle6"/>
    <dgm:cxn modelId="{45D142E0-7645-4453-9192-1C85892C59C4}" type="presParOf" srcId="{D27B5797-D155-4BAB-AEB3-DDE35505090C}" destId="{5E625FFC-6452-40D1-AF28-3403C14434FF}" srcOrd="17"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10A88-AB35-4EBB-8478-01DED5811A22}">
      <dsp:nvSpPr>
        <dsp:cNvPr id="0" name=""/>
        <dsp:cNvSpPr/>
      </dsp:nvSpPr>
      <dsp:spPr>
        <a:xfrm>
          <a:off x="0" y="15077"/>
          <a:ext cx="5111751" cy="865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rtlCol="1" anchor="ctr" anchorCtr="0">
          <a:noAutofit/>
        </a:bodyPr>
        <a:lstStyle/>
        <a:p>
          <a:pPr marL="0" lvl="0" indent="0" algn="ctr" defTabSz="1644650" rtl="1">
            <a:lnSpc>
              <a:spcPct val="90000"/>
            </a:lnSpc>
            <a:spcBef>
              <a:spcPct val="0"/>
            </a:spcBef>
            <a:spcAft>
              <a:spcPct val="35000"/>
            </a:spcAft>
            <a:buNone/>
          </a:pPr>
          <a:r>
            <a:rPr lang="ar" sz="3700" kern="1200" dirty="0">
              <a:latin typeface="Times New Roman" panose="02020603050405020304" pitchFamily="18" charset="0"/>
              <a:cs typeface="Times New Roman" panose="02020603050405020304" pitchFamily="18" charset="0"/>
            </a:rPr>
            <a:t>التهوية</a:t>
          </a:r>
        </a:p>
      </dsp:txBody>
      <dsp:txXfrm>
        <a:off x="42265" y="57342"/>
        <a:ext cx="5027221" cy="781270"/>
      </dsp:txXfrm>
    </dsp:sp>
    <dsp:sp modelId="{9CC7D98B-EEB0-4439-81CA-7A77745C949D}">
      <dsp:nvSpPr>
        <dsp:cNvPr id="0" name=""/>
        <dsp:cNvSpPr/>
      </dsp:nvSpPr>
      <dsp:spPr>
        <a:xfrm>
          <a:off x="0" y="987437"/>
          <a:ext cx="5111751" cy="865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rtlCol="1" anchor="ctr" anchorCtr="0">
          <a:noAutofit/>
        </a:bodyPr>
        <a:lstStyle/>
        <a:p>
          <a:pPr marL="0" lvl="0" indent="0" algn="ctr" defTabSz="1644650" rtl="1">
            <a:lnSpc>
              <a:spcPct val="90000"/>
            </a:lnSpc>
            <a:spcBef>
              <a:spcPct val="0"/>
            </a:spcBef>
            <a:spcAft>
              <a:spcPct val="35000"/>
            </a:spcAft>
            <a:buNone/>
          </a:pPr>
          <a:r>
            <a:rPr lang="ar" sz="3700" kern="1200" dirty="0">
              <a:latin typeface="Times New Roman" panose="02020603050405020304" pitchFamily="18" charset="0"/>
              <a:cs typeface="Times New Roman" panose="02020603050405020304" pitchFamily="18" charset="0"/>
            </a:rPr>
            <a:t>الاستراحات</a:t>
          </a:r>
        </a:p>
      </dsp:txBody>
      <dsp:txXfrm>
        <a:off x="42265" y="1029702"/>
        <a:ext cx="5027221" cy="781270"/>
      </dsp:txXfrm>
    </dsp:sp>
    <dsp:sp modelId="{E6B26632-691A-4E76-9BC0-D9B4837658ED}">
      <dsp:nvSpPr>
        <dsp:cNvPr id="0" name=""/>
        <dsp:cNvSpPr/>
      </dsp:nvSpPr>
      <dsp:spPr>
        <a:xfrm>
          <a:off x="0" y="1959797"/>
          <a:ext cx="5111751" cy="865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rtlCol="1" anchor="ctr" anchorCtr="0">
          <a:noAutofit/>
        </a:bodyPr>
        <a:lstStyle/>
        <a:p>
          <a:pPr marL="0" lvl="0" indent="0" algn="ctr" defTabSz="1644650" rtl="1">
            <a:lnSpc>
              <a:spcPct val="90000"/>
            </a:lnSpc>
            <a:spcBef>
              <a:spcPct val="0"/>
            </a:spcBef>
            <a:spcAft>
              <a:spcPct val="35000"/>
            </a:spcAft>
            <a:buNone/>
          </a:pPr>
          <a:r>
            <a:rPr lang="ar" sz="3700" kern="1200" dirty="0">
              <a:latin typeface="Times New Roman" panose="02020603050405020304" pitchFamily="18" charset="0"/>
              <a:cs typeface="Times New Roman" panose="02020603050405020304" pitchFamily="18" charset="0"/>
            </a:rPr>
            <a:t>مرافق الغسيل</a:t>
          </a:r>
        </a:p>
      </dsp:txBody>
      <dsp:txXfrm>
        <a:off x="42265" y="2002062"/>
        <a:ext cx="5027221" cy="781270"/>
      </dsp:txXfrm>
    </dsp:sp>
    <dsp:sp modelId="{5F811675-BF96-4774-9EA1-6EF64E0DC135}">
      <dsp:nvSpPr>
        <dsp:cNvPr id="0" name=""/>
        <dsp:cNvSpPr/>
      </dsp:nvSpPr>
      <dsp:spPr>
        <a:xfrm>
          <a:off x="0" y="2932157"/>
          <a:ext cx="5111751" cy="865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rtlCol="1" anchor="ctr" anchorCtr="0">
          <a:noAutofit/>
        </a:bodyPr>
        <a:lstStyle/>
        <a:p>
          <a:pPr marL="0" lvl="0" indent="0" algn="ctr" defTabSz="1644650" rtl="1">
            <a:lnSpc>
              <a:spcPct val="90000"/>
            </a:lnSpc>
            <a:spcBef>
              <a:spcPct val="0"/>
            </a:spcBef>
            <a:spcAft>
              <a:spcPct val="35000"/>
            </a:spcAft>
            <a:buNone/>
          </a:pPr>
          <a:r>
            <a:rPr lang="ar" sz="3700" kern="1200" dirty="0">
              <a:latin typeface="Times New Roman" panose="02020603050405020304" pitchFamily="18" charset="0"/>
              <a:cs typeface="Times New Roman" panose="02020603050405020304" pitchFamily="18" charset="0"/>
            </a:rPr>
            <a:t>دورات المياه</a:t>
          </a:r>
        </a:p>
      </dsp:txBody>
      <dsp:txXfrm>
        <a:off x="42265" y="2974422"/>
        <a:ext cx="5027221" cy="781270"/>
      </dsp:txXfrm>
    </dsp:sp>
    <dsp:sp modelId="{FA019B0A-AE33-44D4-89C9-0D17515E4A80}">
      <dsp:nvSpPr>
        <dsp:cNvPr id="0" name=""/>
        <dsp:cNvSpPr/>
      </dsp:nvSpPr>
      <dsp:spPr>
        <a:xfrm>
          <a:off x="0" y="3904517"/>
          <a:ext cx="5111751" cy="8658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rtlCol="1" anchor="ctr" anchorCtr="0">
          <a:noAutofit/>
        </a:bodyPr>
        <a:lstStyle/>
        <a:p>
          <a:pPr marL="0" lvl="0" indent="0" algn="ctr" defTabSz="1644650" rtl="1">
            <a:lnSpc>
              <a:spcPct val="90000"/>
            </a:lnSpc>
            <a:spcBef>
              <a:spcPct val="0"/>
            </a:spcBef>
            <a:spcAft>
              <a:spcPct val="35000"/>
            </a:spcAft>
            <a:buNone/>
          </a:pPr>
          <a:r>
            <a:rPr lang="ar" sz="3700" kern="1200" dirty="0">
              <a:latin typeface="Times New Roman" panose="02020603050405020304" pitchFamily="18" charset="0"/>
              <a:cs typeface="Times New Roman" panose="02020603050405020304" pitchFamily="18" charset="0"/>
            </a:rPr>
            <a:t>درجة الحرارة</a:t>
          </a:r>
        </a:p>
      </dsp:txBody>
      <dsp:txXfrm>
        <a:off x="42265" y="3946782"/>
        <a:ext cx="5027221" cy="7812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C5162D-5171-4312-B497-548F3C350DDE}">
      <dsp:nvSpPr>
        <dsp:cNvPr id="0" name=""/>
        <dsp:cNvSpPr/>
      </dsp:nvSpPr>
      <dsp:spPr>
        <a:xfrm>
          <a:off x="0" y="70315"/>
          <a:ext cx="7991475"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rtlCol="1" anchor="ctr" anchorCtr="0">
          <a:noAutofit/>
        </a:bodyPr>
        <a:lstStyle/>
        <a:p>
          <a:pPr marL="0" lvl="0" indent="0" algn="ctr" defTabSz="1778000" rtl="1">
            <a:lnSpc>
              <a:spcPct val="90000"/>
            </a:lnSpc>
            <a:spcBef>
              <a:spcPct val="0"/>
            </a:spcBef>
            <a:spcAft>
              <a:spcPct val="35000"/>
            </a:spcAft>
            <a:buNone/>
          </a:pPr>
          <a:r>
            <a:rPr lang="ar" sz="4000" b="1" kern="1200" dirty="0">
              <a:latin typeface="Times New Roman" panose="02020603050405020304" pitchFamily="18" charset="0"/>
              <a:cs typeface="Times New Roman" panose="02020603050405020304" pitchFamily="18" charset="0"/>
            </a:rPr>
            <a:t>ب1 الصحة والسلامة</a:t>
          </a:r>
        </a:p>
      </dsp:txBody>
      <dsp:txXfrm>
        <a:off x="59399" y="129714"/>
        <a:ext cx="7872677" cy="109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1BFA3-33AD-4B16-9567-1B5DAB450FDE}">
      <dsp:nvSpPr>
        <dsp:cNvPr id="0" name=""/>
        <dsp:cNvSpPr/>
      </dsp:nvSpPr>
      <dsp:spPr>
        <a:xfrm>
          <a:off x="0" y="272007"/>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rtlCol="1" anchor="ctr" anchorCtr="0">
          <a:noAutofit/>
        </a:bodyPr>
        <a:lstStyle/>
        <a:p>
          <a:pPr marL="0" lvl="0" indent="0" algn="ctr" defTabSz="1511300" rtl="1">
            <a:lnSpc>
              <a:spcPct val="90000"/>
            </a:lnSpc>
            <a:spcBef>
              <a:spcPct val="0"/>
            </a:spcBef>
            <a:spcAft>
              <a:spcPct val="35000"/>
            </a:spcAft>
            <a:buNone/>
          </a:pPr>
          <a:r>
            <a:rPr lang="ar" sz="3400" kern="1200">
              <a:latin typeface="Times New Roman" panose="02020603050405020304" pitchFamily="18" charset="0"/>
              <a:cs typeface="Times New Roman" panose="02020603050405020304" pitchFamily="18" charset="0"/>
            </a:rPr>
            <a:t>مستويات الخطر</a:t>
          </a:r>
        </a:p>
      </dsp:txBody>
      <dsp:txXfrm>
        <a:off x="0" y="272007"/>
        <a:ext cx="2564804" cy="1538882"/>
      </dsp:txXfrm>
    </dsp:sp>
    <dsp:sp modelId="{BDD030CE-ABB2-459D-B2F6-C45E0F890453}">
      <dsp:nvSpPr>
        <dsp:cNvPr id="0" name=""/>
        <dsp:cNvSpPr/>
      </dsp:nvSpPr>
      <dsp:spPr>
        <a:xfrm>
          <a:off x="2821285" y="272007"/>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rtlCol="1" anchor="ctr" anchorCtr="0">
          <a:noAutofit/>
        </a:bodyPr>
        <a:lstStyle/>
        <a:p>
          <a:pPr marL="0" lvl="0" indent="0" algn="ctr" defTabSz="1511300" rtl="1">
            <a:lnSpc>
              <a:spcPct val="90000"/>
            </a:lnSpc>
            <a:spcBef>
              <a:spcPct val="0"/>
            </a:spcBef>
            <a:spcAft>
              <a:spcPct val="35000"/>
            </a:spcAft>
            <a:buNone/>
          </a:pPr>
          <a:r>
            <a:rPr lang="ar" sz="3400" kern="1200">
              <a:latin typeface="Times New Roman" panose="02020603050405020304" pitchFamily="18" charset="0"/>
              <a:cs typeface="Times New Roman" panose="02020603050405020304" pitchFamily="18" charset="0"/>
            </a:rPr>
            <a:t>احتمالية الخطر </a:t>
          </a:r>
        </a:p>
      </dsp:txBody>
      <dsp:txXfrm>
        <a:off x="2821285" y="272007"/>
        <a:ext cx="2564804" cy="1538882"/>
      </dsp:txXfrm>
    </dsp:sp>
    <dsp:sp modelId="{C2E00073-62E2-4AAD-9C6B-F198CC4B8756}">
      <dsp:nvSpPr>
        <dsp:cNvPr id="0" name=""/>
        <dsp:cNvSpPr/>
      </dsp:nvSpPr>
      <dsp:spPr>
        <a:xfrm>
          <a:off x="5642570" y="272007"/>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rtlCol="1" anchor="ctr" anchorCtr="0">
          <a:noAutofit/>
        </a:bodyPr>
        <a:lstStyle/>
        <a:p>
          <a:pPr marL="0" lvl="0" indent="0" algn="ctr" defTabSz="1511300" rtl="1">
            <a:lnSpc>
              <a:spcPct val="90000"/>
            </a:lnSpc>
            <a:spcBef>
              <a:spcPct val="0"/>
            </a:spcBef>
            <a:spcAft>
              <a:spcPct val="35000"/>
            </a:spcAft>
            <a:buNone/>
          </a:pPr>
          <a:r>
            <a:rPr lang="ar" sz="3400" kern="1200" dirty="0">
              <a:latin typeface="Times New Roman" panose="02020603050405020304" pitchFamily="18" charset="0"/>
              <a:cs typeface="Times New Roman" panose="02020603050405020304" pitchFamily="18" charset="0"/>
            </a:rPr>
            <a:t>حجم الضرر المُحتمل</a:t>
          </a:r>
        </a:p>
      </dsp:txBody>
      <dsp:txXfrm>
        <a:off x="5642570" y="272007"/>
        <a:ext cx="2564804" cy="1538882"/>
      </dsp:txXfrm>
    </dsp:sp>
    <dsp:sp modelId="{F31457C3-4FE9-41FA-9464-AF04AEE2FC77}">
      <dsp:nvSpPr>
        <dsp:cNvPr id="0" name=""/>
        <dsp:cNvSpPr/>
      </dsp:nvSpPr>
      <dsp:spPr>
        <a:xfrm>
          <a:off x="1410642" y="2067371"/>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rtlCol="1" anchor="ctr" anchorCtr="0">
          <a:noAutofit/>
        </a:bodyPr>
        <a:lstStyle/>
        <a:p>
          <a:pPr marL="0" lvl="0" indent="0" algn="ctr" defTabSz="1511300" rtl="1">
            <a:lnSpc>
              <a:spcPct val="90000"/>
            </a:lnSpc>
            <a:spcBef>
              <a:spcPct val="0"/>
            </a:spcBef>
            <a:spcAft>
              <a:spcPct val="35000"/>
            </a:spcAft>
            <a:buNone/>
          </a:pPr>
          <a:r>
            <a:rPr lang="ar" sz="3400" kern="1200">
              <a:latin typeface="Times New Roman" panose="02020603050405020304" pitchFamily="18" charset="0"/>
              <a:cs typeface="Times New Roman" panose="02020603050405020304" pitchFamily="18" charset="0"/>
            </a:rPr>
            <a:t>أولوية المخاطر</a:t>
          </a:r>
        </a:p>
      </dsp:txBody>
      <dsp:txXfrm>
        <a:off x="1410642" y="2067371"/>
        <a:ext cx="2564804" cy="1538882"/>
      </dsp:txXfrm>
    </dsp:sp>
    <dsp:sp modelId="{1E6E711F-17B0-4EC9-BF19-9C7369C95332}">
      <dsp:nvSpPr>
        <dsp:cNvPr id="0" name=""/>
        <dsp:cNvSpPr/>
      </dsp:nvSpPr>
      <dsp:spPr>
        <a:xfrm>
          <a:off x="4231927" y="2067371"/>
          <a:ext cx="2564804" cy="15388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rtlCol="1" anchor="ctr" anchorCtr="0">
          <a:noAutofit/>
        </a:bodyPr>
        <a:lstStyle/>
        <a:p>
          <a:pPr marL="0" lvl="0" indent="0" algn="ctr" defTabSz="1511300" rtl="1">
            <a:lnSpc>
              <a:spcPct val="90000"/>
            </a:lnSpc>
            <a:spcBef>
              <a:spcPct val="0"/>
            </a:spcBef>
            <a:spcAft>
              <a:spcPct val="35000"/>
            </a:spcAft>
            <a:buNone/>
          </a:pPr>
          <a:r>
            <a:rPr lang="ar" sz="3400" kern="1200">
              <a:latin typeface="Times New Roman" panose="02020603050405020304" pitchFamily="18" charset="0"/>
              <a:cs typeface="Times New Roman" panose="02020603050405020304" pitchFamily="18" charset="0"/>
            </a:rPr>
            <a:t>الضوابط المُطبقة للحد من المخاطر</a:t>
          </a:r>
        </a:p>
      </dsp:txBody>
      <dsp:txXfrm>
        <a:off x="4231927" y="2067371"/>
        <a:ext cx="2564804" cy="15388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88645-5394-4607-968B-A7E0914B6E50}">
      <dsp:nvSpPr>
        <dsp:cNvPr id="0" name=""/>
        <dsp:cNvSpPr/>
      </dsp:nvSpPr>
      <dsp:spPr>
        <a:xfrm>
          <a:off x="1471960" y="2222"/>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a:latin typeface="Times New Roman" panose="02020603050405020304" pitchFamily="18" charset="0"/>
              <a:cs typeface="Times New Roman" panose="02020603050405020304" pitchFamily="18" charset="0"/>
            </a:rPr>
            <a:t>التنقل والسفر </a:t>
          </a:r>
        </a:p>
      </dsp:txBody>
      <dsp:txXfrm>
        <a:off x="1506342" y="36604"/>
        <a:ext cx="1014803" cy="635554"/>
      </dsp:txXfrm>
    </dsp:sp>
    <dsp:sp modelId="{46775763-9959-494D-A339-B62AA5EAC7AB}">
      <dsp:nvSpPr>
        <dsp:cNvPr id="0" name=""/>
        <dsp:cNvSpPr/>
      </dsp:nvSpPr>
      <dsp:spPr>
        <a:xfrm>
          <a:off x="355969" y="354381"/>
          <a:ext cx="3315548" cy="3315548"/>
        </a:xfrm>
        <a:custGeom>
          <a:avLst/>
          <a:gdLst/>
          <a:ahLst/>
          <a:cxnLst/>
          <a:rect l="0" t="0" r="0" b="0"/>
          <a:pathLst>
            <a:path>
              <a:moveTo>
                <a:pt x="2206465" y="93436"/>
              </a:moveTo>
              <a:arcTo wR="1657774" hR="1657774" stAng="17359700" swAng="14991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10DC65A-9B5F-494E-B6B6-A1FD06C647AB}">
      <dsp:nvSpPr>
        <dsp:cNvPr id="0" name=""/>
        <dsp:cNvSpPr/>
      </dsp:nvSpPr>
      <dsp:spPr>
        <a:xfrm>
          <a:off x="2907634" y="831109"/>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ctr" defTabSz="711200" rtl="1">
            <a:lnSpc>
              <a:spcPct val="9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تحضير الطعام</a:t>
          </a:r>
        </a:p>
      </dsp:txBody>
      <dsp:txXfrm>
        <a:off x="2942016" y="865491"/>
        <a:ext cx="1014803" cy="635554"/>
      </dsp:txXfrm>
    </dsp:sp>
    <dsp:sp modelId="{2DFCF5FA-47DC-4599-8587-CC54E5F35D56}">
      <dsp:nvSpPr>
        <dsp:cNvPr id="0" name=""/>
        <dsp:cNvSpPr/>
      </dsp:nvSpPr>
      <dsp:spPr>
        <a:xfrm>
          <a:off x="355969" y="354381"/>
          <a:ext cx="3315548" cy="3315548"/>
        </a:xfrm>
        <a:custGeom>
          <a:avLst/>
          <a:gdLst/>
          <a:ahLst/>
          <a:cxnLst/>
          <a:rect l="0" t="0" r="0" b="0"/>
          <a:pathLst>
            <a:path>
              <a:moveTo>
                <a:pt x="3248238" y="1190186"/>
              </a:moveTo>
              <a:arcTo wR="1657774" hR="1657774" stAng="20617017" swAng="196596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2519AD4-194B-42EA-BD26-32F2E91F657A}">
      <dsp:nvSpPr>
        <dsp:cNvPr id="0" name=""/>
        <dsp:cNvSpPr/>
      </dsp:nvSpPr>
      <dsp:spPr>
        <a:xfrm>
          <a:off x="2907634" y="2488883"/>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ct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العناية الشخصية                        </a:t>
          </a:r>
        </a:p>
      </dsp:txBody>
      <dsp:txXfrm>
        <a:off x="2942016" y="2523265"/>
        <a:ext cx="1014803" cy="635554"/>
      </dsp:txXfrm>
    </dsp:sp>
    <dsp:sp modelId="{CC4C996D-BDAF-4C27-A15B-23B1F30DB2AD}">
      <dsp:nvSpPr>
        <dsp:cNvPr id="0" name=""/>
        <dsp:cNvSpPr/>
      </dsp:nvSpPr>
      <dsp:spPr>
        <a:xfrm>
          <a:off x="355969" y="354381"/>
          <a:ext cx="3315548" cy="3315548"/>
        </a:xfrm>
        <a:custGeom>
          <a:avLst/>
          <a:gdLst/>
          <a:ahLst/>
          <a:cxnLst/>
          <a:rect l="0" t="0" r="0" b="0"/>
          <a:pathLst>
            <a:path>
              <a:moveTo>
                <a:pt x="2815884" y="2843942"/>
              </a:moveTo>
              <a:arcTo wR="1657774" hR="1657774" stAng="2741143" swAng="14991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513F17B-A43A-4C82-B79E-25B337AC59E7}">
      <dsp:nvSpPr>
        <dsp:cNvPr id="0" name=""/>
        <dsp:cNvSpPr/>
      </dsp:nvSpPr>
      <dsp:spPr>
        <a:xfrm>
          <a:off x="1471960" y="3317770"/>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ct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تناول الطعام</a:t>
          </a:r>
        </a:p>
      </dsp:txBody>
      <dsp:txXfrm>
        <a:off x="1506342" y="3352152"/>
        <a:ext cx="1014803" cy="635554"/>
      </dsp:txXfrm>
    </dsp:sp>
    <dsp:sp modelId="{A3F02224-DEF1-46BF-BDC2-88577497663E}">
      <dsp:nvSpPr>
        <dsp:cNvPr id="0" name=""/>
        <dsp:cNvSpPr/>
      </dsp:nvSpPr>
      <dsp:spPr>
        <a:xfrm>
          <a:off x="355969" y="354381"/>
          <a:ext cx="3315548" cy="3315548"/>
        </a:xfrm>
        <a:custGeom>
          <a:avLst/>
          <a:gdLst/>
          <a:ahLst/>
          <a:cxnLst/>
          <a:rect l="0" t="0" r="0" b="0"/>
          <a:pathLst>
            <a:path>
              <a:moveTo>
                <a:pt x="1109082" y="3222111"/>
              </a:moveTo>
              <a:arcTo wR="1657774" hR="1657774" stAng="6559700" swAng="14991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6562070-4A89-498C-970D-6DB52C87996A}">
      <dsp:nvSpPr>
        <dsp:cNvPr id="0" name=""/>
        <dsp:cNvSpPr/>
      </dsp:nvSpPr>
      <dsp:spPr>
        <a:xfrm>
          <a:off x="36285" y="2488883"/>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ctr" defTabSz="7112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العمل أو التعليم                 </a:t>
          </a:r>
        </a:p>
      </dsp:txBody>
      <dsp:txXfrm>
        <a:off x="70667" y="2523265"/>
        <a:ext cx="1014803" cy="635554"/>
      </dsp:txXfrm>
    </dsp:sp>
    <dsp:sp modelId="{2F7C34F4-3266-4094-A25F-B485865F668E}">
      <dsp:nvSpPr>
        <dsp:cNvPr id="0" name=""/>
        <dsp:cNvSpPr/>
      </dsp:nvSpPr>
      <dsp:spPr>
        <a:xfrm>
          <a:off x="355969" y="354381"/>
          <a:ext cx="3315548" cy="3315548"/>
        </a:xfrm>
        <a:custGeom>
          <a:avLst/>
          <a:gdLst/>
          <a:ahLst/>
          <a:cxnLst/>
          <a:rect l="0" t="0" r="0" b="0"/>
          <a:pathLst>
            <a:path>
              <a:moveTo>
                <a:pt x="67309" y="2125362"/>
              </a:moveTo>
              <a:arcTo wR="1657774" hR="1657774" stAng="9817017" swAng="196596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B03AAAC-D669-4ED9-89CA-D9CAA8412E34}">
      <dsp:nvSpPr>
        <dsp:cNvPr id="0" name=""/>
        <dsp:cNvSpPr/>
      </dsp:nvSpPr>
      <dsp:spPr>
        <a:xfrm>
          <a:off x="36285" y="831109"/>
          <a:ext cx="1083567" cy="704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1" anchor="ctr" anchorCtr="0">
          <a:noAutofit/>
        </a:bodyPr>
        <a:lstStyle/>
        <a:p>
          <a:pPr marL="0" lvl="0" indent="0" algn="ctr" defTabSz="622300" rtl="1">
            <a:lnSpc>
              <a:spcPct val="90000"/>
            </a:lnSpc>
            <a:spcBef>
              <a:spcPct val="0"/>
            </a:spcBef>
            <a:spcAft>
              <a:spcPct val="35000"/>
            </a:spcAft>
            <a:buNone/>
          </a:pPr>
          <a:r>
            <a:rPr lang="ar" sz="1400" kern="1200" dirty="0">
              <a:latin typeface="Times New Roman" panose="02020603050405020304" pitchFamily="18" charset="0"/>
              <a:cs typeface="Times New Roman" panose="02020603050405020304" pitchFamily="18" charset="0"/>
            </a:rPr>
            <a:t>الهوايات/النشاطات الترفيهية</a:t>
          </a:r>
        </a:p>
      </dsp:txBody>
      <dsp:txXfrm>
        <a:off x="70667" y="865491"/>
        <a:ext cx="1014803" cy="635554"/>
      </dsp:txXfrm>
    </dsp:sp>
    <dsp:sp modelId="{5E625FFC-6452-40D1-AF28-3403C14434FF}">
      <dsp:nvSpPr>
        <dsp:cNvPr id="0" name=""/>
        <dsp:cNvSpPr/>
      </dsp:nvSpPr>
      <dsp:spPr>
        <a:xfrm>
          <a:off x="355969" y="354381"/>
          <a:ext cx="3315548" cy="3315548"/>
        </a:xfrm>
        <a:custGeom>
          <a:avLst/>
          <a:gdLst/>
          <a:ahLst/>
          <a:cxnLst/>
          <a:rect l="0" t="0" r="0" b="0"/>
          <a:pathLst>
            <a:path>
              <a:moveTo>
                <a:pt x="499663" y="471605"/>
              </a:moveTo>
              <a:arcTo wR="1657774" hR="1657774" stAng="13541143" swAng="14991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dirty="0"/>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dirty="0"/>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dirty="0"/>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dirty="0"/>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1</a:t>
            </a:fld>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E1C8D-A214-465F-26ED-971487231E61}"/>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B544D92-B7AC-9AD8-3D91-3B5D0A58C036}"/>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ED1E008-1956-59D0-0D54-1F38B9DBD9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5F987462-2150-1F61-DA58-5B9F283B96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dirty="0"/>
          </a:p>
        </p:txBody>
      </p:sp>
    </p:spTree>
    <p:extLst>
      <p:ext uri="{BB962C8B-B14F-4D97-AF65-F5344CB8AC3E}">
        <p14:creationId xmlns:p14="http://schemas.microsoft.com/office/powerpoint/2010/main" val="1800591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03ABC-B606-E0C9-C108-989BF2AF3205}"/>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432A367-959C-1F45-6BB5-F6CAE4A35C7B}"/>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C39E093-D324-E7A6-E084-0C6AA39117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0431B874-56CF-3C39-C5A7-E0CB8ACED3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a:t>
            </a:fld>
            <a:endParaRPr lang="en-GB" altLang="en-US" dirty="0"/>
          </a:p>
        </p:txBody>
      </p:sp>
    </p:spTree>
    <p:extLst>
      <p:ext uri="{BB962C8B-B14F-4D97-AF65-F5344CB8AC3E}">
        <p14:creationId xmlns:p14="http://schemas.microsoft.com/office/powerpoint/2010/main" val="2438575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BE7B-C7D1-7EC3-1C68-4A774802A41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7764FC1-20B3-AC99-E491-E5554E8C8C1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3CCEB4B-40D7-CAA9-FF8B-40C811D66F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9F302FE-F470-954C-4A9E-06C16FAFB6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4</a:t>
            </a:fld>
            <a:endParaRPr lang="en-GB" altLang="en-US" dirty="0"/>
          </a:p>
        </p:txBody>
      </p:sp>
    </p:spTree>
    <p:extLst>
      <p:ext uri="{BB962C8B-B14F-4D97-AF65-F5344CB8AC3E}">
        <p14:creationId xmlns:p14="http://schemas.microsoft.com/office/powerpoint/2010/main" val="3417798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BC16-DF37-4916-19CC-183C21BE1704}"/>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38FA445-A737-4F3E-5233-CAEF4AC00CD1}"/>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CB3329A6-413E-3811-5F5B-99CD1A2AD6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513863AF-E36D-B49A-C395-5F324AB6B3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5</a:t>
            </a:fld>
            <a:endParaRPr lang="en-GB" altLang="en-US" dirty="0"/>
          </a:p>
        </p:txBody>
      </p:sp>
    </p:spTree>
    <p:extLst>
      <p:ext uri="{BB962C8B-B14F-4D97-AF65-F5344CB8AC3E}">
        <p14:creationId xmlns:p14="http://schemas.microsoft.com/office/powerpoint/2010/main" val="3910017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1BE85-869B-7371-C4B3-8144B59DAD9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7E468ABF-CEAF-064C-2F1E-5DCEF31775B6}"/>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27E6F19-7121-E37E-3EBD-3A58155A60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947EFF35-0A1A-5729-37B3-65461B0915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6</a:t>
            </a:fld>
            <a:endParaRPr lang="en-GB" altLang="en-US" dirty="0"/>
          </a:p>
        </p:txBody>
      </p:sp>
    </p:spTree>
    <p:extLst>
      <p:ext uri="{BB962C8B-B14F-4D97-AF65-F5344CB8AC3E}">
        <p14:creationId xmlns:p14="http://schemas.microsoft.com/office/powerpoint/2010/main" val="332402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b="1" i="0" dirty="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dirty="0">
              <a:effectLst/>
              <a:latin typeface="Roboto" panose="02000000000000000000" pitchFamily="2" charset="0"/>
            </a:endParaRPr>
          </a:p>
          <a:p>
            <a:pPr rtl="1"/>
            <a:endParaRPr lang="en-US" dirty="0">
              <a:cs typeface="Arial"/>
            </a:endParaRPr>
          </a:p>
          <a:p>
            <a:pPr rtl="1"/>
            <a:endParaRPr lang="en-US" dirty="0">
              <a:cs typeface="Arial"/>
            </a:endParaRPr>
          </a:p>
          <a:p>
            <a:pPr algn="ctr" rtl="1"/>
            <a:endParaRPr lang="en-US" dirty="0">
              <a:cs typeface="Arial"/>
            </a:endParaRPr>
          </a:p>
          <a:p>
            <a:pPr rtl="1"/>
            <a:endParaRPr lang="en-US" dirty="0">
              <a:cs typeface="Arial"/>
            </a:endParaRPr>
          </a:p>
          <a:p>
            <a:pPr algn="ctr" rtl="1"/>
            <a:endParaRPr lang="en-US" dirty="0">
              <a:cs typeface="Arial"/>
            </a:endParaRPr>
          </a:p>
          <a:p>
            <a:pPr rtl="1"/>
            <a:endParaRPr lang="en-US" dirty="0">
              <a:latin typeface="Calibri"/>
              <a:cs typeface="Calibri"/>
            </a:endParaRP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a:pPr>
                <a:defRPr/>
              </a:pPr>
              <a:t>11</a:t>
            </a:fld>
            <a:endParaRPr lang="en-GB" altLang="en-US" dirty="0"/>
          </a:p>
        </p:txBody>
      </p:sp>
    </p:spTree>
    <p:extLst>
      <p:ext uri="{BB962C8B-B14F-4D97-AF65-F5344CB8AC3E}">
        <p14:creationId xmlns:p14="http://schemas.microsoft.com/office/powerpoint/2010/main" val="104761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12</a:t>
            </a:fld>
            <a:endParaRPr lang="en-GB" altLang="en-US" dirty="0"/>
          </a:p>
        </p:txBody>
      </p:sp>
    </p:spTree>
    <p:extLst>
      <p:ext uri="{BB962C8B-B14F-4D97-AF65-F5344CB8AC3E}">
        <p14:creationId xmlns:p14="http://schemas.microsoft.com/office/powerpoint/2010/main" val="4065622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16</a:t>
            </a:fld>
            <a:endParaRPr lang="en-GB" altLang="en-US" dirty="0"/>
          </a:p>
        </p:txBody>
      </p:sp>
    </p:spTree>
    <p:extLst>
      <p:ext uri="{BB962C8B-B14F-4D97-AF65-F5344CB8AC3E}">
        <p14:creationId xmlns:p14="http://schemas.microsoft.com/office/powerpoint/2010/main" val="1245361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24EA-00B5-2706-8009-2F4A4EF6821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78A2264-301B-E902-9156-09B3C444239C}"/>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3E40D11B-DD7E-71B2-5E3B-68B56B1713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16F74D97-27AE-3CEA-9D81-4352B772EB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dirty="0"/>
          </a:p>
        </p:txBody>
      </p:sp>
    </p:spTree>
    <p:extLst>
      <p:ext uri="{BB962C8B-B14F-4D97-AF65-F5344CB8AC3E}">
        <p14:creationId xmlns:p14="http://schemas.microsoft.com/office/powerpoint/2010/main" val="3111118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dirty="0"/>
          </a:p>
        </p:txBody>
      </p:sp>
    </p:spTree>
    <p:extLst>
      <p:ext uri="{BB962C8B-B14F-4D97-AF65-F5344CB8AC3E}">
        <p14:creationId xmlns:p14="http://schemas.microsoft.com/office/powerpoint/2010/main" val="4094774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22</a:t>
            </a:fld>
            <a:endParaRPr lang="en-GB" altLang="en-US" dirty="0"/>
          </a:p>
        </p:txBody>
      </p:sp>
    </p:spTree>
    <p:extLst>
      <p:ext uri="{BB962C8B-B14F-4D97-AF65-F5344CB8AC3E}">
        <p14:creationId xmlns:p14="http://schemas.microsoft.com/office/powerpoint/2010/main" val="2936351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dirty="0"/>
          </a:p>
        </p:txBody>
      </p:sp>
    </p:spTree>
    <p:extLst>
      <p:ext uri="{BB962C8B-B14F-4D97-AF65-F5344CB8AC3E}">
        <p14:creationId xmlns:p14="http://schemas.microsoft.com/office/powerpoint/2010/main" val="2300989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dirty="0"/>
          </a:p>
        </p:txBody>
      </p:sp>
    </p:spTree>
    <p:extLst>
      <p:ext uri="{BB962C8B-B14F-4D97-AF65-F5344CB8AC3E}">
        <p14:creationId xmlns:p14="http://schemas.microsoft.com/office/powerpoint/2010/main" val="3301968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See text-book Ch 4, Section C </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29</a:t>
            </a:fld>
            <a:endParaRPr lang="en-GB" altLang="en-US" dirty="0"/>
          </a:p>
        </p:txBody>
      </p:sp>
    </p:spTree>
    <p:extLst>
      <p:ext uri="{BB962C8B-B14F-4D97-AF65-F5344CB8AC3E}">
        <p14:creationId xmlns:p14="http://schemas.microsoft.com/office/powerpoint/2010/main" val="36385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31</a:t>
            </a:fld>
            <a:endParaRPr lang="en-GB" altLang="en-US" dirty="0"/>
          </a:p>
        </p:txBody>
      </p:sp>
    </p:spTree>
    <p:extLst>
      <p:ext uri="{BB962C8B-B14F-4D97-AF65-F5344CB8AC3E}">
        <p14:creationId xmlns:p14="http://schemas.microsoft.com/office/powerpoint/2010/main" val="306867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32</a:t>
            </a:fld>
            <a:endParaRPr lang="en-GB" altLang="en-US" dirty="0"/>
          </a:p>
        </p:txBody>
      </p:sp>
    </p:spTree>
    <p:extLst>
      <p:ext uri="{BB962C8B-B14F-4D97-AF65-F5344CB8AC3E}">
        <p14:creationId xmlns:p14="http://schemas.microsoft.com/office/powerpoint/2010/main" val="40152612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15472839"/>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6286527"/>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7.jp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pn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theme" Target="../theme/theme11.xml"/><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slideLayout" Target="../slideLayouts/slideLayout135.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5" Type="http://schemas.openxmlformats.org/officeDocument/2006/relationships/image" Target="../media/image12.png"/><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audio" Target="../media/audio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theme" Target="../theme/theme12.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image" Target="../media/image13.png"/><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audio" Target="../media/audio1.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slideLayout" Target="../slideLayouts/slideLayout160.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2" Type="http://schemas.openxmlformats.org/officeDocument/2006/relationships/slideLayout" Target="../slideLayouts/slideLayout149.xml"/><Relationship Id="rId16" Type="http://schemas.openxmlformats.org/officeDocument/2006/relationships/image" Target="../media/image14.png"/><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5" Type="http://schemas.openxmlformats.org/officeDocument/2006/relationships/audio" Target="../media/audio1.bin"/><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8.xml"/><Relationship Id="rId13" Type="http://schemas.openxmlformats.org/officeDocument/2006/relationships/slideLayout" Target="../slideLayouts/slideLayout173.xml"/><Relationship Id="rId3" Type="http://schemas.openxmlformats.org/officeDocument/2006/relationships/slideLayout" Target="../slideLayouts/slideLayout163.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2" Type="http://schemas.openxmlformats.org/officeDocument/2006/relationships/slideLayout" Target="../slideLayouts/slideLayout162.xml"/><Relationship Id="rId16" Type="http://schemas.openxmlformats.org/officeDocument/2006/relationships/image" Target="../media/image14.png"/><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5" Type="http://schemas.openxmlformats.org/officeDocument/2006/relationships/slideLayout" Target="../slideLayouts/slideLayout165.xml"/><Relationship Id="rId15" Type="http://schemas.openxmlformats.org/officeDocument/2006/relationships/audio" Target="../media/audio1.bin"/><Relationship Id="rId10" Type="http://schemas.openxmlformats.org/officeDocument/2006/relationships/slideLayout" Target="../slideLayouts/slideLayout170.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2" name="Picture 1">
            <a:extLst>
              <a:ext uri="{FF2B5EF4-FFF2-40B4-BE49-F238E27FC236}">
                <a16:creationId xmlns:a16="http://schemas.microsoft.com/office/drawing/2014/main" id="{33987307-0E68-CD3D-A400-5F26502744F1}"/>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 y="-14089"/>
            <a:ext cx="9143997" cy="1076325"/>
          </a:xfrm>
          <a:prstGeom prst="rect">
            <a:avLst/>
          </a:prstGeom>
        </p:spPr>
      </p:pic>
      <p:sp>
        <p:nvSpPr>
          <p:cNvPr id="4" name="Rectangle 3">
            <a:extLst>
              <a:ext uri="{FF2B5EF4-FFF2-40B4-BE49-F238E27FC236}">
                <a16:creationId xmlns:a16="http://schemas.microsoft.com/office/drawing/2014/main" id="{134AA7FC-C6BE-F7D3-718A-9708378D922C}"/>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الرعاية الصحية والاجتماعية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 id="2147484985"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2" name="Picture 1">
            <a:extLst>
              <a:ext uri="{FF2B5EF4-FFF2-40B4-BE49-F238E27FC236}">
                <a16:creationId xmlns:a16="http://schemas.microsoft.com/office/drawing/2014/main" id="{B2E48B58-1B88-4FB0-7763-8995C6604D24}"/>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 y="-14089"/>
            <a:ext cx="9143997" cy="1076325"/>
          </a:xfrm>
          <a:prstGeom prst="rect">
            <a:avLst/>
          </a:prstGeom>
        </p:spPr>
      </p:pic>
      <p:sp>
        <p:nvSpPr>
          <p:cNvPr id="4" name="Rectangle 3">
            <a:extLst>
              <a:ext uri="{FF2B5EF4-FFF2-40B4-BE49-F238E27FC236}">
                <a16:creationId xmlns:a16="http://schemas.microsoft.com/office/drawing/2014/main" id="{807B858D-A82C-A04C-4E44-90F11B967B70}"/>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الرعاية الصحية والاجتماعية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60.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60.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160.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155.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160.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160.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bin"/><Relationship Id="rId1" Type="http://schemas.openxmlformats.org/officeDocument/2006/relationships/slideLayout" Target="../slideLayouts/slideLayout155.xml"/></Relationships>
</file>

<file path=ppt/slides/_rels/slide1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5.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160.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15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bin"/><Relationship Id="rId1" Type="http://schemas.openxmlformats.org/officeDocument/2006/relationships/slideLayout" Target="../slideLayouts/slideLayout15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audio" Target="../media/audio1.bin"/><Relationship Id="rId1" Type="http://schemas.openxmlformats.org/officeDocument/2006/relationships/slideLayout" Target="../slideLayouts/slideLayout155.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5.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audio" Target="../media/audio1.bin"/><Relationship Id="rId7" Type="http://schemas.openxmlformats.org/officeDocument/2006/relationships/image" Target="../media/image28.svg"/><Relationship Id="rId2" Type="http://schemas.openxmlformats.org/officeDocument/2006/relationships/notesSlide" Target="../notesSlides/notesSlide9.xml"/><Relationship Id="rId1" Type="http://schemas.openxmlformats.org/officeDocument/2006/relationships/slideLayout" Target="../slideLayouts/slideLayout155.xml"/><Relationship Id="rId6" Type="http://schemas.openxmlformats.org/officeDocument/2006/relationships/image" Target="../media/image27.png"/><Relationship Id="rId11" Type="http://schemas.openxmlformats.org/officeDocument/2006/relationships/image" Target="../media/image17.svg"/><Relationship Id="rId5" Type="http://schemas.openxmlformats.org/officeDocument/2006/relationships/image" Target="../media/image26.sv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30.svg"/></Relationships>
</file>

<file path=ppt/slides/_rels/slide1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audio" Target="../media/audio1.bin"/><Relationship Id="rId1" Type="http://schemas.openxmlformats.org/officeDocument/2006/relationships/slideLayout" Target="../slideLayouts/slideLayout155.xml"/><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audio" Target="../media/audio1.bin"/><Relationship Id="rId1" Type="http://schemas.openxmlformats.org/officeDocument/2006/relationships/slideLayout" Target="../slideLayouts/slideLayout151.xml"/></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2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16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160.xml"/></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audio" Target="../media/audio1.bin"/><Relationship Id="rId7" Type="http://schemas.openxmlformats.org/officeDocument/2006/relationships/image" Target="../media/image43.svg"/><Relationship Id="rId2" Type="http://schemas.openxmlformats.org/officeDocument/2006/relationships/notesSlide" Target="../notesSlides/notesSlide12.xml"/><Relationship Id="rId1" Type="http://schemas.openxmlformats.org/officeDocument/2006/relationships/slideLayout" Target="../slideLayouts/slideLayout155.xml"/><Relationship Id="rId6" Type="http://schemas.openxmlformats.org/officeDocument/2006/relationships/image" Target="../media/image42.png"/><Relationship Id="rId11" Type="http://schemas.openxmlformats.org/officeDocument/2006/relationships/image" Target="../media/image47.svg"/><Relationship Id="rId5" Type="http://schemas.openxmlformats.org/officeDocument/2006/relationships/image" Target="../media/image41.sv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svg"/></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160.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160.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60.xml"/></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audio" Target="../media/audio1.bin"/><Relationship Id="rId7" Type="http://schemas.openxmlformats.org/officeDocument/2006/relationships/image" Target="../media/image51.svg"/><Relationship Id="rId2" Type="http://schemas.openxmlformats.org/officeDocument/2006/relationships/notesSlide" Target="../notesSlides/notesSlide15.xml"/><Relationship Id="rId1" Type="http://schemas.openxmlformats.org/officeDocument/2006/relationships/slideLayout" Target="../slideLayouts/slideLayout155.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3.svg"/></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9.xml"/></Relationships>
</file>

<file path=ppt/slides/_rels/slide3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16.xml"/><Relationship Id="rId1" Type="http://schemas.openxmlformats.org/officeDocument/2006/relationships/slideLayout" Target="../slideLayouts/slideLayout149.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15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CBED0B9-C2C2-B49B-7329-3C8C3AE7C3B5}"/>
              </a:ext>
            </a:extLst>
          </p:cNvPr>
          <p:cNvSpPr txBox="1"/>
          <p:nvPr/>
        </p:nvSpPr>
        <p:spPr>
          <a:xfrm>
            <a:off x="1268760" y="1272490"/>
            <a:ext cx="6606480" cy="1569660"/>
          </a:xfrm>
          <a:prstGeom prst="rect">
            <a:avLst/>
          </a:prstGeom>
          <a:noFill/>
        </p:spPr>
        <p:txBody>
          <a:bodyPr wrap="square" rtlCol="1">
            <a:spAutoFit/>
          </a:bodyPr>
          <a:lstStyle/>
          <a:p>
            <a:pPr algn="ctr" rtl="1"/>
            <a:r>
              <a:rPr lang="ar" sz="3200" dirty="0">
                <a:latin typeface="Times New Roman" panose="02020603050405020304" pitchFamily="18" charset="0"/>
                <a:cs typeface="Times New Roman" panose="02020603050405020304" pitchFamily="18" charset="0"/>
              </a:rPr>
              <a:t>الوحدة 4</a:t>
            </a:r>
            <a:br>
              <a:rPr lang="en-GB" altLang="en-US" sz="3200" dirty="0">
                <a:latin typeface="Times New Roman" panose="02020603050405020304" pitchFamily="18" charset="0"/>
                <a:cs typeface="Times New Roman" panose="02020603050405020304" pitchFamily="18" charset="0"/>
              </a:rPr>
            </a:br>
            <a:r>
              <a:rPr lang="ar" sz="3200" dirty="0">
                <a:latin typeface="Times New Roman" panose="02020603050405020304" pitchFamily="18" charset="0"/>
                <a:cs typeface="Times New Roman" panose="02020603050405020304" pitchFamily="18" charset="0"/>
              </a:rPr>
              <a:t>توفير البيئات الآمنة في الرعاية الصحية والاجتماعية</a:t>
            </a:r>
          </a:p>
        </p:txBody>
      </p:sp>
      <p:sp>
        <p:nvSpPr>
          <p:cNvPr id="4" name="Footer Placeholder 4">
            <a:extLst>
              <a:ext uri="{FF2B5EF4-FFF2-40B4-BE49-F238E27FC236}">
                <a16:creationId xmlns:a16="http://schemas.microsoft.com/office/drawing/2014/main" id="{FFC4A6BF-F2CD-6638-8625-373EEA368CDE}"/>
              </a:ext>
            </a:extLst>
          </p:cNvPr>
          <p:cNvSpPr>
            <a:spLocks noGrp="1"/>
          </p:cNvSpPr>
          <p:nvPr>
            <p:ph type="ftr" sz="quarter" idx="10"/>
          </p:nvPr>
        </p:nvSpPr>
        <p:spPr>
          <a:xfrm>
            <a:off x="0" y="6459538"/>
            <a:ext cx="9144000" cy="287337"/>
          </a:xfrm>
        </p:spPr>
        <p:txBody>
          <a:bodyPr rtlCol="1"/>
          <a:lstStyle/>
          <a:p>
            <a:pPr algn="ctr" rtl="1">
              <a:spcAft>
                <a:spcPts val="600"/>
              </a:spcAft>
              <a:defRPr/>
            </a:pPr>
            <a:r>
              <a:rPr lang="ar" sz="1400"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pic>
        <p:nvPicPr>
          <p:cNvPr id="2" name="Picture 1" descr="A doctor filling out medical records&#10;&#10;AI-generated content may be incorrect.">
            <a:extLst>
              <a:ext uri="{FF2B5EF4-FFF2-40B4-BE49-F238E27FC236}">
                <a16:creationId xmlns:a16="http://schemas.microsoft.com/office/drawing/2014/main" id="{3C2A423B-B07C-C461-543C-A5E4112BB2D7}"/>
              </a:ext>
            </a:extLst>
          </p:cNvPr>
          <p:cNvPicPr>
            <a:picLocks noChangeAspect="1"/>
          </p:cNvPicPr>
          <p:nvPr/>
        </p:nvPicPr>
        <p:blipFill>
          <a:blip r:embed="rId4"/>
          <a:stretch>
            <a:fillRect/>
          </a:stretch>
        </p:blipFill>
        <p:spPr>
          <a:xfrm>
            <a:off x="2303688" y="3129643"/>
            <a:ext cx="4523015" cy="2884714"/>
          </a:xfrm>
          <a:prstGeom prst="rect">
            <a:avLst/>
          </a:prstGeom>
          <a:ln>
            <a:noFill/>
          </a:ln>
        </p:spPr>
      </p:pic>
      <p:sp>
        <p:nvSpPr>
          <p:cNvPr id="3" name="TextBox 2">
            <a:extLst>
              <a:ext uri="{FF2B5EF4-FFF2-40B4-BE49-F238E27FC236}">
                <a16:creationId xmlns:a16="http://schemas.microsoft.com/office/drawing/2014/main" id="{2AD0B4CB-2B27-4245-5915-D51EEB3DF34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E3634-6F5F-A506-F639-FB330DF4F2F8}"/>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13C2F01E-789E-69C8-A572-97EEBE272FF4}"/>
              </a:ext>
            </a:extLst>
          </p:cNvPr>
          <p:cNvSpPr>
            <a:spLocks noGrp="1" noChangeArrowheads="1"/>
          </p:cNvSpPr>
          <p:nvPr>
            <p:ph type="title"/>
          </p:nvPr>
        </p:nvSpPr>
        <p:spPr bwMode="auto">
          <a:xfrm>
            <a:off x="323528" y="1195388"/>
            <a:ext cx="8640960" cy="19455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الصحة والسلامة في مرافق الرعاية</a:t>
            </a:r>
          </a:p>
        </p:txBody>
      </p:sp>
      <p:sp>
        <p:nvSpPr>
          <p:cNvPr id="4" name="Content Placeholder 3">
            <a:extLst>
              <a:ext uri="{FF2B5EF4-FFF2-40B4-BE49-F238E27FC236}">
                <a16:creationId xmlns:a16="http://schemas.microsoft.com/office/drawing/2014/main" id="{7C67BE9C-D5D8-1133-CE37-F69273CED997}"/>
              </a:ext>
            </a:extLst>
          </p:cNvPr>
          <p:cNvSpPr txBox="1">
            <a:spLocks noChangeArrowheads="1"/>
          </p:cNvSpPr>
          <p:nvPr/>
        </p:nvSpPr>
        <p:spPr bwMode="auto">
          <a:xfrm>
            <a:off x="375627" y="2492896"/>
            <a:ext cx="8424935" cy="388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dirty="0">
                <a:latin typeface="Times New Roman" panose="02020603050405020304" pitchFamily="18" charset="0"/>
                <a:cs typeface="Times New Roman" panose="02020603050405020304" pitchFamily="18" charset="0"/>
              </a:rPr>
              <a:t>ستدرس في هذه الوحدة: </a:t>
            </a:r>
          </a:p>
          <a:p>
            <a:pPr rtl="1"/>
            <a:r>
              <a:rPr lang="ar" kern="0" dirty="0">
                <a:latin typeface="Times New Roman" panose="02020603050405020304" pitchFamily="18" charset="0"/>
                <a:cs typeface="Times New Roman" panose="02020603050405020304" pitchFamily="18" charset="0"/>
              </a:rPr>
              <a:t>تقييم المخاطر المتعلقة بمشكلات الصحة والسلامة في بيئات</a:t>
            </a:r>
            <a:r>
              <a:rPr lang="ar-EG" kern="0" dirty="0">
                <a:latin typeface="Times New Roman" panose="02020603050405020304" pitchFamily="18" charset="0"/>
                <a:cs typeface="Times New Roman" panose="02020603050405020304" pitchFamily="18" charset="0"/>
              </a:rPr>
              <a:t> </a:t>
            </a:r>
            <a:r>
              <a:rPr lang="ar" kern="0" dirty="0">
                <a:latin typeface="Times New Roman" panose="02020603050405020304" pitchFamily="18" charset="0"/>
                <a:cs typeface="Times New Roman" panose="02020603050405020304" pitchFamily="18" charset="0"/>
              </a:rPr>
              <a:t>الصحة والرعاية</a:t>
            </a:r>
            <a:r>
              <a:rPr lang="ar-EG" kern="0" dirty="0">
                <a:latin typeface="Times New Roman" panose="02020603050405020304" pitchFamily="18" charset="0"/>
                <a:cs typeface="Times New Roman" panose="02020603050405020304" pitchFamily="18" charset="0"/>
              </a:rPr>
              <a:t>.</a:t>
            </a:r>
            <a:r>
              <a:rPr lang="ar" kern="0" dirty="0">
                <a:latin typeface="Times New Roman" panose="02020603050405020304" pitchFamily="18" charset="0"/>
                <a:cs typeface="Times New Roman" panose="02020603050405020304" pitchFamily="18" charset="0"/>
              </a:rPr>
              <a:t>  </a:t>
            </a:r>
          </a:p>
          <a:p>
            <a:pPr rtl="1"/>
            <a:r>
              <a:rPr lang="ar" kern="0" dirty="0">
                <a:latin typeface="Times New Roman" panose="02020603050405020304" pitchFamily="18" charset="0"/>
                <a:cs typeface="Times New Roman" panose="02020603050405020304" pitchFamily="18" charset="0"/>
              </a:rPr>
              <a:t>الضوابط المتاحة لتقليل الأخطار والمخاطر</a:t>
            </a:r>
            <a:r>
              <a:rPr lang="ar-EG" kern="0" dirty="0">
                <a:latin typeface="Times New Roman" panose="02020603050405020304" pitchFamily="18" charset="0"/>
                <a:cs typeface="Times New Roman" panose="02020603050405020304" pitchFamily="18" charset="0"/>
              </a:rPr>
              <a:t>.</a:t>
            </a:r>
            <a:endParaRPr lang="ar" kern="0" dirty="0">
              <a:latin typeface="Times New Roman" panose="02020603050405020304" pitchFamily="18" charset="0"/>
              <a:cs typeface="Times New Roman" panose="02020603050405020304" pitchFamily="18" charset="0"/>
            </a:endParaRPr>
          </a:p>
          <a:p>
            <a:pPr rtl="1"/>
            <a:r>
              <a:rPr lang="ar" kern="0" dirty="0">
                <a:latin typeface="Times New Roman" panose="02020603050405020304" pitchFamily="18" charset="0"/>
                <a:cs typeface="Times New Roman" panose="02020603050405020304" pitchFamily="18" charset="0"/>
              </a:rPr>
              <a:t>مسؤوليات أصحاب العمل والموظفين للسيطرة على مصادر الخطر في مكان العمل. </a:t>
            </a:r>
          </a:p>
          <a:p>
            <a:pPr rtl="1"/>
            <a:endParaRPr lang="en-GB" kern="0" dirty="0">
              <a:latin typeface="Times New Roman" panose="02020603050405020304" pitchFamily="18" charset="0"/>
              <a:cs typeface="Times New Roman" panose="02020603050405020304" pitchFamily="18" charset="0"/>
            </a:endParaRPr>
          </a:p>
          <a:p>
            <a:pPr marL="0" indent="0" algn="ctr" rtl="1">
              <a:buFont typeface="Wingdings" panose="05000000000000000000" pitchFamily="2" charset="2"/>
              <a:buNone/>
            </a:pPr>
            <a:r>
              <a:rPr lang="ar" kern="0" dirty="0">
                <a:latin typeface="Times New Roman" panose="02020603050405020304" pitchFamily="18" charset="0"/>
                <a:cs typeface="Times New Roman" panose="02020603050405020304" pitchFamily="18" charset="0"/>
              </a:rPr>
              <a:t>كما ستُتاح لك الفرصة لإجراء تقييم للمخاطر التي قد يتعرض لها مُتلقو الخدمات، والحد منها.</a:t>
            </a:r>
          </a:p>
          <a:p>
            <a:pPr marL="0" indent="0" rtl="1">
              <a:buFont typeface="Wingdings" panose="05000000000000000000" pitchFamily="2" charset="2"/>
              <a:buNone/>
            </a:pPr>
            <a:endParaRPr lang="en-GB" kern="0" dirty="0">
              <a:latin typeface="Times New Roman" panose="02020603050405020304" pitchFamily="18" charset="0"/>
              <a:cs typeface="Times New Roman" panose="02020603050405020304" pitchFamily="18" charset="0"/>
            </a:endParaRPr>
          </a:p>
          <a:p>
            <a:pPr marL="0" indent="0" rtl="1">
              <a:buFont typeface="Wingdings" panose="05000000000000000000" pitchFamily="2" charset="2"/>
              <a:buNone/>
            </a:pPr>
            <a:endParaRPr lang="en-GB" altLang="en-US" kern="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FAF004-0904-82FC-3683-5B0EA13E962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23225892"/>
      </p:ext>
    </p:extLst>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A72A-CD4B-8F57-E89A-CCF8CA68DF4F}"/>
            </a:ext>
          </a:extLst>
        </p:cNvPr>
        <p:cNvGrpSpPr/>
        <p:nvPr/>
      </p:nvGrpSpPr>
      <p:grpSpPr>
        <a:xfrm>
          <a:off x="0" y="0"/>
          <a:ext cx="0" cy="0"/>
          <a:chOff x="0" y="0"/>
          <a:chExt cx="0" cy="0"/>
        </a:xfrm>
      </p:grpSpPr>
      <p:sp>
        <p:nvSpPr>
          <p:cNvPr id="2" name="Content Placeholder 3">
            <a:extLst>
              <a:ext uri="{FF2B5EF4-FFF2-40B4-BE49-F238E27FC236}">
                <a16:creationId xmlns:a16="http://schemas.microsoft.com/office/drawing/2014/main" id="{07DAC830-C9BF-1185-8076-EDB0E32D3FCD}"/>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b="1" dirty="0">
                <a:latin typeface="Times New Roman" panose="02020603050405020304" pitchFamily="18" charset="0"/>
                <a:cs typeface="Times New Roman" panose="02020603050405020304" pitchFamily="18" charset="0"/>
              </a:rPr>
              <a:t>أ</a:t>
            </a:r>
            <a:r>
              <a:rPr lang="ar" dirty="0">
                <a:latin typeface="Times New Roman" panose="02020603050405020304" pitchFamily="18" charset="0"/>
                <a:cs typeface="Times New Roman" panose="02020603050405020304" pitchFamily="18" charset="0"/>
              </a:rPr>
              <a:t>   معرفة مصادر الخطر المحتملة في بيئات الرعاية الصحية والاجتماعية.</a:t>
            </a:r>
          </a:p>
          <a:p>
            <a:pPr marL="0" indent="0" rtl="1">
              <a:buNone/>
            </a:pPr>
            <a:r>
              <a:rPr lang="ar"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0" indent="0" rtl="1">
              <a:buNone/>
            </a:pPr>
            <a:r>
              <a:rPr lang="ar" b="1" dirty="0">
                <a:latin typeface="Times New Roman" panose="02020603050405020304" pitchFamily="18" charset="0"/>
                <a:cs typeface="Times New Roman" panose="02020603050405020304" pitchFamily="18" charset="0"/>
              </a:rPr>
              <a:t>ب</a:t>
            </a:r>
            <a:r>
              <a:rPr lang="ar" dirty="0">
                <a:latin typeface="Times New Roman" panose="02020603050405020304" pitchFamily="18" charset="0"/>
                <a:cs typeface="Times New Roman" panose="02020603050405020304" pitchFamily="18" charset="0"/>
              </a:rPr>
              <a:t>   معرفة المبادئ الأساسية للصحة والسلامة المطبقة في بيئات الرعاية الصحية والاجتماعية.</a:t>
            </a:r>
          </a:p>
          <a:p>
            <a:pPr marL="0" indent="0" rtl="1">
              <a:buNone/>
            </a:pPr>
            <a:r>
              <a:rPr lang="ar"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0" indent="0" rtl="1">
              <a:buNone/>
            </a:pPr>
            <a:r>
              <a:rPr lang="ar" b="1" dirty="0">
                <a:latin typeface="Times New Roman" panose="02020603050405020304" pitchFamily="18" charset="0"/>
                <a:cs typeface="Times New Roman" panose="02020603050405020304" pitchFamily="18" charset="0"/>
              </a:rPr>
              <a:t>ج</a:t>
            </a:r>
            <a:r>
              <a:rPr lang="ar" dirty="0">
                <a:latin typeface="Times New Roman" panose="02020603050405020304" pitchFamily="18" charset="0"/>
                <a:cs typeface="Times New Roman" panose="02020603050405020304" pitchFamily="18" charset="0"/>
              </a:rPr>
              <a:t>   فهم عمليات تقييم المخاطر المتعلقة بالصحة أو الرعاية الاجتماعية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      </a:t>
            </a:r>
          </a:p>
          <a:p>
            <a:pPr marL="0" indent="0" defTabSz="431800" rtl="1">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br>
              <a:rPr lang="en-GB" alt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D242B6B1-524D-FB37-25A7-30EA93BBA542}"/>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نتاجات التعلم</a:t>
            </a:r>
            <a:endParaRPr lang="en-GB"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6AFB47A-8185-207E-0115-61CCE885970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34999540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DE97-A9A6-CCEF-62B1-23792EAA96A5}"/>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0A6CCEA5-533F-9CB2-3F11-889BD8F8AC69}"/>
              </a:ext>
            </a:extLst>
          </p:cNvPr>
          <p:cNvSpPr>
            <a:spLocks noGrp="1" noChangeArrowheads="1"/>
          </p:cNvSpPr>
          <p:nvPr>
            <p:ph type="title"/>
          </p:nvPr>
        </p:nvSpPr>
        <p:spPr bwMode="auto">
          <a:xfrm>
            <a:off x="5678487" y="1540003"/>
            <a:ext cx="3008313" cy="86564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p>
            <a:pPr rtl="1">
              <a:lnSpc>
                <a:spcPct val="90000"/>
              </a:lnSpc>
            </a:pPr>
            <a:r>
              <a:rPr lang="ar" sz="2400" dirty="0">
                <a:latin typeface="Times New Roman" panose="02020603050405020304" pitchFamily="18" charset="0"/>
                <a:cs typeface="Times New Roman" panose="02020603050405020304" pitchFamily="18" charset="0"/>
              </a:rPr>
              <a:t>نتاج التعلم أ</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0C793D-A311-6BA3-9B81-8730267ECD74}"/>
              </a:ext>
            </a:extLst>
          </p:cNvPr>
          <p:cNvSpPr txBox="1"/>
          <p:nvPr/>
        </p:nvSpPr>
        <p:spPr bwMode="auto">
          <a:xfrm>
            <a:off x="6003225" y="1991294"/>
            <a:ext cx="3008313" cy="3993307"/>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rtl="1">
              <a:spcBef>
                <a:spcPct val="20000"/>
              </a:spcBef>
            </a:pPr>
            <a:r>
              <a:rPr lang="ar" sz="2400" dirty="0">
                <a:latin typeface="Times New Roman" panose="02020603050405020304" pitchFamily="18" charset="0"/>
                <a:ea typeface="Arial" charset="0"/>
                <a:cs typeface="Times New Roman" panose="02020603050405020304" pitchFamily="18" charset="0"/>
              </a:rPr>
              <a:t>معرفة مصادر الخطر المحتملة في مرافق الرعاية الصحية والاجتماعية</a:t>
            </a:r>
          </a:p>
        </p:txBody>
      </p:sp>
      <p:grpSp>
        <p:nvGrpSpPr>
          <p:cNvPr id="5" name="Group 4">
            <a:extLst>
              <a:ext uri="{FF2B5EF4-FFF2-40B4-BE49-F238E27FC236}">
                <a16:creationId xmlns:a16="http://schemas.microsoft.com/office/drawing/2014/main" id="{4F191BC4-04ED-1AB1-7911-84856B4DCE1C}"/>
              </a:ext>
            </a:extLst>
          </p:cNvPr>
          <p:cNvGrpSpPr/>
          <p:nvPr/>
        </p:nvGrpSpPr>
        <p:grpSpPr>
          <a:xfrm flipH="1">
            <a:off x="457199" y="1972827"/>
            <a:ext cx="5111751" cy="3230141"/>
            <a:chOff x="457199" y="1972827"/>
            <a:chExt cx="5111751" cy="3230141"/>
          </a:xfrm>
        </p:grpSpPr>
        <p:sp>
          <p:nvSpPr>
            <p:cNvPr id="6" name="Rectangle: Rounded Corners 5">
              <a:extLst>
                <a:ext uri="{FF2B5EF4-FFF2-40B4-BE49-F238E27FC236}">
                  <a16:creationId xmlns:a16="http://schemas.microsoft.com/office/drawing/2014/main" id="{4778D9B5-39C8-164C-5992-B199EF071917}"/>
                </a:ext>
              </a:extLst>
            </p:cNvPr>
            <p:cNvSpPr/>
            <p:nvPr/>
          </p:nvSpPr>
          <p:spPr>
            <a:xfrm>
              <a:off x="457199" y="1972827"/>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Warning">
              <a:extLst>
                <a:ext uri="{FF2B5EF4-FFF2-40B4-BE49-F238E27FC236}">
                  <a16:creationId xmlns:a16="http://schemas.microsoft.com/office/drawing/2014/main" id="{F51677F4-D5A2-DC1B-15A8-DB9BFF8700B0}"/>
                </a:ext>
              </a:extLst>
            </p:cNvPr>
            <p:cNvSpPr/>
            <p:nvPr/>
          </p:nvSpPr>
          <p:spPr>
            <a:xfrm>
              <a:off x="891473" y="2295841"/>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6ADEBA27-0B5A-7D4D-2395-2CF2C906BDD1}"/>
                </a:ext>
              </a:extLst>
            </p:cNvPr>
            <p:cNvSpPr/>
            <p:nvPr/>
          </p:nvSpPr>
          <p:spPr>
            <a:xfrm>
              <a:off x="2115338" y="1972827"/>
              <a:ext cx="2300287" cy="1435618"/>
            </a:xfrm>
            <a:custGeom>
              <a:avLst/>
              <a:gdLst>
                <a:gd name="connsiteX0" fmla="*/ 0 w 2300287"/>
                <a:gd name="connsiteY0" fmla="*/ 0 h 1435618"/>
                <a:gd name="connsiteX1" fmla="*/ 2300287 w 2300287"/>
                <a:gd name="connsiteY1" fmla="*/ 0 h 1435618"/>
                <a:gd name="connsiteX2" fmla="*/ 2300287 w 2300287"/>
                <a:gd name="connsiteY2" fmla="*/ 1435618 h 1435618"/>
                <a:gd name="connsiteX3" fmla="*/ 0 w 2300287"/>
                <a:gd name="connsiteY3" fmla="*/ 1435618 h 1435618"/>
                <a:gd name="connsiteX4" fmla="*/ 0 w 2300287"/>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287" h="1435618">
                  <a:moveTo>
                    <a:pt x="0" y="0"/>
                  </a:moveTo>
                  <a:lnTo>
                    <a:pt x="2300287" y="0"/>
                  </a:lnTo>
                  <a:lnTo>
                    <a:pt x="2300287"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100000"/>
                </a:lnSpc>
                <a:spcBef>
                  <a:spcPct val="0"/>
                </a:spcBef>
                <a:spcAft>
                  <a:spcPct val="35000"/>
                </a:spcAft>
                <a:buNone/>
              </a:pPr>
              <a:r>
                <a:rPr lang="ar" sz="2500" kern="1200" dirty="0">
                  <a:latin typeface="Times New Roman" panose="02020603050405020304" pitchFamily="18" charset="0"/>
                  <a:cs typeface="Times New Roman" panose="02020603050405020304" pitchFamily="18" charset="0"/>
                </a:rPr>
                <a:t>أ1 مصادر الخطر</a:t>
              </a:r>
            </a:p>
          </p:txBody>
        </p:sp>
        <p:sp>
          <p:nvSpPr>
            <p:cNvPr id="9" name="Freeform: Shape 8">
              <a:extLst>
                <a:ext uri="{FF2B5EF4-FFF2-40B4-BE49-F238E27FC236}">
                  <a16:creationId xmlns:a16="http://schemas.microsoft.com/office/drawing/2014/main" id="{D7CA59E8-7189-298B-326B-6F2A38F2B253}"/>
                </a:ext>
              </a:extLst>
            </p:cNvPr>
            <p:cNvSpPr/>
            <p:nvPr/>
          </p:nvSpPr>
          <p:spPr>
            <a:xfrm>
              <a:off x="4415626" y="1972827"/>
              <a:ext cx="1153323" cy="1435618"/>
            </a:xfrm>
            <a:custGeom>
              <a:avLst/>
              <a:gdLst>
                <a:gd name="connsiteX0" fmla="*/ 0 w 1153323"/>
                <a:gd name="connsiteY0" fmla="*/ 0 h 1435618"/>
                <a:gd name="connsiteX1" fmla="*/ 1153323 w 1153323"/>
                <a:gd name="connsiteY1" fmla="*/ 0 h 1435618"/>
                <a:gd name="connsiteX2" fmla="*/ 1153323 w 1153323"/>
                <a:gd name="connsiteY2" fmla="*/ 1435618 h 1435618"/>
                <a:gd name="connsiteX3" fmla="*/ 0 w 1153323"/>
                <a:gd name="connsiteY3" fmla="*/ 1435618 h 1435618"/>
                <a:gd name="connsiteX4" fmla="*/ 0 w 1153323"/>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323" h="1435618">
                  <a:moveTo>
                    <a:pt x="0" y="0"/>
                  </a:moveTo>
                  <a:lnTo>
                    <a:pt x="1153323" y="0"/>
                  </a:lnTo>
                  <a:lnTo>
                    <a:pt x="1153323"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800100" rtl="1">
                <a:lnSpc>
                  <a:spcPct val="100000"/>
                </a:lnSpc>
                <a:spcBef>
                  <a:spcPct val="0"/>
                </a:spcBef>
                <a:spcAft>
                  <a:spcPct val="35000"/>
                </a:spcAft>
                <a:buNone/>
              </a:pPr>
              <a:endParaRPr lang="en-GB" sz="1800" kern="1200" dirty="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4AB5F1E4-1D17-D71B-CF52-2F2FBE32549D}"/>
                </a:ext>
              </a:extLst>
            </p:cNvPr>
            <p:cNvSpPr/>
            <p:nvPr/>
          </p:nvSpPr>
          <p:spPr>
            <a:xfrm>
              <a:off x="457199" y="376735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Checkmark">
              <a:extLst>
                <a:ext uri="{FF2B5EF4-FFF2-40B4-BE49-F238E27FC236}">
                  <a16:creationId xmlns:a16="http://schemas.microsoft.com/office/drawing/2014/main" id="{01BC8CF1-5010-26DD-10CF-2C1FB41164DF}"/>
                </a:ext>
              </a:extLst>
            </p:cNvPr>
            <p:cNvSpPr/>
            <p:nvPr/>
          </p:nvSpPr>
          <p:spPr>
            <a:xfrm flipH="1">
              <a:off x="891473" y="4090364"/>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DACEA3E-1850-86A0-3D20-9E9F03F82300}"/>
                </a:ext>
              </a:extLst>
            </p:cNvPr>
            <p:cNvSpPr/>
            <p:nvPr/>
          </p:nvSpPr>
          <p:spPr>
            <a:xfrm>
              <a:off x="2115338" y="3767350"/>
              <a:ext cx="2300287" cy="1435618"/>
            </a:xfrm>
            <a:custGeom>
              <a:avLst/>
              <a:gdLst>
                <a:gd name="connsiteX0" fmla="*/ 0 w 2300287"/>
                <a:gd name="connsiteY0" fmla="*/ 0 h 1435618"/>
                <a:gd name="connsiteX1" fmla="*/ 2300287 w 2300287"/>
                <a:gd name="connsiteY1" fmla="*/ 0 h 1435618"/>
                <a:gd name="connsiteX2" fmla="*/ 2300287 w 2300287"/>
                <a:gd name="connsiteY2" fmla="*/ 1435618 h 1435618"/>
                <a:gd name="connsiteX3" fmla="*/ 0 w 2300287"/>
                <a:gd name="connsiteY3" fmla="*/ 1435618 h 1435618"/>
                <a:gd name="connsiteX4" fmla="*/ 0 w 2300287"/>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287" h="1435618">
                  <a:moveTo>
                    <a:pt x="0" y="0"/>
                  </a:moveTo>
                  <a:lnTo>
                    <a:pt x="2300287" y="0"/>
                  </a:lnTo>
                  <a:lnTo>
                    <a:pt x="2300287"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100000"/>
                </a:lnSpc>
                <a:spcBef>
                  <a:spcPct val="0"/>
                </a:spcBef>
                <a:spcAft>
                  <a:spcPct val="35000"/>
                </a:spcAft>
                <a:buNone/>
              </a:pPr>
              <a:r>
                <a:rPr lang="ar" sz="2500" kern="1200" dirty="0">
                  <a:latin typeface="Times New Roman" panose="02020603050405020304" pitchFamily="18" charset="0"/>
                  <a:cs typeface="Times New Roman" panose="02020603050405020304" pitchFamily="18" charset="0"/>
                </a:rPr>
                <a:t>أ2 المسؤوليات</a:t>
              </a:r>
            </a:p>
          </p:txBody>
        </p:sp>
        <p:sp>
          <p:nvSpPr>
            <p:cNvPr id="13" name="Freeform: Shape 12">
              <a:extLst>
                <a:ext uri="{FF2B5EF4-FFF2-40B4-BE49-F238E27FC236}">
                  <a16:creationId xmlns:a16="http://schemas.microsoft.com/office/drawing/2014/main" id="{4686C859-DB96-D0A8-DF01-4ABF86D5BDBE}"/>
                </a:ext>
              </a:extLst>
            </p:cNvPr>
            <p:cNvSpPr/>
            <p:nvPr/>
          </p:nvSpPr>
          <p:spPr>
            <a:xfrm>
              <a:off x="4415626" y="3767350"/>
              <a:ext cx="1153323" cy="1435618"/>
            </a:xfrm>
            <a:custGeom>
              <a:avLst/>
              <a:gdLst>
                <a:gd name="connsiteX0" fmla="*/ 0 w 1153323"/>
                <a:gd name="connsiteY0" fmla="*/ 0 h 1435618"/>
                <a:gd name="connsiteX1" fmla="*/ 1153323 w 1153323"/>
                <a:gd name="connsiteY1" fmla="*/ 0 h 1435618"/>
                <a:gd name="connsiteX2" fmla="*/ 1153323 w 1153323"/>
                <a:gd name="connsiteY2" fmla="*/ 1435618 h 1435618"/>
                <a:gd name="connsiteX3" fmla="*/ 0 w 1153323"/>
                <a:gd name="connsiteY3" fmla="*/ 1435618 h 1435618"/>
                <a:gd name="connsiteX4" fmla="*/ 0 w 1153323"/>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323" h="1435618">
                  <a:moveTo>
                    <a:pt x="0" y="0"/>
                  </a:moveTo>
                  <a:lnTo>
                    <a:pt x="1153323" y="0"/>
                  </a:lnTo>
                  <a:lnTo>
                    <a:pt x="1153323"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800100" rtl="1">
                <a:lnSpc>
                  <a:spcPct val="100000"/>
                </a:lnSpc>
                <a:spcBef>
                  <a:spcPct val="0"/>
                </a:spcBef>
                <a:spcAft>
                  <a:spcPct val="35000"/>
                </a:spcAft>
                <a:buNone/>
              </a:pPr>
              <a:endParaRPr lang="en-GB" sz="1800" kern="1200" dirty="0">
                <a:latin typeface="Times New Roman" panose="02020603050405020304" pitchFamily="18" charset="0"/>
                <a:cs typeface="Times New Roman" panose="02020603050405020304" pitchFamily="18" charset="0"/>
              </a:endParaRPr>
            </a:p>
          </p:txBody>
        </p:sp>
      </p:grpSp>
      <p:sp>
        <p:nvSpPr>
          <p:cNvPr id="4" name="TextBox 3">
            <a:extLst>
              <a:ext uri="{FF2B5EF4-FFF2-40B4-BE49-F238E27FC236}">
                <a16:creationId xmlns:a16="http://schemas.microsoft.com/office/drawing/2014/main" id="{717FB49C-DFC9-B9D7-2235-65572C980C3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669083274"/>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B35CB-7E00-6067-9C01-A9CEC2F52AE9}"/>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8FBAAA10-A977-8DD3-D485-06873D4AFEB5}"/>
              </a:ext>
            </a:extLst>
          </p:cNvPr>
          <p:cNvSpPr>
            <a:spLocks noGrp="1"/>
          </p:cNvSpPr>
          <p:nvPr>
            <p:ph type="title"/>
          </p:nvPr>
        </p:nvSpPr>
        <p:spPr>
          <a:xfrm>
            <a:off x="-194101" y="1233532"/>
            <a:ext cx="9278689" cy="1585728"/>
          </a:xfrm>
        </p:spPr>
        <p:txBody>
          <a:bodyPr rtlCol="1"/>
          <a:lstStyle/>
          <a:p>
            <a:pPr algn="ctr" rtl="1"/>
            <a:r>
              <a:rPr lang="ar" sz="2400" b="1" dirty="0">
                <a:latin typeface="Times New Roman" panose="02020603050405020304" pitchFamily="18" charset="0"/>
                <a:cs typeface="Times New Roman" panose="02020603050405020304" pitchFamily="18" charset="0"/>
              </a:rPr>
              <a:t>أ1 مصادر الخطر</a:t>
            </a:r>
            <a:br>
              <a:rPr lang="en-GB" b="1" dirty="0">
                <a:latin typeface="Times New Roman" panose="02020603050405020304" pitchFamily="18" charset="0"/>
                <a:cs typeface="Times New Roman" panose="02020603050405020304" pitchFamily="18" charset="0"/>
              </a:rPr>
            </a:br>
            <a:br>
              <a:rPr lang="en-GB" altLang="en-US" b="1" dirty="0">
                <a:latin typeface="Times New Roman" panose="02020603050405020304" pitchFamily="18" charset="0"/>
                <a:cs typeface="Times New Roman" panose="02020603050405020304" pitchFamily="18" charset="0"/>
              </a:rPr>
            </a:br>
            <a:endParaRPr lang="en-GB" b="1" dirty="0">
              <a:latin typeface="Times New Roman" panose="02020603050405020304" pitchFamily="18" charset="0"/>
              <a:cs typeface="Times New Roman" panose="02020603050405020304" pitchFamily="18" charset="0"/>
            </a:endParaRPr>
          </a:p>
        </p:txBody>
      </p:sp>
      <p:sp>
        <p:nvSpPr>
          <p:cNvPr id="4" name="Text Placeholder 4">
            <a:extLst>
              <a:ext uri="{FF2B5EF4-FFF2-40B4-BE49-F238E27FC236}">
                <a16:creationId xmlns:a16="http://schemas.microsoft.com/office/drawing/2014/main" id="{87672C6C-2155-D292-1D82-FA9FB63EEB4F}"/>
              </a:ext>
            </a:extLst>
          </p:cNvPr>
          <p:cNvSpPr txBox="1">
            <a:spLocks/>
          </p:cNvSpPr>
          <p:nvPr/>
        </p:nvSpPr>
        <p:spPr bwMode="auto">
          <a:xfrm>
            <a:off x="251520" y="1844824"/>
            <a:ext cx="4608512"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kern="0" dirty="0">
                <a:latin typeface="Times New Roman" panose="02020603050405020304" pitchFamily="18" charset="0"/>
                <a:cs typeface="Times New Roman" panose="02020603050405020304" pitchFamily="18" charset="0"/>
              </a:rPr>
              <a:t>البيئات</a:t>
            </a:r>
            <a:r>
              <a:rPr lang="ar-EG" sz="1800" kern="0" dirty="0">
                <a:latin typeface="Times New Roman" panose="02020603050405020304" pitchFamily="18" charset="0"/>
                <a:cs typeface="Times New Roman" panose="02020603050405020304" pitchFamily="18" charset="0"/>
              </a:rPr>
              <a:t>:</a:t>
            </a:r>
            <a:r>
              <a:rPr lang="ar" sz="1800" kern="0" dirty="0">
                <a:latin typeface="Times New Roman" panose="02020603050405020304" pitchFamily="18" charset="0"/>
                <a:cs typeface="Times New Roman" panose="02020603050405020304" pitchFamily="18" charset="0"/>
              </a:rPr>
              <a:t> </a:t>
            </a: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الغرف المشتركة</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غرف النوم</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الحمامات</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أماكن تلقي العلاج</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المناطق العامة</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القاعات</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المداخل</a:t>
            </a:r>
            <a:r>
              <a:rPr lang="ar-EG" sz="1800" kern="0" dirty="0">
                <a:latin typeface="Times New Roman" panose="02020603050405020304" pitchFamily="18" charset="0"/>
                <a:cs typeface="Times New Roman" panose="02020603050405020304" pitchFamily="18" charset="0"/>
              </a:rPr>
              <a:t>.</a:t>
            </a:r>
            <a:r>
              <a:rPr lang="ar" sz="1800" kern="0" dirty="0">
                <a:latin typeface="Times New Roman" panose="02020603050405020304" pitchFamily="18" charset="0"/>
                <a:cs typeface="Times New Roman" panose="02020603050405020304" pitchFamily="18" charset="0"/>
              </a:rPr>
              <a:t> </a:t>
            </a: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السلالم</a:t>
            </a:r>
            <a:r>
              <a:rPr lang="ar-EG" sz="1800" kern="0" dirty="0">
                <a:latin typeface="Times New Roman" panose="02020603050405020304" pitchFamily="18" charset="0"/>
                <a:cs typeface="Times New Roman" panose="02020603050405020304" pitchFamily="18" charset="0"/>
              </a:rPr>
              <a:t>.</a:t>
            </a:r>
            <a:endParaRPr lang="ar" sz="1800" kern="0" dirty="0">
              <a:latin typeface="Times New Roman" panose="02020603050405020304" pitchFamily="18" charset="0"/>
              <a:cs typeface="Times New Roman" panose="02020603050405020304" pitchFamily="18" charset="0"/>
            </a:endParaRPr>
          </a:p>
          <a:p>
            <a:pPr marL="285750" indent="-285750" rtl="1">
              <a:lnSpc>
                <a:spcPct val="150000"/>
              </a:lnSpc>
              <a:buFont typeface="Arial" panose="020B0604020202020204" pitchFamily="34" charset="0"/>
              <a:buChar char="•"/>
            </a:pPr>
            <a:r>
              <a:rPr lang="ar" sz="1800" kern="0" dirty="0">
                <a:latin typeface="Times New Roman" panose="02020603050405020304" pitchFamily="18" charset="0"/>
                <a:cs typeface="Times New Roman" panose="02020603050405020304" pitchFamily="18" charset="0"/>
              </a:rPr>
              <a:t>المناطق الترفيهية الخارجية التي قد تُشكل خطرًا معينًا على مُتلقي الخدمة الأفراد</a:t>
            </a:r>
            <a:r>
              <a:rPr lang="ar-EG" sz="1800" kern="0" dirty="0">
                <a:latin typeface="Times New Roman" panose="02020603050405020304" pitchFamily="18" charset="0"/>
                <a:cs typeface="Times New Roman" panose="02020603050405020304" pitchFamily="18" charset="0"/>
              </a:rPr>
              <a:t>.</a:t>
            </a:r>
            <a:r>
              <a:rPr lang="ar" sz="1800" kern="0" dirty="0">
                <a:latin typeface="Times New Roman" panose="02020603050405020304" pitchFamily="18" charset="0"/>
                <a:cs typeface="Times New Roman" panose="02020603050405020304" pitchFamily="18" charset="0"/>
              </a:rPr>
              <a:t> </a:t>
            </a:r>
            <a:br>
              <a:rPr lang="en-GB" sz="1400" kern="0" dirty="0">
                <a:latin typeface="Times New Roman" panose="02020603050405020304" pitchFamily="18" charset="0"/>
                <a:cs typeface="Times New Roman" panose="02020603050405020304" pitchFamily="18" charset="0"/>
              </a:rPr>
            </a:br>
            <a:endParaRPr lang="en-GB" sz="1400" kern="0" dirty="0">
              <a:latin typeface="Times New Roman" panose="02020603050405020304" pitchFamily="18" charset="0"/>
              <a:cs typeface="Times New Roman" panose="02020603050405020304" pitchFamily="18" charset="0"/>
            </a:endParaRPr>
          </a:p>
          <a:p>
            <a:pPr rtl="1"/>
            <a:endParaRPr lang="en-GB" kern="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0B1C4FA4-571A-428C-8F64-DD2EC4E17CA4}"/>
              </a:ext>
            </a:extLst>
          </p:cNvPr>
          <p:cNvSpPr txBox="1">
            <a:spLocks noChangeArrowheads="1"/>
          </p:cNvSpPr>
          <p:nvPr/>
        </p:nvSpPr>
        <p:spPr bwMode="auto">
          <a:xfrm>
            <a:off x="5080752" y="2026396"/>
            <a:ext cx="3970785" cy="48245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algn="ctr" rtl="1">
              <a:buFont typeface="Wingdings" panose="05000000000000000000" pitchFamily="2" charset="2"/>
              <a:buNone/>
            </a:pPr>
            <a:r>
              <a:rPr lang="ar" sz="2000" kern="0" dirty="0">
                <a:latin typeface="Times New Roman" panose="02020603050405020304" pitchFamily="18" charset="0"/>
                <a:cs typeface="Times New Roman" panose="02020603050405020304" pitchFamily="18" charset="0"/>
              </a:rPr>
              <a:t>هل يمكنك تحديد مثال لمصادر خطر محددة في كل منطقة من المناطق المذكورة؟ </a:t>
            </a:r>
          </a:p>
          <a:p>
            <a:pPr indent="0" algn="ctr" rtl="1">
              <a:buFont typeface="Wingdings" panose="05000000000000000000" pitchFamily="2" charset="2"/>
              <a:buNone/>
            </a:pPr>
            <a:endParaRPr lang="en-GB" altLang="en-US" sz="2000" i="1" kern="0" dirty="0">
              <a:solidFill>
                <a:srgbClr val="FF0000"/>
              </a:solidFill>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i="1" kern="0" dirty="0">
              <a:solidFill>
                <a:srgbClr val="FF0000"/>
              </a:solidFill>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i="1" kern="0" dirty="0">
              <a:solidFill>
                <a:srgbClr val="FF0000"/>
              </a:solidFill>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i="1" kern="0" dirty="0">
              <a:solidFill>
                <a:srgbClr val="FF0000"/>
              </a:solidFill>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i="1" kern="0" dirty="0">
              <a:solidFill>
                <a:srgbClr val="FF0000"/>
              </a:solidFill>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r>
              <a:rPr lang="ar" sz="2000" kern="0" dirty="0">
                <a:latin typeface="Times New Roman" panose="02020603050405020304" pitchFamily="18" charset="0"/>
                <a:cs typeface="Times New Roman" panose="02020603050405020304" pitchFamily="18" charset="0"/>
              </a:rPr>
              <a:t>شارك أفكارك مع مجموعتك</a:t>
            </a:r>
            <a:r>
              <a:rPr lang="ar-EG" sz="2000" kern="0" dirty="0">
                <a:latin typeface="Times New Roman" panose="02020603050405020304" pitchFamily="18" charset="0"/>
                <a:cs typeface="Times New Roman" panose="02020603050405020304" pitchFamily="18" charset="0"/>
              </a:rPr>
              <a:t> </a:t>
            </a:r>
            <a:endParaRPr lang="ar"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indent="0" algn="ctr" rtl="1">
              <a:buFont typeface="Wingdings" panose="05000000000000000000" pitchFamily="2" charset="2"/>
              <a:buNone/>
            </a:pPr>
            <a:endParaRPr lang="en-GB" altLang="en-US" sz="2000" kern="0" dirty="0">
              <a:latin typeface="Times New Roman" panose="02020603050405020304" pitchFamily="18" charset="0"/>
              <a:cs typeface="Times New Roman" panose="02020603050405020304" pitchFamily="18" charset="0"/>
            </a:endParaRPr>
          </a:p>
          <a:p>
            <a:pPr marL="685800" rtl="1"/>
            <a:endParaRPr lang="en-GB" altLang="en-US" kern="0" dirty="0">
              <a:latin typeface="Times New Roman" panose="02020603050405020304" pitchFamily="18" charset="0"/>
              <a:cs typeface="Times New Roman" panose="02020603050405020304" pitchFamily="18" charset="0"/>
            </a:endParaRPr>
          </a:p>
        </p:txBody>
      </p:sp>
      <p:pic>
        <p:nvPicPr>
          <p:cNvPr id="3" name="Picture 2" descr="A person jumping off a black shoe&#10;&#10;AI-generated content may be incorrect.">
            <a:extLst>
              <a:ext uri="{FF2B5EF4-FFF2-40B4-BE49-F238E27FC236}">
                <a16:creationId xmlns:a16="http://schemas.microsoft.com/office/drawing/2014/main" id="{7E65DDC6-399C-B8EF-320F-65C2E58587A2}"/>
              </a:ext>
            </a:extLst>
          </p:cNvPr>
          <p:cNvPicPr>
            <a:picLocks noChangeAspect="1"/>
          </p:cNvPicPr>
          <p:nvPr/>
        </p:nvPicPr>
        <p:blipFill>
          <a:blip r:embed="rId4"/>
          <a:srcRect l="6704" r="9470" b="-575"/>
          <a:stretch>
            <a:fillRect/>
          </a:stretch>
        </p:blipFill>
        <p:spPr>
          <a:xfrm>
            <a:off x="5388429" y="2807154"/>
            <a:ext cx="3165509" cy="2577225"/>
          </a:xfrm>
          <a:prstGeom prst="rect">
            <a:avLst/>
          </a:prstGeom>
        </p:spPr>
      </p:pic>
      <p:sp>
        <p:nvSpPr>
          <p:cNvPr id="6" name="TextBox 5">
            <a:extLst>
              <a:ext uri="{FF2B5EF4-FFF2-40B4-BE49-F238E27FC236}">
                <a16:creationId xmlns:a16="http://schemas.microsoft.com/office/drawing/2014/main" id="{5BD1D3E8-C947-0CDA-A66B-4EFADAECDE58}"/>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267600675"/>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E9F8-F977-3319-CE5B-7E9872A63D0A}"/>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01E135C4-0D26-6F92-0FD0-8069E5563B6A}"/>
              </a:ext>
            </a:extLst>
          </p:cNvPr>
          <p:cNvSpPr txBox="1">
            <a:spLocks/>
          </p:cNvSpPr>
          <p:nvPr/>
        </p:nvSpPr>
        <p:spPr bwMode="auto">
          <a:xfrm>
            <a:off x="467544" y="1340768"/>
            <a:ext cx="3394719" cy="302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kern="0" dirty="0">
                <a:latin typeface="Arialtest" panose="020B0604020202020204" pitchFamily="34" charset="0"/>
                <a:cs typeface="Arialtest" panose="020B0604020202020204" pitchFamily="34" charset="0"/>
              </a:rPr>
              <a:t>مصادر الخطر المادية</a:t>
            </a:r>
          </a:p>
          <a:p>
            <a:pPr rtl="1"/>
            <a:endParaRPr lang="en-GB" kern="0" dirty="0">
              <a:latin typeface="Arialtest" panose="020B0604020202020204" pitchFamily="34" charset="0"/>
              <a:cs typeface="Arialtest" panose="020B0604020202020204" pitchFamily="34" charset="0"/>
            </a:endParaRPr>
          </a:p>
          <a:p>
            <a:pPr rtl="1">
              <a:buFont typeface="Arial" panose="020B0604020202020204" pitchFamily="34" charset="0"/>
              <a:buChar char="•"/>
            </a:pPr>
            <a:r>
              <a:rPr lang="ar" sz="1800" kern="0" dirty="0">
                <a:latin typeface="Arialtest" panose="020B0604020202020204" pitchFamily="34" charset="0"/>
                <a:cs typeface="Arialtest" panose="020B0604020202020204" pitchFamily="34" charset="0"/>
              </a:rPr>
              <a:t>الحريق</a:t>
            </a:r>
          </a:p>
          <a:p>
            <a:pPr rtl="1">
              <a:buFont typeface="Arial" panose="020B0604020202020204" pitchFamily="34" charset="0"/>
              <a:buChar char="•"/>
            </a:pPr>
            <a:r>
              <a:rPr lang="ar" sz="1800" kern="0" dirty="0">
                <a:latin typeface="Arialtest" panose="020B0604020202020204" pitchFamily="34" charset="0"/>
                <a:cs typeface="Arialtest" panose="020B0604020202020204" pitchFamily="34" charset="0"/>
              </a:rPr>
              <a:t>الفيضانات</a:t>
            </a:r>
          </a:p>
          <a:p>
            <a:pPr rtl="1">
              <a:buFont typeface="Arial" panose="020B0604020202020204" pitchFamily="34" charset="0"/>
              <a:buChar char="•"/>
            </a:pPr>
            <a:r>
              <a:rPr lang="ar" sz="1800" kern="0" dirty="0">
                <a:latin typeface="Arialtest" panose="020B0604020202020204" pitchFamily="34" charset="0"/>
                <a:cs typeface="Arialtest" panose="020B0604020202020204" pitchFamily="34" charset="0"/>
              </a:rPr>
              <a:t>ظروف العمل السيئة</a:t>
            </a:r>
            <a:endParaRPr lang="ar-EG" sz="1800" kern="0" dirty="0">
              <a:latin typeface="Arialtest" panose="020B0604020202020204" pitchFamily="34" charset="0"/>
              <a:cs typeface="Arialtest" panose="020B0604020202020204" pitchFamily="34" charset="0"/>
            </a:endParaRPr>
          </a:p>
          <a:p>
            <a:pPr>
              <a:buFont typeface="Arial" panose="020B0604020202020204" pitchFamily="34" charset="0"/>
              <a:buChar char="•"/>
            </a:pPr>
            <a:r>
              <a:rPr lang="ar" sz="1800" kern="0" dirty="0">
                <a:latin typeface="Arialtest" panose="020B0604020202020204" pitchFamily="34" charset="0"/>
                <a:cs typeface="Arialtest" panose="020B0604020202020204" pitchFamily="34" charset="0"/>
              </a:rPr>
              <a:t>عدم توفر التدابير الأمنية</a:t>
            </a:r>
          </a:p>
          <a:p>
            <a:r>
              <a:rPr lang="ar-EG" sz="1800" kern="0" dirty="0">
                <a:latin typeface="Arialtest" panose="020B0604020202020204" pitchFamily="34" charset="0"/>
                <a:cs typeface="Arialtest" panose="020B0604020202020204" pitchFamily="34" charset="0"/>
              </a:rPr>
              <a:t>الإهمال في صيانة المبنى</a:t>
            </a:r>
          </a:p>
          <a:p>
            <a:pPr rtl="1">
              <a:buFont typeface="Arial" panose="020B0604020202020204" pitchFamily="34" charset="0"/>
              <a:buChar char="•"/>
            </a:pPr>
            <a:endParaRPr lang="ar" sz="1800" kern="0" dirty="0">
              <a:latin typeface="Arialtest" panose="020B0604020202020204" pitchFamily="34" charset="0"/>
              <a:cs typeface="Arialtest" panose="020B0604020202020204" pitchFamily="34" charset="0"/>
            </a:endParaRPr>
          </a:p>
          <a:p>
            <a:pPr rtl="1"/>
            <a:endParaRPr lang="en-GB" kern="0" dirty="0">
              <a:latin typeface="Arialtest" panose="020B0604020202020204" pitchFamily="34" charset="0"/>
              <a:cs typeface="Arialtest" panose="020B0604020202020204" pitchFamily="34" charset="0"/>
            </a:endParaRPr>
          </a:p>
        </p:txBody>
      </p:sp>
      <p:sp>
        <p:nvSpPr>
          <p:cNvPr id="3" name="Text Placeholder 2">
            <a:extLst>
              <a:ext uri="{FF2B5EF4-FFF2-40B4-BE49-F238E27FC236}">
                <a16:creationId xmlns:a16="http://schemas.microsoft.com/office/drawing/2014/main" id="{C850EE02-3055-E22F-523C-0D39E96BB166}"/>
              </a:ext>
            </a:extLst>
          </p:cNvPr>
          <p:cNvSpPr txBox="1">
            <a:spLocks/>
          </p:cNvSpPr>
          <p:nvPr/>
        </p:nvSpPr>
        <p:spPr bwMode="auto">
          <a:xfrm>
            <a:off x="4002832" y="1124744"/>
            <a:ext cx="4968552"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buNone/>
            </a:pPr>
            <a:r>
              <a:rPr lang="ar-EG" dirty="0"/>
              <a:t>تعاون مع زميل للإجابة على الأسئلة التالية:</a:t>
            </a:r>
          </a:p>
          <a:p>
            <a:pPr marL="0" indent="0">
              <a:buNone/>
            </a:pPr>
            <a:endParaRPr lang="ar-EG" dirty="0"/>
          </a:p>
          <a:p>
            <a:pPr marL="457200" indent="-457200">
              <a:buFont typeface="+mj-lt"/>
              <a:buAutoNum type="arabicPeriod"/>
            </a:pPr>
            <a:r>
              <a:rPr lang="ar-EG" dirty="0"/>
              <a:t>متى قد يحدث حريق</a:t>
            </a:r>
          </a:p>
          <a:p>
            <a:pPr marL="0" indent="0">
              <a:buNone/>
            </a:pPr>
            <a:r>
              <a:rPr lang="ar-EG" dirty="0"/>
              <a:t> أو فيضان في موقف رعاية؟</a:t>
            </a:r>
          </a:p>
          <a:p>
            <a:pPr marL="0" indent="0">
              <a:buNone/>
            </a:pPr>
            <a:endParaRPr lang="ar-EG" dirty="0"/>
          </a:p>
          <a:p>
            <a:r>
              <a:rPr lang="ar-EG" dirty="0"/>
              <a:t>وضّح باختصار لمَ تمثل المواقف</a:t>
            </a:r>
          </a:p>
          <a:p>
            <a:pPr marL="0" indent="0">
              <a:buNone/>
            </a:pPr>
            <a:r>
              <a:rPr lang="ar-EG" dirty="0"/>
              <a:t> التالية خطرًا في بيئة الرعاية؟</a:t>
            </a:r>
          </a:p>
          <a:p>
            <a:pPr marL="0" indent="0" algn="l" rtl="0">
              <a:buNone/>
            </a:pPr>
            <a:endParaRPr lang="en-US" sz="2000" kern="0" dirty="0">
              <a:latin typeface="Arialtest" panose="020B0604020202020204" pitchFamily="34" charset="0"/>
              <a:cs typeface="Arialtest" panose="020B0604020202020204" pitchFamily="34" charset="0"/>
            </a:endParaRPr>
          </a:p>
          <a:p>
            <a:r>
              <a:rPr lang="ar-EG" sz="2000" kern="0" dirty="0">
                <a:latin typeface="Arialtest" panose="020B0604020202020204" pitchFamily="34" charset="0"/>
                <a:cs typeface="Arialtest" panose="020B0604020202020204" pitchFamily="34" charset="0"/>
              </a:rPr>
              <a:t>ظروف العمل السيئة</a:t>
            </a:r>
            <a:endParaRPr lang="en-US" sz="2000" kern="0" dirty="0">
              <a:latin typeface="Arialtest" panose="020B0604020202020204" pitchFamily="34" charset="0"/>
              <a:cs typeface="Arialtest" panose="020B0604020202020204" pitchFamily="34" charset="0"/>
            </a:endParaRPr>
          </a:p>
          <a:p>
            <a:pPr>
              <a:buFont typeface="Arial" panose="020B0604020202020204" pitchFamily="34" charset="0"/>
              <a:buChar char="•"/>
            </a:pPr>
            <a:r>
              <a:rPr lang="ar" sz="2000" kern="0" dirty="0">
                <a:latin typeface="Arialtest" panose="020B0604020202020204" pitchFamily="34" charset="0"/>
                <a:cs typeface="Arialtest" panose="020B0604020202020204" pitchFamily="34" charset="0"/>
              </a:rPr>
              <a:t>عدم توفر التدابير الأمنية</a:t>
            </a:r>
          </a:p>
          <a:p>
            <a:r>
              <a:rPr lang="ar-EG" sz="2000" kern="0" dirty="0">
                <a:latin typeface="Arialtest" panose="020B0604020202020204" pitchFamily="34" charset="0"/>
                <a:cs typeface="Arialtest" panose="020B0604020202020204" pitchFamily="34" charset="0"/>
              </a:rPr>
              <a:t>الإهمال في صيانة المبنى</a:t>
            </a:r>
          </a:p>
        </p:txBody>
      </p:sp>
      <p:pic>
        <p:nvPicPr>
          <p:cNvPr id="4" name="Picture 3">
            <a:extLst>
              <a:ext uri="{FF2B5EF4-FFF2-40B4-BE49-F238E27FC236}">
                <a16:creationId xmlns:a16="http://schemas.microsoft.com/office/drawing/2014/main" id="{E877AFDB-D5FB-5C42-1EC5-E5F5E247FC0A}"/>
              </a:ext>
            </a:extLst>
          </p:cNvPr>
          <p:cNvPicPr>
            <a:picLocks noChangeAspect="1"/>
          </p:cNvPicPr>
          <p:nvPr/>
        </p:nvPicPr>
        <p:blipFill>
          <a:blip r:embed="rId4"/>
          <a:stretch>
            <a:fillRect/>
          </a:stretch>
        </p:blipFill>
        <p:spPr>
          <a:xfrm>
            <a:off x="723220" y="3956277"/>
            <a:ext cx="3275240" cy="2551340"/>
          </a:xfrm>
          <a:prstGeom prst="rect">
            <a:avLst/>
          </a:prstGeom>
        </p:spPr>
      </p:pic>
      <p:sp>
        <p:nvSpPr>
          <p:cNvPr id="5" name="TextBox 4">
            <a:extLst>
              <a:ext uri="{FF2B5EF4-FFF2-40B4-BE49-F238E27FC236}">
                <a16:creationId xmlns:a16="http://schemas.microsoft.com/office/drawing/2014/main" id="{32C95204-6E0F-40FE-F337-62586015A1B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306654662"/>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023F-8CB3-885A-CF43-119857F58DE3}"/>
              </a:ext>
            </a:extLst>
          </p:cNvPr>
          <p:cNvSpPr>
            <a:spLocks noGrp="1"/>
          </p:cNvSpPr>
          <p:nvPr>
            <p:ph type="title"/>
          </p:nvPr>
        </p:nvSpPr>
        <p:spPr>
          <a:xfrm>
            <a:off x="457200" y="1124744"/>
            <a:ext cx="8229600" cy="854745"/>
          </a:xfrm>
        </p:spPr>
        <p:txBody>
          <a:bodyPr rtlCol="1"/>
          <a:lstStyle/>
          <a:p>
            <a:pPr rtl="1"/>
            <a:r>
              <a:rPr lang="ar" sz="2400">
                <a:latin typeface="Times New Roman" panose="02020603050405020304" pitchFamily="18" charset="0"/>
                <a:cs typeface="Times New Roman" panose="02020603050405020304" pitchFamily="18" charset="0"/>
              </a:rPr>
              <a:t>تصنيف مصادر الخطر بيئة الرعاية الصحية والاجتماعية:</a:t>
            </a:r>
            <a:br>
              <a:rPr lang="en-GB" altLang="en-US" sz="2400" b="1"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C478A423-AF2F-E0E2-3E90-BCBED0C1DF02}"/>
              </a:ext>
            </a:extLst>
          </p:cNvPr>
          <p:cNvGraphicFramePr>
            <a:graphicFrameLocks noGrp="1"/>
          </p:cNvGraphicFramePr>
          <p:nvPr>
            <p:ph sz="half" idx="2"/>
            <p:extLst>
              <p:ext uri="{D42A27DB-BD31-4B8C-83A1-F6EECF244321}">
                <p14:modId xmlns:p14="http://schemas.microsoft.com/office/powerpoint/2010/main" val="701492857"/>
              </p:ext>
            </p:extLst>
          </p:nvPr>
        </p:nvGraphicFramePr>
        <p:xfrm>
          <a:off x="478657" y="1772816"/>
          <a:ext cx="8208143" cy="4333826"/>
        </p:xfrm>
        <a:graphic>
          <a:graphicData uri="http://schemas.openxmlformats.org/drawingml/2006/table">
            <a:tbl>
              <a:tblPr rtl="1" firstRow="1" bandRow="1">
                <a:tableStyleId>{5C22544A-7EE6-4342-B048-85BDC9FD1C3A}</a:tableStyleId>
              </a:tblPr>
              <a:tblGrid>
                <a:gridCol w="4093343">
                  <a:extLst>
                    <a:ext uri="{9D8B030D-6E8A-4147-A177-3AD203B41FA5}">
                      <a16:colId xmlns:a16="http://schemas.microsoft.com/office/drawing/2014/main" val="1754967213"/>
                    </a:ext>
                  </a:extLst>
                </a:gridCol>
                <a:gridCol w="4114800">
                  <a:extLst>
                    <a:ext uri="{9D8B030D-6E8A-4147-A177-3AD203B41FA5}">
                      <a16:colId xmlns:a16="http://schemas.microsoft.com/office/drawing/2014/main" val="861445276"/>
                    </a:ext>
                  </a:extLst>
                </a:gridCol>
              </a:tblGrid>
              <a:tr h="1080120">
                <a:tc gridSpan="2">
                  <a:txBody>
                    <a:bodyPr/>
                    <a:lstStyle/>
                    <a:p>
                      <a:pPr rtl="1"/>
                      <a:r>
                        <a:rPr lang="ar" sz="1400" b="0" dirty="0">
                          <a:solidFill>
                            <a:schemeClr val="tx1"/>
                          </a:solidFill>
                          <a:latin typeface="Times New Roman" panose="02020603050405020304" pitchFamily="18" charset="0"/>
                          <a:cs typeface="Times New Roman" panose="02020603050405020304" pitchFamily="18" charset="0"/>
                        </a:rPr>
                        <a:t>عندما تراجع مرافق الرعاية الصحية والاجتماعية استراتيجياتها للصحة والسلامة، هناك عدة أماكن تتطلب المراعاة. </a:t>
                      </a:r>
                    </a:p>
                    <a:p>
                      <a:pPr rtl="1"/>
                      <a:br>
                        <a:rPr lang="en-GB" sz="1400" b="0" dirty="0">
                          <a:solidFill>
                            <a:schemeClr val="tx1"/>
                          </a:solidFill>
                          <a:latin typeface="Times New Roman" panose="02020603050405020304" pitchFamily="18" charset="0"/>
                          <a:cs typeface="Times New Roman" panose="02020603050405020304" pitchFamily="18" charset="0"/>
                        </a:rPr>
                      </a:br>
                      <a:r>
                        <a:rPr lang="ar" sz="1400" b="0" dirty="0">
                          <a:solidFill>
                            <a:schemeClr val="tx1"/>
                          </a:solidFill>
                          <a:latin typeface="Times New Roman" panose="02020603050405020304" pitchFamily="18" charset="0"/>
                          <a:cs typeface="Times New Roman" panose="02020603050405020304" pitchFamily="18" charset="0"/>
                        </a:rPr>
                        <a:t>أكمل الجدول، حَدِّد ما إذا كانت كل مشكلة تتعلق بـهيكل مادي، أو مصدر مادي، أو المعرفة اللازمة للممارسة الآمنة (أُكمِل بعضها لك).</a:t>
                      </a:r>
                    </a:p>
                    <a:p>
                      <a:pPr rtl="1"/>
                      <a:r>
                        <a:rPr lang="ar" sz="1200" b="0" dirty="0">
                          <a:solidFill>
                            <a:schemeClr val="tx1"/>
                          </a:solidFill>
                          <a:latin typeface="Times New Roman" panose="02020603050405020304" pitchFamily="18" charset="0"/>
                          <a:cs typeface="Times New Roman" panose="02020603050405020304" pitchFamily="18" charset="0"/>
                        </a:rPr>
                        <a:t>(يُتبع في الشريحة الآتية)</a:t>
                      </a:r>
                    </a:p>
                  </a:txBody>
                  <a:tcPr/>
                </a:tc>
                <a:tc hMerge="1">
                  <a:txBody>
                    <a:bodyPr/>
                    <a:lstStyle/>
                    <a:p>
                      <a:pPr rtl="1"/>
                      <a:endParaRPr lang="en-GB" dirty="0"/>
                    </a:p>
                  </a:txBody>
                  <a:tcPr/>
                </a:tc>
                <a:extLst>
                  <a:ext uri="{0D108BD9-81ED-4DB2-BD59-A6C34878D82A}">
                    <a16:rowId xmlns:a16="http://schemas.microsoft.com/office/drawing/2014/main" val="4140470005"/>
                  </a:ext>
                </a:extLst>
              </a:tr>
              <a:tr h="64153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dirty="0">
                          <a:latin typeface="Times New Roman" panose="02020603050405020304" pitchFamily="18" charset="0"/>
                          <a:cs typeface="Times New Roman" panose="02020603050405020304" pitchFamily="18" charset="0"/>
                        </a:rPr>
                        <a:t>التركيبات والتجهيزات الكهربائية غير الآمنة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rtl="1"/>
                      <a:r>
                        <a:rPr lang="ar" sz="1600">
                          <a:latin typeface="Times New Roman" panose="02020603050405020304" pitchFamily="18" charset="0"/>
                          <a:cs typeface="Times New Roman" panose="02020603050405020304" pitchFamily="18" charset="0"/>
                        </a:rPr>
                        <a:t>الهيكل المادي</a:t>
                      </a:r>
                    </a:p>
                  </a:txBody>
                  <a:tcPr/>
                </a:tc>
                <a:extLst>
                  <a:ext uri="{0D108BD9-81ED-4DB2-BD59-A6C34878D82A}">
                    <a16:rowId xmlns:a16="http://schemas.microsoft.com/office/drawing/2014/main" val="2277688114"/>
                  </a:ext>
                </a:extLst>
              </a:tr>
              <a:tr h="812606">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0" dirty="0">
                          <a:solidFill>
                            <a:schemeClr val="tx1"/>
                          </a:solidFill>
                          <a:latin typeface="Times New Roman" panose="02020603050405020304" pitchFamily="18" charset="0"/>
                          <a:cs typeface="Times New Roman" panose="02020603050405020304" pitchFamily="18" charset="0"/>
                        </a:rPr>
                        <a:t>المعدات/الألعاب التالفة التي تحتاج إلى إصلاح</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rtl="1"/>
                      <a:r>
                        <a:rPr lang="ar" sz="1600">
                          <a:latin typeface="Times New Roman" panose="02020603050405020304" pitchFamily="18" charset="0"/>
                          <a:cs typeface="Times New Roman" panose="02020603050405020304" pitchFamily="18" charset="0"/>
                        </a:rPr>
                        <a:t>الموارد المادية</a:t>
                      </a:r>
                    </a:p>
                  </a:txBody>
                  <a:tcPr/>
                </a:tc>
                <a:extLst>
                  <a:ext uri="{0D108BD9-81ED-4DB2-BD59-A6C34878D82A}">
                    <a16:rowId xmlns:a16="http://schemas.microsoft.com/office/drawing/2014/main" val="782822415"/>
                  </a:ext>
                </a:extLst>
              </a:tr>
              <a:tr h="57183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dirty="0">
                          <a:latin typeface="Times New Roman" panose="02020603050405020304" pitchFamily="18" charset="0"/>
                          <a:cs typeface="Times New Roman" panose="02020603050405020304" pitchFamily="18" charset="0"/>
                        </a:rPr>
                        <a:t>التخزين غير السليم للمواد الكيميائية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rtl="1"/>
                      <a:r>
                        <a:rPr lang="ar" sz="1600">
                          <a:latin typeface="Times New Roman" panose="02020603050405020304" pitchFamily="18" charset="0"/>
                          <a:cs typeface="Times New Roman" panose="02020603050405020304" pitchFamily="18" charset="0"/>
                        </a:rPr>
                        <a:t>المعرفة اللازمة للممارسة الآمنة</a:t>
                      </a:r>
                    </a:p>
                  </a:txBody>
                  <a:tcPr/>
                </a:tc>
                <a:extLst>
                  <a:ext uri="{0D108BD9-81ED-4DB2-BD59-A6C34878D82A}">
                    <a16:rowId xmlns:a16="http://schemas.microsoft.com/office/drawing/2014/main" val="3575193331"/>
                  </a:ext>
                </a:extLst>
              </a:tr>
              <a:tr h="57183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dirty="0">
                          <a:latin typeface="Times New Roman" panose="02020603050405020304" pitchFamily="18" charset="0"/>
                          <a:cs typeface="Times New Roman" panose="02020603050405020304" pitchFamily="18" charset="0"/>
                        </a:rPr>
                        <a:t>معدات مكافحة الحريق المُعطلة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6394962"/>
                  </a:ext>
                </a:extLst>
              </a:tr>
              <a:tr h="641328">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dirty="0">
                          <a:latin typeface="Times New Roman" panose="02020603050405020304" pitchFamily="18" charset="0"/>
                          <a:cs typeface="Times New Roman" panose="02020603050405020304" pitchFamily="18" charset="0"/>
                        </a:rPr>
                        <a:t>أجهزة الكشف عن الدخان المعطلة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3269058"/>
                  </a:ext>
                </a:extLst>
              </a:tr>
            </a:tbl>
          </a:graphicData>
        </a:graphic>
      </p:graphicFrame>
      <p:sp>
        <p:nvSpPr>
          <p:cNvPr id="3" name="TextBox 2">
            <a:extLst>
              <a:ext uri="{FF2B5EF4-FFF2-40B4-BE49-F238E27FC236}">
                <a16:creationId xmlns:a16="http://schemas.microsoft.com/office/drawing/2014/main" id="{4B5F5828-C085-F2B3-8FE5-768C4B84CC3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40945899"/>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460D-100E-61BF-5CAA-6E0C35705A4F}"/>
              </a:ext>
            </a:extLst>
          </p:cNvPr>
          <p:cNvSpPr>
            <a:spLocks noGrp="1"/>
          </p:cNvSpPr>
          <p:nvPr>
            <p:ph type="title"/>
          </p:nvPr>
        </p:nvSpPr>
        <p:spPr>
          <a:xfrm>
            <a:off x="457200" y="1124744"/>
            <a:ext cx="8229600" cy="45719"/>
          </a:xfrm>
        </p:spPr>
        <p:txBody>
          <a:bodyPr rtlCol="1"/>
          <a:lstStyle/>
          <a:p>
            <a:pPr algn="l" rtl="1"/>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3200" b="1" dirty="0">
                <a:latin typeface="Times New Roman" panose="02020603050405020304" pitchFamily="18" charset="0"/>
                <a:cs typeface="Times New Roman" panose="02020603050405020304" pitchFamily="18" charset="0"/>
              </a:rPr>
            </a:br>
            <a:endParaRPr lang="en-GB" sz="32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D6A2317F-67F3-AF41-1FC2-F1C083AF573A}"/>
              </a:ext>
            </a:extLst>
          </p:cNvPr>
          <p:cNvGraphicFramePr>
            <a:graphicFrameLocks noGrp="1"/>
          </p:cNvGraphicFramePr>
          <p:nvPr>
            <p:ph sz="half" idx="2"/>
            <p:extLst>
              <p:ext uri="{D42A27DB-BD31-4B8C-83A1-F6EECF244321}">
                <p14:modId xmlns:p14="http://schemas.microsoft.com/office/powerpoint/2010/main" val="249965321"/>
              </p:ext>
            </p:extLst>
          </p:nvPr>
        </p:nvGraphicFramePr>
        <p:xfrm>
          <a:off x="468313" y="1458495"/>
          <a:ext cx="7992119" cy="4741434"/>
        </p:xfrm>
        <a:graphic>
          <a:graphicData uri="http://schemas.openxmlformats.org/drawingml/2006/table">
            <a:tbl>
              <a:tblPr rtl="1" firstRow="1" bandRow="1">
                <a:tableStyleId>{5C22544A-7EE6-4342-B048-85BDC9FD1C3A}</a:tableStyleId>
              </a:tblPr>
              <a:tblGrid>
                <a:gridCol w="3996382">
                  <a:extLst>
                    <a:ext uri="{9D8B030D-6E8A-4147-A177-3AD203B41FA5}">
                      <a16:colId xmlns:a16="http://schemas.microsoft.com/office/drawing/2014/main" val="2636929728"/>
                    </a:ext>
                  </a:extLst>
                </a:gridCol>
                <a:gridCol w="3995737">
                  <a:extLst>
                    <a:ext uri="{9D8B030D-6E8A-4147-A177-3AD203B41FA5}">
                      <a16:colId xmlns:a16="http://schemas.microsoft.com/office/drawing/2014/main" val="1116020574"/>
                    </a:ext>
                  </a:extLst>
                </a:gridCol>
              </a:tblGrid>
              <a:tr h="698145">
                <a:tc>
                  <a:txBody>
                    <a:bodyPr/>
                    <a:lstStyle/>
                    <a:p>
                      <a:pPr algn="r" rtl="1"/>
                      <a:r>
                        <a:rPr lang="ar" sz="1600" b="0">
                          <a:solidFill>
                            <a:schemeClr val="tx1"/>
                          </a:solidFill>
                          <a:latin typeface="Times New Roman" panose="02020603050405020304" pitchFamily="18" charset="0"/>
                          <a:cs typeface="Times New Roman" panose="02020603050405020304" pitchFamily="18" charset="0"/>
                        </a:rPr>
                        <a:t>الأثاث غير الآمن </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7554339"/>
                  </a:ext>
                </a:extLst>
              </a:tr>
              <a:tr h="698145">
                <a:tc>
                  <a:txBody>
                    <a:bodyPr/>
                    <a:lstStyle/>
                    <a:p>
                      <a:pPr algn="r" rtl="1"/>
                      <a:r>
                        <a:rPr lang="ar" sz="1600" b="0">
                          <a:solidFill>
                            <a:schemeClr val="tx1"/>
                          </a:solidFill>
                          <a:latin typeface="Times New Roman" panose="02020603050405020304" pitchFamily="18" charset="0"/>
                          <a:cs typeface="Times New Roman" panose="02020603050405020304" pitchFamily="18" charset="0"/>
                        </a:rPr>
                        <a:t>الأثاث غير المناسب للمرضى/ مُتلقي الخدمة </a:t>
                      </a:r>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9788022"/>
                  </a:ext>
                </a:extLst>
              </a:tr>
              <a:tr h="698145">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0">
                          <a:solidFill>
                            <a:schemeClr val="tx1"/>
                          </a:solidFill>
                          <a:latin typeface="Times New Roman" panose="02020603050405020304" pitchFamily="18" charset="0"/>
                          <a:cs typeface="Times New Roman" panose="02020603050405020304" pitchFamily="18" charset="0"/>
                        </a:rPr>
                        <a:t>الصيانة غير الكافية للمعدات</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52576526"/>
                  </a:ext>
                </a:extLst>
              </a:tr>
              <a:tr h="97442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0">
                          <a:solidFill>
                            <a:schemeClr val="tx1"/>
                          </a:solidFill>
                          <a:latin typeface="Times New Roman" panose="02020603050405020304" pitchFamily="18" charset="0"/>
                          <a:cs typeface="Times New Roman" panose="02020603050405020304" pitchFamily="18" charset="0"/>
                        </a:rPr>
                        <a:t>إساءة استخدام المعدات المتخصصة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3268501"/>
                  </a:ext>
                </a:extLst>
              </a:tr>
              <a:tr h="974427">
                <a:tc>
                  <a:txBody>
                    <a:bodyPr/>
                    <a:lstStyle/>
                    <a:p>
                      <a:pPr algn="r" rtl="1"/>
                      <a:r>
                        <a:rPr lang="ar" sz="1600">
                          <a:latin typeface="Times New Roman" panose="02020603050405020304" pitchFamily="18" charset="0"/>
                          <a:cs typeface="Times New Roman" panose="02020603050405020304" pitchFamily="18" charset="0"/>
                        </a:rPr>
                        <a:t>أماكن وأواني الطهي غير الصحية</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1862196"/>
                  </a:ext>
                </a:extLst>
              </a:tr>
              <a:tr h="698145">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0">
                          <a:solidFill>
                            <a:schemeClr val="tx1"/>
                          </a:solidFill>
                          <a:latin typeface="Times New Roman" panose="02020603050405020304" pitchFamily="18" charset="0"/>
                          <a:cs typeface="Times New Roman" panose="02020603050405020304" pitchFamily="18" charset="0"/>
                        </a:rPr>
                        <a:t>غياب خدمات التنظيف</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4649200"/>
                  </a:ext>
                </a:extLst>
              </a:tr>
            </a:tbl>
          </a:graphicData>
        </a:graphic>
      </p:graphicFrame>
      <p:sp>
        <p:nvSpPr>
          <p:cNvPr id="3" name="TextBox 2">
            <a:extLst>
              <a:ext uri="{FF2B5EF4-FFF2-40B4-BE49-F238E27FC236}">
                <a16:creationId xmlns:a16="http://schemas.microsoft.com/office/drawing/2014/main" id="{59FE4311-1017-85DD-F7AB-BF36626468C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810495577"/>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3FE78E-8CE2-12A1-E33A-ECC5AE4EEB38}"/>
              </a:ext>
            </a:extLst>
          </p:cNvPr>
          <p:cNvSpPr>
            <a:spLocks noGrp="1"/>
          </p:cNvSpPr>
          <p:nvPr>
            <p:ph type="title"/>
          </p:nvPr>
        </p:nvSpPr>
        <p:spPr>
          <a:xfrm>
            <a:off x="5220072" y="1124743"/>
            <a:ext cx="3466727" cy="1440161"/>
          </a:xfrm>
        </p:spPr>
        <p:txBody>
          <a:bodyPr rtlCol="1"/>
          <a:lstStyle/>
          <a:p>
            <a:pPr algn="ctr" rtl="1"/>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BF16740D-A1C3-DC5A-E045-62346399C89E}"/>
              </a:ext>
            </a:extLst>
          </p:cNvPr>
          <p:cNvSpPr>
            <a:spLocks noGrp="1"/>
          </p:cNvSpPr>
          <p:nvPr>
            <p:ph type="body" sz="half" idx="2"/>
          </p:nvPr>
        </p:nvSpPr>
        <p:spPr>
          <a:xfrm>
            <a:off x="4788023" y="2032444"/>
            <a:ext cx="3898776" cy="4104456"/>
          </a:xfrm>
        </p:spPr>
        <p:txBody>
          <a:bodyPr rtlCol="1"/>
          <a:lstStyle/>
          <a:p>
            <a:pPr algn="ctr" rtl="1"/>
            <a:endParaRPr lang="en-GB" sz="20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800" dirty="0">
                <a:latin typeface="Times New Roman" panose="02020603050405020304" pitchFamily="18" charset="0"/>
                <a:cs typeface="Times New Roman" panose="02020603050405020304" pitchFamily="18" charset="0"/>
              </a:rPr>
              <a:t>القصور في مكافحة الأمراض المعدية</a:t>
            </a:r>
            <a:r>
              <a:rPr lang="ar-EG" sz="1800" dirty="0">
                <a:latin typeface="Times New Roman" panose="02020603050405020304" pitchFamily="18" charset="0"/>
                <a:cs typeface="Times New Roman" panose="02020603050405020304" pitchFamily="18" charset="0"/>
              </a:rPr>
              <a:t>.</a:t>
            </a:r>
            <a:r>
              <a:rPr lang="ar" sz="1800" dirty="0">
                <a:latin typeface="Times New Roman" panose="02020603050405020304" pitchFamily="18" charset="0"/>
                <a:cs typeface="Times New Roman" panose="02020603050405020304" pitchFamily="18" charset="0"/>
              </a:rPr>
              <a:t> </a:t>
            </a:r>
          </a:p>
          <a:p>
            <a:pPr marL="285750" indent="-285750" rtl="1">
              <a:buFont typeface="Arial" panose="020B0604020202020204" pitchFamily="34" charset="0"/>
              <a:buChar char="•"/>
            </a:pPr>
            <a:endParaRPr lang="en-GB" sz="18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800" dirty="0">
                <a:latin typeface="Times New Roman" panose="02020603050405020304" pitchFamily="18" charset="0"/>
                <a:cs typeface="Times New Roman" panose="02020603050405020304" pitchFamily="18" charset="0"/>
              </a:rPr>
              <a:t>تلوث الهواء و/أو الماء</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algn="ctr" rtl="1"/>
            <a:r>
              <a:rPr lang="ar" sz="1600" dirty="0">
                <a:solidFill>
                  <a:srgbClr val="FF0000"/>
                </a:solidFill>
                <a:latin typeface="Times New Roman"/>
                <a:cs typeface="Times New Roman"/>
              </a:rPr>
              <a:t> </a:t>
            </a:r>
          </a:p>
        </p:txBody>
      </p:sp>
      <p:sp>
        <p:nvSpPr>
          <p:cNvPr id="6" name="Content Placeholder 5">
            <a:extLst>
              <a:ext uri="{FF2B5EF4-FFF2-40B4-BE49-F238E27FC236}">
                <a16:creationId xmlns:a16="http://schemas.microsoft.com/office/drawing/2014/main" id="{3FA6F3DC-8A6A-9EF4-164D-F0B3A4775EF5}"/>
              </a:ext>
            </a:extLst>
          </p:cNvPr>
          <p:cNvSpPr>
            <a:spLocks noGrp="1"/>
          </p:cNvSpPr>
          <p:nvPr>
            <p:ph idx="1"/>
          </p:nvPr>
        </p:nvSpPr>
        <p:spPr>
          <a:xfrm>
            <a:off x="457201" y="2299137"/>
            <a:ext cx="3898777" cy="5114119"/>
          </a:xfrm>
        </p:spPr>
        <p:txBody>
          <a:bodyPr rtlCol="1"/>
          <a:lstStyle/>
          <a:p>
            <a:pPr marL="0" indent="0" algn="just" rtl="1">
              <a:buNone/>
            </a:pPr>
            <a:endParaRPr lang="ar-JO" sz="1800" b="1" dirty="0">
              <a:latin typeface="Times New Roman" panose="02020603050405020304" pitchFamily="18" charset="0"/>
              <a:cs typeface="Times New Roman" panose="02020603050405020304" pitchFamily="18" charset="0"/>
            </a:endParaRPr>
          </a:p>
          <a:p>
            <a:pPr marL="0" indent="0" algn="just" rtl="1">
              <a:buNone/>
            </a:pPr>
            <a:r>
              <a:rPr lang="ar-JO" sz="1800" dirty="0">
                <a:latin typeface="Times New Roman" panose="02020603050405020304" pitchFamily="18" charset="0"/>
                <a:cs typeface="Times New Roman" panose="02020603050405020304" pitchFamily="18" charset="0"/>
              </a:rPr>
              <a:t>اعمل مع مجموعة صغيرة للقيام بالتالي:</a:t>
            </a:r>
          </a:p>
          <a:p>
            <a:pPr marL="0" indent="0" algn="just" rtl="1">
              <a:buNone/>
            </a:pPr>
            <a:endParaRPr lang="en-US" sz="1800" b="1" dirty="0">
              <a:latin typeface="Times New Roman" panose="02020603050405020304" pitchFamily="18" charset="0"/>
              <a:cs typeface="Times New Roman" panose="02020603050405020304" pitchFamily="18" charset="0"/>
            </a:endParaRPr>
          </a:p>
          <a:p>
            <a:pPr algn="just" rtl="1"/>
            <a:r>
              <a:rPr lang="ar" sz="1800" b="1" dirty="0">
                <a:latin typeface="Times New Roman" panose="02020603050405020304" pitchFamily="18" charset="0"/>
                <a:cs typeface="Times New Roman" panose="02020603050405020304" pitchFamily="18" charset="0"/>
              </a:rPr>
              <a:t>حَدِّد</a:t>
            </a:r>
            <a:r>
              <a:rPr lang="ar" sz="1800" dirty="0">
                <a:latin typeface="Times New Roman" panose="02020603050405020304" pitchFamily="18" charset="0"/>
                <a:cs typeface="Times New Roman" panose="02020603050405020304" pitchFamily="18" charset="0"/>
              </a:rPr>
              <a:t> مع زملائك في مجموعة صغيرة بعض الأمراض المعدية الشائعة التي يمكن أن تؤثر على الأشخاص الذين يعيشون في مرافق الرعاية الصحية</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marL="0" indent="0" rtl="1">
              <a:buNone/>
            </a:pPr>
            <a:endParaRPr lang="en-GB" sz="1800" dirty="0">
              <a:latin typeface="Times New Roman" panose="02020603050405020304" pitchFamily="18" charset="0"/>
              <a:cs typeface="Times New Roman" panose="02020603050405020304" pitchFamily="18" charset="0"/>
            </a:endParaRPr>
          </a:p>
          <a:p>
            <a:pPr rtl="1"/>
            <a:r>
              <a:rPr lang="ar" sz="1800" b="1" dirty="0">
                <a:latin typeface="Times New Roman" panose="02020603050405020304" pitchFamily="18" charset="0"/>
                <a:cs typeface="Times New Roman" panose="02020603050405020304" pitchFamily="18" charset="0"/>
              </a:rPr>
              <a:t>اكتشف</a:t>
            </a:r>
            <a:r>
              <a:rPr lang="ar" sz="1800" dirty="0">
                <a:latin typeface="Times New Roman" panose="02020603050405020304" pitchFamily="18" charset="0"/>
                <a:cs typeface="Times New Roman" panose="02020603050405020304" pitchFamily="18" charset="0"/>
              </a:rPr>
              <a:t> طرق انتشار الأمراض المُعدية بين المقيمين في مرفق الرعاية. </a:t>
            </a:r>
          </a:p>
          <a:p>
            <a:pPr marL="0" indent="0" rtl="1">
              <a:buNone/>
            </a:pPr>
            <a:endParaRPr lang="en-GB" sz="1800" dirty="0">
              <a:latin typeface="Times New Roman" panose="02020603050405020304" pitchFamily="18" charset="0"/>
              <a:cs typeface="Times New Roman" panose="02020603050405020304" pitchFamily="18" charset="0"/>
            </a:endParaRPr>
          </a:p>
          <a:p>
            <a:pPr marL="0" indent="0" rtl="1">
              <a:buNone/>
            </a:pPr>
            <a:r>
              <a:rPr lang="ar" sz="1800" b="1" dirty="0">
                <a:latin typeface="Times New Roman" panose="02020603050405020304" pitchFamily="18" charset="0"/>
                <a:cs typeface="Times New Roman" panose="02020603050405020304" pitchFamily="18" charset="0"/>
              </a:rPr>
              <a:t>شارك</a:t>
            </a:r>
            <a:r>
              <a:rPr lang="ar" sz="1800" dirty="0">
                <a:latin typeface="Times New Roman" panose="02020603050405020304" pitchFamily="18" charset="0"/>
                <a:cs typeface="Times New Roman" panose="02020603050405020304" pitchFamily="18" charset="0"/>
              </a:rPr>
              <a:t> نتائجك مع الصف الدراسي.</a:t>
            </a:r>
          </a:p>
        </p:txBody>
      </p:sp>
      <p:sp>
        <p:nvSpPr>
          <p:cNvPr id="3" name="Title 1">
            <a:extLst>
              <a:ext uri="{FF2B5EF4-FFF2-40B4-BE49-F238E27FC236}">
                <a16:creationId xmlns:a16="http://schemas.microsoft.com/office/drawing/2014/main" id="{DABE0065-3DD0-9634-3648-C9EF0E6DB84F}"/>
              </a:ext>
            </a:extLst>
          </p:cNvPr>
          <p:cNvSpPr txBox="1">
            <a:spLocks/>
          </p:cNvSpPr>
          <p:nvPr/>
        </p:nvSpPr>
        <p:spPr bwMode="auto">
          <a:xfrm>
            <a:off x="1290467" y="1086097"/>
            <a:ext cx="6131023"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bodyPr>
          <a:lstStyle>
            <a:lvl1pPr algn="r" rtl="1" eaLnBrk="0" fontAlgn="base" hangingPunct="0">
              <a:spcBef>
                <a:spcPct val="0"/>
              </a:spcBef>
              <a:spcAft>
                <a:spcPct val="0"/>
              </a:spcAft>
              <a:defRPr sz="20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kern="0">
                <a:latin typeface="Times New Roman" panose="02020603050405020304" pitchFamily="18" charset="0"/>
                <a:cs typeface="Times New Roman" panose="02020603050405020304" pitchFamily="18" charset="0"/>
              </a:rPr>
              <a:t>مصادر الخطر ببيئة الرعاية الصحية والاجتماعية</a:t>
            </a:r>
            <a:endParaRPr lang="en-GB" kern="0" dirty="0">
              <a:latin typeface="Times New Roman" panose="02020603050405020304" pitchFamily="18" charset="0"/>
              <a:cs typeface="Times New Roman" panose="02020603050405020304" pitchFamily="18" charset="0"/>
            </a:endParaRPr>
          </a:p>
        </p:txBody>
      </p:sp>
      <p:pic>
        <p:nvPicPr>
          <p:cNvPr id="2" name="Picture 1" descr="A person lying in bed with a handkerchief in his mouth&#10;&#10;AI-generated content may be incorrect.">
            <a:extLst>
              <a:ext uri="{FF2B5EF4-FFF2-40B4-BE49-F238E27FC236}">
                <a16:creationId xmlns:a16="http://schemas.microsoft.com/office/drawing/2014/main" id="{0304E917-DDFB-92B3-B66F-3C1216E50D21}"/>
              </a:ext>
            </a:extLst>
          </p:cNvPr>
          <p:cNvPicPr>
            <a:picLocks noChangeAspect="1"/>
          </p:cNvPicPr>
          <p:nvPr/>
        </p:nvPicPr>
        <p:blipFill>
          <a:blip r:embed="rId3"/>
          <a:stretch>
            <a:fillRect/>
          </a:stretch>
        </p:blipFill>
        <p:spPr>
          <a:xfrm>
            <a:off x="5288302" y="3871642"/>
            <a:ext cx="3333752" cy="2252182"/>
          </a:xfrm>
          <a:prstGeom prst="rect">
            <a:avLst/>
          </a:prstGeom>
          <a:ln>
            <a:noFill/>
          </a:ln>
        </p:spPr>
      </p:pic>
      <p:sp>
        <p:nvSpPr>
          <p:cNvPr id="4" name="TextBox 3">
            <a:extLst>
              <a:ext uri="{FF2B5EF4-FFF2-40B4-BE49-F238E27FC236}">
                <a16:creationId xmlns:a16="http://schemas.microsoft.com/office/drawing/2014/main" id="{756A7992-C745-A403-AF34-91E4D7C8D95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931049423"/>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1E6B-1853-5B4E-E4B4-94E4A09F1AA7}"/>
              </a:ext>
            </a:extLst>
          </p:cNvPr>
          <p:cNvSpPr>
            <a:spLocks noGrp="1"/>
          </p:cNvSpPr>
          <p:nvPr>
            <p:ph type="title"/>
          </p:nvPr>
        </p:nvSpPr>
        <p:spPr>
          <a:xfrm>
            <a:off x="889249" y="1174082"/>
            <a:ext cx="6419055" cy="792088"/>
          </a:xfrm>
        </p:spPr>
        <p:txBody>
          <a:bodyPr rtlCol="1"/>
          <a:lstStyle/>
          <a:p>
            <a:pPr rtl="1"/>
            <a:r>
              <a:rPr lang="ar">
                <a:latin typeface="Times New Roman" panose="02020603050405020304" pitchFamily="18" charset="0"/>
                <a:cs typeface="Times New Roman" panose="02020603050405020304" pitchFamily="18" charset="0"/>
              </a:rPr>
              <a:t>مصادر الخطر ببيئة الرعاية الصحية والاجتماعية</a:t>
            </a:r>
          </a:p>
        </p:txBody>
      </p:sp>
      <p:sp>
        <p:nvSpPr>
          <p:cNvPr id="3" name="Text Placeholder 2">
            <a:extLst>
              <a:ext uri="{FF2B5EF4-FFF2-40B4-BE49-F238E27FC236}">
                <a16:creationId xmlns:a16="http://schemas.microsoft.com/office/drawing/2014/main" id="{7079381E-684B-8CE9-13A8-1A7E8EBABEA3}"/>
              </a:ext>
            </a:extLst>
          </p:cNvPr>
          <p:cNvSpPr>
            <a:spLocks noGrp="1"/>
          </p:cNvSpPr>
          <p:nvPr>
            <p:ph type="body" sz="half" idx="2"/>
          </p:nvPr>
        </p:nvSpPr>
        <p:spPr>
          <a:xfrm>
            <a:off x="5148064" y="2132857"/>
            <a:ext cx="3538735" cy="3993307"/>
          </a:xfrm>
        </p:spPr>
        <p:txBody>
          <a:bodyPr rtlCol="1"/>
          <a:lstStyle/>
          <a:p>
            <a:pPr rtl="1"/>
            <a:r>
              <a:rPr lang="ar" sz="2000" dirty="0">
                <a:latin typeface="Times New Roman" panose="02020603050405020304" pitchFamily="18" charset="0"/>
                <a:cs typeface="Times New Roman" panose="02020603050405020304" pitchFamily="18" charset="0"/>
              </a:rPr>
              <a:t>مصادر الخطر البشرية</a:t>
            </a:r>
          </a:p>
          <a:p>
            <a:pPr rtl="1"/>
            <a:endParaRPr lang="en-GB" sz="20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600" dirty="0">
                <a:latin typeface="Times New Roman" panose="02020603050405020304" pitchFamily="18" charset="0"/>
                <a:cs typeface="Times New Roman" panose="02020603050405020304" pitchFamily="18" charset="0"/>
              </a:rPr>
              <a:t>سوء تدريب الموظفين</a:t>
            </a:r>
            <a:r>
              <a:rPr lang="ar-EG" sz="1600" dirty="0">
                <a:latin typeface="Times New Roman" panose="02020603050405020304" pitchFamily="18" charset="0"/>
                <a:cs typeface="Times New Roman" panose="02020603050405020304" pitchFamily="18" charset="0"/>
              </a:rPr>
              <a:t>.</a:t>
            </a:r>
            <a:r>
              <a:rPr lang="ar" sz="1600" dirty="0">
                <a:latin typeface="Times New Roman" panose="02020603050405020304" pitchFamily="18" charset="0"/>
                <a:cs typeface="Times New Roman" panose="02020603050405020304" pitchFamily="18" charset="0"/>
              </a:rPr>
              <a:t> </a:t>
            </a:r>
          </a:p>
          <a:p>
            <a:pPr marL="285750" indent="-285750" rtl="1">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600" dirty="0">
                <a:latin typeface="Times New Roman" panose="02020603050405020304" pitchFamily="18" charset="0"/>
                <a:cs typeface="Times New Roman" panose="02020603050405020304" pitchFamily="18" charset="0"/>
              </a:rPr>
              <a:t>احتياطات السلامة الشخصية غير الكافية</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600" dirty="0">
                <a:latin typeface="Times New Roman" panose="02020603050405020304" pitchFamily="18" charset="0"/>
                <a:cs typeface="Times New Roman" panose="02020603050405020304" pitchFamily="18" charset="0"/>
              </a:rPr>
              <a:t>القرب الشديد من الأماكن الخطرة</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600" dirty="0">
                <a:latin typeface="Times New Roman" panose="02020603050405020304" pitchFamily="18" charset="0"/>
                <a:cs typeface="Times New Roman" panose="02020603050405020304" pitchFamily="18" charset="0"/>
              </a:rPr>
              <a:t>السلوكيات التعسفية</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 sz="1600" dirty="0">
                <a:latin typeface="Times New Roman" panose="02020603050405020304" pitchFamily="18" charset="0"/>
                <a:cs typeface="Times New Roman" panose="02020603050405020304" pitchFamily="18" charset="0"/>
              </a:rPr>
              <a:t>الزوار غير المرغوب فيهم</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3D9317E-48F4-761D-2E12-F46FC745A6C0}"/>
              </a:ext>
            </a:extLst>
          </p:cNvPr>
          <p:cNvSpPr>
            <a:spLocks noGrp="1"/>
          </p:cNvSpPr>
          <p:nvPr>
            <p:ph idx="1"/>
          </p:nvPr>
        </p:nvSpPr>
        <p:spPr>
          <a:xfrm>
            <a:off x="603502" y="2924944"/>
            <a:ext cx="3970783" cy="5042112"/>
          </a:xfrm>
        </p:spPr>
        <p:txBody>
          <a:bodyPr rtlCol="1"/>
          <a:lstStyle/>
          <a:p>
            <a:pPr marL="0" indent="0" rtl="1">
              <a:buNone/>
            </a:pPr>
            <a:r>
              <a:rPr lang="ar" sz="1800" b="1" dirty="0">
                <a:latin typeface="Times New Roman" panose="02020603050405020304" pitchFamily="18" charset="0"/>
                <a:cs typeface="Times New Roman" panose="02020603050405020304" pitchFamily="18" charset="0"/>
              </a:rPr>
              <a:t>نشاط</a:t>
            </a:r>
            <a:r>
              <a:rPr lang="ar" sz="1800" dirty="0">
                <a:latin typeface="Times New Roman" panose="02020603050405020304" pitchFamily="18" charset="0"/>
                <a:cs typeface="Times New Roman" panose="02020603050405020304" pitchFamily="18" charset="0"/>
              </a:rPr>
              <a:t>: العمل في مجموعات ثنائية ومشاركة أفكارها</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marL="0" indent="0" rtl="1">
              <a:buNone/>
            </a:pPr>
            <a:r>
              <a:rPr lang="ar" sz="1800" dirty="0">
                <a:latin typeface="Times New Roman" panose="02020603050405020304" pitchFamily="18" charset="0"/>
                <a:cs typeface="Times New Roman" panose="02020603050405020304" pitchFamily="18" charset="0"/>
              </a:rPr>
              <a:t> </a:t>
            </a:r>
          </a:p>
          <a:p>
            <a:pPr marL="0" indent="0" rtl="1">
              <a:buNone/>
            </a:pPr>
            <a:r>
              <a:rPr lang="ar" sz="1800" dirty="0">
                <a:latin typeface="Times New Roman" panose="02020603050405020304" pitchFamily="18" charset="0"/>
                <a:cs typeface="Times New Roman" panose="02020603050405020304" pitchFamily="18" charset="0"/>
              </a:rPr>
              <a:t>انظر إلى قائمة مصادر الخطر البشرية</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endParaRPr lang="en-GB" sz="1800" dirty="0">
              <a:latin typeface="Times New Roman" panose="02020603050405020304" pitchFamily="18" charset="0"/>
              <a:cs typeface="Times New Roman" panose="02020603050405020304" pitchFamily="18" charset="0"/>
            </a:endParaRPr>
          </a:p>
          <a:p>
            <a:pPr marL="0" indent="0" rtl="1">
              <a:buNone/>
            </a:pPr>
            <a:r>
              <a:rPr lang="ar" sz="1800" dirty="0">
                <a:latin typeface="Times New Roman" panose="02020603050405020304" pitchFamily="18" charset="0"/>
                <a:cs typeface="Times New Roman" panose="02020603050405020304" pitchFamily="18" charset="0"/>
              </a:rPr>
              <a:t>هل يمكنك التفكير في مثال على عواقب كل من السلوكيات المذكورة؟ </a:t>
            </a:r>
          </a:p>
          <a:p>
            <a:pPr marL="0" indent="0" rtl="1">
              <a:buNone/>
            </a:pPr>
            <a:endParaRPr lang="en-GB" sz="1800" dirty="0">
              <a:latin typeface="Times New Roman" panose="02020603050405020304" pitchFamily="18" charset="0"/>
              <a:cs typeface="Times New Roman" panose="02020603050405020304" pitchFamily="18" charset="0"/>
            </a:endParaRPr>
          </a:p>
          <a:p>
            <a:pPr marL="0" indent="0" rtl="1">
              <a:buNone/>
            </a:pPr>
            <a:r>
              <a:rPr lang="ar" sz="1800" b="1" dirty="0">
                <a:latin typeface="Times New Roman" panose="02020603050405020304" pitchFamily="18" charset="0"/>
                <a:cs typeface="Times New Roman" panose="02020603050405020304" pitchFamily="18" charset="0"/>
              </a:rPr>
              <a:t>شارك</a:t>
            </a:r>
            <a:r>
              <a:rPr lang="ar" sz="1800" dirty="0">
                <a:latin typeface="Times New Roman" panose="02020603050405020304" pitchFamily="18" charset="0"/>
                <a:cs typeface="Times New Roman" panose="02020603050405020304" pitchFamily="18" charset="0"/>
              </a:rPr>
              <a:t> أفكارك مع الصف</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E9C8A1-3AA9-732B-1125-DE1E3CAF7B6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384696695"/>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FFC02F2-9213-2D67-6A8F-DB42986270D3}"/>
              </a:ext>
            </a:extLst>
          </p:cNvPr>
          <p:cNvSpPr txBox="1"/>
          <p:nvPr/>
        </p:nvSpPr>
        <p:spPr>
          <a:xfrm>
            <a:off x="383557" y="1970065"/>
            <a:ext cx="8181448" cy="4093428"/>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dirty="0">
                <a:latin typeface="Times New Roman" panose="02020603050405020304" pitchFamily="18" charset="0"/>
                <a:cs typeface="Times New Roman" panose="02020603050405020304" pitchFamily="18" charset="0"/>
              </a:rPr>
              <a:t>يتحمّل أصحاب العمل المسؤولية عن توفير مكان عمل آمن:</a:t>
            </a:r>
          </a:p>
          <a:p>
            <a:pPr rtl="1"/>
            <a:endParaRPr lang="en-GB"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ولعمل ذلك، يجب عليهم الامتثال للوائح المعمول بها في بلدهم الأم تَقضي معظم المناطق بأن واجب أصحاب العمل هو منع المخاطر من الحدوث كلما أمكن ذلك على نحو معقول. </a:t>
            </a:r>
            <a:endParaRPr lang="en-GB" sz="2000" dirty="0">
              <a:latin typeface="Times New Roman" panose="02020603050405020304" pitchFamily="18" charset="0"/>
              <a:cs typeface="Times New Roman" panose="02020603050405020304" pitchFamily="18" charset="0"/>
            </a:endParaRPr>
          </a:p>
          <a:p>
            <a:pPr rtl="1"/>
            <a:endParaRPr lang="en-GB"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هل يُمكنك تذكر بعضًا من المخاطر التي حددتها سابقًا؟ </a:t>
            </a:r>
          </a:p>
          <a:p>
            <a:pPr rtl="1"/>
            <a:r>
              <a:rPr lang="ar" sz="2000" dirty="0">
                <a:latin typeface="Times New Roman" panose="02020603050405020304" pitchFamily="18" charset="0"/>
                <a:cs typeface="Times New Roman" panose="02020603050405020304" pitchFamily="18" charset="0"/>
              </a:rPr>
              <a:t>حاول أن تذكر:</a:t>
            </a:r>
          </a:p>
          <a:p>
            <a:pPr rtl="1"/>
            <a:endParaRPr lang="en-US"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مصدر خطر واحد على البيئة</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مصدر خطر مادي واحد</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مصدر خطر بيئي واحد</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rtl="1"/>
            <a:r>
              <a:rPr lang="ar" sz="2000" dirty="0">
                <a:latin typeface="Times New Roman" panose="02020603050405020304" pitchFamily="18" charset="0"/>
                <a:cs typeface="Times New Roman" panose="02020603050405020304" pitchFamily="18" charset="0"/>
              </a:rPr>
              <a:t>مصدر خطر بشري واحد</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rtl="1"/>
            <a:endParaRPr lang="en-US"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2CF38A1-4617-1572-2DD8-4631BD64A4C3}"/>
              </a:ext>
            </a:extLst>
          </p:cNvPr>
          <p:cNvSpPr txBox="1"/>
          <p:nvPr/>
        </p:nvSpPr>
        <p:spPr>
          <a:xfrm>
            <a:off x="1043608" y="5845240"/>
            <a:ext cx="7716835" cy="400110"/>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endParaRPr lang="en-US"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2087CC6-979B-84B4-8B9E-96DF9357FFE9}"/>
              </a:ext>
            </a:extLst>
          </p:cNvPr>
          <p:cNvSpPr>
            <a:spLocks noChangeArrowheads="1"/>
          </p:cNvSpPr>
          <p:nvPr/>
        </p:nvSpPr>
        <p:spPr bwMode="auto">
          <a:xfrm>
            <a:off x="300041" y="1217471"/>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a:latin typeface="Times New Roman" panose="02020603050405020304" pitchFamily="18" charset="0"/>
                <a:cs typeface="Times New Roman" panose="02020603050405020304" pitchFamily="18" charset="0"/>
              </a:rPr>
              <a:t>أ2 المسؤوليات</a:t>
            </a:r>
          </a:p>
        </p:txBody>
      </p:sp>
      <p:grpSp>
        <p:nvGrpSpPr>
          <p:cNvPr id="3" name="Group 2">
            <a:extLst>
              <a:ext uri="{FF2B5EF4-FFF2-40B4-BE49-F238E27FC236}">
                <a16:creationId xmlns:a16="http://schemas.microsoft.com/office/drawing/2014/main" id="{F61D094C-C530-8A39-7730-202B3DEAA9D3}"/>
              </a:ext>
            </a:extLst>
          </p:cNvPr>
          <p:cNvGrpSpPr/>
          <p:nvPr/>
        </p:nvGrpSpPr>
        <p:grpSpPr>
          <a:xfrm>
            <a:off x="446562" y="4293096"/>
            <a:ext cx="3189335" cy="1952254"/>
            <a:chOff x="0" y="353532"/>
            <a:chExt cx="2564804" cy="1538882"/>
          </a:xfrm>
        </p:grpSpPr>
        <p:sp>
          <p:nvSpPr>
            <p:cNvPr id="5" name="Rectangle 4">
              <a:extLst>
                <a:ext uri="{FF2B5EF4-FFF2-40B4-BE49-F238E27FC236}">
                  <a16:creationId xmlns:a16="http://schemas.microsoft.com/office/drawing/2014/main" id="{4572743E-7646-E601-F499-CF73F1D617E8}"/>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GB" dirty="0">
                <a:latin typeface="Times New Roman" panose="02020603050405020304" pitchFamily="18" charset="0"/>
                <a:cs typeface="Times New Roman" panose="02020603050405020304" pitchFamily="18" charset="0"/>
              </a:endParaRPr>
            </a:p>
          </p:txBody>
        </p:sp>
        <p:sp>
          <p:nvSpPr>
            <p:cNvPr id="6" name="TextBox 3">
              <a:extLst>
                <a:ext uri="{FF2B5EF4-FFF2-40B4-BE49-F238E27FC236}">
                  <a16:creationId xmlns:a16="http://schemas.microsoft.com/office/drawing/2014/main" id="{64BB5EDD-5AD4-DE35-464B-5E84CD78CB43}"/>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2000" b="1" dirty="0">
                  <a:solidFill>
                    <a:srgbClr val="7030A0"/>
                  </a:solidFill>
                  <a:latin typeface="Times New Roman" panose="02020603050405020304" pitchFamily="18" charset="0"/>
                  <a:cs typeface="Times New Roman" panose="02020603050405020304" pitchFamily="18" charset="0"/>
                </a:rPr>
                <a:t>مناقشة</a:t>
              </a:r>
              <a:r>
                <a:rPr lang="ar" sz="2000" dirty="0">
                  <a:solidFill>
                    <a:srgbClr val="7030A0"/>
                  </a:solidFill>
                  <a:latin typeface="Times New Roman" panose="02020603050405020304" pitchFamily="18" charset="0"/>
                  <a:cs typeface="Times New Roman" panose="02020603050405020304" pitchFamily="18" charset="0"/>
                </a:rPr>
                <a:t>: </a:t>
              </a:r>
            </a:p>
            <a:p>
              <a:pPr rtl="1"/>
              <a:r>
                <a:rPr lang="ar" sz="2400" dirty="0">
                  <a:solidFill>
                    <a:srgbClr val="7030A0"/>
                  </a:solidFill>
                  <a:latin typeface="Times New Roman" panose="02020603050405020304" pitchFamily="18" charset="0"/>
                  <a:cs typeface="Times New Roman" panose="02020603050405020304" pitchFamily="18" charset="0"/>
                </a:rPr>
                <a:t>كيف يمكن لصاحب العمل تحديد كل مصادر الخطر التي ذكرتها؟ </a:t>
              </a:r>
            </a:p>
          </p:txBody>
        </p:sp>
      </p:grpSp>
      <p:sp>
        <p:nvSpPr>
          <p:cNvPr id="4" name="TextBox 3">
            <a:extLst>
              <a:ext uri="{FF2B5EF4-FFF2-40B4-BE49-F238E27FC236}">
                <a16:creationId xmlns:a16="http://schemas.microsoft.com/office/drawing/2014/main" id="{48C49092-F12D-487E-8C7D-5823705DB618}"/>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276147214"/>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505EB-0A1E-CACF-E4C5-C574B3F5E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ABF71-6C09-1188-DF95-81BCB9D486AC}"/>
              </a:ext>
            </a:extLst>
          </p:cNvPr>
          <p:cNvSpPr>
            <a:spLocks noGrp="1"/>
          </p:cNvSpPr>
          <p:nvPr>
            <p:ph type="title"/>
          </p:nvPr>
        </p:nvSpPr>
        <p:spPr>
          <a:xfrm>
            <a:off x="457200" y="1195200"/>
            <a:ext cx="8229600" cy="864000"/>
          </a:xfrm>
        </p:spPr>
        <p:txBody>
          <a:bodyPr wrap="square" rtlCol="1" anchor="ctr">
            <a:normAutofit/>
          </a:bodyPr>
          <a:lstStyle/>
          <a:p>
            <a:pPr rtl="1"/>
            <a:r>
              <a:rPr lang="ar" sz="3200" b="1">
                <a:latin typeface="Times New Roman" panose="02020603050405020304" pitchFamily="18" charset="0"/>
                <a:cs typeface="Times New Roman" panose="02020603050405020304" pitchFamily="18" charset="0"/>
              </a:rPr>
              <a:t>أ2 المسؤوليات</a:t>
            </a:r>
          </a:p>
        </p:txBody>
      </p:sp>
      <p:sp>
        <p:nvSpPr>
          <p:cNvPr id="3" name="Content Placeholder 2">
            <a:extLst>
              <a:ext uri="{FF2B5EF4-FFF2-40B4-BE49-F238E27FC236}">
                <a16:creationId xmlns:a16="http://schemas.microsoft.com/office/drawing/2014/main" id="{F20096D5-0F7F-62A2-7DC8-94B22595E12B}"/>
              </a:ext>
            </a:extLst>
          </p:cNvPr>
          <p:cNvSpPr>
            <a:spLocks noGrp="1"/>
          </p:cNvSpPr>
          <p:nvPr>
            <p:ph sz="half" idx="1"/>
          </p:nvPr>
        </p:nvSpPr>
        <p:spPr>
          <a:xfrm>
            <a:off x="4648199" y="2196001"/>
            <a:ext cx="4027487" cy="4024100"/>
          </a:xfrm>
        </p:spPr>
        <p:txBody>
          <a:bodyPr wrap="square" rtlCol="1" anchor="t">
            <a:normAutofit/>
          </a:bodyPr>
          <a:lstStyle/>
          <a:p>
            <a:pPr marL="0" lvl="0" indent="0" rtl="1">
              <a:buNone/>
            </a:pPr>
            <a:r>
              <a:rPr lang="ar" dirty="0">
                <a:latin typeface="Times New Roman" panose="02020603050405020304" pitchFamily="18" charset="0"/>
                <a:cs typeface="Times New Roman" panose="02020603050405020304" pitchFamily="18" charset="0"/>
              </a:rPr>
              <a:t>يحتاج أصحاب العمل إلى </a:t>
            </a:r>
          </a:p>
          <a:p>
            <a:pPr rtl="1"/>
            <a:r>
              <a:rPr lang="ar" dirty="0">
                <a:latin typeface="Times New Roman" panose="02020603050405020304" pitchFamily="18" charset="0"/>
                <a:cs typeface="Times New Roman" panose="02020603050405020304" pitchFamily="18" charset="0"/>
              </a:rPr>
              <a:t>منع مصادر الخطر</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 </a:t>
            </a:r>
          </a:p>
          <a:p>
            <a:pPr lvl="0" rtl="1"/>
            <a:r>
              <a:rPr lang="ar" dirty="0">
                <a:latin typeface="Times New Roman" panose="02020603050405020304" pitchFamily="18" charset="0"/>
                <a:cs typeface="Times New Roman" panose="02020603050405020304" pitchFamily="18" charset="0"/>
              </a:rPr>
              <a:t>التأكّد من أن المعدات آمنة للاستخدام</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lvl="0" rtl="1"/>
            <a:r>
              <a:rPr lang="ar" dirty="0">
                <a:latin typeface="Times New Roman" panose="02020603050405020304" pitchFamily="18" charset="0"/>
                <a:cs typeface="Times New Roman" panose="02020603050405020304" pitchFamily="18" charset="0"/>
              </a:rPr>
              <a:t>التأكّد من صيانة المعدات</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lvl="0" indent="0" rtl="1">
              <a:buNone/>
            </a:pPr>
            <a:endParaRPr lang="en-GB" dirty="0">
              <a:latin typeface="Times New Roman" panose="02020603050405020304" pitchFamily="18" charset="0"/>
              <a:cs typeface="Times New Roman" panose="02020603050405020304" pitchFamily="18" charset="0"/>
            </a:endParaRPr>
          </a:p>
          <a:p>
            <a:pPr marL="0" lvl="0" indent="0" algn="just" rtl="1">
              <a:buNone/>
            </a:pPr>
            <a:r>
              <a:rPr lang="ar" dirty="0">
                <a:latin typeface="Times New Roman" panose="02020603050405020304" pitchFamily="18" charset="0"/>
                <a:cs typeface="Times New Roman" panose="02020603050405020304" pitchFamily="18" charset="0"/>
              </a:rPr>
              <a:t>يفعلون ذلك أحيانًا باستخدام تقييم المخاطر.  </a:t>
            </a:r>
          </a:p>
          <a:p>
            <a:pPr rtl="1"/>
            <a:endParaRPr lang="en-GB" dirty="0">
              <a:latin typeface="Times New Roman" panose="02020603050405020304" pitchFamily="18" charset="0"/>
              <a:cs typeface="Times New Roman" panose="02020603050405020304" pitchFamily="18" charset="0"/>
            </a:endParaRPr>
          </a:p>
        </p:txBody>
      </p:sp>
      <p:pic>
        <p:nvPicPr>
          <p:cNvPr id="4" name="Picture 3" descr="A clipboard with check marks&#10;&#10;AI-generated content may be incorrect.">
            <a:extLst>
              <a:ext uri="{FF2B5EF4-FFF2-40B4-BE49-F238E27FC236}">
                <a16:creationId xmlns:a16="http://schemas.microsoft.com/office/drawing/2014/main" id="{0EB12ACF-DD92-476F-55CF-BB931DBD05FD}"/>
              </a:ext>
            </a:extLst>
          </p:cNvPr>
          <p:cNvPicPr>
            <a:picLocks noChangeAspect="1"/>
          </p:cNvPicPr>
          <p:nvPr/>
        </p:nvPicPr>
        <p:blipFill>
          <a:blip r:embed="rId4"/>
          <a:stretch>
            <a:fillRect/>
          </a:stretch>
        </p:blipFill>
        <p:spPr>
          <a:xfrm>
            <a:off x="451757" y="2312534"/>
            <a:ext cx="4022272" cy="3797755"/>
          </a:xfrm>
          <a:prstGeom prst="rect">
            <a:avLst/>
          </a:prstGeom>
        </p:spPr>
      </p:pic>
      <p:sp>
        <p:nvSpPr>
          <p:cNvPr id="5" name="TextBox 4">
            <a:extLst>
              <a:ext uri="{FF2B5EF4-FFF2-40B4-BE49-F238E27FC236}">
                <a16:creationId xmlns:a16="http://schemas.microsoft.com/office/drawing/2014/main" id="{6F190EB8-416C-6921-2349-D024B4D03AD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25523613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49AF-2F3B-C02F-3B2E-3E7798AFC706}"/>
              </a:ext>
            </a:extLst>
          </p:cNvPr>
          <p:cNvSpPr>
            <a:spLocks noGrp="1"/>
          </p:cNvSpPr>
          <p:nvPr>
            <p:ph type="title"/>
          </p:nvPr>
        </p:nvSpPr>
        <p:spPr>
          <a:xfrm>
            <a:off x="5918416" y="1412776"/>
            <a:ext cx="2880320" cy="865648"/>
          </a:xfrm>
        </p:spPr>
        <p:txBody>
          <a:bodyPr wrap="square" rtlCol="1" anchor="b">
            <a:normAutofit/>
          </a:bodyPr>
          <a:lstStyle/>
          <a:p>
            <a:pPr algn="just" rtl="1">
              <a:lnSpc>
                <a:spcPct val="90000"/>
              </a:lnSpc>
            </a:pPr>
            <a:r>
              <a:rPr lang="ar" sz="1600" dirty="0">
                <a:latin typeface="Times New Roman" panose="02020603050405020304" pitchFamily="18" charset="0"/>
                <a:cs typeface="Times New Roman" panose="02020603050405020304" pitchFamily="18" charset="0"/>
              </a:rPr>
              <a:t>للحفاظ على مكان العمل آمنًا، يتحمّل أصحاب العمل مسؤولية تلبية المعايير المعقولة</a:t>
            </a:r>
            <a:r>
              <a:rPr lang="ar-EG" sz="1600" dirty="0">
                <a:latin typeface="Times New Roman" panose="02020603050405020304" pitchFamily="18" charset="0"/>
                <a:cs typeface="Times New Roman" panose="02020603050405020304" pitchFamily="18" charset="0"/>
              </a:rPr>
              <a:t>.</a:t>
            </a:r>
            <a:r>
              <a:rPr lang="ar" sz="1600" dirty="0">
                <a:latin typeface="Times New Roman" panose="02020603050405020304" pitchFamily="18" charset="0"/>
                <a:cs typeface="Times New Roman" panose="02020603050405020304" pitchFamily="18" charset="0"/>
              </a:rPr>
              <a:t>  </a:t>
            </a:r>
          </a:p>
        </p:txBody>
      </p:sp>
      <p:sp>
        <p:nvSpPr>
          <p:cNvPr id="29" name="Content Placeholder 3">
            <a:extLst>
              <a:ext uri="{FF2B5EF4-FFF2-40B4-BE49-F238E27FC236}">
                <a16:creationId xmlns:a16="http://schemas.microsoft.com/office/drawing/2014/main" id="{33936265-7811-EAC4-C604-F9713AAF152C}"/>
              </a:ext>
            </a:extLst>
          </p:cNvPr>
          <p:cNvSpPr>
            <a:spLocks noGrp="1"/>
          </p:cNvSpPr>
          <p:nvPr>
            <p:ph type="body" sz="half" idx="2"/>
          </p:nvPr>
        </p:nvSpPr>
        <p:spPr>
          <a:xfrm>
            <a:off x="5754551" y="2924944"/>
            <a:ext cx="3008313" cy="2448271"/>
          </a:xfrm>
        </p:spPr>
        <p:txBody>
          <a:bodyPr wrap="square" rtlCol="1" anchor="t">
            <a:normAutofit/>
          </a:bodyPr>
          <a:lstStyle/>
          <a:p>
            <a:pPr rtl="1"/>
            <a:endParaRPr lang="en-US" dirty="0">
              <a:latin typeface="Times New Roman" panose="02020603050405020304" pitchFamily="18" charset="0"/>
              <a:cs typeface="Times New Roman" panose="02020603050405020304" pitchFamily="18" charset="0"/>
            </a:endParaRPr>
          </a:p>
          <a:p>
            <a:pPr rtl="1"/>
            <a:endParaRPr lang="en-US" dirty="0">
              <a:latin typeface="Times New Roman" panose="02020603050405020304" pitchFamily="18" charset="0"/>
              <a:cs typeface="Times New Roman" panose="02020603050405020304" pitchFamily="18" charset="0"/>
            </a:endParaRPr>
          </a:p>
          <a:p>
            <a:pPr rtl="1"/>
            <a:r>
              <a:rPr lang="ar" sz="1600" dirty="0">
                <a:latin typeface="Times New Roman" panose="02020603050405020304" pitchFamily="18" charset="0"/>
                <a:cs typeface="Times New Roman" panose="02020603050405020304" pitchFamily="18" charset="0"/>
              </a:rPr>
              <a:t>فكّر مليًا في كل من هذه النقاط</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rtl="1"/>
            <a:endParaRPr lang="en-US" sz="1100" dirty="0">
              <a:latin typeface="Times New Roman" panose="02020603050405020304" pitchFamily="18" charset="0"/>
              <a:cs typeface="Times New Roman" panose="02020603050405020304" pitchFamily="18" charset="0"/>
            </a:endParaRPr>
          </a:p>
          <a:p>
            <a:pPr marL="0" indent="0" rtl="1">
              <a:buNone/>
            </a:pPr>
            <a:r>
              <a:rPr lang="ar" sz="1600" dirty="0">
                <a:latin typeface="Times New Roman" panose="02020603050405020304" pitchFamily="18" charset="0"/>
                <a:cs typeface="Times New Roman" panose="02020603050405020304" pitchFamily="18" charset="0"/>
              </a:rPr>
              <a:t>ما هي توقعاتك المعقولة لكل منها؟</a:t>
            </a:r>
          </a:p>
          <a:p>
            <a:pPr marL="0" indent="0" rtl="1">
              <a:buNone/>
            </a:pPr>
            <a:endParaRPr lang="en-US" sz="1100" dirty="0">
              <a:latin typeface="Times New Roman" panose="02020603050405020304" pitchFamily="18" charset="0"/>
              <a:cs typeface="Times New Roman" panose="02020603050405020304" pitchFamily="18" charset="0"/>
            </a:endParaRPr>
          </a:p>
          <a:p>
            <a:pPr rtl="1"/>
            <a:r>
              <a:rPr lang="ar" sz="1600" dirty="0">
                <a:latin typeface="Times New Roman" panose="02020603050405020304" pitchFamily="18" charset="0"/>
                <a:cs typeface="Times New Roman" panose="02020603050405020304" pitchFamily="18" charset="0"/>
              </a:rPr>
              <a:t>شارك أفكارك مع زملاءك في الصف في أثناء مناقشتهم</a:t>
            </a:r>
            <a:r>
              <a:rPr lang="ar-EG" sz="1600" dirty="0">
                <a:latin typeface="Times New Roman" panose="02020603050405020304" pitchFamily="18" charset="0"/>
                <a:cs typeface="Times New Roman" panose="02020603050405020304" pitchFamily="18" charset="0"/>
              </a:rPr>
              <a:t>.</a:t>
            </a:r>
            <a:endParaRPr lang="ar" sz="1600" dirty="0">
              <a:latin typeface="Times New Roman" panose="02020603050405020304" pitchFamily="18" charset="0"/>
              <a:cs typeface="Times New Roman" panose="02020603050405020304" pitchFamily="18" charset="0"/>
            </a:endParaRPr>
          </a:p>
          <a:p>
            <a:pPr rtl="1"/>
            <a:endParaRPr lang="en-US"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12A771F5-1A5D-17D8-4477-085CA0F3D9B3}"/>
              </a:ext>
            </a:extLst>
          </p:cNvPr>
          <p:cNvGraphicFramePr>
            <a:graphicFrameLocks noGrp="1"/>
          </p:cNvGraphicFramePr>
          <p:nvPr>
            <p:ph idx="1"/>
            <p:extLst>
              <p:ext uri="{D42A27DB-BD31-4B8C-83A1-F6EECF244321}">
                <p14:modId xmlns:p14="http://schemas.microsoft.com/office/powerpoint/2010/main" val="1126604962"/>
              </p:ext>
            </p:extLst>
          </p:nvPr>
        </p:nvGraphicFramePr>
        <p:xfrm>
          <a:off x="457199" y="1195201"/>
          <a:ext cx="5111751" cy="47853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8176815-4742-27DB-D42A-83D191D46D2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897790745"/>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251C-97D3-4B25-8B25-11BDF5C81FF2}"/>
              </a:ext>
            </a:extLst>
          </p:cNvPr>
          <p:cNvSpPr>
            <a:spLocks noGrp="1"/>
          </p:cNvSpPr>
          <p:nvPr>
            <p:ph type="title"/>
          </p:nvPr>
        </p:nvSpPr>
        <p:spPr>
          <a:xfrm>
            <a:off x="5226773" y="762376"/>
            <a:ext cx="3682751" cy="865648"/>
          </a:xfrm>
        </p:spPr>
        <p:txBody>
          <a:bodyPr rtlCol="1"/>
          <a:lstStyle/>
          <a:p>
            <a:pPr algn="ctr" rtl="1"/>
            <a:r>
              <a:rPr lang="ar">
                <a:latin typeface="Times New Roman" panose="02020603050405020304" pitchFamily="18" charset="0"/>
                <a:cs typeface="Times New Roman" panose="02020603050405020304" pitchFamily="18" charset="0"/>
              </a:rPr>
              <a:t>المواد الكيميائية والعقاقير</a:t>
            </a:r>
          </a:p>
        </p:txBody>
      </p:sp>
      <p:sp>
        <p:nvSpPr>
          <p:cNvPr id="3" name="Text Placeholder 2">
            <a:extLst>
              <a:ext uri="{FF2B5EF4-FFF2-40B4-BE49-F238E27FC236}">
                <a16:creationId xmlns:a16="http://schemas.microsoft.com/office/drawing/2014/main" id="{F4FF61D6-D236-A314-0216-82CF7144A80A}"/>
              </a:ext>
            </a:extLst>
          </p:cNvPr>
          <p:cNvSpPr>
            <a:spLocks noGrp="1"/>
          </p:cNvSpPr>
          <p:nvPr>
            <p:ph type="body" sz="half" idx="2"/>
          </p:nvPr>
        </p:nvSpPr>
        <p:spPr>
          <a:xfrm>
            <a:off x="5445184" y="1781833"/>
            <a:ext cx="3008313" cy="3993307"/>
          </a:xfrm>
        </p:spPr>
        <p:txBody>
          <a:bodyPr rtlCol="1"/>
          <a:lstStyle/>
          <a:p>
            <a:pPr algn="just" rtl="1"/>
            <a:r>
              <a:rPr lang="ar" sz="2400" dirty="0">
                <a:latin typeface="Times New Roman" panose="02020603050405020304" pitchFamily="18" charset="0"/>
                <a:cs typeface="Times New Roman" panose="02020603050405020304" pitchFamily="18" charset="0"/>
              </a:rPr>
              <a:t>على أصحاب العمل التأكّد من فرز (وسم) جميع المواد الكيميائية والعقاقير فضلًا عن تخزينها بشكل صحيح وآمن.</a:t>
            </a:r>
          </a:p>
        </p:txBody>
      </p:sp>
      <p:sp>
        <p:nvSpPr>
          <p:cNvPr id="4" name="Content Placeholder 3">
            <a:extLst>
              <a:ext uri="{FF2B5EF4-FFF2-40B4-BE49-F238E27FC236}">
                <a16:creationId xmlns:a16="http://schemas.microsoft.com/office/drawing/2014/main" id="{27261F2E-91EA-B6B2-380A-58131C43B599}"/>
              </a:ext>
            </a:extLst>
          </p:cNvPr>
          <p:cNvSpPr>
            <a:spLocks noGrp="1"/>
          </p:cNvSpPr>
          <p:nvPr>
            <p:ph idx="1"/>
          </p:nvPr>
        </p:nvSpPr>
        <p:spPr>
          <a:xfrm>
            <a:off x="481762" y="1988840"/>
            <a:ext cx="7971735" cy="4909675"/>
          </a:xfrm>
        </p:spPr>
        <p:txBody>
          <a:bodyPr rtlCol="1"/>
          <a:lstStyle/>
          <a:p>
            <a:pPr marL="0" indent="0" rtl="1">
              <a:buNone/>
            </a:pPr>
            <a:endParaRPr lang="en-GB" dirty="0">
              <a:latin typeface="Times New Roman" panose="02020603050405020304" pitchFamily="18" charset="0"/>
              <a:cs typeface="Times New Roman" panose="02020603050405020304" pitchFamily="18" charset="0"/>
            </a:endParaRPr>
          </a:p>
          <a:p>
            <a:pPr algn="just"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لماذا يجب حفظ الدواء في خزانة مقفلة؟ </a:t>
            </a:r>
          </a:p>
        </p:txBody>
      </p:sp>
      <p:pic>
        <p:nvPicPr>
          <p:cNvPr id="5" name="Picture 4" descr="A close-up of a locker&#10;&#10;AI-generated content may be incorrect.">
            <a:extLst>
              <a:ext uri="{FF2B5EF4-FFF2-40B4-BE49-F238E27FC236}">
                <a16:creationId xmlns:a16="http://schemas.microsoft.com/office/drawing/2014/main" id="{36860FB8-CB98-A485-D8A0-4CF46D14920D}"/>
              </a:ext>
            </a:extLst>
          </p:cNvPr>
          <p:cNvPicPr>
            <a:picLocks noChangeAspect="1"/>
          </p:cNvPicPr>
          <p:nvPr/>
        </p:nvPicPr>
        <p:blipFill>
          <a:blip r:embed="rId3"/>
          <a:stretch>
            <a:fillRect/>
          </a:stretch>
        </p:blipFill>
        <p:spPr>
          <a:xfrm>
            <a:off x="478971" y="1786618"/>
            <a:ext cx="4212772" cy="2876551"/>
          </a:xfrm>
          <a:prstGeom prst="rect">
            <a:avLst/>
          </a:prstGeom>
        </p:spPr>
      </p:pic>
      <p:sp>
        <p:nvSpPr>
          <p:cNvPr id="6" name="TextBox 5">
            <a:extLst>
              <a:ext uri="{FF2B5EF4-FFF2-40B4-BE49-F238E27FC236}">
                <a16:creationId xmlns:a16="http://schemas.microsoft.com/office/drawing/2014/main" id="{968F657E-10FA-269F-7C8F-FCE1ADF84E7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322293443"/>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797D-903A-77AA-21BC-0725C390B67B}"/>
              </a:ext>
            </a:extLst>
          </p:cNvPr>
          <p:cNvSpPr>
            <a:spLocks noGrp="1"/>
          </p:cNvSpPr>
          <p:nvPr>
            <p:ph type="title"/>
          </p:nvPr>
        </p:nvSpPr>
        <p:spPr>
          <a:xfrm>
            <a:off x="5678486" y="1195200"/>
            <a:ext cx="3008313" cy="865648"/>
          </a:xfrm>
        </p:spPr>
        <p:txBody>
          <a:bodyPr wrap="square" rtlCol="1" anchor="b">
            <a:normAutofit/>
          </a:bodyPr>
          <a:lstStyle/>
          <a:p>
            <a:pPr rtl="1"/>
            <a:r>
              <a:rPr lang="ar" sz="2300" dirty="0">
                <a:latin typeface="Times New Roman" panose="02020603050405020304" pitchFamily="18" charset="0"/>
                <a:cs typeface="Times New Roman" panose="02020603050405020304" pitchFamily="18" charset="0"/>
              </a:rPr>
              <a:t>أ2 مسؤوليات صاحب العمل</a:t>
            </a:r>
          </a:p>
        </p:txBody>
      </p:sp>
      <p:sp>
        <p:nvSpPr>
          <p:cNvPr id="11" name="Text Placeholder 2">
            <a:extLst>
              <a:ext uri="{FF2B5EF4-FFF2-40B4-BE49-F238E27FC236}">
                <a16:creationId xmlns:a16="http://schemas.microsoft.com/office/drawing/2014/main" id="{C946D423-8960-EE24-212F-FE62DF7E3ABC}"/>
              </a:ext>
            </a:extLst>
          </p:cNvPr>
          <p:cNvSpPr>
            <a:spLocks noGrp="1"/>
          </p:cNvSpPr>
          <p:nvPr>
            <p:ph type="body" sz="half" idx="2"/>
          </p:nvPr>
        </p:nvSpPr>
        <p:spPr>
          <a:xfrm>
            <a:off x="5678486" y="2132857"/>
            <a:ext cx="3008313" cy="3993307"/>
          </a:xfrm>
        </p:spPr>
        <p:txBody>
          <a:bodyPr rtlCol="1"/>
          <a:lstStyle/>
          <a:p>
            <a:pPr rtl="1"/>
            <a:endParaRPr lang="en-US" dirty="0">
              <a:latin typeface="Times New Roman" panose="02020603050405020304" pitchFamily="18" charset="0"/>
              <a:cs typeface="Times New Roman" panose="02020603050405020304" pitchFamily="18" charset="0"/>
            </a:endParaRPr>
          </a:p>
          <a:p>
            <a:pPr rtl="1"/>
            <a:r>
              <a:rPr lang="ar" sz="1600" dirty="0">
                <a:latin typeface="Times New Roman" panose="02020603050405020304" pitchFamily="18" charset="0"/>
                <a:cs typeface="Times New Roman" panose="02020603050405020304" pitchFamily="18" charset="0"/>
              </a:rPr>
              <a:t>هل يمكنك التفكير في مثال على كل مسؤولية من المسؤوليات المذكورة في القائمة المقابلة؟</a:t>
            </a:r>
          </a:p>
          <a:p>
            <a:pPr rtl="1"/>
            <a:endParaRPr lang="en-US" sz="1600" dirty="0">
              <a:latin typeface="Times New Roman" panose="02020603050405020304" pitchFamily="18" charset="0"/>
              <a:cs typeface="Times New Roman" panose="02020603050405020304" pitchFamily="18" charset="0"/>
            </a:endParaRPr>
          </a:p>
          <a:p>
            <a:pPr rtl="1"/>
            <a:r>
              <a:rPr lang="ar" sz="1600" dirty="0">
                <a:latin typeface="Times New Roman" panose="02020603050405020304" pitchFamily="18" charset="0"/>
                <a:cs typeface="Times New Roman" panose="02020603050405020304" pitchFamily="18" charset="0"/>
              </a:rPr>
              <a:t>نصائح: استعن بالقسم أ-2 من كتاب الطالب لمساعدتك. </a:t>
            </a:r>
          </a:p>
          <a:p>
            <a:pPr rtl="1"/>
            <a:endParaRPr lang="en-US" dirty="0">
              <a:latin typeface="Times New Roman" panose="02020603050405020304" pitchFamily="18" charset="0"/>
              <a:cs typeface="Times New Roman" panose="02020603050405020304" pitchFamily="18" charset="0"/>
            </a:endParaRPr>
          </a:p>
          <a:p>
            <a:pPr rtl="1"/>
            <a:endParaRPr lang="en-US"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FA8366C9-3467-8078-9630-0BF1CE77A8D1}"/>
              </a:ext>
            </a:extLst>
          </p:cNvPr>
          <p:cNvGrpSpPr/>
          <p:nvPr/>
        </p:nvGrpSpPr>
        <p:grpSpPr>
          <a:xfrm flipH="1">
            <a:off x="179512" y="1198686"/>
            <a:ext cx="5498974" cy="4784226"/>
            <a:chOff x="457199" y="1195785"/>
            <a:chExt cx="5111750" cy="4784226"/>
          </a:xfrm>
        </p:grpSpPr>
        <p:sp>
          <p:nvSpPr>
            <p:cNvPr id="4" name="Freeform: Shape 3">
              <a:extLst>
                <a:ext uri="{FF2B5EF4-FFF2-40B4-BE49-F238E27FC236}">
                  <a16:creationId xmlns:a16="http://schemas.microsoft.com/office/drawing/2014/main" id="{3BB2C566-C459-C098-87FE-3A503DDC1B31}"/>
                </a:ext>
              </a:extLst>
            </p:cNvPr>
            <p:cNvSpPr/>
            <p:nvPr/>
          </p:nvSpPr>
          <p:spPr>
            <a:xfrm>
              <a:off x="1479549" y="1195785"/>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  خطط الطوارئ</a:t>
              </a:r>
            </a:p>
          </p:txBody>
        </p:sp>
        <p:sp>
          <p:nvSpPr>
            <p:cNvPr id="5" name="Freeform: Shape 4">
              <a:extLst>
                <a:ext uri="{FF2B5EF4-FFF2-40B4-BE49-F238E27FC236}">
                  <a16:creationId xmlns:a16="http://schemas.microsoft.com/office/drawing/2014/main" id="{FE5CD8FE-51BE-FB57-979B-E11F64D44F99}"/>
                </a:ext>
              </a:extLst>
            </p:cNvPr>
            <p:cNvSpPr/>
            <p:nvPr/>
          </p:nvSpPr>
          <p:spPr>
            <a:xfrm>
              <a:off x="457199" y="1195785"/>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500" kern="1200">
                  <a:latin typeface="Times New Roman" panose="02020603050405020304" pitchFamily="18" charset="0"/>
                  <a:cs typeface="Times New Roman" panose="02020603050405020304" pitchFamily="18" charset="0"/>
                </a:rPr>
                <a:t>توفير</a:t>
              </a:r>
            </a:p>
          </p:txBody>
        </p:sp>
        <p:sp>
          <p:nvSpPr>
            <p:cNvPr id="6" name="Freeform: Shape 5">
              <a:extLst>
                <a:ext uri="{FF2B5EF4-FFF2-40B4-BE49-F238E27FC236}">
                  <a16:creationId xmlns:a16="http://schemas.microsoft.com/office/drawing/2014/main" id="{0173F483-0C5B-9694-DE6E-4AD2C3AB0E56}"/>
                </a:ext>
              </a:extLst>
            </p:cNvPr>
            <p:cNvSpPr/>
            <p:nvPr/>
          </p:nvSpPr>
          <p:spPr>
            <a:xfrm>
              <a:off x="1479549" y="2000750"/>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  الاحتياطات اللازمة لتفادي مخاطر الإصابة</a:t>
              </a:r>
            </a:p>
          </p:txBody>
        </p:sp>
        <p:sp>
          <p:nvSpPr>
            <p:cNvPr id="8" name="Freeform: Shape 7">
              <a:extLst>
                <a:ext uri="{FF2B5EF4-FFF2-40B4-BE49-F238E27FC236}">
                  <a16:creationId xmlns:a16="http://schemas.microsoft.com/office/drawing/2014/main" id="{F97EE0B8-A4FE-3107-C50C-D73A381C86F5}"/>
                </a:ext>
              </a:extLst>
            </p:cNvPr>
            <p:cNvSpPr/>
            <p:nvPr/>
          </p:nvSpPr>
          <p:spPr>
            <a:xfrm>
              <a:off x="457199" y="2000750"/>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500" kern="1200">
                  <a:latin typeface="Times New Roman" panose="02020603050405020304" pitchFamily="18" charset="0"/>
                  <a:cs typeface="Times New Roman" panose="02020603050405020304" pitchFamily="18" charset="0"/>
                </a:rPr>
                <a:t>اتخاذ</a:t>
              </a:r>
            </a:p>
          </p:txBody>
        </p:sp>
        <p:sp>
          <p:nvSpPr>
            <p:cNvPr id="9" name="Freeform: Shape 8">
              <a:extLst>
                <a:ext uri="{FF2B5EF4-FFF2-40B4-BE49-F238E27FC236}">
                  <a16:creationId xmlns:a16="http://schemas.microsoft.com/office/drawing/2014/main" id="{AB18FE71-D7B1-D8A8-1A23-B20F9F2B9DD3}"/>
                </a:ext>
              </a:extLst>
            </p:cNvPr>
            <p:cNvSpPr/>
            <p:nvPr/>
          </p:nvSpPr>
          <p:spPr>
            <a:xfrm>
              <a:off x="1479549" y="2805715"/>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 التدريب اللازم على استخدام المعدات </a:t>
              </a:r>
            </a:p>
          </p:txBody>
        </p:sp>
        <p:sp>
          <p:nvSpPr>
            <p:cNvPr id="10" name="Freeform: Shape 9">
              <a:extLst>
                <a:ext uri="{FF2B5EF4-FFF2-40B4-BE49-F238E27FC236}">
                  <a16:creationId xmlns:a16="http://schemas.microsoft.com/office/drawing/2014/main" id="{D3C92C36-8A8D-78C7-8139-DBC01016B5D4}"/>
                </a:ext>
              </a:extLst>
            </p:cNvPr>
            <p:cNvSpPr/>
            <p:nvPr/>
          </p:nvSpPr>
          <p:spPr>
            <a:xfrm>
              <a:off x="457199" y="2805715"/>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500" kern="1200">
                  <a:latin typeface="Times New Roman" panose="02020603050405020304" pitchFamily="18" charset="0"/>
                  <a:cs typeface="Times New Roman" panose="02020603050405020304" pitchFamily="18" charset="0"/>
                </a:rPr>
                <a:t>توفير </a:t>
              </a:r>
            </a:p>
          </p:txBody>
        </p:sp>
        <p:sp>
          <p:nvSpPr>
            <p:cNvPr id="12" name="Freeform: Shape 11">
              <a:extLst>
                <a:ext uri="{FF2B5EF4-FFF2-40B4-BE49-F238E27FC236}">
                  <a16:creationId xmlns:a16="http://schemas.microsoft.com/office/drawing/2014/main" id="{912819ED-EEF4-DC20-6002-F1101159933F}"/>
                </a:ext>
              </a:extLst>
            </p:cNvPr>
            <p:cNvSpPr/>
            <p:nvPr/>
          </p:nvSpPr>
          <p:spPr>
            <a:xfrm>
              <a:off x="1479549" y="3610680"/>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  الملابس والمعدات الواقية للموظفين </a:t>
              </a:r>
            </a:p>
          </p:txBody>
        </p:sp>
        <p:sp>
          <p:nvSpPr>
            <p:cNvPr id="13" name="Freeform: Shape 12">
              <a:extLst>
                <a:ext uri="{FF2B5EF4-FFF2-40B4-BE49-F238E27FC236}">
                  <a16:creationId xmlns:a16="http://schemas.microsoft.com/office/drawing/2014/main" id="{44AE9D70-6CBA-DFED-7F44-27D9F449BD2A}"/>
                </a:ext>
              </a:extLst>
            </p:cNvPr>
            <p:cNvSpPr/>
            <p:nvPr/>
          </p:nvSpPr>
          <p:spPr>
            <a:xfrm>
              <a:off x="457199" y="3610680"/>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Times New Roman" panose="02020603050405020304" pitchFamily="18" charset="0"/>
                  <a:cs typeface="Times New Roman" panose="02020603050405020304" pitchFamily="18" charset="0"/>
                </a:rPr>
                <a:t>توفير</a:t>
              </a:r>
            </a:p>
          </p:txBody>
        </p:sp>
        <p:sp>
          <p:nvSpPr>
            <p:cNvPr id="14" name="Freeform: Shape 13">
              <a:extLst>
                <a:ext uri="{FF2B5EF4-FFF2-40B4-BE49-F238E27FC236}">
                  <a16:creationId xmlns:a16="http://schemas.microsoft.com/office/drawing/2014/main" id="{914997A1-A966-AC1F-3564-99A7BC457AAA}"/>
                </a:ext>
              </a:extLst>
            </p:cNvPr>
            <p:cNvSpPr/>
            <p:nvPr/>
          </p:nvSpPr>
          <p:spPr>
            <a:xfrm>
              <a:off x="1479549" y="4415645"/>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endParaRPr sz="1200" kern="1200" dirty="0">
                <a:latin typeface="Times New Roman" panose="02020603050405020304" pitchFamily="18" charset="0"/>
                <a:cs typeface="Times New Roman" panose="02020603050405020304" pitchFamily="18" charset="0"/>
              </a:endParaRPr>
            </a:p>
          </p:txBody>
        </p:sp>
        <p:sp>
          <p:nvSpPr>
            <p:cNvPr id="15" name="Freeform: Shape 14">
              <a:extLst>
                <a:ext uri="{FF2B5EF4-FFF2-40B4-BE49-F238E27FC236}">
                  <a16:creationId xmlns:a16="http://schemas.microsoft.com/office/drawing/2014/main" id="{65F4AC67-1583-A7D3-6E1A-40FB34343164}"/>
                </a:ext>
              </a:extLst>
            </p:cNvPr>
            <p:cNvSpPr/>
            <p:nvPr/>
          </p:nvSpPr>
          <p:spPr>
            <a:xfrm>
              <a:off x="457199" y="4415645"/>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التأكّد من</a:t>
              </a:r>
            </a:p>
          </p:txBody>
        </p:sp>
        <p:sp>
          <p:nvSpPr>
            <p:cNvPr id="16" name="Freeform: Shape 15">
              <a:extLst>
                <a:ext uri="{FF2B5EF4-FFF2-40B4-BE49-F238E27FC236}">
                  <a16:creationId xmlns:a16="http://schemas.microsoft.com/office/drawing/2014/main" id="{8C23DE44-A451-2157-58CB-AE32B62DB3E3}"/>
                </a:ext>
              </a:extLst>
            </p:cNvPr>
            <p:cNvSpPr/>
            <p:nvPr/>
          </p:nvSpPr>
          <p:spPr>
            <a:xfrm>
              <a:off x="1479549" y="5220610"/>
              <a:ext cx="4089400" cy="759401"/>
            </a:xfrm>
            <a:custGeom>
              <a:avLst/>
              <a:gdLst>
                <a:gd name="connsiteX0" fmla="*/ 0 w 4089400"/>
                <a:gd name="connsiteY0" fmla="*/ 0 h 759401"/>
                <a:gd name="connsiteX1" fmla="*/ 4089400 w 4089400"/>
                <a:gd name="connsiteY1" fmla="*/ 0 h 759401"/>
                <a:gd name="connsiteX2" fmla="*/ 4089400 w 4089400"/>
                <a:gd name="connsiteY2" fmla="*/ 759401 h 759401"/>
                <a:gd name="connsiteX3" fmla="*/ 0 w 4089400"/>
                <a:gd name="connsiteY3" fmla="*/ 759401 h 759401"/>
                <a:gd name="connsiteX4" fmla="*/ 0 w 408940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0" h="759401">
                  <a:moveTo>
                    <a:pt x="0" y="0"/>
                  </a:moveTo>
                  <a:lnTo>
                    <a:pt x="4089400" y="0"/>
                  </a:lnTo>
                  <a:lnTo>
                    <a:pt x="4089400" y="759401"/>
                  </a:lnTo>
                  <a:lnTo>
                    <a:pt x="0" y="75940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346" tIns="192888" rIns="79346" bIns="192888" numCol="1" spcCol="1270" rtlCol="1" anchor="ctr" anchorCtr="0">
              <a:noAutofit/>
            </a:bodyPr>
            <a:lstStyle/>
            <a:p>
              <a:pPr marL="0" lvl="0" indent="0" algn="r" defTabSz="533400" rtl="1">
                <a:lnSpc>
                  <a:spcPct val="90000"/>
                </a:lnSpc>
                <a:spcBef>
                  <a:spcPct val="0"/>
                </a:spcBef>
                <a:spcAft>
                  <a:spcPct val="35000"/>
                </a:spcAft>
                <a:buNone/>
              </a:pPr>
              <a:endParaRPr sz="1200" kern="1200">
                <a:latin typeface="Times New Roman" panose="02020603050405020304" pitchFamily="18" charset="0"/>
                <a:cs typeface="Times New Roman" panose="02020603050405020304" pitchFamily="18" charset="0"/>
              </a:endParaRPr>
            </a:p>
          </p:txBody>
        </p:sp>
        <p:sp>
          <p:nvSpPr>
            <p:cNvPr id="17" name="Freeform: Shape 16">
              <a:extLst>
                <a:ext uri="{FF2B5EF4-FFF2-40B4-BE49-F238E27FC236}">
                  <a16:creationId xmlns:a16="http://schemas.microsoft.com/office/drawing/2014/main" id="{9FF56840-B302-ED4A-9B3B-A747C024DA51}"/>
                </a:ext>
              </a:extLst>
            </p:cNvPr>
            <p:cNvSpPr/>
            <p:nvPr/>
          </p:nvSpPr>
          <p:spPr>
            <a:xfrm>
              <a:off x="457199" y="5220610"/>
              <a:ext cx="1022350" cy="759401"/>
            </a:xfrm>
            <a:custGeom>
              <a:avLst/>
              <a:gdLst>
                <a:gd name="connsiteX0" fmla="*/ 0 w 1022350"/>
                <a:gd name="connsiteY0" fmla="*/ 0 h 759401"/>
                <a:gd name="connsiteX1" fmla="*/ 1022350 w 1022350"/>
                <a:gd name="connsiteY1" fmla="*/ 0 h 759401"/>
                <a:gd name="connsiteX2" fmla="*/ 1022350 w 1022350"/>
                <a:gd name="connsiteY2" fmla="*/ 759401 h 759401"/>
                <a:gd name="connsiteX3" fmla="*/ 0 w 1022350"/>
                <a:gd name="connsiteY3" fmla="*/ 759401 h 759401"/>
                <a:gd name="connsiteX4" fmla="*/ 0 w 1022350"/>
                <a:gd name="connsiteY4" fmla="*/ 0 h 75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350" h="759401">
                  <a:moveTo>
                    <a:pt x="0" y="0"/>
                  </a:moveTo>
                  <a:lnTo>
                    <a:pt x="1022350" y="0"/>
                  </a:lnTo>
                  <a:lnTo>
                    <a:pt x="1022350" y="759401"/>
                  </a:lnTo>
                  <a:lnTo>
                    <a:pt x="0" y="759401"/>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4099" tIns="75012" rIns="54099" bIns="75012" numCol="1" spcCol="1270" rtlCol="1" anchor="ctr" anchorCtr="0">
              <a:noAutofit/>
            </a:bodyPr>
            <a:lstStyle/>
            <a:p>
              <a:pPr marL="0" lvl="0" indent="0" algn="ctr" defTabSz="6667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الإبلاغ</a:t>
              </a:r>
            </a:p>
          </p:txBody>
        </p:sp>
      </p:grpSp>
      <p:grpSp>
        <p:nvGrpSpPr>
          <p:cNvPr id="18" name="Group 17">
            <a:extLst>
              <a:ext uri="{FF2B5EF4-FFF2-40B4-BE49-F238E27FC236}">
                <a16:creationId xmlns:a16="http://schemas.microsoft.com/office/drawing/2014/main" id="{E7B0231D-D32F-B4C6-FB1F-1DDD18BD030C}"/>
              </a:ext>
            </a:extLst>
          </p:cNvPr>
          <p:cNvGrpSpPr/>
          <p:nvPr/>
        </p:nvGrpSpPr>
        <p:grpSpPr>
          <a:xfrm>
            <a:off x="457199" y="4447542"/>
            <a:ext cx="4140204" cy="709651"/>
            <a:chOff x="1022350" y="3220444"/>
            <a:chExt cx="4140204" cy="759401"/>
          </a:xfrm>
        </p:grpSpPr>
        <p:sp>
          <p:nvSpPr>
            <p:cNvPr id="19" name="Rectangle 18">
              <a:extLst>
                <a:ext uri="{FF2B5EF4-FFF2-40B4-BE49-F238E27FC236}">
                  <a16:creationId xmlns:a16="http://schemas.microsoft.com/office/drawing/2014/main" id="{936DCF66-E83F-7F28-FCF9-120B4B19F14A}"/>
                </a:ext>
              </a:extLst>
            </p:cNvPr>
            <p:cNvSpPr/>
            <p:nvPr/>
          </p:nvSpPr>
          <p:spPr>
            <a:xfrm>
              <a:off x="1022350" y="3220444"/>
              <a:ext cx="4089400" cy="759401"/>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20" name="TextBox 19">
              <a:extLst>
                <a:ext uri="{FF2B5EF4-FFF2-40B4-BE49-F238E27FC236}">
                  <a16:creationId xmlns:a16="http://schemas.microsoft.com/office/drawing/2014/main" id="{03F81303-A586-24F4-B08A-E152C9A7BCA2}"/>
                </a:ext>
              </a:extLst>
            </p:cNvPr>
            <p:cNvSpPr txBox="1"/>
            <p:nvPr/>
          </p:nvSpPr>
          <p:spPr>
            <a:xfrm>
              <a:off x="1022350" y="3220444"/>
              <a:ext cx="4140204" cy="7594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9346" tIns="192888" rIns="79346" bIns="192888" numCol="1" spcCol="1270" anchor="ctr" anchorCtr="0">
              <a:noAutofit/>
            </a:bodyPr>
            <a:lstStyle/>
            <a:p>
              <a:pPr marL="0" lvl="0" indent="0" defTabSz="577850">
                <a:lnSpc>
                  <a:spcPct val="90000"/>
                </a:lnSpc>
                <a:spcBef>
                  <a:spcPct val="0"/>
                </a:spcBef>
                <a:spcAft>
                  <a:spcPct val="35000"/>
                </a:spcAft>
                <a:buNone/>
              </a:pPr>
              <a:r>
                <a:rPr lang="ar-EG" sz="1600" kern="1200" dirty="0"/>
                <a:t>تثبيت اللافتات التحذيرية في أماكنها</a:t>
              </a:r>
              <a:endParaRPr lang="en-US" sz="1600" kern="1200" dirty="0"/>
            </a:p>
          </p:txBody>
        </p:sp>
      </p:grpSp>
      <p:grpSp>
        <p:nvGrpSpPr>
          <p:cNvPr id="21" name="Group 20">
            <a:extLst>
              <a:ext uri="{FF2B5EF4-FFF2-40B4-BE49-F238E27FC236}">
                <a16:creationId xmlns:a16="http://schemas.microsoft.com/office/drawing/2014/main" id="{0717B5AE-FB2B-9FDE-02C6-486E77133F52}"/>
              </a:ext>
            </a:extLst>
          </p:cNvPr>
          <p:cNvGrpSpPr/>
          <p:nvPr/>
        </p:nvGrpSpPr>
        <p:grpSpPr>
          <a:xfrm>
            <a:off x="323528" y="5157193"/>
            <a:ext cx="4223071" cy="864096"/>
            <a:chOff x="1022350" y="3920713"/>
            <a:chExt cx="4089400" cy="864097"/>
          </a:xfrm>
        </p:grpSpPr>
        <p:sp>
          <p:nvSpPr>
            <p:cNvPr id="22" name="Rectangle 21">
              <a:extLst>
                <a:ext uri="{FF2B5EF4-FFF2-40B4-BE49-F238E27FC236}">
                  <a16:creationId xmlns:a16="http://schemas.microsoft.com/office/drawing/2014/main" id="{3CA45CAA-532D-FCB2-5AF9-41226CEB6F45}"/>
                </a:ext>
              </a:extLst>
            </p:cNvPr>
            <p:cNvSpPr/>
            <p:nvPr/>
          </p:nvSpPr>
          <p:spPr>
            <a:xfrm>
              <a:off x="1022350" y="4025409"/>
              <a:ext cx="4089400" cy="759401"/>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23" name="TextBox 22">
              <a:extLst>
                <a:ext uri="{FF2B5EF4-FFF2-40B4-BE49-F238E27FC236}">
                  <a16:creationId xmlns:a16="http://schemas.microsoft.com/office/drawing/2014/main" id="{534032B2-A749-65BB-CA9C-F6CCD819D804}"/>
                </a:ext>
              </a:extLst>
            </p:cNvPr>
            <p:cNvSpPr txBox="1"/>
            <p:nvPr/>
          </p:nvSpPr>
          <p:spPr>
            <a:xfrm>
              <a:off x="1022350" y="3920713"/>
              <a:ext cx="4089400" cy="7594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9346" tIns="192888" rIns="79346" bIns="192888" numCol="1" spcCol="1270" anchor="ctr" anchorCtr="0">
              <a:noAutofit/>
            </a:bodyPr>
            <a:lstStyle/>
            <a:p>
              <a:pPr marL="0" lvl="0" indent="0" defTabSz="577850">
                <a:lnSpc>
                  <a:spcPct val="90000"/>
                </a:lnSpc>
                <a:spcBef>
                  <a:spcPct val="0"/>
                </a:spcBef>
                <a:spcAft>
                  <a:spcPct val="35000"/>
                </a:spcAft>
                <a:buNone/>
              </a:pPr>
              <a:r>
                <a:rPr lang="ar-EG" sz="1600" kern="1200" dirty="0"/>
                <a:t>عن أمراض معينة أو الحوادث الخطيرة وفق توجيهات السلطات</a:t>
              </a:r>
              <a:endParaRPr lang="en-US" sz="1600" kern="1200" dirty="0"/>
            </a:p>
          </p:txBody>
        </p:sp>
      </p:grpSp>
      <p:sp>
        <p:nvSpPr>
          <p:cNvPr id="7" name="TextBox 6">
            <a:extLst>
              <a:ext uri="{FF2B5EF4-FFF2-40B4-BE49-F238E27FC236}">
                <a16:creationId xmlns:a16="http://schemas.microsoft.com/office/drawing/2014/main" id="{8D7ABD08-86B3-C0B0-B056-AF10AA5FCD2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242825655"/>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889B-48E8-C388-049D-1580197A4691}"/>
              </a:ext>
            </a:extLst>
          </p:cNvPr>
          <p:cNvSpPr>
            <a:spLocks noGrp="1"/>
          </p:cNvSpPr>
          <p:nvPr>
            <p:ph type="title"/>
          </p:nvPr>
        </p:nvSpPr>
        <p:spPr>
          <a:xfrm>
            <a:off x="3275856" y="836712"/>
            <a:ext cx="5410943" cy="865648"/>
          </a:xfrm>
        </p:spPr>
        <p:txBody>
          <a:bodyPr wrap="square" rtlCol="1" anchor="b">
            <a:normAutofit/>
          </a:bodyPr>
          <a:lstStyle/>
          <a:p>
            <a:pPr rtl="1"/>
            <a:r>
              <a:rPr lang="ar" sz="2400" dirty="0">
                <a:latin typeface="Times New Roman" panose="02020603050405020304" pitchFamily="18" charset="0"/>
                <a:cs typeface="Times New Roman" panose="02020603050405020304" pitchFamily="18" charset="0"/>
              </a:rPr>
              <a:t>أ2 مسؤوليات الموظفين</a:t>
            </a:r>
          </a:p>
        </p:txBody>
      </p:sp>
      <p:sp>
        <p:nvSpPr>
          <p:cNvPr id="3" name="Text Placeholder 2">
            <a:extLst>
              <a:ext uri="{FF2B5EF4-FFF2-40B4-BE49-F238E27FC236}">
                <a16:creationId xmlns:a16="http://schemas.microsoft.com/office/drawing/2014/main" id="{D4426DAA-3A69-7D40-3159-F1C6BF165E13}"/>
              </a:ext>
            </a:extLst>
          </p:cNvPr>
          <p:cNvSpPr>
            <a:spLocks noGrp="1"/>
          </p:cNvSpPr>
          <p:nvPr>
            <p:ph type="body" sz="half" idx="2"/>
          </p:nvPr>
        </p:nvSpPr>
        <p:spPr>
          <a:xfrm>
            <a:off x="6732240" y="2132857"/>
            <a:ext cx="2077070" cy="3993307"/>
          </a:xfrm>
        </p:spPr>
        <p:txBody>
          <a:bodyPr wrap="square" rtlCol="1" anchor="t">
            <a:normAutofit/>
          </a:bodyPr>
          <a:lstStyle/>
          <a:p>
            <a:pPr rtl="1"/>
            <a:r>
              <a:rPr lang="ar" sz="1800" dirty="0">
                <a:latin typeface="Times New Roman" panose="02020603050405020304" pitchFamily="18" charset="0"/>
                <a:cs typeface="Times New Roman" panose="02020603050405020304" pitchFamily="18" charset="0"/>
              </a:rPr>
              <a:t>يتحمّل الموظفون أيضًا مسؤوليات الصحة والسلامة في مكان العمل. </a:t>
            </a:r>
          </a:p>
          <a:p>
            <a:pPr rtl="1"/>
            <a:endParaRPr lang="en-GB" sz="16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يجب على الموظفين</a:t>
            </a:r>
            <a:r>
              <a:rPr lang="ar" sz="1600" dirty="0">
                <a:latin typeface="Times New Roman" panose="02020603050405020304" pitchFamily="18" charset="0"/>
                <a:cs typeface="Times New Roman" panose="02020603050405020304" pitchFamily="18" charset="0"/>
              </a:rPr>
              <a:t>: </a:t>
            </a:r>
          </a:p>
          <a:p>
            <a:pPr rtl="1"/>
            <a:endParaRPr lang="en-GB"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FF4A00C9-42ED-2C06-C9FB-F900EA7555E4}"/>
              </a:ext>
            </a:extLst>
          </p:cNvPr>
          <p:cNvGrpSpPr/>
          <p:nvPr/>
        </p:nvGrpSpPr>
        <p:grpSpPr>
          <a:xfrm flipH="1">
            <a:off x="-1007468" y="1925815"/>
            <a:ext cx="7019628" cy="5014325"/>
            <a:chOff x="-962284" y="1925815"/>
            <a:chExt cx="7019628" cy="5014325"/>
          </a:xfrm>
        </p:grpSpPr>
        <p:sp>
          <p:nvSpPr>
            <p:cNvPr id="5" name="Rectangle: Rounded Corners 4">
              <a:extLst>
                <a:ext uri="{FF2B5EF4-FFF2-40B4-BE49-F238E27FC236}">
                  <a16:creationId xmlns:a16="http://schemas.microsoft.com/office/drawing/2014/main" id="{0AA52E8E-1BF5-A2E9-03BB-177B5D7CBBCB}"/>
                </a:ext>
              </a:extLst>
            </p:cNvPr>
            <p:cNvSpPr/>
            <p:nvPr/>
          </p:nvSpPr>
          <p:spPr>
            <a:xfrm flipH="1">
              <a:off x="-962284" y="1925815"/>
              <a:ext cx="5677470" cy="1003669"/>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Rectangle 5" descr="Medical">
              <a:extLst>
                <a:ext uri="{FF2B5EF4-FFF2-40B4-BE49-F238E27FC236}">
                  <a16:creationId xmlns:a16="http://schemas.microsoft.com/office/drawing/2014/main" id="{91FE3A69-EA4C-2562-C4B5-30BE3118DDCD}"/>
                </a:ext>
              </a:extLst>
            </p:cNvPr>
            <p:cNvSpPr/>
            <p:nvPr/>
          </p:nvSpPr>
          <p:spPr>
            <a:xfrm>
              <a:off x="-658674" y="2151640"/>
              <a:ext cx="552018" cy="552018"/>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33FAB296-4D4C-D5A5-490F-D3102D9C7199}"/>
                </a:ext>
              </a:extLst>
            </p:cNvPr>
            <p:cNvSpPr/>
            <p:nvPr/>
          </p:nvSpPr>
          <p:spPr>
            <a:xfrm>
              <a:off x="196953" y="1925815"/>
              <a:ext cx="2554861" cy="1003669"/>
            </a:xfrm>
            <a:custGeom>
              <a:avLst/>
              <a:gdLst>
                <a:gd name="connsiteX0" fmla="*/ 0 w 2554861"/>
                <a:gd name="connsiteY0" fmla="*/ 0 h 1003669"/>
                <a:gd name="connsiteX1" fmla="*/ 2554861 w 2554861"/>
                <a:gd name="connsiteY1" fmla="*/ 0 h 1003669"/>
                <a:gd name="connsiteX2" fmla="*/ 2554861 w 2554861"/>
                <a:gd name="connsiteY2" fmla="*/ 1003669 h 1003669"/>
                <a:gd name="connsiteX3" fmla="*/ 0 w 2554861"/>
                <a:gd name="connsiteY3" fmla="*/ 1003669 h 1003669"/>
                <a:gd name="connsiteX4" fmla="*/ 0 w 2554861"/>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4861" h="1003669">
                  <a:moveTo>
                    <a:pt x="0" y="0"/>
                  </a:moveTo>
                  <a:lnTo>
                    <a:pt x="2554861" y="0"/>
                  </a:lnTo>
                  <a:lnTo>
                    <a:pt x="2554861"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الحرص</a:t>
              </a:r>
            </a:p>
          </p:txBody>
        </p:sp>
        <p:sp>
          <p:nvSpPr>
            <p:cNvPr id="9" name="Freeform: Shape 8">
              <a:extLst>
                <a:ext uri="{FF2B5EF4-FFF2-40B4-BE49-F238E27FC236}">
                  <a16:creationId xmlns:a16="http://schemas.microsoft.com/office/drawing/2014/main" id="{3AAD9142-81AB-3F34-1033-8B1618392F39}"/>
                </a:ext>
              </a:extLst>
            </p:cNvPr>
            <p:cNvSpPr/>
            <p:nvPr/>
          </p:nvSpPr>
          <p:spPr>
            <a:xfrm>
              <a:off x="1053940" y="2065291"/>
              <a:ext cx="4896544" cy="1003669"/>
            </a:xfrm>
            <a:custGeom>
              <a:avLst/>
              <a:gdLst>
                <a:gd name="connsiteX0" fmla="*/ 0 w 4742418"/>
                <a:gd name="connsiteY0" fmla="*/ 0 h 1003669"/>
                <a:gd name="connsiteX1" fmla="*/ 4742418 w 4742418"/>
                <a:gd name="connsiteY1" fmla="*/ 0 h 1003669"/>
                <a:gd name="connsiteX2" fmla="*/ 4742418 w 4742418"/>
                <a:gd name="connsiteY2" fmla="*/ 1003669 h 1003669"/>
                <a:gd name="connsiteX3" fmla="*/ 0 w 4742418"/>
                <a:gd name="connsiteY3" fmla="*/ 1003669 h 1003669"/>
                <a:gd name="connsiteX4" fmla="*/ 0 w 4742418"/>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2418" h="1003669">
                  <a:moveTo>
                    <a:pt x="0" y="0"/>
                  </a:moveTo>
                  <a:lnTo>
                    <a:pt x="4742418" y="0"/>
                  </a:lnTo>
                  <a:lnTo>
                    <a:pt x="4742418"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533400" rtl="1">
                <a:lnSpc>
                  <a:spcPct val="10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على اتخاذ التدابير المناسبة للاعتناء بصحتهم وسلامهم </a:t>
              </a:r>
            </a:p>
            <a:p>
              <a:pPr marL="0" lvl="0" indent="0" algn="r" defTabSz="533400" rtl="1">
                <a:lnSpc>
                  <a:spcPct val="100000"/>
                </a:lnSpc>
                <a:spcBef>
                  <a:spcPct val="0"/>
                </a:spcBef>
                <a:spcAft>
                  <a:spcPct val="35000"/>
                </a:spcAft>
                <a:buNone/>
              </a:pPr>
              <a:endParaRPr sz="1200" kern="1200" dirty="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66BDDFB8-C542-C19D-151F-59781F512AEE}"/>
                </a:ext>
              </a:extLst>
            </p:cNvPr>
            <p:cNvSpPr/>
            <p:nvPr/>
          </p:nvSpPr>
          <p:spPr>
            <a:xfrm>
              <a:off x="-962284" y="3180401"/>
              <a:ext cx="5677470" cy="1003669"/>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Person with Cane">
              <a:extLst>
                <a:ext uri="{FF2B5EF4-FFF2-40B4-BE49-F238E27FC236}">
                  <a16:creationId xmlns:a16="http://schemas.microsoft.com/office/drawing/2014/main" id="{45D163C8-4626-0B41-59CD-DB4BBC48ED76}"/>
                </a:ext>
              </a:extLst>
            </p:cNvPr>
            <p:cNvSpPr/>
            <p:nvPr/>
          </p:nvSpPr>
          <p:spPr>
            <a:xfrm>
              <a:off x="-658674" y="3406227"/>
              <a:ext cx="552018" cy="552018"/>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1D0AFEE9-B226-E3C0-8019-3A74AF22486E}"/>
                </a:ext>
              </a:extLst>
            </p:cNvPr>
            <p:cNvSpPr/>
            <p:nvPr/>
          </p:nvSpPr>
          <p:spPr>
            <a:xfrm>
              <a:off x="196953" y="3180401"/>
              <a:ext cx="2554861" cy="1003669"/>
            </a:xfrm>
            <a:custGeom>
              <a:avLst/>
              <a:gdLst>
                <a:gd name="connsiteX0" fmla="*/ 0 w 2554861"/>
                <a:gd name="connsiteY0" fmla="*/ 0 h 1003669"/>
                <a:gd name="connsiteX1" fmla="*/ 2554861 w 2554861"/>
                <a:gd name="connsiteY1" fmla="*/ 0 h 1003669"/>
                <a:gd name="connsiteX2" fmla="*/ 2554861 w 2554861"/>
                <a:gd name="connsiteY2" fmla="*/ 1003669 h 1003669"/>
                <a:gd name="connsiteX3" fmla="*/ 0 w 2554861"/>
                <a:gd name="connsiteY3" fmla="*/ 1003669 h 1003669"/>
                <a:gd name="connsiteX4" fmla="*/ 0 w 2554861"/>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4861" h="1003669">
                  <a:moveTo>
                    <a:pt x="0" y="0"/>
                  </a:moveTo>
                  <a:lnTo>
                    <a:pt x="2554861" y="0"/>
                  </a:lnTo>
                  <a:lnTo>
                    <a:pt x="2554861"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الحرص</a:t>
              </a:r>
            </a:p>
          </p:txBody>
        </p:sp>
        <p:sp>
          <p:nvSpPr>
            <p:cNvPr id="13" name="Freeform: Shape 12">
              <a:extLst>
                <a:ext uri="{FF2B5EF4-FFF2-40B4-BE49-F238E27FC236}">
                  <a16:creationId xmlns:a16="http://schemas.microsoft.com/office/drawing/2014/main" id="{FBD94E2D-373F-346A-2E24-582C856EA6FA}"/>
                </a:ext>
              </a:extLst>
            </p:cNvPr>
            <p:cNvSpPr/>
            <p:nvPr/>
          </p:nvSpPr>
          <p:spPr>
            <a:xfrm>
              <a:off x="1208066" y="3175472"/>
              <a:ext cx="4742418" cy="1003669"/>
            </a:xfrm>
            <a:custGeom>
              <a:avLst/>
              <a:gdLst>
                <a:gd name="connsiteX0" fmla="*/ 0 w 4742418"/>
                <a:gd name="connsiteY0" fmla="*/ 0 h 1003669"/>
                <a:gd name="connsiteX1" fmla="*/ 4742418 w 4742418"/>
                <a:gd name="connsiteY1" fmla="*/ 0 h 1003669"/>
                <a:gd name="connsiteX2" fmla="*/ 4742418 w 4742418"/>
                <a:gd name="connsiteY2" fmla="*/ 1003669 h 1003669"/>
                <a:gd name="connsiteX3" fmla="*/ 0 w 4742418"/>
                <a:gd name="connsiteY3" fmla="*/ 1003669 h 1003669"/>
                <a:gd name="connsiteX4" fmla="*/ 0 w 4742418"/>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2418" h="1003669">
                  <a:moveTo>
                    <a:pt x="0" y="0"/>
                  </a:moveTo>
                  <a:lnTo>
                    <a:pt x="4742418" y="0"/>
                  </a:lnTo>
                  <a:lnTo>
                    <a:pt x="4742418"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533400" rtl="1">
                <a:lnSpc>
                  <a:spcPct val="10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على عدم تعريض الأشخاص الآخرين للخطر</a:t>
              </a:r>
            </a:p>
          </p:txBody>
        </p:sp>
        <p:sp>
          <p:nvSpPr>
            <p:cNvPr id="14" name="Rectangle: Rounded Corners 13">
              <a:extLst>
                <a:ext uri="{FF2B5EF4-FFF2-40B4-BE49-F238E27FC236}">
                  <a16:creationId xmlns:a16="http://schemas.microsoft.com/office/drawing/2014/main" id="{9BBECE5F-771F-890B-16D4-786243C1173D}"/>
                </a:ext>
              </a:extLst>
            </p:cNvPr>
            <p:cNvSpPr/>
            <p:nvPr/>
          </p:nvSpPr>
          <p:spPr>
            <a:xfrm>
              <a:off x="-962284" y="4434988"/>
              <a:ext cx="5677470" cy="1003669"/>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tangle 14" descr="Teacher">
              <a:extLst>
                <a:ext uri="{FF2B5EF4-FFF2-40B4-BE49-F238E27FC236}">
                  <a16:creationId xmlns:a16="http://schemas.microsoft.com/office/drawing/2014/main" id="{F95600BB-064A-AE13-8014-960C8F5E3C29}"/>
                </a:ext>
              </a:extLst>
            </p:cNvPr>
            <p:cNvSpPr/>
            <p:nvPr/>
          </p:nvSpPr>
          <p:spPr>
            <a:xfrm>
              <a:off x="-658674" y="4660813"/>
              <a:ext cx="552018" cy="552018"/>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6" name="Freeform: Shape 15">
              <a:extLst>
                <a:ext uri="{FF2B5EF4-FFF2-40B4-BE49-F238E27FC236}">
                  <a16:creationId xmlns:a16="http://schemas.microsoft.com/office/drawing/2014/main" id="{DB5F1300-E43F-5CF1-BAA5-4D3C70AF9C67}"/>
                </a:ext>
              </a:extLst>
            </p:cNvPr>
            <p:cNvSpPr/>
            <p:nvPr/>
          </p:nvSpPr>
          <p:spPr>
            <a:xfrm>
              <a:off x="196953" y="4434988"/>
              <a:ext cx="2554861" cy="1003669"/>
            </a:xfrm>
            <a:custGeom>
              <a:avLst/>
              <a:gdLst>
                <a:gd name="connsiteX0" fmla="*/ 0 w 2554861"/>
                <a:gd name="connsiteY0" fmla="*/ 0 h 1003669"/>
                <a:gd name="connsiteX1" fmla="*/ 2554861 w 2554861"/>
                <a:gd name="connsiteY1" fmla="*/ 0 h 1003669"/>
                <a:gd name="connsiteX2" fmla="*/ 2554861 w 2554861"/>
                <a:gd name="connsiteY2" fmla="*/ 1003669 h 1003669"/>
                <a:gd name="connsiteX3" fmla="*/ 0 w 2554861"/>
                <a:gd name="connsiteY3" fmla="*/ 1003669 h 1003669"/>
                <a:gd name="connsiteX4" fmla="*/ 0 w 2554861"/>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4861" h="1003669">
                  <a:moveTo>
                    <a:pt x="0" y="0"/>
                  </a:moveTo>
                  <a:lnTo>
                    <a:pt x="2554861" y="0"/>
                  </a:lnTo>
                  <a:lnTo>
                    <a:pt x="2554861"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الامتثال</a:t>
              </a:r>
            </a:p>
          </p:txBody>
        </p:sp>
        <p:sp>
          <p:nvSpPr>
            <p:cNvPr id="17" name="Freeform: Shape 16">
              <a:extLst>
                <a:ext uri="{FF2B5EF4-FFF2-40B4-BE49-F238E27FC236}">
                  <a16:creationId xmlns:a16="http://schemas.microsoft.com/office/drawing/2014/main" id="{CBDA53B1-1F70-2924-B58F-3F64AA2D82D4}"/>
                </a:ext>
              </a:extLst>
            </p:cNvPr>
            <p:cNvSpPr/>
            <p:nvPr/>
          </p:nvSpPr>
          <p:spPr>
            <a:xfrm>
              <a:off x="1208066" y="4431848"/>
              <a:ext cx="4742418" cy="1003669"/>
            </a:xfrm>
            <a:custGeom>
              <a:avLst/>
              <a:gdLst>
                <a:gd name="connsiteX0" fmla="*/ 0 w 4742418"/>
                <a:gd name="connsiteY0" fmla="*/ 0 h 1003669"/>
                <a:gd name="connsiteX1" fmla="*/ 4742418 w 4742418"/>
                <a:gd name="connsiteY1" fmla="*/ 0 h 1003669"/>
                <a:gd name="connsiteX2" fmla="*/ 4742418 w 4742418"/>
                <a:gd name="connsiteY2" fmla="*/ 1003669 h 1003669"/>
                <a:gd name="connsiteX3" fmla="*/ 0 w 4742418"/>
                <a:gd name="connsiteY3" fmla="*/ 1003669 h 1003669"/>
                <a:gd name="connsiteX4" fmla="*/ 0 w 4742418"/>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2418" h="1003669">
                  <a:moveTo>
                    <a:pt x="0" y="0"/>
                  </a:moveTo>
                  <a:lnTo>
                    <a:pt x="4742418" y="0"/>
                  </a:lnTo>
                  <a:lnTo>
                    <a:pt x="4742418"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533400" rtl="1">
                <a:lnSpc>
                  <a:spcPct val="10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لحضور أي تدريب يُطلب منهم الخضوع له </a:t>
              </a:r>
            </a:p>
          </p:txBody>
        </p:sp>
        <p:sp>
          <p:nvSpPr>
            <p:cNvPr id="18" name="Rectangle: Rounded Corners 17">
              <a:extLst>
                <a:ext uri="{FF2B5EF4-FFF2-40B4-BE49-F238E27FC236}">
                  <a16:creationId xmlns:a16="http://schemas.microsoft.com/office/drawing/2014/main" id="{5E663838-2EC8-A413-8443-E49F93B2CB5A}"/>
                </a:ext>
              </a:extLst>
            </p:cNvPr>
            <p:cNvSpPr/>
            <p:nvPr/>
          </p:nvSpPr>
          <p:spPr>
            <a:xfrm>
              <a:off x="-962284" y="5689574"/>
              <a:ext cx="5677470" cy="1003669"/>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 name="Rectangle 18" descr="Warning">
              <a:extLst>
                <a:ext uri="{FF2B5EF4-FFF2-40B4-BE49-F238E27FC236}">
                  <a16:creationId xmlns:a16="http://schemas.microsoft.com/office/drawing/2014/main" id="{4D018927-6B88-6371-ADF8-FDD26C4818A5}"/>
                </a:ext>
              </a:extLst>
            </p:cNvPr>
            <p:cNvSpPr/>
            <p:nvPr/>
          </p:nvSpPr>
          <p:spPr>
            <a:xfrm>
              <a:off x="-658674" y="5915400"/>
              <a:ext cx="552018" cy="552018"/>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0" name="Freeform: Shape 19">
              <a:extLst>
                <a:ext uri="{FF2B5EF4-FFF2-40B4-BE49-F238E27FC236}">
                  <a16:creationId xmlns:a16="http://schemas.microsoft.com/office/drawing/2014/main" id="{20AC0365-7C5C-F3A2-FEFE-7C9C94D8A208}"/>
                </a:ext>
              </a:extLst>
            </p:cNvPr>
            <p:cNvSpPr/>
            <p:nvPr/>
          </p:nvSpPr>
          <p:spPr>
            <a:xfrm>
              <a:off x="196953" y="5689574"/>
              <a:ext cx="2554861" cy="1003669"/>
            </a:xfrm>
            <a:custGeom>
              <a:avLst/>
              <a:gdLst>
                <a:gd name="connsiteX0" fmla="*/ 0 w 2554861"/>
                <a:gd name="connsiteY0" fmla="*/ 0 h 1003669"/>
                <a:gd name="connsiteX1" fmla="*/ 2554861 w 2554861"/>
                <a:gd name="connsiteY1" fmla="*/ 0 h 1003669"/>
                <a:gd name="connsiteX2" fmla="*/ 2554861 w 2554861"/>
                <a:gd name="connsiteY2" fmla="*/ 1003669 h 1003669"/>
                <a:gd name="connsiteX3" fmla="*/ 0 w 2554861"/>
                <a:gd name="connsiteY3" fmla="*/ 1003669 h 1003669"/>
                <a:gd name="connsiteX4" fmla="*/ 0 w 2554861"/>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4861" h="1003669">
                  <a:moveTo>
                    <a:pt x="0" y="0"/>
                  </a:moveTo>
                  <a:lnTo>
                    <a:pt x="2554861" y="0"/>
                  </a:lnTo>
                  <a:lnTo>
                    <a:pt x="2554861"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الإبلاغ</a:t>
              </a:r>
            </a:p>
          </p:txBody>
        </p:sp>
        <p:sp>
          <p:nvSpPr>
            <p:cNvPr id="21" name="Freeform: Shape 20">
              <a:extLst>
                <a:ext uri="{FF2B5EF4-FFF2-40B4-BE49-F238E27FC236}">
                  <a16:creationId xmlns:a16="http://schemas.microsoft.com/office/drawing/2014/main" id="{B1C059A5-F663-6EFB-3B21-DA0EF9E06D94}"/>
                </a:ext>
              </a:extLst>
            </p:cNvPr>
            <p:cNvSpPr/>
            <p:nvPr/>
          </p:nvSpPr>
          <p:spPr>
            <a:xfrm>
              <a:off x="909924" y="5936471"/>
              <a:ext cx="5147420" cy="1003669"/>
            </a:xfrm>
            <a:custGeom>
              <a:avLst/>
              <a:gdLst>
                <a:gd name="connsiteX0" fmla="*/ 0 w 4849278"/>
                <a:gd name="connsiteY0" fmla="*/ 0 h 1003669"/>
                <a:gd name="connsiteX1" fmla="*/ 4849278 w 4849278"/>
                <a:gd name="connsiteY1" fmla="*/ 0 h 1003669"/>
                <a:gd name="connsiteX2" fmla="*/ 4849278 w 4849278"/>
                <a:gd name="connsiteY2" fmla="*/ 1003669 h 1003669"/>
                <a:gd name="connsiteX3" fmla="*/ 0 w 4849278"/>
                <a:gd name="connsiteY3" fmla="*/ 1003669 h 1003669"/>
                <a:gd name="connsiteX4" fmla="*/ 0 w 4849278"/>
                <a:gd name="connsiteY4" fmla="*/ 0 h 100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9278" h="1003669">
                  <a:moveTo>
                    <a:pt x="0" y="0"/>
                  </a:moveTo>
                  <a:lnTo>
                    <a:pt x="4849278" y="0"/>
                  </a:lnTo>
                  <a:lnTo>
                    <a:pt x="4849278" y="1003669"/>
                  </a:lnTo>
                  <a:lnTo>
                    <a:pt x="0" y="100366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222" tIns="106222" rIns="106222" bIns="106222" numCol="1" spcCol="1270" rtlCol="1" anchor="ctr" anchorCtr="0">
              <a:noAutofit/>
            </a:bodyPr>
            <a:lstStyle/>
            <a:p>
              <a:pPr marL="0" lvl="0" indent="0" algn="r" defTabSz="533400" rtl="1">
                <a:lnSpc>
                  <a:spcPct val="100000"/>
                </a:lnSpc>
                <a:spcBef>
                  <a:spcPct val="0"/>
                </a:spcBef>
                <a:spcAft>
                  <a:spcPct val="35000"/>
                </a:spcAft>
                <a:buNone/>
              </a:pPr>
              <a:r>
                <a:rPr lang="ar" sz="1400" kern="1200" dirty="0">
                  <a:latin typeface="Times New Roman" panose="02020603050405020304" pitchFamily="18" charset="0"/>
                  <a:cs typeface="Times New Roman" panose="02020603050405020304" pitchFamily="18" charset="0"/>
                </a:rPr>
                <a:t>إبلاغ صاحب العمل بحدوث أي شئ قد يؤثر على قدرتهم على العمل </a:t>
              </a:r>
            </a:p>
            <a:p>
              <a:pPr marL="0" lvl="0" indent="0" algn="r" defTabSz="533400" rtl="1">
                <a:lnSpc>
                  <a:spcPct val="100000"/>
                </a:lnSpc>
                <a:spcBef>
                  <a:spcPct val="0"/>
                </a:spcBef>
                <a:spcAft>
                  <a:spcPct val="35000"/>
                </a:spcAft>
                <a:buNone/>
              </a:pPr>
              <a:endParaRPr sz="1200" kern="1200" dirty="0">
                <a:latin typeface="Times New Roman" panose="02020603050405020304" pitchFamily="18" charset="0"/>
                <a:cs typeface="Times New Roman" panose="02020603050405020304" pitchFamily="18" charset="0"/>
              </a:endParaRPr>
            </a:p>
            <a:p>
              <a:pPr marL="0" lvl="0" indent="0" algn="r" defTabSz="533400" rtl="1">
                <a:lnSpc>
                  <a:spcPct val="100000"/>
                </a:lnSpc>
                <a:spcBef>
                  <a:spcPct val="0"/>
                </a:spcBef>
                <a:spcAft>
                  <a:spcPct val="35000"/>
                </a:spcAft>
                <a:buNone/>
              </a:pPr>
              <a:endParaRPr sz="1200" kern="1200" dirty="0">
                <a:latin typeface="Times New Roman" panose="02020603050405020304" pitchFamily="18" charset="0"/>
                <a:cs typeface="Times New Roman" panose="02020603050405020304" pitchFamily="18" charset="0"/>
              </a:endParaRPr>
            </a:p>
          </p:txBody>
        </p:sp>
      </p:grpSp>
      <p:sp>
        <p:nvSpPr>
          <p:cNvPr id="8" name="TextBox 7">
            <a:extLst>
              <a:ext uri="{FF2B5EF4-FFF2-40B4-BE49-F238E27FC236}">
                <a16:creationId xmlns:a16="http://schemas.microsoft.com/office/drawing/2014/main" id="{0BA7CE87-6BAC-721A-A1B9-DDE1AA089D1F}"/>
              </a:ext>
            </a:extLst>
          </p:cNvPr>
          <p:cNvSpPr txBox="1"/>
          <p:nvPr/>
        </p:nvSpPr>
        <p:spPr>
          <a:xfrm>
            <a:off x="8172400" y="6577827"/>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572365013"/>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0F7E-D55D-2FF0-325B-838A2A1E9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98E99-AE1B-F3D7-90AE-2380CB134836}"/>
              </a:ext>
            </a:extLst>
          </p:cNvPr>
          <p:cNvSpPr>
            <a:spLocks noGrp="1"/>
          </p:cNvSpPr>
          <p:nvPr>
            <p:ph type="title"/>
          </p:nvPr>
        </p:nvSpPr>
        <p:spPr>
          <a:xfrm>
            <a:off x="2995372" y="737986"/>
            <a:ext cx="5698975" cy="865648"/>
          </a:xfrm>
        </p:spPr>
        <p:txBody>
          <a:bodyPr wrap="square" rtlCol="1" anchor="b">
            <a:normAutofit/>
          </a:bodyPr>
          <a:lstStyle/>
          <a:p>
            <a:pPr rtl="1"/>
            <a:r>
              <a:rPr lang="ar" sz="2800" dirty="0">
                <a:latin typeface="Times New Roman" panose="02020603050405020304" pitchFamily="18" charset="0"/>
                <a:cs typeface="Times New Roman" panose="02020603050405020304" pitchFamily="18" charset="0"/>
              </a:rPr>
              <a:t>أ2 مسؤوليات الموظفين</a:t>
            </a:r>
          </a:p>
        </p:txBody>
      </p:sp>
      <p:sp>
        <p:nvSpPr>
          <p:cNvPr id="3" name="Text Placeholder 2">
            <a:extLst>
              <a:ext uri="{FF2B5EF4-FFF2-40B4-BE49-F238E27FC236}">
                <a16:creationId xmlns:a16="http://schemas.microsoft.com/office/drawing/2014/main" id="{3B344694-8084-44BE-8627-62F4F1E1318E}"/>
              </a:ext>
            </a:extLst>
          </p:cNvPr>
          <p:cNvSpPr>
            <a:spLocks noGrp="1"/>
          </p:cNvSpPr>
          <p:nvPr>
            <p:ph type="body" sz="half" idx="2"/>
          </p:nvPr>
        </p:nvSpPr>
        <p:spPr>
          <a:xfrm>
            <a:off x="5668142" y="1670541"/>
            <a:ext cx="3008313" cy="3993307"/>
          </a:xfrm>
        </p:spPr>
        <p:txBody>
          <a:bodyPr wrap="square" rtlCol="1" anchor="t">
            <a:normAutofit/>
          </a:bodyPr>
          <a:lstStyle/>
          <a:p>
            <a:pPr rtl="1"/>
            <a:r>
              <a:rPr lang="ar" sz="2400" dirty="0">
                <a:latin typeface="Times New Roman" panose="02020603050405020304" pitchFamily="18" charset="0"/>
                <a:cs typeface="Times New Roman" panose="02020603050405020304" pitchFamily="18" charset="0"/>
              </a:rPr>
              <a:t>يجب على الموظفي</a:t>
            </a:r>
            <a:r>
              <a:rPr lang="ar-EG" sz="2400" dirty="0">
                <a:latin typeface="Times New Roman" panose="02020603050405020304" pitchFamily="18" charset="0"/>
                <a:cs typeface="Times New Roman" panose="02020603050405020304" pitchFamily="18" charset="0"/>
              </a:rPr>
              <a:t>:</a:t>
            </a:r>
            <a:r>
              <a:rPr lang="ar" sz="2400" dirty="0">
                <a:latin typeface="Times New Roman" panose="02020603050405020304" pitchFamily="18" charset="0"/>
                <a:cs typeface="Times New Roman" panose="02020603050405020304" pitchFamily="18" charset="0"/>
              </a:rPr>
              <a:t> </a:t>
            </a:r>
          </a:p>
        </p:txBody>
      </p:sp>
      <p:grpSp>
        <p:nvGrpSpPr>
          <p:cNvPr id="4" name="Group 3">
            <a:extLst>
              <a:ext uri="{FF2B5EF4-FFF2-40B4-BE49-F238E27FC236}">
                <a16:creationId xmlns:a16="http://schemas.microsoft.com/office/drawing/2014/main" id="{9069222F-BB53-77C5-2CCF-577F6F49CE98}"/>
              </a:ext>
            </a:extLst>
          </p:cNvPr>
          <p:cNvGrpSpPr/>
          <p:nvPr/>
        </p:nvGrpSpPr>
        <p:grpSpPr>
          <a:xfrm flipH="1">
            <a:off x="467544" y="1628800"/>
            <a:ext cx="5111751" cy="4781422"/>
            <a:chOff x="417872" y="1963466"/>
            <a:chExt cx="5111751" cy="4781422"/>
          </a:xfrm>
        </p:grpSpPr>
        <p:sp>
          <p:nvSpPr>
            <p:cNvPr id="5" name="Rectangle: Rounded Corners 4">
              <a:extLst>
                <a:ext uri="{FF2B5EF4-FFF2-40B4-BE49-F238E27FC236}">
                  <a16:creationId xmlns:a16="http://schemas.microsoft.com/office/drawing/2014/main" id="{87932F71-9068-E45F-80E4-064522186284}"/>
                </a:ext>
              </a:extLst>
            </p:cNvPr>
            <p:cNvSpPr/>
            <p:nvPr/>
          </p:nvSpPr>
          <p:spPr>
            <a:xfrm>
              <a:off x="417872" y="1963466"/>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Rectangle 5" descr="Medical">
              <a:extLst>
                <a:ext uri="{FF2B5EF4-FFF2-40B4-BE49-F238E27FC236}">
                  <a16:creationId xmlns:a16="http://schemas.microsoft.com/office/drawing/2014/main" id="{238CD45C-7E79-3C91-CC00-4919654FA2E1}"/>
                </a:ext>
              </a:extLst>
            </p:cNvPr>
            <p:cNvSpPr/>
            <p:nvPr/>
          </p:nvSpPr>
          <p:spPr>
            <a:xfrm>
              <a:off x="722373" y="2189954"/>
              <a:ext cx="553638" cy="55363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1D289A32-AE98-8920-F03F-AB0A4772D97A}"/>
                </a:ext>
              </a:extLst>
            </p:cNvPr>
            <p:cNvSpPr/>
            <p:nvPr/>
          </p:nvSpPr>
          <p:spPr>
            <a:xfrm>
              <a:off x="1580512" y="1963466"/>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الإبلاغ عن أي إصابات أو متاعب</a:t>
              </a:r>
              <a:r>
                <a:rPr lang="ar-EG" sz="2200" kern="1200" dirty="0">
                  <a:latin typeface="Times New Roman" panose="02020603050405020304" pitchFamily="18" charset="0"/>
                  <a:cs typeface="Times New Roman" panose="02020603050405020304" pitchFamily="18" charset="0"/>
                </a:rPr>
                <a:t>.</a:t>
              </a:r>
              <a:r>
                <a:rPr lang="ar" sz="2200" kern="1200" dirty="0">
                  <a:latin typeface="Times New Roman" panose="02020603050405020304" pitchFamily="18" charset="0"/>
                  <a:cs typeface="Times New Roman" panose="02020603050405020304" pitchFamily="18" charset="0"/>
                </a:rPr>
                <a:t> </a:t>
              </a:r>
              <a:endParaRPr lang="en-US" sz="22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862FD0F1-3CCA-DD4E-A823-CF46675D8A69}"/>
                </a:ext>
              </a:extLst>
            </p:cNvPr>
            <p:cNvSpPr/>
            <p:nvPr/>
          </p:nvSpPr>
          <p:spPr>
            <a:xfrm>
              <a:off x="417872" y="3221735"/>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tangle 9" descr="Suit">
              <a:extLst>
                <a:ext uri="{FF2B5EF4-FFF2-40B4-BE49-F238E27FC236}">
                  <a16:creationId xmlns:a16="http://schemas.microsoft.com/office/drawing/2014/main" id="{C0A4CF26-55AB-1F5C-5133-CC1B7190315B}"/>
                </a:ext>
              </a:extLst>
            </p:cNvPr>
            <p:cNvSpPr/>
            <p:nvPr/>
          </p:nvSpPr>
          <p:spPr>
            <a:xfrm>
              <a:off x="722373" y="3448223"/>
              <a:ext cx="553638" cy="553638"/>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9807E4B6-4237-6D80-232D-347317240033}"/>
                </a:ext>
              </a:extLst>
            </p:cNvPr>
            <p:cNvSpPr/>
            <p:nvPr/>
          </p:nvSpPr>
          <p:spPr>
            <a:xfrm>
              <a:off x="1425168" y="3221735"/>
              <a:ext cx="4104455"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ارتداء الملابس الواقية والمناسبة عند الحاجة</a:t>
              </a:r>
              <a:r>
                <a:rPr lang="ar-EG" sz="2200" kern="1200" dirty="0">
                  <a:latin typeface="Times New Roman" panose="02020603050405020304" pitchFamily="18" charset="0"/>
                  <a:cs typeface="Times New Roman" panose="02020603050405020304" pitchFamily="18" charset="0"/>
                </a:rPr>
                <a:t>.</a:t>
              </a:r>
              <a:endParaRPr lang="en-US" sz="2200" kern="1200"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B75D6FF4-839E-9AF8-D3D0-DA0E4006B730}"/>
                </a:ext>
              </a:extLst>
            </p:cNvPr>
            <p:cNvSpPr/>
            <p:nvPr/>
          </p:nvSpPr>
          <p:spPr>
            <a:xfrm>
              <a:off x="417872" y="4480004"/>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tangle 12" descr="Mop and bucket">
              <a:extLst>
                <a:ext uri="{FF2B5EF4-FFF2-40B4-BE49-F238E27FC236}">
                  <a16:creationId xmlns:a16="http://schemas.microsoft.com/office/drawing/2014/main" id="{609B4151-1892-497E-6F29-9E692BAE032A}"/>
                </a:ext>
              </a:extLst>
            </p:cNvPr>
            <p:cNvSpPr/>
            <p:nvPr/>
          </p:nvSpPr>
          <p:spPr>
            <a:xfrm>
              <a:off x="722373" y="4706492"/>
              <a:ext cx="553638" cy="553638"/>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76888698-EAA5-A443-7778-D703FAD343C0}"/>
                </a:ext>
              </a:extLst>
            </p:cNvPr>
            <p:cNvSpPr/>
            <p:nvPr/>
          </p:nvSpPr>
          <p:spPr>
            <a:xfrm>
              <a:off x="1580512" y="4480004"/>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تنظيف المعدات</a:t>
              </a:r>
              <a:r>
                <a:rPr lang="ar-EG" sz="2200" kern="1200" dirty="0">
                  <a:latin typeface="Times New Roman" panose="02020603050405020304" pitchFamily="18" charset="0"/>
                  <a:cs typeface="Times New Roman" panose="02020603050405020304" pitchFamily="18" charset="0"/>
                </a:rPr>
                <a:t>.</a:t>
              </a:r>
              <a:endParaRPr lang="en-US" sz="2200" kern="1200" dirty="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9377B55F-D96E-07E7-5B5B-0F67259C5650}"/>
                </a:ext>
              </a:extLst>
            </p:cNvPr>
            <p:cNvSpPr/>
            <p:nvPr/>
          </p:nvSpPr>
          <p:spPr>
            <a:xfrm>
              <a:off x="417872" y="5738273"/>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Rectangle 15" descr="Sink">
              <a:extLst>
                <a:ext uri="{FF2B5EF4-FFF2-40B4-BE49-F238E27FC236}">
                  <a16:creationId xmlns:a16="http://schemas.microsoft.com/office/drawing/2014/main" id="{47754FD6-A4EA-73E1-2DC8-B31E9560D572}"/>
                </a:ext>
              </a:extLst>
            </p:cNvPr>
            <p:cNvSpPr/>
            <p:nvPr/>
          </p:nvSpPr>
          <p:spPr>
            <a:xfrm>
              <a:off x="722373" y="5964762"/>
              <a:ext cx="553638" cy="553638"/>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Freeform: Shape 16">
              <a:extLst>
                <a:ext uri="{FF2B5EF4-FFF2-40B4-BE49-F238E27FC236}">
                  <a16:creationId xmlns:a16="http://schemas.microsoft.com/office/drawing/2014/main" id="{DCD28606-4DAA-6273-1821-52FB0692B1C2}"/>
                </a:ext>
              </a:extLst>
            </p:cNvPr>
            <p:cNvSpPr/>
            <p:nvPr/>
          </p:nvSpPr>
          <p:spPr>
            <a:xfrm>
              <a:off x="1580512" y="5738273"/>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غسل الأيدي بانتظام.</a:t>
              </a:r>
              <a:endParaRPr lang="en-US" sz="2200" kern="1200" dirty="0">
                <a:latin typeface="Times New Roman" panose="02020603050405020304" pitchFamily="18" charset="0"/>
                <a:cs typeface="Times New Roman" panose="02020603050405020304" pitchFamily="18" charset="0"/>
              </a:endParaRPr>
            </a:p>
          </p:txBody>
        </p:sp>
      </p:grpSp>
      <p:pic>
        <p:nvPicPr>
          <p:cNvPr id="7" name="Picture 6" descr="A person wearing blue gloves&#10;&#10;AI-generated content may be incorrect.">
            <a:extLst>
              <a:ext uri="{FF2B5EF4-FFF2-40B4-BE49-F238E27FC236}">
                <a16:creationId xmlns:a16="http://schemas.microsoft.com/office/drawing/2014/main" id="{2FF567DC-F321-87AD-7895-D3CAA7B836D4}"/>
              </a:ext>
            </a:extLst>
          </p:cNvPr>
          <p:cNvPicPr>
            <a:picLocks noChangeAspect="1"/>
          </p:cNvPicPr>
          <p:nvPr/>
        </p:nvPicPr>
        <p:blipFill>
          <a:blip r:embed="rId11"/>
          <a:stretch>
            <a:fillRect/>
          </a:stretch>
        </p:blipFill>
        <p:spPr>
          <a:xfrm>
            <a:off x="5966052" y="2890838"/>
            <a:ext cx="2668361" cy="2260147"/>
          </a:xfrm>
          <a:prstGeom prst="rect">
            <a:avLst/>
          </a:prstGeom>
          <a:ln>
            <a:noFill/>
          </a:ln>
        </p:spPr>
      </p:pic>
      <p:sp>
        <p:nvSpPr>
          <p:cNvPr id="18" name="TextBox 17">
            <a:extLst>
              <a:ext uri="{FF2B5EF4-FFF2-40B4-BE49-F238E27FC236}">
                <a16:creationId xmlns:a16="http://schemas.microsoft.com/office/drawing/2014/main" id="{094B5BC7-A393-B740-3925-B543C8D1914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976609709"/>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3851-7FAB-1C17-4C22-9EC2F1C5680C}"/>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700">
                <a:latin typeface="Times New Roman" panose="02020603050405020304" pitchFamily="18" charset="0"/>
                <a:cs typeface="Times New Roman" panose="02020603050405020304" pitchFamily="18" charset="0"/>
              </a:rPr>
              <a:t>أ2 مسؤوليات مُتلقي الخدمة</a:t>
            </a:r>
          </a:p>
        </p:txBody>
      </p:sp>
      <p:sp>
        <p:nvSpPr>
          <p:cNvPr id="3" name="Text Placeholder 2">
            <a:extLst>
              <a:ext uri="{FF2B5EF4-FFF2-40B4-BE49-F238E27FC236}">
                <a16:creationId xmlns:a16="http://schemas.microsoft.com/office/drawing/2014/main" id="{D4DC05E1-3588-2244-E6C2-0DFCD3087104}"/>
              </a:ext>
            </a:extLst>
          </p:cNvPr>
          <p:cNvSpPr>
            <a:spLocks noGrp="1"/>
          </p:cNvSpPr>
          <p:nvPr>
            <p:ph sz="half" idx="1"/>
          </p:nvPr>
        </p:nvSpPr>
        <p:spPr>
          <a:xfrm>
            <a:off x="4648199" y="2196001"/>
            <a:ext cx="4027487" cy="4024100"/>
          </a:xfrm>
        </p:spPr>
        <p:txBody>
          <a:bodyPr wrap="square" rtlCol="1" anchor="t">
            <a:normAutofit/>
          </a:bodyPr>
          <a:lstStyle/>
          <a:p>
            <a:pPr marL="0" indent="0" rtl="1">
              <a:buNone/>
            </a:pPr>
            <a:r>
              <a:rPr lang="ar">
                <a:latin typeface="Times New Roman" panose="02020603050405020304" pitchFamily="18" charset="0"/>
                <a:cs typeface="Times New Roman" panose="02020603050405020304" pitchFamily="18" charset="0"/>
              </a:rPr>
              <a:t>يجب على متلقي الخدمات: </a:t>
            </a:r>
          </a:p>
        </p:txBody>
      </p:sp>
      <p:grpSp>
        <p:nvGrpSpPr>
          <p:cNvPr id="22" name="Group 21">
            <a:extLst>
              <a:ext uri="{FF2B5EF4-FFF2-40B4-BE49-F238E27FC236}">
                <a16:creationId xmlns:a16="http://schemas.microsoft.com/office/drawing/2014/main" id="{C2202B97-D57A-7BF1-E035-83BFEDF2C934}"/>
              </a:ext>
            </a:extLst>
          </p:cNvPr>
          <p:cNvGrpSpPr/>
          <p:nvPr/>
        </p:nvGrpSpPr>
        <p:grpSpPr>
          <a:xfrm flipH="1">
            <a:off x="468312" y="2197887"/>
            <a:ext cx="4027487" cy="4020327"/>
            <a:chOff x="468312" y="2197887"/>
            <a:chExt cx="4027487" cy="4020327"/>
          </a:xfrm>
        </p:grpSpPr>
        <p:sp>
          <p:nvSpPr>
            <p:cNvPr id="7" name="Freeform: Shape 6">
              <a:extLst>
                <a:ext uri="{FF2B5EF4-FFF2-40B4-BE49-F238E27FC236}">
                  <a16:creationId xmlns:a16="http://schemas.microsoft.com/office/drawing/2014/main" id="{4F453A28-C4DD-5A5C-3D74-A8B40B712868}"/>
                </a:ext>
              </a:extLst>
            </p:cNvPr>
            <p:cNvSpPr/>
            <p:nvPr/>
          </p:nvSpPr>
          <p:spPr>
            <a:xfrm>
              <a:off x="1273809" y="2197887"/>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الالتزام بأي تعليمات يقدمها موظفو الصحة والرعاية</a:t>
              </a:r>
            </a:p>
          </p:txBody>
        </p:sp>
        <p:sp>
          <p:nvSpPr>
            <p:cNvPr id="8" name="Freeform: Shape 7">
              <a:extLst>
                <a:ext uri="{FF2B5EF4-FFF2-40B4-BE49-F238E27FC236}">
                  <a16:creationId xmlns:a16="http://schemas.microsoft.com/office/drawing/2014/main" id="{C5A5DBD1-B8DB-51A9-B4E6-CB1356D16112}"/>
                </a:ext>
              </a:extLst>
            </p:cNvPr>
            <p:cNvSpPr/>
            <p:nvPr/>
          </p:nvSpPr>
          <p:spPr>
            <a:xfrm>
              <a:off x="468312" y="2197887"/>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الالتزام</a:t>
              </a:r>
            </a:p>
          </p:txBody>
        </p:sp>
        <p:sp>
          <p:nvSpPr>
            <p:cNvPr id="10" name="Freeform: Shape 9">
              <a:extLst>
                <a:ext uri="{FF2B5EF4-FFF2-40B4-BE49-F238E27FC236}">
                  <a16:creationId xmlns:a16="http://schemas.microsoft.com/office/drawing/2014/main" id="{7ADCB1C5-B584-8AC3-7AAD-E9C1042608A8}"/>
                </a:ext>
              </a:extLst>
            </p:cNvPr>
            <p:cNvSpPr/>
            <p:nvPr/>
          </p:nvSpPr>
          <p:spPr>
            <a:xfrm>
              <a:off x="1273809" y="2776901"/>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الالتزام بالإعدادات والسياسات المتعلقة بالصحة والسلامة </a:t>
              </a:r>
            </a:p>
          </p:txBody>
        </p:sp>
        <p:sp>
          <p:nvSpPr>
            <p:cNvPr id="11" name="Freeform: Shape 10">
              <a:extLst>
                <a:ext uri="{FF2B5EF4-FFF2-40B4-BE49-F238E27FC236}">
                  <a16:creationId xmlns:a16="http://schemas.microsoft.com/office/drawing/2014/main" id="{520CD2D1-DE32-EC8D-B181-E49575D3D43A}"/>
                </a:ext>
              </a:extLst>
            </p:cNvPr>
            <p:cNvSpPr/>
            <p:nvPr/>
          </p:nvSpPr>
          <p:spPr>
            <a:xfrm>
              <a:off x="468312" y="2776901"/>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الالتزام</a:t>
              </a:r>
            </a:p>
          </p:txBody>
        </p:sp>
        <p:sp>
          <p:nvSpPr>
            <p:cNvPr id="12" name="Freeform: Shape 11">
              <a:extLst>
                <a:ext uri="{FF2B5EF4-FFF2-40B4-BE49-F238E27FC236}">
                  <a16:creationId xmlns:a16="http://schemas.microsoft.com/office/drawing/2014/main" id="{44307432-5EBB-421E-150A-3C8F458A5958}"/>
                </a:ext>
              </a:extLst>
            </p:cNvPr>
            <p:cNvSpPr/>
            <p:nvPr/>
          </p:nvSpPr>
          <p:spPr>
            <a:xfrm>
              <a:off x="1273809" y="3355916"/>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على العناية بالصحة الشخصية واتخاذ تدابير الوقاية الصحية </a:t>
              </a:r>
            </a:p>
          </p:txBody>
        </p:sp>
        <p:sp>
          <p:nvSpPr>
            <p:cNvPr id="13" name="Freeform: Shape 12">
              <a:extLst>
                <a:ext uri="{FF2B5EF4-FFF2-40B4-BE49-F238E27FC236}">
                  <a16:creationId xmlns:a16="http://schemas.microsoft.com/office/drawing/2014/main" id="{5934DDFF-BB51-77C6-8D1D-42985A3573A1}"/>
                </a:ext>
              </a:extLst>
            </p:cNvPr>
            <p:cNvSpPr/>
            <p:nvPr/>
          </p:nvSpPr>
          <p:spPr>
            <a:xfrm>
              <a:off x="468312" y="3355916"/>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الحرص</a:t>
              </a:r>
            </a:p>
          </p:txBody>
        </p:sp>
        <p:sp>
          <p:nvSpPr>
            <p:cNvPr id="14" name="Freeform: Shape 13">
              <a:extLst>
                <a:ext uri="{FF2B5EF4-FFF2-40B4-BE49-F238E27FC236}">
                  <a16:creationId xmlns:a16="http://schemas.microsoft.com/office/drawing/2014/main" id="{04B3B8A4-D934-3F45-D5D4-11C843A554AE}"/>
                </a:ext>
              </a:extLst>
            </p:cNvPr>
            <p:cNvSpPr/>
            <p:nvPr/>
          </p:nvSpPr>
          <p:spPr>
            <a:xfrm>
              <a:off x="1273809" y="3934930"/>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الاستدامة - حماية البيئة</a:t>
              </a:r>
            </a:p>
          </p:txBody>
        </p:sp>
        <p:sp>
          <p:nvSpPr>
            <p:cNvPr id="15" name="Freeform: Shape 14">
              <a:extLst>
                <a:ext uri="{FF2B5EF4-FFF2-40B4-BE49-F238E27FC236}">
                  <a16:creationId xmlns:a16="http://schemas.microsoft.com/office/drawing/2014/main" id="{3321C1C2-ED5B-7AE0-5791-5836B6C8B243}"/>
                </a:ext>
              </a:extLst>
            </p:cNvPr>
            <p:cNvSpPr/>
            <p:nvPr/>
          </p:nvSpPr>
          <p:spPr>
            <a:xfrm>
              <a:off x="468312" y="3934930"/>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الحرص</a:t>
              </a:r>
            </a:p>
          </p:txBody>
        </p:sp>
        <p:sp>
          <p:nvSpPr>
            <p:cNvPr id="16" name="Freeform: Shape 15">
              <a:extLst>
                <a:ext uri="{FF2B5EF4-FFF2-40B4-BE49-F238E27FC236}">
                  <a16:creationId xmlns:a16="http://schemas.microsoft.com/office/drawing/2014/main" id="{3D4E3AB5-C0F7-1B10-1D59-283B19530216}"/>
                </a:ext>
              </a:extLst>
            </p:cNvPr>
            <p:cNvSpPr/>
            <p:nvPr/>
          </p:nvSpPr>
          <p:spPr>
            <a:xfrm>
              <a:off x="1273809" y="4513945"/>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العناية بالبيئة وحمايتها </a:t>
              </a:r>
            </a:p>
          </p:txBody>
        </p:sp>
        <p:sp>
          <p:nvSpPr>
            <p:cNvPr id="17" name="Freeform: Shape 16">
              <a:extLst>
                <a:ext uri="{FF2B5EF4-FFF2-40B4-BE49-F238E27FC236}">
                  <a16:creationId xmlns:a16="http://schemas.microsoft.com/office/drawing/2014/main" id="{2B73A874-2C44-EF40-B5BA-08D77AFDF3DE}"/>
                </a:ext>
              </a:extLst>
            </p:cNvPr>
            <p:cNvSpPr/>
            <p:nvPr/>
          </p:nvSpPr>
          <p:spPr>
            <a:xfrm>
              <a:off x="468312" y="4513945"/>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الالتزام</a:t>
              </a:r>
            </a:p>
          </p:txBody>
        </p:sp>
        <p:sp>
          <p:nvSpPr>
            <p:cNvPr id="18" name="Freeform: Shape 17">
              <a:extLst>
                <a:ext uri="{FF2B5EF4-FFF2-40B4-BE49-F238E27FC236}">
                  <a16:creationId xmlns:a16="http://schemas.microsoft.com/office/drawing/2014/main" id="{F1F13EB3-B340-841D-739B-ACCF4D73AB36}"/>
                </a:ext>
              </a:extLst>
            </p:cNvPr>
            <p:cNvSpPr/>
            <p:nvPr/>
          </p:nvSpPr>
          <p:spPr>
            <a:xfrm>
              <a:off x="1273809" y="5092960"/>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الإبلاغ عن أي مصادر خطر يرونها في بيئة الرعاية الصحية والاجتماعية،</a:t>
              </a:r>
            </a:p>
          </p:txBody>
        </p:sp>
        <p:sp>
          <p:nvSpPr>
            <p:cNvPr id="19" name="Freeform: Shape 18">
              <a:extLst>
                <a:ext uri="{FF2B5EF4-FFF2-40B4-BE49-F238E27FC236}">
                  <a16:creationId xmlns:a16="http://schemas.microsoft.com/office/drawing/2014/main" id="{19ECF255-0A1C-1A81-E0D5-45621F32AA29}"/>
                </a:ext>
              </a:extLst>
            </p:cNvPr>
            <p:cNvSpPr/>
            <p:nvPr/>
          </p:nvSpPr>
          <p:spPr>
            <a:xfrm>
              <a:off x="468312" y="5092960"/>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تقرير</a:t>
              </a:r>
            </a:p>
          </p:txBody>
        </p:sp>
        <p:sp>
          <p:nvSpPr>
            <p:cNvPr id="20" name="Freeform: Shape 19">
              <a:extLst>
                <a:ext uri="{FF2B5EF4-FFF2-40B4-BE49-F238E27FC236}">
                  <a16:creationId xmlns:a16="http://schemas.microsoft.com/office/drawing/2014/main" id="{4F094C10-68C5-5700-2ED5-A3374CD5DE6D}"/>
                </a:ext>
              </a:extLst>
            </p:cNvPr>
            <p:cNvSpPr/>
            <p:nvPr/>
          </p:nvSpPr>
          <p:spPr>
            <a:xfrm>
              <a:off x="1273809" y="5671974"/>
              <a:ext cx="3221990" cy="546240"/>
            </a:xfrm>
            <a:custGeom>
              <a:avLst/>
              <a:gdLst>
                <a:gd name="connsiteX0" fmla="*/ 0 w 3221990"/>
                <a:gd name="connsiteY0" fmla="*/ 0 h 546240"/>
                <a:gd name="connsiteX1" fmla="*/ 3221990 w 3221990"/>
                <a:gd name="connsiteY1" fmla="*/ 0 h 546240"/>
                <a:gd name="connsiteX2" fmla="*/ 3221990 w 3221990"/>
                <a:gd name="connsiteY2" fmla="*/ 546240 h 546240"/>
                <a:gd name="connsiteX3" fmla="*/ 0 w 3221990"/>
                <a:gd name="connsiteY3" fmla="*/ 546240 h 546240"/>
                <a:gd name="connsiteX4" fmla="*/ 0 w 3221990"/>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1990" h="546240">
                  <a:moveTo>
                    <a:pt x="0" y="0"/>
                  </a:moveTo>
                  <a:lnTo>
                    <a:pt x="3221990" y="0"/>
                  </a:lnTo>
                  <a:lnTo>
                    <a:pt x="3221990" y="546240"/>
                  </a:lnTo>
                  <a:lnTo>
                    <a:pt x="0" y="54624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2516" tIns="138745" rIns="62516" bIns="138745" numCol="1" spcCol="1270" rtlCol="1" anchor="ctr" anchorCtr="0">
              <a:noAutofit/>
            </a:bodyPr>
            <a:lstStyle/>
            <a:p>
              <a:pPr marL="0" lvl="0" indent="0" algn="r" defTabSz="488950" rtl="1">
                <a:lnSpc>
                  <a:spcPct val="90000"/>
                </a:lnSpc>
                <a:spcBef>
                  <a:spcPct val="0"/>
                </a:spcBef>
                <a:spcAft>
                  <a:spcPct val="35000"/>
                </a:spcAft>
                <a:buNone/>
              </a:pPr>
              <a:r>
                <a:rPr lang="ar" sz="1200" kern="1200" dirty="0">
                  <a:latin typeface="Times New Roman" panose="02020603050405020304" pitchFamily="18" charset="0"/>
                  <a:cs typeface="Times New Roman" panose="02020603050405020304" pitchFamily="18" charset="0"/>
                </a:rPr>
                <a:t>الإبلاغ عن أي مخاطر في أماكن الرعاية الصحية والاجتماعية.</a:t>
              </a:r>
            </a:p>
          </p:txBody>
        </p:sp>
        <p:sp>
          <p:nvSpPr>
            <p:cNvPr id="21" name="Freeform: Shape 20">
              <a:extLst>
                <a:ext uri="{FF2B5EF4-FFF2-40B4-BE49-F238E27FC236}">
                  <a16:creationId xmlns:a16="http://schemas.microsoft.com/office/drawing/2014/main" id="{1F327CBA-9B9B-0203-64C2-1FCEF581DED5}"/>
                </a:ext>
              </a:extLst>
            </p:cNvPr>
            <p:cNvSpPr/>
            <p:nvPr/>
          </p:nvSpPr>
          <p:spPr>
            <a:xfrm>
              <a:off x="468312" y="5671974"/>
              <a:ext cx="805497" cy="546240"/>
            </a:xfrm>
            <a:custGeom>
              <a:avLst/>
              <a:gdLst>
                <a:gd name="connsiteX0" fmla="*/ 0 w 805497"/>
                <a:gd name="connsiteY0" fmla="*/ 0 h 546240"/>
                <a:gd name="connsiteX1" fmla="*/ 805497 w 805497"/>
                <a:gd name="connsiteY1" fmla="*/ 0 h 546240"/>
                <a:gd name="connsiteX2" fmla="*/ 805497 w 805497"/>
                <a:gd name="connsiteY2" fmla="*/ 546240 h 546240"/>
                <a:gd name="connsiteX3" fmla="*/ 0 w 805497"/>
                <a:gd name="connsiteY3" fmla="*/ 546240 h 546240"/>
                <a:gd name="connsiteX4" fmla="*/ 0 w 805497"/>
                <a:gd name="connsiteY4" fmla="*/ 0 h 54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497" h="546240">
                  <a:moveTo>
                    <a:pt x="0" y="0"/>
                  </a:moveTo>
                  <a:lnTo>
                    <a:pt x="805497" y="0"/>
                  </a:lnTo>
                  <a:lnTo>
                    <a:pt x="805497" y="546240"/>
                  </a:lnTo>
                  <a:lnTo>
                    <a:pt x="0" y="546240"/>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2624" tIns="53956" rIns="42624" bIns="53956" numCol="1" spcCol="1270" rtlCol="1" anchor="ctr" anchorCtr="0">
              <a:noAutofit/>
            </a:bodyPr>
            <a:lstStyle/>
            <a:p>
              <a:pPr marL="0" lvl="0" indent="0" algn="ctr" defTabSz="622300" rtl="1">
                <a:lnSpc>
                  <a:spcPct val="90000"/>
                </a:lnSpc>
                <a:spcBef>
                  <a:spcPct val="0"/>
                </a:spcBef>
                <a:spcAft>
                  <a:spcPct val="35000"/>
                </a:spcAft>
                <a:buNone/>
              </a:pPr>
              <a:r>
                <a:rPr lang="ar" sz="1400" kern="1200">
                  <a:latin typeface="Times New Roman" panose="02020603050405020304" pitchFamily="18" charset="0"/>
                  <a:cs typeface="Times New Roman" panose="02020603050405020304" pitchFamily="18" charset="0"/>
                </a:rPr>
                <a:t>الاحترام</a:t>
              </a:r>
            </a:p>
          </p:txBody>
        </p:sp>
      </p:grpSp>
      <p:pic>
        <p:nvPicPr>
          <p:cNvPr id="4" name="Picture 3" descr="A nurse helping an old person in a wheelchair&#10;&#10;AI-generated content may be incorrect.">
            <a:extLst>
              <a:ext uri="{FF2B5EF4-FFF2-40B4-BE49-F238E27FC236}">
                <a16:creationId xmlns:a16="http://schemas.microsoft.com/office/drawing/2014/main" id="{CD9D4E45-7DD3-D914-B87C-BDC7CA88F218}"/>
              </a:ext>
            </a:extLst>
          </p:cNvPr>
          <p:cNvPicPr>
            <a:picLocks noChangeAspect="1"/>
          </p:cNvPicPr>
          <p:nvPr/>
        </p:nvPicPr>
        <p:blipFill>
          <a:blip r:embed="rId3"/>
          <a:srcRect l="15909" t="-7854" r="15260" b="7465"/>
          <a:stretch>
            <a:fillRect/>
          </a:stretch>
        </p:blipFill>
        <p:spPr>
          <a:xfrm>
            <a:off x="5236709" y="2833007"/>
            <a:ext cx="3449661" cy="3369163"/>
          </a:xfrm>
          <a:prstGeom prst="rect">
            <a:avLst/>
          </a:prstGeom>
        </p:spPr>
      </p:pic>
      <p:sp>
        <p:nvSpPr>
          <p:cNvPr id="5" name="TextBox 4">
            <a:extLst>
              <a:ext uri="{FF2B5EF4-FFF2-40B4-BE49-F238E27FC236}">
                <a16:creationId xmlns:a16="http://schemas.microsoft.com/office/drawing/2014/main" id="{A402C3F7-5F01-9BFB-0D93-EC7EC00DE47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799449171"/>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C0957F-A8E4-C17C-13C8-941255DA4972}"/>
              </a:ext>
            </a:extLst>
          </p:cNvPr>
          <p:cNvSpPr>
            <a:spLocks noGrp="1"/>
          </p:cNvSpPr>
          <p:nvPr>
            <p:ph type="title"/>
          </p:nvPr>
        </p:nvSpPr>
        <p:spPr>
          <a:xfrm>
            <a:off x="457200" y="1195200"/>
            <a:ext cx="8229600" cy="864000"/>
          </a:xfrm>
        </p:spPr>
        <p:txBody>
          <a:bodyPr rtlCol="1"/>
          <a:lstStyle/>
          <a:p>
            <a:pPr rtl="1"/>
            <a:br>
              <a:rPr lang="en-GB"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r>
              <a:rPr lang="ar" sz="3200" b="1">
                <a:latin typeface="Times New Roman" panose="02020603050405020304" pitchFamily="18" charset="0"/>
                <a:cs typeface="Times New Roman" panose="02020603050405020304" pitchFamily="18" charset="0"/>
              </a:rPr>
              <a:t>أ2 المسؤوليات</a:t>
            </a:r>
            <a:br>
              <a:rPr lang="en-GB" sz="3200" b="1" dirty="0">
                <a:latin typeface="Times New Roman" panose="02020603050405020304" pitchFamily="18" charset="0"/>
                <a:cs typeface="Times New Roman" panose="02020603050405020304" pitchFamily="18" charset="0"/>
              </a:rPr>
            </a:br>
            <a:br>
              <a:rPr lang="en-GB"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A1E5D0C6-87BC-CB33-0E15-8382B819C740}"/>
              </a:ext>
            </a:extLst>
          </p:cNvPr>
          <p:cNvSpPr>
            <a:spLocks noGrp="1"/>
          </p:cNvSpPr>
          <p:nvPr>
            <p:ph idx="1"/>
          </p:nvPr>
        </p:nvSpPr>
        <p:spPr>
          <a:xfrm>
            <a:off x="468311" y="1844824"/>
            <a:ext cx="8207375" cy="4229612"/>
          </a:xfrm>
        </p:spPr>
        <p:txBody>
          <a:bodyPr rtlCol="1"/>
          <a:lstStyle/>
          <a:p>
            <a:pPr marL="0" indent="0" rtl="1">
              <a:buNone/>
            </a:pPr>
            <a:r>
              <a:rPr lang="ar" dirty="0">
                <a:latin typeface="Times New Roman" panose="02020603050405020304" pitchFamily="18" charset="0"/>
                <a:cs typeface="Times New Roman" panose="02020603050405020304" pitchFamily="18" charset="0"/>
              </a:rPr>
              <a:t>انظر إلى مسؤوليات:</a:t>
            </a:r>
          </a:p>
          <a:p>
            <a:pPr rtl="1"/>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أصحاب العمل</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الموظفين</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مُتلقي الخدمات</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فَكِّر مع زميلك في مِثال واحد على كل فئة من الفئات المذكورة في القائمة.</a:t>
            </a:r>
          </a:p>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ناقش أفكارك مع زملائك في الصف.</a:t>
            </a:r>
          </a:p>
        </p:txBody>
      </p:sp>
      <p:sp>
        <p:nvSpPr>
          <p:cNvPr id="2" name="TextBox 1">
            <a:extLst>
              <a:ext uri="{FF2B5EF4-FFF2-40B4-BE49-F238E27FC236}">
                <a16:creationId xmlns:a16="http://schemas.microsoft.com/office/drawing/2014/main" id="{5310256E-FB3D-0834-30D2-3B1C6DE338F8}"/>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352715818"/>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A6729-7336-0CEB-1609-6683585136B2}"/>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AF88F6DF-2EB0-E8C5-95D8-DC3E2883066F}"/>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latin typeface="Times New Roman" panose="02020603050405020304" pitchFamily="18" charset="0"/>
                <a:cs typeface="Times New Roman" panose="02020603050405020304" pitchFamily="18" charset="0"/>
              </a:rPr>
              <a:t>نتاج التعلم ب</a:t>
            </a:r>
            <a:br>
              <a:rPr lang="en-US" altLang="en-US" sz="2400" b="1"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606B99F2-DED5-2C80-B4DD-193694A85676}"/>
              </a:ext>
            </a:extLst>
          </p:cNvPr>
          <p:cNvGraphicFramePr>
            <a:graphicFrameLocks noGrp="1"/>
          </p:cNvGraphicFramePr>
          <p:nvPr>
            <p:ph sz="half" idx="2"/>
            <p:extLst>
              <p:ext uri="{D42A27DB-BD31-4B8C-83A1-F6EECF244321}">
                <p14:modId xmlns:p14="http://schemas.microsoft.com/office/powerpoint/2010/main" val="2696011442"/>
              </p:ext>
            </p:extLst>
          </p:nvPr>
        </p:nvGraphicFramePr>
        <p:xfrm>
          <a:off x="457200" y="4508500"/>
          <a:ext cx="7991475" cy="13687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4820" name="Rectangle 1">
            <a:extLst>
              <a:ext uri="{FF2B5EF4-FFF2-40B4-BE49-F238E27FC236}">
                <a16:creationId xmlns:a16="http://schemas.microsoft.com/office/drawing/2014/main" id="{5F5D3BE5-E226-BD5B-EDA4-3F6809111349}"/>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52C6A05-1094-2A37-1438-8BB73CAC31E8}"/>
              </a:ext>
            </a:extLst>
          </p:cNvPr>
          <p:cNvSpPr txBox="1"/>
          <p:nvPr/>
        </p:nvSpPr>
        <p:spPr>
          <a:xfrm>
            <a:off x="1619672" y="2493963"/>
            <a:ext cx="5472608" cy="1323439"/>
          </a:xfrm>
          <a:prstGeom prst="rect">
            <a:avLst/>
          </a:prstGeom>
          <a:noFill/>
        </p:spPr>
        <p:txBody>
          <a:bodyPr wrap="square" rtlCol="1">
            <a:spAutoFit/>
          </a:bodyPr>
          <a:lstStyle/>
          <a:p>
            <a:pPr marL="0" indent="0" algn="ctr" rtl="1">
              <a:buNone/>
            </a:pPr>
            <a:r>
              <a:rPr lang="ar" sz="2800">
                <a:latin typeface="Times New Roman" panose="02020603050405020304" pitchFamily="18" charset="0"/>
                <a:cs typeface="Times New Roman" panose="02020603050405020304" pitchFamily="18" charset="0"/>
              </a:rPr>
              <a:t>معرفة المبادئ الأساسية للصحة والسلامة المطبقة في بيئات الرعاية الصحية والاجتماعية</a:t>
            </a:r>
          </a:p>
          <a:p>
            <a:pPr marL="0" indent="0" algn="ctr" rtl="1">
              <a:buNone/>
            </a:pPr>
            <a:endParaRPr lang="en-GB" sz="2400" dirty="0">
              <a:highlight>
                <a:srgbClr val="FFFF00"/>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91F990D-0D9A-FA09-7B63-C5891A1517F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177776648"/>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4154" y="2348880"/>
            <a:ext cx="8208712"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lvl="0" indent="0" rtl="1">
              <a:buNone/>
            </a:pPr>
            <a:r>
              <a:rPr lang="ar" dirty="0">
                <a:latin typeface="Times New Roman" panose="02020603050405020304" pitchFamily="18" charset="0"/>
                <a:cs typeface="Times New Roman" panose="02020603050405020304" pitchFamily="18" charset="0"/>
              </a:rPr>
              <a:t>تخضع مبادئ الصحة والسلامة للتشريعات والسياسات المحلية في المنطقة/البلد. </a:t>
            </a:r>
          </a:p>
          <a:p>
            <a:pPr marL="0" lvl="0" indent="0" rtl="1">
              <a:buNone/>
            </a:pPr>
            <a:r>
              <a:rPr lang="ar" dirty="0">
                <a:latin typeface="Times New Roman" panose="02020603050405020304" pitchFamily="18" charset="0"/>
                <a:cs typeface="Times New Roman" panose="02020603050405020304" pitchFamily="18" charset="0"/>
              </a:rPr>
              <a:t>تَحتوي هذه المبادئ على إرشادات محلية ووطنية للمؤسسات وتتعلق بما يأتي: </a:t>
            </a:r>
          </a:p>
          <a:p>
            <a:pPr lvl="0" rtl="1"/>
            <a:r>
              <a:rPr lang="ar" dirty="0">
                <a:latin typeface="Times New Roman" panose="02020603050405020304" pitchFamily="18" charset="0"/>
                <a:cs typeface="Times New Roman" panose="02020603050405020304" pitchFamily="18" charset="0"/>
              </a:rPr>
              <a:t>وضع المواد الخطرة في مكان آمن</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lvl="0" rtl="1"/>
            <a:r>
              <a:rPr lang="ar" dirty="0">
                <a:latin typeface="Times New Roman" panose="02020603050405020304" pitchFamily="18" charset="0"/>
                <a:cs typeface="Times New Roman" panose="02020603050405020304" pitchFamily="18" charset="0"/>
              </a:rPr>
              <a:t>تخزين الأدوية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lvl="0" rtl="1"/>
            <a:r>
              <a:rPr lang="ar" dirty="0">
                <a:latin typeface="Times New Roman" panose="02020603050405020304" pitchFamily="18" charset="0"/>
                <a:cs typeface="Times New Roman" panose="02020603050405020304" pitchFamily="18" charset="0"/>
              </a:rPr>
              <a:t>السيطرة على الأمراض المعدية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lvl="0" rtl="1"/>
            <a:r>
              <a:rPr lang="ar" dirty="0">
                <a:latin typeface="Times New Roman" panose="02020603050405020304" pitchFamily="18" charset="0"/>
                <a:cs typeface="Times New Roman" panose="02020603050405020304" pitchFamily="18" charset="0"/>
              </a:rPr>
              <a:t>الصحة والسلامة في العمل</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indent="0" rtl="1">
              <a:buFont typeface="Wingdings" panose="05000000000000000000" pitchFamily="2" charset="2"/>
              <a:buNone/>
            </a:pPr>
            <a:endParaRPr lang="en-GB" altLang="en-US" dirty="0">
              <a:latin typeface="Times New Roman" panose="02020603050405020304" pitchFamily="18" charset="0"/>
              <a:cs typeface="Times New Roman" panose="02020603050405020304" pitchFamily="18" charset="0"/>
            </a:endParaRPr>
          </a:p>
          <a:p>
            <a:pPr indent="0" algn="ctr" rtl="1">
              <a:buNone/>
            </a:pPr>
            <a:endParaRPr lang="en-GB" altLang="en-US" dirty="0">
              <a:latin typeface="Times New Roman" panose="02020603050405020304" pitchFamily="18" charset="0"/>
              <a:cs typeface="Times New Roman" panose="02020603050405020304" pitchFamily="18" charset="0"/>
            </a:endParaRPr>
          </a:p>
          <a:p>
            <a:pPr marL="685800" rtl="1"/>
            <a:endParaRPr lang="en-GB" altLang="en-US"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800" b="1">
                <a:latin typeface="Times New Roman" panose="02020603050405020304" pitchFamily="18" charset="0"/>
                <a:cs typeface="Times New Roman" panose="02020603050405020304" pitchFamily="18" charset="0"/>
              </a:rPr>
              <a:t>ب1</a:t>
            </a:r>
            <a:r>
              <a:rPr lang="ar" sz="2800">
                <a:latin typeface="Times New Roman" panose="02020603050405020304" pitchFamily="18" charset="0"/>
                <a:cs typeface="Times New Roman" panose="02020603050405020304" pitchFamily="18" charset="0"/>
              </a:rPr>
              <a:t> معرفة المبادئ الأساسية للصحة والسلامة المطبقة في بيئات الرعاية الصحية والاجتماعية.</a:t>
            </a:r>
            <a:endParaRPr lang="en-GB" altLang="en-US" sz="2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186B897-D053-3B46-E64C-957BAFDB168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744385037"/>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8BC94-9CF7-1EFC-EBA2-8BE43A57E073}"/>
              </a:ext>
            </a:extLst>
          </p:cNvPr>
          <p:cNvSpPr>
            <a:spLocks noGrp="1"/>
          </p:cNvSpPr>
          <p:nvPr>
            <p:ph type="title"/>
          </p:nvPr>
        </p:nvSpPr>
        <p:spPr>
          <a:xfrm>
            <a:off x="5678486" y="1195200"/>
            <a:ext cx="3008313" cy="865648"/>
          </a:xfrm>
        </p:spPr>
        <p:txBody>
          <a:bodyPr wrap="square" rtlCol="1" anchor="b">
            <a:normAutofit/>
          </a:bodyPr>
          <a:lstStyle/>
          <a:p>
            <a:pPr rtl="1"/>
            <a:r>
              <a:rPr lang="ar" b="1">
                <a:latin typeface="Times New Roman" panose="02020603050405020304" pitchFamily="18" charset="0"/>
                <a:cs typeface="Times New Roman" panose="02020603050405020304" pitchFamily="18" charset="0"/>
              </a:rPr>
              <a:t>ب1 </a:t>
            </a:r>
            <a:r>
              <a:rPr lang="ar">
                <a:latin typeface="Times New Roman" panose="02020603050405020304" pitchFamily="18" charset="0"/>
                <a:cs typeface="Times New Roman" panose="02020603050405020304" pitchFamily="18" charset="0"/>
              </a:rPr>
              <a:t>النشاط</a:t>
            </a:r>
          </a:p>
        </p:txBody>
      </p:sp>
      <p:sp>
        <p:nvSpPr>
          <p:cNvPr id="10" name="Text Placeholder 2">
            <a:extLst>
              <a:ext uri="{FF2B5EF4-FFF2-40B4-BE49-F238E27FC236}">
                <a16:creationId xmlns:a16="http://schemas.microsoft.com/office/drawing/2014/main" id="{9409B1AD-7DE9-CB4A-FCD7-02E19DD1A32E}"/>
              </a:ext>
            </a:extLst>
          </p:cNvPr>
          <p:cNvSpPr>
            <a:spLocks noGrp="1"/>
          </p:cNvSpPr>
          <p:nvPr>
            <p:ph type="body" sz="half" idx="2"/>
          </p:nvPr>
        </p:nvSpPr>
        <p:spPr>
          <a:xfrm>
            <a:off x="5678486" y="2132857"/>
            <a:ext cx="3008313" cy="3096343"/>
          </a:xfrm>
        </p:spPr>
        <p:txBody>
          <a:bodyPr rtlCol="1"/>
          <a:lstStyle/>
          <a:p>
            <a:pPr algn="just" rtl="1"/>
            <a:r>
              <a:rPr lang="ar" sz="2000" dirty="0">
                <a:latin typeface="Times New Roman" panose="02020603050405020304" pitchFamily="18" charset="0"/>
                <a:cs typeface="Times New Roman" panose="02020603050405020304" pitchFamily="18" charset="0"/>
              </a:rPr>
              <a:t>حَدِّد مع زميلك التشريعات و/أو التعليمات في موطنك أو منطقتك لكل من احتياجات السلامة الواردة في القائمة المقابلة. </a:t>
            </a:r>
          </a:p>
          <a:p>
            <a:pPr algn="just" rtl="1"/>
            <a:r>
              <a:rPr lang="ar" sz="2000" dirty="0">
                <a:latin typeface="Times New Roman" panose="02020603050405020304" pitchFamily="18" charset="0"/>
                <a:cs typeface="Times New Roman" panose="02020603050405020304" pitchFamily="18" charset="0"/>
              </a:rPr>
              <a:t>شارك معلوماتك مع المُحاضر ومجموعتك في أثناء المناقشة مع زملائك في الصف</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3CB72CD6-0559-7D95-A5D8-3A15CF53A9D2}"/>
              </a:ext>
            </a:extLst>
          </p:cNvPr>
          <p:cNvGrpSpPr/>
          <p:nvPr/>
        </p:nvGrpSpPr>
        <p:grpSpPr>
          <a:xfrm flipH="1">
            <a:off x="457199" y="1197187"/>
            <a:ext cx="5111751" cy="4781422"/>
            <a:chOff x="457199" y="1197187"/>
            <a:chExt cx="5111751" cy="4781422"/>
          </a:xfrm>
        </p:grpSpPr>
        <p:sp>
          <p:nvSpPr>
            <p:cNvPr id="4" name="Rectangle: Rounded Corners 3">
              <a:extLst>
                <a:ext uri="{FF2B5EF4-FFF2-40B4-BE49-F238E27FC236}">
                  <a16:creationId xmlns:a16="http://schemas.microsoft.com/office/drawing/2014/main" id="{9B626166-EDD7-1FCD-4C5C-BF3EC1939AAD}"/>
                </a:ext>
              </a:extLst>
            </p:cNvPr>
            <p:cNvSpPr/>
            <p:nvPr/>
          </p:nvSpPr>
          <p:spPr>
            <a:xfrm>
              <a:off x="457199" y="1197187"/>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Flask">
              <a:extLst>
                <a:ext uri="{FF2B5EF4-FFF2-40B4-BE49-F238E27FC236}">
                  <a16:creationId xmlns:a16="http://schemas.microsoft.com/office/drawing/2014/main" id="{A0E3B3F6-E17B-2DEC-27A9-3A7D1A141A3B}"/>
                </a:ext>
              </a:extLst>
            </p:cNvPr>
            <p:cNvSpPr/>
            <p:nvPr/>
          </p:nvSpPr>
          <p:spPr>
            <a:xfrm>
              <a:off x="761700" y="1423675"/>
              <a:ext cx="553638" cy="553638"/>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EFA4D206-EB17-A111-1D57-ACBE55B1BB65}"/>
                </a:ext>
              </a:extLst>
            </p:cNvPr>
            <p:cNvSpPr/>
            <p:nvPr/>
          </p:nvSpPr>
          <p:spPr>
            <a:xfrm>
              <a:off x="1619839" y="1197187"/>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وضع المواد الخطرة في مكان آمن</a:t>
              </a:r>
              <a:endParaRPr lang="en-US" sz="22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90AE1CD5-AEF6-81C9-29D4-085CF6C8833E}"/>
                </a:ext>
              </a:extLst>
            </p:cNvPr>
            <p:cNvSpPr/>
            <p:nvPr/>
          </p:nvSpPr>
          <p:spPr>
            <a:xfrm>
              <a:off x="457199" y="2455456"/>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Medicine">
              <a:extLst>
                <a:ext uri="{FF2B5EF4-FFF2-40B4-BE49-F238E27FC236}">
                  <a16:creationId xmlns:a16="http://schemas.microsoft.com/office/drawing/2014/main" id="{DD67C42C-C2C5-258D-2725-A603EA69BEF3}"/>
                </a:ext>
              </a:extLst>
            </p:cNvPr>
            <p:cNvSpPr/>
            <p:nvPr/>
          </p:nvSpPr>
          <p:spPr>
            <a:xfrm>
              <a:off x="761700" y="2681944"/>
              <a:ext cx="553638" cy="553638"/>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0807BB62-29E7-A60D-4B64-DDF002AC473E}"/>
                </a:ext>
              </a:extLst>
            </p:cNvPr>
            <p:cNvSpPr/>
            <p:nvPr/>
          </p:nvSpPr>
          <p:spPr>
            <a:xfrm>
              <a:off x="1619839" y="2455456"/>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تخزين الأدوية </a:t>
              </a:r>
              <a:endParaRPr lang="en-US" sz="2200" kern="1200" dirty="0">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E0FEBD57-4C40-9924-7D63-A15FB0EE90BF}"/>
                </a:ext>
              </a:extLst>
            </p:cNvPr>
            <p:cNvSpPr/>
            <p:nvPr/>
          </p:nvSpPr>
          <p:spPr>
            <a:xfrm>
              <a:off x="457199" y="3713725"/>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Rectangle 13" descr="Needle">
              <a:extLst>
                <a:ext uri="{FF2B5EF4-FFF2-40B4-BE49-F238E27FC236}">
                  <a16:creationId xmlns:a16="http://schemas.microsoft.com/office/drawing/2014/main" id="{571CA3E5-BA89-D4C2-9C04-2538B6BB50C4}"/>
                </a:ext>
              </a:extLst>
            </p:cNvPr>
            <p:cNvSpPr/>
            <p:nvPr/>
          </p:nvSpPr>
          <p:spPr>
            <a:xfrm>
              <a:off x="761700" y="3940213"/>
              <a:ext cx="553638" cy="553638"/>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5CD363E0-32AD-54DD-AED0-9BB93DD2B89B}"/>
                </a:ext>
              </a:extLst>
            </p:cNvPr>
            <p:cNvSpPr/>
            <p:nvPr/>
          </p:nvSpPr>
          <p:spPr>
            <a:xfrm>
              <a:off x="1619839" y="3713725"/>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السيطرة على الأمراض المعدية</a:t>
              </a:r>
              <a:endParaRPr lang="en-US" sz="2200" kern="1200" dirty="0">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5C74115A-FEEC-0BA2-54C1-758108E1AF26}"/>
                </a:ext>
              </a:extLst>
            </p:cNvPr>
            <p:cNvSpPr/>
            <p:nvPr/>
          </p:nvSpPr>
          <p:spPr>
            <a:xfrm>
              <a:off x="457199" y="4971994"/>
              <a:ext cx="5111751" cy="1006615"/>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Rectangle 16" descr="Construction Worker">
              <a:extLst>
                <a:ext uri="{FF2B5EF4-FFF2-40B4-BE49-F238E27FC236}">
                  <a16:creationId xmlns:a16="http://schemas.microsoft.com/office/drawing/2014/main" id="{9A3705C7-1C37-41B9-4EBA-80FBB4FE3A94}"/>
                </a:ext>
              </a:extLst>
            </p:cNvPr>
            <p:cNvSpPr/>
            <p:nvPr/>
          </p:nvSpPr>
          <p:spPr>
            <a:xfrm>
              <a:off x="761700" y="5198483"/>
              <a:ext cx="553638" cy="553638"/>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Freeform: Shape 17">
              <a:extLst>
                <a:ext uri="{FF2B5EF4-FFF2-40B4-BE49-F238E27FC236}">
                  <a16:creationId xmlns:a16="http://schemas.microsoft.com/office/drawing/2014/main" id="{19296E4A-8D4F-603F-C96F-D99692401973}"/>
                </a:ext>
              </a:extLst>
            </p:cNvPr>
            <p:cNvSpPr/>
            <p:nvPr/>
          </p:nvSpPr>
          <p:spPr>
            <a:xfrm>
              <a:off x="1619839" y="4971994"/>
              <a:ext cx="3949110" cy="1006615"/>
            </a:xfrm>
            <a:custGeom>
              <a:avLst/>
              <a:gdLst>
                <a:gd name="connsiteX0" fmla="*/ 0 w 3949110"/>
                <a:gd name="connsiteY0" fmla="*/ 0 h 1006615"/>
                <a:gd name="connsiteX1" fmla="*/ 3949110 w 3949110"/>
                <a:gd name="connsiteY1" fmla="*/ 0 h 1006615"/>
                <a:gd name="connsiteX2" fmla="*/ 3949110 w 3949110"/>
                <a:gd name="connsiteY2" fmla="*/ 1006615 h 1006615"/>
                <a:gd name="connsiteX3" fmla="*/ 0 w 3949110"/>
                <a:gd name="connsiteY3" fmla="*/ 1006615 h 1006615"/>
                <a:gd name="connsiteX4" fmla="*/ 0 w 3949110"/>
                <a:gd name="connsiteY4" fmla="*/ 0 h 1006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10" h="1006615">
                  <a:moveTo>
                    <a:pt x="0" y="0"/>
                  </a:moveTo>
                  <a:lnTo>
                    <a:pt x="3949110" y="0"/>
                  </a:lnTo>
                  <a:lnTo>
                    <a:pt x="3949110" y="1006615"/>
                  </a:lnTo>
                  <a:lnTo>
                    <a:pt x="0" y="1006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الصحة والسلامة في العمل</a:t>
              </a:r>
              <a:endParaRPr lang="en-US" sz="2200" kern="1200" dirty="0">
                <a:latin typeface="Times New Roman" panose="02020603050405020304" pitchFamily="18" charset="0"/>
                <a:cs typeface="Times New Roman" panose="02020603050405020304" pitchFamily="18" charset="0"/>
              </a:endParaRPr>
            </a:p>
          </p:txBody>
        </p:sp>
      </p:grpSp>
      <p:sp>
        <p:nvSpPr>
          <p:cNvPr id="5" name="TextBox 4">
            <a:extLst>
              <a:ext uri="{FF2B5EF4-FFF2-40B4-BE49-F238E27FC236}">
                <a16:creationId xmlns:a16="http://schemas.microsoft.com/office/drawing/2014/main" id="{5F84665A-44DC-9F1D-0DCB-D4AC21BBC6E8}"/>
              </a:ext>
            </a:extLst>
          </p:cNvPr>
          <p:cNvSpPr txBox="1"/>
          <p:nvPr/>
        </p:nvSpPr>
        <p:spPr>
          <a:xfrm>
            <a:off x="1465762" y="6309320"/>
            <a:ext cx="7197008" cy="400110"/>
          </a:xfrm>
          <a:prstGeom prst="rect">
            <a:avLst/>
          </a:prstGeom>
          <a:noFill/>
        </p:spPr>
        <p:txBody>
          <a:bodyPr wrap="square" rtlCol="1">
            <a:spAutoFit/>
          </a:bodyPr>
          <a:lstStyle/>
          <a:p>
            <a:pPr rtl="1"/>
            <a:r>
              <a:rPr lang="ar" sz="2000" dirty="0">
                <a:latin typeface="Times New Roman" panose="02020603050405020304" pitchFamily="18" charset="0"/>
                <a:cs typeface="Times New Roman" panose="02020603050405020304" pitchFamily="18" charset="0"/>
              </a:rPr>
              <a:t>يُمكنك الاستعانة بالفصل 4، القسم ب1 من كتاب الطالب لمساعدتك</a:t>
            </a:r>
          </a:p>
        </p:txBody>
      </p:sp>
      <p:sp>
        <p:nvSpPr>
          <p:cNvPr id="6" name="TextBox 5">
            <a:extLst>
              <a:ext uri="{FF2B5EF4-FFF2-40B4-BE49-F238E27FC236}">
                <a16:creationId xmlns:a16="http://schemas.microsoft.com/office/drawing/2014/main" id="{03E28764-46E5-C7FA-BD9A-98D5BA02BBE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734445581"/>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C86CA9E-9D6A-0CD7-88BA-A9F4D5B9AAB2}"/>
              </a:ext>
            </a:extLst>
          </p:cNvPr>
          <p:cNvSpPr>
            <a:spLocks noGrp="1"/>
          </p:cNvSpPr>
          <p:nvPr>
            <p:ph type="title"/>
          </p:nvPr>
        </p:nvSpPr>
        <p:spPr>
          <a:xfrm>
            <a:off x="457200" y="1195200"/>
            <a:ext cx="8229600" cy="864000"/>
          </a:xfrm>
        </p:spPr>
        <p:txBody>
          <a:bodyPr rtlCol="1"/>
          <a:lstStyle/>
          <a:p>
            <a:pPr rtl="1"/>
            <a:br>
              <a:rPr lang="en-GB" sz="2800" dirty="0">
                <a:latin typeface="Times New Roman" panose="02020603050405020304" pitchFamily="18" charset="0"/>
                <a:cs typeface="Times New Roman" panose="02020603050405020304" pitchFamily="18" charset="0"/>
              </a:rPr>
            </a:br>
            <a:r>
              <a:rPr lang="ar" sz="2800">
                <a:latin typeface="Times New Roman" panose="02020603050405020304" pitchFamily="18" charset="0"/>
                <a:cs typeface="Times New Roman" panose="02020603050405020304" pitchFamily="18" charset="0"/>
              </a:rPr>
              <a:t>إجراءات الصحة والسلامة المتعلقة ببيئة الرعاية الصحية والاجتماعية:</a:t>
            </a:r>
            <a:br>
              <a:rPr lang="en-GB" sz="2800" dirty="0">
                <a:latin typeface="Times New Roman" panose="02020603050405020304" pitchFamily="18" charset="0"/>
                <a:cs typeface="Times New Roman" panose="02020603050405020304" pitchFamily="18" charset="0"/>
              </a:rPr>
            </a:br>
            <a:endParaRPr lang="en-GB" sz="2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0A9285F-3C74-DD01-2311-79182EC183F4}"/>
              </a:ext>
            </a:extLst>
          </p:cNvPr>
          <p:cNvSpPr>
            <a:spLocks noGrp="1"/>
          </p:cNvSpPr>
          <p:nvPr>
            <p:ph idx="1"/>
          </p:nvPr>
        </p:nvSpPr>
        <p:spPr>
          <a:xfrm>
            <a:off x="479425" y="2636912"/>
            <a:ext cx="8207375" cy="3878436"/>
          </a:xfrm>
        </p:spPr>
        <p:txBody>
          <a:bodyPr rtlCol="1"/>
          <a:lstStyle/>
          <a:p>
            <a:pPr marL="400050" lvl="1" indent="0" algn="just" rtl="1">
              <a:buNone/>
            </a:pPr>
            <a:r>
              <a:rPr lang="ar" sz="2200" dirty="0">
                <a:latin typeface="Times New Roman" panose="02020603050405020304" pitchFamily="18" charset="0"/>
                <a:cs typeface="Times New Roman" panose="02020603050405020304" pitchFamily="18" charset="0"/>
              </a:rPr>
              <a:t>فضلًا عن تشريعات وتعليمات الصحة والسلامة المهنية المعيارية التي تُطبق على جميع أماكن العمل، تتميز أماكن عمل الرعاية الصحية والاجتماعية بسريان سياسات وممارسات إضافية وأكثر تخصصًا للمساعدة في الحفاظ على سلامة الجميع في بيئة العمل الصحية والرعائية. </a:t>
            </a:r>
          </a:p>
          <a:p>
            <a:pPr lvl="0" rtl="1"/>
            <a:endParaRPr lang="en-GB" sz="2200" dirty="0">
              <a:latin typeface="Times New Roman" panose="02020603050405020304" pitchFamily="18" charset="0"/>
              <a:cs typeface="Times New Roman" panose="02020603050405020304" pitchFamily="18" charset="0"/>
            </a:endParaRPr>
          </a:p>
          <a:p>
            <a:pPr marL="400050" lvl="1" indent="0" rtl="1">
              <a:buNone/>
            </a:pPr>
            <a:r>
              <a:rPr lang="ar" sz="2200" dirty="0">
                <a:latin typeface="Times New Roman" panose="02020603050405020304" pitchFamily="18" charset="0"/>
                <a:cs typeface="Times New Roman" panose="02020603050405020304" pitchFamily="18" charset="0"/>
              </a:rPr>
              <a:t>تَجِد السياسات الخاصة بذلك في القائمة المعروضة في الشرائح الآتية:</a:t>
            </a:r>
          </a:p>
          <a:p>
            <a:pPr marL="400050" lvl="1" indent="0" rtl="1">
              <a:buNone/>
            </a:pPr>
            <a:r>
              <a:rPr lang="ar" sz="2200" dirty="0">
                <a:latin typeface="Times New Roman" panose="02020603050405020304" pitchFamily="18" charset="0"/>
                <a:cs typeface="Times New Roman" panose="02020603050405020304" pitchFamily="18" charset="0"/>
              </a:rPr>
              <a:t>اِستعن بكتاب الطالب والمصادر الأخرى للتعرف على كل واحد منها واكمل المخطط لتسجيل النتائج التي توصلت إليها.</a:t>
            </a:r>
          </a:p>
          <a:p>
            <a:pPr marL="0" lvl="0" indent="0" rtl="1">
              <a:buNone/>
            </a:pPr>
            <a:r>
              <a:rPr lang="ar" dirty="0">
                <a:latin typeface="Times New Roman" panose="02020603050405020304" pitchFamily="18" charset="0"/>
                <a:cs typeface="Times New Roman" panose="02020603050405020304" pitchFamily="18" charset="0"/>
              </a:rPr>
              <a:t> </a:t>
            </a:r>
          </a:p>
          <a:p>
            <a:pPr rtl="1"/>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CD5E76B-B1D1-9B04-3A6B-1338E69BDEB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756070065"/>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D399-6989-A334-5866-7E37E0B05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302E6-3D4E-5DE6-4146-FFB7B6E4F0F2}"/>
              </a:ext>
            </a:extLst>
          </p:cNvPr>
          <p:cNvSpPr>
            <a:spLocks noGrp="1"/>
          </p:cNvSpPr>
          <p:nvPr>
            <p:ph type="title"/>
          </p:nvPr>
        </p:nvSpPr>
        <p:spPr>
          <a:xfrm>
            <a:off x="457200" y="1124744"/>
            <a:ext cx="8229600" cy="854745"/>
          </a:xfrm>
        </p:spPr>
        <p:txBody>
          <a:bodyPr rtlCol="1"/>
          <a:lstStyle/>
          <a:p>
            <a:pPr rtl="1"/>
            <a:r>
              <a:rPr lang="ar" sz="2400" b="1">
                <a:latin typeface="Times New Roman" panose="02020603050405020304" pitchFamily="18" charset="0"/>
                <a:cs typeface="Times New Roman" panose="02020603050405020304" pitchFamily="18" charset="0"/>
              </a:rPr>
              <a:t>ب1</a:t>
            </a:r>
            <a:r>
              <a:rPr lang="ar" sz="2400">
                <a:latin typeface="Times New Roman" panose="02020603050405020304" pitchFamily="18" charset="0"/>
                <a:cs typeface="Times New Roman" panose="02020603050405020304" pitchFamily="18" charset="0"/>
              </a:rPr>
              <a:t>: السياسات في بيئات العمل في مجال الرعاية الصحية </a:t>
            </a:r>
            <a:br>
              <a:rPr lang="en-GB" altLang="en-US" sz="2400" b="1"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B1F6DFE2-FFDF-D628-54BC-8FC634E2C666}"/>
              </a:ext>
            </a:extLst>
          </p:cNvPr>
          <p:cNvGraphicFramePr>
            <a:graphicFrameLocks noGrp="1"/>
          </p:cNvGraphicFramePr>
          <p:nvPr>
            <p:ph sz="half" idx="2"/>
            <p:extLst>
              <p:ext uri="{D42A27DB-BD31-4B8C-83A1-F6EECF244321}">
                <p14:modId xmlns:p14="http://schemas.microsoft.com/office/powerpoint/2010/main" val="1114159219"/>
              </p:ext>
            </p:extLst>
          </p:nvPr>
        </p:nvGraphicFramePr>
        <p:xfrm>
          <a:off x="478657" y="1772817"/>
          <a:ext cx="8197799" cy="4822878"/>
        </p:xfrm>
        <a:graphic>
          <a:graphicData uri="http://schemas.openxmlformats.org/drawingml/2006/table">
            <a:tbl>
              <a:tblPr rtl="1" firstRow="1" bandRow="1">
                <a:tableStyleId>{5C22544A-7EE6-4342-B048-85BDC9FD1C3A}</a:tableStyleId>
              </a:tblPr>
              <a:tblGrid>
                <a:gridCol w="4082999">
                  <a:extLst>
                    <a:ext uri="{9D8B030D-6E8A-4147-A177-3AD203B41FA5}">
                      <a16:colId xmlns:a16="http://schemas.microsoft.com/office/drawing/2014/main" val="1754967213"/>
                    </a:ext>
                  </a:extLst>
                </a:gridCol>
                <a:gridCol w="4114800">
                  <a:extLst>
                    <a:ext uri="{9D8B030D-6E8A-4147-A177-3AD203B41FA5}">
                      <a16:colId xmlns:a16="http://schemas.microsoft.com/office/drawing/2014/main" val="861445276"/>
                    </a:ext>
                  </a:extLst>
                </a:gridCol>
              </a:tblGrid>
              <a:tr h="1654313">
                <a:tc gridSpan="2">
                  <a:txBody>
                    <a:bodyPr/>
                    <a:lstStyle/>
                    <a:p>
                      <a:pPr lvl="0" rtl="1"/>
                      <a:r>
                        <a:rPr lang="ar-EG" sz="1600" b="0" dirty="0">
                          <a:solidFill>
                            <a:schemeClr val="tx1"/>
                          </a:solidFill>
                          <a:latin typeface="Times New Roman" panose="02020603050405020304" pitchFamily="18" charset="0"/>
                          <a:cs typeface="Times New Roman" panose="02020603050405020304" pitchFamily="18" charset="0"/>
                        </a:rPr>
                        <a:t>ف</a:t>
                      </a:r>
                      <a:r>
                        <a:rPr lang="ar" sz="1600" b="0" dirty="0">
                          <a:solidFill>
                            <a:schemeClr val="tx1"/>
                          </a:solidFill>
                          <a:latin typeface="Times New Roman" panose="02020603050405020304" pitchFamily="18" charset="0"/>
                          <a:cs typeface="Times New Roman" panose="02020603050405020304" pitchFamily="18" charset="0"/>
                        </a:rPr>
                        <a:t>ضلًا عن تشريعات وتعليمات الصحة والسلامة المهنية المعيارية التي تُطبق على جميع أماكن العمل، تتميز أماكن عمل الرعاية الصحية والاجتماعية بسريان سياسات وممارسات إضافية وأكثر تخصصًا للمساعدة في الحفاظ على سلامة الجميع في بيئة العمل الصحية والرعائية. تَجِد السياسات الخاصة بذلك في القائمة المعروضة في الشرائح الآتية:</a:t>
                      </a:r>
                    </a:p>
                    <a:p>
                      <a:pPr lvl="0" rtl="1"/>
                      <a:endParaRPr lang="en-GB" sz="1600" b="0" dirty="0">
                        <a:solidFill>
                          <a:schemeClr val="tx1"/>
                        </a:solidFill>
                        <a:latin typeface="Times New Roman" panose="02020603050405020304" pitchFamily="18" charset="0"/>
                        <a:cs typeface="Times New Roman" panose="02020603050405020304" pitchFamily="18" charset="0"/>
                      </a:endParaRPr>
                    </a:p>
                    <a:p>
                      <a:pPr lvl="0" rtl="1"/>
                      <a:r>
                        <a:rPr lang="ar" sz="1600" b="0" dirty="0">
                          <a:solidFill>
                            <a:schemeClr val="tx1"/>
                          </a:solidFill>
                          <a:latin typeface="Times New Roman" panose="02020603050405020304" pitchFamily="18" charset="0"/>
                          <a:cs typeface="Times New Roman" panose="02020603050405020304" pitchFamily="18" charset="0"/>
                        </a:rPr>
                        <a:t>اِستعن بكتاب الطالب والمصادر الأخرى للتعرّف على كل واحد منها واكمل المخطط لتسجيل النتائج التي توصلت إليها</a:t>
                      </a:r>
                    </a:p>
                    <a:p>
                      <a:pPr rtl="1"/>
                      <a:endParaRPr lang="en-GB" sz="1200" b="0" dirty="0">
                        <a:solidFill>
                          <a:schemeClr val="tx1"/>
                        </a:solidFill>
                        <a:latin typeface="Times New Roman" panose="02020603050405020304" pitchFamily="18" charset="0"/>
                        <a:cs typeface="Times New Roman" panose="02020603050405020304" pitchFamily="18" charset="0"/>
                      </a:endParaRPr>
                    </a:p>
                  </a:txBody>
                  <a:tcPr/>
                </a:tc>
                <a:tc hMerge="1">
                  <a:txBody>
                    <a:bodyPr/>
                    <a:lstStyle/>
                    <a:p>
                      <a:pPr rtl="1"/>
                      <a:endParaRPr lang="en-GB" dirty="0"/>
                    </a:p>
                  </a:txBody>
                  <a:tcPr/>
                </a:tc>
                <a:extLst>
                  <a:ext uri="{0D108BD9-81ED-4DB2-BD59-A6C34878D82A}">
                    <a16:rowId xmlns:a16="http://schemas.microsoft.com/office/drawing/2014/main" val="4140470005"/>
                  </a:ext>
                </a:extLst>
              </a:tr>
              <a:tr h="604653">
                <a:tc>
                  <a:txBody>
                    <a:bodyPr/>
                    <a:lstStyle/>
                    <a:p>
                      <a:pPr algn="r" rtl="1"/>
                      <a:r>
                        <a:rPr lang="ar" sz="1800" b="0" i="0" dirty="0">
                          <a:latin typeface="Times New Roman" panose="02020603050405020304" pitchFamily="18" charset="0"/>
                          <a:cs typeface="Times New Roman" panose="02020603050405020304" pitchFamily="18" charset="0"/>
                        </a:rPr>
                        <a:t>نوع السياسة أو التعليمات</a:t>
                      </a:r>
                    </a:p>
                  </a:txBody>
                  <a:tcPr/>
                </a:tc>
                <a:tc>
                  <a:txBody>
                    <a:bodyPr/>
                    <a:lstStyle/>
                    <a:p>
                      <a:pPr algn="r" rtl="1"/>
                      <a:r>
                        <a:rPr lang="ar" sz="1800" b="0" dirty="0">
                          <a:latin typeface="Times New Roman" panose="02020603050405020304" pitchFamily="18" charset="0"/>
                          <a:cs typeface="Times New Roman" panose="02020603050405020304" pitchFamily="18" charset="0"/>
                        </a:rPr>
                        <a:t>النقاط الرئيسة للسياسة أو التعليمات</a:t>
                      </a:r>
                    </a:p>
                  </a:txBody>
                  <a:tcPr/>
                </a:tc>
                <a:extLst>
                  <a:ext uri="{0D108BD9-81ED-4DB2-BD59-A6C34878D82A}">
                    <a16:rowId xmlns:a16="http://schemas.microsoft.com/office/drawing/2014/main" val="2277688114"/>
                  </a:ext>
                </a:extLst>
              </a:tr>
              <a:tr h="549345">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الحفاظ على سلامة الموظفين </a:t>
                      </a:r>
                      <a:endParaRPr lang="en-US" sz="1600" dirty="0">
                        <a:latin typeface="Times New Roman" panose="02020603050405020304" pitchFamily="18" charset="0"/>
                        <a:cs typeface="Times New Roman" panose="02020603050405020304" pitchFamily="18" charset="0"/>
                      </a:endParaRP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2822415"/>
                  </a:ext>
                </a:extLst>
              </a:tr>
              <a:tr h="80121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التعامل مع أي إساءة أو سلوك غير لائق </a:t>
                      </a:r>
                      <a:endParaRPr lang="en-US" sz="1600" dirty="0">
                        <a:latin typeface="Times New Roman" panose="02020603050405020304" pitchFamily="18" charset="0"/>
                        <a:cs typeface="Times New Roman" panose="02020603050405020304" pitchFamily="18" charset="0"/>
                      </a:endParaRP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75193331"/>
                  </a:ext>
                </a:extLst>
              </a:tr>
              <a:tr h="563816">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سياسات الصحة والسلامة</a:t>
                      </a:r>
                      <a:endParaRPr lang="en-US" sz="1600" dirty="0">
                        <a:latin typeface="Times New Roman" panose="02020603050405020304" pitchFamily="18" charset="0"/>
                        <a:cs typeface="Times New Roman" panose="02020603050405020304" pitchFamily="18" charset="0"/>
                      </a:endParaRP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6394962"/>
                  </a:ext>
                </a:extLst>
              </a:tr>
              <a:tr h="60446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التدريب التعريفي </a:t>
                      </a:r>
                      <a:endParaRPr lang="en-US" sz="1600" dirty="0">
                        <a:latin typeface="Times New Roman" panose="02020603050405020304" pitchFamily="18" charset="0"/>
                        <a:cs typeface="Times New Roman" panose="02020603050405020304" pitchFamily="18" charset="0"/>
                      </a:endParaRP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3269058"/>
                  </a:ext>
                </a:extLst>
              </a:tr>
            </a:tbl>
          </a:graphicData>
        </a:graphic>
      </p:graphicFrame>
      <p:sp>
        <p:nvSpPr>
          <p:cNvPr id="3" name="TextBox 2">
            <a:extLst>
              <a:ext uri="{FF2B5EF4-FFF2-40B4-BE49-F238E27FC236}">
                <a16:creationId xmlns:a16="http://schemas.microsoft.com/office/drawing/2014/main" id="{1A9285B7-A2D6-B309-3F0E-52D07F5802AF}"/>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175969425"/>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77BC4-379D-3A68-EAA8-B52D9FA45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B5162-81D2-59A9-C9F3-4C875196C4B4}"/>
              </a:ext>
            </a:extLst>
          </p:cNvPr>
          <p:cNvSpPr>
            <a:spLocks noGrp="1"/>
          </p:cNvSpPr>
          <p:nvPr>
            <p:ph type="title"/>
          </p:nvPr>
        </p:nvSpPr>
        <p:spPr>
          <a:xfrm>
            <a:off x="457200" y="1124744"/>
            <a:ext cx="8229600" cy="45719"/>
          </a:xfrm>
        </p:spPr>
        <p:txBody>
          <a:bodyPr rtlCol="1"/>
          <a:lstStyle/>
          <a:p>
            <a:pPr algn="l" rtl="1"/>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1200" b="1" dirty="0">
                <a:latin typeface="Times New Roman" panose="02020603050405020304" pitchFamily="18" charset="0"/>
                <a:cs typeface="Times New Roman" panose="02020603050405020304" pitchFamily="18" charset="0"/>
              </a:rPr>
            </a:br>
            <a:br>
              <a:rPr lang="en-GB" altLang="en-US" sz="3200" b="1" dirty="0">
                <a:latin typeface="Times New Roman" panose="02020603050405020304" pitchFamily="18" charset="0"/>
                <a:cs typeface="Times New Roman" panose="02020603050405020304" pitchFamily="18" charset="0"/>
              </a:rPr>
            </a:br>
            <a:endParaRPr lang="en-GB" sz="32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1A660497-627D-A190-9094-A01F45285564}"/>
              </a:ext>
            </a:extLst>
          </p:cNvPr>
          <p:cNvGraphicFramePr>
            <a:graphicFrameLocks noGrp="1"/>
          </p:cNvGraphicFramePr>
          <p:nvPr>
            <p:ph sz="half" idx="2"/>
            <p:extLst>
              <p:ext uri="{D42A27DB-BD31-4B8C-83A1-F6EECF244321}">
                <p14:modId xmlns:p14="http://schemas.microsoft.com/office/powerpoint/2010/main" val="2107304422"/>
              </p:ext>
            </p:extLst>
          </p:nvPr>
        </p:nvGraphicFramePr>
        <p:xfrm>
          <a:off x="468313" y="1535803"/>
          <a:ext cx="7992119" cy="3621389"/>
        </p:xfrm>
        <a:graphic>
          <a:graphicData uri="http://schemas.openxmlformats.org/drawingml/2006/table">
            <a:tbl>
              <a:tblPr rtl="1" firstRow="1" bandRow="1">
                <a:tableStyleId>{5C22544A-7EE6-4342-B048-85BDC9FD1C3A}</a:tableStyleId>
              </a:tblPr>
              <a:tblGrid>
                <a:gridCol w="3996382">
                  <a:extLst>
                    <a:ext uri="{9D8B030D-6E8A-4147-A177-3AD203B41FA5}">
                      <a16:colId xmlns:a16="http://schemas.microsoft.com/office/drawing/2014/main" val="2636929728"/>
                    </a:ext>
                  </a:extLst>
                </a:gridCol>
                <a:gridCol w="3995737">
                  <a:extLst>
                    <a:ext uri="{9D8B030D-6E8A-4147-A177-3AD203B41FA5}">
                      <a16:colId xmlns:a16="http://schemas.microsoft.com/office/drawing/2014/main" val="1116020574"/>
                    </a:ext>
                  </a:extLst>
                </a:gridCol>
              </a:tblGrid>
              <a:tr h="618048">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800" b="0" i="0">
                          <a:solidFill>
                            <a:schemeClr val="tx1"/>
                          </a:solidFill>
                          <a:latin typeface="Times New Roman" panose="02020603050405020304" pitchFamily="18" charset="0"/>
                          <a:cs typeface="Times New Roman" panose="02020603050405020304" pitchFamily="18" charset="0"/>
                        </a:rPr>
                        <a:t>نوع السياسة أو التعليمات</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r>
                        <a:rPr lang="ar" b="0" dirty="0">
                          <a:solidFill>
                            <a:schemeClr val="tx1"/>
                          </a:solidFill>
                          <a:latin typeface="Times New Roman" panose="02020603050405020304" pitchFamily="18" charset="0"/>
                          <a:cs typeface="Times New Roman" panose="02020603050405020304" pitchFamily="18" charset="0"/>
                        </a:rPr>
                        <a:t>النقاط الرئيسة للسياسة أو التعليمات</a:t>
                      </a:r>
                    </a:p>
                  </a:txBody>
                  <a:tcPr/>
                </a:tc>
                <a:extLst>
                  <a:ext uri="{0D108BD9-81ED-4DB2-BD59-A6C34878D82A}">
                    <a16:rowId xmlns:a16="http://schemas.microsoft.com/office/drawing/2014/main" val="1067554339"/>
                  </a:ext>
                </a:extLst>
              </a:tr>
              <a:tr h="1081585">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0">
                          <a:solidFill>
                            <a:schemeClr val="tx1"/>
                          </a:solidFill>
                          <a:latin typeface="Times New Roman" panose="02020603050405020304" pitchFamily="18" charset="0"/>
                          <a:cs typeface="Times New Roman" panose="02020603050405020304" pitchFamily="18" charset="0"/>
                        </a:rPr>
                        <a:t>إجراءات التدريب على إخلاء المبنى في حالات الطوارئ في حالة نشوب حريق أو فيضان وغيرها من حالات الطوارئ.  </a:t>
                      </a:r>
                      <a:endParaRPr lang="en-US" sz="1600" b="0" dirty="0">
                        <a:solidFill>
                          <a:schemeClr val="tx1"/>
                        </a:solidFill>
                        <a:latin typeface="Times New Roman" panose="02020603050405020304" pitchFamily="18" charset="0"/>
                        <a:cs typeface="Times New Roman" panose="02020603050405020304" pitchFamily="18" charset="0"/>
                      </a:endParaRP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9788022"/>
                  </a:ext>
                </a:extLst>
              </a:tr>
              <a:tr h="587146">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الإبلاغ عن المخالفات </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52576526"/>
                  </a:ext>
                </a:extLst>
              </a:tr>
              <a:tr h="587146">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a:latin typeface="Times New Roman" panose="02020603050405020304" pitchFamily="18" charset="0"/>
                          <a:cs typeface="Times New Roman" panose="02020603050405020304" pitchFamily="18" charset="0"/>
                        </a:rPr>
                        <a:t>سلامة الأغذية وتخزينها</a:t>
                      </a:r>
                    </a:p>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3268501"/>
                  </a:ext>
                </a:extLst>
              </a:tr>
              <a:tr h="376635">
                <a:tc>
                  <a:txBody>
                    <a:bodyPr/>
                    <a:lstStyle/>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1862196"/>
                  </a:ext>
                </a:extLst>
              </a:tr>
              <a:tr h="370829">
                <a:tc>
                  <a:txBody>
                    <a:bodyPr/>
                    <a:lstStyle/>
                    <a:p>
                      <a:pPr algn="r" rtl="1"/>
                      <a:endParaRPr lang="en-GB" sz="1600" dirty="0">
                        <a:latin typeface="Times New Roman" panose="02020603050405020304" pitchFamily="18" charset="0"/>
                        <a:cs typeface="Times New Roman" panose="02020603050405020304" pitchFamily="18" charset="0"/>
                      </a:endParaRPr>
                    </a:p>
                  </a:txBody>
                  <a:tcPr/>
                </a:tc>
                <a:tc>
                  <a:txBody>
                    <a:bodyPr/>
                    <a:lstStyle/>
                    <a:p>
                      <a:pPr algn="r" rtl="1"/>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4649200"/>
                  </a:ext>
                </a:extLst>
              </a:tr>
            </a:tbl>
          </a:graphicData>
        </a:graphic>
      </p:graphicFrame>
      <p:sp>
        <p:nvSpPr>
          <p:cNvPr id="3" name="TextBox 2">
            <a:extLst>
              <a:ext uri="{FF2B5EF4-FFF2-40B4-BE49-F238E27FC236}">
                <a16:creationId xmlns:a16="http://schemas.microsoft.com/office/drawing/2014/main" id="{22CD3698-7BC8-15F7-6164-CF57C5BD29D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2649251770"/>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latin typeface="Times New Roman" panose="02020603050405020304" pitchFamily="18" charset="0"/>
                <a:cs typeface="Times New Roman" panose="02020603050405020304" pitchFamily="18" charset="0"/>
              </a:rPr>
              <a:t>نتاج التعلم ج</a:t>
            </a:r>
            <a:br>
              <a:rPr lang="en-US" altLang="en-US" sz="2400" b="1"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GB" altLang="en-US" sz="36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6393" y="3105150"/>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200">
                <a:latin typeface="Times New Roman" panose="02020603050405020304" pitchFamily="18" charset="0"/>
                <a:cs typeface="Times New Roman" panose="02020603050405020304" pitchFamily="18" charset="0"/>
              </a:rPr>
              <a:t>فهم عمليات تقييم المخاطر المتعلقة بالصحة أو الرعاية الاجتماعية </a:t>
            </a:r>
            <a:br>
              <a:rPr lang="en-GB" sz="3200" dirty="0">
                <a:latin typeface="Times New Roman" panose="02020603050405020304" pitchFamily="18" charset="0"/>
                <a:cs typeface="Times New Roman" panose="02020603050405020304" pitchFamily="18" charset="0"/>
              </a:rPr>
            </a:br>
            <a:endParaRPr lang="en-GB" sz="3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0439FF4-C04A-A70D-1FFE-03276178FD2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93615347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1988840"/>
            <a:ext cx="8208712" cy="34563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just" rtl="1">
              <a:buNone/>
            </a:pPr>
            <a:r>
              <a:rPr lang="ar" sz="2000" dirty="0">
                <a:latin typeface="Times New Roman" panose="02020603050405020304" pitchFamily="18" charset="0"/>
                <a:cs typeface="Times New Roman" panose="02020603050405020304" pitchFamily="18" charset="0"/>
              </a:rPr>
              <a:t>في جميع بيئات العمل، يلزم مراعاة مدى احتمالية الحدوث الفعلي للأحداث بالقدر ذاته لإمكانية وقوعها. في بيئات الرعاية الصحية والاجتماعية، يُشير هذا غالبًا إلى حماية الأفراد، سواء كانوا موظفين أو مُتلقي الخدمات، إضافة إلى التعامل مع المواقف أو الأحداث غير المتوقعة مثل الحرائق أو الفيضانات. </a:t>
            </a:r>
          </a:p>
          <a:p>
            <a:pPr marL="0" indent="0" rtl="1">
              <a:buNone/>
            </a:pPr>
            <a:endParaRPr lang="en-GB" sz="2000" dirty="0">
              <a:latin typeface="Times New Roman" panose="02020603050405020304" pitchFamily="18" charset="0"/>
              <a:cs typeface="Times New Roman" panose="02020603050405020304" pitchFamily="18" charset="0"/>
            </a:endParaRPr>
          </a:p>
          <a:p>
            <a:pPr marL="0" indent="0" algn="just" rtl="1">
              <a:buNone/>
            </a:pPr>
            <a:r>
              <a:rPr lang="ar" sz="2000" dirty="0">
                <a:latin typeface="Times New Roman" panose="02020603050405020304" pitchFamily="18" charset="0"/>
                <a:cs typeface="Times New Roman" panose="02020603050405020304" pitchFamily="18" charset="0"/>
              </a:rPr>
              <a:t>غالبًا ما يُجرى </a:t>
            </a:r>
            <a:r>
              <a:rPr lang="ar" sz="2000" b="1" dirty="0">
                <a:latin typeface="Times New Roman" panose="02020603050405020304" pitchFamily="18" charset="0"/>
                <a:cs typeface="Times New Roman" panose="02020603050405020304" pitchFamily="18" charset="0"/>
              </a:rPr>
              <a:t>تقييمًا للمخاطر</a:t>
            </a:r>
            <a:r>
              <a:rPr lang="ar" sz="2000" dirty="0">
                <a:latin typeface="Times New Roman" panose="02020603050405020304" pitchFamily="18" charset="0"/>
                <a:cs typeface="Times New Roman" panose="02020603050405020304" pitchFamily="18" charset="0"/>
              </a:rPr>
              <a:t> لتقييم احتمالية وقوع حدث خطير أو غير آمن. سنتناول في هذا القسم فكرة تقييم المخاطر لمعرفة المزيد عما يستلزمه والغرض منه.  </a:t>
            </a:r>
            <a:endParaRPr lang="en-GB" altLang="en-US"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Times New Roman" panose="02020603050405020304" pitchFamily="18" charset="0"/>
                <a:cs typeface="Times New Roman" panose="02020603050405020304" pitchFamily="18" charset="0"/>
              </a:rPr>
              <a:t>ج1 - </a:t>
            </a:r>
            <a:r>
              <a:rPr lang="ar" sz="3600">
                <a:latin typeface="Times New Roman" panose="02020603050405020304" pitchFamily="18" charset="0"/>
                <a:cs typeface="Times New Roman" panose="02020603050405020304" pitchFamily="18" charset="0"/>
              </a:rPr>
              <a:t>تقييم المخاطر</a:t>
            </a:r>
            <a:endParaRPr lang="en-GB" altLang="en-US" sz="36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EDBDBF7-20C4-C231-03A3-9CFFC067963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097273080"/>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FECFD-4F56-BE66-463C-E898DB69815B}"/>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تقييم المخاطر</a:t>
            </a:r>
          </a:p>
        </p:txBody>
      </p:sp>
      <p:sp>
        <p:nvSpPr>
          <p:cNvPr id="3" name="Content Placeholder 2">
            <a:extLst>
              <a:ext uri="{FF2B5EF4-FFF2-40B4-BE49-F238E27FC236}">
                <a16:creationId xmlns:a16="http://schemas.microsoft.com/office/drawing/2014/main" id="{1AC54A27-33CC-5435-60A9-B64C1F0C735D}"/>
              </a:ext>
            </a:extLst>
          </p:cNvPr>
          <p:cNvSpPr>
            <a:spLocks noGrp="1"/>
          </p:cNvSpPr>
          <p:nvPr>
            <p:ph sz="half" idx="2"/>
          </p:nvPr>
        </p:nvSpPr>
        <p:spPr>
          <a:xfrm>
            <a:off x="695325" y="3106659"/>
            <a:ext cx="7991475" cy="3609975"/>
          </a:xfrm>
        </p:spPr>
        <p:txBody>
          <a:bodyPr rtlCol="1"/>
          <a:lstStyle/>
          <a:p>
            <a:pPr marL="0" indent="0" algn="just" rtl="1">
              <a:buNone/>
            </a:pPr>
            <a:r>
              <a:rPr lang="ar" dirty="0">
                <a:latin typeface="Times New Roman" panose="02020603050405020304" pitchFamily="18" charset="0"/>
                <a:cs typeface="Times New Roman" panose="02020603050405020304" pitchFamily="18" charset="0"/>
              </a:rPr>
              <a:t>تقييم المخاطر عملية منهجية لتحديد مصادر الخطر المحتملة وتقييم احتمالية وشدة تلك المخاطر، ما يسمح بالتخطيط وإجراء التدخلات اللازمة لتقليل المخاطر التي قد يتعرض لها مُتلقي الخدمة والموظفين.</a:t>
            </a:r>
          </a:p>
          <a:p>
            <a:pPr marL="0" indent="0" rtl="1">
              <a:buNone/>
            </a:pPr>
            <a:endParaRPr lang="ar"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 </a:t>
            </a:r>
          </a:p>
          <a:p>
            <a:pPr marL="0" indent="0" rtl="1">
              <a:buNone/>
            </a:pPr>
            <a:endParaRPr lang="ar" dirty="0">
              <a:latin typeface="Times New Roman" panose="02020603050405020304" pitchFamily="18" charset="0"/>
              <a:cs typeface="Times New Roman" panose="02020603050405020304" pitchFamily="18" charset="0"/>
            </a:endParaRPr>
          </a:p>
          <a:p>
            <a:pPr marL="0" indent="0" rtl="1">
              <a:buNone/>
            </a:pPr>
            <a:endParaRPr lang="ar"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27031D-5956-0CD1-F9ED-D1B5802FEE4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22193298"/>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AD81-8A32-18DC-3B23-3DACA39B7B83}"/>
              </a:ext>
            </a:extLst>
          </p:cNvPr>
          <p:cNvSpPr>
            <a:spLocks noGrp="1"/>
          </p:cNvSpPr>
          <p:nvPr>
            <p:ph type="title"/>
          </p:nvPr>
        </p:nvSpPr>
        <p:spPr>
          <a:xfrm>
            <a:off x="5678486" y="731836"/>
            <a:ext cx="3008313" cy="1689052"/>
          </a:xfrm>
        </p:spPr>
        <p:txBody>
          <a:bodyPr wrap="square" rtlCol="1" anchor="b">
            <a:noAutofit/>
          </a:bodyPr>
          <a:lstStyle/>
          <a:p>
            <a:pPr rtl="1">
              <a:lnSpc>
                <a:spcPct val="90000"/>
              </a:lnSpc>
            </a:pPr>
            <a:br>
              <a:rPr lang="en-GB" sz="1800" dirty="0">
                <a:latin typeface="Times New Roman" panose="02020603050405020304" pitchFamily="18" charset="0"/>
                <a:cs typeface="Times New Roman" panose="02020603050405020304" pitchFamily="18" charset="0"/>
              </a:rPr>
            </a:br>
            <a:br>
              <a:rPr lang="en-GB" sz="1800" dirty="0">
                <a:latin typeface="Times New Roman" panose="02020603050405020304" pitchFamily="18" charset="0"/>
                <a:cs typeface="Times New Roman" panose="02020603050405020304" pitchFamily="18" charset="0"/>
              </a:rPr>
            </a:br>
            <a:r>
              <a:rPr lang="ar" sz="1800">
                <a:latin typeface="Times New Roman" panose="02020603050405020304" pitchFamily="18" charset="0"/>
                <a:cs typeface="Times New Roman" panose="02020603050405020304" pitchFamily="18" charset="0"/>
              </a:rPr>
              <a:t>النشاط - </a:t>
            </a:r>
            <a:br>
              <a:rPr lang="en-GB" sz="1800" dirty="0">
                <a:latin typeface="Times New Roman" panose="02020603050405020304" pitchFamily="18" charset="0"/>
                <a:cs typeface="Times New Roman" panose="02020603050405020304" pitchFamily="18" charset="0"/>
              </a:rPr>
            </a:br>
            <a:r>
              <a:rPr lang="ar" sz="1800">
                <a:latin typeface="Times New Roman" panose="02020603050405020304" pitchFamily="18" charset="0"/>
                <a:cs typeface="Times New Roman" panose="02020603050405020304" pitchFamily="18" charset="0"/>
              </a:rPr>
              <a:t>تقييم المخاطر</a:t>
            </a:r>
            <a:br>
              <a:rPr lang="en-GB" sz="1800" dirty="0">
                <a:latin typeface="Times New Roman" panose="02020603050405020304" pitchFamily="18" charset="0"/>
                <a:cs typeface="Times New Roman" panose="02020603050405020304" pitchFamily="18" charset="0"/>
              </a:rPr>
            </a:br>
            <a:br>
              <a:rPr lang="en-GB" sz="1800" dirty="0">
                <a:latin typeface="Times New Roman" panose="02020603050405020304" pitchFamily="18" charset="0"/>
                <a:cs typeface="Times New Roman" panose="02020603050405020304" pitchFamily="18" charset="0"/>
              </a:rPr>
            </a:br>
            <a:r>
              <a:rPr lang="ar" sz="1800" b="0">
                <a:latin typeface="Times New Roman" panose="02020603050405020304" pitchFamily="18" charset="0"/>
                <a:cs typeface="Times New Roman" panose="02020603050405020304" pitchFamily="18" charset="0"/>
              </a:rPr>
              <a:t>اربط العنوان بالعبارة المذكورة</a:t>
            </a:r>
          </a:p>
        </p:txBody>
      </p:sp>
      <p:sp>
        <p:nvSpPr>
          <p:cNvPr id="9" name="Text Placeholder 2">
            <a:extLst>
              <a:ext uri="{FF2B5EF4-FFF2-40B4-BE49-F238E27FC236}">
                <a16:creationId xmlns:a16="http://schemas.microsoft.com/office/drawing/2014/main" id="{10A53EB2-454E-93BB-EA74-B858263ED412}"/>
              </a:ext>
            </a:extLst>
          </p:cNvPr>
          <p:cNvSpPr>
            <a:spLocks noGrp="1"/>
          </p:cNvSpPr>
          <p:nvPr>
            <p:ph type="body" sz="half" idx="2"/>
          </p:nvPr>
        </p:nvSpPr>
        <p:spPr>
          <a:xfrm>
            <a:off x="5678486" y="2132857"/>
            <a:ext cx="3008313" cy="3993307"/>
          </a:xfrm>
        </p:spPr>
        <p:txBody>
          <a:bodyPr wrap="square" rtlCol="1" anchor="t">
            <a:normAutofit/>
          </a:bodyPr>
          <a:lstStyle/>
          <a:p>
            <a:pPr rtl="1"/>
            <a:endParaRPr lang="en-GB" dirty="0">
              <a:latin typeface="Times New Roman" panose="02020603050405020304" pitchFamily="18" charset="0"/>
              <a:cs typeface="Times New Roman" panose="02020603050405020304" pitchFamily="18" charset="0"/>
            </a:endParaRPr>
          </a:p>
          <a:p>
            <a:pPr rtl="1"/>
            <a:endParaRPr lang="en-GB" sz="2000" dirty="0">
              <a:latin typeface="Times New Roman" panose="02020603050405020304" pitchFamily="18" charset="0"/>
              <a:cs typeface="Times New Roman" panose="02020603050405020304" pitchFamily="18" charset="0"/>
            </a:endParaRPr>
          </a:p>
          <a:p>
            <a:pPr rtl="1"/>
            <a:r>
              <a:rPr lang="ar" sz="2000" b="1" dirty="0">
                <a:latin typeface="Times New Roman" panose="02020603050405020304" pitchFamily="18" charset="0"/>
                <a:cs typeface="Times New Roman" panose="02020603050405020304" pitchFamily="18" charset="0"/>
              </a:rPr>
              <a:t>المخاطرة</a:t>
            </a:r>
          </a:p>
          <a:p>
            <a:pPr rtl="1"/>
            <a:endParaRPr lang="en-GB" sz="2000" b="1" dirty="0">
              <a:latin typeface="Times New Roman" panose="02020603050405020304" pitchFamily="18" charset="0"/>
              <a:cs typeface="Times New Roman" panose="02020603050405020304" pitchFamily="18" charset="0"/>
            </a:endParaRPr>
          </a:p>
          <a:p>
            <a:pPr rtl="1"/>
            <a:endParaRPr lang="en-GB" sz="2000" dirty="0">
              <a:latin typeface="Times New Roman" panose="02020603050405020304" pitchFamily="18" charset="0"/>
              <a:cs typeface="Times New Roman" panose="02020603050405020304" pitchFamily="18" charset="0"/>
            </a:endParaRPr>
          </a:p>
          <a:p>
            <a:pPr rtl="1"/>
            <a:r>
              <a:rPr lang="ar" sz="2000" b="1" dirty="0">
                <a:latin typeface="Times New Roman" panose="02020603050405020304" pitchFamily="18" charset="0"/>
                <a:cs typeface="Times New Roman" panose="02020603050405020304" pitchFamily="18" charset="0"/>
              </a:rPr>
              <a:t>مصدر خطر</a:t>
            </a:r>
          </a:p>
          <a:p>
            <a:pPr rtl="1"/>
            <a:endParaRPr lang="en-GB" sz="2000" b="1" dirty="0">
              <a:latin typeface="Times New Roman" panose="02020603050405020304" pitchFamily="18" charset="0"/>
              <a:cs typeface="Times New Roman" panose="02020603050405020304" pitchFamily="18" charset="0"/>
            </a:endParaRPr>
          </a:p>
          <a:p>
            <a:pPr rtl="1"/>
            <a:endParaRPr lang="en-GB" sz="2000" dirty="0">
              <a:latin typeface="Times New Roman" panose="02020603050405020304" pitchFamily="18" charset="0"/>
              <a:cs typeface="Times New Roman" panose="02020603050405020304" pitchFamily="18" charset="0"/>
            </a:endParaRPr>
          </a:p>
          <a:p>
            <a:pPr rtl="1"/>
            <a:r>
              <a:rPr lang="ar" sz="2000" b="1" dirty="0">
                <a:latin typeface="Times New Roman" panose="02020603050405020304" pitchFamily="18" charset="0"/>
                <a:cs typeface="Times New Roman" panose="02020603050405020304" pitchFamily="18" charset="0"/>
              </a:rPr>
              <a:t>تقييم المخاطر</a:t>
            </a:r>
            <a:endParaRPr lang="en-US" sz="20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6B1E1BDF-9DE5-DBE5-8944-E5522B71C17F}"/>
              </a:ext>
            </a:extLst>
          </p:cNvPr>
          <p:cNvGrpSpPr/>
          <p:nvPr/>
        </p:nvGrpSpPr>
        <p:grpSpPr>
          <a:xfrm flipH="1">
            <a:off x="457199" y="1195785"/>
            <a:ext cx="5111751" cy="4784225"/>
            <a:chOff x="457199" y="1195785"/>
            <a:chExt cx="5111751" cy="4784225"/>
          </a:xfrm>
        </p:grpSpPr>
        <p:sp>
          <p:nvSpPr>
            <p:cNvPr id="4" name="Rectangle: Rounded Corners 3">
              <a:extLst>
                <a:ext uri="{FF2B5EF4-FFF2-40B4-BE49-F238E27FC236}">
                  <a16:creationId xmlns:a16="http://schemas.microsoft.com/office/drawing/2014/main" id="{D0885FD1-F8F5-2B68-BA15-32CF26068A8A}"/>
                </a:ext>
              </a:extLst>
            </p:cNvPr>
            <p:cNvSpPr/>
            <p:nvPr/>
          </p:nvSpPr>
          <p:spPr>
            <a:xfrm>
              <a:off x="457199" y="1195785"/>
              <a:ext cx="5111751" cy="136692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 name="Rectangle 4" descr="Slippery">
              <a:extLst>
                <a:ext uri="{FF2B5EF4-FFF2-40B4-BE49-F238E27FC236}">
                  <a16:creationId xmlns:a16="http://schemas.microsoft.com/office/drawing/2014/main" id="{83411456-75B7-013B-69E8-D17C5572A34A}"/>
                </a:ext>
              </a:extLst>
            </p:cNvPr>
            <p:cNvSpPr/>
            <p:nvPr/>
          </p:nvSpPr>
          <p:spPr>
            <a:xfrm>
              <a:off x="870692" y="1503342"/>
              <a:ext cx="751807" cy="751807"/>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6" name="Freeform: Shape 5">
              <a:extLst>
                <a:ext uri="{FF2B5EF4-FFF2-40B4-BE49-F238E27FC236}">
                  <a16:creationId xmlns:a16="http://schemas.microsoft.com/office/drawing/2014/main" id="{DF53ACC5-1D50-042A-75C7-4485EF61478C}"/>
                </a:ext>
              </a:extLst>
            </p:cNvPr>
            <p:cNvSpPr/>
            <p:nvPr/>
          </p:nvSpPr>
          <p:spPr>
            <a:xfrm>
              <a:off x="2035993" y="1195785"/>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977900" rtl="1">
                <a:lnSpc>
                  <a:spcPct val="9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أي شيء يمكن أن يسبب ضررًا</a:t>
              </a:r>
              <a:endParaRPr lang="en-US" sz="2200" kern="12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C95F2E37-B929-54C7-9F75-693D2F43CA0D}"/>
                </a:ext>
              </a:extLst>
            </p:cNvPr>
            <p:cNvSpPr/>
            <p:nvPr/>
          </p:nvSpPr>
          <p:spPr>
            <a:xfrm>
              <a:off x="457199" y="2904437"/>
              <a:ext cx="5111751" cy="136692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Rectangle 7" descr="Danger">
              <a:extLst>
                <a:ext uri="{FF2B5EF4-FFF2-40B4-BE49-F238E27FC236}">
                  <a16:creationId xmlns:a16="http://schemas.microsoft.com/office/drawing/2014/main" id="{A1F090FB-5211-22E8-CD3A-D5DAD3E2CA20}"/>
                </a:ext>
              </a:extLst>
            </p:cNvPr>
            <p:cNvSpPr/>
            <p:nvPr/>
          </p:nvSpPr>
          <p:spPr>
            <a:xfrm>
              <a:off x="870692" y="3211994"/>
              <a:ext cx="751807" cy="751807"/>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40FA0A6C-77CD-660F-9473-E1535C6A9F6D}"/>
                </a:ext>
              </a:extLst>
            </p:cNvPr>
            <p:cNvSpPr/>
            <p:nvPr/>
          </p:nvSpPr>
          <p:spPr>
            <a:xfrm>
              <a:off x="2035993" y="2904437"/>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977900" rtl="1">
                <a:lnSpc>
                  <a:spcPct val="9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عملية لتحديد مصادر الخطر واحتمالية حدوث الضرر وتحديد الاحتياطات اللازمة لتقليل المخاطر.  </a:t>
              </a:r>
              <a:endParaRPr lang="en-US" sz="2200" kern="1200"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45C8F023-BC82-C452-D43D-D2D47DF54A12}"/>
                </a:ext>
              </a:extLst>
            </p:cNvPr>
            <p:cNvSpPr/>
            <p:nvPr/>
          </p:nvSpPr>
          <p:spPr>
            <a:xfrm>
              <a:off x="457199" y="4613089"/>
              <a:ext cx="5111751" cy="136692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2" name="Rectangle 11" descr="Clapper board">
              <a:extLst>
                <a:ext uri="{FF2B5EF4-FFF2-40B4-BE49-F238E27FC236}">
                  <a16:creationId xmlns:a16="http://schemas.microsoft.com/office/drawing/2014/main" id="{AFB7ADF0-FFA7-BFA6-9440-F4E7BAE7232C}"/>
                </a:ext>
              </a:extLst>
            </p:cNvPr>
            <p:cNvSpPr/>
            <p:nvPr/>
          </p:nvSpPr>
          <p:spPr>
            <a:xfrm>
              <a:off x="870692" y="4920647"/>
              <a:ext cx="751807" cy="751807"/>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34E756A7-8E9F-4AE8-5436-AE8A075B4162}"/>
                </a:ext>
              </a:extLst>
            </p:cNvPr>
            <p:cNvSpPr/>
            <p:nvPr/>
          </p:nvSpPr>
          <p:spPr>
            <a:xfrm>
              <a:off x="2035993" y="4613089"/>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977900" rtl="1">
                <a:lnSpc>
                  <a:spcPct val="9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احتمال وقوع ضرر نتيجة لفعل أو حدث أو موقف. </a:t>
              </a:r>
              <a:endParaRPr lang="en-US" sz="2200" kern="1200" dirty="0">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C020CB35-C019-63D7-047F-05A146AD113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45645063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5BDE3-16B4-FF64-50CF-9FC050D2AA1A}"/>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تقييم المخاطر</a:t>
            </a:r>
          </a:p>
        </p:txBody>
      </p:sp>
      <p:sp>
        <p:nvSpPr>
          <p:cNvPr id="3" name="Content Placeholder 2">
            <a:extLst>
              <a:ext uri="{FF2B5EF4-FFF2-40B4-BE49-F238E27FC236}">
                <a16:creationId xmlns:a16="http://schemas.microsoft.com/office/drawing/2014/main" id="{FBABAAC8-202E-3282-971B-3C5F461E7D84}"/>
              </a:ext>
            </a:extLst>
          </p:cNvPr>
          <p:cNvSpPr>
            <a:spLocks noGrp="1"/>
          </p:cNvSpPr>
          <p:nvPr>
            <p:ph idx="1"/>
          </p:nvPr>
        </p:nvSpPr>
        <p:spPr>
          <a:xfrm>
            <a:off x="468311" y="2348880"/>
            <a:ext cx="8207375" cy="3960440"/>
          </a:xfrm>
        </p:spPr>
        <p:txBody>
          <a:bodyPr rtlCol="1"/>
          <a:lstStyle/>
          <a:p>
            <a:pPr rtl="1"/>
            <a:r>
              <a:rPr lang="ar" dirty="0">
                <a:latin typeface="Times New Roman" panose="02020603050405020304" pitchFamily="18" charset="0"/>
                <a:cs typeface="Times New Roman" panose="02020603050405020304" pitchFamily="18" charset="0"/>
              </a:rPr>
              <a:t>يعتمد تقييم المخاطر على المواقف والظروف. انظر إلى الرسم التوضيحي في الشريحة الآتية، وناقش كل نقطة فيما يتعلق بالمواقف الآتية:</a:t>
            </a:r>
          </a:p>
          <a:p>
            <a:pPr lvl="1" rtl="1"/>
            <a:r>
              <a:rPr lang="ar" sz="1800" dirty="0">
                <a:latin typeface="Times New Roman" panose="02020603050405020304" pitchFamily="18" charset="0"/>
                <a:cs typeface="Times New Roman" panose="02020603050405020304" pitchFamily="18" charset="0"/>
              </a:rPr>
              <a:t>يرغب أحد المقيمين من كبار السن في الذهاب إلى زيارة أحد أقربائه</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lvl="1" rtl="1"/>
            <a:r>
              <a:rPr lang="ar" sz="1800" dirty="0">
                <a:latin typeface="Times New Roman" panose="02020603050405020304" pitchFamily="18" charset="0"/>
                <a:cs typeface="Times New Roman" panose="02020603050405020304" pitchFamily="18" charset="0"/>
              </a:rPr>
              <a:t>يرغب أحد مُتلقي الخدمة من المُصابين بالخرف في الذهاب إلى المتاجر وحده</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lvl="1" rtl="1"/>
            <a:r>
              <a:rPr lang="ar" sz="1800" dirty="0">
                <a:latin typeface="Times New Roman" panose="02020603050405020304" pitchFamily="18" charset="0"/>
                <a:cs typeface="Times New Roman" panose="02020603050405020304" pitchFamily="18" charset="0"/>
              </a:rPr>
              <a:t>يرغب أحد مستخدمين الكرسي المتحرك في الانتقال من الكرسي إلى حوض الاستحمام بمفرده</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lvl="1" rtl="1"/>
            <a:r>
              <a:rPr lang="ar" sz="1800" dirty="0">
                <a:latin typeface="Times New Roman" panose="02020603050405020304" pitchFamily="18" charset="0"/>
                <a:cs typeface="Times New Roman" panose="02020603050405020304" pitchFamily="18" charset="0"/>
              </a:rPr>
              <a:t>يرغب أحد مُتلقي الخدمة من المصابين بداء السكري المعتمد على الأنسولين في أخذ جرعة الأنسولين</a:t>
            </a:r>
            <a:r>
              <a:rPr lang="ar-EG" sz="1800" dirty="0">
                <a:latin typeface="Times New Roman" panose="02020603050405020304" pitchFamily="18" charset="0"/>
                <a:cs typeface="Times New Roman" panose="02020603050405020304" pitchFamily="18" charset="0"/>
              </a:rPr>
              <a:t>.</a:t>
            </a:r>
            <a:r>
              <a:rPr lang="ar" sz="1800" dirty="0">
                <a:latin typeface="Times New Roman" panose="02020603050405020304" pitchFamily="18" charset="0"/>
                <a:cs typeface="Times New Roman" panose="02020603050405020304" pitchFamily="18" charset="0"/>
              </a:rPr>
              <a:t> بمفرده عند الخروج لتناول وجبة مع الأصدقاء، برغم أن الموظفين هم من يتولى عادةً حقنهم.</a:t>
            </a: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A36D287-DC16-2D7A-B466-6BC7A86629F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2264386"/>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98B8-DD10-9225-1E59-A3092A9D215D}"/>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تقييم المخاطر </a:t>
            </a:r>
          </a:p>
        </p:txBody>
      </p:sp>
      <p:graphicFrame>
        <p:nvGraphicFramePr>
          <p:cNvPr id="5" name="Content Placeholder 4">
            <a:extLst>
              <a:ext uri="{FF2B5EF4-FFF2-40B4-BE49-F238E27FC236}">
                <a16:creationId xmlns:a16="http://schemas.microsoft.com/office/drawing/2014/main" id="{4AF9FB76-D698-2A41-BF6A-FBDC31D2A525}"/>
              </a:ext>
            </a:extLst>
          </p:cNvPr>
          <p:cNvGraphicFramePr>
            <a:graphicFrameLocks noGrp="1"/>
          </p:cNvGraphicFramePr>
          <p:nvPr>
            <p:ph idx="1"/>
            <p:extLst>
              <p:ext uri="{D42A27DB-BD31-4B8C-83A1-F6EECF244321}">
                <p14:modId xmlns:p14="http://schemas.microsoft.com/office/powerpoint/2010/main" val="460000605"/>
              </p:ext>
            </p:extLst>
          </p:nvPr>
        </p:nvGraphicFramePr>
        <p:xfrm>
          <a:off x="468312" y="2195513"/>
          <a:ext cx="8207375" cy="38782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932BE4D-754A-7129-C4DE-668C4582A45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952671450"/>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3A348-608E-4122-42F4-88F8D2850227}"/>
              </a:ext>
            </a:extLst>
          </p:cNvPr>
          <p:cNvSpPr>
            <a:spLocks noGrp="1"/>
          </p:cNvSpPr>
          <p:nvPr>
            <p:ph type="title"/>
          </p:nvPr>
        </p:nvSpPr>
        <p:spPr>
          <a:xfrm>
            <a:off x="457200" y="1195200"/>
            <a:ext cx="8229600" cy="864000"/>
          </a:xfrm>
        </p:spPr>
        <p:txBody>
          <a:bodyPr wrap="square" rtlCol="1" anchor="ctr">
            <a:normAutofit fontScale="90000"/>
          </a:bodyPr>
          <a:lstStyle/>
          <a:p>
            <a:pPr rtl="1">
              <a:lnSpc>
                <a:spcPct val="90000"/>
              </a:lnSpc>
            </a:pPr>
            <a:br>
              <a:rPr lang="en-GB" sz="1800" b="1" dirty="0">
                <a:latin typeface="Times New Roman" panose="02020603050405020304" pitchFamily="18" charset="0"/>
                <a:cs typeface="Times New Roman" panose="02020603050405020304" pitchFamily="18" charset="0"/>
              </a:rPr>
            </a:br>
            <a:r>
              <a:rPr lang="ar" sz="2800" b="1">
                <a:latin typeface="Times New Roman" panose="02020603050405020304" pitchFamily="18" charset="0"/>
                <a:cs typeface="Times New Roman" panose="02020603050405020304" pitchFamily="18" charset="0"/>
              </a:rPr>
              <a:t>ج2  النشاطات اليومية</a:t>
            </a:r>
            <a:br>
              <a:rPr lang="en-GB" sz="1800" b="1" dirty="0">
                <a:latin typeface="Times New Roman" panose="02020603050405020304" pitchFamily="18" charset="0"/>
                <a:cs typeface="Times New Roman" panose="02020603050405020304" pitchFamily="18" charset="0"/>
              </a:rPr>
            </a:br>
            <a:endParaRPr lang="en-GB"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034D00-5734-C08C-8941-43289FC46E42}"/>
              </a:ext>
            </a:extLst>
          </p:cNvPr>
          <p:cNvSpPr>
            <a:spLocks noGrp="1"/>
          </p:cNvSpPr>
          <p:nvPr>
            <p:ph sz="half" idx="1"/>
          </p:nvPr>
        </p:nvSpPr>
        <p:spPr>
          <a:xfrm>
            <a:off x="4648199" y="1916832"/>
            <a:ext cx="4027487" cy="4303269"/>
          </a:xfrm>
        </p:spPr>
        <p:txBody>
          <a:bodyPr wrap="square" rtlCol="1" anchor="t">
            <a:normAutofit/>
          </a:bodyPr>
          <a:lstStyle/>
          <a:p>
            <a:pPr marL="0" indent="0" rtl="1">
              <a:lnSpc>
                <a:spcPct val="90000"/>
              </a:lnSpc>
              <a:buNone/>
            </a:pPr>
            <a:r>
              <a:rPr lang="ar" sz="1900" dirty="0">
                <a:latin typeface="Times New Roman" panose="02020603050405020304" pitchFamily="18" charset="0"/>
                <a:cs typeface="Times New Roman" panose="02020603050405020304" pitchFamily="18" charset="0"/>
              </a:rPr>
              <a:t>بصفتك عامل رعاية، يجب أن تكون على</a:t>
            </a:r>
          </a:p>
          <a:p>
            <a:pPr marL="0" indent="0" rtl="1">
              <a:lnSpc>
                <a:spcPct val="90000"/>
              </a:lnSpc>
              <a:buNone/>
            </a:pPr>
            <a:r>
              <a:rPr lang="ar" sz="1900" dirty="0">
                <a:latin typeface="Times New Roman" panose="02020603050405020304" pitchFamily="18" charset="0"/>
                <a:cs typeface="Times New Roman" panose="02020603050405020304" pitchFamily="18" charset="0"/>
              </a:rPr>
              <a:t> دراية كاملة بمخاطر الرعاية والدعم اليومي الذي يتلقاه مُتلقي الخدمة. </a:t>
            </a:r>
          </a:p>
          <a:p>
            <a:pPr marL="0" indent="0" rtl="1">
              <a:lnSpc>
                <a:spcPct val="90000"/>
              </a:lnSpc>
              <a:buNone/>
            </a:pPr>
            <a:endParaRPr lang="en-GB" sz="1900" dirty="0">
              <a:latin typeface="Times New Roman" panose="02020603050405020304" pitchFamily="18" charset="0"/>
              <a:cs typeface="Times New Roman" panose="02020603050405020304" pitchFamily="18" charset="0"/>
            </a:endParaRPr>
          </a:p>
          <a:p>
            <a:pPr marL="0" indent="0" rtl="1">
              <a:lnSpc>
                <a:spcPct val="90000"/>
              </a:lnSpc>
              <a:buNone/>
            </a:pPr>
            <a:endParaRPr lang="en-GB" sz="1900" dirty="0">
              <a:latin typeface="Times New Roman" panose="02020603050405020304" pitchFamily="18" charset="0"/>
              <a:cs typeface="Times New Roman" panose="02020603050405020304" pitchFamily="18" charset="0"/>
            </a:endParaRPr>
          </a:p>
          <a:p>
            <a:pPr marL="0" indent="0" rtl="1">
              <a:lnSpc>
                <a:spcPct val="90000"/>
              </a:lnSpc>
              <a:buNone/>
            </a:pPr>
            <a:r>
              <a:rPr lang="ar" sz="1900" dirty="0">
                <a:latin typeface="Times New Roman" panose="02020603050405020304" pitchFamily="18" charset="0"/>
                <a:cs typeface="Times New Roman" panose="02020603050405020304" pitchFamily="18" charset="0"/>
              </a:rPr>
              <a:t>هل يمكنك تحديد المخاطر المرتبطة بكل نشاط من النشاطات الموضحة في الرسم البياني والتي قد تحتاج إلى تنفيذها عند العمل مع مُتلقي الخدمة؟</a:t>
            </a:r>
          </a:p>
          <a:p>
            <a:pPr marL="0" indent="0" rtl="1">
              <a:lnSpc>
                <a:spcPct val="90000"/>
              </a:lnSpc>
              <a:buNone/>
            </a:pPr>
            <a:endParaRPr lang="ar" sz="1900" dirty="0">
              <a:latin typeface="Times New Roman" panose="02020603050405020304" pitchFamily="18" charset="0"/>
              <a:cs typeface="Times New Roman" panose="02020603050405020304" pitchFamily="18" charset="0"/>
            </a:endParaRPr>
          </a:p>
          <a:p>
            <a:pPr marL="0" indent="0" rtl="1">
              <a:lnSpc>
                <a:spcPct val="90000"/>
              </a:lnSpc>
              <a:buNone/>
            </a:pPr>
            <a:endParaRPr lang="ar" sz="1900" dirty="0">
              <a:latin typeface="Times New Roman" panose="02020603050405020304" pitchFamily="18" charset="0"/>
              <a:cs typeface="Times New Roman" panose="02020603050405020304" pitchFamily="18" charset="0"/>
            </a:endParaRPr>
          </a:p>
          <a:p>
            <a:pPr marL="0" indent="0" rtl="1">
              <a:lnSpc>
                <a:spcPct val="90000"/>
              </a:lnSpc>
              <a:buNone/>
            </a:pPr>
            <a:endParaRPr lang="ar" sz="1900" dirty="0">
              <a:latin typeface="Times New Roman" panose="02020603050405020304" pitchFamily="18" charset="0"/>
              <a:cs typeface="Times New Roman" panose="02020603050405020304" pitchFamily="18" charset="0"/>
            </a:endParaRPr>
          </a:p>
          <a:p>
            <a:pPr marL="0" indent="0" rtl="1">
              <a:lnSpc>
                <a:spcPct val="90000"/>
              </a:lnSpc>
              <a:buNone/>
            </a:pPr>
            <a:endParaRPr lang="en-GB" sz="1900" dirty="0">
              <a:latin typeface="Times New Roman" panose="02020603050405020304" pitchFamily="18" charset="0"/>
              <a:cs typeface="Times New Roman" panose="02020603050405020304" pitchFamily="18" charset="0"/>
            </a:endParaRPr>
          </a:p>
          <a:p>
            <a:pPr marL="0" indent="0" rtl="1">
              <a:lnSpc>
                <a:spcPct val="90000"/>
              </a:lnSpc>
              <a:buNone/>
            </a:pPr>
            <a:r>
              <a:rPr lang="ar" sz="1900" dirty="0">
                <a:latin typeface="Times New Roman" panose="02020603050405020304" pitchFamily="18" charset="0"/>
                <a:cs typeface="Times New Roman" panose="02020603050405020304" pitchFamily="18" charset="0"/>
              </a:rPr>
              <a:t>كيف يُمكن إدارة كل خطر بأمان؟</a:t>
            </a:r>
          </a:p>
          <a:p>
            <a:pPr marL="0" indent="0" rtl="1">
              <a:lnSpc>
                <a:spcPct val="90000"/>
              </a:lnSpc>
              <a:buNone/>
            </a:pPr>
            <a:endParaRPr lang="ar" sz="1900" dirty="0">
              <a:latin typeface="Times New Roman" panose="02020603050405020304" pitchFamily="18" charset="0"/>
              <a:cs typeface="Times New Roman" panose="02020603050405020304" pitchFamily="18" charset="0"/>
            </a:endParaRPr>
          </a:p>
          <a:p>
            <a:pPr marL="0" indent="0" rtl="1">
              <a:lnSpc>
                <a:spcPct val="90000"/>
              </a:lnSpc>
              <a:buNone/>
            </a:pPr>
            <a:endParaRPr lang="en-GB" sz="1900"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76A78041-312D-08ED-168F-ED3CE269E80D}"/>
              </a:ext>
            </a:extLst>
          </p:cNvPr>
          <p:cNvGraphicFramePr>
            <a:graphicFrameLocks noGrp="1"/>
          </p:cNvGraphicFramePr>
          <p:nvPr>
            <p:ph sz="half" idx="2"/>
            <p:extLst>
              <p:ext uri="{D42A27DB-BD31-4B8C-83A1-F6EECF244321}">
                <p14:modId xmlns:p14="http://schemas.microsoft.com/office/powerpoint/2010/main" val="1772839628"/>
              </p:ext>
            </p:extLst>
          </p:nvPr>
        </p:nvGraphicFramePr>
        <p:xfrm>
          <a:off x="468312" y="2195513"/>
          <a:ext cx="4027488" cy="4024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45D55CC7-B1B8-0885-5BB6-032BD3D2CBC8}"/>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158712784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5D50-377A-6B31-7995-58E4960F5C7C}"/>
              </a:ext>
            </a:extLst>
          </p:cNvPr>
          <p:cNvSpPr>
            <a:spLocks noGrp="1"/>
          </p:cNvSpPr>
          <p:nvPr>
            <p:ph type="title"/>
          </p:nvPr>
        </p:nvSpPr>
        <p:spPr/>
        <p:txBody>
          <a:bodyPr rtlCol="1"/>
          <a:lstStyle/>
          <a:p>
            <a:pPr rtl="1"/>
            <a:r>
              <a:rPr lang="ar">
                <a:latin typeface="Times New Roman" panose="02020603050405020304" pitchFamily="18" charset="0"/>
                <a:cs typeface="Times New Roman" panose="02020603050405020304" pitchFamily="18" charset="0"/>
              </a:rPr>
              <a:t>شكر وتقدير</a:t>
            </a: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EE06E05-A51E-295C-5F13-D154278DB27E}"/>
              </a:ext>
            </a:extLst>
          </p:cNvPr>
          <p:cNvSpPr txBox="1"/>
          <p:nvPr/>
        </p:nvSpPr>
        <p:spPr>
          <a:xfrm>
            <a:off x="460903" y="2571056"/>
            <a:ext cx="7870501" cy="1938992"/>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algn="justLow" rtl="1"/>
            <a:r>
              <a:rPr lang="ar" sz="2000" b="1" dirty="0">
                <a:latin typeface="Times New Roman" panose="02020603050405020304" pitchFamily="18" charset="0"/>
                <a:cs typeface="Times New Roman" panose="02020603050405020304" pitchFamily="18" charset="0"/>
              </a:rPr>
              <a:t>الصور:</a:t>
            </a:r>
          </a:p>
          <a:p>
            <a:pPr algn="justLow" rtl="1"/>
            <a:r>
              <a:rPr lang="ar" sz="2000" dirty="0">
                <a:latin typeface="Times New Roman" panose="02020603050405020304" pitchFamily="18" charset="0"/>
                <a:cs typeface="Times New Roman" panose="02020603050405020304" pitchFamily="18" charset="0"/>
              </a:rPr>
              <a:t>(دليل الاختصارات: l-يسار، r-يمين، c-وسط، t-أعلى، b-أسفل)</a:t>
            </a:r>
          </a:p>
          <a:p>
            <a:pPr algn="justLow" rtl="1"/>
            <a:r>
              <a:rPr lang="ar" sz="2000" b="1" dirty="0">
                <a:latin typeface="Times New Roman" panose="02020603050405020304" pitchFamily="18" charset="0"/>
                <a:cs typeface="Times New Roman" panose="02020603050405020304" pitchFamily="18" charset="0"/>
              </a:rPr>
              <a:t>123 آر إف: </a:t>
            </a:r>
            <a:r>
              <a:rPr lang="ar" sz="2000" kern="0" dirty="0">
                <a:latin typeface="Times New Roman" panose="02020603050405020304" pitchFamily="18" charset="0"/>
                <a:cs typeface="Times New Roman" panose="02020603050405020304" pitchFamily="18" charset="0"/>
              </a:rPr>
              <a:t>مكفوتوشو (الشريحة 1)</a:t>
            </a:r>
            <a:r>
              <a:rPr lang="ar" sz="2000" dirty="0">
                <a:solidFill>
                  <a:srgbClr val="444444"/>
                </a:solidFill>
                <a:latin typeface="Times New Roman" panose="02020603050405020304" pitchFamily="18" charset="0"/>
                <a:cs typeface="Times New Roman" panose="02020603050405020304" pitchFamily="18" charset="0"/>
              </a:rPr>
              <a:t>،</a:t>
            </a:r>
            <a:r>
              <a:rPr lang="ar" sz="2000" b="1" dirty="0">
                <a:solidFill>
                  <a:srgbClr val="444444"/>
                </a:solidFill>
                <a:latin typeface="Times New Roman" panose="02020603050405020304" pitchFamily="18" charset="0"/>
                <a:cs typeface="Times New Roman" panose="02020603050405020304" pitchFamily="18" charset="0"/>
              </a:rPr>
              <a:t> </a:t>
            </a:r>
          </a:p>
          <a:p>
            <a:pPr algn="justLow" rtl="1"/>
            <a:r>
              <a:rPr lang="ar" sz="2000" b="1" dirty="0">
                <a:latin typeface="Times New Roman" panose="02020603050405020304" pitchFamily="18" charset="0"/>
                <a:cs typeface="Times New Roman" panose="02020603050405020304" pitchFamily="18" charset="0"/>
              </a:rPr>
              <a:t>شترستوك:</a:t>
            </a:r>
            <a:r>
              <a:rPr lang="ar" sz="2000" dirty="0">
                <a:latin typeface="Times New Roman" panose="02020603050405020304" pitchFamily="18" charset="0"/>
                <a:cs typeface="Times New Roman" panose="02020603050405020304" pitchFamily="18" charset="0"/>
              </a:rPr>
              <a:t> </a:t>
            </a:r>
            <a:r>
              <a:rPr lang="ar" sz="2000" kern="0" dirty="0">
                <a:latin typeface="Times New Roman" panose="02020603050405020304" pitchFamily="18" charset="0"/>
                <a:cs typeface="Times New Roman" panose="02020603050405020304" pitchFamily="18" charset="0"/>
              </a:rPr>
              <a:t>أندري بوبوف (الشريحة 5)، إلنور (الشريحة 9)، أيكونيكو (الشريحة 12)، مستر بي كينج (الشريحة 14)، أليكس كوينيرجي (الشريحة 17)</a:t>
            </a:r>
            <a:r>
              <a:rPr lang="ar" sz="2000" dirty="0">
                <a:latin typeface="Times New Roman" panose="02020603050405020304" pitchFamily="18" charset="0"/>
                <a:cs typeface="Times New Roman" panose="02020603050405020304" pitchFamily="18" charset="0"/>
              </a:rPr>
              <a:t>، </a:t>
            </a:r>
          </a:p>
          <a:p>
            <a:pPr algn="justLow" rtl="1"/>
            <a:r>
              <a:rPr lang="ar" sz="2000" b="1" dirty="0">
                <a:latin typeface="Times New Roman" panose="02020603050405020304" pitchFamily="18" charset="0"/>
                <a:cs typeface="Times New Roman" panose="02020603050405020304" pitchFamily="18" charset="0"/>
              </a:rPr>
              <a:t>Stock.adobe.com: </a:t>
            </a:r>
            <a:r>
              <a:rPr lang="ar" sz="2000" kern="0" dirty="0">
                <a:latin typeface="Times New Roman" panose="02020603050405020304" pitchFamily="18" charset="0"/>
                <a:cs typeface="Times New Roman" panose="02020603050405020304" pitchFamily="18" charset="0"/>
              </a:rPr>
              <a:t>دايلي كرياتيفيني (الشريحة 6)، أكي 1150 (الشريحة 18).</a:t>
            </a: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10F46C-4763-F390-3D84-F8387851283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a:t>
            </a:r>
            <a:r>
              <a:rPr lang="en-GB" sz="900" dirty="0">
                <a:solidFill>
                  <a:srgbClr val="242424"/>
                </a:solidFill>
                <a:latin typeface="Aptos Narrow" panose="020B0004020202020204" pitchFamily="34" charset="0"/>
              </a:rPr>
              <a:t>32</a:t>
            </a:r>
            <a:endParaRPr lang="en-GB" sz="900" dirty="0"/>
          </a:p>
        </p:txBody>
      </p:sp>
    </p:spTree>
    <p:extLst>
      <p:ext uri="{BB962C8B-B14F-4D97-AF65-F5344CB8AC3E}">
        <p14:creationId xmlns:p14="http://schemas.microsoft.com/office/powerpoint/2010/main" val="809897825"/>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698bde0db92f4b6453249da6bd9087ce">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b9339031a639aa78a5deea90689d2a48"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48C615-482B-4AB5-9FE7-A2F3E6CFF2B1}">
  <ds:schemaRefs>
    <ds:schemaRef ds:uri="http://schemas.microsoft.com/office/2006/documentManagement/types"/>
    <ds:schemaRef ds:uri="http://purl.org/dc/elements/1.1/"/>
    <ds:schemaRef ds:uri="6125ffc9-2c56-435e-8267-1393444907b2"/>
    <ds:schemaRef ds:uri="http://schemas.openxmlformats.org/package/2006/metadata/core-properties"/>
    <ds:schemaRef ds:uri="http://schemas.microsoft.com/office/infopath/2007/PartnerControls"/>
    <ds:schemaRef ds:uri="http://purl.org/dc/terms/"/>
    <ds:schemaRef ds:uri="http://purl.org/dc/dcmitype/"/>
    <ds:schemaRef ds:uri="7c1bd8dc-4e40-424f-a15f-9ffcd522197f"/>
    <ds:schemaRef ds:uri="http://schemas.microsoft.com/sharepoint/v3"/>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BFFCD07D-CDFB-4CB2-8754-9F9C2EAC70CA}"/>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11003</TotalTime>
  <Words>1850</Words>
  <Application>Microsoft Office PowerPoint</Application>
  <PresentationFormat>On-screen Show (4:3)</PresentationFormat>
  <Paragraphs>384</Paragraphs>
  <Slides>33</Slides>
  <Notes>17</Notes>
  <HiddenSlides>0</HiddenSlides>
  <MMClips>0</MMClips>
  <ScaleCrop>false</ScaleCrop>
  <HeadingPairs>
    <vt:vector size="6" baseType="variant">
      <vt:variant>
        <vt:lpstr>Fonts Used</vt:lpstr>
      </vt:variant>
      <vt:variant>
        <vt:i4>9</vt:i4>
      </vt:variant>
      <vt:variant>
        <vt:lpstr>Theme</vt:lpstr>
      </vt:variant>
      <vt:variant>
        <vt:i4>14</vt:i4>
      </vt:variant>
      <vt:variant>
        <vt:lpstr>Slide Titles</vt:lpstr>
      </vt:variant>
      <vt:variant>
        <vt:i4>33</vt:i4>
      </vt:variant>
    </vt:vector>
  </HeadingPairs>
  <TitlesOfParts>
    <vt:vector size="56" baseType="lpstr">
      <vt:lpstr>Aptos Narrow</vt:lpstr>
      <vt:lpstr>Arial</vt:lpstr>
      <vt:lpstr>Arialtest</vt:lpstr>
      <vt:lpstr>Calibri</vt:lpstr>
      <vt:lpstr>Roboto</vt:lpstr>
      <vt:lpstr>Sakkal Majalla</vt:lpstr>
      <vt:lpstr>Times New Roman</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PowerPoint Presentation</vt:lpstr>
      <vt:lpstr>الصحة والسلامة في مرافق الرعاية</vt:lpstr>
      <vt:lpstr>نتاجات التعلم</vt:lpstr>
      <vt:lpstr>نتاج التعلم أ  </vt:lpstr>
      <vt:lpstr>أ1 مصادر الخطر  </vt:lpstr>
      <vt:lpstr>PowerPoint Presentation</vt:lpstr>
      <vt:lpstr>تصنيف مصادر الخطر بيئة الرعاية الصحية والاجتماعية: </vt:lpstr>
      <vt:lpstr>     </vt:lpstr>
      <vt:lpstr>          </vt:lpstr>
      <vt:lpstr>مصادر الخطر ببيئة الرعاية الصحية والاجتماعية</vt:lpstr>
      <vt:lpstr>PowerPoint Presentation</vt:lpstr>
      <vt:lpstr>أ2 المسؤوليات</vt:lpstr>
      <vt:lpstr>للحفاظ على مكان العمل آمنًا، يتحمّل أصحاب العمل مسؤولية تلبية المعايير المعقولة.  </vt:lpstr>
      <vt:lpstr>المواد الكيميائية والعقاقير</vt:lpstr>
      <vt:lpstr>أ2 مسؤوليات صاحب العمل</vt:lpstr>
      <vt:lpstr>أ2 مسؤوليات الموظفين</vt:lpstr>
      <vt:lpstr>أ2 مسؤوليات الموظفين</vt:lpstr>
      <vt:lpstr>أ2 مسؤوليات مُتلقي الخدمة</vt:lpstr>
      <vt:lpstr>    أ2 المسؤوليات   </vt:lpstr>
      <vt:lpstr>نتاج التعلم ب  </vt:lpstr>
      <vt:lpstr>PowerPoint Presentation</vt:lpstr>
      <vt:lpstr>ب1 النشاط</vt:lpstr>
      <vt:lpstr> إجراءات الصحة والسلامة المتعلقة ببيئة الرعاية الصحية والاجتماعية: </vt:lpstr>
      <vt:lpstr>ب1: السياسات في بيئات العمل في مجال الرعاية الصحية  </vt:lpstr>
      <vt:lpstr>     </vt:lpstr>
      <vt:lpstr>نتاج التعلم ج  </vt:lpstr>
      <vt:lpstr>PowerPoint Presentation</vt:lpstr>
      <vt:lpstr>تقييم المخاطر</vt:lpstr>
      <vt:lpstr>  النشاط -  تقييم المخاطر  اربط العنوان بالعبارة المذكورة</vt:lpstr>
      <vt:lpstr>تقييم المخاطر</vt:lpstr>
      <vt:lpstr>تقييم المخاطر </vt:lpstr>
      <vt:lpstr> ج2  النشاطات اليومية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161</cp:revision>
  <dcterms:created xsi:type="dcterms:W3CDTF">2020-07-15T07:14:47Z</dcterms:created>
  <dcterms:modified xsi:type="dcterms:W3CDTF">2025-09-24T08:50:05Z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ies>
</file>