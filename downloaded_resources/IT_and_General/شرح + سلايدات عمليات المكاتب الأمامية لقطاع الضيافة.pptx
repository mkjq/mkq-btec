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0"/>
  </p:notesMasterIdLst>
  <p:sldIdLst>
    <p:sldId id="256" r:id="rId14"/>
    <p:sldId id="257" r:id="rId15"/>
    <p:sldId id="258" r:id="rId16"/>
    <p:sldId id="272" r:id="rId17"/>
    <p:sldId id="305" r:id="rId18"/>
    <p:sldId id="310" r:id="rId19"/>
    <p:sldId id="335" r:id="rId20"/>
    <p:sldId id="311" r:id="rId21"/>
    <p:sldId id="312" r:id="rId22"/>
    <p:sldId id="313" r:id="rId23"/>
    <p:sldId id="315" r:id="rId24"/>
    <p:sldId id="337" r:id="rId25"/>
    <p:sldId id="314" r:id="rId26"/>
    <p:sldId id="316" r:id="rId27"/>
    <p:sldId id="338" r:id="rId28"/>
    <p:sldId id="306" r:id="rId29"/>
    <p:sldId id="307" r:id="rId30"/>
    <p:sldId id="318" r:id="rId31"/>
    <p:sldId id="320" r:id="rId32"/>
    <p:sldId id="322" r:id="rId33"/>
    <p:sldId id="336" r:id="rId34"/>
    <p:sldId id="332" r:id="rId35"/>
    <p:sldId id="324" r:id="rId36"/>
    <p:sldId id="339" r:id="rId37"/>
    <p:sldId id="333" r:id="rId38"/>
    <p:sldId id="325" r:id="rId39"/>
    <p:sldId id="308" r:id="rId40"/>
    <p:sldId id="331" r:id="rId41"/>
    <p:sldId id="340" r:id="rId42"/>
    <p:sldId id="309" r:id="rId43"/>
    <p:sldId id="326" r:id="rId44"/>
    <p:sldId id="327" r:id="rId45"/>
    <p:sldId id="328" r:id="rId46"/>
    <p:sldId id="329" r:id="rId47"/>
    <p:sldId id="334" r:id="rId48"/>
    <p:sldId id="341" r:id="rId49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F2998A-632D-7DD3-001C-456425904A3C}" name="Claire Chester" initials="CC" userId="2bbad52d21f39eb5" providerId="Windows Live"/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21E9D-58C2-41E5-89C3-9819BBFDEA53}" v="37" dt="2023-11-21T12:03:18.074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5" autoAdjust="0"/>
    <p:restoredTop sz="96242" autoAdjust="0"/>
  </p:normalViewPr>
  <p:slideViewPr>
    <p:cSldViewPr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viewProps" Target="view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b8c1c271-dd5b-4079-a09a-81f4ce8be867" providerId="ADAL" clId="{94A772F6-4B75-44F0-809E-3F88B9155ACA}"/>
    <pc:docChg chg="custSel modSld">
      <pc:chgData name="Sam Prince" userId="b8c1c271-dd5b-4079-a09a-81f4ce8be867" providerId="ADAL" clId="{94A772F6-4B75-44F0-809E-3F88B9155ACA}" dt="2023-11-08T13:01:57.316" v="5" actId="1076"/>
      <pc:docMkLst>
        <pc:docMk/>
      </pc:docMkLst>
      <pc:sldChg chg="addSp delSp modSp mod">
        <pc:chgData name="Sam Prince" userId="b8c1c271-dd5b-4079-a09a-81f4ce8be867" providerId="ADAL" clId="{94A772F6-4B75-44F0-809E-3F88B9155ACA}" dt="2023-11-08T13:01:57.316" v="5" actId="1076"/>
        <pc:sldMkLst>
          <pc:docMk/>
          <pc:sldMk cId="0" sldId="256"/>
        </pc:sldMkLst>
        <pc:spChg chg="add mod">
          <ac:chgData name="Sam Prince" userId="b8c1c271-dd5b-4079-a09a-81f4ce8be867" providerId="ADAL" clId="{94A772F6-4B75-44F0-809E-3F88B9155ACA}" dt="2023-11-08T13:01:57.316" v="5" actId="1076"/>
          <ac:spMkLst>
            <pc:docMk/>
            <pc:sldMk cId="0" sldId="256"/>
            <ac:spMk id="2" creationId="{D0CC3198-5D73-3413-952B-6FAF6F94A397}"/>
          </ac:spMkLst>
        </pc:spChg>
        <pc:spChg chg="del">
          <ac:chgData name="Sam Prince" userId="b8c1c271-dd5b-4079-a09a-81f4ce8be867" providerId="ADAL" clId="{94A772F6-4B75-44F0-809E-3F88B9155ACA}" dt="2023-11-08T13:01:52.387" v="3" actId="478"/>
          <ac:spMkLst>
            <pc:docMk/>
            <pc:sldMk cId="0" sldId="256"/>
            <ac:spMk id="28680" creationId="{250B1923-7747-07CF-317E-05CAA217CFCA}"/>
          </ac:spMkLst>
        </pc:spChg>
      </pc:sldChg>
      <pc:sldChg chg="delCm">
        <pc:chgData name="Sam Prince" userId="b8c1c271-dd5b-4079-a09a-81f4ce8be867" providerId="ADAL" clId="{94A772F6-4B75-44F0-809E-3F88B9155ACA}" dt="2023-11-07T15:59:28.850" v="2"/>
        <pc:sldMkLst>
          <pc:docMk/>
          <pc:sldMk cId="403852314" sldId="329"/>
        </pc:sldMkLst>
      </pc:sldChg>
      <pc:sldChg chg="delCm">
        <pc:chgData name="Sam Prince" userId="b8c1c271-dd5b-4079-a09a-81f4ce8be867" providerId="ADAL" clId="{94A772F6-4B75-44F0-809E-3F88B9155ACA}" dt="2023-11-07T15:59:22.971" v="0"/>
        <pc:sldMkLst>
          <pc:docMk/>
          <pc:sldMk cId="2349012576" sldId="338"/>
        </pc:sldMkLst>
      </pc:sldChg>
      <pc:sldChg chg="delCm">
        <pc:chgData name="Sam Prince" userId="b8c1c271-dd5b-4079-a09a-81f4ce8be867" providerId="ADAL" clId="{94A772F6-4B75-44F0-809E-3F88B9155ACA}" dt="2023-11-07T15:59:25.905" v="1"/>
        <pc:sldMkLst>
          <pc:docMk/>
          <pc:sldMk cId="215477562" sldId="340"/>
        </pc:sldMkLst>
      </pc:sldChg>
    </pc:docChg>
  </pc:docChgLst>
  <pc:docChgLst>
    <pc:chgData name="Sam Prince" userId="b8c1c271-dd5b-4079-a09a-81f4ce8be867" providerId="ADAL" clId="{3944A320-6858-40EF-A311-D6CFFE63F9FA}"/>
    <pc:docChg chg="undo custSel addSld delSld modSld">
      <pc:chgData name="Sam Prince" userId="b8c1c271-dd5b-4079-a09a-81f4ce8be867" providerId="ADAL" clId="{3944A320-6858-40EF-A311-D6CFFE63F9FA}" dt="2023-10-23T11:13:39.882" v="284" actId="1076"/>
      <pc:docMkLst>
        <pc:docMk/>
      </pc:docMkLst>
      <pc:sldChg chg="modSp mod">
        <pc:chgData name="Sam Prince" userId="b8c1c271-dd5b-4079-a09a-81f4ce8be867" providerId="ADAL" clId="{3944A320-6858-40EF-A311-D6CFFE63F9FA}" dt="2023-10-12T17:13:58.170" v="60" actId="6549"/>
        <pc:sldMkLst>
          <pc:docMk/>
          <pc:sldMk cId="0" sldId="258"/>
        </pc:sldMkLst>
        <pc:spChg chg="mod">
          <ac:chgData name="Sam Prince" userId="b8c1c271-dd5b-4079-a09a-81f4ce8be867" providerId="ADAL" clId="{3944A320-6858-40EF-A311-D6CFFE63F9FA}" dt="2023-10-12T17:13:58.170" v="60" actId="6549"/>
          <ac:spMkLst>
            <pc:docMk/>
            <pc:sldMk cId="0" sldId="258"/>
            <ac:spMk id="32770" creationId="{CD9316BF-B3CE-8341-5A0A-249747D6C6E1}"/>
          </ac:spMkLst>
        </pc:spChg>
      </pc:sldChg>
      <pc:sldChg chg="modSp">
        <pc:chgData name="Sam Prince" userId="b8c1c271-dd5b-4079-a09a-81f4ce8be867" providerId="ADAL" clId="{3944A320-6858-40EF-A311-D6CFFE63F9FA}" dt="2023-10-23T11:10:51.593" v="274" actId="12"/>
        <pc:sldMkLst>
          <pc:docMk/>
          <pc:sldMk cId="3621417310" sldId="307"/>
        </pc:sldMkLst>
        <pc:spChg chg="mod">
          <ac:chgData name="Sam Prince" userId="b8c1c271-dd5b-4079-a09a-81f4ce8be867" providerId="ADAL" clId="{3944A320-6858-40EF-A311-D6CFFE63F9FA}" dt="2023-10-23T11:04:11.040" v="240" actId="1076"/>
          <ac:spMkLst>
            <pc:docMk/>
            <pc:sldMk cId="3621417310" sldId="307"/>
            <ac:spMk id="2" creationId="{4B8B33BE-BC6D-5913-6BB3-89CCBF31E4E0}"/>
          </ac:spMkLst>
        </pc:spChg>
        <pc:graphicFrameChg chg="mod">
          <ac:chgData name="Sam Prince" userId="b8c1c271-dd5b-4079-a09a-81f4ce8be867" providerId="ADAL" clId="{3944A320-6858-40EF-A311-D6CFFE63F9FA}" dt="2023-10-23T11:10:51.593" v="274" actId="12"/>
          <ac:graphicFrameMkLst>
            <pc:docMk/>
            <pc:sldMk cId="3621417310" sldId="307"/>
            <ac:graphicFrameMk id="3" creationId="{85AC640F-FFE3-8240-79CC-B91C46B216DB}"/>
          </ac:graphicFrameMkLst>
        </pc:graphicFrameChg>
      </pc:sldChg>
      <pc:sldChg chg="modSp mod">
        <pc:chgData name="Sam Prince" userId="b8c1c271-dd5b-4079-a09a-81f4ce8be867" providerId="ADAL" clId="{3944A320-6858-40EF-A311-D6CFFE63F9FA}" dt="2023-10-23T11:08:29.881" v="261" actId="1076"/>
        <pc:sldMkLst>
          <pc:docMk/>
          <pc:sldMk cId="47175209" sldId="309"/>
        </pc:sldMkLst>
        <pc:spChg chg="mod">
          <ac:chgData name="Sam Prince" userId="b8c1c271-dd5b-4079-a09a-81f4ce8be867" providerId="ADAL" clId="{3944A320-6858-40EF-A311-D6CFFE63F9FA}" dt="2023-10-23T10:51:54.783" v="176" actId="403"/>
          <ac:spMkLst>
            <pc:docMk/>
            <pc:sldMk cId="47175209" sldId="309"/>
            <ac:spMk id="3" creationId="{686B826C-3F4A-1C53-D2B9-E278EB5D01A3}"/>
          </ac:spMkLst>
        </pc:spChg>
        <pc:graphicFrameChg chg="mod modGraphic">
          <ac:chgData name="Sam Prince" userId="b8c1c271-dd5b-4079-a09a-81f4ce8be867" providerId="ADAL" clId="{3944A320-6858-40EF-A311-D6CFFE63F9FA}" dt="2023-10-23T11:08:29.881" v="261" actId="1076"/>
          <ac:graphicFrameMkLst>
            <pc:docMk/>
            <pc:sldMk cId="47175209" sldId="309"/>
            <ac:graphicFrameMk id="34822" creationId="{71F7FADF-4745-D4BC-2C84-C4765746A217}"/>
          </ac:graphicFrameMkLst>
        </pc:graphicFrameChg>
      </pc:sldChg>
      <pc:sldChg chg="modSp mod">
        <pc:chgData name="Sam Prince" userId="b8c1c271-dd5b-4079-a09a-81f4ce8be867" providerId="ADAL" clId="{3944A320-6858-40EF-A311-D6CFFE63F9FA}" dt="2023-10-23T11:13:39.882" v="284" actId="1076"/>
        <pc:sldMkLst>
          <pc:docMk/>
          <pc:sldMk cId="3251345372" sldId="311"/>
        </pc:sldMkLst>
        <pc:spChg chg="mod">
          <ac:chgData name="Sam Prince" userId="b8c1c271-dd5b-4079-a09a-81f4ce8be867" providerId="ADAL" clId="{3944A320-6858-40EF-A311-D6CFFE63F9FA}" dt="2023-10-23T11:11:15.046" v="276" actId="1076"/>
          <ac:spMkLst>
            <pc:docMk/>
            <pc:sldMk cId="3251345372" sldId="311"/>
            <ac:spMk id="2" creationId="{92C143BB-96C6-EF98-64A2-40054F313D26}"/>
          </ac:spMkLst>
        </pc:spChg>
        <pc:spChg chg="mod">
          <ac:chgData name="Sam Prince" userId="b8c1c271-dd5b-4079-a09a-81f4ce8be867" providerId="ADAL" clId="{3944A320-6858-40EF-A311-D6CFFE63F9FA}" dt="2023-10-23T11:13:26.160" v="282" actId="1076"/>
          <ac:spMkLst>
            <pc:docMk/>
            <pc:sldMk cId="3251345372" sldId="311"/>
            <ac:spMk id="34819" creationId="{453C7683-8588-7ABC-32E0-8A4E68218620}"/>
          </ac:spMkLst>
        </pc:spChg>
        <pc:spChg chg="mod">
          <ac:chgData name="Sam Prince" userId="b8c1c271-dd5b-4079-a09a-81f4ce8be867" providerId="ADAL" clId="{3944A320-6858-40EF-A311-D6CFFE63F9FA}" dt="2023-10-23T11:13:33.793" v="283" actId="1076"/>
          <ac:spMkLst>
            <pc:docMk/>
            <pc:sldMk cId="3251345372" sldId="311"/>
            <ac:spMk id="34825" creationId="{82C7D42A-17B8-E951-43AC-A0BA8924B40F}"/>
          </ac:spMkLst>
        </pc:spChg>
        <pc:spChg chg="mod">
          <ac:chgData name="Sam Prince" userId="b8c1c271-dd5b-4079-a09a-81f4ce8be867" providerId="ADAL" clId="{3944A320-6858-40EF-A311-D6CFFE63F9FA}" dt="2023-10-23T11:13:39.882" v="284" actId="1076"/>
          <ac:spMkLst>
            <pc:docMk/>
            <pc:sldMk cId="3251345372" sldId="311"/>
            <ac:spMk id="34827" creationId="{9C9A57AA-7846-7F93-0EA2-B5E2EC9EDC1B}"/>
          </ac:spMkLst>
        </pc:spChg>
      </pc:sldChg>
      <pc:sldChg chg="addSp delSp modSp mod delCm">
        <pc:chgData name="Sam Prince" userId="b8c1c271-dd5b-4079-a09a-81f4ce8be867" providerId="ADAL" clId="{3944A320-6858-40EF-A311-D6CFFE63F9FA}" dt="2023-10-23T11:04:54.884" v="251" actId="404"/>
        <pc:sldMkLst>
          <pc:docMk/>
          <pc:sldMk cId="2094744347" sldId="313"/>
        </pc:sldMkLst>
        <pc:spChg chg="mod">
          <ac:chgData name="Sam Prince" userId="b8c1c271-dd5b-4079-a09a-81f4ce8be867" providerId="ADAL" clId="{3944A320-6858-40EF-A311-D6CFFE63F9FA}" dt="2023-10-23T11:04:54.884" v="251" actId="404"/>
          <ac:spMkLst>
            <pc:docMk/>
            <pc:sldMk cId="2094744347" sldId="313"/>
            <ac:spMk id="34819" creationId="{453C7683-8588-7ABC-32E0-8A4E68218620}"/>
          </ac:spMkLst>
        </pc:spChg>
        <pc:picChg chg="add mod">
          <ac:chgData name="Sam Prince" userId="b8c1c271-dd5b-4079-a09a-81f4ce8be867" providerId="ADAL" clId="{3944A320-6858-40EF-A311-D6CFFE63F9FA}" dt="2023-10-23T10:43:13.640" v="124" actId="1076"/>
          <ac:picMkLst>
            <pc:docMk/>
            <pc:sldMk cId="2094744347" sldId="313"/>
            <ac:picMk id="3" creationId="{16295675-7ABA-C1DB-98B5-D6D2421D5456}"/>
          </ac:picMkLst>
        </pc:picChg>
        <pc:picChg chg="del">
          <ac:chgData name="Sam Prince" userId="b8c1c271-dd5b-4079-a09a-81f4ce8be867" providerId="ADAL" clId="{3944A320-6858-40EF-A311-D6CFFE63F9FA}" dt="2023-10-23T10:42:54.884" v="119" actId="478"/>
          <ac:picMkLst>
            <pc:docMk/>
            <pc:sldMk cId="2094744347" sldId="313"/>
            <ac:picMk id="5" creationId="{78F7ECDE-5F2B-21F1-C0C5-EBF5FB254A23}"/>
          </ac:picMkLst>
        </pc:picChg>
      </pc:sldChg>
      <pc:sldChg chg="modSp mod">
        <pc:chgData name="Sam Prince" userId="b8c1c271-dd5b-4079-a09a-81f4ce8be867" providerId="ADAL" clId="{3944A320-6858-40EF-A311-D6CFFE63F9FA}" dt="2023-10-23T11:13:03.933" v="281" actId="1076"/>
        <pc:sldMkLst>
          <pc:docMk/>
          <pc:sldMk cId="3763784670" sldId="314"/>
        </pc:sldMkLst>
        <pc:spChg chg="mod">
          <ac:chgData name="Sam Prince" userId="b8c1c271-dd5b-4079-a09a-81f4ce8be867" providerId="ADAL" clId="{3944A320-6858-40EF-A311-D6CFFE63F9FA}" dt="2023-10-23T11:12:58.780" v="279" actId="1076"/>
          <ac:spMkLst>
            <pc:docMk/>
            <pc:sldMk cId="3763784670" sldId="314"/>
            <ac:spMk id="6" creationId="{13E15CC9-2F20-0C02-FCBF-60A2DDE208EB}"/>
          </ac:spMkLst>
        </pc:spChg>
        <pc:spChg chg="mod">
          <ac:chgData name="Sam Prince" userId="b8c1c271-dd5b-4079-a09a-81f4ce8be867" providerId="ADAL" clId="{3944A320-6858-40EF-A311-D6CFFE63F9FA}" dt="2023-10-23T11:13:03.933" v="281" actId="1076"/>
          <ac:spMkLst>
            <pc:docMk/>
            <pc:sldMk cId="3763784670" sldId="314"/>
            <ac:spMk id="7" creationId="{2A154A6A-8F96-D615-A48B-A052CB1F5494}"/>
          </ac:spMkLst>
        </pc:spChg>
        <pc:spChg chg="mod">
          <ac:chgData name="Sam Prince" userId="b8c1c271-dd5b-4079-a09a-81f4ce8be867" providerId="ADAL" clId="{3944A320-6858-40EF-A311-D6CFFE63F9FA}" dt="2023-10-23T11:11:01.426" v="275" actId="1076"/>
          <ac:spMkLst>
            <pc:docMk/>
            <pc:sldMk cId="3763784670" sldId="314"/>
            <ac:spMk id="34820" creationId="{8DCD7CE1-603D-4D59-3DBB-C13C0B6505F0}"/>
          </ac:spMkLst>
        </pc:spChg>
      </pc:sldChg>
      <pc:sldChg chg="modSp mod delCm">
        <pc:chgData name="Sam Prince" userId="b8c1c271-dd5b-4079-a09a-81f4ce8be867" providerId="ADAL" clId="{3944A320-6858-40EF-A311-D6CFFE63F9FA}" dt="2023-10-23T11:03:57.955" v="239" actId="948"/>
        <pc:sldMkLst>
          <pc:docMk/>
          <pc:sldMk cId="1277072412" sldId="316"/>
        </pc:sldMkLst>
        <pc:spChg chg="mod">
          <ac:chgData name="Sam Prince" userId="b8c1c271-dd5b-4079-a09a-81f4ce8be867" providerId="ADAL" clId="{3944A320-6858-40EF-A311-D6CFFE63F9FA}" dt="2023-10-23T11:03:57.955" v="239" actId="948"/>
          <ac:spMkLst>
            <pc:docMk/>
            <pc:sldMk cId="1277072412" sldId="316"/>
            <ac:spMk id="34819" creationId="{453C7683-8588-7ABC-32E0-8A4E68218620}"/>
          </ac:spMkLst>
        </pc:spChg>
        <pc:spChg chg="mod">
          <ac:chgData name="Sam Prince" userId="b8c1c271-dd5b-4079-a09a-81f4ce8be867" providerId="ADAL" clId="{3944A320-6858-40EF-A311-D6CFFE63F9FA}" dt="2023-10-12T17:14:24.963" v="66" actId="20577"/>
          <ac:spMkLst>
            <pc:docMk/>
            <pc:sldMk cId="1277072412" sldId="316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3944A320-6858-40EF-A311-D6CFFE63F9FA}" dt="2023-10-23T11:03:12.570" v="238" actId="255"/>
        <pc:sldMkLst>
          <pc:docMk/>
          <pc:sldMk cId="1616804394" sldId="318"/>
        </pc:sldMkLst>
        <pc:spChg chg="mod">
          <ac:chgData name="Sam Prince" userId="b8c1c271-dd5b-4079-a09a-81f4ce8be867" providerId="ADAL" clId="{3944A320-6858-40EF-A311-D6CFFE63F9FA}" dt="2023-10-23T11:03:12.570" v="238" actId="255"/>
          <ac:spMkLst>
            <pc:docMk/>
            <pc:sldMk cId="1616804394" sldId="318"/>
            <ac:spMk id="6" creationId="{30C2F3D9-6274-3D21-517A-AF2863E55770}"/>
          </ac:spMkLst>
        </pc:spChg>
        <pc:spChg chg="mod">
          <ac:chgData name="Sam Prince" userId="b8c1c271-dd5b-4079-a09a-81f4ce8be867" providerId="ADAL" clId="{3944A320-6858-40EF-A311-D6CFFE63F9FA}" dt="2023-10-23T11:02:58.342" v="235" actId="27636"/>
          <ac:spMkLst>
            <pc:docMk/>
            <pc:sldMk cId="1616804394" sldId="318"/>
            <ac:spMk id="34819" creationId="{453C7683-8588-7ABC-32E0-8A4E68218620}"/>
          </ac:spMkLst>
        </pc:spChg>
        <pc:picChg chg="add mod">
          <ac:chgData name="Sam Prince" userId="b8c1c271-dd5b-4079-a09a-81f4ce8be867" providerId="ADAL" clId="{3944A320-6858-40EF-A311-D6CFFE63F9FA}" dt="2023-10-23T10:40:49.462" v="97" actId="14100"/>
          <ac:picMkLst>
            <pc:docMk/>
            <pc:sldMk cId="1616804394" sldId="318"/>
            <ac:picMk id="3" creationId="{8293D6EE-F19E-F8AB-4332-1AD57C02B871}"/>
          </ac:picMkLst>
        </pc:picChg>
        <pc:picChg chg="del">
          <ac:chgData name="Sam Prince" userId="b8c1c271-dd5b-4079-a09a-81f4ce8be867" providerId="ADAL" clId="{3944A320-6858-40EF-A311-D6CFFE63F9FA}" dt="2023-10-23T10:40:40.734" v="93" actId="478"/>
          <ac:picMkLst>
            <pc:docMk/>
            <pc:sldMk cId="1616804394" sldId="318"/>
            <ac:picMk id="4" creationId="{09054AE9-29DA-D680-F756-37248B36F858}"/>
          </ac:picMkLst>
        </pc:picChg>
      </pc:sldChg>
      <pc:sldChg chg="modSp mod">
        <pc:chgData name="Sam Prince" userId="b8c1c271-dd5b-4079-a09a-81f4ce8be867" providerId="ADAL" clId="{3944A320-6858-40EF-A311-D6CFFE63F9FA}" dt="2023-10-23T11:10:28.703" v="272"/>
        <pc:sldMkLst>
          <pc:docMk/>
          <pc:sldMk cId="1129028508" sldId="320"/>
        </pc:sldMkLst>
        <pc:graphicFrameChg chg="mod">
          <ac:chgData name="Sam Prince" userId="b8c1c271-dd5b-4079-a09a-81f4ce8be867" providerId="ADAL" clId="{3944A320-6858-40EF-A311-D6CFFE63F9FA}" dt="2023-10-23T11:10:28.703" v="272"/>
          <ac:graphicFrameMkLst>
            <pc:docMk/>
            <pc:sldMk cId="1129028508" sldId="320"/>
            <ac:graphicFrameMk id="18" creationId="{B068B201-F773-CA6D-E686-1E70FC28BF4F}"/>
          </ac:graphicFrameMkLst>
        </pc:graphicFrameChg>
      </pc:sldChg>
      <pc:sldChg chg="modSp mod">
        <pc:chgData name="Sam Prince" userId="b8c1c271-dd5b-4079-a09a-81f4ce8be867" providerId="ADAL" clId="{3944A320-6858-40EF-A311-D6CFFE63F9FA}" dt="2023-10-23T10:56:59.829" v="190" actId="2711"/>
        <pc:sldMkLst>
          <pc:docMk/>
          <pc:sldMk cId="758222257" sldId="322"/>
        </pc:sldMkLst>
        <pc:graphicFrameChg chg="mod modGraphic">
          <ac:chgData name="Sam Prince" userId="b8c1c271-dd5b-4079-a09a-81f4ce8be867" providerId="ADAL" clId="{3944A320-6858-40EF-A311-D6CFFE63F9FA}" dt="2023-10-23T10:56:59.829" v="190" actId="2711"/>
          <ac:graphicFrameMkLst>
            <pc:docMk/>
            <pc:sldMk cId="758222257" sldId="322"/>
            <ac:graphicFrameMk id="34822" creationId="{89C0B720-2F36-3D97-99B9-F7C88734F77F}"/>
          </ac:graphicFrameMkLst>
        </pc:graphicFrameChg>
      </pc:sldChg>
      <pc:sldChg chg="modSp mod">
        <pc:chgData name="Sam Prince" userId="b8c1c271-dd5b-4079-a09a-81f4ce8be867" providerId="ADAL" clId="{3944A320-6858-40EF-A311-D6CFFE63F9FA}" dt="2023-10-23T10:47:06.558" v="148" actId="1076"/>
        <pc:sldMkLst>
          <pc:docMk/>
          <pc:sldMk cId="3593298251" sldId="324"/>
        </pc:sldMkLst>
        <pc:spChg chg="mod">
          <ac:chgData name="Sam Prince" userId="b8c1c271-dd5b-4079-a09a-81f4ce8be867" providerId="ADAL" clId="{3944A320-6858-40EF-A311-D6CFFE63F9FA}" dt="2023-10-23T10:47:06.558" v="148" actId="1076"/>
          <ac:spMkLst>
            <pc:docMk/>
            <pc:sldMk cId="3593298251" sldId="324"/>
            <ac:spMk id="2" creationId="{D3086CB5-D9D4-678B-A111-509C0FA726F3}"/>
          </ac:spMkLst>
        </pc:spChg>
        <pc:graphicFrameChg chg="mod">
          <ac:chgData name="Sam Prince" userId="b8c1c271-dd5b-4079-a09a-81f4ce8be867" providerId="ADAL" clId="{3944A320-6858-40EF-A311-D6CFFE63F9FA}" dt="2023-10-23T10:47:03.409" v="147" actId="1076"/>
          <ac:graphicFrameMkLst>
            <pc:docMk/>
            <pc:sldMk cId="3593298251" sldId="324"/>
            <ac:graphicFrameMk id="10" creationId="{AF2946E4-587A-7D15-08CA-D511C3619C9F}"/>
          </ac:graphicFrameMkLst>
        </pc:graphicFrameChg>
      </pc:sldChg>
      <pc:sldChg chg="addSp delSp modSp mod">
        <pc:chgData name="Sam Prince" userId="b8c1c271-dd5b-4079-a09a-81f4ce8be867" providerId="ADAL" clId="{3944A320-6858-40EF-A311-D6CFFE63F9FA}" dt="2023-10-23T11:12:41.880" v="278" actId="12"/>
        <pc:sldMkLst>
          <pc:docMk/>
          <pc:sldMk cId="3621734776" sldId="325"/>
        </pc:sldMkLst>
        <pc:spChg chg="mod">
          <ac:chgData name="Sam Prince" userId="b8c1c271-dd5b-4079-a09a-81f4ce8be867" providerId="ADAL" clId="{3944A320-6858-40EF-A311-D6CFFE63F9FA}" dt="2023-10-23T11:08:50.466" v="262" actId="1076"/>
          <ac:spMkLst>
            <pc:docMk/>
            <pc:sldMk cId="3621734776" sldId="325"/>
            <ac:spMk id="4" creationId="{8E7C5CBA-B953-7511-D95A-CA9B936FCC75}"/>
          </ac:spMkLst>
        </pc:spChg>
        <pc:spChg chg="mod">
          <ac:chgData name="Sam Prince" userId="b8c1c271-dd5b-4079-a09a-81f4ce8be867" providerId="ADAL" clId="{3944A320-6858-40EF-A311-D6CFFE63F9FA}" dt="2023-10-23T11:12:41.880" v="278" actId="12"/>
          <ac:spMkLst>
            <pc:docMk/>
            <pc:sldMk cId="3621734776" sldId="325"/>
            <ac:spMk id="34819" creationId="{453C7683-8588-7ABC-32E0-8A4E68218620}"/>
          </ac:spMkLst>
        </pc:spChg>
        <pc:picChg chg="del">
          <ac:chgData name="Sam Prince" userId="b8c1c271-dd5b-4079-a09a-81f4ce8be867" providerId="ADAL" clId="{3944A320-6858-40EF-A311-D6CFFE63F9FA}" dt="2023-10-23T10:41:14.145" v="98" actId="478"/>
          <ac:picMkLst>
            <pc:docMk/>
            <pc:sldMk cId="3621734776" sldId="325"/>
            <ac:picMk id="3" creationId="{C6169530-6860-5242-AC24-537F7660E17C}"/>
          </ac:picMkLst>
        </pc:picChg>
        <pc:picChg chg="add mod">
          <ac:chgData name="Sam Prince" userId="b8c1c271-dd5b-4079-a09a-81f4ce8be867" providerId="ADAL" clId="{3944A320-6858-40EF-A311-D6CFFE63F9FA}" dt="2023-10-23T10:41:24.860" v="103" actId="14100"/>
          <ac:picMkLst>
            <pc:docMk/>
            <pc:sldMk cId="3621734776" sldId="325"/>
            <ac:picMk id="5" creationId="{0EC447C3-FB2D-38FF-6234-FE165C0235CA}"/>
          </ac:picMkLst>
        </pc:picChg>
      </pc:sldChg>
      <pc:sldChg chg="modSp mod">
        <pc:chgData name="Sam Prince" userId="b8c1c271-dd5b-4079-a09a-81f4ce8be867" providerId="ADAL" clId="{3944A320-6858-40EF-A311-D6CFFE63F9FA}" dt="2023-10-23T11:07:57.557" v="256" actId="113"/>
        <pc:sldMkLst>
          <pc:docMk/>
          <pc:sldMk cId="2080174625" sldId="327"/>
        </pc:sldMkLst>
        <pc:spChg chg="mod">
          <ac:chgData name="Sam Prince" userId="b8c1c271-dd5b-4079-a09a-81f4ce8be867" providerId="ADAL" clId="{3944A320-6858-40EF-A311-D6CFFE63F9FA}" dt="2023-10-23T11:07:57.557" v="256" actId="113"/>
          <ac:spMkLst>
            <pc:docMk/>
            <pc:sldMk cId="2080174625" sldId="327"/>
            <ac:spMk id="34819" creationId="{453C7683-8588-7ABC-32E0-8A4E68218620}"/>
          </ac:spMkLst>
        </pc:spChg>
      </pc:sldChg>
      <pc:sldChg chg="addSp delSp modSp mod modCm">
        <pc:chgData name="Sam Prince" userId="b8c1c271-dd5b-4079-a09a-81f4ce8be867" providerId="ADAL" clId="{3944A320-6858-40EF-A311-D6CFFE63F9FA}" dt="2023-10-23T10:44:10.160" v="135" actId="1076"/>
        <pc:sldMkLst>
          <pc:docMk/>
          <pc:sldMk cId="403852314" sldId="329"/>
        </pc:sldMkLst>
        <pc:spChg chg="mod">
          <ac:chgData name="Sam Prince" userId="b8c1c271-dd5b-4079-a09a-81f4ce8be867" providerId="ADAL" clId="{3944A320-6858-40EF-A311-D6CFFE63F9FA}" dt="2023-10-12T17:15:51.291" v="90" actId="20577"/>
          <ac:spMkLst>
            <pc:docMk/>
            <pc:sldMk cId="403852314" sldId="329"/>
            <ac:spMk id="34820" creationId="{8DCD7CE1-603D-4D59-3DBB-C13C0B6505F0}"/>
          </ac:spMkLst>
        </pc:spChg>
        <pc:picChg chg="del">
          <ac:chgData name="Sam Prince" userId="b8c1c271-dd5b-4079-a09a-81f4ce8be867" providerId="ADAL" clId="{3944A320-6858-40EF-A311-D6CFFE63F9FA}" dt="2023-10-23T10:43:59.193" v="130" actId="478"/>
          <ac:picMkLst>
            <pc:docMk/>
            <pc:sldMk cId="403852314" sldId="329"/>
            <ac:picMk id="4" creationId="{2FE211EC-2AB6-A3BF-FDFA-AE066A17099B}"/>
          </ac:picMkLst>
        </pc:picChg>
        <pc:picChg chg="add mod">
          <ac:chgData name="Sam Prince" userId="b8c1c271-dd5b-4079-a09a-81f4ce8be867" providerId="ADAL" clId="{3944A320-6858-40EF-A311-D6CFFE63F9FA}" dt="2023-10-23T10:44:10.160" v="135" actId="1076"/>
          <ac:picMkLst>
            <pc:docMk/>
            <pc:sldMk cId="403852314" sldId="329"/>
            <ac:picMk id="5" creationId="{4799BC2D-C00F-500F-20E9-2F4C4CE2FE1A}"/>
          </ac:picMkLst>
        </pc:picChg>
      </pc:sldChg>
      <pc:sldChg chg="addSp delSp modSp mod delCm modCm">
        <pc:chgData name="Sam Prince" userId="b8c1c271-dd5b-4079-a09a-81f4ce8be867" providerId="ADAL" clId="{3944A320-6858-40EF-A311-D6CFFE63F9FA}" dt="2023-10-23T10:41:57.560" v="109" actId="14100"/>
        <pc:sldMkLst>
          <pc:docMk/>
          <pc:sldMk cId="1943600483" sldId="331"/>
        </pc:sldMkLst>
        <pc:spChg chg="mod">
          <ac:chgData name="Sam Prince" userId="b8c1c271-dd5b-4079-a09a-81f4ce8be867" providerId="ADAL" clId="{3944A320-6858-40EF-A311-D6CFFE63F9FA}" dt="2023-10-12T17:15:23.082" v="81" actId="20577"/>
          <ac:spMkLst>
            <pc:docMk/>
            <pc:sldMk cId="1943600483" sldId="331"/>
            <ac:spMk id="34820" creationId="{8DCD7CE1-603D-4D59-3DBB-C13C0B6505F0}"/>
          </ac:spMkLst>
        </pc:spChg>
        <pc:picChg chg="del">
          <ac:chgData name="Sam Prince" userId="b8c1c271-dd5b-4079-a09a-81f4ce8be867" providerId="ADAL" clId="{3944A320-6858-40EF-A311-D6CFFE63F9FA}" dt="2023-10-23T10:41:46.855" v="105" actId="478"/>
          <ac:picMkLst>
            <pc:docMk/>
            <pc:sldMk cId="1943600483" sldId="331"/>
            <ac:picMk id="3" creationId="{79D0E588-9003-5ABE-7B76-7FBBBF389B4B}"/>
          </ac:picMkLst>
        </pc:picChg>
        <pc:picChg chg="add mod">
          <ac:chgData name="Sam Prince" userId="b8c1c271-dd5b-4079-a09a-81f4ce8be867" providerId="ADAL" clId="{3944A320-6858-40EF-A311-D6CFFE63F9FA}" dt="2023-10-23T10:41:57.560" v="109" actId="14100"/>
          <ac:picMkLst>
            <pc:docMk/>
            <pc:sldMk cId="1943600483" sldId="331"/>
            <ac:picMk id="4" creationId="{2BBF50C7-F3D5-DA89-301D-7A945512D376}"/>
          </ac:picMkLst>
        </pc:picChg>
      </pc:sldChg>
      <pc:sldChg chg="modSp mod">
        <pc:chgData name="Sam Prince" userId="b8c1c271-dd5b-4079-a09a-81f4ce8be867" providerId="ADAL" clId="{3944A320-6858-40EF-A311-D6CFFE63F9FA}" dt="2023-10-12T17:15:13.332" v="77" actId="1076"/>
        <pc:sldMkLst>
          <pc:docMk/>
          <pc:sldMk cId="3639887583" sldId="333"/>
        </pc:sldMkLst>
        <pc:spChg chg="mod">
          <ac:chgData name="Sam Prince" userId="b8c1c271-dd5b-4079-a09a-81f4ce8be867" providerId="ADAL" clId="{3944A320-6858-40EF-A311-D6CFFE63F9FA}" dt="2023-10-12T17:15:13.332" v="77" actId="1076"/>
          <ac:spMkLst>
            <pc:docMk/>
            <pc:sldMk cId="3639887583" sldId="333"/>
            <ac:spMk id="3" creationId="{98F5EF11-C13B-6823-EB74-CD0FAEE577C4}"/>
          </ac:spMkLst>
        </pc:spChg>
      </pc:sldChg>
      <pc:sldChg chg="modSp mod">
        <pc:chgData name="Sam Prince" userId="b8c1c271-dd5b-4079-a09a-81f4ce8be867" providerId="ADAL" clId="{3944A320-6858-40EF-A311-D6CFFE63F9FA}" dt="2023-10-23T10:50:20.952" v="152" actId="1076"/>
        <pc:sldMkLst>
          <pc:docMk/>
          <pc:sldMk cId="3155514258" sldId="334"/>
        </pc:sldMkLst>
        <pc:spChg chg="mod">
          <ac:chgData name="Sam Prince" userId="b8c1c271-dd5b-4079-a09a-81f4ce8be867" providerId="ADAL" clId="{3944A320-6858-40EF-A311-D6CFFE63F9FA}" dt="2023-10-12T17:15:55.289" v="91" actId="20577"/>
          <ac:spMkLst>
            <pc:docMk/>
            <pc:sldMk cId="3155514258" sldId="334"/>
            <ac:spMk id="2" creationId="{66FCD9DC-A8DC-CBE4-75F3-6BECD133D0A8}"/>
          </ac:spMkLst>
        </pc:spChg>
        <pc:spChg chg="mod">
          <ac:chgData name="Sam Prince" userId="b8c1c271-dd5b-4079-a09a-81f4ce8be867" providerId="ADAL" clId="{3944A320-6858-40EF-A311-D6CFFE63F9FA}" dt="2023-10-23T10:50:05.519" v="150" actId="1076"/>
          <ac:spMkLst>
            <pc:docMk/>
            <pc:sldMk cId="3155514258" sldId="334"/>
            <ac:spMk id="5" creationId="{30BE3E68-FD73-970A-59F1-B50F897EFC3D}"/>
          </ac:spMkLst>
        </pc:spChg>
        <pc:spChg chg="mod">
          <ac:chgData name="Sam Prince" userId="b8c1c271-dd5b-4079-a09a-81f4ce8be867" providerId="ADAL" clId="{3944A320-6858-40EF-A311-D6CFFE63F9FA}" dt="2023-10-23T10:50:10.351" v="151" actId="1076"/>
          <ac:spMkLst>
            <pc:docMk/>
            <pc:sldMk cId="3155514258" sldId="334"/>
            <ac:spMk id="6" creationId="{54B064C6-435C-BBF5-ACFE-817E2E8136DA}"/>
          </ac:spMkLst>
        </pc:spChg>
        <pc:spChg chg="mod">
          <ac:chgData name="Sam Prince" userId="b8c1c271-dd5b-4079-a09a-81f4ce8be867" providerId="ADAL" clId="{3944A320-6858-40EF-A311-D6CFFE63F9FA}" dt="2023-10-23T10:50:20.952" v="152" actId="1076"/>
          <ac:spMkLst>
            <pc:docMk/>
            <pc:sldMk cId="3155514258" sldId="334"/>
            <ac:spMk id="7" creationId="{BC08FCBD-375C-7D76-A16E-EAA5560255D3}"/>
          </ac:spMkLst>
        </pc:spChg>
      </pc:sldChg>
      <pc:sldChg chg="modSp mod">
        <pc:chgData name="Sam Prince" userId="b8c1c271-dd5b-4079-a09a-81f4ce8be867" providerId="ADAL" clId="{3944A320-6858-40EF-A311-D6CFFE63F9FA}" dt="2023-10-12T17:14:07.266" v="61" actId="20577"/>
        <pc:sldMkLst>
          <pc:docMk/>
          <pc:sldMk cId="960238891" sldId="335"/>
        </pc:sldMkLst>
        <pc:spChg chg="mod">
          <ac:chgData name="Sam Prince" userId="b8c1c271-dd5b-4079-a09a-81f4ce8be867" providerId="ADAL" clId="{3944A320-6858-40EF-A311-D6CFFE63F9FA}" dt="2023-10-12T17:14:07.266" v="61" actId="20577"/>
          <ac:spMkLst>
            <pc:docMk/>
            <pc:sldMk cId="960238891" sldId="335"/>
            <ac:spMk id="34820" creationId="{8DCD7CE1-603D-4D59-3DBB-C13C0B6505F0}"/>
          </ac:spMkLst>
        </pc:spChg>
      </pc:sldChg>
      <pc:sldChg chg="modSp">
        <pc:chgData name="Sam Prince" userId="b8c1c271-dd5b-4079-a09a-81f4ce8be867" providerId="ADAL" clId="{3944A320-6858-40EF-A311-D6CFFE63F9FA}" dt="2023-10-23T10:55:04.174" v="185" actId="2711"/>
        <pc:sldMkLst>
          <pc:docMk/>
          <pc:sldMk cId="3411849459" sldId="336"/>
        </pc:sldMkLst>
        <pc:graphicFrameChg chg="mod">
          <ac:chgData name="Sam Prince" userId="b8c1c271-dd5b-4079-a09a-81f4ce8be867" providerId="ADAL" clId="{3944A320-6858-40EF-A311-D6CFFE63F9FA}" dt="2023-10-23T10:55:04.174" v="185" actId="2711"/>
          <ac:graphicFrameMkLst>
            <pc:docMk/>
            <pc:sldMk cId="3411849459" sldId="336"/>
            <ac:graphicFrameMk id="34822" creationId="{91582F00-4ADE-9CD7-ABC6-75FE03737F9E}"/>
          </ac:graphicFrameMkLst>
        </pc:graphicFrameChg>
      </pc:sldChg>
      <pc:sldChg chg="addSp delSp modSp mod">
        <pc:chgData name="Sam Prince" userId="b8c1c271-dd5b-4079-a09a-81f4ce8be867" providerId="ADAL" clId="{3944A320-6858-40EF-A311-D6CFFE63F9FA}" dt="2023-10-23T11:04:29.070" v="242" actId="12"/>
        <pc:sldMkLst>
          <pc:docMk/>
          <pc:sldMk cId="2094708298" sldId="337"/>
        </pc:sldMkLst>
        <pc:spChg chg="mod">
          <ac:chgData name="Sam Prince" userId="b8c1c271-dd5b-4079-a09a-81f4ce8be867" providerId="ADAL" clId="{3944A320-6858-40EF-A311-D6CFFE63F9FA}" dt="2023-10-23T11:04:29.070" v="242" actId="12"/>
          <ac:spMkLst>
            <pc:docMk/>
            <pc:sldMk cId="2094708298" sldId="337"/>
            <ac:spMk id="3" creationId="{4B99E000-1A4F-1366-3F4E-4099B7C403B2}"/>
          </ac:spMkLst>
        </pc:spChg>
        <pc:spChg chg="mod">
          <ac:chgData name="Sam Prince" userId="b8c1c271-dd5b-4079-a09a-81f4ce8be867" providerId="ADAL" clId="{3944A320-6858-40EF-A311-D6CFFE63F9FA}" dt="2023-10-23T11:04:24.459" v="241" actId="1076"/>
          <ac:spMkLst>
            <pc:docMk/>
            <pc:sldMk cId="2094708298" sldId="337"/>
            <ac:spMk id="5" creationId="{96413C18-0162-121B-86FC-FB3AD7A3DA57}"/>
          </ac:spMkLst>
        </pc:spChg>
        <pc:picChg chg="del">
          <ac:chgData name="Sam Prince" userId="b8c1c271-dd5b-4079-a09a-81f4ce8be867" providerId="ADAL" clId="{3944A320-6858-40EF-A311-D6CFFE63F9FA}" dt="2023-10-23T10:44:30.989" v="136" actId="478"/>
          <ac:picMkLst>
            <pc:docMk/>
            <pc:sldMk cId="2094708298" sldId="337"/>
            <ac:picMk id="4" creationId="{131DE698-FEB5-6205-0A09-0D3150E1C9A6}"/>
          </ac:picMkLst>
        </pc:picChg>
        <pc:picChg chg="add mod">
          <ac:chgData name="Sam Prince" userId="b8c1c271-dd5b-4079-a09a-81f4ce8be867" providerId="ADAL" clId="{3944A320-6858-40EF-A311-D6CFFE63F9FA}" dt="2023-10-23T10:44:42.653" v="142" actId="1076"/>
          <ac:picMkLst>
            <pc:docMk/>
            <pc:sldMk cId="2094708298" sldId="337"/>
            <ac:picMk id="6" creationId="{18701533-BD2F-80CA-D568-7318B676E9EA}"/>
          </ac:picMkLst>
        </pc:picChg>
      </pc:sldChg>
      <pc:sldChg chg="addSp delSp modSp mod">
        <pc:chgData name="Sam Prince" userId="b8c1c271-dd5b-4079-a09a-81f4ce8be867" providerId="ADAL" clId="{3944A320-6858-40EF-A311-D6CFFE63F9FA}" dt="2023-10-23T10:46:42.740" v="146" actId="1076"/>
        <pc:sldMkLst>
          <pc:docMk/>
          <pc:sldMk cId="2349012576" sldId="338"/>
        </pc:sldMkLst>
        <pc:spChg chg="mod">
          <ac:chgData name="Sam Prince" userId="b8c1c271-dd5b-4079-a09a-81f4ce8be867" providerId="ADAL" clId="{3944A320-6858-40EF-A311-D6CFFE63F9FA}" dt="2023-10-23T10:46:42.740" v="146" actId="1076"/>
          <ac:spMkLst>
            <pc:docMk/>
            <pc:sldMk cId="2349012576" sldId="338"/>
            <ac:spMk id="4" creationId="{7D3E39F4-8A92-51D8-E72C-E4680187CD96}"/>
          </ac:spMkLst>
        </pc:spChg>
        <pc:spChg chg="mod">
          <ac:chgData name="Sam Prince" userId="b8c1c271-dd5b-4079-a09a-81f4ce8be867" providerId="ADAL" clId="{3944A320-6858-40EF-A311-D6CFFE63F9FA}" dt="2023-10-12T17:14:46.379" v="74" actId="404"/>
          <ac:spMkLst>
            <pc:docMk/>
            <pc:sldMk cId="2349012576" sldId="338"/>
            <ac:spMk id="34820" creationId="{8DCD7CE1-603D-4D59-3DBB-C13C0B6505F0}"/>
          </ac:spMkLst>
        </pc:spChg>
        <pc:picChg chg="del">
          <ac:chgData name="Sam Prince" userId="b8c1c271-dd5b-4079-a09a-81f4ce8be867" providerId="ADAL" clId="{3944A320-6858-40EF-A311-D6CFFE63F9FA}" dt="2023-10-23T10:42:22.188" v="111" actId="478"/>
          <ac:picMkLst>
            <pc:docMk/>
            <pc:sldMk cId="2349012576" sldId="338"/>
            <ac:picMk id="3" creationId="{2FB77DD5-306F-5B62-6BDC-61C788C85748}"/>
          </ac:picMkLst>
        </pc:picChg>
        <pc:picChg chg="add mod">
          <ac:chgData name="Sam Prince" userId="b8c1c271-dd5b-4079-a09a-81f4ce8be867" providerId="ADAL" clId="{3944A320-6858-40EF-A311-D6CFFE63F9FA}" dt="2023-10-23T10:42:36.470" v="118" actId="1076"/>
          <ac:picMkLst>
            <pc:docMk/>
            <pc:sldMk cId="2349012576" sldId="338"/>
            <ac:picMk id="5" creationId="{A59E2872-CB1F-4FD4-D4F3-A6DF45360D0D}"/>
          </ac:picMkLst>
        </pc:picChg>
      </pc:sldChg>
      <pc:sldChg chg="addSp delSp modSp mod modCm">
        <pc:chgData name="Sam Prince" userId="b8c1c271-dd5b-4079-a09a-81f4ce8be867" providerId="ADAL" clId="{3944A320-6858-40EF-A311-D6CFFE63F9FA}" dt="2023-10-23T10:51:06.374" v="165" actId="14100"/>
        <pc:sldMkLst>
          <pc:docMk/>
          <pc:sldMk cId="215477562" sldId="340"/>
        </pc:sldMkLst>
        <pc:spChg chg="mod">
          <ac:chgData name="Sam Prince" userId="b8c1c271-dd5b-4079-a09a-81f4ce8be867" providerId="ADAL" clId="{3944A320-6858-40EF-A311-D6CFFE63F9FA}" dt="2023-10-23T10:51:06.374" v="165" actId="14100"/>
          <ac:spMkLst>
            <pc:docMk/>
            <pc:sldMk cId="215477562" sldId="340"/>
            <ac:spMk id="34819" creationId="{453C7683-8588-7ABC-32E0-8A4E68218620}"/>
          </ac:spMkLst>
        </pc:spChg>
        <pc:spChg chg="mod">
          <ac:chgData name="Sam Prince" userId="b8c1c271-dd5b-4079-a09a-81f4ce8be867" providerId="ADAL" clId="{3944A320-6858-40EF-A311-D6CFFE63F9FA}" dt="2023-10-12T17:15:28.272" v="85" actId="20577"/>
          <ac:spMkLst>
            <pc:docMk/>
            <pc:sldMk cId="215477562" sldId="340"/>
            <ac:spMk id="34820" creationId="{8DCD7CE1-603D-4D59-3DBB-C13C0B6505F0}"/>
          </ac:spMkLst>
        </pc:spChg>
        <pc:picChg chg="add mod">
          <ac:chgData name="Sam Prince" userId="b8c1c271-dd5b-4079-a09a-81f4ce8be867" providerId="ADAL" clId="{3944A320-6858-40EF-A311-D6CFFE63F9FA}" dt="2023-10-23T10:51:03.693" v="164" actId="1076"/>
          <ac:picMkLst>
            <pc:docMk/>
            <pc:sldMk cId="215477562" sldId="340"/>
            <ac:picMk id="3" creationId="{27A6DEA2-9120-EB97-9B87-13611E5DB4ED}"/>
          </ac:picMkLst>
        </pc:picChg>
        <pc:picChg chg="del">
          <ac:chgData name="Sam Prince" userId="b8c1c271-dd5b-4079-a09a-81f4ce8be867" providerId="ADAL" clId="{3944A320-6858-40EF-A311-D6CFFE63F9FA}" dt="2023-10-23T10:43:32.866" v="125" actId="478"/>
          <ac:picMkLst>
            <pc:docMk/>
            <pc:sldMk cId="215477562" sldId="340"/>
            <ac:picMk id="4" creationId="{AC4052FB-68F3-E1B8-8102-E2FBEB67E17F}"/>
          </ac:picMkLst>
        </pc:picChg>
      </pc:sldChg>
      <pc:sldChg chg="modSp new del mod">
        <pc:chgData name="Sam Prince" userId="b8c1c271-dd5b-4079-a09a-81f4ce8be867" providerId="ADAL" clId="{3944A320-6858-40EF-A311-D6CFFE63F9FA}" dt="2023-10-23T10:42:14.994" v="110" actId="47"/>
        <pc:sldMkLst>
          <pc:docMk/>
          <pc:sldMk cId="3789282218" sldId="341"/>
        </pc:sldMkLst>
        <pc:spChg chg="mod">
          <ac:chgData name="Sam Prince" userId="b8c1c271-dd5b-4079-a09a-81f4ce8be867" providerId="ADAL" clId="{3944A320-6858-40EF-A311-D6CFFE63F9FA}" dt="2023-10-12T13:29:06.725" v="34" actId="113"/>
          <ac:spMkLst>
            <pc:docMk/>
            <pc:sldMk cId="3789282218" sldId="341"/>
            <ac:spMk id="2" creationId="{291B37FA-29E4-BAB4-C8B4-051686C3391D}"/>
          </ac:spMkLst>
        </pc:spChg>
        <pc:spChg chg="mod">
          <ac:chgData name="Sam Prince" userId="b8c1c271-dd5b-4079-a09a-81f4ce8be867" providerId="ADAL" clId="{3944A320-6858-40EF-A311-D6CFFE63F9FA}" dt="2023-10-12T13:29:43.397" v="55" actId="20577"/>
          <ac:spMkLst>
            <pc:docMk/>
            <pc:sldMk cId="3789282218" sldId="341"/>
            <ac:spMk id="3" creationId="{EFAC5757-68EA-A9DA-3851-12EC90351E7B}"/>
          </ac:spMkLst>
        </pc:spChg>
      </pc:sldChg>
    </pc:docChg>
  </pc:docChgLst>
  <pc:docChgLst>
    <pc:chgData name="Paul Winser" userId="c3146a91-e6bd-4264-bd86-e164e04bc32d" providerId="ADAL" clId="{27321E9D-58C2-41E5-89C3-9819BBFDEA53}"/>
    <pc:docChg chg="addSld modSld">
      <pc:chgData name="Paul Winser" userId="c3146a91-e6bd-4264-bd86-e164e04bc32d" providerId="ADAL" clId="{27321E9D-58C2-41E5-89C3-9819BBFDEA53}" dt="2023-12-07T14:24:41.739" v="58" actId="1076"/>
      <pc:docMkLst>
        <pc:docMk/>
      </pc:docMkLst>
      <pc:sldChg chg="addSp modSp mod">
        <pc:chgData name="Paul Winser" userId="c3146a91-e6bd-4264-bd86-e164e04bc32d" providerId="ADAL" clId="{27321E9D-58C2-41E5-89C3-9819BBFDEA53}" dt="2023-11-21T12:01:47.356" v="8" actId="6549"/>
        <pc:sldMkLst>
          <pc:docMk/>
          <pc:sldMk cId="0" sldId="256"/>
        </pc:sldMkLst>
        <pc:spChg chg="mod">
          <ac:chgData name="Paul Winser" userId="c3146a91-e6bd-4264-bd86-e164e04bc32d" providerId="ADAL" clId="{27321E9D-58C2-41E5-89C3-9819BBFDEA53}" dt="2023-11-21T12:01:39.107" v="3" actId="1076"/>
          <ac:spMkLst>
            <pc:docMk/>
            <pc:sldMk cId="0" sldId="256"/>
            <ac:spMk id="2" creationId="{D0CC3198-5D73-3413-952B-6FAF6F94A397}"/>
          </ac:spMkLst>
        </pc:spChg>
        <pc:spChg chg="add mod">
          <ac:chgData name="Paul Winser" userId="c3146a91-e6bd-4264-bd86-e164e04bc32d" providerId="ADAL" clId="{27321E9D-58C2-41E5-89C3-9819BBFDEA53}" dt="2023-11-21T12:01:47.356" v="8" actId="6549"/>
          <ac:spMkLst>
            <pc:docMk/>
            <pc:sldMk cId="0" sldId="256"/>
            <ac:spMk id="4" creationId="{1608228B-9659-1535-B374-FEB12D52268B}"/>
          </ac:spMkLst>
        </pc:spChg>
      </pc:sldChg>
      <pc:sldChg chg="addSp modSp">
        <pc:chgData name="Paul Winser" userId="c3146a91-e6bd-4264-bd86-e164e04bc32d" providerId="ADAL" clId="{27321E9D-58C2-41E5-89C3-9819BBFDEA53}" dt="2023-11-21T12:01:50.139" v="9"/>
        <pc:sldMkLst>
          <pc:docMk/>
          <pc:sldMk cId="0" sldId="257"/>
        </pc:sldMkLst>
        <pc:spChg chg="add mod">
          <ac:chgData name="Paul Winser" userId="c3146a91-e6bd-4264-bd86-e164e04bc32d" providerId="ADAL" clId="{27321E9D-58C2-41E5-89C3-9819BBFDEA53}" dt="2023-11-21T12:01:50.139" v="9"/>
          <ac:spMkLst>
            <pc:docMk/>
            <pc:sldMk cId="0" sldId="257"/>
            <ac:spMk id="2" creationId="{A9EBCEF1-2C51-0AA1-FA41-C39B18FBCAC2}"/>
          </ac:spMkLst>
        </pc:spChg>
      </pc:sldChg>
      <pc:sldChg chg="addSp modSp">
        <pc:chgData name="Paul Winser" userId="c3146a91-e6bd-4264-bd86-e164e04bc32d" providerId="ADAL" clId="{27321E9D-58C2-41E5-89C3-9819BBFDEA53}" dt="2023-11-21T12:01:51.001" v="10"/>
        <pc:sldMkLst>
          <pc:docMk/>
          <pc:sldMk cId="0" sldId="258"/>
        </pc:sldMkLst>
        <pc:spChg chg="add mod">
          <ac:chgData name="Paul Winser" userId="c3146a91-e6bd-4264-bd86-e164e04bc32d" providerId="ADAL" clId="{27321E9D-58C2-41E5-89C3-9819BBFDEA53}" dt="2023-11-21T12:01:51.001" v="10"/>
          <ac:spMkLst>
            <pc:docMk/>
            <pc:sldMk cId="0" sldId="258"/>
            <ac:spMk id="2" creationId="{CD666E2C-35CC-B986-0892-9CC010778ED0}"/>
          </ac:spMkLst>
        </pc:spChg>
      </pc:sldChg>
      <pc:sldChg chg="addSp modSp">
        <pc:chgData name="Paul Winser" userId="c3146a91-e6bd-4264-bd86-e164e04bc32d" providerId="ADAL" clId="{27321E9D-58C2-41E5-89C3-9819BBFDEA53}" dt="2023-11-21T12:01:52.373" v="11"/>
        <pc:sldMkLst>
          <pc:docMk/>
          <pc:sldMk cId="0" sldId="272"/>
        </pc:sldMkLst>
        <pc:spChg chg="add mod">
          <ac:chgData name="Paul Winser" userId="c3146a91-e6bd-4264-bd86-e164e04bc32d" providerId="ADAL" clId="{27321E9D-58C2-41E5-89C3-9819BBFDEA53}" dt="2023-11-21T12:01:52.373" v="11"/>
          <ac:spMkLst>
            <pc:docMk/>
            <pc:sldMk cId="0" sldId="272"/>
            <ac:spMk id="2" creationId="{31BC892B-3838-B3A1-CF29-B599EBC35E0C}"/>
          </ac:spMkLst>
        </pc:spChg>
      </pc:sldChg>
      <pc:sldChg chg="addSp modSp">
        <pc:chgData name="Paul Winser" userId="c3146a91-e6bd-4264-bd86-e164e04bc32d" providerId="ADAL" clId="{27321E9D-58C2-41E5-89C3-9819BBFDEA53}" dt="2023-11-21T12:01:53.589" v="12"/>
        <pc:sldMkLst>
          <pc:docMk/>
          <pc:sldMk cId="884549766" sldId="305"/>
        </pc:sldMkLst>
        <pc:spChg chg="add mod">
          <ac:chgData name="Paul Winser" userId="c3146a91-e6bd-4264-bd86-e164e04bc32d" providerId="ADAL" clId="{27321E9D-58C2-41E5-89C3-9819BBFDEA53}" dt="2023-11-21T12:01:53.589" v="12"/>
          <ac:spMkLst>
            <pc:docMk/>
            <pc:sldMk cId="884549766" sldId="305"/>
            <ac:spMk id="3" creationId="{263148EC-F399-3998-1A20-C781DF16A21B}"/>
          </ac:spMkLst>
        </pc:spChg>
      </pc:sldChg>
      <pc:sldChg chg="addSp modSp">
        <pc:chgData name="Paul Winser" userId="c3146a91-e6bd-4264-bd86-e164e04bc32d" providerId="ADAL" clId="{27321E9D-58C2-41E5-89C3-9819BBFDEA53}" dt="2023-11-21T12:02:24.113" v="28"/>
        <pc:sldMkLst>
          <pc:docMk/>
          <pc:sldMk cId="588007661" sldId="306"/>
        </pc:sldMkLst>
        <pc:spChg chg="add mod">
          <ac:chgData name="Paul Winser" userId="c3146a91-e6bd-4264-bd86-e164e04bc32d" providerId="ADAL" clId="{27321E9D-58C2-41E5-89C3-9819BBFDEA53}" dt="2023-11-21T12:02:24.113" v="28"/>
          <ac:spMkLst>
            <pc:docMk/>
            <pc:sldMk cId="588007661" sldId="306"/>
            <ac:spMk id="2" creationId="{7E968771-4597-9353-6E59-E7CCA40725E9}"/>
          </ac:spMkLst>
        </pc:spChg>
      </pc:sldChg>
      <pc:sldChg chg="addSp modSp">
        <pc:chgData name="Paul Winser" userId="c3146a91-e6bd-4264-bd86-e164e04bc32d" providerId="ADAL" clId="{27321E9D-58C2-41E5-89C3-9819BBFDEA53}" dt="2023-11-21T12:02:25.304" v="29"/>
        <pc:sldMkLst>
          <pc:docMk/>
          <pc:sldMk cId="3621417310" sldId="307"/>
        </pc:sldMkLst>
        <pc:spChg chg="add mod">
          <ac:chgData name="Paul Winser" userId="c3146a91-e6bd-4264-bd86-e164e04bc32d" providerId="ADAL" clId="{27321E9D-58C2-41E5-89C3-9819BBFDEA53}" dt="2023-11-21T12:02:25.304" v="29"/>
          <ac:spMkLst>
            <pc:docMk/>
            <pc:sldMk cId="3621417310" sldId="307"/>
            <ac:spMk id="4" creationId="{81A1287C-6973-4128-C85B-494FACDB31DF}"/>
          </ac:spMkLst>
        </pc:spChg>
      </pc:sldChg>
      <pc:sldChg chg="addSp modSp">
        <pc:chgData name="Paul Winser" userId="c3146a91-e6bd-4264-bd86-e164e04bc32d" providerId="ADAL" clId="{27321E9D-58C2-41E5-89C3-9819BBFDEA53}" dt="2023-11-21T12:02:44.168" v="39"/>
        <pc:sldMkLst>
          <pc:docMk/>
          <pc:sldMk cId="2005355495" sldId="308"/>
        </pc:sldMkLst>
        <pc:spChg chg="add mod">
          <ac:chgData name="Paul Winser" userId="c3146a91-e6bd-4264-bd86-e164e04bc32d" providerId="ADAL" clId="{27321E9D-58C2-41E5-89C3-9819BBFDEA53}" dt="2023-11-21T12:02:44.168" v="39"/>
          <ac:spMkLst>
            <pc:docMk/>
            <pc:sldMk cId="2005355495" sldId="308"/>
            <ac:spMk id="2" creationId="{8A615409-7B04-4C78-6A00-29F6DF27BB2E}"/>
          </ac:spMkLst>
        </pc:spChg>
      </pc:sldChg>
      <pc:sldChg chg="addSp modSp">
        <pc:chgData name="Paul Winser" userId="c3146a91-e6bd-4264-bd86-e164e04bc32d" providerId="ADAL" clId="{27321E9D-58C2-41E5-89C3-9819BBFDEA53}" dt="2023-11-21T12:02:51.896" v="44"/>
        <pc:sldMkLst>
          <pc:docMk/>
          <pc:sldMk cId="47175209" sldId="309"/>
        </pc:sldMkLst>
        <pc:spChg chg="add mod">
          <ac:chgData name="Paul Winser" userId="c3146a91-e6bd-4264-bd86-e164e04bc32d" providerId="ADAL" clId="{27321E9D-58C2-41E5-89C3-9819BBFDEA53}" dt="2023-11-21T12:02:51.896" v="44"/>
          <ac:spMkLst>
            <pc:docMk/>
            <pc:sldMk cId="47175209" sldId="309"/>
            <ac:spMk id="2" creationId="{4AB0E2DC-FB76-2265-E55D-993F02424455}"/>
          </ac:spMkLst>
        </pc:spChg>
      </pc:sldChg>
      <pc:sldChg chg="addSp modSp">
        <pc:chgData name="Paul Winser" userId="c3146a91-e6bd-4264-bd86-e164e04bc32d" providerId="ADAL" clId="{27321E9D-58C2-41E5-89C3-9819BBFDEA53}" dt="2023-11-21T12:01:55.060" v="13"/>
        <pc:sldMkLst>
          <pc:docMk/>
          <pc:sldMk cId="2503911473" sldId="310"/>
        </pc:sldMkLst>
        <pc:spChg chg="add mod">
          <ac:chgData name="Paul Winser" userId="c3146a91-e6bd-4264-bd86-e164e04bc32d" providerId="ADAL" clId="{27321E9D-58C2-41E5-89C3-9819BBFDEA53}" dt="2023-11-21T12:01:55.060" v="13"/>
          <ac:spMkLst>
            <pc:docMk/>
            <pc:sldMk cId="2503911473" sldId="310"/>
            <ac:spMk id="4" creationId="{1D99F847-B9B1-A602-43D7-A68DB334E331}"/>
          </ac:spMkLst>
        </pc:spChg>
      </pc:sldChg>
      <pc:sldChg chg="addSp modSp">
        <pc:chgData name="Paul Winser" userId="c3146a91-e6bd-4264-bd86-e164e04bc32d" providerId="ADAL" clId="{27321E9D-58C2-41E5-89C3-9819BBFDEA53}" dt="2023-11-21T12:01:57.901" v="15"/>
        <pc:sldMkLst>
          <pc:docMk/>
          <pc:sldMk cId="3251345372" sldId="311"/>
        </pc:sldMkLst>
        <pc:spChg chg="add mod">
          <ac:chgData name="Paul Winser" userId="c3146a91-e6bd-4264-bd86-e164e04bc32d" providerId="ADAL" clId="{27321E9D-58C2-41E5-89C3-9819BBFDEA53}" dt="2023-11-21T12:01:57.901" v="15"/>
          <ac:spMkLst>
            <pc:docMk/>
            <pc:sldMk cId="3251345372" sldId="311"/>
            <ac:spMk id="3" creationId="{08153409-C638-0CC7-2DF8-8D7042D2D99B}"/>
          </ac:spMkLst>
        </pc:spChg>
      </pc:sldChg>
      <pc:sldChg chg="addSp modSp mod">
        <pc:chgData name="Paul Winser" userId="c3146a91-e6bd-4264-bd86-e164e04bc32d" providerId="ADAL" clId="{27321E9D-58C2-41E5-89C3-9819BBFDEA53}" dt="2023-11-21T12:02:03.958" v="17" actId="14100"/>
        <pc:sldMkLst>
          <pc:docMk/>
          <pc:sldMk cId="2901870088" sldId="312"/>
        </pc:sldMkLst>
        <pc:spChg chg="add mod">
          <ac:chgData name="Paul Winser" userId="c3146a91-e6bd-4264-bd86-e164e04bc32d" providerId="ADAL" clId="{27321E9D-58C2-41E5-89C3-9819BBFDEA53}" dt="2023-11-21T12:01:59.558" v="16"/>
          <ac:spMkLst>
            <pc:docMk/>
            <pc:sldMk cId="2901870088" sldId="312"/>
            <ac:spMk id="2" creationId="{A59E3BAC-849A-4AE6-5841-5E729AAC4282}"/>
          </ac:spMkLst>
        </pc:spChg>
        <pc:graphicFrameChg chg="mod">
          <ac:chgData name="Paul Winser" userId="c3146a91-e6bd-4264-bd86-e164e04bc32d" providerId="ADAL" clId="{27321E9D-58C2-41E5-89C3-9819BBFDEA53}" dt="2023-11-21T12:02:03.958" v="17" actId="14100"/>
          <ac:graphicFrameMkLst>
            <pc:docMk/>
            <pc:sldMk cId="2901870088" sldId="312"/>
            <ac:graphicFrameMk id="3" creationId="{D2277685-E9B1-3A17-5786-CDA38322E6B4}"/>
          </ac:graphicFrameMkLst>
        </pc:graphicFrameChg>
      </pc:sldChg>
      <pc:sldChg chg="addSp modSp mod">
        <pc:chgData name="Paul Winser" userId="c3146a91-e6bd-4264-bd86-e164e04bc32d" providerId="ADAL" clId="{27321E9D-58C2-41E5-89C3-9819BBFDEA53}" dt="2023-11-21T12:02:10.380" v="20" actId="1076"/>
        <pc:sldMkLst>
          <pc:docMk/>
          <pc:sldMk cId="2094744347" sldId="313"/>
        </pc:sldMkLst>
        <pc:spChg chg="add mod">
          <ac:chgData name="Paul Winser" userId="c3146a91-e6bd-4264-bd86-e164e04bc32d" providerId="ADAL" clId="{27321E9D-58C2-41E5-89C3-9819BBFDEA53}" dt="2023-11-21T12:02:07.398" v="18"/>
          <ac:spMkLst>
            <pc:docMk/>
            <pc:sldMk cId="2094744347" sldId="313"/>
            <ac:spMk id="2" creationId="{EAD435AE-1773-E424-DF06-69B33FFAD244}"/>
          </ac:spMkLst>
        </pc:spChg>
        <pc:picChg chg="mod">
          <ac:chgData name="Paul Winser" userId="c3146a91-e6bd-4264-bd86-e164e04bc32d" providerId="ADAL" clId="{27321E9D-58C2-41E5-89C3-9819BBFDEA53}" dt="2023-11-21T12:02:10.380" v="20" actId="1076"/>
          <ac:picMkLst>
            <pc:docMk/>
            <pc:sldMk cId="2094744347" sldId="313"/>
            <ac:picMk id="3" creationId="{16295675-7ABA-C1DB-98B5-D6D2421D5456}"/>
          </ac:picMkLst>
        </pc:picChg>
      </pc:sldChg>
      <pc:sldChg chg="addSp modSp">
        <pc:chgData name="Paul Winser" userId="c3146a91-e6bd-4264-bd86-e164e04bc32d" providerId="ADAL" clId="{27321E9D-58C2-41E5-89C3-9819BBFDEA53}" dt="2023-11-21T12:02:20.549" v="25"/>
        <pc:sldMkLst>
          <pc:docMk/>
          <pc:sldMk cId="3763784670" sldId="314"/>
        </pc:sldMkLst>
        <pc:spChg chg="add mod">
          <ac:chgData name="Paul Winser" userId="c3146a91-e6bd-4264-bd86-e164e04bc32d" providerId="ADAL" clId="{27321E9D-58C2-41E5-89C3-9819BBFDEA53}" dt="2023-11-21T12:02:20.549" v="25"/>
          <ac:spMkLst>
            <pc:docMk/>
            <pc:sldMk cId="3763784670" sldId="314"/>
            <ac:spMk id="2" creationId="{1C5682A2-F966-2FE0-0E32-F1816165F22D}"/>
          </ac:spMkLst>
        </pc:spChg>
      </pc:sldChg>
      <pc:sldChg chg="addSp modSp mod">
        <pc:chgData name="Paul Winser" userId="c3146a91-e6bd-4264-bd86-e164e04bc32d" providerId="ADAL" clId="{27321E9D-58C2-41E5-89C3-9819BBFDEA53}" dt="2023-11-21T12:02:14.437" v="22" actId="1076"/>
        <pc:sldMkLst>
          <pc:docMk/>
          <pc:sldMk cId="2234739331" sldId="315"/>
        </pc:sldMkLst>
        <pc:spChg chg="add mod">
          <ac:chgData name="Paul Winser" userId="c3146a91-e6bd-4264-bd86-e164e04bc32d" providerId="ADAL" clId="{27321E9D-58C2-41E5-89C3-9819BBFDEA53}" dt="2023-11-21T12:02:12.435" v="21"/>
          <ac:spMkLst>
            <pc:docMk/>
            <pc:sldMk cId="2234739331" sldId="315"/>
            <ac:spMk id="2" creationId="{01CAE051-EEC2-62D5-C4B2-F41683BC4D45}"/>
          </ac:spMkLst>
        </pc:spChg>
        <pc:spChg chg="mod">
          <ac:chgData name="Paul Winser" userId="c3146a91-e6bd-4264-bd86-e164e04bc32d" providerId="ADAL" clId="{27321E9D-58C2-41E5-89C3-9819BBFDEA53}" dt="2023-11-21T12:02:14.437" v="22" actId="1076"/>
          <ac:spMkLst>
            <pc:docMk/>
            <pc:sldMk cId="2234739331" sldId="315"/>
            <ac:spMk id="5" creationId="{96413C18-0162-121B-86FC-FB3AD7A3DA57}"/>
          </ac:spMkLst>
        </pc:spChg>
      </pc:sldChg>
      <pc:sldChg chg="addSp modSp">
        <pc:chgData name="Paul Winser" userId="c3146a91-e6bd-4264-bd86-e164e04bc32d" providerId="ADAL" clId="{27321E9D-58C2-41E5-89C3-9819BBFDEA53}" dt="2023-11-21T12:02:21.352" v="26"/>
        <pc:sldMkLst>
          <pc:docMk/>
          <pc:sldMk cId="1277072412" sldId="316"/>
        </pc:sldMkLst>
        <pc:spChg chg="add mod">
          <ac:chgData name="Paul Winser" userId="c3146a91-e6bd-4264-bd86-e164e04bc32d" providerId="ADAL" clId="{27321E9D-58C2-41E5-89C3-9819BBFDEA53}" dt="2023-11-21T12:02:21.352" v="26"/>
          <ac:spMkLst>
            <pc:docMk/>
            <pc:sldMk cId="1277072412" sldId="316"/>
            <ac:spMk id="2" creationId="{FDC84733-4959-A595-52F4-2778DDCAF57F}"/>
          </ac:spMkLst>
        </pc:spChg>
      </pc:sldChg>
      <pc:sldChg chg="addSp modSp">
        <pc:chgData name="Paul Winser" userId="c3146a91-e6bd-4264-bd86-e164e04bc32d" providerId="ADAL" clId="{27321E9D-58C2-41E5-89C3-9819BBFDEA53}" dt="2023-11-21T12:02:26.786" v="30"/>
        <pc:sldMkLst>
          <pc:docMk/>
          <pc:sldMk cId="1616804394" sldId="318"/>
        </pc:sldMkLst>
        <pc:spChg chg="add mod">
          <ac:chgData name="Paul Winser" userId="c3146a91-e6bd-4264-bd86-e164e04bc32d" providerId="ADAL" clId="{27321E9D-58C2-41E5-89C3-9819BBFDEA53}" dt="2023-11-21T12:02:26.786" v="30"/>
          <ac:spMkLst>
            <pc:docMk/>
            <pc:sldMk cId="1616804394" sldId="318"/>
            <ac:spMk id="2" creationId="{26BCE746-EC32-DA4D-FBF6-7CDAF0339690}"/>
          </ac:spMkLst>
        </pc:spChg>
      </pc:sldChg>
      <pc:sldChg chg="addSp modSp">
        <pc:chgData name="Paul Winser" userId="c3146a91-e6bd-4264-bd86-e164e04bc32d" providerId="ADAL" clId="{27321E9D-58C2-41E5-89C3-9819BBFDEA53}" dt="2023-11-21T12:02:29.844" v="31"/>
        <pc:sldMkLst>
          <pc:docMk/>
          <pc:sldMk cId="1129028508" sldId="320"/>
        </pc:sldMkLst>
        <pc:spChg chg="add mod">
          <ac:chgData name="Paul Winser" userId="c3146a91-e6bd-4264-bd86-e164e04bc32d" providerId="ADAL" clId="{27321E9D-58C2-41E5-89C3-9819BBFDEA53}" dt="2023-11-21T12:02:29.844" v="31"/>
          <ac:spMkLst>
            <pc:docMk/>
            <pc:sldMk cId="1129028508" sldId="320"/>
            <ac:spMk id="2" creationId="{D6C4EE37-E191-B91E-9380-3789302B6563}"/>
          </ac:spMkLst>
        </pc:spChg>
      </pc:sldChg>
      <pc:sldChg chg="addSp modSp">
        <pc:chgData name="Paul Winser" userId="c3146a91-e6bd-4264-bd86-e164e04bc32d" providerId="ADAL" clId="{27321E9D-58C2-41E5-89C3-9819BBFDEA53}" dt="2023-11-21T12:02:31.078" v="32"/>
        <pc:sldMkLst>
          <pc:docMk/>
          <pc:sldMk cId="758222257" sldId="322"/>
        </pc:sldMkLst>
        <pc:spChg chg="add mod">
          <ac:chgData name="Paul Winser" userId="c3146a91-e6bd-4264-bd86-e164e04bc32d" providerId="ADAL" clId="{27321E9D-58C2-41E5-89C3-9819BBFDEA53}" dt="2023-11-21T12:02:31.078" v="32"/>
          <ac:spMkLst>
            <pc:docMk/>
            <pc:sldMk cId="758222257" sldId="322"/>
            <ac:spMk id="2" creationId="{C711E802-0C6E-8723-9EFD-E0FD0362C431}"/>
          </ac:spMkLst>
        </pc:spChg>
      </pc:sldChg>
      <pc:sldChg chg="addSp modSp">
        <pc:chgData name="Paul Winser" userId="c3146a91-e6bd-4264-bd86-e164e04bc32d" providerId="ADAL" clId="{27321E9D-58C2-41E5-89C3-9819BBFDEA53}" dt="2023-11-21T12:02:35.141" v="35"/>
        <pc:sldMkLst>
          <pc:docMk/>
          <pc:sldMk cId="3593298251" sldId="324"/>
        </pc:sldMkLst>
        <pc:spChg chg="add mod">
          <ac:chgData name="Paul Winser" userId="c3146a91-e6bd-4264-bd86-e164e04bc32d" providerId="ADAL" clId="{27321E9D-58C2-41E5-89C3-9819BBFDEA53}" dt="2023-11-21T12:02:35.141" v="35"/>
          <ac:spMkLst>
            <pc:docMk/>
            <pc:sldMk cId="3593298251" sldId="324"/>
            <ac:spMk id="3" creationId="{709C9DCE-E945-CFED-13E6-B81D58E631CE}"/>
          </ac:spMkLst>
        </pc:spChg>
      </pc:sldChg>
      <pc:sldChg chg="addSp modSp mod">
        <pc:chgData name="Paul Winser" userId="c3146a91-e6bd-4264-bd86-e164e04bc32d" providerId="ADAL" clId="{27321E9D-58C2-41E5-89C3-9819BBFDEA53}" dt="2023-12-07T14:24:41.739" v="58" actId="1076"/>
        <pc:sldMkLst>
          <pc:docMk/>
          <pc:sldMk cId="3621734776" sldId="325"/>
        </pc:sldMkLst>
        <pc:spChg chg="add mod">
          <ac:chgData name="Paul Winser" userId="c3146a91-e6bd-4264-bd86-e164e04bc32d" providerId="ADAL" clId="{27321E9D-58C2-41E5-89C3-9819BBFDEA53}" dt="2023-11-21T12:02:42.244" v="38"/>
          <ac:spMkLst>
            <pc:docMk/>
            <pc:sldMk cId="3621734776" sldId="325"/>
            <ac:spMk id="2" creationId="{E751C4EB-03D8-A845-568D-BB1C1B890FEC}"/>
          </ac:spMkLst>
        </pc:spChg>
        <pc:picChg chg="mod">
          <ac:chgData name="Paul Winser" userId="c3146a91-e6bd-4264-bd86-e164e04bc32d" providerId="ADAL" clId="{27321E9D-58C2-41E5-89C3-9819BBFDEA53}" dt="2023-12-07T14:24:41.739" v="58" actId="1076"/>
          <ac:picMkLst>
            <pc:docMk/>
            <pc:sldMk cId="3621734776" sldId="325"/>
            <ac:picMk id="5" creationId="{0EC447C3-FB2D-38FF-6234-FE165C0235CA}"/>
          </ac:picMkLst>
        </pc:picChg>
      </pc:sldChg>
      <pc:sldChg chg="addSp modSp">
        <pc:chgData name="Paul Winser" userId="c3146a91-e6bd-4264-bd86-e164e04bc32d" providerId="ADAL" clId="{27321E9D-58C2-41E5-89C3-9819BBFDEA53}" dt="2023-11-21T12:02:53.118" v="45"/>
        <pc:sldMkLst>
          <pc:docMk/>
          <pc:sldMk cId="2820552545" sldId="326"/>
        </pc:sldMkLst>
        <pc:spChg chg="add mod">
          <ac:chgData name="Paul Winser" userId="c3146a91-e6bd-4264-bd86-e164e04bc32d" providerId="ADAL" clId="{27321E9D-58C2-41E5-89C3-9819BBFDEA53}" dt="2023-11-21T12:02:53.118" v="45"/>
          <ac:spMkLst>
            <pc:docMk/>
            <pc:sldMk cId="2820552545" sldId="326"/>
            <ac:spMk id="3" creationId="{0A4827FD-872C-D337-1F5D-28EDF4576BDF}"/>
          </ac:spMkLst>
        </pc:spChg>
      </pc:sldChg>
      <pc:sldChg chg="addSp modSp">
        <pc:chgData name="Paul Winser" userId="c3146a91-e6bd-4264-bd86-e164e04bc32d" providerId="ADAL" clId="{27321E9D-58C2-41E5-89C3-9819BBFDEA53}" dt="2023-11-21T12:02:54.291" v="46"/>
        <pc:sldMkLst>
          <pc:docMk/>
          <pc:sldMk cId="2080174625" sldId="327"/>
        </pc:sldMkLst>
        <pc:spChg chg="add mod">
          <ac:chgData name="Paul Winser" userId="c3146a91-e6bd-4264-bd86-e164e04bc32d" providerId="ADAL" clId="{27321E9D-58C2-41E5-89C3-9819BBFDEA53}" dt="2023-11-21T12:02:54.291" v="46"/>
          <ac:spMkLst>
            <pc:docMk/>
            <pc:sldMk cId="2080174625" sldId="327"/>
            <ac:spMk id="2" creationId="{B3249735-02AA-E37F-63F1-1C78690AD840}"/>
          </ac:spMkLst>
        </pc:spChg>
      </pc:sldChg>
      <pc:sldChg chg="addSp modSp">
        <pc:chgData name="Paul Winser" userId="c3146a91-e6bd-4264-bd86-e164e04bc32d" providerId="ADAL" clId="{27321E9D-58C2-41E5-89C3-9819BBFDEA53}" dt="2023-11-21T12:02:55.516" v="47"/>
        <pc:sldMkLst>
          <pc:docMk/>
          <pc:sldMk cId="1633857677" sldId="328"/>
        </pc:sldMkLst>
        <pc:spChg chg="add mod">
          <ac:chgData name="Paul Winser" userId="c3146a91-e6bd-4264-bd86-e164e04bc32d" providerId="ADAL" clId="{27321E9D-58C2-41E5-89C3-9819BBFDEA53}" dt="2023-11-21T12:02:55.516" v="47"/>
          <ac:spMkLst>
            <pc:docMk/>
            <pc:sldMk cId="1633857677" sldId="328"/>
            <ac:spMk id="2" creationId="{785AC3AA-C64D-A79E-55DF-2C69D93D8CBC}"/>
          </ac:spMkLst>
        </pc:spChg>
      </pc:sldChg>
      <pc:sldChg chg="addSp modSp mod">
        <pc:chgData name="Paul Winser" userId="c3146a91-e6bd-4264-bd86-e164e04bc32d" providerId="ADAL" clId="{27321E9D-58C2-41E5-89C3-9819BBFDEA53}" dt="2023-11-21T12:02:59.773" v="49" actId="14100"/>
        <pc:sldMkLst>
          <pc:docMk/>
          <pc:sldMk cId="403852314" sldId="329"/>
        </pc:sldMkLst>
        <pc:spChg chg="add mod">
          <ac:chgData name="Paul Winser" userId="c3146a91-e6bd-4264-bd86-e164e04bc32d" providerId="ADAL" clId="{27321E9D-58C2-41E5-89C3-9819BBFDEA53}" dt="2023-11-21T12:02:56.806" v="48"/>
          <ac:spMkLst>
            <pc:docMk/>
            <pc:sldMk cId="403852314" sldId="329"/>
            <ac:spMk id="3" creationId="{67A33859-F177-E3E8-6AF2-981DC00B2F5A}"/>
          </ac:spMkLst>
        </pc:spChg>
        <pc:picChg chg="mod">
          <ac:chgData name="Paul Winser" userId="c3146a91-e6bd-4264-bd86-e164e04bc32d" providerId="ADAL" clId="{27321E9D-58C2-41E5-89C3-9819BBFDEA53}" dt="2023-11-21T12:02:59.773" v="49" actId="14100"/>
          <ac:picMkLst>
            <pc:docMk/>
            <pc:sldMk cId="403852314" sldId="329"/>
            <ac:picMk id="5" creationId="{4799BC2D-C00F-500F-20E9-2F4C4CE2FE1A}"/>
          </ac:picMkLst>
        </pc:picChg>
      </pc:sldChg>
      <pc:sldChg chg="addSp modSp mod">
        <pc:chgData name="Paul Winser" userId="c3146a91-e6bd-4264-bd86-e164e04bc32d" providerId="ADAL" clId="{27321E9D-58C2-41E5-89C3-9819BBFDEA53}" dt="2023-11-21T12:02:49.022" v="42"/>
        <pc:sldMkLst>
          <pc:docMk/>
          <pc:sldMk cId="1943600483" sldId="331"/>
        </pc:sldMkLst>
        <pc:spChg chg="add mod">
          <ac:chgData name="Paul Winser" userId="c3146a91-e6bd-4264-bd86-e164e04bc32d" providerId="ADAL" clId="{27321E9D-58C2-41E5-89C3-9819BBFDEA53}" dt="2023-11-21T12:02:49.022" v="42"/>
          <ac:spMkLst>
            <pc:docMk/>
            <pc:sldMk cId="1943600483" sldId="331"/>
            <ac:spMk id="2" creationId="{A7BCBEDD-5777-37E4-FC87-8F73308757FE}"/>
          </ac:spMkLst>
        </pc:spChg>
        <pc:picChg chg="mod">
          <ac:chgData name="Paul Winser" userId="c3146a91-e6bd-4264-bd86-e164e04bc32d" providerId="ADAL" clId="{27321E9D-58C2-41E5-89C3-9819BBFDEA53}" dt="2023-11-21T12:02:48.366" v="41" actId="1076"/>
          <ac:picMkLst>
            <pc:docMk/>
            <pc:sldMk cId="1943600483" sldId="331"/>
            <ac:picMk id="4" creationId="{2BBF50C7-F3D5-DA89-301D-7A945512D376}"/>
          </ac:picMkLst>
        </pc:picChg>
      </pc:sldChg>
      <pc:sldChg chg="addSp modSp">
        <pc:chgData name="Paul Winser" userId="c3146a91-e6bd-4264-bd86-e164e04bc32d" providerId="ADAL" clId="{27321E9D-58C2-41E5-89C3-9819BBFDEA53}" dt="2023-11-21T12:02:33.298" v="34"/>
        <pc:sldMkLst>
          <pc:docMk/>
          <pc:sldMk cId="108314303" sldId="332"/>
        </pc:sldMkLst>
        <pc:spChg chg="add mod">
          <ac:chgData name="Paul Winser" userId="c3146a91-e6bd-4264-bd86-e164e04bc32d" providerId="ADAL" clId="{27321E9D-58C2-41E5-89C3-9819BBFDEA53}" dt="2023-11-21T12:02:33.298" v="34"/>
          <ac:spMkLst>
            <pc:docMk/>
            <pc:sldMk cId="108314303" sldId="332"/>
            <ac:spMk id="2" creationId="{C49F87FD-A2E6-54E5-B779-F6027545E2C9}"/>
          </ac:spMkLst>
        </pc:spChg>
      </pc:sldChg>
      <pc:sldChg chg="addSp modSp">
        <pc:chgData name="Paul Winser" userId="c3146a91-e6bd-4264-bd86-e164e04bc32d" providerId="ADAL" clId="{27321E9D-58C2-41E5-89C3-9819BBFDEA53}" dt="2023-11-21T12:02:40.455" v="37"/>
        <pc:sldMkLst>
          <pc:docMk/>
          <pc:sldMk cId="3639887583" sldId="333"/>
        </pc:sldMkLst>
        <pc:spChg chg="add mod">
          <ac:chgData name="Paul Winser" userId="c3146a91-e6bd-4264-bd86-e164e04bc32d" providerId="ADAL" clId="{27321E9D-58C2-41E5-89C3-9819BBFDEA53}" dt="2023-11-21T12:02:40.455" v="37"/>
          <ac:spMkLst>
            <pc:docMk/>
            <pc:sldMk cId="3639887583" sldId="333"/>
            <ac:spMk id="2" creationId="{26587ECD-D0FC-9B60-7CDD-8C8765FACD67}"/>
          </ac:spMkLst>
        </pc:spChg>
      </pc:sldChg>
      <pc:sldChg chg="addSp modSp">
        <pc:chgData name="Paul Winser" userId="c3146a91-e6bd-4264-bd86-e164e04bc32d" providerId="ADAL" clId="{27321E9D-58C2-41E5-89C3-9819BBFDEA53}" dt="2023-11-21T12:03:01.081" v="50"/>
        <pc:sldMkLst>
          <pc:docMk/>
          <pc:sldMk cId="3155514258" sldId="334"/>
        </pc:sldMkLst>
        <pc:spChg chg="add mod">
          <ac:chgData name="Paul Winser" userId="c3146a91-e6bd-4264-bd86-e164e04bc32d" providerId="ADAL" clId="{27321E9D-58C2-41E5-89C3-9819BBFDEA53}" dt="2023-11-21T12:03:01.081" v="50"/>
          <ac:spMkLst>
            <pc:docMk/>
            <pc:sldMk cId="3155514258" sldId="334"/>
            <ac:spMk id="3" creationId="{63E56B14-C809-2EF2-8547-C7F39104C76E}"/>
          </ac:spMkLst>
        </pc:spChg>
      </pc:sldChg>
      <pc:sldChg chg="addSp modSp">
        <pc:chgData name="Paul Winser" userId="c3146a91-e6bd-4264-bd86-e164e04bc32d" providerId="ADAL" clId="{27321E9D-58C2-41E5-89C3-9819BBFDEA53}" dt="2023-11-21T12:01:56.578" v="14"/>
        <pc:sldMkLst>
          <pc:docMk/>
          <pc:sldMk cId="960238891" sldId="335"/>
        </pc:sldMkLst>
        <pc:spChg chg="add mod">
          <ac:chgData name="Paul Winser" userId="c3146a91-e6bd-4264-bd86-e164e04bc32d" providerId="ADAL" clId="{27321E9D-58C2-41E5-89C3-9819BBFDEA53}" dt="2023-11-21T12:01:56.578" v="14"/>
          <ac:spMkLst>
            <pc:docMk/>
            <pc:sldMk cId="960238891" sldId="335"/>
            <ac:spMk id="2" creationId="{5871027D-8EA6-AD47-C995-C7CCE4649B5E}"/>
          </ac:spMkLst>
        </pc:spChg>
      </pc:sldChg>
      <pc:sldChg chg="addSp modSp">
        <pc:chgData name="Paul Winser" userId="c3146a91-e6bd-4264-bd86-e164e04bc32d" providerId="ADAL" clId="{27321E9D-58C2-41E5-89C3-9819BBFDEA53}" dt="2023-11-21T12:02:32.084" v="33"/>
        <pc:sldMkLst>
          <pc:docMk/>
          <pc:sldMk cId="3411849459" sldId="336"/>
        </pc:sldMkLst>
        <pc:spChg chg="add mod">
          <ac:chgData name="Paul Winser" userId="c3146a91-e6bd-4264-bd86-e164e04bc32d" providerId="ADAL" clId="{27321E9D-58C2-41E5-89C3-9819BBFDEA53}" dt="2023-11-21T12:02:32.084" v="33"/>
          <ac:spMkLst>
            <pc:docMk/>
            <pc:sldMk cId="3411849459" sldId="336"/>
            <ac:spMk id="2" creationId="{C6CF8039-7DA9-C4CF-7300-38BEB6D6DF7B}"/>
          </ac:spMkLst>
        </pc:spChg>
      </pc:sldChg>
      <pc:sldChg chg="addSp modSp mod">
        <pc:chgData name="Paul Winser" userId="c3146a91-e6bd-4264-bd86-e164e04bc32d" providerId="ADAL" clId="{27321E9D-58C2-41E5-89C3-9819BBFDEA53}" dt="2023-12-07T14:24:30.099" v="56" actId="1076"/>
        <pc:sldMkLst>
          <pc:docMk/>
          <pc:sldMk cId="2094708298" sldId="337"/>
        </pc:sldMkLst>
        <pc:spChg chg="add mod">
          <ac:chgData name="Paul Winser" userId="c3146a91-e6bd-4264-bd86-e164e04bc32d" providerId="ADAL" clId="{27321E9D-58C2-41E5-89C3-9819BBFDEA53}" dt="2023-11-21T12:02:19.012" v="24"/>
          <ac:spMkLst>
            <pc:docMk/>
            <pc:sldMk cId="2094708298" sldId="337"/>
            <ac:spMk id="2" creationId="{7F57D540-FAD2-BAD0-0A23-18B8C4A0009A}"/>
          </ac:spMkLst>
        </pc:spChg>
        <pc:spChg chg="mod">
          <ac:chgData name="Paul Winser" userId="c3146a91-e6bd-4264-bd86-e164e04bc32d" providerId="ADAL" clId="{27321E9D-58C2-41E5-89C3-9819BBFDEA53}" dt="2023-11-21T12:02:18.324" v="23" actId="1076"/>
          <ac:spMkLst>
            <pc:docMk/>
            <pc:sldMk cId="2094708298" sldId="337"/>
            <ac:spMk id="5" creationId="{96413C18-0162-121B-86FC-FB3AD7A3DA57}"/>
          </ac:spMkLst>
        </pc:spChg>
        <pc:picChg chg="mod">
          <ac:chgData name="Paul Winser" userId="c3146a91-e6bd-4264-bd86-e164e04bc32d" providerId="ADAL" clId="{27321E9D-58C2-41E5-89C3-9819BBFDEA53}" dt="2023-12-07T14:24:30.099" v="56" actId="1076"/>
          <ac:picMkLst>
            <pc:docMk/>
            <pc:sldMk cId="2094708298" sldId="337"/>
            <ac:picMk id="6" creationId="{18701533-BD2F-80CA-D568-7318B676E9EA}"/>
          </ac:picMkLst>
        </pc:picChg>
      </pc:sldChg>
      <pc:sldChg chg="addSp modSp">
        <pc:chgData name="Paul Winser" userId="c3146a91-e6bd-4264-bd86-e164e04bc32d" providerId="ADAL" clId="{27321E9D-58C2-41E5-89C3-9819BBFDEA53}" dt="2023-11-21T12:02:22.536" v="27"/>
        <pc:sldMkLst>
          <pc:docMk/>
          <pc:sldMk cId="2349012576" sldId="338"/>
        </pc:sldMkLst>
        <pc:spChg chg="add mod">
          <ac:chgData name="Paul Winser" userId="c3146a91-e6bd-4264-bd86-e164e04bc32d" providerId="ADAL" clId="{27321E9D-58C2-41E5-89C3-9819BBFDEA53}" dt="2023-11-21T12:02:22.536" v="27"/>
          <ac:spMkLst>
            <pc:docMk/>
            <pc:sldMk cId="2349012576" sldId="338"/>
            <ac:spMk id="2" creationId="{5AC7AF4D-247F-2126-6DEB-04E35CA5D15D}"/>
          </ac:spMkLst>
        </pc:spChg>
      </pc:sldChg>
      <pc:sldChg chg="addSp modSp">
        <pc:chgData name="Paul Winser" userId="c3146a91-e6bd-4264-bd86-e164e04bc32d" providerId="ADAL" clId="{27321E9D-58C2-41E5-89C3-9819BBFDEA53}" dt="2023-11-21T12:02:39.431" v="36"/>
        <pc:sldMkLst>
          <pc:docMk/>
          <pc:sldMk cId="2431007924" sldId="339"/>
        </pc:sldMkLst>
        <pc:spChg chg="add mod">
          <ac:chgData name="Paul Winser" userId="c3146a91-e6bd-4264-bd86-e164e04bc32d" providerId="ADAL" clId="{27321E9D-58C2-41E5-89C3-9819BBFDEA53}" dt="2023-11-21T12:02:39.431" v="36"/>
          <ac:spMkLst>
            <pc:docMk/>
            <pc:sldMk cId="2431007924" sldId="339"/>
            <ac:spMk id="2" creationId="{1549FEAA-3556-8EB8-E59D-7BAED31B689E}"/>
          </ac:spMkLst>
        </pc:spChg>
      </pc:sldChg>
      <pc:sldChg chg="addSp modSp">
        <pc:chgData name="Paul Winser" userId="c3146a91-e6bd-4264-bd86-e164e04bc32d" providerId="ADAL" clId="{27321E9D-58C2-41E5-89C3-9819BBFDEA53}" dt="2023-11-21T12:02:50.376" v="43"/>
        <pc:sldMkLst>
          <pc:docMk/>
          <pc:sldMk cId="215477562" sldId="340"/>
        </pc:sldMkLst>
        <pc:spChg chg="add mod">
          <ac:chgData name="Paul Winser" userId="c3146a91-e6bd-4264-bd86-e164e04bc32d" providerId="ADAL" clId="{27321E9D-58C2-41E5-89C3-9819BBFDEA53}" dt="2023-11-21T12:02:50.376" v="43"/>
          <ac:spMkLst>
            <pc:docMk/>
            <pc:sldMk cId="215477562" sldId="340"/>
            <ac:spMk id="2" creationId="{277802AA-E358-EB19-B970-27A5495F085F}"/>
          </ac:spMkLst>
        </pc:spChg>
      </pc:sldChg>
      <pc:sldChg chg="addSp modSp add mod modTransition">
        <pc:chgData name="Paul Winser" userId="c3146a91-e6bd-4264-bd86-e164e04bc32d" providerId="ADAL" clId="{27321E9D-58C2-41E5-89C3-9819BBFDEA53}" dt="2023-11-23T10:47:52.048" v="54" actId="255"/>
        <pc:sldMkLst>
          <pc:docMk/>
          <pc:sldMk cId="3789282218" sldId="341"/>
        </pc:sldMkLst>
        <pc:spChg chg="mod">
          <ac:chgData name="Paul Winser" userId="c3146a91-e6bd-4264-bd86-e164e04bc32d" providerId="ADAL" clId="{27321E9D-58C2-41E5-89C3-9819BBFDEA53}" dt="2023-11-23T10:47:52.048" v="54" actId="255"/>
          <ac:spMkLst>
            <pc:docMk/>
            <pc:sldMk cId="3789282218" sldId="341"/>
            <ac:spMk id="3" creationId="{EFAC5757-68EA-A9DA-3851-12EC90351E7B}"/>
          </ac:spMkLst>
        </pc:spChg>
        <pc:spChg chg="add mod">
          <ac:chgData name="Paul Winser" userId="c3146a91-e6bd-4264-bd86-e164e04bc32d" providerId="ADAL" clId="{27321E9D-58C2-41E5-89C3-9819BBFDEA53}" dt="2023-11-21T12:03:18.074" v="52"/>
          <ac:spMkLst>
            <pc:docMk/>
            <pc:sldMk cId="3789282218" sldId="341"/>
            <ac:spMk id="4" creationId="{DC93C269-9864-14BF-8229-A1260E81350D}"/>
          </ac:spMkLst>
        </pc:spChg>
      </pc:sldChg>
    </pc:docChg>
  </pc:docChgLst>
  <pc:docChgLst>
    <pc:chgData name="Andrew Bodmer" userId="e78b4f3cb0d7499b" providerId="LiveId" clId="{9C69B8BA-3E78-7548-961E-58BB59E7DBA9}"/>
    <pc:docChg chg="undo redo custSel addSld delSld modSld sldOrd">
      <pc:chgData name="Andrew Bodmer" userId="e78b4f3cb0d7499b" providerId="LiveId" clId="{9C69B8BA-3E78-7548-961E-58BB59E7DBA9}" dt="2023-10-10T20:25:20.834" v="316" actId="14100"/>
      <pc:docMkLst>
        <pc:docMk/>
      </pc:docMkLst>
      <pc:sldChg chg="addSp delSp modSp mod modClrScheme chgLayout">
        <pc:chgData name="Andrew Bodmer" userId="e78b4f3cb0d7499b" providerId="LiveId" clId="{9C69B8BA-3E78-7548-961E-58BB59E7DBA9}" dt="2023-10-10T20:21:02.807" v="267" actId="26606"/>
        <pc:sldMkLst>
          <pc:docMk/>
          <pc:sldMk cId="47175209" sldId="309"/>
        </pc:sldMkLst>
        <pc:spChg chg="add mod">
          <ac:chgData name="Andrew Bodmer" userId="e78b4f3cb0d7499b" providerId="LiveId" clId="{9C69B8BA-3E78-7548-961E-58BB59E7DBA9}" dt="2023-10-10T20:21:02.807" v="267" actId="26606"/>
          <ac:spMkLst>
            <pc:docMk/>
            <pc:sldMk cId="47175209" sldId="309"/>
            <ac:spMk id="3" creationId="{686B826C-3F4A-1C53-D2B9-E278EB5D01A3}"/>
          </ac:spMkLst>
        </pc:spChg>
        <pc:spChg chg="del mod">
          <ac:chgData name="Andrew Bodmer" userId="e78b4f3cb0d7499b" providerId="LiveId" clId="{9C69B8BA-3E78-7548-961E-58BB59E7DBA9}" dt="2023-10-10T20:21:02.807" v="267" actId="26606"/>
          <ac:spMkLst>
            <pc:docMk/>
            <pc:sldMk cId="47175209" sldId="309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20:21:02.807" v="267" actId="26606"/>
          <ac:spMkLst>
            <pc:docMk/>
            <pc:sldMk cId="47175209" sldId="309"/>
            <ac:spMk id="34820" creationId="{8DCD7CE1-603D-4D59-3DBB-C13C0B6505F0}"/>
          </ac:spMkLst>
        </pc:spChg>
        <pc:spChg chg="add mod">
          <ac:chgData name="Andrew Bodmer" userId="e78b4f3cb0d7499b" providerId="LiveId" clId="{9C69B8BA-3E78-7548-961E-58BB59E7DBA9}" dt="2023-10-10T20:21:02.807" v="267" actId="26606"/>
          <ac:spMkLst>
            <pc:docMk/>
            <pc:sldMk cId="47175209" sldId="309"/>
            <ac:spMk id="34826" creationId="{933A55B4-CFEC-3A4E-DC2E-A537FAA7F6C5}"/>
          </ac:spMkLst>
        </pc:spChg>
        <pc:graphicFrameChg chg="add mod">
          <ac:chgData name="Andrew Bodmer" userId="e78b4f3cb0d7499b" providerId="LiveId" clId="{9C69B8BA-3E78-7548-961E-58BB59E7DBA9}" dt="2023-10-10T20:21:02.807" v="267" actId="26606"/>
          <ac:graphicFrameMkLst>
            <pc:docMk/>
            <pc:sldMk cId="47175209" sldId="309"/>
            <ac:graphicFrameMk id="34822" creationId="{71F7FADF-4745-D4BC-2C84-C4765746A217}"/>
          </ac:graphicFrameMkLst>
        </pc:graphicFrameChg>
      </pc:sldChg>
      <pc:sldChg chg="addSp delSp modSp mod modClrScheme chgLayout">
        <pc:chgData name="Andrew Bodmer" userId="e78b4f3cb0d7499b" providerId="LiveId" clId="{9C69B8BA-3E78-7548-961E-58BB59E7DBA9}" dt="2023-10-10T20:19:08.226" v="261" actId="20577"/>
        <pc:sldMkLst>
          <pc:docMk/>
          <pc:sldMk cId="3251345372" sldId="311"/>
        </pc:sldMkLst>
        <pc:spChg chg="add mod">
          <ac:chgData name="Andrew Bodmer" userId="e78b4f3cb0d7499b" providerId="LiveId" clId="{9C69B8BA-3E78-7548-961E-58BB59E7DBA9}" dt="2023-10-10T20:18:57.989" v="255" actId="20577"/>
          <ac:spMkLst>
            <pc:docMk/>
            <pc:sldMk cId="3251345372" sldId="311"/>
            <ac:spMk id="2" creationId="{92C143BB-96C6-EF98-64A2-40054F313D26}"/>
          </ac:spMkLst>
        </pc:spChg>
        <pc:spChg chg="del">
          <ac:chgData name="Andrew Bodmer" userId="e78b4f3cb0d7499b" providerId="LiveId" clId="{9C69B8BA-3E78-7548-961E-58BB59E7DBA9}" dt="2023-10-10T16:44:16.590" v="41" actId="478"/>
          <ac:spMkLst>
            <pc:docMk/>
            <pc:sldMk cId="3251345372" sldId="311"/>
            <ac:spMk id="4" creationId="{AC1FD8D9-4CF5-66F9-E6F6-18DB976CF9D5}"/>
          </ac:spMkLst>
        </pc:spChg>
        <pc:spChg chg="mod ord">
          <ac:chgData name="Andrew Bodmer" userId="e78b4f3cb0d7499b" providerId="LiveId" clId="{9C69B8BA-3E78-7548-961E-58BB59E7DBA9}" dt="2023-10-10T20:19:08.226" v="261" actId="20577"/>
          <ac:spMkLst>
            <pc:docMk/>
            <pc:sldMk cId="3251345372" sldId="311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20:17:06.242" v="236" actId="26606"/>
          <ac:spMkLst>
            <pc:docMk/>
            <pc:sldMk cId="3251345372" sldId="311"/>
            <ac:spMk id="34820" creationId="{8DCD7CE1-603D-4D59-3DBB-C13C0B6505F0}"/>
          </ac:spMkLst>
        </pc:spChg>
        <pc:spChg chg="add mod">
          <ac:chgData name="Andrew Bodmer" userId="e78b4f3cb0d7499b" providerId="LiveId" clId="{9C69B8BA-3E78-7548-961E-58BB59E7DBA9}" dt="2023-10-10T20:17:18.610" v="239" actId="20577"/>
          <ac:spMkLst>
            <pc:docMk/>
            <pc:sldMk cId="3251345372" sldId="311"/>
            <ac:spMk id="34825" creationId="{82C7D42A-17B8-E951-43AC-A0BA8924B40F}"/>
          </ac:spMkLst>
        </pc:spChg>
        <pc:spChg chg="add mod">
          <ac:chgData name="Andrew Bodmer" userId="e78b4f3cb0d7499b" providerId="LiveId" clId="{9C69B8BA-3E78-7548-961E-58BB59E7DBA9}" dt="2023-10-10T20:18:35.507" v="247" actId="1076"/>
          <ac:spMkLst>
            <pc:docMk/>
            <pc:sldMk cId="3251345372" sldId="311"/>
            <ac:spMk id="34827" creationId="{9C9A57AA-7846-7F93-0EA2-B5E2EC9EDC1B}"/>
          </ac:spMkLst>
        </pc:spChg>
        <pc:spChg chg="add mod">
          <ac:chgData name="Andrew Bodmer" userId="e78b4f3cb0d7499b" providerId="LiveId" clId="{9C69B8BA-3E78-7548-961E-58BB59E7DBA9}" dt="2023-10-10T20:17:06.242" v="236" actId="26606"/>
          <ac:spMkLst>
            <pc:docMk/>
            <pc:sldMk cId="3251345372" sldId="311"/>
            <ac:spMk id="34829" creationId="{0151EA95-538C-C148-4F66-FE08C6723756}"/>
          </ac:spMkLst>
        </pc:spChg>
        <pc:graphicFrameChg chg="del">
          <ac:chgData name="Andrew Bodmer" userId="e78b4f3cb0d7499b" providerId="LiveId" clId="{9C69B8BA-3E78-7548-961E-58BB59E7DBA9}" dt="2023-10-10T16:44:14.535" v="40" actId="478"/>
          <ac:graphicFrameMkLst>
            <pc:docMk/>
            <pc:sldMk cId="3251345372" sldId="311"/>
            <ac:graphicFrameMk id="3" creationId="{74F2A339-7E03-20BF-A8AC-F18A8AA9775C}"/>
          </ac:graphicFrameMkLst>
        </pc:graphicFrameChg>
      </pc:sldChg>
      <pc:sldChg chg="addSp delSp modSp mod modClrScheme modCm chgLayout">
        <pc:chgData name="Andrew Bodmer" userId="e78b4f3cb0d7499b" providerId="LiveId" clId="{9C69B8BA-3E78-7548-961E-58BB59E7DBA9}" dt="2023-10-10T17:13:16.708" v="222" actId="20577"/>
        <pc:sldMkLst>
          <pc:docMk/>
          <pc:sldMk cId="2094744347" sldId="313"/>
        </pc:sldMkLst>
        <pc:spChg chg="mod ord">
          <ac:chgData name="Andrew Bodmer" userId="e78b4f3cb0d7499b" providerId="LiveId" clId="{9C69B8BA-3E78-7548-961E-58BB59E7DBA9}" dt="2023-10-10T16:58:02.919" v="167" actId="5793"/>
          <ac:spMkLst>
            <pc:docMk/>
            <pc:sldMk cId="2094744347" sldId="313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7:13:16.708" v="222" actId="20577"/>
          <ac:spMkLst>
            <pc:docMk/>
            <pc:sldMk cId="2094744347" sldId="313"/>
            <ac:spMk id="34820" creationId="{8DCD7CE1-603D-4D59-3DBB-C13C0B6505F0}"/>
          </ac:spMkLst>
        </pc:spChg>
        <pc:spChg chg="add mod">
          <ac:chgData name="Andrew Bodmer" userId="e78b4f3cb0d7499b" providerId="LiveId" clId="{9C69B8BA-3E78-7548-961E-58BB59E7DBA9}" dt="2023-10-10T16:58:01.213" v="166" actId="26606"/>
          <ac:spMkLst>
            <pc:docMk/>
            <pc:sldMk cId="2094744347" sldId="313"/>
            <ac:spMk id="34825" creationId="{7CCAE09C-26B6-57A8-C12B-7540B51FAAE7}"/>
          </ac:spMkLst>
        </pc:spChg>
        <pc:picChg chg="add del mod">
          <ac:chgData name="Andrew Bodmer" userId="e78b4f3cb0d7499b" providerId="LiveId" clId="{9C69B8BA-3E78-7548-961E-58BB59E7DBA9}" dt="2023-10-10T16:57:11.662" v="164" actId="478"/>
          <ac:picMkLst>
            <pc:docMk/>
            <pc:sldMk cId="2094744347" sldId="313"/>
            <ac:picMk id="3" creationId="{206FF4F2-ECAE-185E-F654-5F9A7DE55E23}"/>
          </ac:picMkLst>
        </pc:picChg>
        <pc:picChg chg="add mod ord">
          <ac:chgData name="Andrew Bodmer" userId="e78b4f3cb0d7499b" providerId="LiveId" clId="{9C69B8BA-3E78-7548-961E-58BB59E7DBA9}" dt="2023-10-10T16:58:01.213" v="166" actId="26606"/>
          <ac:picMkLst>
            <pc:docMk/>
            <pc:sldMk cId="2094744347" sldId="313"/>
            <ac:picMk id="5" creationId="{78F7ECDE-5F2B-21F1-C0C5-EBF5FB254A23}"/>
          </ac:picMkLst>
        </pc:picChg>
      </pc:sldChg>
      <pc:sldChg chg="modSp mod">
        <pc:chgData name="Andrew Bodmer" userId="e78b4f3cb0d7499b" providerId="LiveId" clId="{9C69B8BA-3E78-7548-961E-58BB59E7DBA9}" dt="2023-10-10T17:13:07.426" v="219" actId="20577"/>
        <pc:sldMkLst>
          <pc:docMk/>
          <pc:sldMk cId="2234739331" sldId="315"/>
        </pc:sldMkLst>
        <pc:spChg chg="mod">
          <ac:chgData name="Andrew Bodmer" userId="e78b4f3cb0d7499b" providerId="LiveId" clId="{9C69B8BA-3E78-7548-961E-58BB59E7DBA9}" dt="2023-10-10T17:12:56.380" v="216" actId="1076"/>
          <ac:spMkLst>
            <pc:docMk/>
            <pc:sldMk cId="2234739331" sldId="315"/>
            <ac:spMk id="3" creationId="{4B99E000-1A4F-1366-3F4E-4099B7C403B2}"/>
          </ac:spMkLst>
        </pc:spChg>
        <pc:spChg chg="mod">
          <ac:chgData name="Andrew Bodmer" userId="e78b4f3cb0d7499b" providerId="LiveId" clId="{9C69B8BA-3E78-7548-961E-58BB59E7DBA9}" dt="2023-10-10T17:13:07.426" v="219" actId="20577"/>
          <ac:spMkLst>
            <pc:docMk/>
            <pc:sldMk cId="2234739331" sldId="315"/>
            <ac:spMk id="34820" creationId="{8DCD7CE1-603D-4D59-3DBB-C13C0B6505F0}"/>
          </ac:spMkLst>
        </pc:spChg>
      </pc:sldChg>
      <pc:sldChg chg="delSp modSp mod modCm">
        <pc:chgData name="Andrew Bodmer" userId="e78b4f3cb0d7499b" providerId="LiveId" clId="{9C69B8BA-3E78-7548-961E-58BB59E7DBA9}" dt="2023-10-10T16:48:07.864" v="82" actId="14100"/>
        <pc:sldMkLst>
          <pc:docMk/>
          <pc:sldMk cId="1277072412" sldId="316"/>
        </pc:sldMkLst>
        <pc:spChg chg="del mod">
          <ac:chgData name="Andrew Bodmer" userId="e78b4f3cb0d7499b" providerId="LiveId" clId="{9C69B8BA-3E78-7548-961E-58BB59E7DBA9}" dt="2023-10-10T16:47:48.336" v="76" actId="478"/>
          <ac:spMkLst>
            <pc:docMk/>
            <pc:sldMk cId="1277072412" sldId="316"/>
            <ac:spMk id="4" creationId="{7D3E39F4-8A92-51D8-E72C-E4680187CD96}"/>
          </ac:spMkLst>
        </pc:spChg>
        <pc:spChg chg="mod">
          <ac:chgData name="Andrew Bodmer" userId="e78b4f3cb0d7499b" providerId="LiveId" clId="{9C69B8BA-3E78-7548-961E-58BB59E7DBA9}" dt="2023-10-10T16:48:07.864" v="82" actId="14100"/>
          <ac:spMkLst>
            <pc:docMk/>
            <pc:sldMk cId="1277072412" sldId="316"/>
            <ac:spMk id="34819" creationId="{453C7683-8588-7ABC-32E0-8A4E68218620}"/>
          </ac:spMkLst>
        </pc:spChg>
        <pc:picChg chg="del mod">
          <ac:chgData name="Andrew Bodmer" userId="e78b4f3cb0d7499b" providerId="LiveId" clId="{9C69B8BA-3E78-7548-961E-58BB59E7DBA9}" dt="2023-10-10T16:48:05.056" v="81" actId="478"/>
          <ac:picMkLst>
            <pc:docMk/>
            <pc:sldMk cId="1277072412" sldId="316"/>
            <ac:picMk id="3" creationId="{2FB77DD5-306F-5B62-6BDC-61C788C85748}"/>
          </ac:picMkLst>
        </pc:picChg>
      </pc:sldChg>
      <pc:sldChg chg="addSp delSp modSp mod modClrScheme chgLayout">
        <pc:chgData name="Andrew Bodmer" userId="e78b4f3cb0d7499b" providerId="LiveId" clId="{9C69B8BA-3E78-7548-961E-58BB59E7DBA9}" dt="2023-10-10T17:09:07.059" v="206" actId="26606"/>
        <pc:sldMkLst>
          <pc:docMk/>
          <pc:sldMk cId="758222257" sldId="322"/>
        </pc:sldMkLst>
        <pc:spChg chg="del mod">
          <ac:chgData name="Andrew Bodmer" userId="e78b4f3cb0d7499b" providerId="LiveId" clId="{9C69B8BA-3E78-7548-961E-58BB59E7DBA9}" dt="2023-10-10T17:09:07.059" v="206" actId="26606"/>
          <ac:spMkLst>
            <pc:docMk/>
            <pc:sldMk cId="758222257" sldId="322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7:09:07.059" v="206" actId="26606"/>
          <ac:spMkLst>
            <pc:docMk/>
            <pc:sldMk cId="758222257" sldId="322"/>
            <ac:spMk id="34820" creationId="{8DCD7CE1-603D-4D59-3DBB-C13C0B6505F0}"/>
          </ac:spMkLst>
        </pc:spChg>
        <pc:spChg chg="add mod">
          <ac:chgData name="Andrew Bodmer" userId="e78b4f3cb0d7499b" providerId="LiveId" clId="{9C69B8BA-3E78-7548-961E-58BB59E7DBA9}" dt="2023-10-10T17:09:07.059" v="206" actId="26606"/>
          <ac:spMkLst>
            <pc:docMk/>
            <pc:sldMk cId="758222257" sldId="322"/>
            <ac:spMk id="34826" creationId="{9D22FE3D-6197-80BD-E39F-5441517D779B}"/>
          </ac:spMkLst>
        </pc:spChg>
        <pc:graphicFrameChg chg="add mod">
          <ac:chgData name="Andrew Bodmer" userId="e78b4f3cb0d7499b" providerId="LiveId" clId="{9C69B8BA-3E78-7548-961E-58BB59E7DBA9}" dt="2023-10-10T17:09:07.059" v="206" actId="26606"/>
          <ac:graphicFrameMkLst>
            <pc:docMk/>
            <pc:sldMk cId="758222257" sldId="322"/>
            <ac:graphicFrameMk id="34822" creationId="{89C0B720-2F36-3D97-99B9-F7C88734F77F}"/>
          </ac:graphicFrameMkLst>
        </pc:graphicFrameChg>
      </pc:sldChg>
      <pc:sldChg chg="delSp modSp mod">
        <pc:chgData name="Andrew Bodmer" userId="e78b4f3cb0d7499b" providerId="LiveId" clId="{9C69B8BA-3E78-7548-961E-58BB59E7DBA9}" dt="2023-10-10T16:52:38.408" v="138" actId="1076"/>
        <pc:sldMkLst>
          <pc:docMk/>
          <pc:sldMk cId="3593298251" sldId="324"/>
        </pc:sldMkLst>
        <pc:spChg chg="mod">
          <ac:chgData name="Andrew Bodmer" userId="e78b4f3cb0d7499b" providerId="LiveId" clId="{9C69B8BA-3E78-7548-961E-58BB59E7DBA9}" dt="2023-10-10T16:52:11.438" v="132" actId="1076"/>
          <ac:spMkLst>
            <pc:docMk/>
            <pc:sldMk cId="3593298251" sldId="324"/>
            <ac:spMk id="2" creationId="{D3086CB5-D9D4-678B-A111-509C0FA726F3}"/>
          </ac:spMkLst>
        </pc:spChg>
        <pc:spChg chg="del">
          <ac:chgData name="Andrew Bodmer" userId="e78b4f3cb0d7499b" providerId="LiveId" clId="{9C69B8BA-3E78-7548-961E-58BB59E7DBA9}" dt="2023-10-10T16:49:41.590" v="102" actId="478"/>
          <ac:spMkLst>
            <pc:docMk/>
            <pc:sldMk cId="3593298251" sldId="324"/>
            <ac:spMk id="3" creationId="{5A983E8A-90D7-F251-B376-9E5DFFA2AD04}"/>
          </ac:spMkLst>
        </pc:spChg>
        <pc:spChg chg="mod">
          <ac:chgData name="Andrew Bodmer" userId="e78b4f3cb0d7499b" providerId="LiveId" clId="{9C69B8BA-3E78-7548-961E-58BB59E7DBA9}" dt="2023-10-10T16:52:38.408" v="138" actId="1076"/>
          <ac:spMkLst>
            <pc:docMk/>
            <pc:sldMk cId="3593298251" sldId="324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6:49:04.269" v="94" actId="20577"/>
          <ac:spMkLst>
            <pc:docMk/>
            <pc:sldMk cId="3593298251" sldId="324"/>
            <ac:spMk id="34820" creationId="{8DCD7CE1-603D-4D59-3DBB-C13C0B6505F0}"/>
          </ac:spMkLst>
        </pc:spChg>
        <pc:graphicFrameChg chg="mod">
          <ac:chgData name="Andrew Bodmer" userId="e78b4f3cb0d7499b" providerId="LiveId" clId="{9C69B8BA-3E78-7548-961E-58BB59E7DBA9}" dt="2023-10-10T16:52:27.758" v="136"/>
          <ac:graphicFrameMkLst>
            <pc:docMk/>
            <pc:sldMk cId="3593298251" sldId="324"/>
            <ac:graphicFrameMk id="10" creationId="{AF2946E4-587A-7D15-08CA-D511C3619C9F}"/>
          </ac:graphicFrameMkLst>
        </pc:graphicFrameChg>
        <pc:graphicFrameChg chg="del">
          <ac:chgData name="Andrew Bodmer" userId="e78b4f3cb0d7499b" providerId="LiveId" clId="{9C69B8BA-3E78-7548-961E-58BB59E7DBA9}" dt="2023-10-10T16:49:38.125" v="101" actId="478"/>
          <ac:graphicFrameMkLst>
            <pc:docMk/>
            <pc:sldMk cId="3593298251" sldId="324"/>
            <ac:graphicFrameMk id="12" creationId="{B4D925E6-21C1-FEDB-6718-D63B3905FA57}"/>
          </ac:graphicFrameMkLst>
        </pc:graphicFrameChg>
      </pc:sldChg>
      <pc:sldChg chg="modSp mod">
        <pc:chgData name="Andrew Bodmer" userId="e78b4f3cb0d7499b" providerId="LiveId" clId="{9C69B8BA-3E78-7548-961E-58BB59E7DBA9}" dt="2023-10-10T20:25:20.834" v="316" actId="14100"/>
        <pc:sldMkLst>
          <pc:docMk/>
          <pc:sldMk cId="3621734776" sldId="325"/>
        </pc:sldMkLst>
        <pc:spChg chg="mod">
          <ac:chgData name="Andrew Bodmer" userId="e78b4f3cb0d7499b" providerId="LiveId" clId="{9C69B8BA-3E78-7548-961E-58BB59E7DBA9}" dt="2023-10-10T20:25:20.834" v="316" actId="14100"/>
          <ac:spMkLst>
            <pc:docMk/>
            <pc:sldMk cId="3621734776" sldId="325"/>
            <ac:spMk id="34819" creationId="{453C7683-8588-7ABC-32E0-8A4E68218620}"/>
          </ac:spMkLst>
        </pc:spChg>
        <pc:picChg chg="mod">
          <ac:chgData name="Andrew Bodmer" userId="e78b4f3cb0d7499b" providerId="LiveId" clId="{9C69B8BA-3E78-7548-961E-58BB59E7DBA9}" dt="2023-10-10T20:25:15.374" v="315" actId="1076"/>
          <ac:picMkLst>
            <pc:docMk/>
            <pc:sldMk cId="3621734776" sldId="325"/>
            <ac:picMk id="3" creationId="{C6169530-6860-5242-AC24-537F7660E17C}"/>
          </ac:picMkLst>
        </pc:picChg>
      </pc:sldChg>
      <pc:sldChg chg="addSp modSp mod modClrScheme chgLayout">
        <pc:chgData name="Andrew Bodmer" userId="e78b4f3cb0d7499b" providerId="LiveId" clId="{9C69B8BA-3E78-7548-961E-58BB59E7DBA9}" dt="2023-10-10T20:23:41.754" v="311" actId="14100"/>
        <pc:sldMkLst>
          <pc:docMk/>
          <pc:sldMk cId="2820552545" sldId="326"/>
        </pc:sldMkLst>
        <pc:spChg chg="mod">
          <ac:chgData name="Andrew Bodmer" userId="e78b4f3cb0d7499b" providerId="LiveId" clId="{9C69B8BA-3E78-7548-961E-58BB59E7DBA9}" dt="2023-10-10T20:23:13.537" v="291" actId="1076"/>
          <ac:spMkLst>
            <pc:docMk/>
            <pc:sldMk cId="2820552545" sldId="326"/>
            <ac:spMk id="34820" creationId="{8DCD7CE1-603D-4D59-3DBB-C13C0B6505F0}"/>
          </ac:spMkLst>
        </pc:spChg>
        <pc:spChg chg="add mod">
          <ac:chgData name="Andrew Bodmer" userId="e78b4f3cb0d7499b" providerId="LiveId" clId="{9C69B8BA-3E78-7548-961E-58BB59E7DBA9}" dt="2023-10-10T20:21:51.341" v="281" actId="26606"/>
          <ac:spMkLst>
            <pc:docMk/>
            <pc:sldMk cId="2820552545" sldId="326"/>
            <ac:spMk id="34825" creationId="{03FC631D-554B-3663-7ADE-830A9147A915}"/>
          </ac:spMkLst>
        </pc:spChg>
        <pc:graphicFrameChg chg="mod ord modGraphic">
          <ac:chgData name="Andrew Bodmer" userId="e78b4f3cb0d7499b" providerId="LiveId" clId="{9C69B8BA-3E78-7548-961E-58BB59E7DBA9}" dt="2023-10-10T20:23:41.754" v="311" actId="14100"/>
          <ac:graphicFrameMkLst>
            <pc:docMk/>
            <pc:sldMk cId="2820552545" sldId="326"/>
            <ac:graphicFrameMk id="2" creationId="{B2D805CF-8201-0606-BCFF-AB539509785D}"/>
          </ac:graphicFrameMkLst>
        </pc:graphicFrameChg>
      </pc:sldChg>
      <pc:sldChg chg="addSp modSp mod">
        <pc:chgData name="Andrew Bodmer" userId="e78b4f3cb0d7499b" providerId="LiveId" clId="{9C69B8BA-3E78-7548-961E-58BB59E7DBA9}" dt="2023-10-10T17:07:21.755" v="190" actId="1076"/>
        <pc:sldMkLst>
          <pc:docMk/>
          <pc:sldMk cId="403852314" sldId="329"/>
        </pc:sldMkLst>
        <pc:spChg chg="mod">
          <ac:chgData name="Andrew Bodmer" userId="e78b4f3cb0d7499b" providerId="LiveId" clId="{9C69B8BA-3E78-7548-961E-58BB59E7DBA9}" dt="2023-10-10T17:07:19.099" v="189" actId="1076"/>
          <ac:spMkLst>
            <pc:docMk/>
            <pc:sldMk cId="403852314" sldId="329"/>
            <ac:spMk id="2" creationId="{32A197A1-EB48-391C-E777-503207A11505}"/>
          </ac:spMkLst>
        </pc:spChg>
        <pc:picChg chg="add mod">
          <ac:chgData name="Andrew Bodmer" userId="e78b4f3cb0d7499b" providerId="LiveId" clId="{9C69B8BA-3E78-7548-961E-58BB59E7DBA9}" dt="2023-10-10T17:07:21.755" v="190" actId="1076"/>
          <ac:picMkLst>
            <pc:docMk/>
            <pc:sldMk cId="403852314" sldId="329"/>
            <ac:picMk id="4" creationId="{2FE211EC-2AB6-A3BF-FDFA-AE066A17099B}"/>
          </ac:picMkLst>
        </pc:picChg>
      </pc:sldChg>
      <pc:sldChg chg="modSp mod modClrScheme modCm chgLayout">
        <pc:chgData name="Andrew Bodmer" userId="e78b4f3cb0d7499b" providerId="LiveId" clId="{9C69B8BA-3E78-7548-961E-58BB59E7DBA9}" dt="2023-10-10T20:19:31.475" v="262"/>
        <pc:sldMkLst>
          <pc:docMk/>
          <pc:sldMk cId="1943600483" sldId="331"/>
        </pc:sldMkLst>
        <pc:spChg chg="mod ord">
          <ac:chgData name="Andrew Bodmer" userId="e78b4f3cb0d7499b" providerId="LiveId" clId="{9C69B8BA-3E78-7548-961E-58BB59E7DBA9}" dt="2023-10-10T17:05:05.250" v="182" actId="1076"/>
          <ac:spMkLst>
            <pc:docMk/>
            <pc:sldMk cId="1943600483" sldId="331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6:53:44.702" v="144" actId="26606"/>
          <ac:spMkLst>
            <pc:docMk/>
            <pc:sldMk cId="1943600483" sldId="331"/>
            <ac:spMk id="34820" creationId="{8DCD7CE1-603D-4D59-3DBB-C13C0B6505F0}"/>
          </ac:spMkLst>
        </pc:spChg>
        <pc:spChg chg="mod">
          <ac:chgData name="Andrew Bodmer" userId="e78b4f3cb0d7499b" providerId="LiveId" clId="{9C69B8BA-3E78-7548-961E-58BB59E7DBA9}" dt="2023-10-10T16:53:44.702" v="144" actId="26606"/>
          <ac:spMkLst>
            <pc:docMk/>
            <pc:sldMk cId="1943600483" sldId="331"/>
            <ac:spMk id="34829" creationId="{2E079EE0-5447-A0B9-1145-891FAB7D9F46}"/>
          </ac:spMkLst>
        </pc:spChg>
        <pc:picChg chg="mod">
          <ac:chgData name="Andrew Bodmer" userId="e78b4f3cb0d7499b" providerId="LiveId" clId="{9C69B8BA-3E78-7548-961E-58BB59E7DBA9}" dt="2023-10-10T16:53:44.702" v="144" actId="26606"/>
          <ac:picMkLst>
            <pc:docMk/>
            <pc:sldMk cId="1943600483" sldId="331"/>
            <ac:picMk id="3" creationId="{79D0E588-9003-5ABE-7B76-7FBBBF389B4B}"/>
          </ac:picMkLst>
        </pc:picChg>
      </pc:sldChg>
      <pc:sldChg chg="addSp delSp modSp add mod ord modTransition">
        <pc:chgData name="Andrew Bodmer" userId="e78b4f3cb0d7499b" providerId="LiveId" clId="{9C69B8BA-3E78-7548-961E-58BB59E7DBA9}" dt="2023-10-10T20:16:05.795" v="228" actId="1076"/>
        <pc:sldMkLst>
          <pc:docMk/>
          <pc:sldMk cId="960238891" sldId="335"/>
        </pc:sldMkLst>
        <pc:spChg chg="add del mod">
          <ac:chgData name="Andrew Bodmer" userId="e78b4f3cb0d7499b" providerId="LiveId" clId="{9C69B8BA-3E78-7548-961E-58BB59E7DBA9}" dt="2023-10-10T16:41:44.023" v="29" actId="478"/>
          <ac:spMkLst>
            <pc:docMk/>
            <pc:sldMk cId="960238891" sldId="335"/>
            <ac:spMk id="2" creationId="{847EA067-3E96-1D34-9C80-C1918C4FD43B}"/>
          </ac:spMkLst>
        </pc:spChg>
        <pc:spChg chg="mod">
          <ac:chgData name="Andrew Bodmer" userId="e78b4f3cb0d7499b" providerId="LiveId" clId="{9C69B8BA-3E78-7548-961E-58BB59E7DBA9}" dt="2023-10-10T20:16:05.795" v="228" actId="1076"/>
          <ac:spMkLst>
            <pc:docMk/>
            <pc:sldMk cId="960238891" sldId="335"/>
            <ac:spMk id="4" creationId="{AC1FD8D9-4CF5-66F9-E6F6-18DB976CF9D5}"/>
          </ac:spMkLst>
        </pc:spChg>
        <pc:spChg chg="del mod">
          <ac:chgData name="Andrew Bodmer" userId="e78b4f3cb0d7499b" providerId="LiveId" clId="{9C69B8BA-3E78-7548-961E-58BB59E7DBA9}" dt="2023-10-10T16:41:41.837" v="28" actId="478"/>
          <ac:spMkLst>
            <pc:docMk/>
            <pc:sldMk cId="960238891" sldId="335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6:41:34.250" v="26" actId="20577"/>
          <ac:spMkLst>
            <pc:docMk/>
            <pc:sldMk cId="960238891" sldId="335"/>
            <ac:spMk id="34820" creationId="{8DCD7CE1-603D-4D59-3DBB-C13C0B6505F0}"/>
          </ac:spMkLst>
        </pc:spChg>
        <pc:graphicFrameChg chg="mod">
          <ac:chgData name="Andrew Bodmer" userId="e78b4f3cb0d7499b" providerId="LiveId" clId="{9C69B8BA-3E78-7548-961E-58BB59E7DBA9}" dt="2023-10-10T16:41:56.997" v="32" actId="14100"/>
          <ac:graphicFrameMkLst>
            <pc:docMk/>
            <pc:sldMk cId="960238891" sldId="335"/>
            <ac:graphicFrameMk id="3" creationId="{74F2A339-7E03-20BF-A8AC-F18A8AA9775C}"/>
          </ac:graphicFrameMkLst>
        </pc:graphicFrameChg>
      </pc:sldChg>
      <pc:sldChg chg="addSp delSp modSp add mod modTransition modClrScheme chgLayout">
        <pc:chgData name="Andrew Bodmer" userId="e78b4f3cb0d7499b" providerId="LiveId" clId="{9C69B8BA-3E78-7548-961E-58BB59E7DBA9}" dt="2023-10-10T17:09:13.738" v="207" actId="26606"/>
        <pc:sldMkLst>
          <pc:docMk/>
          <pc:sldMk cId="3411849459" sldId="336"/>
        </pc:sldMkLst>
        <pc:spChg chg="del mod">
          <ac:chgData name="Andrew Bodmer" userId="e78b4f3cb0d7499b" providerId="LiveId" clId="{9C69B8BA-3E78-7548-961E-58BB59E7DBA9}" dt="2023-10-10T17:09:13.738" v="207" actId="26606"/>
          <ac:spMkLst>
            <pc:docMk/>
            <pc:sldMk cId="3411849459" sldId="336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7:09:13.738" v="207" actId="26606"/>
          <ac:spMkLst>
            <pc:docMk/>
            <pc:sldMk cId="3411849459" sldId="336"/>
            <ac:spMk id="34820" creationId="{8DCD7CE1-603D-4D59-3DBB-C13C0B6505F0}"/>
          </ac:spMkLst>
        </pc:spChg>
        <pc:spChg chg="add mod">
          <ac:chgData name="Andrew Bodmer" userId="e78b4f3cb0d7499b" providerId="LiveId" clId="{9C69B8BA-3E78-7548-961E-58BB59E7DBA9}" dt="2023-10-10T17:09:13.738" v="207" actId="26606"/>
          <ac:spMkLst>
            <pc:docMk/>
            <pc:sldMk cId="3411849459" sldId="336"/>
            <ac:spMk id="34826" creationId="{399C2B33-3F6E-40F3-5987-B6C262523C06}"/>
          </ac:spMkLst>
        </pc:spChg>
        <pc:graphicFrameChg chg="add mod">
          <ac:chgData name="Andrew Bodmer" userId="e78b4f3cb0d7499b" providerId="LiveId" clId="{9C69B8BA-3E78-7548-961E-58BB59E7DBA9}" dt="2023-10-10T17:09:13.738" v="207" actId="26606"/>
          <ac:graphicFrameMkLst>
            <pc:docMk/>
            <pc:sldMk cId="3411849459" sldId="336"/>
            <ac:graphicFrameMk id="34822" creationId="{91582F00-4ADE-9CD7-ABC6-75FE03737F9E}"/>
          </ac:graphicFrameMkLst>
        </pc:graphicFrameChg>
      </pc:sldChg>
      <pc:sldChg chg="addSp modSp add mod modTransition">
        <pc:chgData name="Andrew Bodmer" userId="e78b4f3cb0d7499b" providerId="LiveId" clId="{9C69B8BA-3E78-7548-961E-58BB59E7DBA9}" dt="2023-10-10T17:13:22.357" v="225" actId="20577"/>
        <pc:sldMkLst>
          <pc:docMk/>
          <pc:sldMk cId="2094708298" sldId="337"/>
        </pc:sldMkLst>
        <pc:spChg chg="mod">
          <ac:chgData name="Andrew Bodmer" userId="e78b4f3cb0d7499b" providerId="LiveId" clId="{9C69B8BA-3E78-7548-961E-58BB59E7DBA9}" dt="2023-10-10T17:12:22.585" v="212" actId="1076"/>
          <ac:spMkLst>
            <pc:docMk/>
            <pc:sldMk cId="2094708298" sldId="337"/>
            <ac:spMk id="3" creationId="{4B99E000-1A4F-1366-3F4E-4099B7C403B2}"/>
          </ac:spMkLst>
        </pc:spChg>
        <pc:spChg chg="mod">
          <ac:chgData name="Andrew Bodmer" userId="e78b4f3cb0d7499b" providerId="LiveId" clId="{9C69B8BA-3E78-7548-961E-58BB59E7DBA9}" dt="2023-10-10T17:12:25.914" v="213" actId="1076"/>
          <ac:spMkLst>
            <pc:docMk/>
            <pc:sldMk cId="2094708298" sldId="337"/>
            <ac:spMk id="5" creationId="{96413C18-0162-121B-86FC-FB3AD7A3DA57}"/>
          </ac:spMkLst>
        </pc:spChg>
        <pc:spChg chg="mod">
          <ac:chgData name="Andrew Bodmer" userId="e78b4f3cb0d7499b" providerId="LiveId" clId="{9C69B8BA-3E78-7548-961E-58BB59E7DBA9}" dt="2023-10-10T17:13:22.357" v="225" actId="20577"/>
          <ac:spMkLst>
            <pc:docMk/>
            <pc:sldMk cId="2094708298" sldId="337"/>
            <ac:spMk id="34820" creationId="{8DCD7CE1-603D-4D59-3DBB-C13C0B6505F0}"/>
          </ac:spMkLst>
        </pc:spChg>
        <pc:picChg chg="add mod">
          <ac:chgData name="Andrew Bodmer" userId="e78b4f3cb0d7499b" providerId="LiveId" clId="{9C69B8BA-3E78-7548-961E-58BB59E7DBA9}" dt="2023-10-10T17:12:30.176" v="215" actId="1076"/>
          <ac:picMkLst>
            <pc:docMk/>
            <pc:sldMk cId="2094708298" sldId="337"/>
            <ac:picMk id="4" creationId="{131DE698-FEB5-6205-0A09-0D3150E1C9A6}"/>
          </ac:picMkLst>
        </pc:picChg>
      </pc:sldChg>
      <pc:sldChg chg="modSp add del mod modTransition modCm">
        <pc:chgData name="Andrew Bodmer" userId="e78b4f3cb0d7499b" providerId="LiveId" clId="{9C69B8BA-3E78-7548-961E-58BB59E7DBA9}" dt="2023-10-10T16:47:14.481" v="71" actId="2696"/>
        <pc:sldMkLst>
          <pc:docMk/>
          <pc:sldMk cId="1916791893" sldId="338"/>
        </pc:sldMkLst>
        <pc:spChg chg="mod">
          <ac:chgData name="Andrew Bodmer" userId="e78b4f3cb0d7499b" providerId="LiveId" clId="{9C69B8BA-3E78-7548-961E-58BB59E7DBA9}" dt="2023-10-10T16:47:00.535" v="64" actId="21"/>
          <ac:spMkLst>
            <pc:docMk/>
            <pc:sldMk cId="1916791893" sldId="338"/>
            <ac:spMk id="34819" creationId="{453C7683-8588-7ABC-32E0-8A4E68218620}"/>
          </ac:spMkLst>
        </pc:spChg>
      </pc:sldChg>
      <pc:sldChg chg="modSp add mod modTransition modCm">
        <pc:chgData name="Andrew Bodmer" userId="e78b4f3cb0d7499b" providerId="LiveId" clId="{9C69B8BA-3E78-7548-961E-58BB59E7DBA9}" dt="2023-10-10T16:48:17.013" v="85" actId="1076"/>
        <pc:sldMkLst>
          <pc:docMk/>
          <pc:sldMk cId="2349012576" sldId="338"/>
        </pc:sldMkLst>
        <pc:spChg chg="mod">
          <ac:chgData name="Andrew Bodmer" userId="e78b4f3cb0d7499b" providerId="LiveId" clId="{9C69B8BA-3E78-7548-961E-58BB59E7DBA9}" dt="2023-10-10T16:48:17.013" v="85" actId="1076"/>
          <ac:spMkLst>
            <pc:docMk/>
            <pc:sldMk cId="2349012576" sldId="338"/>
            <ac:spMk id="34819" creationId="{453C7683-8588-7ABC-32E0-8A4E68218620}"/>
          </ac:spMkLst>
        </pc:spChg>
      </pc:sldChg>
      <pc:sldChg chg="addSp delSp modSp add mod modTransition">
        <pc:chgData name="Andrew Bodmer" userId="e78b4f3cb0d7499b" providerId="LiveId" clId="{9C69B8BA-3E78-7548-961E-58BB59E7DBA9}" dt="2023-10-10T16:51:56.637" v="130" actId="255"/>
        <pc:sldMkLst>
          <pc:docMk/>
          <pc:sldMk cId="2431007924" sldId="339"/>
        </pc:sldMkLst>
        <pc:spChg chg="del">
          <ac:chgData name="Andrew Bodmer" userId="e78b4f3cb0d7499b" providerId="LiveId" clId="{9C69B8BA-3E78-7548-961E-58BB59E7DBA9}" dt="2023-10-10T16:48:53.739" v="88" actId="478"/>
          <ac:spMkLst>
            <pc:docMk/>
            <pc:sldMk cId="2431007924" sldId="339"/>
            <ac:spMk id="2" creationId="{D3086CB5-D9D4-678B-A111-509C0FA726F3}"/>
          </ac:spMkLst>
        </pc:spChg>
        <pc:spChg chg="mod">
          <ac:chgData name="Andrew Bodmer" userId="e78b4f3cb0d7499b" providerId="LiveId" clId="{9C69B8BA-3E78-7548-961E-58BB59E7DBA9}" dt="2023-10-10T16:51:32.016" v="124" actId="1076"/>
          <ac:spMkLst>
            <pc:docMk/>
            <pc:sldMk cId="2431007924" sldId="339"/>
            <ac:spMk id="3" creationId="{5A983E8A-90D7-F251-B376-9E5DFFA2AD04}"/>
          </ac:spMkLst>
        </pc:spChg>
        <pc:spChg chg="add del mod">
          <ac:chgData name="Andrew Bodmer" userId="e78b4f3cb0d7499b" providerId="LiveId" clId="{9C69B8BA-3E78-7548-961E-58BB59E7DBA9}" dt="2023-10-10T16:48:59.111" v="90" actId="478"/>
          <ac:spMkLst>
            <pc:docMk/>
            <pc:sldMk cId="2431007924" sldId="339"/>
            <ac:spMk id="4" creationId="{07500E14-166C-383C-9BE7-81819570474E}"/>
          </ac:spMkLst>
        </pc:spChg>
        <pc:spChg chg="del">
          <ac:chgData name="Andrew Bodmer" userId="e78b4f3cb0d7499b" providerId="LiveId" clId="{9C69B8BA-3E78-7548-961E-58BB59E7DBA9}" dt="2023-10-10T16:48:56.411" v="89" actId="478"/>
          <ac:spMkLst>
            <pc:docMk/>
            <pc:sldMk cId="2431007924" sldId="339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6:49:09.293" v="98" actId="20577"/>
          <ac:spMkLst>
            <pc:docMk/>
            <pc:sldMk cId="2431007924" sldId="339"/>
            <ac:spMk id="34820" creationId="{8DCD7CE1-603D-4D59-3DBB-C13C0B6505F0}"/>
          </ac:spMkLst>
        </pc:spChg>
        <pc:graphicFrameChg chg="del">
          <ac:chgData name="Andrew Bodmer" userId="e78b4f3cb0d7499b" providerId="LiveId" clId="{9C69B8BA-3E78-7548-961E-58BB59E7DBA9}" dt="2023-10-10T16:48:50.888" v="87" actId="478"/>
          <ac:graphicFrameMkLst>
            <pc:docMk/>
            <pc:sldMk cId="2431007924" sldId="339"/>
            <ac:graphicFrameMk id="10" creationId="{AF2946E4-587A-7D15-08CA-D511C3619C9F}"/>
          </ac:graphicFrameMkLst>
        </pc:graphicFrameChg>
        <pc:graphicFrameChg chg="mod">
          <ac:chgData name="Andrew Bodmer" userId="e78b4f3cb0d7499b" providerId="LiveId" clId="{9C69B8BA-3E78-7548-961E-58BB59E7DBA9}" dt="2023-10-10T16:51:56.637" v="130" actId="255"/>
          <ac:graphicFrameMkLst>
            <pc:docMk/>
            <pc:sldMk cId="2431007924" sldId="339"/>
            <ac:graphicFrameMk id="12" creationId="{B4D925E6-21C1-FEDB-6718-D63B3905FA57}"/>
          </ac:graphicFrameMkLst>
        </pc:graphicFrameChg>
      </pc:sldChg>
      <pc:sldChg chg="addSp delSp modSp add mod modTransition modCm">
        <pc:chgData name="Andrew Bodmer" userId="e78b4f3cb0d7499b" providerId="LiveId" clId="{9C69B8BA-3E78-7548-961E-58BB59E7DBA9}" dt="2023-10-10T20:21:34.377" v="280" actId="20577"/>
        <pc:sldMkLst>
          <pc:docMk/>
          <pc:sldMk cId="215477562" sldId="340"/>
        </pc:sldMkLst>
        <pc:spChg chg="mod">
          <ac:chgData name="Andrew Bodmer" userId="e78b4f3cb0d7499b" providerId="LiveId" clId="{9C69B8BA-3E78-7548-961E-58BB59E7DBA9}" dt="2023-10-10T20:21:34.377" v="280" actId="20577"/>
          <ac:spMkLst>
            <pc:docMk/>
            <pc:sldMk cId="215477562" sldId="340"/>
            <ac:spMk id="34819" creationId="{453C7683-8588-7ABC-32E0-8A4E68218620}"/>
          </ac:spMkLst>
        </pc:spChg>
        <pc:spChg chg="mod">
          <ac:chgData name="Andrew Bodmer" userId="e78b4f3cb0d7499b" providerId="LiveId" clId="{9C69B8BA-3E78-7548-961E-58BB59E7DBA9}" dt="2023-10-10T17:04:29.696" v="169" actId="26606"/>
          <ac:spMkLst>
            <pc:docMk/>
            <pc:sldMk cId="215477562" sldId="340"/>
            <ac:spMk id="34820" creationId="{8DCD7CE1-603D-4D59-3DBB-C13C0B6505F0}"/>
          </ac:spMkLst>
        </pc:spChg>
        <pc:spChg chg="mod ord">
          <ac:chgData name="Andrew Bodmer" userId="e78b4f3cb0d7499b" providerId="LiveId" clId="{9C69B8BA-3E78-7548-961E-58BB59E7DBA9}" dt="2023-10-10T17:04:29.696" v="169" actId="26606"/>
          <ac:spMkLst>
            <pc:docMk/>
            <pc:sldMk cId="215477562" sldId="340"/>
            <ac:spMk id="34829" creationId="{2E079EE0-5447-A0B9-1145-891FAB7D9F46}"/>
          </ac:spMkLst>
        </pc:spChg>
        <pc:spChg chg="add del">
          <ac:chgData name="Andrew Bodmer" userId="e78b4f3cb0d7499b" providerId="LiveId" clId="{9C69B8BA-3E78-7548-961E-58BB59E7DBA9}" dt="2023-10-10T17:04:33.084" v="170" actId="478"/>
          <ac:spMkLst>
            <pc:docMk/>
            <pc:sldMk cId="215477562" sldId="340"/>
            <ac:spMk id="34834" creationId="{99C234BE-CD55-2B5B-7F8C-1845E55F387C}"/>
          </ac:spMkLst>
        </pc:spChg>
        <pc:spChg chg="add del">
          <ac:chgData name="Andrew Bodmer" userId="e78b4f3cb0d7499b" providerId="LiveId" clId="{9C69B8BA-3E78-7548-961E-58BB59E7DBA9}" dt="2023-10-10T17:04:34.991" v="171" actId="478"/>
          <ac:spMkLst>
            <pc:docMk/>
            <pc:sldMk cId="215477562" sldId="340"/>
            <ac:spMk id="34836" creationId="{5C695ADE-FEDB-9FDA-6EE8-A7407F375208}"/>
          </ac:spMkLst>
        </pc:spChg>
        <pc:picChg chg="del">
          <ac:chgData name="Andrew Bodmer" userId="e78b4f3cb0d7499b" providerId="LiveId" clId="{9C69B8BA-3E78-7548-961E-58BB59E7DBA9}" dt="2023-10-10T16:54:09.785" v="157" actId="478"/>
          <ac:picMkLst>
            <pc:docMk/>
            <pc:sldMk cId="215477562" sldId="340"/>
            <ac:picMk id="3" creationId="{79D0E588-9003-5ABE-7B76-7FBBBF389B4B}"/>
          </ac:picMkLst>
        </pc:picChg>
        <pc:picChg chg="add mod">
          <ac:chgData name="Andrew Bodmer" userId="e78b4f3cb0d7499b" providerId="LiveId" clId="{9C69B8BA-3E78-7548-961E-58BB59E7DBA9}" dt="2023-10-10T17:04:36.902" v="172" actId="1076"/>
          <ac:picMkLst>
            <pc:docMk/>
            <pc:sldMk cId="215477562" sldId="340"/>
            <ac:picMk id="4" creationId="{AC4052FB-68F3-E1B8-8102-E2FBEB67E17F}"/>
          </ac:picMkLst>
        </pc:picChg>
      </pc:sldChg>
    </pc:docChg>
  </pc:docChgLst>
  <pc:docChgLst>
    <pc:chgData name="Sam Prince" userId="b8c1c271-dd5b-4079-a09a-81f4ce8be867" providerId="ADAL" clId="{4E8B39D1-0BCF-476A-B09C-4C6EA0E3534D}"/>
    <pc:docChg chg="undo custSel modSld">
      <pc:chgData name="Sam Prince" userId="b8c1c271-dd5b-4079-a09a-81f4ce8be867" providerId="ADAL" clId="{4E8B39D1-0BCF-476A-B09C-4C6EA0E3534D}" dt="2023-10-11T18:17:32.981" v="343" actId="14100"/>
      <pc:docMkLst>
        <pc:docMk/>
      </pc:docMkLst>
      <pc:sldChg chg="modSp mod">
        <pc:chgData name="Sam Prince" userId="b8c1c271-dd5b-4079-a09a-81f4ce8be867" providerId="ADAL" clId="{4E8B39D1-0BCF-476A-B09C-4C6EA0E3534D}" dt="2023-10-11T17:48:24.993" v="2" actId="1076"/>
        <pc:sldMkLst>
          <pc:docMk/>
          <pc:sldMk cId="0" sldId="256"/>
        </pc:sldMkLst>
        <pc:spChg chg="mod">
          <ac:chgData name="Sam Prince" userId="b8c1c271-dd5b-4079-a09a-81f4ce8be867" providerId="ADAL" clId="{4E8B39D1-0BCF-476A-B09C-4C6EA0E3534D}" dt="2023-10-11T17:48:24.993" v="2" actId="1076"/>
          <ac:spMkLst>
            <pc:docMk/>
            <pc:sldMk cId="0" sldId="256"/>
            <ac:spMk id="3" creationId="{986D29E0-B089-110D-BF1E-B3C37F2C37F9}"/>
          </ac:spMkLst>
        </pc:spChg>
      </pc:sldChg>
      <pc:sldChg chg="modSp mod">
        <pc:chgData name="Sam Prince" userId="b8c1c271-dd5b-4079-a09a-81f4ce8be867" providerId="ADAL" clId="{4E8B39D1-0BCF-476A-B09C-4C6EA0E3534D}" dt="2023-10-11T17:53:59.775" v="10" actId="1076"/>
        <pc:sldMkLst>
          <pc:docMk/>
          <pc:sldMk cId="0" sldId="257"/>
        </pc:sldMkLst>
        <pc:spChg chg="mod">
          <ac:chgData name="Sam Prince" userId="b8c1c271-dd5b-4079-a09a-81f4ce8be867" providerId="ADAL" clId="{4E8B39D1-0BCF-476A-B09C-4C6EA0E3534D}" dt="2023-10-11T17:53:54.957" v="9" actId="403"/>
          <ac:spMkLst>
            <pc:docMk/>
            <pc:sldMk cId="0" sldId="257"/>
            <ac:spMk id="30722" creationId="{FC4F7FC9-2CE9-41A9-0CEE-4C8BD93B5782}"/>
          </ac:spMkLst>
        </pc:spChg>
        <pc:spChg chg="mod">
          <ac:chgData name="Sam Prince" userId="b8c1c271-dd5b-4079-a09a-81f4ce8be867" providerId="ADAL" clId="{4E8B39D1-0BCF-476A-B09C-4C6EA0E3534D}" dt="2023-10-11T17:53:59.775" v="10" actId="1076"/>
          <ac:spMkLst>
            <pc:docMk/>
            <pc:sldMk cId="0" sldId="257"/>
            <ac:spMk id="30723" creationId="{3C79F714-332C-AB63-03D9-E6D0CAE0623F}"/>
          </ac:spMkLst>
        </pc:spChg>
      </pc:sldChg>
      <pc:sldChg chg="modSp mod">
        <pc:chgData name="Sam Prince" userId="b8c1c271-dd5b-4079-a09a-81f4ce8be867" providerId="ADAL" clId="{4E8B39D1-0BCF-476A-B09C-4C6EA0E3534D}" dt="2023-10-11T17:53:46.529" v="8" actId="1076"/>
        <pc:sldMkLst>
          <pc:docMk/>
          <pc:sldMk cId="0" sldId="258"/>
        </pc:sldMkLst>
        <pc:spChg chg="mod">
          <ac:chgData name="Sam Prince" userId="b8c1c271-dd5b-4079-a09a-81f4ce8be867" providerId="ADAL" clId="{4E8B39D1-0BCF-476A-B09C-4C6EA0E3534D}" dt="2023-10-11T17:53:42.260" v="7" actId="113"/>
          <ac:spMkLst>
            <pc:docMk/>
            <pc:sldMk cId="0" sldId="258"/>
            <ac:spMk id="32770" creationId="{CD9316BF-B3CE-8341-5A0A-249747D6C6E1}"/>
          </ac:spMkLst>
        </pc:spChg>
        <pc:spChg chg="mod">
          <ac:chgData name="Sam Prince" userId="b8c1c271-dd5b-4079-a09a-81f4ce8be867" providerId="ADAL" clId="{4E8B39D1-0BCF-476A-B09C-4C6EA0E3534D}" dt="2023-10-11T17:53:46.529" v="8" actId="1076"/>
          <ac:spMkLst>
            <pc:docMk/>
            <pc:sldMk cId="0" sldId="258"/>
            <ac:spMk id="32771" creationId="{44DFA49F-83B7-E61C-00EB-D6046D571A05}"/>
          </ac:spMkLst>
        </pc:spChg>
      </pc:sldChg>
      <pc:sldChg chg="modSp mod">
        <pc:chgData name="Sam Prince" userId="b8c1c271-dd5b-4079-a09a-81f4ce8be867" providerId="ADAL" clId="{4E8B39D1-0BCF-476A-B09C-4C6EA0E3534D}" dt="2023-10-11T17:53:26.534" v="5" actId="14100"/>
        <pc:sldMkLst>
          <pc:docMk/>
          <pc:sldMk cId="0" sldId="272"/>
        </pc:sldMkLst>
        <pc:spChg chg="mod">
          <ac:chgData name="Sam Prince" userId="b8c1c271-dd5b-4079-a09a-81f4ce8be867" providerId="ADAL" clId="{4E8B39D1-0BCF-476A-B09C-4C6EA0E3534D}" dt="2023-10-11T17:53:26.534" v="5" actId="14100"/>
          <ac:spMkLst>
            <pc:docMk/>
            <pc:sldMk cId="0" sldId="272"/>
            <ac:spMk id="34819" creationId="{453C7683-8588-7ABC-32E0-8A4E68218620}"/>
          </ac:spMkLst>
        </pc:spChg>
      </pc:sldChg>
      <pc:sldChg chg="modSp mod delCm">
        <pc:chgData name="Sam Prince" userId="b8c1c271-dd5b-4079-a09a-81f4ce8be867" providerId="ADAL" clId="{4E8B39D1-0BCF-476A-B09C-4C6EA0E3534D}" dt="2023-10-11T17:55:13.599" v="33" actId="113"/>
        <pc:sldMkLst>
          <pc:docMk/>
          <pc:sldMk cId="884549766" sldId="305"/>
        </pc:sldMkLst>
        <pc:spChg chg="mod">
          <ac:chgData name="Sam Prince" userId="b8c1c271-dd5b-4079-a09a-81f4ce8be867" providerId="ADAL" clId="{4E8B39D1-0BCF-476A-B09C-4C6EA0E3534D}" dt="2023-10-11T17:55:13.599" v="33" actId="113"/>
          <ac:spMkLst>
            <pc:docMk/>
            <pc:sldMk cId="884549766" sldId="305"/>
            <ac:spMk id="2" creationId="{A0BF26B9-73ED-C78D-E735-58B667612ADC}"/>
          </ac:spMkLst>
        </pc:spChg>
        <pc:spChg chg="mod">
          <ac:chgData name="Sam Prince" userId="b8c1c271-dd5b-4079-a09a-81f4ce8be867" providerId="ADAL" clId="{4E8B39D1-0BCF-476A-B09C-4C6EA0E3534D}" dt="2023-10-11T17:55:07.188" v="30" actId="20577"/>
          <ac:spMkLst>
            <pc:docMk/>
            <pc:sldMk cId="884549766" sldId="305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7:54:35.206" v="16" actId="1076"/>
          <ac:spMkLst>
            <pc:docMk/>
            <pc:sldMk cId="884549766" sldId="30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E8B39D1-0BCF-476A-B09C-4C6EA0E3534D}" dt="2023-10-11T18:07:13.070" v="136" actId="1076"/>
        <pc:sldMkLst>
          <pc:docMk/>
          <pc:sldMk cId="588007661" sldId="306"/>
        </pc:sldMkLst>
        <pc:spChg chg="mod">
          <ac:chgData name="Sam Prince" userId="b8c1c271-dd5b-4079-a09a-81f4ce8be867" providerId="ADAL" clId="{4E8B39D1-0BCF-476A-B09C-4C6EA0E3534D}" dt="2023-10-11T18:07:13.070" v="136" actId="1076"/>
          <ac:spMkLst>
            <pc:docMk/>
            <pc:sldMk cId="588007661" sldId="306"/>
            <ac:spMk id="34819" creationId="{453C7683-8588-7ABC-32E0-8A4E68218620}"/>
          </ac:spMkLst>
        </pc:spChg>
      </pc:sldChg>
      <pc:sldChg chg="delSp modSp mod">
        <pc:chgData name="Sam Prince" userId="b8c1c271-dd5b-4079-a09a-81f4ce8be867" providerId="ADAL" clId="{4E8B39D1-0BCF-476A-B09C-4C6EA0E3534D}" dt="2023-10-11T18:07:57.556" v="155" actId="403"/>
        <pc:sldMkLst>
          <pc:docMk/>
          <pc:sldMk cId="3621417310" sldId="307"/>
        </pc:sldMkLst>
        <pc:spChg chg="mod">
          <ac:chgData name="Sam Prince" userId="b8c1c271-dd5b-4079-a09a-81f4ce8be867" providerId="ADAL" clId="{4E8B39D1-0BCF-476A-B09C-4C6EA0E3534D}" dt="2023-10-11T18:07:32.991" v="149" actId="1076"/>
          <ac:spMkLst>
            <pc:docMk/>
            <pc:sldMk cId="3621417310" sldId="307"/>
            <ac:spMk id="2" creationId="{4B8B33BE-BC6D-5913-6BB3-89CCBF31E4E0}"/>
          </ac:spMkLst>
        </pc:spChg>
        <pc:spChg chg="mod">
          <ac:chgData name="Sam Prince" userId="b8c1c271-dd5b-4079-a09a-81f4ce8be867" providerId="ADAL" clId="{4E8B39D1-0BCF-476A-B09C-4C6EA0E3534D}" dt="2023-10-11T18:07:23.047" v="141" actId="255"/>
          <ac:spMkLst>
            <pc:docMk/>
            <pc:sldMk cId="3621417310" sldId="307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07:45.531" v="151" actId="478"/>
          <ac:spMkLst>
            <pc:docMk/>
            <pc:sldMk cId="3621417310" sldId="307"/>
            <ac:spMk id="34825" creationId="{B9438E75-E8BF-81F0-7717-2ED7D4256EF0}"/>
          </ac:spMkLst>
        </pc:spChg>
        <pc:graphicFrameChg chg="mod modGraphic">
          <ac:chgData name="Sam Prince" userId="b8c1c271-dd5b-4079-a09a-81f4ce8be867" providerId="ADAL" clId="{4E8B39D1-0BCF-476A-B09C-4C6EA0E3534D}" dt="2023-10-11T18:07:57.556" v="155" actId="403"/>
          <ac:graphicFrameMkLst>
            <pc:docMk/>
            <pc:sldMk cId="3621417310" sldId="307"/>
            <ac:graphicFrameMk id="3" creationId="{85AC640F-FFE3-8240-79CC-B91C46B216DB}"/>
          </ac:graphicFrameMkLst>
        </pc:graphicFrameChg>
      </pc:sldChg>
      <pc:sldChg chg="modSp mod">
        <pc:chgData name="Sam Prince" userId="b8c1c271-dd5b-4079-a09a-81f4ce8be867" providerId="ADAL" clId="{4E8B39D1-0BCF-476A-B09C-4C6EA0E3534D}" dt="2023-10-11T18:13:45.174" v="271" actId="179"/>
        <pc:sldMkLst>
          <pc:docMk/>
          <pc:sldMk cId="2005355495" sldId="308"/>
        </pc:sldMkLst>
        <pc:spChg chg="mod">
          <ac:chgData name="Sam Prince" userId="b8c1c271-dd5b-4079-a09a-81f4ce8be867" providerId="ADAL" clId="{4E8B39D1-0BCF-476A-B09C-4C6EA0E3534D}" dt="2023-10-11T18:13:45.174" v="271" actId="179"/>
          <ac:spMkLst>
            <pc:docMk/>
            <pc:sldMk cId="2005355495" sldId="308"/>
            <ac:spMk id="34819" creationId="{453C7683-8588-7ABC-32E0-8A4E68218620}"/>
          </ac:spMkLst>
        </pc:spChg>
      </pc:sldChg>
      <pc:sldChg chg="delSp modSp mod">
        <pc:chgData name="Sam Prince" userId="b8c1c271-dd5b-4079-a09a-81f4ce8be867" providerId="ADAL" clId="{4E8B39D1-0BCF-476A-B09C-4C6EA0E3534D}" dt="2023-10-11T18:15:01.689" v="298" actId="14100"/>
        <pc:sldMkLst>
          <pc:docMk/>
          <pc:sldMk cId="47175209" sldId="309"/>
        </pc:sldMkLst>
        <pc:spChg chg="mod">
          <ac:chgData name="Sam Prince" userId="b8c1c271-dd5b-4079-a09a-81f4ce8be867" providerId="ADAL" clId="{4E8B39D1-0BCF-476A-B09C-4C6EA0E3534D}" dt="2023-10-11T18:15:01.689" v="298" actId="14100"/>
          <ac:spMkLst>
            <pc:docMk/>
            <pc:sldMk cId="47175209" sldId="309"/>
            <ac:spMk id="3" creationId="{686B826C-3F4A-1C53-D2B9-E278EB5D01A3}"/>
          </ac:spMkLst>
        </pc:spChg>
        <pc:spChg chg="mod">
          <ac:chgData name="Sam Prince" userId="b8c1c271-dd5b-4079-a09a-81f4ce8be867" providerId="ADAL" clId="{4E8B39D1-0BCF-476A-B09C-4C6EA0E3534D}" dt="2023-10-11T18:14:39.763" v="291" actId="404"/>
          <ac:spMkLst>
            <pc:docMk/>
            <pc:sldMk cId="47175209" sldId="309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4:49.664" v="294" actId="478"/>
          <ac:spMkLst>
            <pc:docMk/>
            <pc:sldMk cId="47175209" sldId="309"/>
            <ac:spMk id="34826" creationId="{933A55B4-CFEC-3A4E-DC2E-A537FAA7F6C5}"/>
          </ac:spMkLst>
        </pc:spChg>
        <pc:graphicFrameChg chg="mod">
          <ac:chgData name="Sam Prince" userId="b8c1c271-dd5b-4079-a09a-81f4ce8be867" providerId="ADAL" clId="{4E8B39D1-0BCF-476A-B09C-4C6EA0E3534D}" dt="2023-10-11T18:14:45.831" v="293"/>
          <ac:graphicFrameMkLst>
            <pc:docMk/>
            <pc:sldMk cId="47175209" sldId="309"/>
            <ac:graphicFrameMk id="34822" creationId="{71F7FADF-4745-D4BC-2C84-C4765746A217}"/>
          </ac:graphicFrameMkLst>
        </pc:graphicFrameChg>
      </pc:sldChg>
      <pc:sldChg chg="modSp mod">
        <pc:chgData name="Sam Prince" userId="b8c1c271-dd5b-4079-a09a-81f4ce8be867" providerId="ADAL" clId="{4E8B39D1-0BCF-476A-B09C-4C6EA0E3534D}" dt="2023-10-11T17:55:29.129" v="36"/>
        <pc:sldMkLst>
          <pc:docMk/>
          <pc:sldMk cId="2503911473" sldId="310"/>
        </pc:sldMkLst>
        <pc:spChg chg="mod">
          <ac:chgData name="Sam Prince" userId="b8c1c271-dd5b-4079-a09a-81f4ce8be867" providerId="ADAL" clId="{4E8B39D1-0BCF-476A-B09C-4C6EA0E3534D}" dt="2023-10-11T17:55:26.306" v="35" actId="14100"/>
          <ac:spMkLst>
            <pc:docMk/>
            <pc:sldMk cId="2503911473" sldId="310"/>
            <ac:spMk id="3" creationId="{9546157C-B1E3-D397-6521-B5988AF3A402}"/>
          </ac:spMkLst>
        </pc:spChg>
        <pc:graphicFrameChg chg="mod">
          <ac:chgData name="Sam Prince" userId="b8c1c271-dd5b-4079-a09a-81f4ce8be867" providerId="ADAL" clId="{4E8B39D1-0BCF-476A-B09C-4C6EA0E3534D}" dt="2023-10-11T17:55:29.129" v="36"/>
          <ac:graphicFrameMkLst>
            <pc:docMk/>
            <pc:sldMk cId="2503911473" sldId="310"/>
            <ac:graphicFrameMk id="2" creationId="{CE839517-F910-DBE5-215F-01789C02C9E3}"/>
          </ac:graphicFrameMkLst>
        </pc:graphicFrameChg>
      </pc:sldChg>
      <pc:sldChg chg="delSp modSp mod">
        <pc:chgData name="Sam Prince" userId="b8c1c271-dd5b-4079-a09a-81f4ce8be867" providerId="ADAL" clId="{4E8B39D1-0BCF-476A-B09C-4C6EA0E3534D}" dt="2023-10-11T18:02:11.363" v="55" actId="20577"/>
        <pc:sldMkLst>
          <pc:docMk/>
          <pc:sldMk cId="3251345372" sldId="311"/>
        </pc:sldMkLst>
        <pc:spChg chg="mod">
          <ac:chgData name="Sam Prince" userId="b8c1c271-dd5b-4079-a09a-81f4ce8be867" providerId="ADAL" clId="{4E8B39D1-0BCF-476A-B09C-4C6EA0E3534D}" dt="2023-10-11T18:02:11.363" v="55" actId="20577"/>
          <ac:spMkLst>
            <pc:docMk/>
            <pc:sldMk cId="3251345372" sldId="311"/>
            <ac:spMk id="2" creationId="{92C143BB-96C6-EF98-64A2-40054F313D26}"/>
          </ac:spMkLst>
        </pc:spChg>
        <pc:spChg chg="mod">
          <ac:chgData name="Sam Prince" userId="b8c1c271-dd5b-4079-a09a-81f4ce8be867" providerId="ADAL" clId="{4E8B39D1-0BCF-476A-B09C-4C6EA0E3534D}" dt="2023-10-11T18:01:46.821" v="48" actId="14100"/>
          <ac:spMkLst>
            <pc:docMk/>
            <pc:sldMk cId="3251345372" sldId="311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7:55:48.916" v="42" actId="20577"/>
          <ac:spMkLst>
            <pc:docMk/>
            <pc:sldMk cId="3251345372" sldId="311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01:43.356" v="47" actId="478"/>
          <ac:spMkLst>
            <pc:docMk/>
            <pc:sldMk cId="3251345372" sldId="311"/>
            <ac:spMk id="34829" creationId="{0151EA95-538C-C148-4F66-FE08C6723756}"/>
          </ac:spMkLst>
        </pc:spChg>
      </pc:sldChg>
      <pc:sldChg chg="modSp mod">
        <pc:chgData name="Sam Prince" userId="b8c1c271-dd5b-4079-a09a-81f4ce8be867" providerId="ADAL" clId="{4E8B39D1-0BCF-476A-B09C-4C6EA0E3534D}" dt="2023-10-11T18:03:06.400" v="60" actId="12"/>
        <pc:sldMkLst>
          <pc:docMk/>
          <pc:sldMk cId="2901870088" sldId="312"/>
        </pc:sldMkLst>
        <pc:spChg chg="mod">
          <ac:chgData name="Sam Prince" userId="b8c1c271-dd5b-4079-a09a-81f4ce8be867" providerId="ADAL" clId="{4E8B39D1-0BCF-476A-B09C-4C6EA0E3534D}" dt="2023-10-11T18:02:58.201" v="57" actId="20577"/>
          <ac:spMkLst>
            <pc:docMk/>
            <pc:sldMk cId="2901870088" sldId="312"/>
            <ac:spMk id="34820" creationId="{8DCD7CE1-603D-4D59-3DBB-C13C0B6505F0}"/>
          </ac:spMkLst>
        </pc:spChg>
        <pc:graphicFrameChg chg="mod">
          <ac:chgData name="Sam Prince" userId="b8c1c271-dd5b-4079-a09a-81f4ce8be867" providerId="ADAL" clId="{4E8B39D1-0BCF-476A-B09C-4C6EA0E3534D}" dt="2023-10-11T18:03:06.400" v="60" actId="12"/>
          <ac:graphicFrameMkLst>
            <pc:docMk/>
            <pc:sldMk cId="2901870088" sldId="312"/>
            <ac:graphicFrameMk id="3" creationId="{D2277685-E9B1-3A17-5786-CDA38322E6B4}"/>
          </ac:graphicFrameMkLst>
        </pc:graphicFrameChg>
      </pc:sldChg>
      <pc:sldChg chg="delSp modSp mod modCm">
        <pc:chgData name="Sam Prince" userId="b8c1c271-dd5b-4079-a09a-81f4ce8be867" providerId="ADAL" clId="{4E8B39D1-0BCF-476A-B09C-4C6EA0E3534D}" dt="2023-10-11T18:04:27.296" v="94" actId="14100"/>
        <pc:sldMkLst>
          <pc:docMk/>
          <pc:sldMk cId="2094744347" sldId="313"/>
        </pc:sldMkLst>
        <pc:spChg chg="mod">
          <ac:chgData name="Sam Prince" userId="b8c1c271-dd5b-4079-a09a-81f4ce8be867" providerId="ADAL" clId="{4E8B39D1-0BCF-476A-B09C-4C6EA0E3534D}" dt="2023-10-11T18:04:27.296" v="94" actId="14100"/>
          <ac:spMkLst>
            <pc:docMk/>
            <pc:sldMk cId="2094744347" sldId="313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03:21.204" v="62" actId="404"/>
          <ac:spMkLst>
            <pc:docMk/>
            <pc:sldMk cId="2094744347" sldId="313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03:26.931" v="63" actId="478"/>
          <ac:spMkLst>
            <pc:docMk/>
            <pc:sldMk cId="2094744347" sldId="313"/>
            <ac:spMk id="34825" creationId="{7CCAE09C-26B6-57A8-C12B-7540B51FAAE7}"/>
          </ac:spMkLst>
        </pc:spChg>
      </pc:sldChg>
      <pc:sldChg chg="modSp mod">
        <pc:chgData name="Sam Prince" userId="b8c1c271-dd5b-4079-a09a-81f4ce8be867" providerId="ADAL" clId="{4E8B39D1-0BCF-476A-B09C-4C6EA0E3534D}" dt="2023-10-11T18:06:02.021" v="116" actId="1076"/>
        <pc:sldMkLst>
          <pc:docMk/>
          <pc:sldMk cId="3763784670" sldId="314"/>
        </pc:sldMkLst>
        <pc:spChg chg="mod">
          <ac:chgData name="Sam Prince" userId="b8c1c271-dd5b-4079-a09a-81f4ce8be867" providerId="ADAL" clId="{4E8B39D1-0BCF-476A-B09C-4C6EA0E3534D}" dt="2023-10-11T18:05:55.359" v="115" actId="404"/>
          <ac:spMkLst>
            <pc:docMk/>
            <pc:sldMk cId="3763784670" sldId="314"/>
            <ac:spMk id="6" creationId="{13E15CC9-2F20-0C02-FCBF-60A2DDE208EB}"/>
          </ac:spMkLst>
        </pc:spChg>
        <pc:spChg chg="mod">
          <ac:chgData name="Sam Prince" userId="b8c1c271-dd5b-4079-a09a-81f4ce8be867" providerId="ADAL" clId="{4E8B39D1-0BCF-476A-B09C-4C6EA0E3534D}" dt="2023-10-11T18:06:02.021" v="116" actId="1076"/>
          <ac:spMkLst>
            <pc:docMk/>
            <pc:sldMk cId="3763784670" sldId="314"/>
            <ac:spMk id="7" creationId="{2A154A6A-8F96-D615-A48B-A052CB1F5494}"/>
          </ac:spMkLst>
        </pc:spChg>
      </pc:sldChg>
      <pc:sldChg chg="modSp mod">
        <pc:chgData name="Sam Prince" userId="b8c1c271-dd5b-4079-a09a-81f4ce8be867" providerId="ADAL" clId="{4E8B39D1-0BCF-476A-B09C-4C6EA0E3534D}" dt="2023-10-11T18:04:46.914" v="98" actId="403"/>
        <pc:sldMkLst>
          <pc:docMk/>
          <pc:sldMk cId="2234739331" sldId="315"/>
        </pc:sldMkLst>
        <pc:spChg chg="mod">
          <ac:chgData name="Sam Prince" userId="b8c1c271-dd5b-4079-a09a-81f4ce8be867" providerId="ADAL" clId="{4E8B39D1-0BCF-476A-B09C-4C6EA0E3534D}" dt="2023-10-11T18:04:46.914" v="98" actId="403"/>
          <ac:spMkLst>
            <pc:docMk/>
            <pc:sldMk cId="2234739331" sldId="315"/>
            <ac:spMk id="3" creationId="{4B99E000-1A4F-1366-3F4E-4099B7C403B2}"/>
          </ac:spMkLst>
        </pc:spChg>
        <pc:spChg chg="mod">
          <ac:chgData name="Sam Prince" userId="b8c1c271-dd5b-4079-a09a-81f4ce8be867" providerId="ADAL" clId="{4E8B39D1-0BCF-476A-B09C-4C6EA0E3534D}" dt="2023-10-11T18:04:42.248" v="97" actId="403"/>
          <ac:spMkLst>
            <pc:docMk/>
            <pc:sldMk cId="2234739331" sldId="315"/>
            <ac:spMk id="5" creationId="{96413C18-0162-121B-86FC-FB3AD7A3DA57}"/>
          </ac:spMkLst>
        </pc:spChg>
      </pc:sldChg>
      <pc:sldChg chg="modSp mod modCm">
        <pc:chgData name="Sam Prince" userId="b8c1c271-dd5b-4079-a09a-81f4ce8be867" providerId="ADAL" clId="{4E8B39D1-0BCF-476A-B09C-4C6EA0E3534D}" dt="2023-10-11T18:06:29.430" v="124" actId="403"/>
        <pc:sldMkLst>
          <pc:docMk/>
          <pc:sldMk cId="1277072412" sldId="316"/>
        </pc:sldMkLst>
        <pc:spChg chg="mod">
          <ac:chgData name="Sam Prince" userId="b8c1c271-dd5b-4079-a09a-81f4ce8be867" providerId="ADAL" clId="{4E8B39D1-0BCF-476A-B09C-4C6EA0E3534D}" dt="2023-10-11T18:06:29.430" v="124" actId="403"/>
          <ac:spMkLst>
            <pc:docMk/>
            <pc:sldMk cId="1277072412" sldId="316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06:21.711" v="122" actId="20577"/>
          <ac:spMkLst>
            <pc:docMk/>
            <pc:sldMk cId="1277072412" sldId="316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4E8B39D1-0BCF-476A-B09C-4C6EA0E3534D}" dt="2023-10-11T18:09:11.020" v="184" actId="1076"/>
        <pc:sldMkLst>
          <pc:docMk/>
          <pc:sldMk cId="1616804394" sldId="318"/>
        </pc:sldMkLst>
        <pc:spChg chg="mod">
          <ac:chgData name="Sam Prince" userId="b8c1c271-dd5b-4079-a09a-81f4ce8be867" providerId="ADAL" clId="{4E8B39D1-0BCF-476A-B09C-4C6EA0E3534D}" dt="2023-10-11T18:08:51.891" v="176" actId="27636"/>
          <ac:spMkLst>
            <pc:docMk/>
            <pc:sldMk cId="1616804394" sldId="318"/>
            <ac:spMk id="6" creationId="{30C2F3D9-6274-3D21-517A-AF2863E55770}"/>
          </ac:spMkLst>
        </pc:spChg>
        <pc:spChg chg="mod">
          <ac:chgData name="Sam Prince" userId="b8c1c271-dd5b-4079-a09a-81f4ce8be867" providerId="ADAL" clId="{4E8B39D1-0BCF-476A-B09C-4C6EA0E3534D}" dt="2023-10-11T18:09:11.020" v="184" actId="1076"/>
          <ac:spMkLst>
            <pc:docMk/>
            <pc:sldMk cId="1616804394" sldId="318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08:19.507" v="158" actId="255"/>
          <ac:spMkLst>
            <pc:docMk/>
            <pc:sldMk cId="1616804394" sldId="318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08:13.244" v="157" actId="478"/>
          <ac:spMkLst>
            <pc:docMk/>
            <pc:sldMk cId="1616804394" sldId="318"/>
            <ac:spMk id="34829" creationId="{AD13BD02-EC3C-9BF2-6CD9-EB1C79EA5B25}"/>
          </ac:spMkLst>
        </pc:spChg>
        <pc:picChg chg="mod">
          <ac:chgData name="Sam Prince" userId="b8c1c271-dd5b-4079-a09a-81f4ce8be867" providerId="ADAL" clId="{4E8B39D1-0BCF-476A-B09C-4C6EA0E3534D}" dt="2023-10-11T18:09:03.428" v="181" actId="1076"/>
          <ac:picMkLst>
            <pc:docMk/>
            <pc:sldMk cId="1616804394" sldId="318"/>
            <ac:picMk id="4" creationId="{09054AE9-29DA-D680-F756-37248B36F858}"/>
          </ac:picMkLst>
        </pc:picChg>
      </pc:sldChg>
      <pc:sldChg chg="modSp mod">
        <pc:chgData name="Sam Prince" userId="b8c1c271-dd5b-4079-a09a-81f4ce8be867" providerId="ADAL" clId="{4E8B39D1-0BCF-476A-B09C-4C6EA0E3534D}" dt="2023-10-11T18:10:16.512" v="211" actId="404"/>
        <pc:sldMkLst>
          <pc:docMk/>
          <pc:sldMk cId="1129028508" sldId="320"/>
        </pc:sldMkLst>
        <pc:spChg chg="mod">
          <ac:chgData name="Sam Prince" userId="b8c1c271-dd5b-4079-a09a-81f4ce8be867" providerId="ADAL" clId="{4E8B39D1-0BCF-476A-B09C-4C6EA0E3534D}" dt="2023-10-11T18:10:16.512" v="211" actId="404"/>
          <ac:spMkLst>
            <pc:docMk/>
            <pc:sldMk cId="1129028508" sldId="320"/>
            <ac:spMk id="34820" creationId="{8DCD7CE1-603D-4D59-3DBB-C13C0B6505F0}"/>
          </ac:spMkLst>
        </pc:spChg>
        <pc:graphicFrameChg chg="mod">
          <ac:chgData name="Sam Prince" userId="b8c1c271-dd5b-4079-a09a-81f4ce8be867" providerId="ADAL" clId="{4E8B39D1-0BCF-476A-B09C-4C6EA0E3534D}" dt="2023-10-11T18:10:06.349" v="210" actId="5793"/>
          <ac:graphicFrameMkLst>
            <pc:docMk/>
            <pc:sldMk cId="1129028508" sldId="320"/>
            <ac:graphicFrameMk id="18" creationId="{B068B201-F773-CA6D-E686-1E70FC28BF4F}"/>
          </ac:graphicFrameMkLst>
        </pc:graphicFrameChg>
      </pc:sldChg>
      <pc:sldChg chg="delSp modSp mod">
        <pc:chgData name="Sam Prince" userId="b8c1c271-dd5b-4079-a09a-81f4ce8be867" providerId="ADAL" clId="{4E8B39D1-0BCF-476A-B09C-4C6EA0E3534D}" dt="2023-10-11T18:10:49.194" v="219" actId="20577"/>
        <pc:sldMkLst>
          <pc:docMk/>
          <pc:sldMk cId="758222257" sldId="322"/>
        </pc:sldMkLst>
        <pc:spChg chg="mod">
          <ac:chgData name="Sam Prince" userId="b8c1c271-dd5b-4079-a09a-81f4ce8be867" providerId="ADAL" clId="{4E8B39D1-0BCF-476A-B09C-4C6EA0E3534D}" dt="2023-10-11T18:10:49.194" v="219" actId="20577"/>
          <ac:spMkLst>
            <pc:docMk/>
            <pc:sldMk cId="758222257" sldId="322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0:27.879" v="214" actId="478"/>
          <ac:spMkLst>
            <pc:docMk/>
            <pc:sldMk cId="758222257" sldId="322"/>
            <ac:spMk id="34826" creationId="{9D22FE3D-6197-80BD-E39F-5441517D779B}"/>
          </ac:spMkLst>
        </pc:spChg>
        <pc:graphicFrameChg chg="mod">
          <ac:chgData name="Sam Prince" userId="b8c1c271-dd5b-4079-a09a-81f4ce8be867" providerId="ADAL" clId="{4E8B39D1-0BCF-476A-B09C-4C6EA0E3534D}" dt="2023-10-11T18:10:37.930" v="215" actId="12100"/>
          <ac:graphicFrameMkLst>
            <pc:docMk/>
            <pc:sldMk cId="758222257" sldId="322"/>
            <ac:graphicFrameMk id="34822" creationId="{89C0B720-2F36-3D97-99B9-F7C88734F77F}"/>
          </ac:graphicFrameMkLst>
        </pc:graphicFrameChg>
      </pc:sldChg>
      <pc:sldChg chg="modSp mod">
        <pc:chgData name="Sam Prince" userId="b8c1c271-dd5b-4079-a09a-81f4ce8be867" providerId="ADAL" clId="{4E8B39D1-0BCF-476A-B09C-4C6EA0E3534D}" dt="2023-10-11T18:12:05.187" v="242" actId="1076"/>
        <pc:sldMkLst>
          <pc:docMk/>
          <pc:sldMk cId="3593298251" sldId="324"/>
        </pc:sldMkLst>
        <pc:spChg chg="mod">
          <ac:chgData name="Sam Prince" userId="b8c1c271-dd5b-4079-a09a-81f4ce8be867" providerId="ADAL" clId="{4E8B39D1-0BCF-476A-B09C-4C6EA0E3534D}" dt="2023-10-11T18:11:53.960" v="240" actId="1076"/>
          <ac:spMkLst>
            <pc:docMk/>
            <pc:sldMk cId="3593298251" sldId="324"/>
            <ac:spMk id="2" creationId="{D3086CB5-D9D4-678B-A111-509C0FA726F3}"/>
          </ac:spMkLst>
        </pc:spChg>
        <pc:spChg chg="mod">
          <ac:chgData name="Sam Prince" userId="b8c1c271-dd5b-4079-a09a-81f4ce8be867" providerId="ADAL" clId="{4E8B39D1-0BCF-476A-B09C-4C6EA0E3534D}" dt="2023-10-11T18:11:50.613" v="239" actId="403"/>
          <ac:spMkLst>
            <pc:docMk/>
            <pc:sldMk cId="3593298251" sldId="324"/>
            <ac:spMk id="34819" creationId="{453C7683-8588-7ABC-32E0-8A4E68218620}"/>
          </ac:spMkLst>
        </pc:spChg>
        <pc:graphicFrameChg chg="mod">
          <ac:chgData name="Sam Prince" userId="b8c1c271-dd5b-4079-a09a-81f4ce8be867" providerId="ADAL" clId="{4E8B39D1-0BCF-476A-B09C-4C6EA0E3534D}" dt="2023-10-11T18:12:05.187" v="242" actId="1076"/>
          <ac:graphicFrameMkLst>
            <pc:docMk/>
            <pc:sldMk cId="3593298251" sldId="324"/>
            <ac:graphicFrameMk id="10" creationId="{AF2946E4-587A-7D15-08CA-D511C3619C9F}"/>
          </ac:graphicFrameMkLst>
        </pc:graphicFrameChg>
      </pc:sldChg>
      <pc:sldChg chg="delSp modSp mod">
        <pc:chgData name="Sam Prince" userId="b8c1c271-dd5b-4079-a09a-81f4ce8be867" providerId="ADAL" clId="{4E8B39D1-0BCF-476A-B09C-4C6EA0E3534D}" dt="2023-10-11T18:13:37.450" v="269" actId="255"/>
        <pc:sldMkLst>
          <pc:docMk/>
          <pc:sldMk cId="3621734776" sldId="325"/>
        </pc:sldMkLst>
        <pc:spChg chg="mod">
          <ac:chgData name="Sam Prince" userId="b8c1c271-dd5b-4079-a09a-81f4ce8be867" providerId="ADAL" clId="{4E8B39D1-0BCF-476A-B09C-4C6EA0E3534D}" dt="2023-10-11T18:13:24.424" v="264" actId="113"/>
          <ac:spMkLst>
            <pc:docMk/>
            <pc:sldMk cId="3621734776" sldId="325"/>
            <ac:spMk id="4" creationId="{8E7C5CBA-B953-7511-D95A-CA9B936FCC75}"/>
          </ac:spMkLst>
        </pc:spChg>
        <pc:spChg chg="mod">
          <ac:chgData name="Sam Prince" userId="b8c1c271-dd5b-4079-a09a-81f4ce8be867" providerId="ADAL" clId="{4E8B39D1-0BCF-476A-B09C-4C6EA0E3534D}" dt="2023-10-11T18:13:37.450" v="269" actId="255"/>
          <ac:spMkLst>
            <pc:docMk/>
            <pc:sldMk cId="3621734776" sldId="325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13:01.052" v="254" actId="404"/>
          <ac:spMkLst>
            <pc:docMk/>
            <pc:sldMk cId="3621734776" sldId="325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3:09.859" v="258" actId="478"/>
          <ac:spMkLst>
            <pc:docMk/>
            <pc:sldMk cId="3621734776" sldId="325"/>
            <ac:spMk id="34825" creationId="{B60B6C28-1485-23A4-8BDD-0A4585323012}"/>
          </ac:spMkLst>
        </pc:spChg>
      </pc:sldChg>
      <pc:sldChg chg="delSp modSp mod">
        <pc:chgData name="Sam Prince" userId="b8c1c271-dd5b-4079-a09a-81f4ce8be867" providerId="ADAL" clId="{4E8B39D1-0BCF-476A-B09C-4C6EA0E3534D}" dt="2023-10-11T18:15:12.641" v="301" actId="478"/>
        <pc:sldMkLst>
          <pc:docMk/>
          <pc:sldMk cId="2820552545" sldId="326"/>
        </pc:sldMkLst>
        <pc:spChg chg="mod">
          <ac:chgData name="Sam Prince" userId="b8c1c271-dd5b-4079-a09a-81f4ce8be867" providerId="ADAL" clId="{4E8B39D1-0BCF-476A-B09C-4C6EA0E3534D}" dt="2023-10-11T18:15:08.757" v="300" actId="404"/>
          <ac:spMkLst>
            <pc:docMk/>
            <pc:sldMk cId="2820552545" sldId="326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5:12.641" v="301" actId="478"/>
          <ac:spMkLst>
            <pc:docMk/>
            <pc:sldMk cId="2820552545" sldId="326"/>
            <ac:spMk id="34825" creationId="{03FC631D-554B-3663-7ADE-830A9147A915}"/>
          </ac:spMkLst>
        </pc:spChg>
      </pc:sldChg>
      <pc:sldChg chg="modSp mod">
        <pc:chgData name="Sam Prince" userId="b8c1c271-dd5b-4079-a09a-81f4ce8be867" providerId="ADAL" clId="{4E8B39D1-0BCF-476A-B09C-4C6EA0E3534D}" dt="2023-10-11T18:16:21.221" v="321" actId="20577"/>
        <pc:sldMkLst>
          <pc:docMk/>
          <pc:sldMk cId="1633857677" sldId="328"/>
        </pc:sldMkLst>
        <pc:spChg chg="mod">
          <ac:chgData name="Sam Prince" userId="b8c1c271-dd5b-4079-a09a-81f4ce8be867" providerId="ADAL" clId="{4E8B39D1-0BCF-476A-B09C-4C6EA0E3534D}" dt="2023-10-11T18:16:21.221" v="321" actId="20577"/>
          <ac:spMkLst>
            <pc:docMk/>
            <pc:sldMk cId="1633857677" sldId="328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15:42.324" v="307" actId="20577"/>
          <ac:spMkLst>
            <pc:docMk/>
            <pc:sldMk cId="1633857677" sldId="328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4E8B39D1-0BCF-476A-B09C-4C6EA0E3534D}" dt="2023-10-11T18:16:46.189" v="327" actId="255"/>
        <pc:sldMkLst>
          <pc:docMk/>
          <pc:sldMk cId="403852314" sldId="329"/>
        </pc:sldMkLst>
        <pc:spChg chg="mod">
          <ac:chgData name="Sam Prince" userId="b8c1c271-dd5b-4079-a09a-81f4ce8be867" providerId="ADAL" clId="{4E8B39D1-0BCF-476A-B09C-4C6EA0E3534D}" dt="2023-10-11T18:16:46.189" v="327" actId="255"/>
          <ac:spMkLst>
            <pc:docMk/>
            <pc:sldMk cId="403852314" sldId="329"/>
            <ac:spMk id="2" creationId="{32A197A1-EB48-391C-E777-503207A11505}"/>
          </ac:spMkLst>
        </pc:spChg>
        <pc:spChg chg="mod">
          <ac:chgData name="Sam Prince" userId="b8c1c271-dd5b-4079-a09a-81f4ce8be867" providerId="ADAL" clId="{4E8B39D1-0BCF-476A-B09C-4C6EA0E3534D}" dt="2023-10-11T18:16:28.889" v="324" actId="20577"/>
          <ac:spMkLst>
            <pc:docMk/>
            <pc:sldMk cId="403852314" sldId="329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4E8B39D1-0BCF-476A-B09C-4C6EA0E3534D}" dt="2023-10-11T18:13:59.045" v="275" actId="478"/>
        <pc:sldMkLst>
          <pc:docMk/>
          <pc:sldMk cId="1943600483" sldId="331"/>
        </pc:sldMkLst>
        <pc:spChg chg="mod">
          <ac:chgData name="Sam Prince" userId="b8c1c271-dd5b-4079-a09a-81f4ce8be867" providerId="ADAL" clId="{4E8B39D1-0BCF-476A-B09C-4C6EA0E3534D}" dt="2023-10-11T18:13:56.840" v="274" actId="1076"/>
          <ac:spMkLst>
            <pc:docMk/>
            <pc:sldMk cId="1943600483" sldId="331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13:50.875" v="273" actId="404"/>
          <ac:spMkLst>
            <pc:docMk/>
            <pc:sldMk cId="1943600483" sldId="331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3:59.045" v="275" actId="478"/>
          <ac:spMkLst>
            <pc:docMk/>
            <pc:sldMk cId="1943600483" sldId="331"/>
            <ac:spMk id="34829" creationId="{2E079EE0-5447-A0B9-1145-891FAB7D9F46}"/>
          </ac:spMkLst>
        </pc:spChg>
      </pc:sldChg>
      <pc:sldChg chg="delSp modSp mod">
        <pc:chgData name="Sam Prince" userId="b8c1c271-dd5b-4079-a09a-81f4ce8be867" providerId="ADAL" clId="{4E8B39D1-0BCF-476A-B09C-4C6EA0E3534D}" dt="2023-10-11T18:11:28.061" v="232" actId="122"/>
        <pc:sldMkLst>
          <pc:docMk/>
          <pc:sldMk cId="108314303" sldId="332"/>
        </pc:sldMkLst>
        <pc:spChg chg="mod">
          <ac:chgData name="Sam Prince" userId="b8c1c271-dd5b-4079-a09a-81f4ce8be867" providerId="ADAL" clId="{4E8B39D1-0BCF-476A-B09C-4C6EA0E3534D}" dt="2023-10-11T18:11:12.687" v="229" actId="404"/>
          <ac:spMkLst>
            <pc:docMk/>
            <pc:sldMk cId="108314303" sldId="332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1:16.846" v="230" actId="478"/>
          <ac:spMkLst>
            <pc:docMk/>
            <pc:sldMk cId="108314303" sldId="332"/>
            <ac:spMk id="34826" creationId="{A5D22EC3-0A9E-C361-F614-C9A7A75643B5}"/>
          </ac:spMkLst>
        </pc:spChg>
        <pc:graphicFrameChg chg="mod">
          <ac:chgData name="Sam Prince" userId="b8c1c271-dd5b-4079-a09a-81f4ce8be867" providerId="ADAL" clId="{4E8B39D1-0BCF-476A-B09C-4C6EA0E3534D}" dt="2023-10-11T18:11:28.061" v="232" actId="122"/>
          <ac:graphicFrameMkLst>
            <pc:docMk/>
            <pc:sldMk cId="108314303" sldId="332"/>
            <ac:graphicFrameMk id="34822" creationId="{6F5300B1-B88B-F18C-7513-890A95522997}"/>
          </ac:graphicFrameMkLst>
        </pc:graphicFrameChg>
      </pc:sldChg>
      <pc:sldChg chg="modSp mod">
        <pc:chgData name="Sam Prince" userId="b8c1c271-dd5b-4079-a09a-81f4ce8be867" providerId="ADAL" clId="{4E8B39D1-0BCF-476A-B09C-4C6EA0E3534D}" dt="2023-10-11T18:12:52.937" v="252" actId="1076"/>
        <pc:sldMkLst>
          <pc:docMk/>
          <pc:sldMk cId="3639887583" sldId="333"/>
        </pc:sldMkLst>
        <pc:spChg chg="mod">
          <ac:chgData name="Sam Prince" userId="b8c1c271-dd5b-4079-a09a-81f4ce8be867" providerId="ADAL" clId="{4E8B39D1-0BCF-476A-B09C-4C6EA0E3534D}" dt="2023-10-11T18:12:45.007" v="250" actId="14100"/>
          <ac:spMkLst>
            <pc:docMk/>
            <pc:sldMk cId="3639887583" sldId="333"/>
            <ac:spMk id="3" creationId="{98F5EF11-C13B-6823-EB74-CD0FAEE577C4}"/>
          </ac:spMkLst>
        </pc:spChg>
        <pc:spChg chg="mod">
          <ac:chgData name="Sam Prince" userId="b8c1c271-dd5b-4079-a09a-81f4ce8be867" providerId="ADAL" clId="{4E8B39D1-0BCF-476A-B09C-4C6EA0E3534D}" dt="2023-10-11T18:12:52.937" v="252" actId="1076"/>
          <ac:spMkLst>
            <pc:docMk/>
            <pc:sldMk cId="3639887583" sldId="333"/>
            <ac:spMk id="8" creationId="{39B82BA3-BB20-AAD5-9988-F789D6117B99}"/>
          </ac:spMkLst>
        </pc:spChg>
        <pc:spChg chg="mod">
          <ac:chgData name="Sam Prince" userId="b8c1c271-dd5b-4079-a09a-81f4ce8be867" providerId="ADAL" clId="{4E8B39D1-0BCF-476A-B09C-4C6EA0E3534D}" dt="2023-10-11T18:12:31.374" v="245" actId="20577"/>
          <ac:spMkLst>
            <pc:docMk/>
            <pc:sldMk cId="3639887583" sldId="333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4E8B39D1-0BCF-476A-B09C-4C6EA0E3534D}" dt="2023-10-11T18:17:32.981" v="343" actId="14100"/>
        <pc:sldMkLst>
          <pc:docMk/>
          <pc:sldMk cId="3155514258" sldId="334"/>
        </pc:sldMkLst>
        <pc:spChg chg="mod">
          <ac:chgData name="Sam Prince" userId="b8c1c271-dd5b-4079-a09a-81f4ce8be867" providerId="ADAL" clId="{4E8B39D1-0BCF-476A-B09C-4C6EA0E3534D}" dt="2023-10-11T18:16:55.467" v="330" actId="20577"/>
          <ac:spMkLst>
            <pc:docMk/>
            <pc:sldMk cId="3155514258" sldId="334"/>
            <ac:spMk id="2" creationId="{66FCD9DC-A8DC-CBE4-75F3-6BECD133D0A8}"/>
          </ac:spMkLst>
        </pc:spChg>
        <pc:spChg chg="del">
          <ac:chgData name="Sam Prince" userId="b8c1c271-dd5b-4079-a09a-81f4ce8be867" providerId="ADAL" clId="{4E8B39D1-0BCF-476A-B09C-4C6EA0E3534D}" dt="2023-10-11T18:17:24.123" v="339" actId="478"/>
          <ac:spMkLst>
            <pc:docMk/>
            <pc:sldMk cId="3155514258" sldId="334"/>
            <ac:spMk id="4" creationId="{0372532F-1C1E-0328-724E-9850B3C4B29F}"/>
          </ac:spMkLst>
        </pc:spChg>
        <pc:spChg chg="mod">
          <ac:chgData name="Sam Prince" userId="b8c1c271-dd5b-4079-a09a-81f4ce8be867" providerId="ADAL" clId="{4E8B39D1-0BCF-476A-B09C-4C6EA0E3534D}" dt="2023-10-11T18:17:14.266" v="336" actId="255"/>
          <ac:spMkLst>
            <pc:docMk/>
            <pc:sldMk cId="3155514258" sldId="334"/>
            <ac:spMk id="5" creationId="{30BE3E68-FD73-970A-59F1-B50F897EFC3D}"/>
          </ac:spMkLst>
        </pc:spChg>
        <pc:spChg chg="mod">
          <ac:chgData name="Sam Prince" userId="b8c1c271-dd5b-4079-a09a-81f4ce8be867" providerId="ADAL" clId="{4E8B39D1-0BCF-476A-B09C-4C6EA0E3534D}" dt="2023-10-11T18:17:32.981" v="343" actId="14100"/>
          <ac:spMkLst>
            <pc:docMk/>
            <pc:sldMk cId="3155514258" sldId="334"/>
            <ac:spMk id="6" creationId="{54B064C6-435C-BBF5-ACFE-817E2E8136DA}"/>
          </ac:spMkLst>
        </pc:spChg>
        <pc:spChg chg="mod">
          <ac:chgData name="Sam Prince" userId="b8c1c271-dd5b-4079-a09a-81f4ce8be867" providerId="ADAL" clId="{4E8B39D1-0BCF-476A-B09C-4C6EA0E3534D}" dt="2023-10-11T18:17:19.172" v="337" actId="403"/>
          <ac:spMkLst>
            <pc:docMk/>
            <pc:sldMk cId="3155514258" sldId="334"/>
            <ac:spMk id="7" creationId="{BC08FCBD-375C-7D76-A16E-EAA5560255D3}"/>
          </ac:spMkLst>
        </pc:spChg>
      </pc:sldChg>
      <pc:sldChg chg="modSp mod">
        <pc:chgData name="Sam Prince" userId="b8c1c271-dd5b-4079-a09a-81f4ce8be867" providerId="ADAL" clId="{4E8B39D1-0BCF-476A-B09C-4C6EA0E3534D}" dt="2023-10-11T17:55:38.547" v="38" actId="403"/>
        <pc:sldMkLst>
          <pc:docMk/>
          <pc:sldMk cId="960238891" sldId="335"/>
        </pc:sldMkLst>
        <pc:spChg chg="mod">
          <ac:chgData name="Sam Prince" userId="b8c1c271-dd5b-4079-a09a-81f4ce8be867" providerId="ADAL" clId="{4E8B39D1-0BCF-476A-B09C-4C6EA0E3534D}" dt="2023-10-11T17:55:38.547" v="38" actId="403"/>
          <ac:spMkLst>
            <pc:docMk/>
            <pc:sldMk cId="960238891" sldId="335"/>
            <ac:spMk id="4" creationId="{AC1FD8D9-4CF5-66F9-E6F6-18DB976CF9D5}"/>
          </ac:spMkLst>
        </pc:spChg>
      </pc:sldChg>
      <pc:sldChg chg="delSp modSp mod">
        <pc:chgData name="Sam Prince" userId="b8c1c271-dd5b-4079-a09a-81f4ce8be867" providerId="ADAL" clId="{4E8B39D1-0BCF-476A-B09C-4C6EA0E3534D}" dt="2023-10-11T18:11:08.333" v="227" actId="12100"/>
        <pc:sldMkLst>
          <pc:docMk/>
          <pc:sldMk cId="3411849459" sldId="336"/>
        </pc:sldMkLst>
        <pc:spChg chg="mod">
          <ac:chgData name="Sam Prince" userId="b8c1c271-dd5b-4079-a09a-81f4ce8be867" providerId="ADAL" clId="{4E8B39D1-0BCF-476A-B09C-4C6EA0E3534D}" dt="2023-10-11T18:10:58.860" v="225" actId="404"/>
          <ac:spMkLst>
            <pc:docMk/>
            <pc:sldMk cId="3411849459" sldId="336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1:01.345" v="226" actId="478"/>
          <ac:spMkLst>
            <pc:docMk/>
            <pc:sldMk cId="3411849459" sldId="336"/>
            <ac:spMk id="34826" creationId="{399C2B33-3F6E-40F3-5987-B6C262523C06}"/>
          </ac:spMkLst>
        </pc:spChg>
        <pc:graphicFrameChg chg="mod">
          <ac:chgData name="Sam Prince" userId="b8c1c271-dd5b-4079-a09a-81f4ce8be867" providerId="ADAL" clId="{4E8B39D1-0BCF-476A-B09C-4C6EA0E3534D}" dt="2023-10-11T18:11:08.333" v="227" actId="12100"/>
          <ac:graphicFrameMkLst>
            <pc:docMk/>
            <pc:sldMk cId="3411849459" sldId="336"/>
            <ac:graphicFrameMk id="34822" creationId="{91582F00-4ADE-9CD7-ABC6-75FE03737F9E}"/>
          </ac:graphicFrameMkLst>
        </pc:graphicFrameChg>
      </pc:sldChg>
      <pc:sldChg chg="modSp mod">
        <pc:chgData name="Sam Prince" userId="b8c1c271-dd5b-4079-a09a-81f4ce8be867" providerId="ADAL" clId="{4E8B39D1-0BCF-476A-B09C-4C6EA0E3534D}" dt="2023-10-11T18:05:31.713" v="109" actId="1076"/>
        <pc:sldMkLst>
          <pc:docMk/>
          <pc:sldMk cId="2094708298" sldId="337"/>
        </pc:sldMkLst>
        <pc:spChg chg="mod">
          <ac:chgData name="Sam Prince" userId="b8c1c271-dd5b-4079-a09a-81f4ce8be867" providerId="ADAL" clId="{4E8B39D1-0BCF-476A-B09C-4C6EA0E3534D}" dt="2023-10-11T18:05:27.776" v="108" actId="403"/>
          <ac:spMkLst>
            <pc:docMk/>
            <pc:sldMk cId="2094708298" sldId="337"/>
            <ac:spMk id="3" creationId="{4B99E000-1A4F-1366-3F4E-4099B7C403B2}"/>
          </ac:spMkLst>
        </pc:spChg>
        <pc:spChg chg="mod">
          <ac:chgData name="Sam Prince" userId="b8c1c271-dd5b-4079-a09a-81f4ce8be867" providerId="ADAL" clId="{4E8B39D1-0BCF-476A-B09C-4C6EA0E3534D}" dt="2023-10-11T18:05:31.713" v="109" actId="1076"/>
          <ac:spMkLst>
            <pc:docMk/>
            <pc:sldMk cId="2094708298" sldId="337"/>
            <ac:spMk id="5" creationId="{96413C18-0162-121B-86FC-FB3AD7A3DA57}"/>
          </ac:spMkLst>
        </pc:spChg>
      </pc:sldChg>
      <pc:sldChg chg="modSp mod modCm">
        <pc:chgData name="Sam Prince" userId="b8c1c271-dd5b-4079-a09a-81f4ce8be867" providerId="ADAL" clId="{4E8B39D1-0BCF-476A-B09C-4C6EA0E3534D}" dt="2023-10-11T18:07:02.460" v="133" actId="14100"/>
        <pc:sldMkLst>
          <pc:docMk/>
          <pc:sldMk cId="2349012576" sldId="338"/>
        </pc:sldMkLst>
        <pc:spChg chg="mod">
          <ac:chgData name="Sam Prince" userId="b8c1c271-dd5b-4079-a09a-81f4ce8be867" providerId="ADAL" clId="{4E8B39D1-0BCF-476A-B09C-4C6EA0E3534D}" dt="2023-10-11T18:06:56.093" v="131" actId="403"/>
          <ac:spMkLst>
            <pc:docMk/>
            <pc:sldMk cId="2349012576" sldId="338"/>
            <ac:spMk id="4" creationId="{7D3E39F4-8A92-51D8-E72C-E4680187CD96}"/>
          </ac:spMkLst>
        </pc:spChg>
        <pc:spChg chg="mod">
          <ac:chgData name="Sam Prince" userId="b8c1c271-dd5b-4079-a09a-81f4ce8be867" providerId="ADAL" clId="{4E8B39D1-0BCF-476A-B09C-4C6EA0E3534D}" dt="2023-10-11T18:06:51.181" v="129" actId="6549"/>
          <ac:spMkLst>
            <pc:docMk/>
            <pc:sldMk cId="2349012576" sldId="338"/>
            <ac:spMk id="34819" creationId="{453C7683-8588-7ABC-32E0-8A4E68218620}"/>
          </ac:spMkLst>
        </pc:spChg>
        <pc:picChg chg="mod">
          <ac:chgData name="Sam Prince" userId="b8c1c271-dd5b-4079-a09a-81f4ce8be867" providerId="ADAL" clId="{4E8B39D1-0BCF-476A-B09C-4C6EA0E3534D}" dt="2023-10-11T18:07:02.460" v="133" actId="14100"/>
          <ac:picMkLst>
            <pc:docMk/>
            <pc:sldMk cId="2349012576" sldId="338"/>
            <ac:picMk id="3" creationId="{2FB77DD5-306F-5B62-6BDC-61C788C85748}"/>
          </ac:picMkLst>
        </pc:picChg>
      </pc:sldChg>
      <pc:sldChg chg="modSp mod">
        <pc:chgData name="Sam Prince" userId="b8c1c271-dd5b-4079-a09a-81f4ce8be867" providerId="ADAL" clId="{4E8B39D1-0BCF-476A-B09C-4C6EA0E3534D}" dt="2023-10-11T18:12:12.800" v="243" actId="403"/>
        <pc:sldMkLst>
          <pc:docMk/>
          <pc:sldMk cId="2431007924" sldId="339"/>
        </pc:sldMkLst>
        <pc:spChg chg="mod">
          <ac:chgData name="Sam Prince" userId="b8c1c271-dd5b-4079-a09a-81f4ce8be867" providerId="ADAL" clId="{4E8B39D1-0BCF-476A-B09C-4C6EA0E3534D}" dt="2023-10-11T18:12:12.800" v="243" actId="403"/>
          <ac:spMkLst>
            <pc:docMk/>
            <pc:sldMk cId="2431007924" sldId="339"/>
            <ac:spMk id="3" creationId="{5A983E8A-90D7-F251-B376-9E5DFFA2AD04}"/>
          </ac:spMkLst>
        </pc:spChg>
      </pc:sldChg>
      <pc:sldChg chg="delSp modSp mod">
        <pc:chgData name="Sam Prince" userId="b8c1c271-dd5b-4079-a09a-81f4ce8be867" providerId="ADAL" clId="{4E8B39D1-0BCF-476A-B09C-4C6EA0E3534D}" dt="2023-10-11T18:14:34.098" v="289" actId="27636"/>
        <pc:sldMkLst>
          <pc:docMk/>
          <pc:sldMk cId="215477562" sldId="340"/>
        </pc:sldMkLst>
        <pc:spChg chg="mod">
          <ac:chgData name="Sam Prince" userId="b8c1c271-dd5b-4079-a09a-81f4ce8be867" providerId="ADAL" clId="{4E8B39D1-0BCF-476A-B09C-4C6EA0E3534D}" dt="2023-10-11T18:14:34.098" v="289" actId="27636"/>
          <ac:spMkLst>
            <pc:docMk/>
            <pc:sldMk cId="215477562" sldId="340"/>
            <ac:spMk id="34819" creationId="{453C7683-8588-7ABC-32E0-8A4E68218620}"/>
          </ac:spMkLst>
        </pc:spChg>
        <pc:spChg chg="mod">
          <ac:chgData name="Sam Prince" userId="b8c1c271-dd5b-4079-a09a-81f4ce8be867" providerId="ADAL" clId="{4E8B39D1-0BCF-476A-B09C-4C6EA0E3534D}" dt="2023-10-11T18:14:06.619" v="277" actId="404"/>
          <ac:spMkLst>
            <pc:docMk/>
            <pc:sldMk cId="215477562" sldId="340"/>
            <ac:spMk id="34820" creationId="{8DCD7CE1-603D-4D59-3DBB-C13C0B6505F0}"/>
          </ac:spMkLst>
        </pc:spChg>
        <pc:spChg chg="del">
          <ac:chgData name="Sam Prince" userId="b8c1c271-dd5b-4079-a09a-81f4ce8be867" providerId="ADAL" clId="{4E8B39D1-0BCF-476A-B09C-4C6EA0E3534D}" dt="2023-10-11T18:14:10.802" v="278" actId="478"/>
          <ac:spMkLst>
            <pc:docMk/>
            <pc:sldMk cId="215477562" sldId="340"/>
            <ac:spMk id="34829" creationId="{2E079EE0-5447-A0B9-1145-891FAB7D9F4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FDD16-6A9F-400D-8935-ACA4785C9167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 rtlCol="1"/>
        <a:lstStyle/>
        <a:p>
          <a:pPr rtl="1"/>
          <a:endParaRPr lang="en-US"/>
        </a:p>
      </dgm:t>
    </dgm:pt>
    <dgm:pt modelId="{AF44F683-90B3-47F9-BAAC-4C261AC7C347}">
      <dgm:prSet custT="1"/>
      <dgm:spPr/>
      <dgm:t>
        <a:bodyPr rtlCol="1"/>
        <a:lstStyle/>
        <a:p>
          <a:pPr rtl="1"/>
          <a:r>
            <a:rPr lang="ar" sz="2200">
              <a:latin typeface="Sakkal Majalla" panose="02000000000000000000" pitchFamily="2" charset="-78"/>
              <a:cs typeface="Sakkal Majalla" panose="02000000000000000000" pitchFamily="2" charset="-78"/>
            </a:rPr>
            <a:t>يتم توجيه العديد من الاستفسارات المختلفة من حيث المحتوى والوسيلة إلى أعضاء فريق عمليات المكتب الأمامي.</a:t>
          </a:r>
          <a:endParaRPr lang="en-US" sz="2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DDFE65DB-2AC3-4B74-901E-6EFF7D370D88}" type="parTrans" cxnId="{1A152940-1602-40A4-A4A0-46378FA9819D}">
      <dgm:prSet/>
      <dgm:spPr/>
      <dgm:t>
        <a:bodyPr rtlCol="1"/>
        <a:lstStyle/>
        <a:p>
          <a:pPr rtl="1"/>
          <a:endParaRPr lang="en-US" sz="2200"/>
        </a:p>
      </dgm:t>
    </dgm:pt>
    <dgm:pt modelId="{A0C3BCA5-9F93-4711-A31C-0FFECDD55CFF}" type="sibTrans" cxnId="{1A152940-1602-40A4-A4A0-46378FA9819D}">
      <dgm:prSet/>
      <dgm:spPr/>
      <dgm:t>
        <a:bodyPr rtlCol="1"/>
        <a:lstStyle/>
        <a:p>
          <a:pPr rtl="1"/>
          <a:endParaRPr lang="en-US" sz="2200"/>
        </a:p>
      </dgm:t>
    </dgm:pt>
    <dgm:pt modelId="{8B7C6990-CF84-477D-AF2B-96210E01B993}">
      <dgm:prSet custT="1"/>
      <dgm:spPr/>
      <dgm:t>
        <a:bodyPr rtlCol="1"/>
        <a:lstStyle/>
        <a:p>
          <a:pPr rtl="1"/>
          <a:r>
            <a:rPr lang="ar" sz="2200">
              <a:latin typeface="Sakkal Majalla" panose="02000000000000000000" pitchFamily="2" charset="-78"/>
              <a:cs typeface="Sakkal Majalla" panose="02000000000000000000" pitchFamily="2" charset="-78"/>
            </a:rPr>
            <a:t>يجب أن تكون اللغة المستخدمة في التعامل مع الاستفسارات مهذبة وودودة ومهنية</a:t>
          </a:r>
          <a:r>
            <a:rPr lang="ar" sz="2200"/>
            <a:t>.</a:t>
          </a:r>
          <a:endParaRPr lang="en-US" sz="2200" dirty="0"/>
        </a:p>
      </dgm:t>
    </dgm:pt>
    <dgm:pt modelId="{75669707-BF63-4D15-8F30-F50906959F18}" type="parTrans" cxnId="{4259A708-D7A2-4245-93C8-D38BFF3FBC85}">
      <dgm:prSet/>
      <dgm:spPr/>
      <dgm:t>
        <a:bodyPr rtlCol="1"/>
        <a:lstStyle/>
        <a:p>
          <a:pPr rtl="1"/>
          <a:endParaRPr lang="en-US" sz="2200"/>
        </a:p>
      </dgm:t>
    </dgm:pt>
    <dgm:pt modelId="{B0B1A359-7D3E-46A3-A818-112008AF9588}" type="sibTrans" cxnId="{4259A708-D7A2-4245-93C8-D38BFF3FBC85}">
      <dgm:prSet/>
      <dgm:spPr/>
      <dgm:t>
        <a:bodyPr rtlCol="1"/>
        <a:lstStyle/>
        <a:p>
          <a:pPr rtl="1"/>
          <a:endParaRPr lang="en-US" sz="2200"/>
        </a:p>
      </dgm:t>
    </dgm:pt>
    <dgm:pt modelId="{C4BE3F27-5C39-4E0F-8C8B-B46860A938FF}">
      <dgm:prSet custT="1"/>
      <dgm:spPr/>
      <dgm:t>
        <a:bodyPr rtlCol="1"/>
        <a:lstStyle/>
        <a:p>
          <a:pPr rtl="1"/>
          <a:r>
            <a:rPr lang="ar" sz="2200">
              <a:latin typeface="Sakkal Majalla" panose="02000000000000000000" pitchFamily="2" charset="-78"/>
              <a:cs typeface="Sakkal Majalla" panose="02000000000000000000" pitchFamily="2" charset="-78"/>
            </a:rPr>
            <a:t>استخدم نموذج الشركة وسياسات التواصل</a:t>
          </a:r>
          <a:endParaRPr lang="en-US" sz="2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2AE1F981-1882-4A97-910A-4EFBBA797520}" type="parTrans" cxnId="{23678155-66B4-4C75-9CA5-776CAD607262}">
      <dgm:prSet/>
      <dgm:spPr/>
      <dgm:t>
        <a:bodyPr rtlCol="1"/>
        <a:lstStyle/>
        <a:p>
          <a:pPr rtl="1"/>
          <a:endParaRPr lang="en-US" sz="2200"/>
        </a:p>
      </dgm:t>
    </dgm:pt>
    <dgm:pt modelId="{50F9B1F4-B2AB-4718-8A0F-7AEFA579CEBF}" type="sibTrans" cxnId="{23678155-66B4-4C75-9CA5-776CAD607262}">
      <dgm:prSet/>
      <dgm:spPr/>
      <dgm:t>
        <a:bodyPr rtlCol="1"/>
        <a:lstStyle/>
        <a:p>
          <a:pPr rtl="1"/>
          <a:endParaRPr lang="en-US" sz="2200"/>
        </a:p>
      </dgm:t>
    </dgm:pt>
    <dgm:pt modelId="{CC055F90-A4E4-2C46-A894-6C10D5A2F9A7}" type="pres">
      <dgm:prSet presAssocID="{E7CFDD16-6A9F-400D-8935-ACA4785C9167}" presName="vert0" presStyleCnt="0">
        <dgm:presLayoutVars>
          <dgm:dir/>
          <dgm:animOne val="branch"/>
          <dgm:animLvl val="lvl"/>
        </dgm:presLayoutVars>
      </dgm:prSet>
      <dgm:spPr/>
    </dgm:pt>
    <dgm:pt modelId="{F98DCE48-695C-C444-9319-0B87F218739E}" type="pres">
      <dgm:prSet presAssocID="{AF44F683-90B3-47F9-BAAC-4C261AC7C347}" presName="thickLine" presStyleLbl="alignNode1" presStyleIdx="0" presStyleCnt="3"/>
      <dgm:spPr/>
    </dgm:pt>
    <dgm:pt modelId="{DB2DFC43-BCFE-DD4D-89A3-013DBDD044EA}" type="pres">
      <dgm:prSet presAssocID="{AF44F683-90B3-47F9-BAAC-4C261AC7C347}" presName="horz1" presStyleCnt="0"/>
      <dgm:spPr/>
    </dgm:pt>
    <dgm:pt modelId="{CAFD5613-2169-0B40-A598-A09FC5BDD586}" type="pres">
      <dgm:prSet presAssocID="{AF44F683-90B3-47F9-BAAC-4C261AC7C347}" presName="tx1" presStyleLbl="revTx" presStyleIdx="0" presStyleCnt="3" custLinFactNeighborX="-315" custLinFactNeighborY="-1272"/>
      <dgm:spPr/>
    </dgm:pt>
    <dgm:pt modelId="{E8B1B2D2-47FD-E04C-9A21-4859DA8E9A2E}" type="pres">
      <dgm:prSet presAssocID="{AF44F683-90B3-47F9-BAAC-4C261AC7C347}" presName="vert1" presStyleCnt="0"/>
      <dgm:spPr/>
    </dgm:pt>
    <dgm:pt modelId="{FD4F97CE-4864-E143-9ABF-D3A6517CF5EC}" type="pres">
      <dgm:prSet presAssocID="{8B7C6990-CF84-477D-AF2B-96210E01B993}" presName="thickLine" presStyleLbl="alignNode1" presStyleIdx="1" presStyleCnt="3"/>
      <dgm:spPr/>
    </dgm:pt>
    <dgm:pt modelId="{4C458917-C266-A147-9BCF-D35CC5CF13E3}" type="pres">
      <dgm:prSet presAssocID="{8B7C6990-CF84-477D-AF2B-96210E01B993}" presName="horz1" presStyleCnt="0"/>
      <dgm:spPr/>
    </dgm:pt>
    <dgm:pt modelId="{46B8AD9E-EC52-D249-94DC-660B3EAF1440}" type="pres">
      <dgm:prSet presAssocID="{8B7C6990-CF84-477D-AF2B-96210E01B993}" presName="tx1" presStyleLbl="revTx" presStyleIdx="1" presStyleCnt="3" custLinFactNeighborY="7985"/>
      <dgm:spPr/>
    </dgm:pt>
    <dgm:pt modelId="{5F07076A-F2F5-2344-9823-696B1D61A829}" type="pres">
      <dgm:prSet presAssocID="{8B7C6990-CF84-477D-AF2B-96210E01B993}" presName="vert1" presStyleCnt="0"/>
      <dgm:spPr/>
    </dgm:pt>
    <dgm:pt modelId="{4A82F8F8-BBD8-084C-B394-22B82643B771}" type="pres">
      <dgm:prSet presAssocID="{C4BE3F27-5C39-4E0F-8C8B-B46860A938FF}" presName="thickLine" presStyleLbl="alignNode1" presStyleIdx="2" presStyleCnt="3"/>
      <dgm:spPr/>
    </dgm:pt>
    <dgm:pt modelId="{AB45463F-EAEC-8043-B201-3082EBB7550C}" type="pres">
      <dgm:prSet presAssocID="{C4BE3F27-5C39-4E0F-8C8B-B46860A938FF}" presName="horz1" presStyleCnt="0"/>
      <dgm:spPr/>
    </dgm:pt>
    <dgm:pt modelId="{92E00450-DF76-034E-A953-BBB19AA07BD2}" type="pres">
      <dgm:prSet presAssocID="{C4BE3F27-5C39-4E0F-8C8B-B46860A938FF}" presName="tx1" presStyleLbl="revTx" presStyleIdx="2" presStyleCnt="3"/>
      <dgm:spPr/>
    </dgm:pt>
    <dgm:pt modelId="{55D8EA60-6D4A-4143-8A83-5EEE5891AE65}" type="pres">
      <dgm:prSet presAssocID="{C4BE3F27-5C39-4E0F-8C8B-B46860A938FF}" presName="vert1" presStyleCnt="0"/>
      <dgm:spPr/>
    </dgm:pt>
  </dgm:ptLst>
  <dgm:cxnLst>
    <dgm:cxn modelId="{B9111408-7A91-0442-AECC-8C1EC0BDF42D}" type="presOf" srcId="{E7CFDD16-6A9F-400D-8935-ACA4785C9167}" destId="{CC055F90-A4E4-2C46-A894-6C10D5A2F9A7}" srcOrd="0" destOrd="0" presId="urn:microsoft.com/office/officeart/2008/layout/LinedList"/>
    <dgm:cxn modelId="{4259A708-D7A2-4245-93C8-D38BFF3FBC85}" srcId="{E7CFDD16-6A9F-400D-8935-ACA4785C9167}" destId="{8B7C6990-CF84-477D-AF2B-96210E01B993}" srcOrd="1" destOrd="0" parTransId="{75669707-BF63-4D15-8F30-F50906959F18}" sibTransId="{B0B1A359-7D3E-46A3-A818-112008AF9588}"/>
    <dgm:cxn modelId="{1A152940-1602-40A4-A4A0-46378FA9819D}" srcId="{E7CFDD16-6A9F-400D-8935-ACA4785C9167}" destId="{AF44F683-90B3-47F9-BAAC-4C261AC7C347}" srcOrd="0" destOrd="0" parTransId="{DDFE65DB-2AC3-4B74-901E-6EFF7D370D88}" sibTransId="{A0C3BCA5-9F93-4711-A31C-0FFECDD55CFF}"/>
    <dgm:cxn modelId="{23678155-66B4-4C75-9CA5-776CAD607262}" srcId="{E7CFDD16-6A9F-400D-8935-ACA4785C9167}" destId="{C4BE3F27-5C39-4E0F-8C8B-B46860A938FF}" srcOrd="2" destOrd="0" parTransId="{2AE1F981-1882-4A97-910A-4EFBBA797520}" sibTransId="{50F9B1F4-B2AB-4718-8A0F-7AEFA579CEBF}"/>
    <dgm:cxn modelId="{0574D2AE-9C8A-A04E-BA8B-AE920CDAD74E}" type="presOf" srcId="{8B7C6990-CF84-477D-AF2B-96210E01B993}" destId="{46B8AD9E-EC52-D249-94DC-660B3EAF1440}" srcOrd="0" destOrd="0" presId="urn:microsoft.com/office/officeart/2008/layout/LinedList"/>
    <dgm:cxn modelId="{2CD7EAB7-B8D7-6044-8714-9064393651C7}" type="presOf" srcId="{AF44F683-90B3-47F9-BAAC-4C261AC7C347}" destId="{CAFD5613-2169-0B40-A598-A09FC5BDD586}" srcOrd="0" destOrd="0" presId="urn:microsoft.com/office/officeart/2008/layout/LinedList"/>
    <dgm:cxn modelId="{65E6B4B9-48E6-AE4A-A9CE-B4B13BD15103}" type="presOf" srcId="{C4BE3F27-5C39-4E0F-8C8B-B46860A938FF}" destId="{92E00450-DF76-034E-A953-BBB19AA07BD2}" srcOrd="0" destOrd="0" presId="urn:microsoft.com/office/officeart/2008/layout/LinedList"/>
    <dgm:cxn modelId="{94B6FF4E-551F-0147-9B61-5AD9A8B75FB6}" type="presParOf" srcId="{CC055F90-A4E4-2C46-A894-6C10D5A2F9A7}" destId="{F98DCE48-695C-C444-9319-0B87F218739E}" srcOrd="0" destOrd="0" presId="urn:microsoft.com/office/officeart/2008/layout/LinedList"/>
    <dgm:cxn modelId="{27C7DF1B-8A86-2749-9472-60A04C4E405C}" type="presParOf" srcId="{CC055F90-A4E4-2C46-A894-6C10D5A2F9A7}" destId="{DB2DFC43-BCFE-DD4D-89A3-013DBDD044EA}" srcOrd="1" destOrd="0" presId="urn:microsoft.com/office/officeart/2008/layout/LinedList"/>
    <dgm:cxn modelId="{999BEE4E-1088-2841-98CB-2F0A589B3922}" type="presParOf" srcId="{DB2DFC43-BCFE-DD4D-89A3-013DBDD044EA}" destId="{CAFD5613-2169-0B40-A598-A09FC5BDD586}" srcOrd="0" destOrd="0" presId="urn:microsoft.com/office/officeart/2008/layout/LinedList"/>
    <dgm:cxn modelId="{0792F23D-A364-8748-9A96-498FEF954788}" type="presParOf" srcId="{DB2DFC43-BCFE-DD4D-89A3-013DBDD044EA}" destId="{E8B1B2D2-47FD-E04C-9A21-4859DA8E9A2E}" srcOrd="1" destOrd="0" presId="urn:microsoft.com/office/officeart/2008/layout/LinedList"/>
    <dgm:cxn modelId="{DA56CD82-B345-E04B-9094-1770C28D80F6}" type="presParOf" srcId="{CC055F90-A4E4-2C46-A894-6C10D5A2F9A7}" destId="{FD4F97CE-4864-E143-9ABF-D3A6517CF5EC}" srcOrd="2" destOrd="0" presId="urn:microsoft.com/office/officeart/2008/layout/LinedList"/>
    <dgm:cxn modelId="{E4669C3A-40E8-3B4A-A1F8-F1AD22DB72AC}" type="presParOf" srcId="{CC055F90-A4E4-2C46-A894-6C10D5A2F9A7}" destId="{4C458917-C266-A147-9BCF-D35CC5CF13E3}" srcOrd="3" destOrd="0" presId="urn:microsoft.com/office/officeart/2008/layout/LinedList"/>
    <dgm:cxn modelId="{DA41BCD0-38DF-8040-B6FE-624051D08B07}" type="presParOf" srcId="{4C458917-C266-A147-9BCF-D35CC5CF13E3}" destId="{46B8AD9E-EC52-D249-94DC-660B3EAF1440}" srcOrd="0" destOrd="0" presId="urn:microsoft.com/office/officeart/2008/layout/LinedList"/>
    <dgm:cxn modelId="{B78ECE65-C692-7249-9B89-2071EE4B4697}" type="presParOf" srcId="{4C458917-C266-A147-9BCF-D35CC5CF13E3}" destId="{5F07076A-F2F5-2344-9823-696B1D61A829}" srcOrd="1" destOrd="0" presId="urn:microsoft.com/office/officeart/2008/layout/LinedList"/>
    <dgm:cxn modelId="{172EBFF2-D3E3-D74C-A479-CD8CF5BA90A7}" type="presParOf" srcId="{CC055F90-A4E4-2C46-A894-6C10D5A2F9A7}" destId="{4A82F8F8-BBD8-084C-B394-22B82643B771}" srcOrd="4" destOrd="0" presId="urn:microsoft.com/office/officeart/2008/layout/LinedList"/>
    <dgm:cxn modelId="{9AA36374-A1C0-A345-89CC-6AD4F72C8308}" type="presParOf" srcId="{CC055F90-A4E4-2C46-A894-6C10D5A2F9A7}" destId="{AB45463F-EAEC-8043-B201-3082EBB7550C}" srcOrd="5" destOrd="0" presId="urn:microsoft.com/office/officeart/2008/layout/LinedList"/>
    <dgm:cxn modelId="{65870CD5-2D75-C74F-B188-2F1099A1E501}" type="presParOf" srcId="{AB45463F-EAEC-8043-B201-3082EBB7550C}" destId="{92E00450-DF76-034E-A953-BBB19AA07BD2}" srcOrd="0" destOrd="0" presId="urn:microsoft.com/office/officeart/2008/layout/LinedList"/>
    <dgm:cxn modelId="{DE93D94B-92C9-194F-AA3E-377E72380628}" type="presParOf" srcId="{AB45463F-EAEC-8043-B201-3082EBB7550C}" destId="{55D8EA60-6D4A-4143-8A83-5EEE5891AE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DCE48-695C-C444-9319-0B87F218739E}">
      <dsp:nvSpPr>
        <dsp:cNvPr id="0" name=""/>
        <dsp:cNvSpPr/>
      </dsp:nvSpPr>
      <dsp:spPr>
        <a:xfrm>
          <a:off x="0" y="1964"/>
          <a:ext cx="40274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AFD5613-2169-0B40-A598-A09FC5BDD586}">
      <dsp:nvSpPr>
        <dsp:cNvPr id="0" name=""/>
        <dsp:cNvSpPr/>
      </dsp:nvSpPr>
      <dsp:spPr>
        <a:xfrm>
          <a:off x="0" y="0"/>
          <a:ext cx="4027487" cy="1340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rtlCol="1" anchor="t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>
              <a:latin typeface="Sakkal Majalla" panose="02000000000000000000" pitchFamily="2" charset="-78"/>
              <a:cs typeface="Sakkal Majalla" panose="02000000000000000000" pitchFamily="2" charset="-78"/>
            </a:rPr>
            <a:t>يتم توجيه العديد من الاستفسارات المختلفة من حيث المحتوى والوسيلة إلى أعضاء فريق عمليات المكتب الأمامي.</a:t>
          </a:r>
          <a:endParaRPr lang="en-US" sz="22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0"/>
        <a:ext cx="4027487" cy="1340056"/>
      </dsp:txXfrm>
    </dsp:sp>
    <dsp:sp modelId="{FD4F97CE-4864-E143-9ABF-D3A6517CF5EC}">
      <dsp:nvSpPr>
        <dsp:cNvPr id="0" name=""/>
        <dsp:cNvSpPr/>
      </dsp:nvSpPr>
      <dsp:spPr>
        <a:xfrm>
          <a:off x="0" y="1342021"/>
          <a:ext cx="40274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B8AD9E-EC52-D249-94DC-660B3EAF1440}">
      <dsp:nvSpPr>
        <dsp:cNvPr id="0" name=""/>
        <dsp:cNvSpPr/>
      </dsp:nvSpPr>
      <dsp:spPr>
        <a:xfrm>
          <a:off x="0" y="1449025"/>
          <a:ext cx="4027487" cy="1340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rtlCol="1" anchor="t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>
              <a:latin typeface="Sakkal Majalla" panose="02000000000000000000" pitchFamily="2" charset="-78"/>
              <a:cs typeface="Sakkal Majalla" panose="02000000000000000000" pitchFamily="2" charset="-78"/>
            </a:rPr>
            <a:t>يجب أن تكون اللغة المستخدمة في التعامل مع الاستفسارات مهذبة وودودة ومهنية</a:t>
          </a:r>
          <a:r>
            <a:rPr lang="ar" sz="2200" kern="1200"/>
            <a:t>.</a:t>
          </a:r>
          <a:endParaRPr lang="en-US" sz="2200" kern="1200" dirty="0"/>
        </a:p>
      </dsp:txBody>
      <dsp:txXfrm>
        <a:off x="0" y="1449025"/>
        <a:ext cx="4027487" cy="1340056"/>
      </dsp:txXfrm>
    </dsp:sp>
    <dsp:sp modelId="{4A82F8F8-BBD8-084C-B394-22B82643B771}">
      <dsp:nvSpPr>
        <dsp:cNvPr id="0" name=""/>
        <dsp:cNvSpPr/>
      </dsp:nvSpPr>
      <dsp:spPr>
        <a:xfrm>
          <a:off x="0" y="2682078"/>
          <a:ext cx="40274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2E00450-DF76-034E-A953-BBB19AA07BD2}">
      <dsp:nvSpPr>
        <dsp:cNvPr id="0" name=""/>
        <dsp:cNvSpPr/>
      </dsp:nvSpPr>
      <dsp:spPr>
        <a:xfrm>
          <a:off x="0" y="2682078"/>
          <a:ext cx="4027487" cy="1340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rtlCol="1" anchor="t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>
              <a:latin typeface="Sakkal Majalla" panose="02000000000000000000" pitchFamily="2" charset="-78"/>
              <a:cs typeface="Sakkal Majalla" panose="02000000000000000000" pitchFamily="2" charset="-78"/>
            </a:rPr>
            <a:t>استخدم نموذج الشركة وسياسات التواصل</a:t>
          </a:r>
          <a:endParaRPr lang="en-US" sz="2200" kern="1200" dirty="0"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0" y="2682078"/>
        <a:ext cx="4027487" cy="1340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9777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4392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3599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32996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23406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51661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4274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30068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16138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6249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6354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25893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2650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54630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34193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1459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67044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0674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14795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52989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384526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445572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809355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460051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85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83B0D97-9032-FB00-59A7-1C5E4B5CA45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956376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b="0" i="0" noProof="0">
                <a:solidFill>
                  <a:srgbClr val="444444"/>
                </a:solidFill>
                <a:effectLst/>
              </a:rPr>
              <a:t>A103000359735</a:t>
            </a:r>
            <a:endParaRPr lang="en-US" sz="1100" noProof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FE31BCA9-B561-57B4-CD07-7B0F3D3C81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audio" Target="../media/audio1.bin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audio" Target="../media/audio1.bin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26.png"/><Relationship Id="rId11" Type="http://schemas.openxmlformats.org/officeDocument/2006/relationships/image" Target="../media/image23.svg"/><Relationship Id="rId5" Type="http://schemas.openxmlformats.org/officeDocument/2006/relationships/image" Target="../media/image25.svg"/><Relationship Id="rId10" Type="http://schemas.openxmlformats.org/officeDocument/2006/relationships/image" Target="../media/image22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audio" Target="../media/audio1.bin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8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3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38.jpe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audio" Target="../media/audio1.bin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276872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/>
              <a:t>الوحدة 12</a:t>
            </a:r>
            <a:br>
              <a:rPr lang="en-GB" altLang="en-US" sz="4600" b="1" dirty="0"/>
            </a:br>
            <a:br>
              <a:rPr lang="en-GB" altLang="en-US" sz="4600" dirty="0"/>
            </a:br>
            <a:r>
              <a:rPr lang="ar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  <a:t>عمليات المكاتب الأمامية </a:t>
            </a:r>
            <a:br>
              <a:rPr lang="en-US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</a:br>
            <a:r>
              <a:rPr lang="ar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  <a:t>لقطاع الضيافة</a:t>
            </a:r>
            <a:r>
              <a:rPr lang="en-US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  <a:t> </a:t>
            </a:r>
            <a:r>
              <a:rPr lang="ar" sz="4600">
                <a:solidFill>
                  <a:schemeClr val="tx1"/>
                </a:solidFill>
                <a:effectLst/>
              </a:rPr>
              <a:t> </a:t>
            </a: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0CC3198-5D73-3413-952B-6FAF6F94A397}"/>
              </a:ext>
            </a:extLst>
          </p:cNvPr>
          <p:cNvSpPr>
            <a:spLocks noGrp="1"/>
          </p:cNvSpPr>
          <p:nvPr/>
        </p:nvSpPr>
        <p:spPr bwMode="auto">
          <a:xfrm>
            <a:off x="542943" y="6381328"/>
            <a:ext cx="8133513" cy="308442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© شركة بيرسون إيديوكيشن ليمتد 2023. لا يُسمح بالنسخ إلا للمؤسسة المُشترية فقط </a:t>
            </a:r>
            <a:endParaRPr lang="en-GB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556792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  <a:t>عمليات المكاتب الأمامية </a:t>
            </a:r>
            <a:br>
              <a:rPr lang="en-US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</a:br>
            <a:r>
              <a:rPr lang="ar" sz="4600" b="1">
                <a:solidFill>
                  <a:schemeClr val="tx1"/>
                </a:solidFill>
                <a:effectLst/>
                <a:ea typeface="Verdana" panose="020B0604030504040204" pitchFamily="34" charset="0"/>
              </a:rPr>
              <a:t>لقطاع الضيافة</a:t>
            </a:r>
            <a:endParaRPr lang="en-GB" altLang="en-US" sz="4600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521" y="3388270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0000"/>
              </a:lnSpc>
              <a:buSzPct val="85000"/>
            </a:pPr>
            <a:r>
              <a:rPr lang="ar" sz="2600"/>
              <a:t>في هذه الوحدة، سوف تستكشف الغرض والأدوار والمسؤوليات المتضمنة في عمليات المكتب الأمامي.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صف العمليات المستخدمة في عمليات المكاتب الأمامية للحفاظ على المعايير.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تعلم وأظهر المهارات العملية المطلوبة للعمل في عمليات المكاتب الأمامية.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/>
              <a:t>أهداف التعلم</a:t>
            </a:r>
            <a:endParaRPr lang="en-GB" altLang="en-US" sz="4600" b="1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9574" y="2708920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lnSpc>
                <a:spcPct val="110000"/>
              </a:lnSpc>
              <a:buNone/>
            </a:pPr>
            <a:r>
              <a:rPr lang="ar" sz="2600" b="1"/>
              <a:t>أ	</a:t>
            </a:r>
            <a:r>
              <a:rPr lang="ar" sz="260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معرفة غرض وأدوار ومسؤوليات عمليات المكاتب الأمامية</a:t>
            </a:r>
            <a:r>
              <a:rPr lang="ar" sz="2600">
                <a:effectLst/>
              </a:rPr>
              <a:t> 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404813" indent="-404813" defTabSz="431800" rtl="1">
              <a:lnSpc>
                <a:spcPct val="110000"/>
              </a:lnSpc>
              <a:spcBef>
                <a:spcPts val="1200"/>
              </a:spcBef>
              <a:buNone/>
            </a:pPr>
            <a:r>
              <a:rPr lang="ar" sz="2600" b="1"/>
              <a:t>ب	</a:t>
            </a:r>
            <a:r>
              <a:rPr lang="ar" sz="260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معرفة العمليات اللازمة للحفاظ على معايير عمليات المكاتب الأمامية</a:t>
            </a:r>
            <a:r>
              <a:rPr lang="ar" sz="2600">
                <a:effectLst/>
              </a:rPr>
              <a:t> </a:t>
            </a:r>
            <a:endParaRPr lang="en-GB" altLang="en-US" sz="2600" dirty="0">
              <a:highlight>
                <a:srgbClr val="FFFF00"/>
              </a:highlight>
            </a:endParaRPr>
          </a:p>
          <a:p>
            <a:pPr marL="404813" indent="-404813" defTabSz="431800" rtl="1">
              <a:lnSpc>
                <a:spcPct val="110000"/>
              </a:lnSpc>
              <a:spcBef>
                <a:spcPts val="1200"/>
              </a:spcBef>
              <a:buNone/>
            </a:pPr>
            <a:r>
              <a:rPr lang="ar" sz="2600" b="1"/>
              <a:t>ج	</a:t>
            </a:r>
            <a:r>
              <a:rPr lang="ar" sz="260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إظهار المهارات المستخدمة في عمليات المكاتب الأمامية</a:t>
            </a:r>
            <a:r>
              <a:rPr lang="ar" sz="2600">
                <a:effectLst/>
              </a:rPr>
              <a:t> </a:t>
            </a:r>
            <a:endParaRPr lang="en-GB" altLang="en-US" sz="26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/>
              <a:t>هدف التعلّم أ: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568" y="4005064"/>
            <a:ext cx="7848872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>
              <a:buSzPct val="85000"/>
            </a:pPr>
            <a:r>
              <a:rPr lang="ar" sz="2600"/>
              <a:t>الغرض من عمليات المكاتب الأمامية في شركات الضيافة</a:t>
            </a:r>
          </a:p>
          <a:p>
            <a:pPr marL="358775" rtl="1">
              <a:buSzPct val="85000"/>
            </a:pPr>
            <a:r>
              <a:rPr lang="ar" sz="2600"/>
              <a:t>ما هي الأدوار الرئيسية والمسئوليات في عمليات المكاتب الأمامية.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01" y="2492896"/>
            <a:ext cx="8351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معرفة غرض وأدوار ومسؤوليات </a:t>
            </a:r>
            <a:br>
              <a:rPr lang="en-US" sz="380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</a:br>
            <a:r>
              <a:rPr lang="ar" sz="380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عمليات المكاتب الأمامية</a:t>
            </a:r>
            <a:r>
              <a:rPr lang="ar" sz="38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1560" y="1869207"/>
            <a:ext cx="8052930" cy="32403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ar" sz="2200">
                <a:effectLst/>
                <a:ea typeface="Times New Roman" panose="02020603050405020304" pitchFamily="18" charset="0"/>
              </a:rPr>
              <a:t>يتواصل أعضاء فريق المكاتب الأمامية دائمًا مع نزلائهم طوال مدة إقامتهم بسبب منصبهم الوظيفي في شركات الضيافة، وكونهم نقطة الاتصال الأولى.</a:t>
            </a:r>
          </a:p>
          <a:p>
            <a:pPr marL="0" indent="0"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ar" sz="2200">
                <a:effectLst/>
                <a:ea typeface="Times New Roman" panose="02020603050405020304" pitchFamily="18" charset="0"/>
              </a:rPr>
              <a:t> فيما يلي الغرض من عمليات المكاتب الأمامية: </a:t>
            </a:r>
          </a:p>
          <a:p>
            <a:pPr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SzPct val="85000"/>
            </a:pPr>
            <a:r>
              <a:rPr lang="ar" sz="2200">
                <a:ea typeface="Times New Roman" panose="02020603050405020304" pitchFamily="18" charset="0"/>
              </a:rPr>
              <a:t>أن يكون مركز التواصل</a:t>
            </a:r>
          </a:p>
          <a:p>
            <a:pPr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SzPct val="85000"/>
            </a:pPr>
            <a:r>
              <a:rPr lang="ar" sz="2200">
                <a:effectLst/>
                <a:ea typeface="Times New Roman" panose="02020603050405020304" pitchFamily="18" charset="0"/>
              </a:rPr>
              <a:t>التعامل مع الاستفسارات</a:t>
            </a:r>
          </a:p>
          <a:p>
            <a:pPr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SzPct val="85000"/>
            </a:pPr>
            <a:r>
              <a:rPr lang="ar" sz="2200">
                <a:effectLst/>
                <a:ea typeface="Times New Roman" panose="02020603050405020304" pitchFamily="18" charset="0"/>
              </a:rPr>
              <a:t>توصيل احتياجات النزلاء إلى الأقسام المناسبة</a:t>
            </a:r>
          </a:p>
          <a:p>
            <a:pPr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SzPct val="85000"/>
            </a:pPr>
            <a:r>
              <a:rPr lang="ar" sz="2200">
                <a:effectLst/>
                <a:ea typeface="Times New Roman" panose="02020603050405020304" pitchFamily="18" charset="0"/>
              </a:rPr>
              <a:t>بيع المنتجات والخدمات بشركة الضيافة </a:t>
            </a:r>
          </a:p>
          <a:p>
            <a:pPr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SzPct val="85000"/>
            </a:pPr>
            <a:r>
              <a:rPr lang="ar" sz="2200">
                <a:effectLst/>
                <a:ea typeface="Times New Roman" panose="02020603050405020304" pitchFamily="18" charset="0"/>
              </a:rPr>
              <a:t>ترك انطباع أول جيد </a:t>
            </a:r>
          </a:p>
          <a:p>
            <a:pPr rtl="1">
              <a:lnSpc>
                <a:spcPct val="96000"/>
              </a:lnSpc>
              <a:spcBef>
                <a:spcPts val="600"/>
              </a:spcBef>
              <a:spcAft>
                <a:spcPts val="600"/>
              </a:spcAft>
              <a:buSzPct val="85000"/>
            </a:pPr>
            <a:r>
              <a:rPr lang="ar" sz="2200">
                <a:effectLst/>
                <a:ea typeface="Times New Roman" panose="02020603050405020304" pitchFamily="18" charset="0"/>
              </a:rPr>
              <a:t>الحفاظ على رضا النزلاء قبل وأثناء وبعد انتهاء إقامتهم</a:t>
            </a:r>
          </a:p>
          <a:p>
            <a:pPr indent="0" algn="ctr" rtl="1">
              <a:lnSpc>
                <a:spcPct val="96000"/>
              </a:lnSpc>
              <a:buNone/>
            </a:pPr>
            <a:endParaRPr lang="en-GB" altLang="en-US" sz="2200" dirty="0"/>
          </a:p>
          <a:p>
            <a:pPr marL="685800" rtl="1">
              <a:lnSpc>
                <a:spcPct val="96000"/>
              </a:lnSpc>
            </a:pP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92" y="112686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الغرض من عمليات المكاتب الأمامية</a:t>
            </a:r>
            <a:r>
              <a:rPr lang="ar" sz="3800" b="1"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F26B9-73ED-C78D-E735-58B667612ADC}"/>
              </a:ext>
            </a:extLst>
          </p:cNvPr>
          <p:cNvSpPr txBox="1"/>
          <p:nvPr/>
        </p:nvSpPr>
        <p:spPr>
          <a:xfrm>
            <a:off x="1475656" y="5973663"/>
            <a:ext cx="7272808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buNone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أهمية ترك انطباع أول جيد؟</a:t>
            </a:r>
            <a:endParaRPr lang="en-GB" altLang="en-US" sz="220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8D192C6-1D17-7C1B-AC77-D4F744AB4EE5}"/>
              </a:ext>
            </a:extLst>
          </p:cNvPr>
          <p:cNvGrpSpPr/>
          <p:nvPr/>
        </p:nvGrpSpPr>
        <p:grpSpPr>
          <a:xfrm flipH="1">
            <a:off x="702298" y="2206098"/>
            <a:ext cx="5540596" cy="2949858"/>
            <a:chOff x="702298" y="2206098"/>
            <a:chExt cx="5540596" cy="29498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B53692D-98AC-E8F1-E4BA-16B051007F5E}"/>
                </a:ext>
              </a:extLst>
            </p:cNvPr>
            <p:cNvSpPr/>
            <p:nvPr/>
          </p:nvSpPr>
          <p:spPr>
            <a:xfrm>
              <a:off x="2398925" y="2206098"/>
              <a:ext cx="2196296" cy="945062"/>
            </a:xfrm>
            <a:custGeom>
              <a:avLst/>
              <a:gdLst>
                <a:gd name="connsiteX0" fmla="*/ 0 w 2196296"/>
                <a:gd name="connsiteY0" fmla="*/ 472531 h 945062"/>
                <a:gd name="connsiteX1" fmla="*/ 1098148 w 2196296"/>
                <a:gd name="connsiteY1" fmla="*/ 0 h 945062"/>
                <a:gd name="connsiteX2" fmla="*/ 2196296 w 2196296"/>
                <a:gd name="connsiteY2" fmla="*/ 472531 h 945062"/>
                <a:gd name="connsiteX3" fmla="*/ 1098148 w 2196296"/>
                <a:gd name="connsiteY3" fmla="*/ 945062 h 945062"/>
                <a:gd name="connsiteX4" fmla="*/ 0 w 2196296"/>
                <a:gd name="connsiteY4" fmla="*/ 472531 h 94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6296" h="945062">
                  <a:moveTo>
                    <a:pt x="0" y="472531"/>
                  </a:moveTo>
                  <a:cubicBezTo>
                    <a:pt x="0" y="211559"/>
                    <a:pt x="491658" y="0"/>
                    <a:pt x="1098148" y="0"/>
                  </a:cubicBezTo>
                  <a:cubicBezTo>
                    <a:pt x="1704638" y="0"/>
                    <a:pt x="2196296" y="211559"/>
                    <a:pt x="2196296" y="472531"/>
                  </a:cubicBezTo>
                  <a:cubicBezTo>
                    <a:pt x="2196296" y="733503"/>
                    <a:pt x="1704638" y="945062"/>
                    <a:pt x="1098148" y="945062"/>
                  </a:cubicBezTo>
                  <a:cubicBezTo>
                    <a:pt x="491658" y="945062"/>
                    <a:pt x="0" y="733503"/>
                    <a:pt x="0" y="472531"/>
                  </a:cubicBez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80" tIns="166341" rIns="349580" bIns="166341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قبل الوصول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E29A5-A00B-919C-03C4-36720A4AF11B}"/>
                </a:ext>
              </a:extLst>
            </p:cNvPr>
            <p:cNvSpPr/>
            <p:nvPr/>
          </p:nvSpPr>
          <p:spPr>
            <a:xfrm rot="1825656">
              <a:off x="4222627" y="3023083"/>
              <a:ext cx="264865" cy="318958"/>
            </a:xfrm>
            <a:custGeom>
              <a:avLst/>
              <a:gdLst>
                <a:gd name="connsiteX0" fmla="*/ 0 w 264865"/>
                <a:gd name="connsiteY0" fmla="*/ 63792 h 318958"/>
                <a:gd name="connsiteX1" fmla="*/ 132433 w 264865"/>
                <a:gd name="connsiteY1" fmla="*/ 63792 h 318958"/>
                <a:gd name="connsiteX2" fmla="*/ 132433 w 264865"/>
                <a:gd name="connsiteY2" fmla="*/ 0 h 318958"/>
                <a:gd name="connsiteX3" fmla="*/ 264865 w 264865"/>
                <a:gd name="connsiteY3" fmla="*/ 159479 h 318958"/>
                <a:gd name="connsiteX4" fmla="*/ 132433 w 264865"/>
                <a:gd name="connsiteY4" fmla="*/ 318958 h 318958"/>
                <a:gd name="connsiteX5" fmla="*/ 132433 w 264865"/>
                <a:gd name="connsiteY5" fmla="*/ 255166 h 318958"/>
                <a:gd name="connsiteX6" fmla="*/ 0 w 264865"/>
                <a:gd name="connsiteY6" fmla="*/ 255166 h 318958"/>
                <a:gd name="connsiteX7" fmla="*/ 0 w 264865"/>
                <a:gd name="connsiteY7" fmla="*/ 63792 h 31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865" h="318958">
                  <a:moveTo>
                    <a:pt x="0" y="63792"/>
                  </a:moveTo>
                  <a:lnTo>
                    <a:pt x="132433" y="63792"/>
                  </a:lnTo>
                  <a:lnTo>
                    <a:pt x="132433" y="0"/>
                  </a:lnTo>
                  <a:lnTo>
                    <a:pt x="264865" y="159479"/>
                  </a:lnTo>
                  <a:lnTo>
                    <a:pt x="132433" y="318958"/>
                  </a:lnTo>
                  <a:lnTo>
                    <a:pt x="132433" y="255166"/>
                  </a:lnTo>
                  <a:lnTo>
                    <a:pt x="0" y="255166"/>
                  </a:lnTo>
                  <a:lnTo>
                    <a:pt x="0" y="63792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63791" rIns="79459" bIns="63792" numCol="1" spcCol="1270" rtlCol="1" anchor="ctr" anchorCtr="0">
              <a:noAutofit/>
            </a:bodyPr>
            <a:lstStyle/>
            <a:p>
              <a:pPr marL="0" lvl="0" indent="0" algn="ctr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CB5107-9D0D-C663-998A-89721F5B4EDF}"/>
                </a:ext>
              </a:extLst>
            </p:cNvPr>
            <p:cNvSpPr/>
            <p:nvPr/>
          </p:nvSpPr>
          <p:spPr>
            <a:xfrm>
              <a:off x="4179842" y="3212980"/>
              <a:ext cx="2063052" cy="945062"/>
            </a:xfrm>
            <a:custGeom>
              <a:avLst/>
              <a:gdLst>
                <a:gd name="connsiteX0" fmla="*/ 0 w 2063052"/>
                <a:gd name="connsiteY0" fmla="*/ 472531 h 945062"/>
                <a:gd name="connsiteX1" fmla="*/ 1031526 w 2063052"/>
                <a:gd name="connsiteY1" fmla="*/ 0 h 945062"/>
                <a:gd name="connsiteX2" fmla="*/ 2063052 w 2063052"/>
                <a:gd name="connsiteY2" fmla="*/ 472531 h 945062"/>
                <a:gd name="connsiteX3" fmla="*/ 1031526 w 2063052"/>
                <a:gd name="connsiteY3" fmla="*/ 945062 h 945062"/>
                <a:gd name="connsiteX4" fmla="*/ 0 w 2063052"/>
                <a:gd name="connsiteY4" fmla="*/ 472531 h 94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3052" h="945062">
                  <a:moveTo>
                    <a:pt x="0" y="472531"/>
                  </a:moveTo>
                  <a:cubicBezTo>
                    <a:pt x="0" y="211559"/>
                    <a:pt x="461830" y="0"/>
                    <a:pt x="1031526" y="0"/>
                  </a:cubicBezTo>
                  <a:cubicBezTo>
                    <a:pt x="1601222" y="0"/>
                    <a:pt x="2063052" y="211559"/>
                    <a:pt x="2063052" y="472531"/>
                  </a:cubicBezTo>
                  <a:cubicBezTo>
                    <a:pt x="2063052" y="733503"/>
                    <a:pt x="1601222" y="945062"/>
                    <a:pt x="1031526" y="945062"/>
                  </a:cubicBezTo>
                  <a:cubicBezTo>
                    <a:pt x="461830" y="945062"/>
                    <a:pt x="0" y="733503"/>
                    <a:pt x="0" y="472531"/>
                  </a:cubicBez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067" tIns="166341" rIns="330067" bIns="166341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الوصول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47EE873-F830-AE99-BDE1-131D0BCFA29D}"/>
                </a:ext>
              </a:extLst>
            </p:cNvPr>
            <p:cNvSpPr/>
            <p:nvPr/>
          </p:nvSpPr>
          <p:spPr>
            <a:xfrm rot="19787744">
              <a:off x="4226483" y="4021113"/>
              <a:ext cx="268791" cy="318959"/>
            </a:xfrm>
            <a:custGeom>
              <a:avLst/>
              <a:gdLst>
                <a:gd name="connsiteX0" fmla="*/ 0 w 268791"/>
                <a:gd name="connsiteY0" fmla="*/ 63792 h 318958"/>
                <a:gd name="connsiteX1" fmla="*/ 134396 w 268791"/>
                <a:gd name="connsiteY1" fmla="*/ 63792 h 318958"/>
                <a:gd name="connsiteX2" fmla="*/ 134396 w 268791"/>
                <a:gd name="connsiteY2" fmla="*/ 0 h 318958"/>
                <a:gd name="connsiteX3" fmla="*/ 268791 w 268791"/>
                <a:gd name="connsiteY3" fmla="*/ 159479 h 318958"/>
                <a:gd name="connsiteX4" fmla="*/ 134396 w 268791"/>
                <a:gd name="connsiteY4" fmla="*/ 318958 h 318958"/>
                <a:gd name="connsiteX5" fmla="*/ 134396 w 268791"/>
                <a:gd name="connsiteY5" fmla="*/ 255166 h 318958"/>
                <a:gd name="connsiteX6" fmla="*/ 0 w 268791"/>
                <a:gd name="connsiteY6" fmla="*/ 255166 h 318958"/>
                <a:gd name="connsiteX7" fmla="*/ 0 w 268791"/>
                <a:gd name="connsiteY7" fmla="*/ 63792 h 31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791" h="318958">
                  <a:moveTo>
                    <a:pt x="268791" y="255166"/>
                  </a:moveTo>
                  <a:lnTo>
                    <a:pt x="134395" y="255166"/>
                  </a:lnTo>
                  <a:lnTo>
                    <a:pt x="134395" y="318958"/>
                  </a:lnTo>
                  <a:lnTo>
                    <a:pt x="0" y="159479"/>
                  </a:lnTo>
                  <a:lnTo>
                    <a:pt x="134395" y="0"/>
                  </a:lnTo>
                  <a:lnTo>
                    <a:pt x="134395" y="63792"/>
                  </a:lnTo>
                  <a:lnTo>
                    <a:pt x="268791" y="63792"/>
                  </a:lnTo>
                  <a:lnTo>
                    <a:pt x="268791" y="255166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636" tIns="63791" rIns="0" bIns="63793" numCol="1" spcCol="1270" rtlCol="1" anchor="ctr" anchorCtr="0">
              <a:noAutofit/>
            </a:bodyPr>
            <a:lstStyle/>
            <a:p>
              <a:pPr marL="0" lvl="0" indent="0" algn="ctr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03475B9-A412-676A-658A-A18DE9545058}"/>
                </a:ext>
              </a:extLst>
            </p:cNvPr>
            <p:cNvSpPr/>
            <p:nvPr/>
          </p:nvSpPr>
          <p:spPr>
            <a:xfrm>
              <a:off x="2464843" y="4210894"/>
              <a:ext cx="2064460" cy="945062"/>
            </a:xfrm>
            <a:custGeom>
              <a:avLst/>
              <a:gdLst>
                <a:gd name="connsiteX0" fmla="*/ 0 w 2064460"/>
                <a:gd name="connsiteY0" fmla="*/ 472531 h 945062"/>
                <a:gd name="connsiteX1" fmla="*/ 1032230 w 2064460"/>
                <a:gd name="connsiteY1" fmla="*/ 0 h 945062"/>
                <a:gd name="connsiteX2" fmla="*/ 2064460 w 2064460"/>
                <a:gd name="connsiteY2" fmla="*/ 472531 h 945062"/>
                <a:gd name="connsiteX3" fmla="*/ 1032230 w 2064460"/>
                <a:gd name="connsiteY3" fmla="*/ 945062 h 945062"/>
                <a:gd name="connsiteX4" fmla="*/ 0 w 2064460"/>
                <a:gd name="connsiteY4" fmla="*/ 472531 h 94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4460" h="945062">
                  <a:moveTo>
                    <a:pt x="0" y="472531"/>
                  </a:moveTo>
                  <a:cubicBezTo>
                    <a:pt x="0" y="211559"/>
                    <a:pt x="462145" y="0"/>
                    <a:pt x="1032230" y="0"/>
                  </a:cubicBezTo>
                  <a:cubicBezTo>
                    <a:pt x="1602315" y="0"/>
                    <a:pt x="2064460" y="211559"/>
                    <a:pt x="2064460" y="472531"/>
                  </a:cubicBezTo>
                  <a:cubicBezTo>
                    <a:pt x="2064460" y="733503"/>
                    <a:pt x="1602315" y="945062"/>
                    <a:pt x="1032230" y="945062"/>
                  </a:cubicBezTo>
                  <a:cubicBezTo>
                    <a:pt x="462145" y="945062"/>
                    <a:pt x="0" y="733503"/>
                    <a:pt x="0" y="472531"/>
                  </a:cubicBez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73" tIns="166341" rIns="330273" bIns="166341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الإشغال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30753D8-C008-DC95-50F5-85D20E5223ED}"/>
                </a:ext>
              </a:extLst>
            </p:cNvPr>
            <p:cNvSpPr/>
            <p:nvPr/>
          </p:nvSpPr>
          <p:spPr>
            <a:xfrm rot="23359808">
              <a:off x="2469892" y="4028024"/>
              <a:ext cx="289095" cy="318958"/>
            </a:xfrm>
            <a:custGeom>
              <a:avLst/>
              <a:gdLst>
                <a:gd name="connsiteX0" fmla="*/ 0 w 289094"/>
                <a:gd name="connsiteY0" fmla="*/ 63792 h 318958"/>
                <a:gd name="connsiteX1" fmla="*/ 144547 w 289094"/>
                <a:gd name="connsiteY1" fmla="*/ 63792 h 318958"/>
                <a:gd name="connsiteX2" fmla="*/ 144547 w 289094"/>
                <a:gd name="connsiteY2" fmla="*/ 0 h 318958"/>
                <a:gd name="connsiteX3" fmla="*/ 289094 w 289094"/>
                <a:gd name="connsiteY3" fmla="*/ 159479 h 318958"/>
                <a:gd name="connsiteX4" fmla="*/ 144547 w 289094"/>
                <a:gd name="connsiteY4" fmla="*/ 318958 h 318958"/>
                <a:gd name="connsiteX5" fmla="*/ 144547 w 289094"/>
                <a:gd name="connsiteY5" fmla="*/ 255166 h 318958"/>
                <a:gd name="connsiteX6" fmla="*/ 0 w 289094"/>
                <a:gd name="connsiteY6" fmla="*/ 255166 h 318958"/>
                <a:gd name="connsiteX7" fmla="*/ 0 w 289094"/>
                <a:gd name="connsiteY7" fmla="*/ 63792 h 31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9094" h="318958">
                  <a:moveTo>
                    <a:pt x="289094" y="255166"/>
                  </a:moveTo>
                  <a:lnTo>
                    <a:pt x="144547" y="255166"/>
                  </a:lnTo>
                  <a:lnTo>
                    <a:pt x="144547" y="318958"/>
                  </a:lnTo>
                  <a:lnTo>
                    <a:pt x="0" y="159479"/>
                  </a:lnTo>
                  <a:lnTo>
                    <a:pt x="144547" y="0"/>
                  </a:lnTo>
                  <a:lnTo>
                    <a:pt x="144547" y="63792"/>
                  </a:lnTo>
                  <a:lnTo>
                    <a:pt x="289094" y="63792"/>
                  </a:lnTo>
                  <a:lnTo>
                    <a:pt x="289094" y="255166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727" tIns="63791" rIns="1" bIns="63792" numCol="1" spcCol="1270" rtlCol="1" anchor="ctr" anchorCtr="0">
              <a:noAutofit/>
            </a:bodyPr>
            <a:lstStyle/>
            <a:p>
              <a:pPr marL="0" lvl="0" indent="0" algn="ctr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C974F3-4447-4FA1-9783-43FDE888539F}"/>
                </a:ext>
              </a:extLst>
            </p:cNvPr>
            <p:cNvSpPr/>
            <p:nvPr/>
          </p:nvSpPr>
          <p:spPr>
            <a:xfrm>
              <a:off x="702298" y="3212974"/>
              <a:ext cx="2037384" cy="945062"/>
            </a:xfrm>
            <a:custGeom>
              <a:avLst/>
              <a:gdLst>
                <a:gd name="connsiteX0" fmla="*/ 0 w 2037384"/>
                <a:gd name="connsiteY0" fmla="*/ 472531 h 945062"/>
                <a:gd name="connsiteX1" fmla="*/ 1018692 w 2037384"/>
                <a:gd name="connsiteY1" fmla="*/ 0 h 945062"/>
                <a:gd name="connsiteX2" fmla="*/ 2037384 w 2037384"/>
                <a:gd name="connsiteY2" fmla="*/ 472531 h 945062"/>
                <a:gd name="connsiteX3" fmla="*/ 1018692 w 2037384"/>
                <a:gd name="connsiteY3" fmla="*/ 945062 h 945062"/>
                <a:gd name="connsiteX4" fmla="*/ 0 w 2037384"/>
                <a:gd name="connsiteY4" fmla="*/ 472531 h 94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7384" h="945062">
                  <a:moveTo>
                    <a:pt x="0" y="472531"/>
                  </a:moveTo>
                  <a:cubicBezTo>
                    <a:pt x="0" y="211559"/>
                    <a:pt x="456084" y="0"/>
                    <a:pt x="1018692" y="0"/>
                  </a:cubicBezTo>
                  <a:cubicBezTo>
                    <a:pt x="1581300" y="0"/>
                    <a:pt x="2037384" y="211559"/>
                    <a:pt x="2037384" y="472531"/>
                  </a:cubicBezTo>
                  <a:cubicBezTo>
                    <a:pt x="2037384" y="733503"/>
                    <a:pt x="1581300" y="945062"/>
                    <a:pt x="1018692" y="945062"/>
                  </a:cubicBezTo>
                  <a:cubicBezTo>
                    <a:pt x="456084" y="945062"/>
                    <a:pt x="0" y="733503"/>
                    <a:pt x="0" y="472531"/>
                  </a:cubicBez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6308" tIns="166341" rIns="326308" bIns="166341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المغادرة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B4CAFF-0C95-ECB2-52AB-78076489DF8D}"/>
                </a:ext>
              </a:extLst>
            </p:cNvPr>
            <p:cNvSpPr/>
            <p:nvPr/>
          </p:nvSpPr>
          <p:spPr>
            <a:xfrm rot="19827045">
              <a:off x="2450334" y="3031898"/>
              <a:ext cx="284549" cy="318958"/>
            </a:xfrm>
            <a:custGeom>
              <a:avLst/>
              <a:gdLst>
                <a:gd name="connsiteX0" fmla="*/ 0 w 284549"/>
                <a:gd name="connsiteY0" fmla="*/ 63792 h 318958"/>
                <a:gd name="connsiteX1" fmla="*/ 142275 w 284549"/>
                <a:gd name="connsiteY1" fmla="*/ 63792 h 318958"/>
                <a:gd name="connsiteX2" fmla="*/ 142275 w 284549"/>
                <a:gd name="connsiteY2" fmla="*/ 0 h 318958"/>
                <a:gd name="connsiteX3" fmla="*/ 284549 w 284549"/>
                <a:gd name="connsiteY3" fmla="*/ 159479 h 318958"/>
                <a:gd name="connsiteX4" fmla="*/ 142275 w 284549"/>
                <a:gd name="connsiteY4" fmla="*/ 318958 h 318958"/>
                <a:gd name="connsiteX5" fmla="*/ 142275 w 284549"/>
                <a:gd name="connsiteY5" fmla="*/ 255166 h 318958"/>
                <a:gd name="connsiteX6" fmla="*/ 0 w 284549"/>
                <a:gd name="connsiteY6" fmla="*/ 255166 h 318958"/>
                <a:gd name="connsiteX7" fmla="*/ 0 w 284549"/>
                <a:gd name="connsiteY7" fmla="*/ 63792 h 31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4549" h="318958">
                  <a:moveTo>
                    <a:pt x="0" y="63792"/>
                  </a:moveTo>
                  <a:lnTo>
                    <a:pt x="142275" y="63792"/>
                  </a:lnTo>
                  <a:lnTo>
                    <a:pt x="142275" y="0"/>
                  </a:lnTo>
                  <a:lnTo>
                    <a:pt x="284549" y="159479"/>
                  </a:lnTo>
                  <a:lnTo>
                    <a:pt x="142275" y="318958"/>
                  </a:lnTo>
                  <a:lnTo>
                    <a:pt x="142275" y="255166"/>
                  </a:lnTo>
                  <a:lnTo>
                    <a:pt x="0" y="255166"/>
                  </a:lnTo>
                  <a:lnTo>
                    <a:pt x="0" y="63792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63792" rIns="85364" bIns="63791" numCol="1" spcCol="1270" rtlCol="1" anchor="ctr" anchorCtr="0">
              <a:noAutofit/>
            </a:bodyPr>
            <a:lstStyle/>
            <a:p>
              <a:pPr marL="0" lvl="0" indent="0" algn="ctr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/>
            </a:p>
          </p:txBody>
        </p:sp>
      </p:grp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دورة النزلاء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6157C-B1E3-D397-6521-B5988AF3A402}"/>
              </a:ext>
            </a:extLst>
          </p:cNvPr>
          <p:cNvSpPr txBox="1"/>
          <p:nvPr/>
        </p:nvSpPr>
        <p:spPr>
          <a:xfrm>
            <a:off x="6084168" y="4187696"/>
            <a:ext cx="2792222" cy="18528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خلال التفاعل مع شركة الضيافة، سيكون للنزيل نقاط اتصال متنوعة تسمي دورة النزلاء.</a:t>
            </a:r>
          </a:p>
        </p:txBody>
      </p:sp>
    </p:spTree>
    <p:extLst>
      <p:ext uri="{BB962C8B-B14F-4D97-AF65-F5344CB8AC3E}">
        <p14:creationId xmlns:p14="http://schemas.microsoft.com/office/powerpoint/2010/main" val="25039114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الهياكل التنظيمية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041288-3CBC-1E6C-14A9-CBA04C60AEEC}"/>
              </a:ext>
            </a:extLst>
          </p:cNvPr>
          <p:cNvGrpSpPr/>
          <p:nvPr/>
        </p:nvGrpSpPr>
        <p:grpSpPr>
          <a:xfrm flipH="1">
            <a:off x="1620044" y="2248034"/>
            <a:ext cx="5543871" cy="3112348"/>
            <a:chOff x="1620044" y="2248034"/>
            <a:chExt cx="5543871" cy="311234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455AF8A-B159-5EA1-8F51-1F2456E31DFC}"/>
                </a:ext>
              </a:extLst>
            </p:cNvPr>
            <p:cNvSpPr/>
            <p:nvPr/>
          </p:nvSpPr>
          <p:spPr>
            <a:xfrm>
              <a:off x="4221773" y="3058541"/>
              <a:ext cx="170206" cy="74566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70206" y="0"/>
                  </a:moveTo>
                  <a:lnTo>
                    <a:pt x="170206" y="745666"/>
                  </a:lnTo>
                  <a:lnTo>
                    <a:pt x="0" y="745666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FAB7FC2-A21E-D749-6A7C-B079C4BAB18F}"/>
                </a:ext>
              </a:extLst>
            </p:cNvPr>
            <p:cNvSpPr/>
            <p:nvPr/>
          </p:nvSpPr>
          <p:spPr>
            <a:xfrm>
              <a:off x="4391980" y="3058541"/>
              <a:ext cx="1961428" cy="149133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321127"/>
                  </a:lnTo>
                  <a:lnTo>
                    <a:pt x="1961428" y="1321127"/>
                  </a:lnTo>
                  <a:lnTo>
                    <a:pt x="1961428" y="1491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BE147CC-850E-BF9D-FDC8-D0D7545CB026}"/>
                </a:ext>
              </a:extLst>
            </p:cNvPr>
            <p:cNvSpPr/>
            <p:nvPr/>
          </p:nvSpPr>
          <p:spPr>
            <a:xfrm>
              <a:off x="4346260" y="3058541"/>
              <a:ext cx="91440" cy="149133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491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9132BA-5A2D-8941-ED38-AE12841B176B}"/>
                </a:ext>
              </a:extLst>
            </p:cNvPr>
            <p:cNvSpPr/>
            <p:nvPr/>
          </p:nvSpPr>
          <p:spPr>
            <a:xfrm>
              <a:off x="2430551" y="3058541"/>
              <a:ext cx="1961428" cy="149133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961428" y="0"/>
                  </a:moveTo>
                  <a:lnTo>
                    <a:pt x="1961428" y="1321127"/>
                  </a:lnTo>
                  <a:lnTo>
                    <a:pt x="0" y="1321127"/>
                  </a:lnTo>
                  <a:lnTo>
                    <a:pt x="0" y="1491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D026DBC-272B-FD3D-F04C-CFB1D8801A85}"/>
                </a:ext>
              </a:extLst>
            </p:cNvPr>
            <p:cNvSpPr/>
            <p:nvPr/>
          </p:nvSpPr>
          <p:spPr>
            <a:xfrm>
              <a:off x="3581472" y="2248034"/>
              <a:ext cx="1621015" cy="810507"/>
            </a:xfrm>
            <a:custGeom>
              <a:avLst/>
              <a:gdLst>
                <a:gd name="connsiteX0" fmla="*/ 0 w 1621015"/>
                <a:gd name="connsiteY0" fmla="*/ 0 h 810507"/>
                <a:gd name="connsiteX1" fmla="*/ 1621015 w 1621015"/>
                <a:gd name="connsiteY1" fmla="*/ 0 h 810507"/>
                <a:gd name="connsiteX2" fmla="*/ 1621015 w 1621015"/>
                <a:gd name="connsiteY2" fmla="*/ 810507 h 810507"/>
                <a:gd name="connsiteX3" fmla="*/ 0 w 1621015"/>
                <a:gd name="connsiteY3" fmla="*/ 810507 h 810507"/>
                <a:gd name="connsiteX4" fmla="*/ 0 w 1621015"/>
                <a:gd name="connsiteY4" fmla="*/ 0 h 81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015" h="810507">
                  <a:moveTo>
                    <a:pt x="0" y="0"/>
                  </a:moveTo>
                  <a:lnTo>
                    <a:pt x="1621015" y="0"/>
                  </a:lnTo>
                  <a:lnTo>
                    <a:pt x="1621015" y="810507"/>
                  </a:lnTo>
                  <a:lnTo>
                    <a:pt x="0" y="8105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rtlCol="1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المدير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181FD-797F-EC45-01D5-D8CEC8AC7B47}"/>
                </a:ext>
              </a:extLst>
            </p:cNvPr>
            <p:cNvSpPr/>
            <p:nvPr/>
          </p:nvSpPr>
          <p:spPr>
            <a:xfrm>
              <a:off x="1620044" y="4549875"/>
              <a:ext cx="1621015" cy="810507"/>
            </a:xfrm>
            <a:custGeom>
              <a:avLst/>
              <a:gdLst>
                <a:gd name="connsiteX0" fmla="*/ 0 w 1621015"/>
                <a:gd name="connsiteY0" fmla="*/ 0 h 810507"/>
                <a:gd name="connsiteX1" fmla="*/ 1621015 w 1621015"/>
                <a:gd name="connsiteY1" fmla="*/ 0 h 810507"/>
                <a:gd name="connsiteX2" fmla="*/ 1621015 w 1621015"/>
                <a:gd name="connsiteY2" fmla="*/ 810507 h 810507"/>
                <a:gd name="connsiteX3" fmla="*/ 0 w 1621015"/>
                <a:gd name="connsiteY3" fmla="*/ 810507 h 810507"/>
                <a:gd name="connsiteX4" fmla="*/ 0 w 1621015"/>
                <a:gd name="connsiteY4" fmla="*/ 0 h 81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015" h="810507">
                  <a:moveTo>
                    <a:pt x="0" y="0"/>
                  </a:moveTo>
                  <a:lnTo>
                    <a:pt x="1621015" y="0"/>
                  </a:lnTo>
                  <a:lnTo>
                    <a:pt x="1621015" y="810507"/>
                  </a:lnTo>
                  <a:lnTo>
                    <a:pt x="0" y="8105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spc="-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موظف الاستقبال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456EEE-3863-FE31-70AB-016329BE2BAD}"/>
                </a:ext>
              </a:extLst>
            </p:cNvPr>
            <p:cNvSpPr/>
            <p:nvPr/>
          </p:nvSpPr>
          <p:spPr>
            <a:xfrm>
              <a:off x="3581472" y="4549875"/>
              <a:ext cx="1621015" cy="810507"/>
            </a:xfrm>
            <a:custGeom>
              <a:avLst/>
              <a:gdLst>
                <a:gd name="connsiteX0" fmla="*/ 0 w 1621015"/>
                <a:gd name="connsiteY0" fmla="*/ 0 h 810507"/>
                <a:gd name="connsiteX1" fmla="*/ 1621015 w 1621015"/>
                <a:gd name="connsiteY1" fmla="*/ 0 h 810507"/>
                <a:gd name="connsiteX2" fmla="*/ 1621015 w 1621015"/>
                <a:gd name="connsiteY2" fmla="*/ 810507 h 810507"/>
                <a:gd name="connsiteX3" fmla="*/ 0 w 1621015"/>
                <a:gd name="connsiteY3" fmla="*/ 810507 h 810507"/>
                <a:gd name="connsiteX4" fmla="*/ 0 w 1621015"/>
                <a:gd name="connsiteY4" fmla="*/ 0 h 81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015" h="810507">
                  <a:moveTo>
                    <a:pt x="0" y="0"/>
                  </a:moveTo>
                  <a:lnTo>
                    <a:pt x="1621015" y="0"/>
                  </a:lnTo>
                  <a:lnTo>
                    <a:pt x="1621015" y="810507"/>
                  </a:lnTo>
                  <a:lnTo>
                    <a:pt x="0" y="8105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حامل الحقائب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028A2E5-F9E7-43A9-A64E-6FE35636A2D4}"/>
                </a:ext>
              </a:extLst>
            </p:cNvPr>
            <p:cNvSpPr/>
            <p:nvPr/>
          </p:nvSpPr>
          <p:spPr>
            <a:xfrm>
              <a:off x="5542900" y="4549875"/>
              <a:ext cx="1621015" cy="810507"/>
            </a:xfrm>
            <a:custGeom>
              <a:avLst/>
              <a:gdLst>
                <a:gd name="connsiteX0" fmla="*/ 0 w 1621015"/>
                <a:gd name="connsiteY0" fmla="*/ 0 h 810507"/>
                <a:gd name="connsiteX1" fmla="*/ 1621015 w 1621015"/>
                <a:gd name="connsiteY1" fmla="*/ 0 h 810507"/>
                <a:gd name="connsiteX2" fmla="*/ 1621015 w 1621015"/>
                <a:gd name="connsiteY2" fmla="*/ 810507 h 810507"/>
                <a:gd name="connsiteX3" fmla="*/ 0 w 1621015"/>
                <a:gd name="connsiteY3" fmla="*/ 810507 h 810507"/>
                <a:gd name="connsiteX4" fmla="*/ 0 w 1621015"/>
                <a:gd name="connsiteY4" fmla="*/ 0 h 81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015" h="810507">
                  <a:moveTo>
                    <a:pt x="0" y="0"/>
                  </a:moveTo>
                  <a:lnTo>
                    <a:pt x="1621015" y="0"/>
                  </a:lnTo>
                  <a:lnTo>
                    <a:pt x="1621015" y="810507"/>
                  </a:lnTo>
                  <a:lnTo>
                    <a:pt x="0" y="8105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عامل الهاتف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A0B3F5D-8F64-367F-0FD5-6CB7FDEA4F1D}"/>
                </a:ext>
              </a:extLst>
            </p:cNvPr>
            <p:cNvSpPr/>
            <p:nvPr/>
          </p:nvSpPr>
          <p:spPr>
            <a:xfrm>
              <a:off x="2600758" y="3398954"/>
              <a:ext cx="1621015" cy="810507"/>
            </a:xfrm>
            <a:custGeom>
              <a:avLst/>
              <a:gdLst>
                <a:gd name="connsiteX0" fmla="*/ 0 w 1621015"/>
                <a:gd name="connsiteY0" fmla="*/ 0 h 810507"/>
                <a:gd name="connsiteX1" fmla="*/ 1621015 w 1621015"/>
                <a:gd name="connsiteY1" fmla="*/ 0 h 810507"/>
                <a:gd name="connsiteX2" fmla="*/ 1621015 w 1621015"/>
                <a:gd name="connsiteY2" fmla="*/ 810507 h 810507"/>
                <a:gd name="connsiteX3" fmla="*/ 0 w 1621015"/>
                <a:gd name="connsiteY3" fmla="*/ 810507 h 810507"/>
                <a:gd name="connsiteX4" fmla="*/ 0 w 1621015"/>
                <a:gd name="connsiteY4" fmla="*/ 0 h 81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015" h="810507">
                  <a:moveTo>
                    <a:pt x="0" y="0"/>
                  </a:moveTo>
                  <a:lnTo>
                    <a:pt x="1621015" y="0"/>
                  </a:lnTo>
                  <a:lnTo>
                    <a:pt x="1621015" y="810507"/>
                  </a:lnTo>
                  <a:lnTo>
                    <a:pt x="0" y="8105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rtlCol="1" anchor="ctr" anchorCtr="0">
              <a:noAutofit/>
            </a:bodyPr>
            <a:lstStyle/>
            <a:p>
              <a:pPr marL="0" lvl="0" indent="0" algn="ctr" defTabSz="10668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رئيس الوردية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C1FD8D9-4CF5-66F9-E6F6-18DB976CF9D5}"/>
              </a:ext>
            </a:extLst>
          </p:cNvPr>
          <p:cNvSpPr txBox="1"/>
          <p:nvPr/>
        </p:nvSpPr>
        <p:spPr>
          <a:xfrm>
            <a:off x="5533263" y="2132856"/>
            <a:ext cx="326205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أمثلة على الهياكل التنظيمية</a:t>
            </a:r>
          </a:p>
        </p:txBody>
      </p:sp>
    </p:spTree>
    <p:extLst>
      <p:ext uri="{BB962C8B-B14F-4D97-AF65-F5344CB8AC3E}">
        <p14:creationId xmlns:p14="http://schemas.microsoft.com/office/powerpoint/2010/main" val="96023889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4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مناطق المكاتب الأمامية</a:t>
            </a:r>
            <a:endParaRPr lang="en-GB" altLang="en-US" sz="46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5" name="Text Placeholder 2">
            <a:extLst>
              <a:ext uri="{FF2B5EF4-FFF2-40B4-BE49-F238E27FC236}">
                <a16:creationId xmlns:a16="http://schemas.microsoft.com/office/drawing/2014/main" id="{82C7D42A-17B8-E951-43AC-A0BA8924B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6612" y="2420888"/>
            <a:ext cx="4040188" cy="639762"/>
          </a:xfrm>
        </p:spPr>
        <p:txBody>
          <a:bodyPr rtlCol="1"/>
          <a:lstStyle/>
          <a:p>
            <a:pPr rtl="1"/>
            <a:r>
              <a:rPr lang="ar" sz="2600" b="1"/>
              <a:t>المكتب الأمامي ومكتب الاستقبال </a:t>
            </a:r>
            <a:br>
              <a:rPr lang="en-US" sz="2600" b="1"/>
            </a:br>
            <a:r>
              <a:rPr lang="ar" sz="2600" b="1"/>
              <a:t>(واجهة العميل)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02027" y="3140968"/>
            <a:ext cx="4184773" cy="3193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b="0" i="0">
                <a:effectLst/>
              </a:rPr>
              <a:t>التعامل مع الحجوزات والتعديلات عليها وإلغاءها </a:t>
            </a:r>
          </a:p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b="0" i="0">
                <a:effectLst/>
              </a:rPr>
              <a:t>التسجيل وتسجيل الوصول وإجراءات المغادرة للنزلاء </a:t>
            </a:r>
          </a:p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b="0" i="0">
                <a:effectLst/>
              </a:rPr>
              <a:t>رعاية العملاء والاستفسارات </a:t>
            </a:r>
          </a:p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/>
              <a:t>تحديث </a:t>
            </a:r>
            <a:r>
              <a:rPr lang="ar" b="0" i="0">
                <a:effectLst/>
              </a:rPr>
              <a:t>حسابات النزلاء وأخذ المدفوعات</a:t>
            </a:r>
          </a:p>
          <a:p>
            <a:pPr indent="0" rtl="1">
              <a:lnSpc>
                <a:spcPct val="110000"/>
              </a:lnSpc>
              <a:buSzPct val="85000"/>
            </a:pPr>
            <a:endParaRPr lang="en-GB" altLang="en-US" dirty="0"/>
          </a:p>
          <a:p>
            <a:pPr indent="0" rtl="1">
              <a:lnSpc>
                <a:spcPct val="110000"/>
              </a:lnSpc>
              <a:buSzPct val="85000"/>
            </a:pPr>
            <a:endParaRPr lang="en-GB" altLang="en-US" dirty="0"/>
          </a:p>
          <a:p>
            <a:pPr marL="685800" rtl="1">
              <a:lnSpc>
                <a:spcPct val="110000"/>
              </a:lnSpc>
              <a:buSzPct val="85000"/>
            </a:pPr>
            <a:endParaRPr lang="en-GB" altLang="en-US" dirty="0"/>
          </a:p>
        </p:txBody>
      </p:sp>
      <p:sp>
        <p:nvSpPr>
          <p:cNvPr id="34827" name="Text Placeholder 4">
            <a:extLst>
              <a:ext uri="{FF2B5EF4-FFF2-40B4-BE49-F238E27FC236}">
                <a16:creationId xmlns:a16="http://schemas.microsoft.com/office/drawing/2014/main" id="{9C9A57AA-7846-7F93-0EA2-B5E2EC9ED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5103" y="2420888"/>
            <a:ext cx="4041775" cy="639762"/>
          </a:xfrm>
        </p:spPr>
        <p:txBody>
          <a:bodyPr rtlCol="1"/>
          <a:lstStyle/>
          <a:p>
            <a:pPr rtl="1"/>
            <a:r>
              <a:rPr lang="ar" sz="2600" b="1"/>
              <a:t>المكتب الخلفي </a:t>
            </a:r>
          </a:p>
          <a:p>
            <a:pPr rtl="1"/>
            <a:r>
              <a:rPr lang="ar" sz="2600" b="1"/>
              <a:t>(وراء الكواليس)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143BB-96C6-EF98-64A2-40054F313D26}"/>
              </a:ext>
            </a:extLst>
          </p:cNvPr>
          <p:cNvSpPr txBox="1"/>
          <p:nvPr/>
        </p:nvSpPr>
        <p:spPr bwMode="auto">
          <a:xfrm>
            <a:off x="33603" y="3140968"/>
            <a:ext cx="4184773" cy="319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400" b="0" i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 مع الأقسام الأخرى </a:t>
            </a:r>
          </a:p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400" b="0" i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تعديلات الحجز والإلغاءات </a:t>
            </a:r>
          </a:p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400" b="0" i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استقبال الحجوزات </a:t>
            </a:r>
          </a:p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400" i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التدقيق الليلي</a:t>
            </a:r>
          </a:p>
        </p:txBody>
      </p:sp>
    </p:spTree>
    <p:extLst>
      <p:ext uri="{BB962C8B-B14F-4D97-AF65-F5344CB8AC3E}">
        <p14:creationId xmlns:p14="http://schemas.microsoft.com/office/powerpoint/2010/main" val="32513453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74D800-E241-9117-81B8-113ADAD885D2}"/>
              </a:ext>
            </a:extLst>
          </p:cNvPr>
          <p:cNvGrpSpPr/>
          <p:nvPr/>
        </p:nvGrpSpPr>
        <p:grpSpPr>
          <a:xfrm flipH="1">
            <a:off x="395536" y="1845678"/>
            <a:ext cx="8316825" cy="4462415"/>
            <a:chOff x="395536" y="1845678"/>
            <a:chExt cx="8316825" cy="4462415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34C81D8-AC69-D8F0-071F-9BDE8959D77E}"/>
                </a:ext>
              </a:extLst>
            </p:cNvPr>
            <p:cNvSpPr/>
            <p:nvPr/>
          </p:nvSpPr>
          <p:spPr>
            <a:xfrm>
              <a:off x="3389592" y="1917077"/>
              <a:ext cx="5322769" cy="571190"/>
            </a:xfrm>
            <a:custGeom>
              <a:avLst/>
              <a:gdLst>
                <a:gd name="connsiteX0" fmla="*/ 95200 w 571189"/>
                <a:gd name="connsiteY0" fmla="*/ 0 h 5322768"/>
                <a:gd name="connsiteX1" fmla="*/ 475989 w 571189"/>
                <a:gd name="connsiteY1" fmla="*/ 0 h 5322768"/>
                <a:gd name="connsiteX2" fmla="*/ 571189 w 571189"/>
                <a:gd name="connsiteY2" fmla="*/ 95200 h 5322768"/>
                <a:gd name="connsiteX3" fmla="*/ 571189 w 571189"/>
                <a:gd name="connsiteY3" fmla="*/ 5322768 h 5322768"/>
                <a:gd name="connsiteX4" fmla="*/ 571189 w 571189"/>
                <a:gd name="connsiteY4" fmla="*/ 5322768 h 5322768"/>
                <a:gd name="connsiteX5" fmla="*/ 0 w 571189"/>
                <a:gd name="connsiteY5" fmla="*/ 5322768 h 5322768"/>
                <a:gd name="connsiteX6" fmla="*/ 0 w 571189"/>
                <a:gd name="connsiteY6" fmla="*/ 5322768 h 5322768"/>
                <a:gd name="connsiteX7" fmla="*/ 0 w 571189"/>
                <a:gd name="connsiteY7" fmla="*/ 95200 h 5322768"/>
                <a:gd name="connsiteX8" fmla="*/ 95200 w 571189"/>
                <a:gd name="connsiteY8" fmla="*/ 0 h 53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89" h="5322768">
                  <a:moveTo>
                    <a:pt x="571189" y="887148"/>
                  </a:moveTo>
                  <a:lnTo>
                    <a:pt x="571189" y="4435620"/>
                  </a:lnTo>
                  <a:cubicBezTo>
                    <a:pt x="571189" y="4925580"/>
                    <a:pt x="566615" y="5322763"/>
                    <a:pt x="560973" y="5322763"/>
                  </a:cubicBezTo>
                  <a:lnTo>
                    <a:pt x="0" y="5322763"/>
                  </a:lnTo>
                  <a:lnTo>
                    <a:pt x="0" y="5322763"/>
                  </a:lnTo>
                  <a:lnTo>
                    <a:pt x="0" y="5"/>
                  </a:lnTo>
                  <a:lnTo>
                    <a:pt x="0" y="5"/>
                  </a:lnTo>
                  <a:lnTo>
                    <a:pt x="560973" y="5"/>
                  </a:lnTo>
                  <a:cubicBezTo>
                    <a:pt x="566615" y="5"/>
                    <a:pt x="571189" y="397188"/>
                    <a:pt x="571189" y="887148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51708" rIns="275533" bIns="151709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تقديم المعلومات إلى النزلاء والإشراف على حاملي الحقائب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510134-C8A0-B260-11C4-477856A61C0B}"/>
                </a:ext>
              </a:extLst>
            </p:cNvPr>
            <p:cNvSpPr/>
            <p:nvPr/>
          </p:nvSpPr>
          <p:spPr>
            <a:xfrm>
              <a:off x="395536" y="1845678"/>
              <a:ext cx="2994057" cy="713986"/>
            </a:xfrm>
            <a:custGeom>
              <a:avLst/>
              <a:gdLst>
                <a:gd name="connsiteX0" fmla="*/ 0 w 2994057"/>
                <a:gd name="connsiteY0" fmla="*/ 119000 h 713986"/>
                <a:gd name="connsiteX1" fmla="*/ 119000 w 2994057"/>
                <a:gd name="connsiteY1" fmla="*/ 0 h 713986"/>
                <a:gd name="connsiteX2" fmla="*/ 2875057 w 2994057"/>
                <a:gd name="connsiteY2" fmla="*/ 0 h 713986"/>
                <a:gd name="connsiteX3" fmla="*/ 2994057 w 2994057"/>
                <a:gd name="connsiteY3" fmla="*/ 119000 h 713986"/>
                <a:gd name="connsiteX4" fmla="*/ 2994057 w 2994057"/>
                <a:gd name="connsiteY4" fmla="*/ 594986 h 713986"/>
                <a:gd name="connsiteX5" fmla="*/ 2875057 w 2994057"/>
                <a:gd name="connsiteY5" fmla="*/ 713986 h 713986"/>
                <a:gd name="connsiteX6" fmla="*/ 119000 w 2994057"/>
                <a:gd name="connsiteY6" fmla="*/ 713986 h 713986"/>
                <a:gd name="connsiteX7" fmla="*/ 0 w 2994057"/>
                <a:gd name="connsiteY7" fmla="*/ 594986 h 713986"/>
                <a:gd name="connsiteX8" fmla="*/ 0 w 2994057"/>
                <a:gd name="connsiteY8" fmla="*/ 119000 h 71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4057" h="713986">
                  <a:moveTo>
                    <a:pt x="0" y="119000"/>
                  </a:moveTo>
                  <a:cubicBezTo>
                    <a:pt x="0" y="53278"/>
                    <a:pt x="53278" y="0"/>
                    <a:pt x="119000" y="0"/>
                  </a:cubicBezTo>
                  <a:lnTo>
                    <a:pt x="2875057" y="0"/>
                  </a:lnTo>
                  <a:cubicBezTo>
                    <a:pt x="2940779" y="0"/>
                    <a:pt x="2994057" y="53278"/>
                    <a:pt x="2994057" y="119000"/>
                  </a:cubicBezTo>
                  <a:lnTo>
                    <a:pt x="2994057" y="594986"/>
                  </a:lnTo>
                  <a:cubicBezTo>
                    <a:pt x="2994057" y="660708"/>
                    <a:pt x="2940779" y="713986"/>
                    <a:pt x="2875057" y="713986"/>
                  </a:cubicBezTo>
                  <a:lnTo>
                    <a:pt x="119000" y="713986"/>
                  </a:lnTo>
                  <a:cubicBezTo>
                    <a:pt x="53278" y="713986"/>
                    <a:pt x="0" y="660708"/>
                    <a:pt x="0" y="594986"/>
                  </a:cubicBezTo>
                  <a:lnTo>
                    <a:pt x="0" y="119000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8674" tIns="76764" rIns="118674" bIns="76764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البواب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DD9331E-5E44-25DE-AD52-9B6E6D656D89}"/>
                </a:ext>
              </a:extLst>
            </p:cNvPr>
            <p:cNvSpPr/>
            <p:nvPr/>
          </p:nvSpPr>
          <p:spPr>
            <a:xfrm>
              <a:off x="3389592" y="2666763"/>
              <a:ext cx="5322769" cy="571190"/>
            </a:xfrm>
            <a:custGeom>
              <a:avLst/>
              <a:gdLst>
                <a:gd name="connsiteX0" fmla="*/ 95200 w 571189"/>
                <a:gd name="connsiteY0" fmla="*/ 0 h 5322768"/>
                <a:gd name="connsiteX1" fmla="*/ 475989 w 571189"/>
                <a:gd name="connsiteY1" fmla="*/ 0 h 5322768"/>
                <a:gd name="connsiteX2" fmla="*/ 571189 w 571189"/>
                <a:gd name="connsiteY2" fmla="*/ 95200 h 5322768"/>
                <a:gd name="connsiteX3" fmla="*/ 571189 w 571189"/>
                <a:gd name="connsiteY3" fmla="*/ 5322768 h 5322768"/>
                <a:gd name="connsiteX4" fmla="*/ 571189 w 571189"/>
                <a:gd name="connsiteY4" fmla="*/ 5322768 h 5322768"/>
                <a:gd name="connsiteX5" fmla="*/ 0 w 571189"/>
                <a:gd name="connsiteY5" fmla="*/ 5322768 h 5322768"/>
                <a:gd name="connsiteX6" fmla="*/ 0 w 571189"/>
                <a:gd name="connsiteY6" fmla="*/ 5322768 h 5322768"/>
                <a:gd name="connsiteX7" fmla="*/ 0 w 571189"/>
                <a:gd name="connsiteY7" fmla="*/ 95200 h 5322768"/>
                <a:gd name="connsiteX8" fmla="*/ 95200 w 571189"/>
                <a:gd name="connsiteY8" fmla="*/ 0 h 53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89" h="5322768">
                  <a:moveTo>
                    <a:pt x="571189" y="887148"/>
                  </a:moveTo>
                  <a:lnTo>
                    <a:pt x="571189" y="4435620"/>
                  </a:lnTo>
                  <a:cubicBezTo>
                    <a:pt x="571189" y="4925580"/>
                    <a:pt x="566615" y="5322763"/>
                    <a:pt x="560973" y="5322763"/>
                  </a:cubicBezTo>
                  <a:lnTo>
                    <a:pt x="0" y="5322763"/>
                  </a:lnTo>
                  <a:lnTo>
                    <a:pt x="0" y="5322763"/>
                  </a:lnTo>
                  <a:lnTo>
                    <a:pt x="0" y="5"/>
                  </a:lnTo>
                  <a:lnTo>
                    <a:pt x="0" y="5"/>
                  </a:lnTo>
                  <a:lnTo>
                    <a:pt x="560973" y="5"/>
                  </a:lnTo>
                  <a:cubicBezTo>
                    <a:pt x="566615" y="5"/>
                    <a:pt x="571189" y="397188"/>
                    <a:pt x="571189" y="887148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51708" rIns="275533" bIns="151709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200" kern="1200" spc="-20">
                  <a:latin typeface="Sakkal Majalla" panose="02000000000000000000" pitchFamily="2" charset="-78"/>
                  <a:cs typeface="Sakkal Majalla" panose="02000000000000000000" pitchFamily="2" charset="-78"/>
                </a:rPr>
                <a:t>يساعد النزيل في حمل أمتعته، ويحضر له الرسائل والمعلومات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58F656-E5A3-4598-CA2A-C950D33E6694}"/>
                </a:ext>
              </a:extLst>
            </p:cNvPr>
            <p:cNvSpPr/>
            <p:nvPr/>
          </p:nvSpPr>
          <p:spPr>
            <a:xfrm>
              <a:off x="395536" y="2595364"/>
              <a:ext cx="2994057" cy="713986"/>
            </a:xfrm>
            <a:custGeom>
              <a:avLst/>
              <a:gdLst>
                <a:gd name="connsiteX0" fmla="*/ 0 w 2994057"/>
                <a:gd name="connsiteY0" fmla="*/ 119000 h 713986"/>
                <a:gd name="connsiteX1" fmla="*/ 119000 w 2994057"/>
                <a:gd name="connsiteY1" fmla="*/ 0 h 713986"/>
                <a:gd name="connsiteX2" fmla="*/ 2875057 w 2994057"/>
                <a:gd name="connsiteY2" fmla="*/ 0 h 713986"/>
                <a:gd name="connsiteX3" fmla="*/ 2994057 w 2994057"/>
                <a:gd name="connsiteY3" fmla="*/ 119000 h 713986"/>
                <a:gd name="connsiteX4" fmla="*/ 2994057 w 2994057"/>
                <a:gd name="connsiteY4" fmla="*/ 594986 h 713986"/>
                <a:gd name="connsiteX5" fmla="*/ 2875057 w 2994057"/>
                <a:gd name="connsiteY5" fmla="*/ 713986 h 713986"/>
                <a:gd name="connsiteX6" fmla="*/ 119000 w 2994057"/>
                <a:gd name="connsiteY6" fmla="*/ 713986 h 713986"/>
                <a:gd name="connsiteX7" fmla="*/ 0 w 2994057"/>
                <a:gd name="connsiteY7" fmla="*/ 594986 h 713986"/>
                <a:gd name="connsiteX8" fmla="*/ 0 w 2994057"/>
                <a:gd name="connsiteY8" fmla="*/ 119000 h 71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4057" h="713986">
                  <a:moveTo>
                    <a:pt x="0" y="119000"/>
                  </a:moveTo>
                  <a:cubicBezTo>
                    <a:pt x="0" y="53278"/>
                    <a:pt x="53278" y="0"/>
                    <a:pt x="119000" y="0"/>
                  </a:cubicBezTo>
                  <a:lnTo>
                    <a:pt x="2875057" y="0"/>
                  </a:lnTo>
                  <a:cubicBezTo>
                    <a:pt x="2940779" y="0"/>
                    <a:pt x="2994057" y="53278"/>
                    <a:pt x="2994057" y="119000"/>
                  </a:cubicBezTo>
                  <a:lnTo>
                    <a:pt x="2994057" y="594986"/>
                  </a:lnTo>
                  <a:cubicBezTo>
                    <a:pt x="2994057" y="660708"/>
                    <a:pt x="2940779" y="713986"/>
                    <a:pt x="2875057" y="713986"/>
                  </a:cubicBezTo>
                  <a:lnTo>
                    <a:pt x="119000" y="713986"/>
                  </a:lnTo>
                  <a:cubicBezTo>
                    <a:pt x="53278" y="713986"/>
                    <a:pt x="0" y="660708"/>
                    <a:pt x="0" y="594986"/>
                  </a:cubicBezTo>
                  <a:lnTo>
                    <a:pt x="0" y="119000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8674" tIns="76764" rIns="118674" bIns="76764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حامل الحقائب</a:t>
              </a:r>
              <a:endParaRPr lang="en-GB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E37E4B2-0AD6-D765-5CB2-CA84FF240DA1}"/>
                </a:ext>
              </a:extLst>
            </p:cNvPr>
            <p:cNvSpPr/>
            <p:nvPr/>
          </p:nvSpPr>
          <p:spPr>
            <a:xfrm>
              <a:off x="3389592" y="3416449"/>
              <a:ext cx="5322769" cy="571190"/>
            </a:xfrm>
            <a:custGeom>
              <a:avLst/>
              <a:gdLst>
                <a:gd name="connsiteX0" fmla="*/ 95200 w 571189"/>
                <a:gd name="connsiteY0" fmla="*/ 0 h 5322768"/>
                <a:gd name="connsiteX1" fmla="*/ 475989 w 571189"/>
                <a:gd name="connsiteY1" fmla="*/ 0 h 5322768"/>
                <a:gd name="connsiteX2" fmla="*/ 571189 w 571189"/>
                <a:gd name="connsiteY2" fmla="*/ 95200 h 5322768"/>
                <a:gd name="connsiteX3" fmla="*/ 571189 w 571189"/>
                <a:gd name="connsiteY3" fmla="*/ 5322768 h 5322768"/>
                <a:gd name="connsiteX4" fmla="*/ 571189 w 571189"/>
                <a:gd name="connsiteY4" fmla="*/ 5322768 h 5322768"/>
                <a:gd name="connsiteX5" fmla="*/ 0 w 571189"/>
                <a:gd name="connsiteY5" fmla="*/ 5322768 h 5322768"/>
                <a:gd name="connsiteX6" fmla="*/ 0 w 571189"/>
                <a:gd name="connsiteY6" fmla="*/ 5322768 h 5322768"/>
                <a:gd name="connsiteX7" fmla="*/ 0 w 571189"/>
                <a:gd name="connsiteY7" fmla="*/ 95200 h 5322768"/>
                <a:gd name="connsiteX8" fmla="*/ 95200 w 571189"/>
                <a:gd name="connsiteY8" fmla="*/ 0 h 53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89" h="5322768">
                  <a:moveTo>
                    <a:pt x="571189" y="887148"/>
                  </a:moveTo>
                  <a:lnTo>
                    <a:pt x="571189" y="4435620"/>
                  </a:lnTo>
                  <a:cubicBezTo>
                    <a:pt x="571189" y="4925580"/>
                    <a:pt x="566615" y="5322763"/>
                    <a:pt x="560973" y="5322763"/>
                  </a:cubicBezTo>
                  <a:lnTo>
                    <a:pt x="0" y="5322763"/>
                  </a:lnTo>
                  <a:lnTo>
                    <a:pt x="0" y="5322763"/>
                  </a:lnTo>
                  <a:lnTo>
                    <a:pt x="0" y="5"/>
                  </a:lnTo>
                  <a:lnTo>
                    <a:pt x="0" y="5"/>
                  </a:lnTo>
                  <a:lnTo>
                    <a:pt x="560973" y="5"/>
                  </a:lnTo>
                  <a:cubicBezTo>
                    <a:pt x="566615" y="5"/>
                    <a:pt x="571189" y="397188"/>
                    <a:pt x="571189" y="887148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51708" rIns="275533" bIns="151709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يتحمل مسئولية إدارة فريق عمليات المكتب الأمامي بأكمله</a:t>
              </a:r>
              <a:endParaRPr lang="en-GB" sz="22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26C6C98-D7A5-2FEB-357A-55C29C248D52}"/>
                </a:ext>
              </a:extLst>
            </p:cNvPr>
            <p:cNvSpPr/>
            <p:nvPr/>
          </p:nvSpPr>
          <p:spPr>
            <a:xfrm>
              <a:off x="395536" y="3345049"/>
              <a:ext cx="2994057" cy="713986"/>
            </a:xfrm>
            <a:custGeom>
              <a:avLst/>
              <a:gdLst>
                <a:gd name="connsiteX0" fmla="*/ 0 w 2994057"/>
                <a:gd name="connsiteY0" fmla="*/ 119000 h 713986"/>
                <a:gd name="connsiteX1" fmla="*/ 119000 w 2994057"/>
                <a:gd name="connsiteY1" fmla="*/ 0 h 713986"/>
                <a:gd name="connsiteX2" fmla="*/ 2875057 w 2994057"/>
                <a:gd name="connsiteY2" fmla="*/ 0 h 713986"/>
                <a:gd name="connsiteX3" fmla="*/ 2994057 w 2994057"/>
                <a:gd name="connsiteY3" fmla="*/ 119000 h 713986"/>
                <a:gd name="connsiteX4" fmla="*/ 2994057 w 2994057"/>
                <a:gd name="connsiteY4" fmla="*/ 594986 h 713986"/>
                <a:gd name="connsiteX5" fmla="*/ 2875057 w 2994057"/>
                <a:gd name="connsiteY5" fmla="*/ 713986 h 713986"/>
                <a:gd name="connsiteX6" fmla="*/ 119000 w 2994057"/>
                <a:gd name="connsiteY6" fmla="*/ 713986 h 713986"/>
                <a:gd name="connsiteX7" fmla="*/ 0 w 2994057"/>
                <a:gd name="connsiteY7" fmla="*/ 594986 h 713986"/>
                <a:gd name="connsiteX8" fmla="*/ 0 w 2994057"/>
                <a:gd name="connsiteY8" fmla="*/ 119000 h 71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4057" h="713986">
                  <a:moveTo>
                    <a:pt x="0" y="119000"/>
                  </a:moveTo>
                  <a:cubicBezTo>
                    <a:pt x="0" y="53278"/>
                    <a:pt x="53278" y="0"/>
                    <a:pt x="119000" y="0"/>
                  </a:cubicBezTo>
                  <a:lnTo>
                    <a:pt x="2875057" y="0"/>
                  </a:lnTo>
                  <a:cubicBezTo>
                    <a:pt x="2940779" y="0"/>
                    <a:pt x="2994057" y="53278"/>
                    <a:pt x="2994057" y="119000"/>
                  </a:cubicBezTo>
                  <a:lnTo>
                    <a:pt x="2994057" y="594986"/>
                  </a:lnTo>
                  <a:cubicBezTo>
                    <a:pt x="2994057" y="660708"/>
                    <a:pt x="2940779" y="713986"/>
                    <a:pt x="2875057" y="713986"/>
                  </a:cubicBezTo>
                  <a:lnTo>
                    <a:pt x="119000" y="713986"/>
                  </a:lnTo>
                  <a:cubicBezTo>
                    <a:pt x="53278" y="713986"/>
                    <a:pt x="0" y="660708"/>
                    <a:pt x="0" y="594986"/>
                  </a:cubicBezTo>
                  <a:lnTo>
                    <a:pt x="0" y="119000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8674" tIns="76764" rIns="118674" bIns="76764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المدير</a:t>
              </a:r>
              <a:endParaRPr lang="en-GB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2AA523-039C-461C-40C6-5990B34B617B}"/>
                </a:ext>
              </a:extLst>
            </p:cNvPr>
            <p:cNvSpPr/>
            <p:nvPr/>
          </p:nvSpPr>
          <p:spPr>
            <a:xfrm>
              <a:off x="3389592" y="4166134"/>
              <a:ext cx="5322769" cy="571190"/>
            </a:xfrm>
            <a:custGeom>
              <a:avLst/>
              <a:gdLst>
                <a:gd name="connsiteX0" fmla="*/ 95200 w 571189"/>
                <a:gd name="connsiteY0" fmla="*/ 0 h 5322768"/>
                <a:gd name="connsiteX1" fmla="*/ 475989 w 571189"/>
                <a:gd name="connsiteY1" fmla="*/ 0 h 5322768"/>
                <a:gd name="connsiteX2" fmla="*/ 571189 w 571189"/>
                <a:gd name="connsiteY2" fmla="*/ 95200 h 5322768"/>
                <a:gd name="connsiteX3" fmla="*/ 571189 w 571189"/>
                <a:gd name="connsiteY3" fmla="*/ 5322768 h 5322768"/>
                <a:gd name="connsiteX4" fmla="*/ 571189 w 571189"/>
                <a:gd name="connsiteY4" fmla="*/ 5322768 h 5322768"/>
                <a:gd name="connsiteX5" fmla="*/ 0 w 571189"/>
                <a:gd name="connsiteY5" fmla="*/ 5322768 h 5322768"/>
                <a:gd name="connsiteX6" fmla="*/ 0 w 571189"/>
                <a:gd name="connsiteY6" fmla="*/ 5322768 h 5322768"/>
                <a:gd name="connsiteX7" fmla="*/ 0 w 571189"/>
                <a:gd name="connsiteY7" fmla="*/ 95200 h 5322768"/>
                <a:gd name="connsiteX8" fmla="*/ 95200 w 571189"/>
                <a:gd name="connsiteY8" fmla="*/ 0 h 53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89" h="5322768">
                  <a:moveTo>
                    <a:pt x="571189" y="887148"/>
                  </a:moveTo>
                  <a:lnTo>
                    <a:pt x="571189" y="4435620"/>
                  </a:lnTo>
                  <a:cubicBezTo>
                    <a:pt x="571189" y="4925580"/>
                    <a:pt x="566615" y="5322763"/>
                    <a:pt x="560973" y="5322763"/>
                  </a:cubicBezTo>
                  <a:lnTo>
                    <a:pt x="0" y="5322763"/>
                  </a:lnTo>
                  <a:lnTo>
                    <a:pt x="0" y="5322763"/>
                  </a:lnTo>
                  <a:lnTo>
                    <a:pt x="0" y="5"/>
                  </a:lnTo>
                  <a:lnTo>
                    <a:pt x="0" y="5"/>
                  </a:lnTo>
                  <a:lnTo>
                    <a:pt x="560973" y="5"/>
                  </a:lnTo>
                  <a:cubicBezTo>
                    <a:pt x="566615" y="5"/>
                    <a:pt x="571189" y="397188"/>
                    <a:pt x="571189" y="887148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51708" rIns="275533" bIns="151709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يقوم بتسجيل الوصول والتسجيل وتسجيل المغادرة ومساعدة العملاء</a:t>
              </a:r>
              <a:endParaRPr lang="en-GB" sz="22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6E096D3-4910-E572-27B1-6C733C797C1B}"/>
                </a:ext>
              </a:extLst>
            </p:cNvPr>
            <p:cNvSpPr/>
            <p:nvPr/>
          </p:nvSpPr>
          <p:spPr>
            <a:xfrm>
              <a:off x="395536" y="4094735"/>
              <a:ext cx="2994057" cy="713986"/>
            </a:xfrm>
            <a:custGeom>
              <a:avLst/>
              <a:gdLst>
                <a:gd name="connsiteX0" fmla="*/ 0 w 2994057"/>
                <a:gd name="connsiteY0" fmla="*/ 119000 h 713986"/>
                <a:gd name="connsiteX1" fmla="*/ 119000 w 2994057"/>
                <a:gd name="connsiteY1" fmla="*/ 0 h 713986"/>
                <a:gd name="connsiteX2" fmla="*/ 2875057 w 2994057"/>
                <a:gd name="connsiteY2" fmla="*/ 0 h 713986"/>
                <a:gd name="connsiteX3" fmla="*/ 2994057 w 2994057"/>
                <a:gd name="connsiteY3" fmla="*/ 119000 h 713986"/>
                <a:gd name="connsiteX4" fmla="*/ 2994057 w 2994057"/>
                <a:gd name="connsiteY4" fmla="*/ 594986 h 713986"/>
                <a:gd name="connsiteX5" fmla="*/ 2875057 w 2994057"/>
                <a:gd name="connsiteY5" fmla="*/ 713986 h 713986"/>
                <a:gd name="connsiteX6" fmla="*/ 119000 w 2994057"/>
                <a:gd name="connsiteY6" fmla="*/ 713986 h 713986"/>
                <a:gd name="connsiteX7" fmla="*/ 0 w 2994057"/>
                <a:gd name="connsiteY7" fmla="*/ 594986 h 713986"/>
                <a:gd name="connsiteX8" fmla="*/ 0 w 2994057"/>
                <a:gd name="connsiteY8" fmla="*/ 119000 h 71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4057" h="713986">
                  <a:moveTo>
                    <a:pt x="0" y="119000"/>
                  </a:moveTo>
                  <a:cubicBezTo>
                    <a:pt x="0" y="53278"/>
                    <a:pt x="53278" y="0"/>
                    <a:pt x="119000" y="0"/>
                  </a:cubicBezTo>
                  <a:lnTo>
                    <a:pt x="2875057" y="0"/>
                  </a:lnTo>
                  <a:cubicBezTo>
                    <a:pt x="2940779" y="0"/>
                    <a:pt x="2994057" y="53278"/>
                    <a:pt x="2994057" y="119000"/>
                  </a:cubicBezTo>
                  <a:lnTo>
                    <a:pt x="2994057" y="594986"/>
                  </a:lnTo>
                  <a:cubicBezTo>
                    <a:pt x="2994057" y="660708"/>
                    <a:pt x="2940779" y="713986"/>
                    <a:pt x="2875057" y="713986"/>
                  </a:cubicBezTo>
                  <a:lnTo>
                    <a:pt x="119000" y="713986"/>
                  </a:lnTo>
                  <a:cubicBezTo>
                    <a:pt x="53278" y="713986"/>
                    <a:pt x="0" y="660708"/>
                    <a:pt x="0" y="594986"/>
                  </a:cubicBezTo>
                  <a:lnTo>
                    <a:pt x="0" y="119000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8674" tIns="76764" rIns="118674" bIns="76764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موظف الاستقبال</a:t>
              </a:r>
              <a:endParaRPr lang="en-GB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F9C86CC-A116-7212-5375-848D4D539543}"/>
                </a:ext>
              </a:extLst>
            </p:cNvPr>
            <p:cNvSpPr/>
            <p:nvPr/>
          </p:nvSpPr>
          <p:spPr>
            <a:xfrm>
              <a:off x="3389592" y="4915819"/>
              <a:ext cx="5322769" cy="571190"/>
            </a:xfrm>
            <a:custGeom>
              <a:avLst/>
              <a:gdLst>
                <a:gd name="connsiteX0" fmla="*/ 95200 w 571189"/>
                <a:gd name="connsiteY0" fmla="*/ 0 h 5322768"/>
                <a:gd name="connsiteX1" fmla="*/ 475989 w 571189"/>
                <a:gd name="connsiteY1" fmla="*/ 0 h 5322768"/>
                <a:gd name="connsiteX2" fmla="*/ 571189 w 571189"/>
                <a:gd name="connsiteY2" fmla="*/ 95200 h 5322768"/>
                <a:gd name="connsiteX3" fmla="*/ 571189 w 571189"/>
                <a:gd name="connsiteY3" fmla="*/ 5322768 h 5322768"/>
                <a:gd name="connsiteX4" fmla="*/ 571189 w 571189"/>
                <a:gd name="connsiteY4" fmla="*/ 5322768 h 5322768"/>
                <a:gd name="connsiteX5" fmla="*/ 0 w 571189"/>
                <a:gd name="connsiteY5" fmla="*/ 5322768 h 5322768"/>
                <a:gd name="connsiteX6" fmla="*/ 0 w 571189"/>
                <a:gd name="connsiteY6" fmla="*/ 5322768 h 5322768"/>
                <a:gd name="connsiteX7" fmla="*/ 0 w 571189"/>
                <a:gd name="connsiteY7" fmla="*/ 95200 h 5322768"/>
                <a:gd name="connsiteX8" fmla="*/ 95200 w 571189"/>
                <a:gd name="connsiteY8" fmla="*/ 0 h 53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89" h="5322768">
                  <a:moveTo>
                    <a:pt x="571189" y="887148"/>
                  </a:moveTo>
                  <a:lnTo>
                    <a:pt x="571189" y="4435620"/>
                  </a:lnTo>
                  <a:cubicBezTo>
                    <a:pt x="571189" y="4925580"/>
                    <a:pt x="566615" y="5322763"/>
                    <a:pt x="560973" y="5322763"/>
                  </a:cubicBezTo>
                  <a:lnTo>
                    <a:pt x="0" y="5322763"/>
                  </a:lnTo>
                  <a:lnTo>
                    <a:pt x="0" y="5322763"/>
                  </a:lnTo>
                  <a:lnTo>
                    <a:pt x="0" y="5"/>
                  </a:lnTo>
                  <a:lnTo>
                    <a:pt x="0" y="5"/>
                  </a:lnTo>
                  <a:lnTo>
                    <a:pt x="560973" y="5"/>
                  </a:lnTo>
                  <a:cubicBezTo>
                    <a:pt x="566615" y="5"/>
                    <a:pt x="571189" y="397188"/>
                    <a:pt x="571189" y="887148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51709" rIns="275533" bIns="151708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يتحمل مسئولية الإدارة اليومية للقسم</a:t>
              </a:r>
              <a:endParaRPr lang="en-GB" sz="22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66DAB9D-6062-6823-27DD-02421AAFEB7A}"/>
                </a:ext>
              </a:extLst>
            </p:cNvPr>
            <p:cNvSpPr/>
            <p:nvPr/>
          </p:nvSpPr>
          <p:spPr>
            <a:xfrm>
              <a:off x="395536" y="4844421"/>
              <a:ext cx="2994057" cy="713986"/>
            </a:xfrm>
            <a:custGeom>
              <a:avLst/>
              <a:gdLst>
                <a:gd name="connsiteX0" fmla="*/ 0 w 2994057"/>
                <a:gd name="connsiteY0" fmla="*/ 119000 h 713986"/>
                <a:gd name="connsiteX1" fmla="*/ 119000 w 2994057"/>
                <a:gd name="connsiteY1" fmla="*/ 0 h 713986"/>
                <a:gd name="connsiteX2" fmla="*/ 2875057 w 2994057"/>
                <a:gd name="connsiteY2" fmla="*/ 0 h 713986"/>
                <a:gd name="connsiteX3" fmla="*/ 2994057 w 2994057"/>
                <a:gd name="connsiteY3" fmla="*/ 119000 h 713986"/>
                <a:gd name="connsiteX4" fmla="*/ 2994057 w 2994057"/>
                <a:gd name="connsiteY4" fmla="*/ 594986 h 713986"/>
                <a:gd name="connsiteX5" fmla="*/ 2875057 w 2994057"/>
                <a:gd name="connsiteY5" fmla="*/ 713986 h 713986"/>
                <a:gd name="connsiteX6" fmla="*/ 119000 w 2994057"/>
                <a:gd name="connsiteY6" fmla="*/ 713986 h 713986"/>
                <a:gd name="connsiteX7" fmla="*/ 0 w 2994057"/>
                <a:gd name="connsiteY7" fmla="*/ 594986 h 713986"/>
                <a:gd name="connsiteX8" fmla="*/ 0 w 2994057"/>
                <a:gd name="connsiteY8" fmla="*/ 119000 h 71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4057" h="713986">
                  <a:moveTo>
                    <a:pt x="0" y="119000"/>
                  </a:moveTo>
                  <a:cubicBezTo>
                    <a:pt x="0" y="53278"/>
                    <a:pt x="53278" y="0"/>
                    <a:pt x="119000" y="0"/>
                  </a:cubicBezTo>
                  <a:lnTo>
                    <a:pt x="2875057" y="0"/>
                  </a:lnTo>
                  <a:cubicBezTo>
                    <a:pt x="2940779" y="0"/>
                    <a:pt x="2994057" y="53278"/>
                    <a:pt x="2994057" y="119000"/>
                  </a:cubicBezTo>
                  <a:lnTo>
                    <a:pt x="2994057" y="594986"/>
                  </a:lnTo>
                  <a:cubicBezTo>
                    <a:pt x="2994057" y="660708"/>
                    <a:pt x="2940779" y="713986"/>
                    <a:pt x="2875057" y="713986"/>
                  </a:cubicBezTo>
                  <a:lnTo>
                    <a:pt x="119000" y="713986"/>
                  </a:lnTo>
                  <a:cubicBezTo>
                    <a:pt x="53278" y="713986"/>
                    <a:pt x="0" y="660708"/>
                    <a:pt x="0" y="594986"/>
                  </a:cubicBezTo>
                  <a:lnTo>
                    <a:pt x="0" y="119000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8674" tIns="76764" rIns="118674" bIns="76764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رئيس الوردية</a:t>
              </a:r>
              <a:endParaRPr lang="en-GB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41EA63C-8A1B-A2EC-0FF4-9368F83354FF}"/>
                </a:ext>
              </a:extLst>
            </p:cNvPr>
            <p:cNvSpPr/>
            <p:nvPr/>
          </p:nvSpPr>
          <p:spPr>
            <a:xfrm>
              <a:off x="3389592" y="5665505"/>
              <a:ext cx="5322769" cy="571190"/>
            </a:xfrm>
            <a:custGeom>
              <a:avLst/>
              <a:gdLst>
                <a:gd name="connsiteX0" fmla="*/ 95200 w 571189"/>
                <a:gd name="connsiteY0" fmla="*/ 0 h 5322768"/>
                <a:gd name="connsiteX1" fmla="*/ 475989 w 571189"/>
                <a:gd name="connsiteY1" fmla="*/ 0 h 5322768"/>
                <a:gd name="connsiteX2" fmla="*/ 571189 w 571189"/>
                <a:gd name="connsiteY2" fmla="*/ 95200 h 5322768"/>
                <a:gd name="connsiteX3" fmla="*/ 571189 w 571189"/>
                <a:gd name="connsiteY3" fmla="*/ 5322768 h 5322768"/>
                <a:gd name="connsiteX4" fmla="*/ 571189 w 571189"/>
                <a:gd name="connsiteY4" fmla="*/ 5322768 h 5322768"/>
                <a:gd name="connsiteX5" fmla="*/ 0 w 571189"/>
                <a:gd name="connsiteY5" fmla="*/ 5322768 h 5322768"/>
                <a:gd name="connsiteX6" fmla="*/ 0 w 571189"/>
                <a:gd name="connsiteY6" fmla="*/ 5322768 h 5322768"/>
                <a:gd name="connsiteX7" fmla="*/ 0 w 571189"/>
                <a:gd name="connsiteY7" fmla="*/ 95200 h 5322768"/>
                <a:gd name="connsiteX8" fmla="*/ 95200 w 571189"/>
                <a:gd name="connsiteY8" fmla="*/ 0 h 53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89" h="5322768">
                  <a:moveTo>
                    <a:pt x="571189" y="887148"/>
                  </a:moveTo>
                  <a:lnTo>
                    <a:pt x="571189" y="4435620"/>
                  </a:lnTo>
                  <a:cubicBezTo>
                    <a:pt x="571189" y="4925580"/>
                    <a:pt x="566615" y="5322763"/>
                    <a:pt x="560973" y="5322763"/>
                  </a:cubicBezTo>
                  <a:lnTo>
                    <a:pt x="0" y="5322763"/>
                  </a:lnTo>
                  <a:lnTo>
                    <a:pt x="0" y="5322763"/>
                  </a:lnTo>
                  <a:lnTo>
                    <a:pt x="0" y="5"/>
                  </a:lnTo>
                  <a:lnTo>
                    <a:pt x="0" y="5"/>
                  </a:lnTo>
                  <a:lnTo>
                    <a:pt x="560973" y="5"/>
                  </a:lnTo>
                  <a:cubicBezTo>
                    <a:pt x="566615" y="5"/>
                    <a:pt x="571189" y="397188"/>
                    <a:pt x="571189" y="887148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51709" rIns="275533" bIns="151708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ar" sz="2200" kern="1200" spc="-20">
                  <a:latin typeface="Sakkal Majalla" panose="02000000000000000000" pitchFamily="2" charset="-78"/>
                  <a:cs typeface="Sakkal Majalla" panose="02000000000000000000" pitchFamily="2" charset="-78"/>
                </a:rPr>
                <a:t>يتعامل مع الاستفسارات، ويمكن ضمه إلى أدوار تواصل أخرى</a:t>
              </a:r>
              <a:endParaRPr lang="en-GB" sz="2200" kern="1200" spc="-2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173DBB-DBC4-38FA-3287-9FBA872B20DB}"/>
                </a:ext>
              </a:extLst>
            </p:cNvPr>
            <p:cNvSpPr/>
            <p:nvPr/>
          </p:nvSpPr>
          <p:spPr>
            <a:xfrm>
              <a:off x="395536" y="5594107"/>
              <a:ext cx="2994057" cy="713986"/>
            </a:xfrm>
            <a:custGeom>
              <a:avLst/>
              <a:gdLst>
                <a:gd name="connsiteX0" fmla="*/ 0 w 2994057"/>
                <a:gd name="connsiteY0" fmla="*/ 119000 h 713986"/>
                <a:gd name="connsiteX1" fmla="*/ 119000 w 2994057"/>
                <a:gd name="connsiteY1" fmla="*/ 0 h 713986"/>
                <a:gd name="connsiteX2" fmla="*/ 2875057 w 2994057"/>
                <a:gd name="connsiteY2" fmla="*/ 0 h 713986"/>
                <a:gd name="connsiteX3" fmla="*/ 2994057 w 2994057"/>
                <a:gd name="connsiteY3" fmla="*/ 119000 h 713986"/>
                <a:gd name="connsiteX4" fmla="*/ 2994057 w 2994057"/>
                <a:gd name="connsiteY4" fmla="*/ 594986 h 713986"/>
                <a:gd name="connsiteX5" fmla="*/ 2875057 w 2994057"/>
                <a:gd name="connsiteY5" fmla="*/ 713986 h 713986"/>
                <a:gd name="connsiteX6" fmla="*/ 119000 w 2994057"/>
                <a:gd name="connsiteY6" fmla="*/ 713986 h 713986"/>
                <a:gd name="connsiteX7" fmla="*/ 0 w 2994057"/>
                <a:gd name="connsiteY7" fmla="*/ 594986 h 713986"/>
                <a:gd name="connsiteX8" fmla="*/ 0 w 2994057"/>
                <a:gd name="connsiteY8" fmla="*/ 119000 h 71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4057" h="713986">
                  <a:moveTo>
                    <a:pt x="0" y="119000"/>
                  </a:moveTo>
                  <a:cubicBezTo>
                    <a:pt x="0" y="53278"/>
                    <a:pt x="53278" y="0"/>
                    <a:pt x="119000" y="0"/>
                  </a:cubicBezTo>
                  <a:lnTo>
                    <a:pt x="2875057" y="0"/>
                  </a:lnTo>
                  <a:cubicBezTo>
                    <a:pt x="2940779" y="0"/>
                    <a:pt x="2994057" y="53278"/>
                    <a:pt x="2994057" y="119000"/>
                  </a:cubicBezTo>
                  <a:lnTo>
                    <a:pt x="2994057" y="594986"/>
                  </a:lnTo>
                  <a:cubicBezTo>
                    <a:pt x="2994057" y="660708"/>
                    <a:pt x="2940779" y="713986"/>
                    <a:pt x="2875057" y="713986"/>
                  </a:cubicBezTo>
                  <a:lnTo>
                    <a:pt x="119000" y="713986"/>
                  </a:lnTo>
                  <a:cubicBezTo>
                    <a:pt x="53278" y="713986"/>
                    <a:pt x="0" y="660708"/>
                    <a:pt x="0" y="594986"/>
                  </a:cubicBezTo>
                  <a:lnTo>
                    <a:pt x="0" y="119000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8674" tIns="76764" rIns="118674" bIns="76764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عامل الهاتف</a:t>
              </a:r>
              <a:endParaRPr lang="en-GB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الأدوار الوظيفية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18700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المسؤوليات (1)</a:t>
            </a: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6" y="2196001"/>
            <a:ext cx="4100264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20000"/>
              </a:lnSpc>
              <a:spcBef>
                <a:spcPts val="0"/>
              </a:spcBef>
              <a:buNone/>
            </a:pPr>
            <a:r>
              <a:rPr lang="ar" sz="2200"/>
              <a:t>مسئوليات موظفي المكتب الأمامي:</a:t>
            </a:r>
          </a:p>
          <a:p>
            <a:pPr rtl="1">
              <a:lnSpc>
                <a:spcPct val="120000"/>
              </a:lnSpc>
              <a:spcBef>
                <a:spcPts val="0"/>
              </a:spcBef>
            </a:pPr>
            <a:r>
              <a:rPr lang="ar" sz="2200" b="1">
                <a:effectLst/>
              </a:rPr>
              <a:t>الحجوزات - </a:t>
            </a:r>
            <a:r>
              <a:rPr lang="en" sz="2200" b="1">
                <a:effectLst/>
              </a:rPr>
              <a:t> </a:t>
            </a:r>
            <a:r>
              <a:rPr lang="en" sz="2200">
                <a:effectLst/>
              </a:rPr>
              <a:t>شجع العملاء المحتملين على حجز منتجات وخدمات شركات الضيافة</a:t>
            </a:r>
          </a:p>
          <a:p>
            <a:pPr rtl="1">
              <a:lnSpc>
                <a:spcPct val="120000"/>
              </a:lnSpc>
              <a:spcBef>
                <a:spcPts val="0"/>
              </a:spcBef>
            </a:pPr>
            <a:r>
              <a:rPr lang="ar" sz="2200" b="1">
                <a:effectLst/>
              </a:rPr>
              <a:t>تسجيل الوصول </a:t>
            </a:r>
            <a:r>
              <a:rPr lang="ar" sz="2200" b="1"/>
              <a:t>والتسجيل - </a:t>
            </a:r>
            <a:r>
              <a:rPr lang="ar" sz="2200"/>
              <a:t> عملية الترجيب وإكمال أي إجراءات شكلية مطلوبة للإقامة</a:t>
            </a:r>
          </a:p>
          <a:p>
            <a:pPr rtl="1">
              <a:lnSpc>
                <a:spcPct val="120000"/>
              </a:lnSpc>
              <a:spcBef>
                <a:spcPts val="0"/>
              </a:spcBef>
            </a:pPr>
            <a:r>
              <a:rPr lang="ar" sz="2200" b="1">
                <a:effectLst/>
              </a:rPr>
              <a:t>تسجيل المغادرة - </a:t>
            </a:r>
            <a:r>
              <a:rPr lang="ar" sz="2200">
                <a:effectLst/>
              </a:rPr>
              <a:t>عملية تتم في نهاية الإقامة عند مغادرة النزيل.</a:t>
            </a:r>
          </a:p>
          <a:p>
            <a:pPr indent="0" rtl="1">
              <a:lnSpc>
                <a:spcPct val="120000"/>
              </a:lnSpc>
            </a:pPr>
            <a:endParaRPr lang="en-GB" altLang="en-US" sz="2200" dirty="0"/>
          </a:p>
          <a:p>
            <a:pPr marL="685800" rtl="1">
              <a:lnSpc>
                <a:spcPct val="120000"/>
              </a:lnSpc>
            </a:pPr>
            <a:endParaRPr lang="en-GB" alt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95675-7ABA-C1DB-98B5-D6D2421D545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593" y="2780928"/>
            <a:ext cx="3667847" cy="24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443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المسؤوليات (2)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9E000-1A4F-1366-3F4E-4099B7C403B2}"/>
              </a:ext>
            </a:extLst>
          </p:cNvPr>
          <p:cNvSpPr txBox="1"/>
          <p:nvPr/>
        </p:nvSpPr>
        <p:spPr>
          <a:xfrm>
            <a:off x="648072" y="2348880"/>
            <a:ext cx="8172400" cy="20128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20000"/>
              </a:lnSpc>
              <a:buSzPct val="90000"/>
              <a:buFont typeface="Arial" panose="020B0604020202020204" pitchFamily="34" charset="0"/>
              <a:buChar char="•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محاسبة </a:t>
            </a:r>
            <a:r>
              <a:rPr lang="ar" sz="2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النزلاء: </a:t>
            </a:r>
            <a:r>
              <a:rPr lang="ar" sz="26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أخذ المدفوعات والتفويضات</a:t>
            </a:r>
          </a:p>
          <a:p>
            <a:pPr marL="342900" indent="-342900" rtl="1">
              <a:lnSpc>
                <a:spcPct val="120000"/>
              </a:lnSpc>
              <a:buSzPct val="90000"/>
              <a:buFont typeface="Arial" panose="020B0604020202020204" pitchFamily="34" charset="0"/>
              <a:buChar char="•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خدمات </a:t>
            </a:r>
            <a:r>
              <a:rPr lang="ar" sz="2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النزلاء: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تقديم المعلومات والتعامل مع استفسارات النزلاء طوال مدة إقامتهم. </a:t>
            </a:r>
            <a:endParaRPr lang="en-GB" sz="2600" b="1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120000"/>
              </a:lnSpc>
              <a:buSzPct val="90000"/>
              <a:buFont typeface="Arial" panose="020B0604020202020204" pitchFamily="34" charset="0"/>
              <a:buChar char="•"/>
            </a:pPr>
            <a:r>
              <a:rPr lang="ar" sz="2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الإدارة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  <a:r>
              <a:rPr lang="ar" sz="26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المركز الإداري الرئيسي بعمليات المكتب الأمامي لمعلومات النزلاء. </a:t>
            </a:r>
          </a:p>
          <a:p>
            <a:pPr marL="342900" indent="-342900" rtl="1">
              <a:lnSpc>
                <a:spcPct val="120000"/>
              </a:lnSpc>
              <a:buSzPct val="90000"/>
              <a:buFont typeface="Arial" panose="020B0604020202020204" pitchFamily="34" charset="0"/>
              <a:buChar char="•"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خدمة </a:t>
            </a:r>
            <a:r>
              <a:rPr lang="ar" sz="2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العملاء: </a:t>
            </a:r>
            <a:r>
              <a:rPr lang="ar" sz="26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مهمة لنجاح شركة الضيافة التي تهتم بعملائها.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13C18-0162-121B-86FC-FB3AD7A3DA57}"/>
              </a:ext>
            </a:extLst>
          </p:cNvPr>
          <p:cNvSpPr txBox="1"/>
          <p:nvPr/>
        </p:nvSpPr>
        <p:spPr>
          <a:xfrm>
            <a:off x="540855" y="4619945"/>
            <a:ext cx="8172400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عواقب عدم اتباع المتطلبات القانونية في عمليات المكاتب الأمامية؟</a:t>
            </a:r>
          </a:p>
        </p:txBody>
      </p:sp>
    </p:spTree>
    <p:extLst>
      <p:ext uri="{BB962C8B-B14F-4D97-AF65-F5344CB8AC3E}">
        <p14:creationId xmlns:p14="http://schemas.microsoft.com/office/powerpoint/2010/main" val="22347393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المسؤوليات (3)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9E000-1A4F-1366-3F4E-4099B7C403B2}"/>
              </a:ext>
            </a:extLst>
          </p:cNvPr>
          <p:cNvSpPr txBox="1"/>
          <p:nvPr/>
        </p:nvSpPr>
        <p:spPr>
          <a:xfrm>
            <a:off x="5148064" y="1844452"/>
            <a:ext cx="3744416" cy="36379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lnSpc>
                <a:spcPct val="12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الرد </a:t>
            </a:r>
            <a:r>
              <a:rPr lang="ar" sz="24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على الاتصالات: </a:t>
            </a:r>
            <a:r>
              <a:rPr lang="ar" sz="24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من النزلاء باستخدام الهاتف والبريد الإلكتروني </a:t>
            </a: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و</a:t>
            </a:r>
            <a:r>
              <a:rPr lang="ar" sz="24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وسائل التواصل الاجتماعي</a:t>
            </a:r>
          </a:p>
          <a:p>
            <a:pPr marL="342900" indent="-342900" rtl="1">
              <a:lnSpc>
                <a:spcPct val="12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الأمن:</a:t>
            </a:r>
            <a:r>
              <a:rPr lang="ar" sz="24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ضمان أمن النزلاء والموظفين.</a:t>
            </a:r>
            <a:endParaRPr lang="en-GB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120000"/>
              </a:lnSpc>
              <a:buSzPct val="85000"/>
              <a:buFont typeface="Wingdings" panose="05000000000000000000" pitchFamily="2" charset="2"/>
              <a:buChar char="§"/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المسائل </a:t>
            </a:r>
            <a:r>
              <a:rPr lang="ar" sz="24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القانونية</a:t>
            </a: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: للحفاظ على القانون والتمسك به، </a:t>
            </a:r>
            <a:r>
              <a:rPr lang="ar" sz="24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مثل حماية البيانات والسلامة من الحرائق</a:t>
            </a: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 والصحة والسلامة</a:t>
            </a:r>
            <a:endParaRPr lang="en-GB" sz="24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13C18-0162-121B-86FC-FB3AD7A3DA57}"/>
              </a:ext>
            </a:extLst>
          </p:cNvPr>
          <p:cNvSpPr txBox="1"/>
          <p:nvPr/>
        </p:nvSpPr>
        <p:spPr>
          <a:xfrm>
            <a:off x="648072" y="5517232"/>
            <a:ext cx="8172400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عواقب عدم اتباع المتطلبات القانونية في عمليات المكاتب الأمامية؟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01533-BD2F-80CA-D568-7318B676E9E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514" y="2492896"/>
            <a:ext cx="4167087" cy="26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082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65" y="141277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تسجيل الوصول                    تسجيل المغادرة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15CC9-2F20-0C02-FCBF-60A2DDE20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76600" y="2324674"/>
            <a:ext cx="4355840" cy="3609975"/>
          </a:xfrm>
        </p:spPr>
        <p:txBody>
          <a:bodyPr rtlCol="1"/>
          <a:lstStyle/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رحب </a:t>
            </a:r>
            <a:r>
              <a:rPr lang="ar" sz="2200">
                <a:solidFill>
                  <a:schemeClr val="tx1"/>
                </a:solidFill>
              </a:rPr>
              <a:t>بالنزيل 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تحقق </a:t>
            </a:r>
            <a:r>
              <a:rPr lang="ar" sz="2200">
                <a:solidFill>
                  <a:schemeClr val="tx1"/>
                </a:solidFill>
              </a:rPr>
              <a:t>من الحجز 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تأكيد </a:t>
            </a:r>
            <a:r>
              <a:rPr lang="ar" sz="2200">
                <a:solidFill>
                  <a:schemeClr val="tx1"/>
                </a:solidFill>
              </a:rPr>
              <a:t>تفاصيل الإقامة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التسجيل</a:t>
            </a:r>
            <a:endParaRPr lang="en-GB" sz="2200" dirty="0">
              <a:solidFill>
                <a:schemeClr val="tx1"/>
              </a:solidFill>
            </a:endParaRP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الدفع </a:t>
            </a:r>
            <a:r>
              <a:rPr lang="ar" sz="2200">
                <a:solidFill>
                  <a:schemeClr val="tx1"/>
                </a:solidFill>
              </a:rPr>
              <a:t>المسبق وتفويضات البطاقات الائتمانية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تسليم </a:t>
            </a:r>
            <a:r>
              <a:rPr lang="ar" sz="2200">
                <a:solidFill>
                  <a:schemeClr val="tx1"/>
                </a:solidFill>
              </a:rPr>
              <a:t>المفتاح 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عرض </a:t>
            </a:r>
            <a:r>
              <a:rPr lang="ar" sz="2200">
                <a:solidFill>
                  <a:schemeClr val="tx1"/>
                </a:solidFill>
              </a:rPr>
              <a:t>المنتجات والخدمات 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توجيه النزيل </a:t>
            </a:r>
            <a:r>
              <a:rPr lang="ar" sz="2200">
                <a:solidFill>
                  <a:schemeClr val="tx1"/>
                </a:solidFill>
              </a:rPr>
              <a:t>لغرفته </a:t>
            </a:r>
          </a:p>
          <a:p>
            <a:pPr lvl="0" rtl="1">
              <a:lnSpc>
                <a:spcPct val="105000"/>
              </a:lnSpc>
              <a:spcBef>
                <a:spcPts val="200"/>
              </a:spcBef>
            </a:pPr>
            <a:r>
              <a:rPr lang="ar" sz="2200"/>
              <a:t>تمنًّ </a:t>
            </a:r>
            <a:r>
              <a:rPr lang="ar" sz="2200">
                <a:solidFill>
                  <a:schemeClr val="tx1"/>
                </a:solidFill>
              </a:rPr>
              <a:t>إقامة سعيدة للنزلاء. 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154A6A-8F96-D615-A48B-A052CB1F5494}"/>
              </a:ext>
            </a:extLst>
          </p:cNvPr>
          <p:cNvSpPr/>
          <p:nvPr/>
        </p:nvSpPr>
        <p:spPr>
          <a:xfrm>
            <a:off x="309465" y="2319738"/>
            <a:ext cx="3672407" cy="4257822"/>
          </a:xfrm>
          <a:prstGeom prst="rect">
            <a:avLst/>
          </a:prstGeom>
        </p:spPr>
        <p:txBody>
          <a:bodyPr rtlCol="1"/>
          <a:lstStyle/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تحقق </a:t>
            </a: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من حساب النزيل وتقديم الفاتورة 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عالج أي مدفوعات مطلوبة 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اطلب </a:t>
            </a: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من النزيل تقديم ملاحظاته، </a:t>
            </a:r>
            <a:br>
              <a:rPr lang="en-US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سيكرر الحجز مرة أخرى؟ 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استلم المفتاح أو بطاقة المفتاح 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نظم </a:t>
            </a: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السفر التالي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تمنًّ </a:t>
            </a:r>
            <a:r>
              <a:rPr lang="ar" sz="2200" b="0" i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لهم سفرًا آمنًا </a:t>
            </a:r>
            <a:endParaRPr lang="en-GB" sz="2200" b="0" i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5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أغلق </a:t>
            </a:r>
            <a:r>
              <a:rPr lang="ar" sz="2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حساب النزيل</a:t>
            </a:r>
          </a:p>
        </p:txBody>
      </p:sp>
    </p:spTree>
    <p:extLst>
      <p:ext uri="{BB962C8B-B14F-4D97-AF65-F5344CB8AC3E}">
        <p14:creationId xmlns:p14="http://schemas.microsoft.com/office/powerpoint/2010/main" val="37637846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تلبية احتياجات العملاء (1)</a:t>
            </a: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331640" y="2196000"/>
            <a:ext cx="7344046" cy="42635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spcBef>
                <a:spcPts val="0"/>
              </a:spcBef>
              <a:buNone/>
            </a:pPr>
            <a:r>
              <a:rPr lang="ar" sz="2600">
                <a:effectLst/>
              </a:rPr>
              <a:t>إن تلبية احتياجات العملاء جزء رئيسي من عمليات المكاتب الأمامية، وفيما يلي بعض الاحتياجات الشائعة: </a:t>
            </a:r>
          </a:p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sz="2600">
                <a:effectLst/>
              </a:rPr>
              <a:t>نوع الغرفة: غرف فردية وثنائية ومزدوجة وعائلية وديلوكس وأجنحة تشمل أسرّة إضافية</a:t>
            </a:r>
            <a:endParaRPr lang="en-GB" sz="2600" dirty="0"/>
          </a:p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sz="2600">
                <a:effectLst/>
              </a:rPr>
              <a:t>المرافق المعطلة، مثل الغرف التي يمكن الدخول إليها، وأنظمة الإنذار</a:t>
            </a:r>
            <a:endParaRPr lang="en-GB" sz="2600" dirty="0"/>
          </a:p>
          <a:p>
            <a:pPr rtl="1">
              <a:lnSpc>
                <a:spcPct val="110000"/>
              </a:lnSpc>
              <a:spcBef>
                <a:spcPts val="0"/>
              </a:spcBef>
              <a:buSzPct val="85000"/>
            </a:pPr>
            <a:r>
              <a:rPr lang="ar" sz="2600">
                <a:effectLst/>
              </a:rPr>
              <a:t>الطلبات الخاصة </a:t>
            </a:r>
            <a:r>
              <a:rPr lang="ar" sz="2600"/>
              <a:t>التي قد تكون لكل عميل معين</a:t>
            </a:r>
            <a:r>
              <a:rPr lang="ar" sz="2600">
                <a:effectLst/>
              </a:rPr>
              <a:t> كأن يسكن الطابق الأرضي أو يطلب إطلالة على البحر أو تكون له متطلبات غذائية معينة.</a:t>
            </a:r>
          </a:p>
          <a:p>
            <a:pPr marL="0" indent="0" rtl="1">
              <a:lnSpc>
                <a:spcPct val="110000"/>
              </a:lnSpc>
            </a:pPr>
            <a:endParaRPr lang="en-GB" sz="2600" dirty="0"/>
          </a:p>
          <a:p>
            <a:pPr indent="0" rtl="1">
              <a:lnSpc>
                <a:spcPct val="110000"/>
              </a:lnSpc>
            </a:pPr>
            <a:endParaRPr lang="en-GB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2770724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تلبية احتياجات العملاء (2)</a:t>
            </a: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83968" y="2558613"/>
            <a:ext cx="4607744" cy="311140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/>
              <a:t>سجل </a:t>
            </a:r>
            <a:r>
              <a:rPr lang="ar" sz="2600">
                <a:effectLst/>
              </a:rPr>
              <a:t>النزيل: ملف تعريفي لكل نزيل يوضح بالتفصيل احتياجاته، ويتم استخدامه عندما يعود النزيل.</a:t>
            </a:r>
          </a:p>
          <a:p>
            <a:pPr indent="0" rtl="1">
              <a:lnSpc>
                <a:spcPct val="110000"/>
              </a:lnSpc>
            </a:pPr>
            <a:endParaRPr lang="en-GB" alt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E39F4-8A92-51D8-E72C-E4680187CD96}"/>
              </a:ext>
            </a:extLst>
          </p:cNvPr>
          <p:cNvSpPr txBox="1"/>
          <p:nvPr/>
        </p:nvSpPr>
        <p:spPr>
          <a:xfrm>
            <a:off x="1187624" y="5229200"/>
            <a:ext cx="7560840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المعلومات التي ينبغي تسجيلها في سجل النزيل؟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E2872-CB1F-4FD4-D4F3-A6DF45360D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124" y="2168438"/>
            <a:ext cx="3753814" cy="25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125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b="1"/>
              <a:t>هدف التعلّم ب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03300" y="4149080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>
              <a:buSzPct val="85000"/>
            </a:pPr>
            <a:r>
              <a:rPr lang="ar" sz="2600"/>
              <a:t>الحفاظ على معايير عمليات المكاتب الأمامية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معرفة العمليات اللازمة للحفاظ على </a:t>
            </a:r>
            <a:br>
              <a:rPr lang="en-US" sz="3800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</a:br>
            <a:r>
              <a:rPr lang="ar" sz="3800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معايير عمليات المكاتب الأمامية</a:t>
            </a:r>
            <a:r>
              <a:rPr lang="ar" sz="38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التواصل: أنظمة الحجز</a:t>
            </a:r>
            <a:r>
              <a:rPr lang="ar" sz="3800" b="1">
                <a:solidFill>
                  <a:schemeClr val="tx2"/>
                </a:solidFill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B8B33BE-BC6D-5913-6BB3-89CCBF31E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2101"/>
            <a:ext cx="8207374" cy="761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2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تتيح أنظمة الحجز إمكانية توصيل الحجوزات بين عمليات المكتب الأمامي والنزلاء/الإدارات الأخرى.</a:t>
            </a:r>
          </a:p>
          <a:p>
            <a:pPr indent="0" rtl="1"/>
            <a:endParaRPr lang="en-GB" alt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0C951-F7AC-A1B8-12A8-CF319EBA52EE}"/>
              </a:ext>
            </a:extLst>
          </p:cNvPr>
          <p:cNvGrpSpPr/>
          <p:nvPr/>
        </p:nvGrpSpPr>
        <p:grpSpPr>
          <a:xfrm flipH="1">
            <a:off x="481085" y="3140970"/>
            <a:ext cx="8194600" cy="3078042"/>
            <a:chOff x="481085" y="3140970"/>
            <a:chExt cx="8194600" cy="307804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B102ED-3CC6-2688-C33D-7D9908F34AB0}"/>
                </a:ext>
              </a:extLst>
            </p:cNvPr>
            <p:cNvSpPr/>
            <p:nvPr/>
          </p:nvSpPr>
          <p:spPr>
            <a:xfrm>
              <a:off x="2792068" y="3140970"/>
              <a:ext cx="5883617" cy="1256311"/>
            </a:xfrm>
            <a:custGeom>
              <a:avLst/>
              <a:gdLst>
                <a:gd name="connsiteX0" fmla="*/ 209389 w 1256311"/>
                <a:gd name="connsiteY0" fmla="*/ 0 h 5883617"/>
                <a:gd name="connsiteX1" fmla="*/ 1046922 w 1256311"/>
                <a:gd name="connsiteY1" fmla="*/ 0 h 5883617"/>
                <a:gd name="connsiteX2" fmla="*/ 1256311 w 1256311"/>
                <a:gd name="connsiteY2" fmla="*/ 209389 h 5883617"/>
                <a:gd name="connsiteX3" fmla="*/ 1256311 w 1256311"/>
                <a:gd name="connsiteY3" fmla="*/ 5883617 h 5883617"/>
                <a:gd name="connsiteX4" fmla="*/ 1256311 w 1256311"/>
                <a:gd name="connsiteY4" fmla="*/ 5883617 h 5883617"/>
                <a:gd name="connsiteX5" fmla="*/ 0 w 1256311"/>
                <a:gd name="connsiteY5" fmla="*/ 5883617 h 5883617"/>
                <a:gd name="connsiteX6" fmla="*/ 0 w 1256311"/>
                <a:gd name="connsiteY6" fmla="*/ 5883617 h 5883617"/>
                <a:gd name="connsiteX7" fmla="*/ 0 w 1256311"/>
                <a:gd name="connsiteY7" fmla="*/ 209389 h 5883617"/>
                <a:gd name="connsiteX8" fmla="*/ 209389 w 1256311"/>
                <a:gd name="connsiteY8" fmla="*/ 0 h 588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6311" h="5883617">
                  <a:moveTo>
                    <a:pt x="1256311" y="980622"/>
                  </a:moveTo>
                  <a:lnTo>
                    <a:pt x="1256311" y="4902995"/>
                  </a:lnTo>
                  <a:cubicBezTo>
                    <a:pt x="1256311" y="5444574"/>
                    <a:pt x="1236293" y="5883615"/>
                    <a:pt x="1211601" y="5883615"/>
                  </a:cubicBezTo>
                  <a:lnTo>
                    <a:pt x="0" y="5883615"/>
                  </a:lnTo>
                  <a:lnTo>
                    <a:pt x="0" y="5883615"/>
                  </a:lnTo>
                  <a:lnTo>
                    <a:pt x="0" y="2"/>
                  </a:lnTo>
                  <a:lnTo>
                    <a:pt x="0" y="2"/>
                  </a:lnTo>
                  <a:lnTo>
                    <a:pt x="1211601" y="2"/>
                  </a:lnTo>
                  <a:cubicBezTo>
                    <a:pt x="1236293" y="2"/>
                    <a:pt x="1256311" y="439043"/>
                    <a:pt x="1256311" y="980622"/>
                  </a:cubicBez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85153" rIns="308978" bIns="185153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SzPct val="85000"/>
                <a:buFont typeface="Wingdings" panose="05000000000000000000" pitchFamily="2" charset="2"/>
                <a:buChar char="§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كتيب غرف النوم</a:t>
              </a:r>
            </a:p>
            <a:p>
              <a:pPr marL="228600" lvl="1" indent="-228600" algn="r" defTabSz="977900" rtl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SzPct val="85000"/>
                <a:buFont typeface="Wingdings" panose="05000000000000000000" pitchFamily="2" charset="2"/>
                <a:buChar char="§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أقل شيوعًا</a:t>
              </a:r>
            </a:p>
            <a:p>
              <a:pPr marL="228600" lvl="1" indent="-228600" algn="r" defTabSz="977900" rtl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SzPct val="85000"/>
                <a:buFont typeface="Wingdings" panose="05000000000000000000" pitchFamily="2" charset="2"/>
                <a:buChar char="§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مناسب لشركات الضيافة الأصغر حجمًا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1C4A5E7-D1D7-884B-E870-E8A0F7D49FEF}"/>
                </a:ext>
              </a:extLst>
            </p:cNvPr>
            <p:cNvSpPr/>
            <p:nvPr/>
          </p:nvSpPr>
          <p:spPr>
            <a:xfrm>
              <a:off x="481085" y="3143260"/>
              <a:ext cx="2309323" cy="1253904"/>
            </a:xfrm>
            <a:custGeom>
              <a:avLst/>
              <a:gdLst>
                <a:gd name="connsiteX0" fmla="*/ 0 w 2309323"/>
                <a:gd name="connsiteY0" fmla="*/ 208988 h 1253904"/>
                <a:gd name="connsiteX1" fmla="*/ 208988 w 2309323"/>
                <a:gd name="connsiteY1" fmla="*/ 0 h 1253904"/>
                <a:gd name="connsiteX2" fmla="*/ 2100335 w 2309323"/>
                <a:gd name="connsiteY2" fmla="*/ 0 h 1253904"/>
                <a:gd name="connsiteX3" fmla="*/ 2309323 w 2309323"/>
                <a:gd name="connsiteY3" fmla="*/ 208988 h 1253904"/>
                <a:gd name="connsiteX4" fmla="*/ 2309323 w 2309323"/>
                <a:gd name="connsiteY4" fmla="*/ 1044916 h 1253904"/>
                <a:gd name="connsiteX5" fmla="*/ 2100335 w 2309323"/>
                <a:gd name="connsiteY5" fmla="*/ 1253904 h 1253904"/>
                <a:gd name="connsiteX6" fmla="*/ 208988 w 2309323"/>
                <a:gd name="connsiteY6" fmla="*/ 1253904 h 1253904"/>
                <a:gd name="connsiteX7" fmla="*/ 0 w 2309323"/>
                <a:gd name="connsiteY7" fmla="*/ 1044916 h 1253904"/>
                <a:gd name="connsiteX8" fmla="*/ 0 w 2309323"/>
                <a:gd name="connsiteY8" fmla="*/ 208988 h 1253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9323" h="1253904">
                  <a:moveTo>
                    <a:pt x="0" y="208988"/>
                  </a:moveTo>
                  <a:cubicBezTo>
                    <a:pt x="0" y="93567"/>
                    <a:pt x="93567" y="0"/>
                    <a:pt x="208988" y="0"/>
                  </a:cubicBezTo>
                  <a:lnTo>
                    <a:pt x="2100335" y="0"/>
                  </a:lnTo>
                  <a:cubicBezTo>
                    <a:pt x="2215756" y="0"/>
                    <a:pt x="2309323" y="93567"/>
                    <a:pt x="2309323" y="208988"/>
                  </a:cubicBezTo>
                  <a:lnTo>
                    <a:pt x="2309323" y="1044916"/>
                  </a:lnTo>
                  <a:cubicBezTo>
                    <a:pt x="2309323" y="1160337"/>
                    <a:pt x="2215756" y="1253904"/>
                    <a:pt x="2100335" y="1253904"/>
                  </a:cubicBezTo>
                  <a:lnTo>
                    <a:pt x="208988" y="1253904"/>
                  </a:lnTo>
                  <a:cubicBezTo>
                    <a:pt x="93567" y="1253904"/>
                    <a:pt x="0" y="1160337"/>
                    <a:pt x="0" y="1044916"/>
                  </a:cubicBezTo>
                  <a:lnTo>
                    <a:pt x="0" y="208988"/>
                  </a:lnTo>
                  <a:close/>
                </a:path>
              </a:pathLst>
            </a:custGeom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3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5031" tIns="103121" rIns="145031" bIns="103121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الدليل 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23A8F87-1FF8-A33E-A20F-DE5C9088F4F6}"/>
                </a:ext>
              </a:extLst>
            </p:cNvPr>
            <p:cNvSpPr/>
            <p:nvPr/>
          </p:nvSpPr>
          <p:spPr>
            <a:xfrm>
              <a:off x="2788008" y="4587792"/>
              <a:ext cx="5881346" cy="1504494"/>
            </a:xfrm>
            <a:custGeom>
              <a:avLst/>
              <a:gdLst>
                <a:gd name="connsiteX0" fmla="*/ 250754 w 1504494"/>
                <a:gd name="connsiteY0" fmla="*/ 0 h 5881346"/>
                <a:gd name="connsiteX1" fmla="*/ 1253740 w 1504494"/>
                <a:gd name="connsiteY1" fmla="*/ 0 h 5881346"/>
                <a:gd name="connsiteX2" fmla="*/ 1504494 w 1504494"/>
                <a:gd name="connsiteY2" fmla="*/ 250754 h 5881346"/>
                <a:gd name="connsiteX3" fmla="*/ 1504494 w 1504494"/>
                <a:gd name="connsiteY3" fmla="*/ 5881346 h 5881346"/>
                <a:gd name="connsiteX4" fmla="*/ 1504494 w 1504494"/>
                <a:gd name="connsiteY4" fmla="*/ 5881346 h 5881346"/>
                <a:gd name="connsiteX5" fmla="*/ 0 w 1504494"/>
                <a:gd name="connsiteY5" fmla="*/ 5881346 h 5881346"/>
                <a:gd name="connsiteX6" fmla="*/ 0 w 1504494"/>
                <a:gd name="connsiteY6" fmla="*/ 5881346 h 5881346"/>
                <a:gd name="connsiteX7" fmla="*/ 0 w 1504494"/>
                <a:gd name="connsiteY7" fmla="*/ 250754 h 5881346"/>
                <a:gd name="connsiteX8" fmla="*/ 250754 w 1504494"/>
                <a:gd name="connsiteY8" fmla="*/ 0 h 588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04494" h="5881346">
                  <a:moveTo>
                    <a:pt x="1504494" y="980245"/>
                  </a:moveTo>
                  <a:lnTo>
                    <a:pt x="1504494" y="4901101"/>
                  </a:lnTo>
                  <a:cubicBezTo>
                    <a:pt x="1504494" y="5442476"/>
                    <a:pt x="1475775" y="5881344"/>
                    <a:pt x="1440349" y="5881344"/>
                  </a:cubicBezTo>
                  <a:lnTo>
                    <a:pt x="0" y="5881344"/>
                  </a:lnTo>
                  <a:lnTo>
                    <a:pt x="0" y="5881344"/>
                  </a:lnTo>
                  <a:lnTo>
                    <a:pt x="0" y="2"/>
                  </a:lnTo>
                  <a:lnTo>
                    <a:pt x="0" y="2"/>
                  </a:lnTo>
                  <a:lnTo>
                    <a:pt x="1440349" y="2"/>
                  </a:lnTo>
                  <a:cubicBezTo>
                    <a:pt x="1475775" y="2"/>
                    <a:pt x="1504494" y="438870"/>
                    <a:pt x="1504494" y="980245"/>
                  </a:cubicBezTo>
                  <a:close/>
                </a:path>
              </a:pathLst>
            </a:custGeom>
          </p:spPr>
          <p:style>
            <a:ln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97267" rIns="321092" bIns="197269" numCol="1" spcCol="1270" rtlCol="1" anchor="ctr" anchorCtr="0">
              <a:noAutofit/>
            </a:bodyPr>
            <a:lstStyle/>
            <a:p>
              <a:pPr marL="228600" lvl="1" indent="-228600" algn="r" defTabSz="977900" rtl="1">
                <a:lnSpc>
                  <a:spcPct val="110000"/>
                </a:lnSpc>
                <a:spcBef>
                  <a:spcPct val="0"/>
                </a:spcBef>
                <a:spcAft>
                  <a:spcPct val="15000"/>
                </a:spcAft>
                <a:buSzPct val="85000"/>
                <a:buFont typeface="Wingdings" panose="05000000000000000000" pitchFamily="2" charset="2"/>
                <a:buChar char="§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معلومات حول الحسابات، وتوفر الغرف، والتقارير، والصيانة</a:t>
              </a:r>
            </a:p>
            <a:p>
              <a:pPr marL="228600" lvl="1" indent="-228600" algn="r" defTabSz="977900" rtl="1">
                <a:lnSpc>
                  <a:spcPct val="110000"/>
                </a:lnSpc>
                <a:spcBef>
                  <a:spcPct val="0"/>
                </a:spcBef>
                <a:spcAft>
                  <a:spcPct val="15000"/>
                </a:spcAft>
                <a:buSzPct val="85000"/>
                <a:buFont typeface="Wingdings" panose="05000000000000000000" pitchFamily="2" charset="2"/>
                <a:buChar char="§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 للنزلاء الوصول إلى المشتريات وإجرائها</a:t>
              </a:r>
            </a:p>
            <a:p>
              <a:pPr marL="228600" lvl="1" indent="-228600" algn="r" defTabSz="977900" rtl="1">
                <a:lnSpc>
                  <a:spcPct val="110000"/>
                </a:lnSpc>
                <a:spcBef>
                  <a:spcPct val="0"/>
                </a:spcBef>
                <a:spcAft>
                  <a:spcPct val="15000"/>
                </a:spcAft>
                <a:buSzPct val="85000"/>
                <a:buFont typeface="Wingdings" panose="05000000000000000000" pitchFamily="2" charset="2"/>
                <a:buChar char="§"/>
              </a:pPr>
              <a:r>
                <a:rPr lang="ar" sz="22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 تخصيصه حسب احتياجات الشركات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D0AA6E4-DABD-C1F4-FCC4-37E6C6926F91}"/>
                </a:ext>
              </a:extLst>
            </p:cNvPr>
            <p:cNvSpPr/>
            <p:nvPr/>
          </p:nvSpPr>
          <p:spPr>
            <a:xfrm>
              <a:off x="481085" y="4461064"/>
              <a:ext cx="2306923" cy="1757948"/>
            </a:xfrm>
            <a:custGeom>
              <a:avLst/>
              <a:gdLst>
                <a:gd name="connsiteX0" fmla="*/ 0 w 2306923"/>
                <a:gd name="connsiteY0" fmla="*/ 292997 h 1757948"/>
                <a:gd name="connsiteX1" fmla="*/ 292997 w 2306923"/>
                <a:gd name="connsiteY1" fmla="*/ 0 h 1757948"/>
                <a:gd name="connsiteX2" fmla="*/ 2013926 w 2306923"/>
                <a:gd name="connsiteY2" fmla="*/ 0 h 1757948"/>
                <a:gd name="connsiteX3" fmla="*/ 2306923 w 2306923"/>
                <a:gd name="connsiteY3" fmla="*/ 292997 h 1757948"/>
                <a:gd name="connsiteX4" fmla="*/ 2306923 w 2306923"/>
                <a:gd name="connsiteY4" fmla="*/ 1464951 h 1757948"/>
                <a:gd name="connsiteX5" fmla="*/ 2013926 w 2306923"/>
                <a:gd name="connsiteY5" fmla="*/ 1757948 h 1757948"/>
                <a:gd name="connsiteX6" fmla="*/ 292997 w 2306923"/>
                <a:gd name="connsiteY6" fmla="*/ 1757948 h 1757948"/>
                <a:gd name="connsiteX7" fmla="*/ 0 w 2306923"/>
                <a:gd name="connsiteY7" fmla="*/ 1464951 h 1757948"/>
                <a:gd name="connsiteX8" fmla="*/ 0 w 2306923"/>
                <a:gd name="connsiteY8" fmla="*/ 292997 h 175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6923" h="1757948">
                  <a:moveTo>
                    <a:pt x="0" y="292997"/>
                  </a:moveTo>
                  <a:cubicBezTo>
                    <a:pt x="0" y="131179"/>
                    <a:pt x="131179" y="0"/>
                    <a:pt x="292997" y="0"/>
                  </a:cubicBezTo>
                  <a:lnTo>
                    <a:pt x="2013926" y="0"/>
                  </a:lnTo>
                  <a:cubicBezTo>
                    <a:pt x="2175744" y="0"/>
                    <a:pt x="2306923" y="131179"/>
                    <a:pt x="2306923" y="292997"/>
                  </a:cubicBezTo>
                  <a:lnTo>
                    <a:pt x="2306923" y="1464951"/>
                  </a:lnTo>
                  <a:cubicBezTo>
                    <a:pt x="2306923" y="1626769"/>
                    <a:pt x="2175744" y="1757948"/>
                    <a:pt x="2013926" y="1757948"/>
                  </a:cubicBezTo>
                  <a:lnTo>
                    <a:pt x="292997" y="1757948"/>
                  </a:lnTo>
                  <a:cubicBezTo>
                    <a:pt x="131179" y="1757948"/>
                    <a:pt x="0" y="1626769"/>
                    <a:pt x="0" y="1464951"/>
                  </a:cubicBezTo>
                  <a:lnTo>
                    <a:pt x="0" y="292997"/>
                  </a:lnTo>
                  <a:close/>
                </a:path>
              </a:pathLst>
            </a:custGeom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3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636" tIns="127726" rIns="169636" bIns="127726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نظام</a:t>
              </a:r>
            </a:p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إدارة العقارات </a:t>
              </a:r>
              <a:br>
                <a:rPr lang="en-US" sz="2200" b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200" b="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المحوسب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التواصل: التوقع والتقارير</a:t>
            </a:r>
            <a:r>
              <a:rPr lang="ar" sz="3800" b="1">
                <a:solidFill>
                  <a:schemeClr val="tx2"/>
                </a:solidFill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303891" y="2316608"/>
            <a:ext cx="4558410" cy="312365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20000"/>
              </a:lnSpc>
              <a:spcBef>
                <a:spcPts val="0"/>
              </a:spcBef>
              <a:buNone/>
            </a:pPr>
            <a:r>
              <a:rPr lang="ar"/>
              <a:t>توقع لمعدلات الإشغال للسماح بالتخطيط في </a:t>
            </a:r>
            <a:br>
              <a:rPr lang="en-US"/>
            </a:br>
            <a:r>
              <a:rPr lang="ar"/>
              <a:t>إدارات أخرى.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ar">
                <a:solidFill>
                  <a:srgbClr val="000000"/>
                </a:solidFill>
              </a:rPr>
              <a:t>مراجعة </a:t>
            </a:r>
            <a:r>
              <a:rPr lang="ar" b="0" i="0">
                <a:solidFill>
                  <a:srgbClr val="000000"/>
                </a:solidFill>
                <a:effectLst/>
              </a:rPr>
              <a:t>معدل الإشغال في العام السابق 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ar">
                <a:solidFill>
                  <a:srgbClr val="000000"/>
                </a:solidFill>
              </a:rPr>
              <a:t>مراجعة </a:t>
            </a:r>
            <a:r>
              <a:rPr lang="ar" b="0" i="0">
                <a:solidFill>
                  <a:srgbClr val="000000"/>
                </a:solidFill>
                <a:effectLst/>
              </a:rPr>
              <a:t>الحجوزات المسبقة 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ar" b="0" i="0">
                <a:solidFill>
                  <a:srgbClr val="000000"/>
                </a:solidFill>
                <a:effectLst/>
              </a:rPr>
              <a:t>تقييم أي تغييرات في السوق، والتي قد تزيد الطلب على الأسرّة. 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0C2F3D9-6274-3D21-517A-AF2863E55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2" y="5157192"/>
            <a:ext cx="8424166" cy="126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87313" indent="0" rtl="1">
              <a:buFont typeface="Wingdings" pitchFamily="2" charset="2"/>
              <a:buNone/>
            </a:pPr>
            <a:r>
              <a:rPr lang="ar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التقارير التي تعدها المكاتب الأمامية والتي تستخدمها الإدارات الأخرى، مثل النزلاء القادمين وحالة الغرفة ومغادرة الإشغال والطلبات الخاصة.</a:t>
            </a:r>
          </a:p>
          <a:p>
            <a:pPr marL="685800" rtl="1"/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3D6EE-F19E-F8AB-4332-1AD57C02B87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63" y="2463144"/>
            <a:ext cx="3812717" cy="254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043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5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 مع الأقسام الأخرى</a:t>
            </a:r>
            <a:endParaRPr lang="en-GB" altLang="en-US" sz="34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49E8D8-9682-52C1-029C-CF976A25E91D}"/>
              </a:ext>
            </a:extLst>
          </p:cNvPr>
          <p:cNvGrpSpPr/>
          <p:nvPr/>
        </p:nvGrpSpPr>
        <p:grpSpPr>
          <a:xfrm flipH="1">
            <a:off x="179512" y="1593236"/>
            <a:ext cx="8776907" cy="5264767"/>
            <a:chOff x="179512" y="1593236"/>
            <a:chExt cx="8776907" cy="526476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C3BD289-53DE-565D-E8AF-D5CA2FF18F17}"/>
                </a:ext>
              </a:extLst>
            </p:cNvPr>
            <p:cNvSpPr/>
            <p:nvPr/>
          </p:nvSpPr>
          <p:spPr>
            <a:xfrm rot="21600000">
              <a:off x="179512" y="2627944"/>
              <a:ext cx="4639890" cy="3324496"/>
            </a:xfrm>
            <a:custGeom>
              <a:avLst/>
              <a:gdLst>
                <a:gd name="connsiteX0" fmla="*/ 554193 w 3324496"/>
                <a:gd name="connsiteY0" fmla="*/ 0 h 4639890"/>
                <a:gd name="connsiteX1" fmla="*/ 2770303 w 3324496"/>
                <a:gd name="connsiteY1" fmla="*/ 0 h 4639890"/>
                <a:gd name="connsiteX2" fmla="*/ 3324496 w 3324496"/>
                <a:gd name="connsiteY2" fmla="*/ 554193 h 4639890"/>
                <a:gd name="connsiteX3" fmla="*/ 3324496 w 3324496"/>
                <a:gd name="connsiteY3" fmla="*/ 4639890 h 4639890"/>
                <a:gd name="connsiteX4" fmla="*/ 3324496 w 3324496"/>
                <a:gd name="connsiteY4" fmla="*/ 4639890 h 4639890"/>
                <a:gd name="connsiteX5" fmla="*/ 0 w 3324496"/>
                <a:gd name="connsiteY5" fmla="*/ 4639890 h 4639890"/>
                <a:gd name="connsiteX6" fmla="*/ 0 w 3324496"/>
                <a:gd name="connsiteY6" fmla="*/ 4639890 h 4639890"/>
                <a:gd name="connsiteX7" fmla="*/ 0 w 3324496"/>
                <a:gd name="connsiteY7" fmla="*/ 554193 h 4639890"/>
                <a:gd name="connsiteX8" fmla="*/ 554193 w 3324496"/>
                <a:gd name="connsiteY8" fmla="*/ 0 h 463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4496" h="4639890">
                  <a:moveTo>
                    <a:pt x="0" y="3866421"/>
                  </a:moveTo>
                  <a:lnTo>
                    <a:pt x="0" y="773469"/>
                  </a:lnTo>
                  <a:cubicBezTo>
                    <a:pt x="0" y="346295"/>
                    <a:pt x="177779" y="1"/>
                    <a:pt x="397081" y="1"/>
                  </a:cubicBezTo>
                  <a:lnTo>
                    <a:pt x="3324496" y="1"/>
                  </a:lnTo>
                  <a:lnTo>
                    <a:pt x="3324496" y="1"/>
                  </a:lnTo>
                  <a:lnTo>
                    <a:pt x="3324496" y="4639889"/>
                  </a:lnTo>
                  <a:lnTo>
                    <a:pt x="3324496" y="4639889"/>
                  </a:lnTo>
                  <a:lnTo>
                    <a:pt x="397081" y="4639889"/>
                  </a:lnTo>
                  <a:cubicBezTo>
                    <a:pt x="177779" y="4639889"/>
                    <a:pt x="0" y="4293595"/>
                    <a:pt x="0" y="3866421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3758" tIns="314718" rIns="137160" bIns="314718" numCol="1" spcCol="1270" rtlCol="1" anchor="t" anchorCtr="0">
              <a:noAutofit/>
            </a:bodyPr>
            <a:lstStyle/>
            <a:p>
              <a:pPr marL="0" lvl="0" algn="r" defTabSz="1066800" rtl="1">
                <a:lnSpc>
                  <a:spcPct val="12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المكتب الأمامي</a:t>
              </a:r>
            </a:p>
            <a:p>
              <a:pPr marL="174625" lvl="0" indent="-174625" algn="r" defTabSz="10668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22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Wingdings 2" panose="05020102010507070707" pitchFamily="18" charset="2"/>
                </a:rPr>
                <a:t></a:t>
              </a:r>
              <a:r>
                <a:rPr lang="ar" sz="24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Wingdings 2" panose="05020102010507070707" pitchFamily="18" charset="2"/>
                </a:rPr>
                <a:t> </a:t>
              </a:r>
              <a:r>
                <a:rPr lang="ar" sz="24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حجوزات </a:t>
              </a: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الطاولات، والمتطلبات الغذائية، </a:t>
              </a:r>
              <a:br>
                <a:rPr lang="en-US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وشروط الحجز</a:t>
              </a:r>
              <a:endParaRPr lang="en-GB" sz="2400" b="0" i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174625" lvl="0" indent="-174625" algn="r" defTabSz="10668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22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Wingdings 2" panose="05020102010507070707" pitchFamily="18" charset="2"/>
                </a:rPr>
                <a:t></a:t>
              </a:r>
              <a:r>
                <a:rPr lang="ar" sz="24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المغادرة المبكرة والوصول المتأخر وحالة الغرفة</a:t>
              </a:r>
            </a:p>
            <a:p>
              <a:pPr marL="174625" lvl="0" indent="-174625" algn="r" defTabSz="10668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22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Wingdings 2" panose="05020102010507070707" pitchFamily="18" charset="2"/>
                </a:rPr>
                <a:t></a:t>
              </a:r>
              <a:r>
                <a:rPr lang="ar" sz="24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  <a:sym typeface="Wingdings 2" panose="05020102010507070707" pitchFamily="18" charset="2"/>
                </a:rPr>
                <a:t> </a:t>
              </a:r>
              <a:r>
                <a:rPr lang="ar" sz="2400" b="0" i="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إصلاحات الطوارئ ومشكلات الصيانة</a:t>
              </a:r>
              <a:endParaRPr lang="en-GB" sz="24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F3E4B7-1EB8-935A-9B1C-CBBA668318E5}"/>
                </a:ext>
              </a:extLst>
            </p:cNvPr>
            <p:cNvSpPr/>
            <p:nvPr/>
          </p:nvSpPr>
          <p:spPr>
            <a:xfrm>
              <a:off x="5076065" y="2475947"/>
              <a:ext cx="3880354" cy="3476493"/>
            </a:xfrm>
            <a:custGeom>
              <a:avLst/>
              <a:gdLst>
                <a:gd name="connsiteX0" fmla="*/ 579531 w 3476492"/>
                <a:gd name="connsiteY0" fmla="*/ 0 h 3880353"/>
                <a:gd name="connsiteX1" fmla="*/ 2896961 w 3476492"/>
                <a:gd name="connsiteY1" fmla="*/ 0 h 3880353"/>
                <a:gd name="connsiteX2" fmla="*/ 3476492 w 3476492"/>
                <a:gd name="connsiteY2" fmla="*/ 579531 h 3880353"/>
                <a:gd name="connsiteX3" fmla="*/ 3476492 w 3476492"/>
                <a:gd name="connsiteY3" fmla="*/ 3880353 h 3880353"/>
                <a:gd name="connsiteX4" fmla="*/ 3476492 w 3476492"/>
                <a:gd name="connsiteY4" fmla="*/ 3880353 h 3880353"/>
                <a:gd name="connsiteX5" fmla="*/ 0 w 3476492"/>
                <a:gd name="connsiteY5" fmla="*/ 3880353 h 3880353"/>
                <a:gd name="connsiteX6" fmla="*/ 0 w 3476492"/>
                <a:gd name="connsiteY6" fmla="*/ 3880353 h 3880353"/>
                <a:gd name="connsiteX7" fmla="*/ 0 w 3476492"/>
                <a:gd name="connsiteY7" fmla="*/ 579531 h 3880353"/>
                <a:gd name="connsiteX8" fmla="*/ 579531 w 3476492"/>
                <a:gd name="connsiteY8" fmla="*/ 0 h 388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76492" h="3880353">
                  <a:moveTo>
                    <a:pt x="3476492" y="646855"/>
                  </a:moveTo>
                  <a:lnTo>
                    <a:pt x="3476492" y="3233498"/>
                  </a:lnTo>
                  <a:cubicBezTo>
                    <a:pt x="3476492" y="3590746"/>
                    <a:pt x="3244031" y="3880352"/>
                    <a:pt x="2957277" y="3880352"/>
                  </a:cubicBezTo>
                  <a:lnTo>
                    <a:pt x="0" y="3880352"/>
                  </a:lnTo>
                  <a:lnTo>
                    <a:pt x="0" y="3880352"/>
                  </a:lnTo>
                  <a:lnTo>
                    <a:pt x="0" y="1"/>
                  </a:lnTo>
                  <a:lnTo>
                    <a:pt x="0" y="1"/>
                  </a:lnTo>
                  <a:lnTo>
                    <a:pt x="2957277" y="1"/>
                  </a:lnTo>
                  <a:cubicBezTo>
                    <a:pt x="3244031" y="1"/>
                    <a:pt x="3476492" y="289607"/>
                    <a:pt x="3476492" y="6468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1" tIns="322140" rIns="261179" bIns="322139" numCol="1" spcCol="1270" rtlCol="1" anchor="t" anchorCtr="0">
              <a:noAutofit/>
            </a:bodyPr>
            <a:lstStyle/>
            <a:p>
              <a:pPr marL="0" lvl="0" indent="0" defTabSz="10668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24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الأغذية والمشروبات/ المآدب </a:t>
              </a: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قوائم الطعام والأحداث الخاصة والرسوم</a:t>
              </a:r>
            </a:p>
            <a:p>
              <a:pPr marL="0" lvl="0" indent="0" defTabSz="10668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2400" b="1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خدمات الإقامة/ خدمات النظافة - </a:t>
              </a:r>
              <a:r>
                <a:rPr lang="ar" sz="2400" kern="120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تغيير الغرفة والمفقودات</a:t>
              </a:r>
            </a:p>
            <a:p>
              <a:pPr marL="0" lvl="0" indent="0" defTabSz="1066800" rtl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ar" sz="2400" b="1" kern="1200" spc="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الصيانة </a:t>
              </a:r>
              <a:r>
                <a:rPr lang="ar" sz="2400" kern="1200" spc="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-</a:t>
              </a:r>
              <a:r>
                <a:rPr lang="en" sz="2400" b="1" kern="1200" spc="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 </a:t>
              </a:r>
              <a:r>
                <a:rPr lang="en" sz="2400" kern="1200" spc="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إكمال الإصلاحات، </a:t>
              </a:r>
              <a:br>
                <a:rPr lang="en" sz="2400" kern="1200" spc="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en" sz="2400" kern="1200" spc="3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وجدول الصيانة</a:t>
              </a:r>
            </a:p>
          </p:txBody>
        </p:sp>
        <p:sp>
          <p:nvSpPr>
            <p:cNvPr id="16" name="Arrow: Circular 15">
              <a:extLst>
                <a:ext uri="{FF2B5EF4-FFF2-40B4-BE49-F238E27FC236}">
                  <a16:creationId xmlns:a16="http://schemas.microsoft.com/office/drawing/2014/main" id="{C2261102-91D6-5584-AF19-BD64BDA9EDDC}"/>
                </a:ext>
              </a:extLst>
            </p:cNvPr>
            <p:cNvSpPr/>
            <p:nvPr/>
          </p:nvSpPr>
          <p:spPr>
            <a:xfrm>
              <a:off x="3923927" y="1593236"/>
              <a:ext cx="1733164" cy="1733240"/>
            </a:xfrm>
            <a:prstGeom prst="circularArrow">
              <a:avLst>
                <a:gd name="adj1" fmla="val 12500"/>
                <a:gd name="adj2" fmla="val 1142322"/>
                <a:gd name="adj3" fmla="val 20457678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Arrow: Circular 16">
              <a:extLst>
                <a:ext uri="{FF2B5EF4-FFF2-40B4-BE49-F238E27FC236}">
                  <a16:creationId xmlns:a16="http://schemas.microsoft.com/office/drawing/2014/main" id="{654D280F-183B-1D72-E79B-1924C9EA04CD}"/>
                </a:ext>
              </a:extLst>
            </p:cNvPr>
            <p:cNvSpPr/>
            <p:nvPr/>
          </p:nvSpPr>
          <p:spPr>
            <a:xfrm rot="10800000">
              <a:off x="3923937" y="5137413"/>
              <a:ext cx="1589137" cy="1720590"/>
            </a:xfrm>
            <a:prstGeom prst="circularArrow">
              <a:avLst>
                <a:gd name="adj1" fmla="val 12500"/>
                <a:gd name="adj2" fmla="val 1142322"/>
                <a:gd name="adj3" fmla="val 20457678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1290285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الوثائق (1)</a:t>
            </a: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DD283F-160B-2528-7526-0B005F574D87}"/>
              </a:ext>
            </a:extLst>
          </p:cNvPr>
          <p:cNvSpPr/>
          <p:nvPr/>
        </p:nvSpPr>
        <p:spPr>
          <a:xfrm>
            <a:off x="468311" y="2197609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Document">
            <a:extLst>
              <a:ext uri="{FF2B5EF4-FFF2-40B4-BE49-F238E27FC236}">
                <a16:creationId xmlns:a16="http://schemas.microsoft.com/office/drawing/2014/main" id="{696020C8-764E-3ED6-489B-05CE4ADBAD23}"/>
              </a:ext>
            </a:extLst>
          </p:cNvPr>
          <p:cNvSpPr/>
          <p:nvPr/>
        </p:nvSpPr>
        <p:spPr>
          <a:xfrm>
            <a:off x="7980187" y="2381172"/>
            <a:ext cx="448709" cy="448709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3C71ABA-0A03-B76F-133A-6CA8C8F2276A}"/>
              </a:ext>
            </a:extLst>
          </p:cNvPr>
          <p:cNvSpPr/>
          <p:nvPr/>
        </p:nvSpPr>
        <p:spPr>
          <a:xfrm>
            <a:off x="468312" y="2197609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المستندات القياسية (الورقية والإلكترونية) المستخدمة في عمليات المكاتب الأمامية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7A89FA-B9C0-D27A-08FA-DDC5486AE8DB}"/>
              </a:ext>
            </a:extLst>
          </p:cNvPr>
          <p:cNvSpPr/>
          <p:nvPr/>
        </p:nvSpPr>
        <p:spPr>
          <a:xfrm>
            <a:off x="468311" y="3217403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 descr="Bus">
            <a:extLst>
              <a:ext uri="{FF2B5EF4-FFF2-40B4-BE49-F238E27FC236}">
                <a16:creationId xmlns:a16="http://schemas.microsoft.com/office/drawing/2014/main" id="{4AB85D9B-AC1A-FEDD-6291-F2BB624FDE3B}"/>
              </a:ext>
            </a:extLst>
          </p:cNvPr>
          <p:cNvSpPr/>
          <p:nvPr/>
        </p:nvSpPr>
        <p:spPr>
          <a:xfrm>
            <a:off x="7980187" y="3400966"/>
            <a:ext cx="448709" cy="448709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6974719-A4B3-E93C-86CE-C628FECBBE18}"/>
              </a:ext>
            </a:extLst>
          </p:cNvPr>
          <p:cNvSpPr/>
          <p:nvPr/>
        </p:nvSpPr>
        <p:spPr>
          <a:xfrm>
            <a:off x="468312" y="3217403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b="1" kern="1200" spc="-20">
                <a:latin typeface="Sakkal Majalla" panose="02000000000000000000" pitchFamily="2" charset="-78"/>
                <a:cs typeface="Sakkal Majalla" panose="02000000000000000000" pitchFamily="2" charset="-78"/>
              </a:rPr>
              <a:t>قوائم الوصول والمغادرة</a:t>
            </a:r>
            <a:r>
              <a:rPr lang="en-US" sz="2400" b="1" kern="1200" spc="-2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400" kern="1200" spc="-2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لتعقب وصول ومغادرة النزلاء في ذلك اليوم المحدد.</a:t>
            </a:r>
            <a:endParaRPr lang="en-US" sz="2400" kern="1200" spc="-2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D8CEC8-0850-0568-577C-82CF69CA7E3E}"/>
              </a:ext>
            </a:extLst>
          </p:cNvPr>
          <p:cNvSpPr/>
          <p:nvPr/>
        </p:nvSpPr>
        <p:spPr>
          <a:xfrm>
            <a:off x="468311" y="4237197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Bar chart">
            <a:extLst>
              <a:ext uri="{FF2B5EF4-FFF2-40B4-BE49-F238E27FC236}">
                <a16:creationId xmlns:a16="http://schemas.microsoft.com/office/drawing/2014/main" id="{BDDAAF00-77B7-847F-DB49-8AA08D272CF0}"/>
              </a:ext>
            </a:extLst>
          </p:cNvPr>
          <p:cNvSpPr/>
          <p:nvPr/>
        </p:nvSpPr>
        <p:spPr>
          <a:xfrm>
            <a:off x="7980187" y="4420760"/>
            <a:ext cx="448709" cy="448709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8FE0CC-690B-88F3-A8B5-C4644D3AE409}"/>
              </a:ext>
            </a:extLst>
          </p:cNvPr>
          <p:cNvSpPr/>
          <p:nvPr/>
        </p:nvSpPr>
        <p:spPr>
          <a:xfrm>
            <a:off x="468312" y="4237197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تقارير حالة الغرفة</a:t>
            </a:r>
            <a:r>
              <a:rPr lang="en-US" sz="24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4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(الإشغال) تحتوي على تفاصيل استخدام كل غرفة.</a:t>
            </a:r>
            <a:endParaRPr lang="en-US" sz="24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6905DE-0A7F-FA35-A983-573EDFDA72A1}"/>
              </a:ext>
            </a:extLst>
          </p:cNvPr>
          <p:cNvSpPr/>
          <p:nvPr/>
        </p:nvSpPr>
        <p:spPr>
          <a:xfrm>
            <a:off x="468311" y="5256991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CheckList">
            <a:extLst>
              <a:ext uri="{FF2B5EF4-FFF2-40B4-BE49-F238E27FC236}">
                <a16:creationId xmlns:a16="http://schemas.microsoft.com/office/drawing/2014/main" id="{D988D7C8-4F75-E8C8-C1BD-9B9F165D4A9F}"/>
              </a:ext>
            </a:extLst>
          </p:cNvPr>
          <p:cNvSpPr/>
          <p:nvPr/>
        </p:nvSpPr>
        <p:spPr>
          <a:xfrm>
            <a:off x="7980187" y="5440554"/>
            <a:ext cx="448709" cy="448709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126EA6C-8E23-E208-A2F5-DB7773AA4374}"/>
              </a:ext>
            </a:extLst>
          </p:cNvPr>
          <p:cNvSpPr/>
          <p:nvPr/>
        </p:nvSpPr>
        <p:spPr>
          <a:xfrm>
            <a:off x="468312" y="5256991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القوائم المرجعية</a:t>
            </a:r>
            <a:r>
              <a:rPr lang="en-US" sz="24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4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لتمكين مراقبة اكتمال المهام أو إجراءات العمل.</a:t>
            </a:r>
            <a:endParaRPr lang="en-US" sz="24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582222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الوثائق (2)</a:t>
            </a: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E7D391-6085-5308-6D42-5B320CBD286E}"/>
              </a:ext>
            </a:extLst>
          </p:cNvPr>
          <p:cNvSpPr/>
          <p:nvPr/>
        </p:nvSpPr>
        <p:spPr>
          <a:xfrm>
            <a:off x="468311" y="2197609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Firefighter">
            <a:extLst>
              <a:ext uri="{FF2B5EF4-FFF2-40B4-BE49-F238E27FC236}">
                <a16:creationId xmlns:a16="http://schemas.microsoft.com/office/drawing/2014/main" id="{60D783EB-DB47-EFE0-D2CB-656B3DAE95EB}"/>
              </a:ext>
            </a:extLst>
          </p:cNvPr>
          <p:cNvSpPr/>
          <p:nvPr/>
        </p:nvSpPr>
        <p:spPr>
          <a:xfrm>
            <a:off x="7980187" y="2381172"/>
            <a:ext cx="448709" cy="448709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07CF09E-E655-3645-B751-A3EECD09B284}"/>
              </a:ext>
            </a:extLst>
          </p:cNvPr>
          <p:cNvSpPr/>
          <p:nvPr/>
        </p:nvSpPr>
        <p:spPr>
          <a:xfrm>
            <a:off x="468312" y="2197609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لائحة مناوبة المهام </a:t>
            </a:r>
            <a:r>
              <a:rPr lang="ar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لتخطيط تغطية الأدوار والمسئوليات المطلوبة لإدارة عمليات المكاتب الأمامية</a:t>
            </a:r>
            <a:r>
              <a:rPr lang="ar" sz="2200" kern="1200"/>
              <a:t>.</a:t>
            </a:r>
            <a:endParaRPr lang="en-US" sz="2200" kern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043705-A2D8-6C6A-7E6B-2B8C2236A30D}"/>
              </a:ext>
            </a:extLst>
          </p:cNvPr>
          <p:cNvSpPr/>
          <p:nvPr/>
        </p:nvSpPr>
        <p:spPr>
          <a:xfrm>
            <a:off x="468311" y="3217403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 descr="Tools">
            <a:extLst>
              <a:ext uri="{FF2B5EF4-FFF2-40B4-BE49-F238E27FC236}">
                <a16:creationId xmlns:a16="http://schemas.microsoft.com/office/drawing/2014/main" id="{340CCD34-B7DF-DF1B-B3F5-E5A4F3A7B658}"/>
              </a:ext>
            </a:extLst>
          </p:cNvPr>
          <p:cNvSpPr/>
          <p:nvPr/>
        </p:nvSpPr>
        <p:spPr>
          <a:xfrm>
            <a:off x="7980187" y="3400966"/>
            <a:ext cx="448709" cy="448709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B791CD-1450-C6EF-C048-2A3E9B87FE92}"/>
              </a:ext>
            </a:extLst>
          </p:cNvPr>
          <p:cNvSpPr/>
          <p:nvPr/>
        </p:nvSpPr>
        <p:spPr>
          <a:xfrm>
            <a:off x="468312" y="3217403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الصيانة</a:t>
            </a:r>
            <a:r>
              <a:rPr lang="en-US" sz="22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لتعقب مشكلات الصيانة وتقدمها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B0B422-C855-2146-643F-E713F26EB22D}"/>
              </a:ext>
            </a:extLst>
          </p:cNvPr>
          <p:cNvSpPr/>
          <p:nvPr/>
        </p:nvSpPr>
        <p:spPr>
          <a:xfrm>
            <a:off x="468311" y="4237197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Tick">
            <a:extLst>
              <a:ext uri="{FF2B5EF4-FFF2-40B4-BE49-F238E27FC236}">
                <a16:creationId xmlns:a16="http://schemas.microsoft.com/office/drawing/2014/main" id="{B03162EA-91F3-7B7F-547C-3DFA6E069FBC}"/>
              </a:ext>
            </a:extLst>
          </p:cNvPr>
          <p:cNvSpPr/>
          <p:nvPr/>
        </p:nvSpPr>
        <p:spPr>
          <a:xfrm>
            <a:off x="7980187" y="4420760"/>
            <a:ext cx="448709" cy="448709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4747C3-8D69-3164-A462-8FB358472BD6}"/>
              </a:ext>
            </a:extLst>
          </p:cNvPr>
          <p:cNvSpPr/>
          <p:nvPr/>
        </p:nvSpPr>
        <p:spPr>
          <a:xfrm>
            <a:off x="468312" y="4237197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الجداول الزمنية</a:t>
            </a:r>
            <a:r>
              <a:rPr lang="en-US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تحدد كيف ومتى يجب إكمال مهام العمل 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2AC7D7-50F4-16E9-EF95-ACDFF549E880}"/>
              </a:ext>
            </a:extLst>
          </p:cNvPr>
          <p:cNvSpPr/>
          <p:nvPr/>
        </p:nvSpPr>
        <p:spPr>
          <a:xfrm>
            <a:off x="468311" y="5256991"/>
            <a:ext cx="8207375" cy="81583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CheckList">
            <a:extLst>
              <a:ext uri="{FF2B5EF4-FFF2-40B4-BE49-F238E27FC236}">
                <a16:creationId xmlns:a16="http://schemas.microsoft.com/office/drawing/2014/main" id="{9667961B-4F56-60BE-C5E5-178DEC7D47B1}"/>
              </a:ext>
            </a:extLst>
          </p:cNvPr>
          <p:cNvSpPr/>
          <p:nvPr/>
        </p:nvSpPr>
        <p:spPr>
          <a:xfrm>
            <a:off x="7980187" y="5440554"/>
            <a:ext cx="448709" cy="448709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E475B80-4ABB-912C-6A04-05DC90FF2FB1}"/>
              </a:ext>
            </a:extLst>
          </p:cNvPr>
          <p:cNvSpPr/>
          <p:nvPr/>
        </p:nvSpPr>
        <p:spPr>
          <a:xfrm>
            <a:off x="468312" y="5256991"/>
            <a:ext cx="7265085" cy="815835"/>
          </a:xfrm>
          <a:custGeom>
            <a:avLst/>
            <a:gdLst>
              <a:gd name="connsiteX0" fmla="*/ 0 w 7265085"/>
              <a:gd name="connsiteY0" fmla="*/ 0 h 815835"/>
              <a:gd name="connsiteX1" fmla="*/ 7265085 w 7265085"/>
              <a:gd name="connsiteY1" fmla="*/ 0 h 815835"/>
              <a:gd name="connsiteX2" fmla="*/ 7265085 w 7265085"/>
              <a:gd name="connsiteY2" fmla="*/ 815835 h 815835"/>
              <a:gd name="connsiteX3" fmla="*/ 0 w 7265085"/>
              <a:gd name="connsiteY3" fmla="*/ 815835 h 815835"/>
              <a:gd name="connsiteX4" fmla="*/ 0 w 7265085"/>
              <a:gd name="connsiteY4" fmla="*/ 0 h 8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5085" h="815835">
                <a:moveTo>
                  <a:pt x="0" y="0"/>
                </a:moveTo>
                <a:lnTo>
                  <a:pt x="7265085" y="0"/>
                </a:lnTo>
                <a:lnTo>
                  <a:pt x="7265085" y="815835"/>
                </a:lnTo>
                <a:lnTo>
                  <a:pt x="0" y="8158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343" tIns="86343" rIns="86343" bIns="86343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إجراءات العمل </a:t>
            </a:r>
            <a:r>
              <a:rPr lang="ar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تعليمات خطوة بخطوة لإكمال مهام العمل</a:t>
            </a:r>
            <a:endParaRPr lang="en-US" sz="22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118494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335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المعايير</a:t>
            </a:r>
            <a:r>
              <a:rPr lang="ar" sz="4400" b="1">
                <a:solidFill>
                  <a:schemeClr val="tx2"/>
                </a:solidFill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5" name="Rectangle: Rounded Corners 4" descr="Presentation with Checklist">
            <a:extLst>
              <a:ext uri="{FF2B5EF4-FFF2-40B4-BE49-F238E27FC236}">
                <a16:creationId xmlns:a16="http://schemas.microsoft.com/office/drawing/2014/main" id="{095E4AC7-2E4F-24F2-C769-1C51BC2B37D1}"/>
              </a:ext>
            </a:extLst>
          </p:cNvPr>
          <p:cNvSpPr/>
          <p:nvPr/>
        </p:nvSpPr>
        <p:spPr>
          <a:xfrm>
            <a:off x="6962573" y="2130311"/>
            <a:ext cx="2001881" cy="1379296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AE1DD3E-38F8-4C15-8548-B4CACDE69D10}"/>
              </a:ext>
            </a:extLst>
          </p:cNvPr>
          <p:cNvSpPr/>
          <p:nvPr/>
        </p:nvSpPr>
        <p:spPr>
          <a:xfrm>
            <a:off x="6900915" y="3616800"/>
            <a:ext cx="2001881" cy="742697"/>
          </a:xfrm>
          <a:custGeom>
            <a:avLst/>
            <a:gdLst>
              <a:gd name="connsiteX0" fmla="*/ 0 w 2001881"/>
              <a:gd name="connsiteY0" fmla="*/ 0 h 742697"/>
              <a:gd name="connsiteX1" fmla="*/ 2001881 w 2001881"/>
              <a:gd name="connsiteY1" fmla="*/ 0 h 742697"/>
              <a:gd name="connsiteX2" fmla="*/ 2001881 w 2001881"/>
              <a:gd name="connsiteY2" fmla="*/ 742697 h 742697"/>
              <a:gd name="connsiteX3" fmla="*/ 0 w 2001881"/>
              <a:gd name="connsiteY3" fmla="*/ 742697 h 742697"/>
              <a:gd name="connsiteX4" fmla="*/ 0 w 2001881"/>
              <a:gd name="connsiteY4" fmla="*/ 0 h 74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1881" h="742697">
                <a:moveTo>
                  <a:pt x="0" y="0"/>
                </a:moveTo>
                <a:lnTo>
                  <a:pt x="2001881" y="0"/>
                </a:lnTo>
                <a:lnTo>
                  <a:pt x="2001881" y="742697"/>
                </a:lnTo>
                <a:lnTo>
                  <a:pt x="0" y="74269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0" numCol="1" spcCol="1270" rtlCol="1" anchor="t" anchorCtr="0">
            <a:noAutofit/>
          </a:bodyPr>
          <a:lstStyle/>
          <a:p>
            <a:pPr marL="0" lvl="0" indent="0" algn="ctr" defTabSz="8001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يتم فحص المعايير التي وضعتها الشركات أو المؤسسات الخارجية للحفاظ على اتساق الخدمة والمسائل القانونية والمالية والجودة باستخدام المواصفات 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 descr="Office Worker">
            <a:extLst>
              <a:ext uri="{FF2B5EF4-FFF2-40B4-BE49-F238E27FC236}">
                <a16:creationId xmlns:a16="http://schemas.microsoft.com/office/drawing/2014/main" id="{53C59AE6-5041-A08D-9575-F71F15C93861}"/>
              </a:ext>
            </a:extLst>
          </p:cNvPr>
          <p:cNvSpPr/>
          <p:nvPr/>
        </p:nvSpPr>
        <p:spPr>
          <a:xfrm>
            <a:off x="4798815" y="2117756"/>
            <a:ext cx="2001881" cy="1379296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A8284BA-8AD8-09CB-9CBC-1BFDF699BE84}"/>
              </a:ext>
            </a:extLst>
          </p:cNvPr>
          <p:cNvSpPr/>
          <p:nvPr/>
        </p:nvSpPr>
        <p:spPr>
          <a:xfrm>
            <a:off x="4757777" y="3536190"/>
            <a:ext cx="2001881" cy="928974"/>
          </a:xfrm>
          <a:custGeom>
            <a:avLst/>
            <a:gdLst>
              <a:gd name="connsiteX0" fmla="*/ 0 w 2001881"/>
              <a:gd name="connsiteY0" fmla="*/ 0 h 928974"/>
              <a:gd name="connsiteX1" fmla="*/ 2001881 w 2001881"/>
              <a:gd name="connsiteY1" fmla="*/ 0 h 928974"/>
              <a:gd name="connsiteX2" fmla="*/ 2001881 w 2001881"/>
              <a:gd name="connsiteY2" fmla="*/ 928974 h 928974"/>
              <a:gd name="connsiteX3" fmla="*/ 0 w 2001881"/>
              <a:gd name="connsiteY3" fmla="*/ 928974 h 928974"/>
              <a:gd name="connsiteX4" fmla="*/ 0 w 2001881"/>
              <a:gd name="connsiteY4" fmla="*/ 0 h 928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1881" h="928974">
                <a:moveTo>
                  <a:pt x="0" y="0"/>
                </a:moveTo>
                <a:lnTo>
                  <a:pt x="2001881" y="0"/>
                </a:lnTo>
                <a:lnTo>
                  <a:pt x="2001881" y="928974"/>
                </a:lnTo>
                <a:lnTo>
                  <a:pt x="0" y="92897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0" numCol="1" spcCol="1270" rtlCol="1" anchor="t" anchorCtr="0">
            <a:noAutofit/>
          </a:bodyPr>
          <a:lstStyle/>
          <a:p>
            <a:pPr marL="0" lvl="0" indent="0" algn="ctr" defTabSz="8001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عمليات التدقيق هي نوع من التفتيش الذي يفحص السجلات </a:t>
            </a:r>
            <a:br>
              <a:rPr lang="en-US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أو الحسابات المالية للتأكد من أنها تتبع إجراءات العمل.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 descr="Tick">
            <a:extLst>
              <a:ext uri="{FF2B5EF4-FFF2-40B4-BE49-F238E27FC236}">
                <a16:creationId xmlns:a16="http://schemas.microsoft.com/office/drawing/2014/main" id="{A8E5C038-601B-5915-D71C-9AA6844A6E49}"/>
              </a:ext>
            </a:extLst>
          </p:cNvPr>
          <p:cNvSpPr/>
          <p:nvPr/>
        </p:nvSpPr>
        <p:spPr>
          <a:xfrm>
            <a:off x="2570077" y="2139815"/>
            <a:ext cx="2001881" cy="1379296"/>
          </a:xfrm>
          <a:prstGeom prst="round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ACBF35-664D-45CA-C42F-18143E004987}"/>
              </a:ext>
            </a:extLst>
          </p:cNvPr>
          <p:cNvSpPr/>
          <p:nvPr/>
        </p:nvSpPr>
        <p:spPr>
          <a:xfrm>
            <a:off x="2570077" y="3536188"/>
            <a:ext cx="2001881" cy="742697"/>
          </a:xfrm>
          <a:custGeom>
            <a:avLst/>
            <a:gdLst>
              <a:gd name="connsiteX0" fmla="*/ 0 w 2001881"/>
              <a:gd name="connsiteY0" fmla="*/ 0 h 742697"/>
              <a:gd name="connsiteX1" fmla="*/ 2001881 w 2001881"/>
              <a:gd name="connsiteY1" fmla="*/ 0 h 742697"/>
              <a:gd name="connsiteX2" fmla="*/ 2001881 w 2001881"/>
              <a:gd name="connsiteY2" fmla="*/ 742697 h 742697"/>
              <a:gd name="connsiteX3" fmla="*/ 0 w 2001881"/>
              <a:gd name="connsiteY3" fmla="*/ 742697 h 742697"/>
              <a:gd name="connsiteX4" fmla="*/ 0 w 2001881"/>
              <a:gd name="connsiteY4" fmla="*/ 0 h 74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1881" h="742697">
                <a:moveTo>
                  <a:pt x="0" y="0"/>
                </a:moveTo>
                <a:lnTo>
                  <a:pt x="2001881" y="0"/>
                </a:lnTo>
                <a:lnTo>
                  <a:pt x="2001881" y="742697"/>
                </a:lnTo>
                <a:lnTo>
                  <a:pt x="0" y="74269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0" numCol="1" spcCol="1270" rtlCol="1" anchor="t" anchorCtr="0">
            <a:noAutofit/>
          </a:bodyPr>
          <a:lstStyle/>
          <a:p>
            <a:pPr marL="0" lvl="0" indent="0" algn="ctr" defTabSz="8001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أثناء التشغيل اليومي لعمليات المكتب الأمامي، يتم استخدام القوائم المرجعية للتأكد من إنجاز جميع المهام أو لفحص المناطق.</a:t>
            </a:r>
            <a:endParaRPr 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4375F-0FCD-AA64-43D2-C719BB4386F5}"/>
              </a:ext>
            </a:extLst>
          </p:cNvPr>
          <p:cNvSpPr txBox="1"/>
          <p:nvPr/>
        </p:nvSpPr>
        <p:spPr bwMode="auto">
          <a:xfrm>
            <a:off x="318723" y="2165534"/>
            <a:ext cx="1805005" cy="2953976"/>
          </a:xfrm>
          <a:prstGeom prst="rect">
            <a:avLst/>
          </a:prstGeom>
          <a:noFill/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" sz="2100" b="1">
                <a:latin typeface="Sakkal Majalla" panose="02000000000000000000" pitchFamily="2" charset="-78"/>
                <a:cs typeface="Sakkal Majalla" panose="02000000000000000000" pitchFamily="2" charset="-78"/>
              </a:rPr>
              <a:t>تكون هناك </a:t>
            </a:r>
            <a:r>
              <a:rPr lang="ar" sz="21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حاجة إلى </a:t>
            </a:r>
            <a:r>
              <a:rPr lang="ar" sz="21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الخدمات </a:t>
            </a:r>
            <a:r>
              <a:rPr lang="en" sz="21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</a:t>
            </a:r>
            <a:r>
              <a:rPr lang="en" sz="21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متخصصة</a:t>
            </a:r>
            <a:r>
              <a:rPr lang="ar" sz="21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عندما لا تتوفر المهارة أو المعدات أو الخبرة، على سبيل المثال تنظيف النوافذ أو التخلص من النفايات.</a:t>
            </a:r>
          </a:p>
        </p:txBody>
      </p:sp>
    </p:spTree>
    <p:extLst>
      <p:ext uri="{BB962C8B-B14F-4D97-AF65-F5344CB8AC3E}">
        <p14:creationId xmlns:p14="http://schemas.microsoft.com/office/powerpoint/2010/main" val="1083143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283968" y="1843156"/>
            <a:ext cx="4464496" cy="11879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>
              <a:buSzPct val="85000"/>
            </a:pPr>
            <a:r>
              <a:rPr lang="ar" sz="2600"/>
              <a:t>مصدر مفيد للمعلومات</a:t>
            </a:r>
          </a:p>
          <a:p>
            <a:pPr marL="358775" indent="-358775" rtl="1">
              <a:buSzPct val="85000"/>
            </a:pPr>
            <a:r>
              <a:rPr lang="ar" sz="2600"/>
              <a:t>توضيح حالة العمل</a:t>
            </a:r>
          </a:p>
          <a:p>
            <a:pPr marL="358775" indent="-358775" rtl="1">
              <a:buSzPct val="85000"/>
            </a:pPr>
            <a:r>
              <a:rPr lang="ar" sz="2600"/>
              <a:t>مقارنة الفترات الزمنية المختلفة</a:t>
            </a:r>
          </a:p>
          <a:p>
            <a:pPr marL="358775" indent="-358775" rtl="1">
              <a:buSzPct val="85000"/>
            </a:pPr>
            <a:r>
              <a:rPr lang="ar" sz="2600"/>
              <a:t>إعداد التوقعات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/>
          </a:p>
          <a:p>
            <a:pPr indent="0" algn="ctr" rtl="1">
              <a:buNone/>
            </a:pPr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5" y="114844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الإحصائيات (1)</a:t>
            </a:r>
            <a:r>
              <a:rPr lang="ar" sz="3800" b="1"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3086CB5-D9D4-678B-A111-509C0FA72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71" y="3745607"/>
            <a:ext cx="8460939" cy="958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algn="ctr" rtl="1">
              <a:buFont typeface="Wingdings" panose="05000000000000000000" pitchFamily="2" charset="2"/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إشغال الغرف</a:t>
            </a: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عدد الغرف المباعة كنسبة مئوية من إجمالي غرف النزلاء المتاحة.</a:t>
            </a:r>
          </a:p>
          <a:p>
            <a:pPr indent="0" algn="ctr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D076D6-64A7-18C9-8D96-9B2D07E67048}"/>
              </a:ext>
            </a:extLst>
          </p:cNvPr>
          <p:cNvSpPr/>
          <p:nvPr/>
        </p:nvSpPr>
        <p:spPr>
          <a:xfrm>
            <a:off x="7490782" y="5064989"/>
            <a:ext cx="1253125" cy="1253125"/>
          </a:xfrm>
          <a:custGeom>
            <a:avLst/>
            <a:gdLst>
              <a:gd name="connsiteX0" fmla="*/ 0 w 1253125"/>
              <a:gd name="connsiteY0" fmla="*/ 626563 h 1253125"/>
              <a:gd name="connsiteX1" fmla="*/ 626563 w 1253125"/>
              <a:gd name="connsiteY1" fmla="*/ 0 h 1253125"/>
              <a:gd name="connsiteX2" fmla="*/ 1253126 w 1253125"/>
              <a:gd name="connsiteY2" fmla="*/ 626563 h 1253125"/>
              <a:gd name="connsiteX3" fmla="*/ 626563 w 1253125"/>
              <a:gd name="connsiteY3" fmla="*/ 1253126 h 1253125"/>
              <a:gd name="connsiteX4" fmla="*/ 0 w 1253125"/>
              <a:gd name="connsiteY4" fmla="*/ 626563 h 125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125" h="1253125">
                <a:moveTo>
                  <a:pt x="0" y="626563"/>
                </a:moveTo>
                <a:cubicBezTo>
                  <a:pt x="0" y="280522"/>
                  <a:pt x="280522" y="0"/>
                  <a:pt x="626563" y="0"/>
                </a:cubicBezTo>
                <a:cubicBezTo>
                  <a:pt x="972604" y="0"/>
                  <a:pt x="1253126" y="280522"/>
                  <a:pt x="1253126" y="626563"/>
                </a:cubicBezTo>
                <a:cubicBezTo>
                  <a:pt x="1253126" y="972604"/>
                  <a:pt x="972604" y="1253126"/>
                  <a:pt x="626563" y="1253126"/>
                </a:cubicBezTo>
                <a:cubicBezTo>
                  <a:pt x="280522" y="1253126"/>
                  <a:pt x="0" y="972604"/>
                  <a:pt x="0" y="626563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8916" tIns="208916" rIns="208916" bIns="20891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(الغرف المباعة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1A5363A-1AC4-A76E-3270-52F12A196A3F}"/>
              </a:ext>
            </a:extLst>
          </p:cNvPr>
          <p:cNvSpPr/>
          <p:nvPr/>
        </p:nvSpPr>
        <p:spPr>
          <a:xfrm>
            <a:off x="6662216" y="5328145"/>
            <a:ext cx="726812" cy="726812"/>
          </a:xfrm>
          <a:custGeom>
            <a:avLst/>
            <a:gdLst>
              <a:gd name="connsiteX0" fmla="*/ 363406 w 726812"/>
              <a:gd name="connsiteY0" fmla="*/ 85691 h 726812"/>
              <a:gd name="connsiteX1" fmla="*/ 448879 w 726812"/>
              <a:gd name="connsiteY1" fmla="*/ 171164 h 726812"/>
              <a:gd name="connsiteX2" fmla="*/ 363406 w 726812"/>
              <a:gd name="connsiteY2" fmla="*/ 256637 h 726812"/>
              <a:gd name="connsiteX3" fmla="*/ 277933 w 726812"/>
              <a:gd name="connsiteY3" fmla="*/ 171164 h 726812"/>
              <a:gd name="connsiteX4" fmla="*/ 363406 w 726812"/>
              <a:gd name="connsiteY4" fmla="*/ 85691 h 726812"/>
              <a:gd name="connsiteX5" fmla="*/ 363406 w 726812"/>
              <a:gd name="connsiteY5" fmla="*/ 641121 h 726812"/>
              <a:gd name="connsiteX6" fmla="*/ 277933 w 726812"/>
              <a:gd name="connsiteY6" fmla="*/ 555648 h 726812"/>
              <a:gd name="connsiteX7" fmla="*/ 363406 w 726812"/>
              <a:gd name="connsiteY7" fmla="*/ 470175 h 726812"/>
              <a:gd name="connsiteX8" fmla="*/ 448879 w 726812"/>
              <a:gd name="connsiteY8" fmla="*/ 555648 h 726812"/>
              <a:gd name="connsiteX9" fmla="*/ 363406 w 726812"/>
              <a:gd name="connsiteY9" fmla="*/ 641121 h 726812"/>
              <a:gd name="connsiteX10" fmla="*/ 96339 w 726812"/>
              <a:gd name="connsiteY10" fmla="*/ 277933 h 726812"/>
              <a:gd name="connsiteX11" fmla="*/ 630473 w 726812"/>
              <a:gd name="connsiteY11" fmla="*/ 277933 h 726812"/>
              <a:gd name="connsiteX12" fmla="*/ 630473 w 726812"/>
              <a:gd name="connsiteY12" fmla="*/ 448879 h 726812"/>
              <a:gd name="connsiteX13" fmla="*/ 96339 w 726812"/>
              <a:gd name="connsiteY13" fmla="*/ 448879 h 726812"/>
              <a:gd name="connsiteX14" fmla="*/ 96339 w 726812"/>
              <a:gd name="connsiteY14" fmla="*/ 277933 h 726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26812" h="726812">
                <a:moveTo>
                  <a:pt x="363406" y="85691"/>
                </a:moveTo>
                <a:cubicBezTo>
                  <a:pt x="410611" y="85691"/>
                  <a:pt x="448879" y="123959"/>
                  <a:pt x="448879" y="171164"/>
                </a:cubicBezTo>
                <a:cubicBezTo>
                  <a:pt x="448879" y="218369"/>
                  <a:pt x="410611" y="256637"/>
                  <a:pt x="363406" y="256637"/>
                </a:cubicBezTo>
                <a:cubicBezTo>
                  <a:pt x="316201" y="256637"/>
                  <a:pt x="277933" y="218369"/>
                  <a:pt x="277933" y="171164"/>
                </a:cubicBezTo>
                <a:cubicBezTo>
                  <a:pt x="277933" y="123959"/>
                  <a:pt x="316201" y="85691"/>
                  <a:pt x="363406" y="85691"/>
                </a:cubicBezTo>
                <a:close/>
                <a:moveTo>
                  <a:pt x="363406" y="641121"/>
                </a:moveTo>
                <a:cubicBezTo>
                  <a:pt x="316201" y="641121"/>
                  <a:pt x="277933" y="602853"/>
                  <a:pt x="277933" y="555648"/>
                </a:cubicBezTo>
                <a:cubicBezTo>
                  <a:pt x="277933" y="508443"/>
                  <a:pt x="316201" y="470175"/>
                  <a:pt x="363406" y="470175"/>
                </a:cubicBezTo>
                <a:cubicBezTo>
                  <a:pt x="410611" y="470175"/>
                  <a:pt x="448879" y="508443"/>
                  <a:pt x="448879" y="555648"/>
                </a:cubicBezTo>
                <a:cubicBezTo>
                  <a:pt x="448879" y="602853"/>
                  <a:pt x="410611" y="641121"/>
                  <a:pt x="363406" y="641121"/>
                </a:cubicBezTo>
                <a:close/>
                <a:moveTo>
                  <a:pt x="96339" y="277933"/>
                </a:moveTo>
                <a:lnTo>
                  <a:pt x="630473" y="277933"/>
                </a:lnTo>
                <a:lnTo>
                  <a:pt x="630473" y="448879"/>
                </a:lnTo>
                <a:lnTo>
                  <a:pt x="96339" y="448879"/>
                </a:lnTo>
                <a:lnTo>
                  <a:pt x="96339" y="27793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339" tIns="277933" rIns="96339" bIns="277933" numCol="1" spcCol="1270" rtlCol="1" anchor="ctr" anchorCtr="0">
            <a:noAutofit/>
          </a:bodyPr>
          <a:lstStyle/>
          <a:p>
            <a:pPr marL="0" lvl="0" indent="0" algn="ctr" defTabSz="533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2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2D574AC-CC02-508D-3CE5-4A33F5740173}"/>
              </a:ext>
            </a:extLst>
          </p:cNvPr>
          <p:cNvSpPr/>
          <p:nvPr/>
        </p:nvSpPr>
        <p:spPr>
          <a:xfrm>
            <a:off x="5097965" y="5064989"/>
            <a:ext cx="1462497" cy="1253125"/>
          </a:xfrm>
          <a:custGeom>
            <a:avLst/>
            <a:gdLst>
              <a:gd name="connsiteX0" fmla="*/ 0 w 1462497"/>
              <a:gd name="connsiteY0" fmla="*/ 626563 h 1253125"/>
              <a:gd name="connsiteX1" fmla="*/ 731249 w 1462497"/>
              <a:gd name="connsiteY1" fmla="*/ 0 h 1253125"/>
              <a:gd name="connsiteX2" fmla="*/ 1462498 w 1462497"/>
              <a:gd name="connsiteY2" fmla="*/ 626563 h 1253125"/>
              <a:gd name="connsiteX3" fmla="*/ 731249 w 1462497"/>
              <a:gd name="connsiteY3" fmla="*/ 1253126 h 1253125"/>
              <a:gd name="connsiteX4" fmla="*/ 0 w 1462497"/>
              <a:gd name="connsiteY4" fmla="*/ 626563 h 125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497" h="1253125">
                <a:moveTo>
                  <a:pt x="0" y="626563"/>
                </a:moveTo>
                <a:cubicBezTo>
                  <a:pt x="0" y="280522"/>
                  <a:pt x="327391" y="0"/>
                  <a:pt x="731249" y="0"/>
                </a:cubicBezTo>
                <a:cubicBezTo>
                  <a:pt x="1135107" y="0"/>
                  <a:pt x="1462498" y="280522"/>
                  <a:pt x="1462498" y="626563"/>
                </a:cubicBezTo>
                <a:cubicBezTo>
                  <a:pt x="1462498" y="972604"/>
                  <a:pt x="1135107" y="1253126"/>
                  <a:pt x="731249" y="1253126"/>
                </a:cubicBezTo>
                <a:cubicBezTo>
                  <a:pt x="327391" y="1253126"/>
                  <a:pt x="0" y="972604"/>
                  <a:pt x="0" y="626563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9578" tIns="208916" rIns="239578" bIns="20891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إجمالي عدد الغرف)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B662B7-A7A0-5D1D-47F2-ADD3C594A2C5}"/>
              </a:ext>
            </a:extLst>
          </p:cNvPr>
          <p:cNvSpPr/>
          <p:nvPr/>
        </p:nvSpPr>
        <p:spPr>
          <a:xfrm>
            <a:off x="4269399" y="5328145"/>
            <a:ext cx="726812" cy="726812"/>
          </a:xfrm>
          <a:custGeom>
            <a:avLst/>
            <a:gdLst>
              <a:gd name="connsiteX0" fmla="*/ 114123 w 726812"/>
              <a:gd name="connsiteY0" fmla="*/ 235001 h 726812"/>
              <a:gd name="connsiteX1" fmla="*/ 235001 w 726812"/>
              <a:gd name="connsiteY1" fmla="*/ 114123 h 726812"/>
              <a:gd name="connsiteX2" fmla="*/ 363406 w 726812"/>
              <a:gd name="connsiteY2" fmla="*/ 242529 h 726812"/>
              <a:gd name="connsiteX3" fmla="*/ 491811 w 726812"/>
              <a:gd name="connsiteY3" fmla="*/ 114123 h 726812"/>
              <a:gd name="connsiteX4" fmla="*/ 612689 w 726812"/>
              <a:gd name="connsiteY4" fmla="*/ 235001 h 726812"/>
              <a:gd name="connsiteX5" fmla="*/ 484283 w 726812"/>
              <a:gd name="connsiteY5" fmla="*/ 363406 h 726812"/>
              <a:gd name="connsiteX6" fmla="*/ 612689 w 726812"/>
              <a:gd name="connsiteY6" fmla="*/ 491811 h 726812"/>
              <a:gd name="connsiteX7" fmla="*/ 491811 w 726812"/>
              <a:gd name="connsiteY7" fmla="*/ 612689 h 726812"/>
              <a:gd name="connsiteX8" fmla="*/ 363406 w 726812"/>
              <a:gd name="connsiteY8" fmla="*/ 484283 h 726812"/>
              <a:gd name="connsiteX9" fmla="*/ 235001 w 726812"/>
              <a:gd name="connsiteY9" fmla="*/ 612689 h 726812"/>
              <a:gd name="connsiteX10" fmla="*/ 114123 w 726812"/>
              <a:gd name="connsiteY10" fmla="*/ 491811 h 726812"/>
              <a:gd name="connsiteX11" fmla="*/ 242529 w 726812"/>
              <a:gd name="connsiteY11" fmla="*/ 363406 h 726812"/>
              <a:gd name="connsiteX12" fmla="*/ 114123 w 726812"/>
              <a:gd name="connsiteY12" fmla="*/ 235001 h 726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6812" h="726812">
                <a:moveTo>
                  <a:pt x="114123" y="235001"/>
                </a:moveTo>
                <a:lnTo>
                  <a:pt x="235001" y="114123"/>
                </a:lnTo>
                <a:lnTo>
                  <a:pt x="363406" y="242529"/>
                </a:lnTo>
                <a:lnTo>
                  <a:pt x="491811" y="114123"/>
                </a:lnTo>
                <a:lnTo>
                  <a:pt x="612689" y="235001"/>
                </a:lnTo>
                <a:lnTo>
                  <a:pt x="484283" y="363406"/>
                </a:lnTo>
                <a:lnTo>
                  <a:pt x="612689" y="491811"/>
                </a:lnTo>
                <a:lnTo>
                  <a:pt x="491811" y="612689"/>
                </a:lnTo>
                <a:lnTo>
                  <a:pt x="363406" y="484283"/>
                </a:lnTo>
                <a:lnTo>
                  <a:pt x="235001" y="612689"/>
                </a:lnTo>
                <a:lnTo>
                  <a:pt x="114123" y="491811"/>
                </a:lnTo>
                <a:lnTo>
                  <a:pt x="242529" y="363406"/>
                </a:lnTo>
                <a:lnTo>
                  <a:pt x="114123" y="23500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123" tIns="114123" rIns="114123" bIns="114123" numCol="1" spcCol="1270" rtlCol="1" anchor="ctr" anchorCtr="0">
            <a:noAutofit/>
          </a:bodyPr>
          <a:lstStyle/>
          <a:p>
            <a:pPr marL="0" lvl="0" indent="0" algn="ctr" defTabSz="15557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3500" kern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D62871-666A-FD51-D9BA-24A668557E4C}"/>
              </a:ext>
            </a:extLst>
          </p:cNvPr>
          <p:cNvSpPr/>
          <p:nvPr/>
        </p:nvSpPr>
        <p:spPr>
          <a:xfrm>
            <a:off x="2914519" y="5064989"/>
            <a:ext cx="1253125" cy="1253125"/>
          </a:xfrm>
          <a:custGeom>
            <a:avLst/>
            <a:gdLst>
              <a:gd name="connsiteX0" fmla="*/ 0 w 1253125"/>
              <a:gd name="connsiteY0" fmla="*/ 626563 h 1253125"/>
              <a:gd name="connsiteX1" fmla="*/ 626563 w 1253125"/>
              <a:gd name="connsiteY1" fmla="*/ 0 h 1253125"/>
              <a:gd name="connsiteX2" fmla="*/ 1253126 w 1253125"/>
              <a:gd name="connsiteY2" fmla="*/ 626563 h 1253125"/>
              <a:gd name="connsiteX3" fmla="*/ 626563 w 1253125"/>
              <a:gd name="connsiteY3" fmla="*/ 1253126 h 1253125"/>
              <a:gd name="connsiteX4" fmla="*/ 0 w 1253125"/>
              <a:gd name="connsiteY4" fmla="*/ 626563 h 125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125" h="1253125">
                <a:moveTo>
                  <a:pt x="0" y="626563"/>
                </a:moveTo>
                <a:cubicBezTo>
                  <a:pt x="0" y="280522"/>
                  <a:pt x="280522" y="0"/>
                  <a:pt x="626563" y="0"/>
                </a:cubicBezTo>
                <a:cubicBezTo>
                  <a:pt x="972604" y="0"/>
                  <a:pt x="1253126" y="280522"/>
                  <a:pt x="1253126" y="626563"/>
                </a:cubicBezTo>
                <a:cubicBezTo>
                  <a:pt x="1253126" y="972604"/>
                  <a:pt x="972604" y="1253126"/>
                  <a:pt x="626563" y="1253126"/>
                </a:cubicBezTo>
                <a:cubicBezTo>
                  <a:pt x="280522" y="1253126"/>
                  <a:pt x="0" y="972604"/>
                  <a:pt x="0" y="626563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8916" tIns="208916" rIns="208916" bIns="20891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100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B62FB6-DD3F-C53D-F82E-D2AD7C1817D4}"/>
              </a:ext>
            </a:extLst>
          </p:cNvPr>
          <p:cNvSpPr/>
          <p:nvPr/>
        </p:nvSpPr>
        <p:spPr>
          <a:xfrm>
            <a:off x="2085953" y="5328145"/>
            <a:ext cx="726812" cy="726812"/>
          </a:xfrm>
          <a:custGeom>
            <a:avLst/>
            <a:gdLst>
              <a:gd name="connsiteX0" fmla="*/ 96339 w 726812"/>
              <a:gd name="connsiteY0" fmla="*/ 149723 h 726812"/>
              <a:gd name="connsiteX1" fmla="*/ 630473 w 726812"/>
              <a:gd name="connsiteY1" fmla="*/ 149723 h 726812"/>
              <a:gd name="connsiteX2" fmla="*/ 630473 w 726812"/>
              <a:gd name="connsiteY2" fmla="*/ 320669 h 726812"/>
              <a:gd name="connsiteX3" fmla="*/ 96339 w 726812"/>
              <a:gd name="connsiteY3" fmla="*/ 320669 h 726812"/>
              <a:gd name="connsiteX4" fmla="*/ 96339 w 726812"/>
              <a:gd name="connsiteY4" fmla="*/ 149723 h 726812"/>
              <a:gd name="connsiteX5" fmla="*/ 96339 w 726812"/>
              <a:gd name="connsiteY5" fmla="*/ 406143 h 726812"/>
              <a:gd name="connsiteX6" fmla="*/ 630473 w 726812"/>
              <a:gd name="connsiteY6" fmla="*/ 406143 h 726812"/>
              <a:gd name="connsiteX7" fmla="*/ 630473 w 726812"/>
              <a:gd name="connsiteY7" fmla="*/ 577089 h 726812"/>
              <a:gd name="connsiteX8" fmla="*/ 96339 w 726812"/>
              <a:gd name="connsiteY8" fmla="*/ 577089 h 726812"/>
              <a:gd name="connsiteX9" fmla="*/ 96339 w 726812"/>
              <a:gd name="connsiteY9" fmla="*/ 406143 h 726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6812" h="726812">
                <a:moveTo>
                  <a:pt x="96339" y="149723"/>
                </a:moveTo>
                <a:lnTo>
                  <a:pt x="630473" y="149723"/>
                </a:lnTo>
                <a:lnTo>
                  <a:pt x="630473" y="320669"/>
                </a:lnTo>
                <a:lnTo>
                  <a:pt x="96339" y="320669"/>
                </a:lnTo>
                <a:lnTo>
                  <a:pt x="96339" y="149723"/>
                </a:lnTo>
                <a:close/>
                <a:moveTo>
                  <a:pt x="96339" y="406143"/>
                </a:moveTo>
                <a:lnTo>
                  <a:pt x="630473" y="406143"/>
                </a:lnTo>
                <a:lnTo>
                  <a:pt x="630473" y="577089"/>
                </a:lnTo>
                <a:lnTo>
                  <a:pt x="96339" y="577089"/>
                </a:lnTo>
                <a:lnTo>
                  <a:pt x="96339" y="40614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339" tIns="149723" rIns="96339" bIns="149723" numCol="1" spcCol="1270" rtlCol="1" anchor="ctr" anchorCtr="0">
            <a:noAutofit/>
          </a:bodyPr>
          <a:lstStyle/>
          <a:p>
            <a:pPr marL="0" lvl="0" indent="0" algn="ctr" defTabSz="13335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30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D0E84-7E38-A3A7-B351-D16C0782349C}"/>
              </a:ext>
            </a:extLst>
          </p:cNvPr>
          <p:cNvSpPr/>
          <p:nvPr/>
        </p:nvSpPr>
        <p:spPr>
          <a:xfrm>
            <a:off x="184073" y="5064989"/>
            <a:ext cx="1800126" cy="1253125"/>
          </a:xfrm>
          <a:custGeom>
            <a:avLst/>
            <a:gdLst>
              <a:gd name="connsiteX0" fmla="*/ 0 w 1800126"/>
              <a:gd name="connsiteY0" fmla="*/ 626563 h 1253125"/>
              <a:gd name="connsiteX1" fmla="*/ 900063 w 1800126"/>
              <a:gd name="connsiteY1" fmla="*/ 0 h 1253125"/>
              <a:gd name="connsiteX2" fmla="*/ 1800126 w 1800126"/>
              <a:gd name="connsiteY2" fmla="*/ 626563 h 1253125"/>
              <a:gd name="connsiteX3" fmla="*/ 900063 w 1800126"/>
              <a:gd name="connsiteY3" fmla="*/ 1253126 h 1253125"/>
              <a:gd name="connsiteX4" fmla="*/ 0 w 1800126"/>
              <a:gd name="connsiteY4" fmla="*/ 626563 h 125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126" h="1253125">
                <a:moveTo>
                  <a:pt x="0" y="626563"/>
                </a:moveTo>
                <a:cubicBezTo>
                  <a:pt x="0" y="280522"/>
                  <a:pt x="402972" y="0"/>
                  <a:pt x="900063" y="0"/>
                </a:cubicBezTo>
                <a:cubicBezTo>
                  <a:pt x="1397154" y="0"/>
                  <a:pt x="1800126" y="280522"/>
                  <a:pt x="1800126" y="626563"/>
                </a:cubicBezTo>
                <a:cubicBezTo>
                  <a:pt x="1800126" y="972604"/>
                  <a:pt x="1397154" y="1253126"/>
                  <a:pt x="900063" y="1253126"/>
                </a:cubicBezTo>
                <a:cubicBezTo>
                  <a:pt x="402972" y="1253126"/>
                  <a:pt x="0" y="972604"/>
                  <a:pt x="0" y="626563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9022" tIns="208916" rIns="289022" bIns="20891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نسبة إشغال الغرف</a:t>
            </a:r>
          </a:p>
        </p:txBody>
      </p:sp>
    </p:spTree>
    <p:extLst>
      <p:ext uri="{BB962C8B-B14F-4D97-AF65-F5344CB8AC3E}">
        <p14:creationId xmlns:p14="http://schemas.microsoft.com/office/powerpoint/2010/main" val="35932982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5" y="114844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الإحصائيات (2)</a:t>
            </a:r>
            <a:r>
              <a:rPr lang="ar" sz="3800" b="1"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A983E8A-90D7-F251-B376-9E5DFFA2A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1" y="2633049"/>
            <a:ext cx="6480720" cy="871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algn="ctr" rtl="1">
              <a:buFont typeface="Wingdings" panose="05000000000000000000" pitchFamily="2" charset="2"/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متوسط أسعار الغرف</a:t>
            </a: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متوسط السعر الذي تم بيع الغرف به 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1A0C0AD-E74D-E6E0-C549-063E993A1D94}"/>
              </a:ext>
            </a:extLst>
          </p:cNvPr>
          <p:cNvSpPr/>
          <p:nvPr/>
        </p:nvSpPr>
        <p:spPr>
          <a:xfrm>
            <a:off x="6406050" y="3717032"/>
            <a:ext cx="1621111" cy="1621111"/>
          </a:xfrm>
          <a:custGeom>
            <a:avLst/>
            <a:gdLst>
              <a:gd name="connsiteX0" fmla="*/ 0 w 1621111"/>
              <a:gd name="connsiteY0" fmla="*/ 810556 h 1621111"/>
              <a:gd name="connsiteX1" fmla="*/ 810556 w 1621111"/>
              <a:gd name="connsiteY1" fmla="*/ 0 h 1621111"/>
              <a:gd name="connsiteX2" fmla="*/ 1621112 w 1621111"/>
              <a:gd name="connsiteY2" fmla="*/ 810556 h 1621111"/>
              <a:gd name="connsiteX3" fmla="*/ 810556 w 1621111"/>
              <a:gd name="connsiteY3" fmla="*/ 1621112 h 1621111"/>
              <a:gd name="connsiteX4" fmla="*/ 0 w 1621111"/>
              <a:gd name="connsiteY4" fmla="*/ 810556 h 16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111" h="1621111">
                <a:moveTo>
                  <a:pt x="0" y="810556"/>
                </a:moveTo>
                <a:cubicBezTo>
                  <a:pt x="0" y="362898"/>
                  <a:pt x="362898" y="0"/>
                  <a:pt x="810556" y="0"/>
                </a:cubicBezTo>
                <a:cubicBezTo>
                  <a:pt x="1258214" y="0"/>
                  <a:pt x="1621112" y="362898"/>
                  <a:pt x="1621112" y="810556"/>
                </a:cubicBezTo>
                <a:cubicBezTo>
                  <a:pt x="1621112" y="1258214"/>
                  <a:pt x="1258214" y="1621112"/>
                  <a:pt x="810556" y="1621112"/>
                </a:cubicBezTo>
                <a:cubicBezTo>
                  <a:pt x="362898" y="1621112"/>
                  <a:pt x="0" y="1258214"/>
                  <a:pt x="0" y="810556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2806" tIns="262806" rIns="262806" bIns="26280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إيرادات الغرف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1928E9-8DBF-078C-1599-033C3524222F}"/>
              </a:ext>
            </a:extLst>
          </p:cNvPr>
          <p:cNvSpPr/>
          <p:nvPr/>
        </p:nvSpPr>
        <p:spPr>
          <a:xfrm>
            <a:off x="5334172" y="4057465"/>
            <a:ext cx="940244" cy="940244"/>
          </a:xfrm>
          <a:custGeom>
            <a:avLst/>
            <a:gdLst>
              <a:gd name="connsiteX0" fmla="*/ 470122 w 940244"/>
              <a:gd name="connsiteY0" fmla="*/ 110855 h 940244"/>
              <a:gd name="connsiteX1" fmla="*/ 580695 w 940244"/>
              <a:gd name="connsiteY1" fmla="*/ 221428 h 940244"/>
              <a:gd name="connsiteX2" fmla="*/ 470122 w 940244"/>
              <a:gd name="connsiteY2" fmla="*/ 332001 h 940244"/>
              <a:gd name="connsiteX3" fmla="*/ 359549 w 940244"/>
              <a:gd name="connsiteY3" fmla="*/ 221428 h 940244"/>
              <a:gd name="connsiteX4" fmla="*/ 470122 w 940244"/>
              <a:gd name="connsiteY4" fmla="*/ 110855 h 940244"/>
              <a:gd name="connsiteX5" fmla="*/ 470122 w 940244"/>
              <a:gd name="connsiteY5" fmla="*/ 829389 h 940244"/>
              <a:gd name="connsiteX6" fmla="*/ 359549 w 940244"/>
              <a:gd name="connsiteY6" fmla="*/ 718816 h 940244"/>
              <a:gd name="connsiteX7" fmla="*/ 470122 w 940244"/>
              <a:gd name="connsiteY7" fmla="*/ 608243 h 940244"/>
              <a:gd name="connsiteX8" fmla="*/ 580695 w 940244"/>
              <a:gd name="connsiteY8" fmla="*/ 718816 h 940244"/>
              <a:gd name="connsiteX9" fmla="*/ 470122 w 940244"/>
              <a:gd name="connsiteY9" fmla="*/ 829389 h 940244"/>
              <a:gd name="connsiteX10" fmla="*/ 124629 w 940244"/>
              <a:gd name="connsiteY10" fmla="*/ 359549 h 940244"/>
              <a:gd name="connsiteX11" fmla="*/ 815615 w 940244"/>
              <a:gd name="connsiteY11" fmla="*/ 359549 h 940244"/>
              <a:gd name="connsiteX12" fmla="*/ 815615 w 940244"/>
              <a:gd name="connsiteY12" fmla="*/ 580695 h 940244"/>
              <a:gd name="connsiteX13" fmla="*/ 124629 w 940244"/>
              <a:gd name="connsiteY13" fmla="*/ 580695 h 940244"/>
              <a:gd name="connsiteX14" fmla="*/ 124629 w 940244"/>
              <a:gd name="connsiteY14" fmla="*/ 359549 h 940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40244" h="940244">
                <a:moveTo>
                  <a:pt x="470122" y="110855"/>
                </a:moveTo>
                <a:cubicBezTo>
                  <a:pt x="531190" y="110855"/>
                  <a:pt x="580695" y="160360"/>
                  <a:pt x="580695" y="221428"/>
                </a:cubicBezTo>
                <a:cubicBezTo>
                  <a:pt x="580695" y="282496"/>
                  <a:pt x="531190" y="332001"/>
                  <a:pt x="470122" y="332001"/>
                </a:cubicBezTo>
                <a:cubicBezTo>
                  <a:pt x="409054" y="332001"/>
                  <a:pt x="359549" y="282496"/>
                  <a:pt x="359549" y="221428"/>
                </a:cubicBezTo>
                <a:cubicBezTo>
                  <a:pt x="359549" y="160360"/>
                  <a:pt x="409054" y="110855"/>
                  <a:pt x="470122" y="110855"/>
                </a:cubicBezTo>
                <a:close/>
                <a:moveTo>
                  <a:pt x="470122" y="829389"/>
                </a:moveTo>
                <a:cubicBezTo>
                  <a:pt x="409054" y="829389"/>
                  <a:pt x="359549" y="779884"/>
                  <a:pt x="359549" y="718816"/>
                </a:cubicBezTo>
                <a:cubicBezTo>
                  <a:pt x="359549" y="657748"/>
                  <a:pt x="409054" y="608243"/>
                  <a:pt x="470122" y="608243"/>
                </a:cubicBezTo>
                <a:cubicBezTo>
                  <a:pt x="531190" y="608243"/>
                  <a:pt x="580695" y="657748"/>
                  <a:pt x="580695" y="718816"/>
                </a:cubicBezTo>
                <a:cubicBezTo>
                  <a:pt x="580695" y="779884"/>
                  <a:pt x="531190" y="829389"/>
                  <a:pt x="470122" y="829389"/>
                </a:cubicBezTo>
                <a:close/>
                <a:moveTo>
                  <a:pt x="124629" y="359549"/>
                </a:moveTo>
                <a:lnTo>
                  <a:pt x="815615" y="359549"/>
                </a:lnTo>
                <a:lnTo>
                  <a:pt x="815615" y="580695"/>
                </a:lnTo>
                <a:lnTo>
                  <a:pt x="124629" y="580695"/>
                </a:lnTo>
                <a:lnTo>
                  <a:pt x="124629" y="359549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4629" tIns="359549" rIns="124629" bIns="359549" numCol="1" spcCol="1270" rtlCol="1" anchor="ctr" anchorCtr="0">
            <a:noAutofit/>
          </a:bodyPr>
          <a:lstStyle/>
          <a:p>
            <a:pPr marL="0" lvl="0" indent="0" algn="ctr" defTabSz="6667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2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765C3C-C8F0-5093-0421-E6B615ED8D36}"/>
              </a:ext>
            </a:extLst>
          </p:cNvPr>
          <p:cNvSpPr/>
          <p:nvPr/>
        </p:nvSpPr>
        <p:spPr>
          <a:xfrm>
            <a:off x="3581426" y="3717032"/>
            <a:ext cx="1621111" cy="1621111"/>
          </a:xfrm>
          <a:custGeom>
            <a:avLst/>
            <a:gdLst>
              <a:gd name="connsiteX0" fmla="*/ 0 w 1621111"/>
              <a:gd name="connsiteY0" fmla="*/ 810556 h 1621111"/>
              <a:gd name="connsiteX1" fmla="*/ 810556 w 1621111"/>
              <a:gd name="connsiteY1" fmla="*/ 0 h 1621111"/>
              <a:gd name="connsiteX2" fmla="*/ 1621112 w 1621111"/>
              <a:gd name="connsiteY2" fmla="*/ 810556 h 1621111"/>
              <a:gd name="connsiteX3" fmla="*/ 810556 w 1621111"/>
              <a:gd name="connsiteY3" fmla="*/ 1621112 h 1621111"/>
              <a:gd name="connsiteX4" fmla="*/ 0 w 1621111"/>
              <a:gd name="connsiteY4" fmla="*/ 810556 h 16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111" h="1621111">
                <a:moveTo>
                  <a:pt x="0" y="810556"/>
                </a:moveTo>
                <a:cubicBezTo>
                  <a:pt x="0" y="362898"/>
                  <a:pt x="362898" y="0"/>
                  <a:pt x="810556" y="0"/>
                </a:cubicBezTo>
                <a:cubicBezTo>
                  <a:pt x="1258214" y="0"/>
                  <a:pt x="1621112" y="362898"/>
                  <a:pt x="1621112" y="810556"/>
                </a:cubicBezTo>
                <a:cubicBezTo>
                  <a:pt x="1621112" y="1258214"/>
                  <a:pt x="1258214" y="1621112"/>
                  <a:pt x="810556" y="1621112"/>
                </a:cubicBezTo>
                <a:cubicBezTo>
                  <a:pt x="362898" y="1621112"/>
                  <a:pt x="0" y="1258214"/>
                  <a:pt x="0" y="810556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2806" tIns="262806" rIns="262806" bIns="26280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عدد الغرف المباعة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5062345-E02A-7F4A-DCE8-6C4082E14304}"/>
              </a:ext>
            </a:extLst>
          </p:cNvPr>
          <p:cNvSpPr/>
          <p:nvPr/>
        </p:nvSpPr>
        <p:spPr>
          <a:xfrm>
            <a:off x="2509547" y="4057465"/>
            <a:ext cx="940244" cy="940244"/>
          </a:xfrm>
          <a:custGeom>
            <a:avLst/>
            <a:gdLst>
              <a:gd name="connsiteX0" fmla="*/ 124629 w 940244"/>
              <a:gd name="connsiteY0" fmla="*/ 193690 h 940244"/>
              <a:gd name="connsiteX1" fmla="*/ 815615 w 940244"/>
              <a:gd name="connsiteY1" fmla="*/ 193690 h 940244"/>
              <a:gd name="connsiteX2" fmla="*/ 815615 w 940244"/>
              <a:gd name="connsiteY2" fmla="*/ 414836 h 940244"/>
              <a:gd name="connsiteX3" fmla="*/ 124629 w 940244"/>
              <a:gd name="connsiteY3" fmla="*/ 414836 h 940244"/>
              <a:gd name="connsiteX4" fmla="*/ 124629 w 940244"/>
              <a:gd name="connsiteY4" fmla="*/ 193690 h 940244"/>
              <a:gd name="connsiteX5" fmla="*/ 124629 w 940244"/>
              <a:gd name="connsiteY5" fmla="*/ 525408 h 940244"/>
              <a:gd name="connsiteX6" fmla="*/ 815615 w 940244"/>
              <a:gd name="connsiteY6" fmla="*/ 525408 h 940244"/>
              <a:gd name="connsiteX7" fmla="*/ 815615 w 940244"/>
              <a:gd name="connsiteY7" fmla="*/ 746554 h 940244"/>
              <a:gd name="connsiteX8" fmla="*/ 124629 w 940244"/>
              <a:gd name="connsiteY8" fmla="*/ 746554 h 940244"/>
              <a:gd name="connsiteX9" fmla="*/ 124629 w 940244"/>
              <a:gd name="connsiteY9" fmla="*/ 525408 h 940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0244" h="940244">
                <a:moveTo>
                  <a:pt x="124629" y="193690"/>
                </a:moveTo>
                <a:lnTo>
                  <a:pt x="815615" y="193690"/>
                </a:lnTo>
                <a:lnTo>
                  <a:pt x="815615" y="414836"/>
                </a:lnTo>
                <a:lnTo>
                  <a:pt x="124629" y="414836"/>
                </a:lnTo>
                <a:lnTo>
                  <a:pt x="124629" y="193690"/>
                </a:lnTo>
                <a:close/>
                <a:moveTo>
                  <a:pt x="124629" y="525408"/>
                </a:moveTo>
                <a:lnTo>
                  <a:pt x="815615" y="525408"/>
                </a:lnTo>
                <a:lnTo>
                  <a:pt x="815615" y="746554"/>
                </a:lnTo>
                <a:lnTo>
                  <a:pt x="124629" y="746554"/>
                </a:lnTo>
                <a:lnTo>
                  <a:pt x="124629" y="525408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4629" tIns="193690" rIns="124629" bIns="193690" numCol="1" spcCol="1270" rtlCol="1" anchor="ctr" anchorCtr="0">
            <a:noAutofit/>
          </a:bodyPr>
          <a:lstStyle/>
          <a:p>
            <a:pPr marL="0" lvl="0" indent="0" algn="ctr" defTabSz="17335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200" kern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C09F7B-9FFB-5277-5F6C-70F547F9E0BA}"/>
              </a:ext>
            </a:extLst>
          </p:cNvPr>
          <p:cNvSpPr/>
          <p:nvPr/>
        </p:nvSpPr>
        <p:spPr>
          <a:xfrm>
            <a:off x="756801" y="3717032"/>
            <a:ext cx="1621111" cy="1621111"/>
          </a:xfrm>
          <a:custGeom>
            <a:avLst/>
            <a:gdLst>
              <a:gd name="connsiteX0" fmla="*/ 0 w 1621111"/>
              <a:gd name="connsiteY0" fmla="*/ 810556 h 1621111"/>
              <a:gd name="connsiteX1" fmla="*/ 810556 w 1621111"/>
              <a:gd name="connsiteY1" fmla="*/ 0 h 1621111"/>
              <a:gd name="connsiteX2" fmla="*/ 1621112 w 1621111"/>
              <a:gd name="connsiteY2" fmla="*/ 810556 h 1621111"/>
              <a:gd name="connsiteX3" fmla="*/ 810556 w 1621111"/>
              <a:gd name="connsiteY3" fmla="*/ 1621112 h 1621111"/>
              <a:gd name="connsiteX4" fmla="*/ 0 w 1621111"/>
              <a:gd name="connsiteY4" fmla="*/ 810556 h 16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111" h="1621111">
                <a:moveTo>
                  <a:pt x="0" y="810556"/>
                </a:moveTo>
                <a:cubicBezTo>
                  <a:pt x="0" y="362898"/>
                  <a:pt x="362898" y="0"/>
                  <a:pt x="810556" y="0"/>
                </a:cubicBezTo>
                <a:cubicBezTo>
                  <a:pt x="1258214" y="0"/>
                  <a:pt x="1621112" y="362898"/>
                  <a:pt x="1621112" y="810556"/>
                </a:cubicBezTo>
                <a:cubicBezTo>
                  <a:pt x="1621112" y="1258214"/>
                  <a:pt x="1258214" y="1621112"/>
                  <a:pt x="810556" y="1621112"/>
                </a:cubicBezTo>
                <a:cubicBezTo>
                  <a:pt x="362898" y="1621112"/>
                  <a:pt x="0" y="1258214"/>
                  <a:pt x="0" y="810556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2806" tIns="262806" rIns="262806" bIns="262806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متوسط أسعار الغرف </a:t>
            </a:r>
          </a:p>
        </p:txBody>
      </p:sp>
    </p:spTree>
    <p:extLst>
      <p:ext uri="{BB962C8B-B14F-4D97-AF65-F5344CB8AC3E}">
        <p14:creationId xmlns:p14="http://schemas.microsoft.com/office/powerpoint/2010/main" val="24310079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نموذج للحسابات 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8F5EF11-C13B-6823-EB74-CD0FAEE57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2004783"/>
            <a:ext cx="8712833" cy="174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إشغال الغرف</a:t>
            </a: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6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يحتوي </a:t>
            </a:r>
            <a:r>
              <a:rPr lang="ar" sz="2600" b="0" i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الفندق على عدد 200 غرفة ويجني المال مقابل عدد 168 منها.</a:t>
            </a:r>
            <a:endParaRPr lang="en-GB" altLang="en-US" sz="26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2971F-3E3E-EDD7-C5C7-89CABBA7A555}"/>
              </a:ext>
            </a:extLst>
          </p:cNvPr>
          <p:cNvSpPr/>
          <p:nvPr/>
        </p:nvSpPr>
        <p:spPr>
          <a:xfrm>
            <a:off x="7473875" y="3024055"/>
            <a:ext cx="1262519" cy="1262519"/>
          </a:xfrm>
          <a:custGeom>
            <a:avLst/>
            <a:gdLst>
              <a:gd name="connsiteX0" fmla="*/ 0 w 1262519"/>
              <a:gd name="connsiteY0" fmla="*/ 631260 h 1262519"/>
              <a:gd name="connsiteX1" fmla="*/ 631260 w 1262519"/>
              <a:gd name="connsiteY1" fmla="*/ 0 h 1262519"/>
              <a:gd name="connsiteX2" fmla="*/ 1262520 w 1262519"/>
              <a:gd name="connsiteY2" fmla="*/ 631260 h 1262519"/>
              <a:gd name="connsiteX3" fmla="*/ 631260 w 1262519"/>
              <a:gd name="connsiteY3" fmla="*/ 1262520 h 1262519"/>
              <a:gd name="connsiteX4" fmla="*/ 0 w 1262519"/>
              <a:gd name="connsiteY4" fmla="*/ 631260 h 126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19" h="1262519">
                <a:moveTo>
                  <a:pt x="0" y="631260"/>
                </a:moveTo>
                <a:cubicBezTo>
                  <a:pt x="0" y="282625"/>
                  <a:pt x="282625" y="0"/>
                  <a:pt x="631260" y="0"/>
                </a:cubicBezTo>
                <a:cubicBezTo>
                  <a:pt x="979895" y="0"/>
                  <a:pt x="1262520" y="282625"/>
                  <a:pt x="1262520" y="631260"/>
                </a:cubicBezTo>
                <a:cubicBezTo>
                  <a:pt x="1262520" y="979895"/>
                  <a:pt x="979895" y="1262520"/>
                  <a:pt x="631260" y="1262520"/>
                </a:cubicBezTo>
                <a:cubicBezTo>
                  <a:pt x="282625" y="1262520"/>
                  <a:pt x="0" y="979895"/>
                  <a:pt x="0" y="63126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7752" tIns="207752" rIns="207752" bIns="207752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(168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74900C-A101-4760-DE74-DCE28D9DB671}"/>
              </a:ext>
            </a:extLst>
          </p:cNvPr>
          <p:cNvSpPr/>
          <p:nvPr/>
        </p:nvSpPr>
        <p:spPr>
          <a:xfrm>
            <a:off x="6639097" y="3289184"/>
            <a:ext cx="732261" cy="732261"/>
          </a:xfrm>
          <a:custGeom>
            <a:avLst/>
            <a:gdLst>
              <a:gd name="connsiteX0" fmla="*/ 366131 w 732261"/>
              <a:gd name="connsiteY0" fmla="*/ 86334 h 732261"/>
              <a:gd name="connsiteX1" fmla="*/ 452245 w 732261"/>
              <a:gd name="connsiteY1" fmla="*/ 172448 h 732261"/>
              <a:gd name="connsiteX2" fmla="*/ 366131 w 732261"/>
              <a:gd name="connsiteY2" fmla="*/ 258562 h 732261"/>
              <a:gd name="connsiteX3" fmla="*/ 280017 w 732261"/>
              <a:gd name="connsiteY3" fmla="*/ 172448 h 732261"/>
              <a:gd name="connsiteX4" fmla="*/ 366131 w 732261"/>
              <a:gd name="connsiteY4" fmla="*/ 86334 h 732261"/>
              <a:gd name="connsiteX5" fmla="*/ 366131 w 732261"/>
              <a:gd name="connsiteY5" fmla="*/ 645927 h 732261"/>
              <a:gd name="connsiteX6" fmla="*/ 280017 w 732261"/>
              <a:gd name="connsiteY6" fmla="*/ 559813 h 732261"/>
              <a:gd name="connsiteX7" fmla="*/ 366131 w 732261"/>
              <a:gd name="connsiteY7" fmla="*/ 473699 h 732261"/>
              <a:gd name="connsiteX8" fmla="*/ 452245 w 732261"/>
              <a:gd name="connsiteY8" fmla="*/ 559813 h 732261"/>
              <a:gd name="connsiteX9" fmla="*/ 366131 w 732261"/>
              <a:gd name="connsiteY9" fmla="*/ 645927 h 732261"/>
              <a:gd name="connsiteX10" fmla="*/ 97061 w 732261"/>
              <a:gd name="connsiteY10" fmla="*/ 280017 h 732261"/>
              <a:gd name="connsiteX11" fmla="*/ 635200 w 732261"/>
              <a:gd name="connsiteY11" fmla="*/ 280017 h 732261"/>
              <a:gd name="connsiteX12" fmla="*/ 635200 w 732261"/>
              <a:gd name="connsiteY12" fmla="*/ 452244 h 732261"/>
              <a:gd name="connsiteX13" fmla="*/ 97061 w 732261"/>
              <a:gd name="connsiteY13" fmla="*/ 452244 h 732261"/>
              <a:gd name="connsiteX14" fmla="*/ 97061 w 732261"/>
              <a:gd name="connsiteY14" fmla="*/ 280017 h 73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32261" h="732261">
                <a:moveTo>
                  <a:pt x="366131" y="86334"/>
                </a:moveTo>
                <a:cubicBezTo>
                  <a:pt x="413690" y="86334"/>
                  <a:pt x="452245" y="124889"/>
                  <a:pt x="452245" y="172448"/>
                </a:cubicBezTo>
                <a:cubicBezTo>
                  <a:pt x="452245" y="220007"/>
                  <a:pt x="413690" y="258562"/>
                  <a:pt x="366131" y="258562"/>
                </a:cubicBezTo>
                <a:cubicBezTo>
                  <a:pt x="318572" y="258562"/>
                  <a:pt x="280017" y="220007"/>
                  <a:pt x="280017" y="172448"/>
                </a:cubicBezTo>
                <a:cubicBezTo>
                  <a:pt x="280017" y="124889"/>
                  <a:pt x="318572" y="86334"/>
                  <a:pt x="366131" y="86334"/>
                </a:cubicBezTo>
                <a:close/>
                <a:moveTo>
                  <a:pt x="366131" y="645927"/>
                </a:moveTo>
                <a:cubicBezTo>
                  <a:pt x="318572" y="645927"/>
                  <a:pt x="280017" y="607372"/>
                  <a:pt x="280017" y="559813"/>
                </a:cubicBezTo>
                <a:cubicBezTo>
                  <a:pt x="280017" y="512254"/>
                  <a:pt x="318572" y="473699"/>
                  <a:pt x="366131" y="473699"/>
                </a:cubicBezTo>
                <a:cubicBezTo>
                  <a:pt x="413690" y="473699"/>
                  <a:pt x="452245" y="512254"/>
                  <a:pt x="452245" y="559813"/>
                </a:cubicBezTo>
                <a:cubicBezTo>
                  <a:pt x="452245" y="607372"/>
                  <a:pt x="413690" y="645927"/>
                  <a:pt x="366131" y="645927"/>
                </a:cubicBezTo>
                <a:close/>
                <a:moveTo>
                  <a:pt x="97061" y="280017"/>
                </a:moveTo>
                <a:lnTo>
                  <a:pt x="635200" y="280017"/>
                </a:lnTo>
                <a:lnTo>
                  <a:pt x="635200" y="452244"/>
                </a:lnTo>
                <a:lnTo>
                  <a:pt x="97061" y="452244"/>
                </a:lnTo>
                <a:lnTo>
                  <a:pt x="97061" y="28001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061" tIns="280017" rIns="97061" bIns="280017" numCol="1" spcCol="1270" rtlCol="1" anchor="ctr" anchorCtr="0">
            <a:noAutofit/>
          </a:bodyPr>
          <a:lstStyle/>
          <a:p>
            <a:pPr marL="0" lvl="0" indent="0" algn="ctr" defTabSz="5334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2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ACE73-8AEE-4116-568E-9069DC6EE0A0}"/>
              </a:ext>
            </a:extLst>
          </p:cNvPr>
          <p:cNvSpPr/>
          <p:nvPr/>
        </p:nvSpPr>
        <p:spPr>
          <a:xfrm>
            <a:off x="5274061" y="3024055"/>
            <a:ext cx="1262519" cy="1262519"/>
          </a:xfrm>
          <a:custGeom>
            <a:avLst/>
            <a:gdLst>
              <a:gd name="connsiteX0" fmla="*/ 0 w 1262519"/>
              <a:gd name="connsiteY0" fmla="*/ 631260 h 1262519"/>
              <a:gd name="connsiteX1" fmla="*/ 631260 w 1262519"/>
              <a:gd name="connsiteY1" fmla="*/ 0 h 1262519"/>
              <a:gd name="connsiteX2" fmla="*/ 1262520 w 1262519"/>
              <a:gd name="connsiteY2" fmla="*/ 631260 h 1262519"/>
              <a:gd name="connsiteX3" fmla="*/ 631260 w 1262519"/>
              <a:gd name="connsiteY3" fmla="*/ 1262520 h 1262519"/>
              <a:gd name="connsiteX4" fmla="*/ 0 w 1262519"/>
              <a:gd name="connsiteY4" fmla="*/ 631260 h 126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19" h="1262519">
                <a:moveTo>
                  <a:pt x="0" y="631260"/>
                </a:moveTo>
                <a:cubicBezTo>
                  <a:pt x="0" y="282625"/>
                  <a:pt x="282625" y="0"/>
                  <a:pt x="631260" y="0"/>
                </a:cubicBezTo>
                <a:cubicBezTo>
                  <a:pt x="979895" y="0"/>
                  <a:pt x="1262520" y="282625"/>
                  <a:pt x="1262520" y="631260"/>
                </a:cubicBezTo>
                <a:cubicBezTo>
                  <a:pt x="1262520" y="979895"/>
                  <a:pt x="979895" y="1262520"/>
                  <a:pt x="631260" y="1262520"/>
                </a:cubicBezTo>
                <a:cubicBezTo>
                  <a:pt x="282625" y="1262520"/>
                  <a:pt x="0" y="979895"/>
                  <a:pt x="0" y="63126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7752" tIns="207752" rIns="207752" bIns="207752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200)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F3F925A-0F11-A841-8F76-4E0335E21E10}"/>
              </a:ext>
            </a:extLst>
          </p:cNvPr>
          <p:cNvSpPr/>
          <p:nvPr/>
        </p:nvSpPr>
        <p:spPr>
          <a:xfrm>
            <a:off x="4439283" y="3289184"/>
            <a:ext cx="732261" cy="732261"/>
          </a:xfrm>
          <a:custGeom>
            <a:avLst/>
            <a:gdLst>
              <a:gd name="connsiteX0" fmla="*/ 114979 w 732261"/>
              <a:gd name="connsiteY0" fmla="*/ 236763 h 732261"/>
              <a:gd name="connsiteX1" fmla="*/ 236763 w 732261"/>
              <a:gd name="connsiteY1" fmla="*/ 114979 h 732261"/>
              <a:gd name="connsiteX2" fmla="*/ 366131 w 732261"/>
              <a:gd name="connsiteY2" fmla="*/ 244347 h 732261"/>
              <a:gd name="connsiteX3" fmla="*/ 495498 w 732261"/>
              <a:gd name="connsiteY3" fmla="*/ 114979 h 732261"/>
              <a:gd name="connsiteX4" fmla="*/ 617282 w 732261"/>
              <a:gd name="connsiteY4" fmla="*/ 236763 h 732261"/>
              <a:gd name="connsiteX5" fmla="*/ 487914 w 732261"/>
              <a:gd name="connsiteY5" fmla="*/ 366131 h 732261"/>
              <a:gd name="connsiteX6" fmla="*/ 617282 w 732261"/>
              <a:gd name="connsiteY6" fmla="*/ 495498 h 732261"/>
              <a:gd name="connsiteX7" fmla="*/ 495498 w 732261"/>
              <a:gd name="connsiteY7" fmla="*/ 617282 h 732261"/>
              <a:gd name="connsiteX8" fmla="*/ 366131 w 732261"/>
              <a:gd name="connsiteY8" fmla="*/ 487914 h 732261"/>
              <a:gd name="connsiteX9" fmla="*/ 236763 w 732261"/>
              <a:gd name="connsiteY9" fmla="*/ 617282 h 732261"/>
              <a:gd name="connsiteX10" fmla="*/ 114979 w 732261"/>
              <a:gd name="connsiteY10" fmla="*/ 495498 h 732261"/>
              <a:gd name="connsiteX11" fmla="*/ 244347 w 732261"/>
              <a:gd name="connsiteY11" fmla="*/ 366131 h 732261"/>
              <a:gd name="connsiteX12" fmla="*/ 114979 w 732261"/>
              <a:gd name="connsiteY12" fmla="*/ 236763 h 73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2261" h="732261">
                <a:moveTo>
                  <a:pt x="114979" y="236763"/>
                </a:moveTo>
                <a:lnTo>
                  <a:pt x="236763" y="114979"/>
                </a:lnTo>
                <a:lnTo>
                  <a:pt x="366131" y="244347"/>
                </a:lnTo>
                <a:lnTo>
                  <a:pt x="495498" y="114979"/>
                </a:lnTo>
                <a:lnTo>
                  <a:pt x="617282" y="236763"/>
                </a:lnTo>
                <a:lnTo>
                  <a:pt x="487914" y="366131"/>
                </a:lnTo>
                <a:lnTo>
                  <a:pt x="617282" y="495498"/>
                </a:lnTo>
                <a:lnTo>
                  <a:pt x="495498" y="617282"/>
                </a:lnTo>
                <a:lnTo>
                  <a:pt x="366131" y="487914"/>
                </a:lnTo>
                <a:lnTo>
                  <a:pt x="236763" y="617282"/>
                </a:lnTo>
                <a:lnTo>
                  <a:pt x="114979" y="495498"/>
                </a:lnTo>
                <a:lnTo>
                  <a:pt x="244347" y="366131"/>
                </a:lnTo>
                <a:lnTo>
                  <a:pt x="114979" y="2367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979" tIns="114979" rIns="114979" bIns="114979" numCol="1" spcCol="1270" rtlCol="1" anchor="ctr" anchorCtr="0">
            <a:noAutofit/>
          </a:bodyPr>
          <a:lstStyle/>
          <a:p>
            <a:pPr marL="0" lvl="0" indent="0" algn="ctr" defTabSz="1600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36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1CF575-7F16-FA8D-A375-3F69CBF6096D}"/>
              </a:ext>
            </a:extLst>
          </p:cNvPr>
          <p:cNvSpPr/>
          <p:nvPr/>
        </p:nvSpPr>
        <p:spPr>
          <a:xfrm>
            <a:off x="3074247" y="3024055"/>
            <a:ext cx="1262519" cy="1262519"/>
          </a:xfrm>
          <a:custGeom>
            <a:avLst/>
            <a:gdLst>
              <a:gd name="connsiteX0" fmla="*/ 0 w 1262519"/>
              <a:gd name="connsiteY0" fmla="*/ 631260 h 1262519"/>
              <a:gd name="connsiteX1" fmla="*/ 631260 w 1262519"/>
              <a:gd name="connsiteY1" fmla="*/ 0 h 1262519"/>
              <a:gd name="connsiteX2" fmla="*/ 1262520 w 1262519"/>
              <a:gd name="connsiteY2" fmla="*/ 631260 h 1262519"/>
              <a:gd name="connsiteX3" fmla="*/ 631260 w 1262519"/>
              <a:gd name="connsiteY3" fmla="*/ 1262520 h 1262519"/>
              <a:gd name="connsiteX4" fmla="*/ 0 w 1262519"/>
              <a:gd name="connsiteY4" fmla="*/ 631260 h 126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19" h="1262519">
                <a:moveTo>
                  <a:pt x="0" y="631260"/>
                </a:moveTo>
                <a:cubicBezTo>
                  <a:pt x="0" y="282625"/>
                  <a:pt x="282625" y="0"/>
                  <a:pt x="631260" y="0"/>
                </a:cubicBezTo>
                <a:cubicBezTo>
                  <a:pt x="979895" y="0"/>
                  <a:pt x="1262520" y="282625"/>
                  <a:pt x="1262520" y="631260"/>
                </a:cubicBezTo>
                <a:cubicBezTo>
                  <a:pt x="1262520" y="979895"/>
                  <a:pt x="979895" y="1262520"/>
                  <a:pt x="631260" y="1262520"/>
                </a:cubicBezTo>
                <a:cubicBezTo>
                  <a:pt x="282625" y="1262520"/>
                  <a:pt x="0" y="979895"/>
                  <a:pt x="0" y="63126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7752" tIns="207752" rIns="207752" bIns="207752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100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887B4B5-2513-2883-F2E9-081A63F922B5}"/>
              </a:ext>
            </a:extLst>
          </p:cNvPr>
          <p:cNvSpPr/>
          <p:nvPr/>
        </p:nvSpPr>
        <p:spPr>
          <a:xfrm>
            <a:off x="2239469" y="3289184"/>
            <a:ext cx="732261" cy="732261"/>
          </a:xfrm>
          <a:custGeom>
            <a:avLst/>
            <a:gdLst>
              <a:gd name="connsiteX0" fmla="*/ 97061 w 732261"/>
              <a:gd name="connsiteY0" fmla="*/ 150846 h 732261"/>
              <a:gd name="connsiteX1" fmla="*/ 635200 w 732261"/>
              <a:gd name="connsiteY1" fmla="*/ 150846 h 732261"/>
              <a:gd name="connsiteX2" fmla="*/ 635200 w 732261"/>
              <a:gd name="connsiteY2" fmla="*/ 323074 h 732261"/>
              <a:gd name="connsiteX3" fmla="*/ 97061 w 732261"/>
              <a:gd name="connsiteY3" fmla="*/ 323074 h 732261"/>
              <a:gd name="connsiteX4" fmla="*/ 97061 w 732261"/>
              <a:gd name="connsiteY4" fmla="*/ 150846 h 732261"/>
              <a:gd name="connsiteX5" fmla="*/ 97061 w 732261"/>
              <a:gd name="connsiteY5" fmla="*/ 409187 h 732261"/>
              <a:gd name="connsiteX6" fmla="*/ 635200 w 732261"/>
              <a:gd name="connsiteY6" fmla="*/ 409187 h 732261"/>
              <a:gd name="connsiteX7" fmla="*/ 635200 w 732261"/>
              <a:gd name="connsiteY7" fmla="*/ 581415 h 732261"/>
              <a:gd name="connsiteX8" fmla="*/ 97061 w 732261"/>
              <a:gd name="connsiteY8" fmla="*/ 581415 h 732261"/>
              <a:gd name="connsiteX9" fmla="*/ 97061 w 732261"/>
              <a:gd name="connsiteY9" fmla="*/ 409187 h 73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2261" h="732261">
                <a:moveTo>
                  <a:pt x="97061" y="150846"/>
                </a:moveTo>
                <a:lnTo>
                  <a:pt x="635200" y="150846"/>
                </a:lnTo>
                <a:lnTo>
                  <a:pt x="635200" y="323074"/>
                </a:lnTo>
                <a:lnTo>
                  <a:pt x="97061" y="323074"/>
                </a:lnTo>
                <a:lnTo>
                  <a:pt x="97061" y="150846"/>
                </a:lnTo>
                <a:close/>
                <a:moveTo>
                  <a:pt x="97061" y="409187"/>
                </a:moveTo>
                <a:lnTo>
                  <a:pt x="635200" y="409187"/>
                </a:lnTo>
                <a:lnTo>
                  <a:pt x="635200" y="581415"/>
                </a:lnTo>
                <a:lnTo>
                  <a:pt x="97061" y="581415"/>
                </a:lnTo>
                <a:lnTo>
                  <a:pt x="97061" y="40918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061" tIns="150846" rIns="97061" bIns="150846" numCol="1" spcCol="1270" rtlCol="1" anchor="ctr" anchorCtr="0">
            <a:noAutofit/>
          </a:bodyPr>
          <a:lstStyle/>
          <a:p>
            <a:pPr marL="0" lvl="0" indent="0" algn="ctr" defTabSz="13335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3000" kern="1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C505E0-9A12-EC01-B35B-0CED1A886333}"/>
              </a:ext>
            </a:extLst>
          </p:cNvPr>
          <p:cNvSpPr/>
          <p:nvPr/>
        </p:nvSpPr>
        <p:spPr>
          <a:xfrm>
            <a:off x="479618" y="3024055"/>
            <a:ext cx="1657334" cy="1262519"/>
          </a:xfrm>
          <a:custGeom>
            <a:avLst/>
            <a:gdLst>
              <a:gd name="connsiteX0" fmla="*/ 0 w 1657334"/>
              <a:gd name="connsiteY0" fmla="*/ 631260 h 1262519"/>
              <a:gd name="connsiteX1" fmla="*/ 828667 w 1657334"/>
              <a:gd name="connsiteY1" fmla="*/ 0 h 1262519"/>
              <a:gd name="connsiteX2" fmla="*/ 1657334 w 1657334"/>
              <a:gd name="connsiteY2" fmla="*/ 631260 h 1262519"/>
              <a:gd name="connsiteX3" fmla="*/ 828667 w 1657334"/>
              <a:gd name="connsiteY3" fmla="*/ 1262520 h 1262519"/>
              <a:gd name="connsiteX4" fmla="*/ 0 w 1657334"/>
              <a:gd name="connsiteY4" fmla="*/ 631260 h 126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7334" h="1262519">
                <a:moveTo>
                  <a:pt x="0" y="631260"/>
                </a:moveTo>
                <a:cubicBezTo>
                  <a:pt x="0" y="282625"/>
                  <a:pt x="371007" y="0"/>
                  <a:pt x="828667" y="0"/>
                </a:cubicBezTo>
                <a:cubicBezTo>
                  <a:pt x="1286327" y="0"/>
                  <a:pt x="1657334" y="282625"/>
                  <a:pt x="1657334" y="631260"/>
                </a:cubicBezTo>
                <a:cubicBezTo>
                  <a:pt x="1657334" y="979895"/>
                  <a:pt x="1286327" y="1262520"/>
                  <a:pt x="828667" y="1262520"/>
                </a:cubicBezTo>
                <a:cubicBezTo>
                  <a:pt x="371007" y="1262520"/>
                  <a:pt x="0" y="979895"/>
                  <a:pt x="0" y="63126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5571" tIns="207752" rIns="265571" bIns="207752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نسبة إشغال الغرف 84%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CE3C355-1A4D-8783-02BC-37DB9CDA658A}"/>
              </a:ext>
            </a:extLst>
          </p:cNvPr>
          <p:cNvSpPr/>
          <p:nvPr/>
        </p:nvSpPr>
        <p:spPr>
          <a:xfrm>
            <a:off x="5062815" y="5023032"/>
            <a:ext cx="1380352" cy="1380352"/>
          </a:xfrm>
          <a:custGeom>
            <a:avLst/>
            <a:gdLst>
              <a:gd name="connsiteX0" fmla="*/ 0 w 1380352"/>
              <a:gd name="connsiteY0" fmla="*/ 690176 h 1380352"/>
              <a:gd name="connsiteX1" fmla="*/ 690176 w 1380352"/>
              <a:gd name="connsiteY1" fmla="*/ 0 h 1380352"/>
              <a:gd name="connsiteX2" fmla="*/ 1380352 w 1380352"/>
              <a:gd name="connsiteY2" fmla="*/ 690176 h 1380352"/>
              <a:gd name="connsiteX3" fmla="*/ 690176 w 1380352"/>
              <a:gd name="connsiteY3" fmla="*/ 1380352 h 1380352"/>
              <a:gd name="connsiteX4" fmla="*/ 0 w 1380352"/>
              <a:gd name="connsiteY4" fmla="*/ 690176 h 138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352" h="1380352">
                <a:moveTo>
                  <a:pt x="0" y="690176"/>
                </a:moveTo>
                <a:cubicBezTo>
                  <a:pt x="0" y="309002"/>
                  <a:pt x="309002" y="0"/>
                  <a:pt x="690176" y="0"/>
                </a:cubicBezTo>
                <a:cubicBezTo>
                  <a:pt x="1071350" y="0"/>
                  <a:pt x="1380352" y="309002"/>
                  <a:pt x="1380352" y="690176"/>
                </a:cubicBezTo>
                <a:cubicBezTo>
                  <a:pt x="1380352" y="1071350"/>
                  <a:pt x="1071350" y="1380352"/>
                  <a:pt x="690176" y="1380352"/>
                </a:cubicBezTo>
                <a:cubicBezTo>
                  <a:pt x="309002" y="1380352"/>
                  <a:pt x="0" y="1071350"/>
                  <a:pt x="0" y="690176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008" tIns="225008" rIns="225008" bIns="225008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10,200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194FD0C-0CE5-A02C-5355-D306AE26DD15}"/>
              </a:ext>
            </a:extLst>
          </p:cNvPr>
          <p:cNvSpPr/>
          <p:nvPr/>
        </p:nvSpPr>
        <p:spPr>
          <a:xfrm>
            <a:off x="4150126" y="5312906"/>
            <a:ext cx="800604" cy="800604"/>
          </a:xfrm>
          <a:custGeom>
            <a:avLst/>
            <a:gdLst>
              <a:gd name="connsiteX0" fmla="*/ 400302 w 800604"/>
              <a:gd name="connsiteY0" fmla="*/ 94391 h 800604"/>
              <a:gd name="connsiteX1" fmla="*/ 494453 w 800604"/>
              <a:gd name="connsiteY1" fmla="*/ 188542 h 800604"/>
              <a:gd name="connsiteX2" fmla="*/ 400302 w 800604"/>
              <a:gd name="connsiteY2" fmla="*/ 282693 h 800604"/>
              <a:gd name="connsiteX3" fmla="*/ 306151 w 800604"/>
              <a:gd name="connsiteY3" fmla="*/ 188542 h 800604"/>
              <a:gd name="connsiteX4" fmla="*/ 400302 w 800604"/>
              <a:gd name="connsiteY4" fmla="*/ 94391 h 800604"/>
              <a:gd name="connsiteX5" fmla="*/ 400302 w 800604"/>
              <a:gd name="connsiteY5" fmla="*/ 706213 h 800604"/>
              <a:gd name="connsiteX6" fmla="*/ 306151 w 800604"/>
              <a:gd name="connsiteY6" fmla="*/ 612062 h 800604"/>
              <a:gd name="connsiteX7" fmla="*/ 400302 w 800604"/>
              <a:gd name="connsiteY7" fmla="*/ 517911 h 800604"/>
              <a:gd name="connsiteX8" fmla="*/ 494453 w 800604"/>
              <a:gd name="connsiteY8" fmla="*/ 612062 h 800604"/>
              <a:gd name="connsiteX9" fmla="*/ 400302 w 800604"/>
              <a:gd name="connsiteY9" fmla="*/ 706213 h 800604"/>
              <a:gd name="connsiteX10" fmla="*/ 106120 w 800604"/>
              <a:gd name="connsiteY10" fmla="*/ 306151 h 800604"/>
              <a:gd name="connsiteX11" fmla="*/ 694484 w 800604"/>
              <a:gd name="connsiteY11" fmla="*/ 306151 h 800604"/>
              <a:gd name="connsiteX12" fmla="*/ 694484 w 800604"/>
              <a:gd name="connsiteY12" fmla="*/ 494453 h 800604"/>
              <a:gd name="connsiteX13" fmla="*/ 106120 w 800604"/>
              <a:gd name="connsiteY13" fmla="*/ 494453 h 800604"/>
              <a:gd name="connsiteX14" fmla="*/ 106120 w 800604"/>
              <a:gd name="connsiteY14" fmla="*/ 306151 h 800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00604" h="800604">
                <a:moveTo>
                  <a:pt x="400302" y="94391"/>
                </a:moveTo>
                <a:cubicBezTo>
                  <a:pt x="452300" y="94391"/>
                  <a:pt x="494453" y="136544"/>
                  <a:pt x="494453" y="188542"/>
                </a:cubicBezTo>
                <a:cubicBezTo>
                  <a:pt x="494453" y="240540"/>
                  <a:pt x="452300" y="282693"/>
                  <a:pt x="400302" y="282693"/>
                </a:cubicBezTo>
                <a:cubicBezTo>
                  <a:pt x="348304" y="282693"/>
                  <a:pt x="306151" y="240540"/>
                  <a:pt x="306151" y="188542"/>
                </a:cubicBezTo>
                <a:cubicBezTo>
                  <a:pt x="306151" y="136544"/>
                  <a:pt x="348304" y="94391"/>
                  <a:pt x="400302" y="94391"/>
                </a:cubicBezTo>
                <a:close/>
                <a:moveTo>
                  <a:pt x="400302" y="706213"/>
                </a:moveTo>
                <a:cubicBezTo>
                  <a:pt x="348304" y="706213"/>
                  <a:pt x="306151" y="664060"/>
                  <a:pt x="306151" y="612062"/>
                </a:cubicBezTo>
                <a:cubicBezTo>
                  <a:pt x="306151" y="560064"/>
                  <a:pt x="348304" y="517911"/>
                  <a:pt x="400302" y="517911"/>
                </a:cubicBezTo>
                <a:cubicBezTo>
                  <a:pt x="452300" y="517911"/>
                  <a:pt x="494453" y="560064"/>
                  <a:pt x="494453" y="612062"/>
                </a:cubicBezTo>
                <a:cubicBezTo>
                  <a:pt x="494453" y="664060"/>
                  <a:pt x="452300" y="706213"/>
                  <a:pt x="400302" y="706213"/>
                </a:cubicBezTo>
                <a:close/>
                <a:moveTo>
                  <a:pt x="106120" y="306151"/>
                </a:moveTo>
                <a:lnTo>
                  <a:pt x="694484" y="306151"/>
                </a:lnTo>
                <a:lnTo>
                  <a:pt x="694484" y="494453"/>
                </a:lnTo>
                <a:lnTo>
                  <a:pt x="106120" y="494453"/>
                </a:lnTo>
                <a:lnTo>
                  <a:pt x="106120" y="306151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120" tIns="306151" rIns="106120" bIns="306151" numCol="1" spcCol="1270" rtlCol="1" anchor="ctr" anchorCtr="0">
            <a:noAutofit/>
          </a:bodyPr>
          <a:lstStyle/>
          <a:p>
            <a:pPr marL="0" lvl="0" indent="0" algn="ctr" defTabSz="5778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000" kern="1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6AA17E-F329-54F0-7AC7-ADC86538D31E}"/>
              </a:ext>
            </a:extLst>
          </p:cNvPr>
          <p:cNvSpPr/>
          <p:nvPr/>
        </p:nvSpPr>
        <p:spPr>
          <a:xfrm>
            <a:off x="2657689" y="5023032"/>
            <a:ext cx="1380352" cy="1380352"/>
          </a:xfrm>
          <a:custGeom>
            <a:avLst/>
            <a:gdLst>
              <a:gd name="connsiteX0" fmla="*/ 0 w 1380352"/>
              <a:gd name="connsiteY0" fmla="*/ 690176 h 1380352"/>
              <a:gd name="connsiteX1" fmla="*/ 690176 w 1380352"/>
              <a:gd name="connsiteY1" fmla="*/ 0 h 1380352"/>
              <a:gd name="connsiteX2" fmla="*/ 1380352 w 1380352"/>
              <a:gd name="connsiteY2" fmla="*/ 690176 h 1380352"/>
              <a:gd name="connsiteX3" fmla="*/ 690176 w 1380352"/>
              <a:gd name="connsiteY3" fmla="*/ 1380352 h 1380352"/>
              <a:gd name="connsiteX4" fmla="*/ 0 w 1380352"/>
              <a:gd name="connsiteY4" fmla="*/ 690176 h 138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352" h="1380352">
                <a:moveTo>
                  <a:pt x="0" y="690176"/>
                </a:moveTo>
                <a:cubicBezTo>
                  <a:pt x="0" y="309002"/>
                  <a:pt x="309002" y="0"/>
                  <a:pt x="690176" y="0"/>
                </a:cubicBezTo>
                <a:cubicBezTo>
                  <a:pt x="1071350" y="0"/>
                  <a:pt x="1380352" y="309002"/>
                  <a:pt x="1380352" y="690176"/>
                </a:cubicBezTo>
                <a:cubicBezTo>
                  <a:pt x="1380352" y="1071350"/>
                  <a:pt x="1071350" y="1380352"/>
                  <a:pt x="690176" y="1380352"/>
                </a:cubicBezTo>
                <a:cubicBezTo>
                  <a:pt x="309002" y="1380352"/>
                  <a:pt x="0" y="1071350"/>
                  <a:pt x="0" y="690176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008" tIns="225008" rIns="225008" bIns="225008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168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4C24303-6123-6309-113B-0AC7087E7E95}"/>
              </a:ext>
            </a:extLst>
          </p:cNvPr>
          <p:cNvSpPr/>
          <p:nvPr/>
        </p:nvSpPr>
        <p:spPr>
          <a:xfrm>
            <a:off x="1745000" y="5312906"/>
            <a:ext cx="800604" cy="800604"/>
          </a:xfrm>
          <a:custGeom>
            <a:avLst/>
            <a:gdLst>
              <a:gd name="connsiteX0" fmla="*/ 106120 w 800604"/>
              <a:gd name="connsiteY0" fmla="*/ 164924 h 800604"/>
              <a:gd name="connsiteX1" fmla="*/ 694484 w 800604"/>
              <a:gd name="connsiteY1" fmla="*/ 164924 h 800604"/>
              <a:gd name="connsiteX2" fmla="*/ 694484 w 800604"/>
              <a:gd name="connsiteY2" fmla="*/ 353226 h 800604"/>
              <a:gd name="connsiteX3" fmla="*/ 106120 w 800604"/>
              <a:gd name="connsiteY3" fmla="*/ 353226 h 800604"/>
              <a:gd name="connsiteX4" fmla="*/ 106120 w 800604"/>
              <a:gd name="connsiteY4" fmla="*/ 164924 h 800604"/>
              <a:gd name="connsiteX5" fmla="*/ 106120 w 800604"/>
              <a:gd name="connsiteY5" fmla="*/ 447378 h 800604"/>
              <a:gd name="connsiteX6" fmla="*/ 694484 w 800604"/>
              <a:gd name="connsiteY6" fmla="*/ 447378 h 800604"/>
              <a:gd name="connsiteX7" fmla="*/ 694484 w 800604"/>
              <a:gd name="connsiteY7" fmla="*/ 635680 h 800604"/>
              <a:gd name="connsiteX8" fmla="*/ 106120 w 800604"/>
              <a:gd name="connsiteY8" fmla="*/ 635680 h 800604"/>
              <a:gd name="connsiteX9" fmla="*/ 106120 w 800604"/>
              <a:gd name="connsiteY9" fmla="*/ 447378 h 800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0604" h="800604">
                <a:moveTo>
                  <a:pt x="106120" y="164924"/>
                </a:moveTo>
                <a:lnTo>
                  <a:pt x="694484" y="164924"/>
                </a:lnTo>
                <a:lnTo>
                  <a:pt x="694484" y="353226"/>
                </a:lnTo>
                <a:lnTo>
                  <a:pt x="106120" y="353226"/>
                </a:lnTo>
                <a:lnTo>
                  <a:pt x="106120" y="164924"/>
                </a:lnTo>
                <a:close/>
                <a:moveTo>
                  <a:pt x="106120" y="447378"/>
                </a:moveTo>
                <a:lnTo>
                  <a:pt x="694484" y="447378"/>
                </a:lnTo>
                <a:lnTo>
                  <a:pt x="694484" y="635680"/>
                </a:lnTo>
                <a:lnTo>
                  <a:pt x="106120" y="635680"/>
                </a:lnTo>
                <a:lnTo>
                  <a:pt x="106120" y="447378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120" tIns="164924" rIns="106120" bIns="164924" numCol="1" spcCol="1270" rtlCol="1" anchor="ctr" anchorCtr="0">
            <a:noAutofit/>
          </a:bodyPr>
          <a:lstStyle/>
          <a:p>
            <a:pPr marL="0" lvl="0" indent="0" algn="ctr" defTabSz="14668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000" kern="12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8D058BB-F413-69FC-AA2E-5C061A4717D3}"/>
              </a:ext>
            </a:extLst>
          </p:cNvPr>
          <p:cNvSpPr/>
          <p:nvPr/>
        </p:nvSpPr>
        <p:spPr>
          <a:xfrm>
            <a:off x="252563" y="5023032"/>
            <a:ext cx="1380352" cy="1380352"/>
          </a:xfrm>
          <a:custGeom>
            <a:avLst/>
            <a:gdLst>
              <a:gd name="connsiteX0" fmla="*/ 0 w 1380352"/>
              <a:gd name="connsiteY0" fmla="*/ 690176 h 1380352"/>
              <a:gd name="connsiteX1" fmla="*/ 690176 w 1380352"/>
              <a:gd name="connsiteY1" fmla="*/ 0 h 1380352"/>
              <a:gd name="connsiteX2" fmla="*/ 1380352 w 1380352"/>
              <a:gd name="connsiteY2" fmla="*/ 690176 h 1380352"/>
              <a:gd name="connsiteX3" fmla="*/ 690176 w 1380352"/>
              <a:gd name="connsiteY3" fmla="*/ 1380352 h 1380352"/>
              <a:gd name="connsiteX4" fmla="*/ 0 w 1380352"/>
              <a:gd name="connsiteY4" fmla="*/ 690176 h 138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352" h="1380352">
                <a:moveTo>
                  <a:pt x="0" y="690176"/>
                </a:moveTo>
                <a:cubicBezTo>
                  <a:pt x="0" y="309002"/>
                  <a:pt x="309002" y="0"/>
                  <a:pt x="690176" y="0"/>
                </a:cubicBezTo>
                <a:cubicBezTo>
                  <a:pt x="1071350" y="0"/>
                  <a:pt x="1380352" y="309002"/>
                  <a:pt x="1380352" y="690176"/>
                </a:cubicBezTo>
                <a:cubicBezTo>
                  <a:pt x="1380352" y="1071350"/>
                  <a:pt x="1071350" y="1380352"/>
                  <a:pt x="690176" y="1380352"/>
                </a:cubicBezTo>
                <a:cubicBezTo>
                  <a:pt x="309002" y="1380352"/>
                  <a:pt x="0" y="1071350"/>
                  <a:pt x="0" y="690176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008" tIns="225008" rIns="225008" bIns="225008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 spc="-2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متوسط أسعار</a:t>
            </a:r>
            <a:r>
              <a:rPr lang="en-US" sz="2000" kern="1200" spc="-2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kern="1200" spc="-2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الغرف 61.71 دولار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82BA3-BB20-AAD5-9988-F789D6117B99}"/>
              </a:ext>
            </a:extLst>
          </p:cNvPr>
          <p:cNvSpPr txBox="1"/>
          <p:nvPr/>
        </p:nvSpPr>
        <p:spPr>
          <a:xfrm>
            <a:off x="6536579" y="4780837"/>
            <a:ext cx="2427909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2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متوسط سعر الغرفة: </a:t>
            </a:r>
            <a:r>
              <a:rPr lang="ar" sz="2200" b="0" i="0">
                <a:solidFill>
                  <a:srgbClr val="00000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بلغت إيرادات الغرف 10,200 دولار ويتلقى الفندق أموالاً مقابل 168 غرفة في الليلة الواحدة.</a:t>
            </a:r>
            <a:endParaRPr lang="en-GB" altLang="en-US" sz="22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98875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أفراد الأمن</a:t>
            </a: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067944" y="1988841"/>
            <a:ext cx="4741506" cy="358192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marL="0" indent="0" rtl="1">
              <a:lnSpc>
                <a:spcPct val="120000"/>
              </a:lnSpc>
              <a:spcBef>
                <a:spcPts val="0"/>
              </a:spcBef>
              <a:buNone/>
            </a:pPr>
            <a:r>
              <a:rPr lang="ar" sz="2200">
                <a:effectLst/>
              </a:rPr>
              <a:t>يجب الحفاظ على أمن منطقة المكتب الأمامي للنزلاء والموظفين. فيما يلي بعض الإجراءات الأمنية: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200">
                <a:solidFill>
                  <a:srgbClr val="000000"/>
                </a:solidFill>
              </a:rPr>
              <a:t>التعامل </a:t>
            </a:r>
            <a:r>
              <a:rPr lang="ar" sz="2200" b="0" i="0">
                <a:solidFill>
                  <a:srgbClr val="000000"/>
                </a:solidFill>
                <a:effectLst/>
              </a:rPr>
              <a:t>الدقيق والآمن مع المدفوعات 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200">
                <a:solidFill>
                  <a:srgbClr val="000000"/>
                </a:solidFill>
              </a:rPr>
              <a:t>التعامل </a:t>
            </a:r>
            <a:r>
              <a:rPr lang="ar" sz="2200" b="0" i="0">
                <a:solidFill>
                  <a:srgbClr val="000000"/>
                </a:solidFill>
                <a:effectLst/>
              </a:rPr>
              <a:t> مع المفقودات 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200">
                <a:solidFill>
                  <a:srgbClr val="000000"/>
                </a:solidFill>
              </a:rPr>
              <a:t>تسليم </a:t>
            </a:r>
            <a:r>
              <a:rPr lang="ar" sz="2200" b="0" i="0">
                <a:solidFill>
                  <a:srgbClr val="000000"/>
                </a:solidFill>
                <a:effectLst/>
              </a:rPr>
              <a:t>وتأمين المفاتيح 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200">
                <a:solidFill>
                  <a:srgbClr val="000000"/>
                </a:solidFill>
              </a:rPr>
              <a:t>تشغيل </a:t>
            </a:r>
            <a:r>
              <a:rPr lang="ar" sz="2200" b="0" i="0">
                <a:solidFill>
                  <a:srgbClr val="000000"/>
                </a:solidFill>
                <a:effectLst/>
              </a:rPr>
              <a:t>خدمة الودائع الآمنة أو توفير الخزائن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200">
                <a:solidFill>
                  <a:srgbClr val="000000"/>
                </a:solidFill>
              </a:rPr>
              <a:t>حماية </a:t>
            </a:r>
            <a:r>
              <a:rPr lang="ar" sz="2200" b="0" i="0">
                <a:solidFill>
                  <a:srgbClr val="000000"/>
                </a:solidFill>
                <a:effectLst/>
              </a:rPr>
              <a:t>البيانات الشخصية للنزلاء </a:t>
            </a:r>
          </a:p>
          <a:p>
            <a:pPr rtl="1" fontAlgn="base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200">
                <a:solidFill>
                  <a:srgbClr val="000000"/>
                </a:solidFill>
              </a:rPr>
              <a:t>الإبلاغ </a:t>
            </a:r>
            <a:r>
              <a:rPr lang="ar" sz="2200" b="0" i="0">
                <a:solidFill>
                  <a:srgbClr val="000000"/>
                </a:solidFill>
                <a:effectLst/>
              </a:rPr>
              <a:t>عن الحوادث المشتبه بها </a:t>
            </a:r>
          </a:p>
          <a:p>
            <a:pPr marL="0" indent="0" rtl="1">
              <a:lnSpc>
                <a:spcPct val="120000"/>
              </a:lnSpc>
              <a:spcBef>
                <a:spcPts val="0"/>
              </a:spcBef>
              <a:buNone/>
            </a:pPr>
            <a:r>
              <a:rPr lang="ar" sz="2200">
                <a:effectLst/>
              </a:rPr>
              <a:t> </a:t>
            </a:r>
            <a:endParaRPr lang="en-GB" altLang="en-US" sz="2200" dirty="0"/>
          </a:p>
          <a:p>
            <a:pPr marL="685800" rtl="1"/>
            <a:endParaRPr lang="en-GB" alt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C5CBA-B953-7511-D95A-CA9B936FCC75}"/>
              </a:ext>
            </a:extLst>
          </p:cNvPr>
          <p:cNvSpPr txBox="1"/>
          <p:nvPr/>
        </p:nvSpPr>
        <p:spPr>
          <a:xfrm>
            <a:off x="3475778" y="5416578"/>
            <a:ext cx="5357675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يمكنك الحفاظ على أمن بيانات العملاء؟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447C3-FB2D-38FF-6234-FE165C0235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374" y="2729487"/>
            <a:ext cx="3275546" cy="218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347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b="1"/>
              <a:t>هدف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19770" y="4149080"/>
            <a:ext cx="770446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>
              <a:buSzPct val="85000"/>
            </a:pPr>
            <a:r>
              <a:rPr lang="ar" sz="2600"/>
              <a:t>المهارات المطلوبة في عمليات المكاتب الأمامية.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10000"/>
              </a:lnSpc>
            </a:pPr>
            <a:r>
              <a:rPr lang="ar" sz="3800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إظهار المهارات المستخدمة </a:t>
            </a:r>
            <a:br>
              <a:rPr lang="en-US" sz="3800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</a:br>
            <a:r>
              <a:rPr lang="ar" sz="3800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في عمليات المكاتب الأمامية</a:t>
            </a:r>
            <a:r>
              <a:rPr lang="ar" sz="38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استقبال العملاء والترحيب بهم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8488" y="2839782"/>
            <a:ext cx="3811464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/>
              <a:t>سيتوجب على جميع شركات الضيافة </a:t>
            </a:r>
            <a:r>
              <a:rPr lang="ar" sz="2600" b="0" i="0">
                <a:effectLst/>
              </a:rPr>
              <a:t>الالتزام بمعايير الاستقبال والترحيب، وهذا سيعتمد على عوامل مختلفة ومعايير محلية. 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 sz="2600" b="0" i="0">
                <a:effectLst/>
              </a:rPr>
              <a:t>   </a:t>
            </a:r>
          </a:p>
          <a:p>
            <a:pPr indent="0" rtl="1">
              <a:lnSpc>
                <a:spcPct val="110000"/>
              </a:lnSpc>
            </a:pPr>
            <a:endParaRPr lang="en-GB" altLang="en-US" sz="2600" dirty="0"/>
          </a:p>
          <a:p>
            <a:pPr marL="685800" rtl="1">
              <a:lnSpc>
                <a:spcPct val="110000"/>
              </a:lnSpc>
            </a:pPr>
            <a:endParaRPr lang="en-GB" alt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F50C7-F3D5-DA89-301D-7A945512D3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9525" y="2636912"/>
            <a:ext cx="3877299" cy="284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004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استقبال العملاء والترحيب بهم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26008" y="2348880"/>
            <a:ext cx="4780062" cy="41044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20000"/>
              </a:lnSpc>
              <a:spcBef>
                <a:spcPts val="0"/>
              </a:spcBef>
              <a:buNone/>
            </a:pPr>
            <a:r>
              <a:rPr lang="ar" sz="2300"/>
              <a:t>فيما يلي بعض </a:t>
            </a:r>
            <a:r>
              <a:rPr lang="ar" sz="2300" b="0" i="0">
                <a:effectLst/>
              </a:rPr>
              <a:t>المعايير المشتركة:                                                    </a:t>
            </a:r>
          </a:p>
          <a:p>
            <a:pPr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b="0" i="0">
                <a:effectLst/>
              </a:rPr>
              <a:t>قم </a:t>
            </a:r>
            <a:r>
              <a:rPr lang="ar" sz="2300" b="1" i="0">
                <a:effectLst/>
              </a:rPr>
              <a:t>بتحية </a:t>
            </a:r>
            <a:r>
              <a:rPr lang="ar" sz="2300" b="0" i="0">
                <a:effectLst/>
              </a:rPr>
              <a:t>النزلاء في أسرع وقت ممكن، عن طريق التواصل البصري والابتسامة </a:t>
            </a:r>
          </a:p>
          <a:p>
            <a:pPr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b="1"/>
              <a:t>اسأل </a:t>
            </a:r>
            <a:r>
              <a:rPr lang="ar" sz="2300" b="1" i="0">
                <a:effectLst/>
              </a:rPr>
              <a:t>كيف يمكنك مساعدتهم </a:t>
            </a:r>
          </a:p>
          <a:p>
            <a:pPr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b="1"/>
              <a:t>استمع</a:t>
            </a:r>
            <a:r>
              <a:rPr lang="ar" sz="2300" b="0" i="0">
                <a:effectLst/>
              </a:rPr>
              <a:t> بعناية لما يقوله النزلاء </a:t>
            </a:r>
          </a:p>
          <a:p>
            <a:pPr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b="1"/>
              <a:t>ساعد </a:t>
            </a:r>
            <a:r>
              <a:rPr lang="ar" sz="2300" b="0" i="0">
                <a:effectLst/>
              </a:rPr>
              <a:t>النزلاء إذا استطعت، وقم بتوجيههم إلى </a:t>
            </a:r>
            <a:r>
              <a:rPr lang="ar" sz="2300" b="0" i="0" spc="-20">
                <a:effectLst/>
              </a:rPr>
              <a:t>الأشخاص أو المنتجات أو الخدمات المناسبة بوضوح</a:t>
            </a:r>
          </a:p>
          <a:p>
            <a:pPr rtl="1">
              <a:lnSpc>
                <a:spcPct val="120000"/>
              </a:lnSpc>
              <a:spcBef>
                <a:spcPts val="0"/>
              </a:spcBef>
              <a:buSzPct val="85000"/>
            </a:pPr>
            <a:r>
              <a:rPr lang="ar" sz="2300" b="1" i="0">
                <a:effectLst/>
              </a:rPr>
              <a:t>تحقق </a:t>
            </a:r>
            <a:r>
              <a:rPr lang="ar" sz="2300" b="0" i="0">
                <a:effectLst/>
              </a:rPr>
              <a:t>دائمًا من فهمك لما قيل أو تم الاتفاق عليه.           </a:t>
            </a:r>
          </a:p>
          <a:p>
            <a:pPr indent="0" rtl="1">
              <a:lnSpc>
                <a:spcPct val="90000"/>
              </a:lnSpc>
            </a:pPr>
            <a:endParaRPr lang="en-GB" altLang="en-US" sz="2300" dirty="0"/>
          </a:p>
          <a:p>
            <a:pPr marL="685800" rtl="1">
              <a:lnSpc>
                <a:spcPct val="90000"/>
              </a:lnSpc>
            </a:pPr>
            <a:endParaRPr lang="en-GB" altLang="en-US" sz="2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6DEA2-9120-EB97-9B87-13611E5DB4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30" y="2781024"/>
            <a:ext cx="388807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756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الاستفسارات</a:t>
            </a:r>
            <a:endParaRPr lang="en-GB" altLang="en-US" sz="38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B826C-3F4A-1C53-D2B9-E278EB5D01A3}"/>
              </a:ext>
            </a:extLst>
          </p:cNvPr>
          <p:cNvSpPr txBox="1"/>
          <p:nvPr/>
        </p:nvSpPr>
        <p:spPr bwMode="auto">
          <a:xfrm>
            <a:off x="323528" y="2196001"/>
            <a:ext cx="4172272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وجهًا </a:t>
            </a:r>
            <a:r>
              <a:rPr lang="ar" sz="22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لوجه: </a:t>
            </a:r>
            <a:r>
              <a:rPr lang="ar" sz="22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كن على دراية بالتواصل اللفظي وغير اللفظي.</a:t>
            </a:r>
          </a:p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2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الهاتف </a:t>
            </a:r>
            <a:r>
              <a:rPr lang="ar" sz="22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يكون طريقة الاتصال الأولى، اترك انطباع أول جيد وتحدث بوضوح.</a:t>
            </a:r>
          </a:p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2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البريد الإلكتروني أو رسائل المحادثة عبر الإنترنت </a:t>
            </a:r>
            <a:r>
              <a:rPr lang="ar" sz="22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عند الكتابة، تحقق من القواعد النحوية والإملائية والفهم.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110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§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الحجز </a:t>
            </a:r>
            <a:r>
              <a:rPr lang="ar" sz="22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عبر الإنترنت </a:t>
            </a:r>
            <a:r>
              <a:rPr lang="ar" sz="22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قد لا يكون هناك تواصل مباشر مع العملاء، ولكن يجب إدخال المعلومات بشكل صحيح.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71F7FADF-4745-D4BC-2C84-C4765746A21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91846174"/>
              </p:ext>
            </p:extLst>
          </p:nvPr>
        </p:nvGraphicFramePr>
        <p:xfrm>
          <a:off x="4659313" y="2348880"/>
          <a:ext cx="4027487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73" y="917977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التعامل مع الشكاوى</a:t>
            </a:r>
          </a:p>
        </p:txBody>
      </p:sp>
      <p:sp>
        <p:nvSpPr>
          <p:cNvPr id="5" name="Rectangle 4" descr="Deaf">
            <a:extLst>
              <a:ext uri="{FF2B5EF4-FFF2-40B4-BE49-F238E27FC236}">
                <a16:creationId xmlns:a16="http://schemas.microsoft.com/office/drawing/2014/main" id="{D57A8551-0F56-6361-6D18-4B2D2D2899DE}"/>
              </a:ext>
            </a:extLst>
          </p:cNvPr>
          <p:cNvSpPr/>
          <p:nvPr/>
        </p:nvSpPr>
        <p:spPr>
          <a:xfrm>
            <a:off x="7407883" y="2289213"/>
            <a:ext cx="657070" cy="65707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8D039D8-FCB3-EB78-6FCE-494409552C7B}"/>
              </a:ext>
            </a:extLst>
          </p:cNvPr>
          <p:cNvSpPr/>
          <p:nvPr/>
        </p:nvSpPr>
        <p:spPr>
          <a:xfrm>
            <a:off x="6797747" y="3097016"/>
            <a:ext cx="1877343" cy="290401"/>
          </a:xfrm>
          <a:custGeom>
            <a:avLst/>
            <a:gdLst>
              <a:gd name="connsiteX0" fmla="*/ 0 w 1877343"/>
              <a:gd name="connsiteY0" fmla="*/ 0 h 290401"/>
              <a:gd name="connsiteX1" fmla="*/ 1877343 w 1877343"/>
              <a:gd name="connsiteY1" fmla="*/ 0 h 290401"/>
              <a:gd name="connsiteX2" fmla="*/ 1877343 w 1877343"/>
              <a:gd name="connsiteY2" fmla="*/ 290401 h 290401"/>
              <a:gd name="connsiteX3" fmla="*/ 0 w 1877343"/>
              <a:gd name="connsiteY3" fmla="*/ 290401 h 290401"/>
              <a:gd name="connsiteX4" fmla="*/ 0 w 1877343"/>
              <a:gd name="connsiteY4" fmla="*/ 0 h 29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90401">
                <a:moveTo>
                  <a:pt x="0" y="0"/>
                </a:moveTo>
                <a:lnTo>
                  <a:pt x="1877343" y="0"/>
                </a:lnTo>
                <a:lnTo>
                  <a:pt x="1877343" y="290401"/>
                </a:lnTo>
                <a:lnTo>
                  <a:pt x="0" y="29040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b="1"/>
            </a:pPr>
            <a:r>
              <a:rPr lang="ar" b="1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استمع </a:t>
            </a:r>
            <a:endParaRPr lang="en-GB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6807CD6-27AD-7EB5-EBFF-86D31F0E860D}"/>
              </a:ext>
            </a:extLst>
          </p:cNvPr>
          <p:cNvSpPr/>
          <p:nvPr/>
        </p:nvSpPr>
        <p:spPr>
          <a:xfrm>
            <a:off x="6909009" y="3457525"/>
            <a:ext cx="1654818" cy="2337090"/>
          </a:xfrm>
          <a:custGeom>
            <a:avLst/>
            <a:gdLst>
              <a:gd name="connsiteX0" fmla="*/ 0 w 1877343"/>
              <a:gd name="connsiteY0" fmla="*/ 0 h 2337090"/>
              <a:gd name="connsiteX1" fmla="*/ 1877343 w 1877343"/>
              <a:gd name="connsiteY1" fmla="*/ 0 h 2337090"/>
              <a:gd name="connsiteX2" fmla="*/ 1877343 w 1877343"/>
              <a:gd name="connsiteY2" fmla="*/ 2337090 h 2337090"/>
              <a:gd name="connsiteX3" fmla="*/ 0 w 1877343"/>
              <a:gd name="connsiteY3" fmla="*/ 2337090 h 2337090"/>
              <a:gd name="connsiteX4" fmla="*/ 0 w 1877343"/>
              <a:gd name="connsiteY4" fmla="*/ 0 h 233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337090">
                <a:moveTo>
                  <a:pt x="0" y="0"/>
                </a:moveTo>
                <a:lnTo>
                  <a:pt x="1877343" y="0"/>
                </a:lnTo>
                <a:lnTo>
                  <a:pt x="1877343" y="2337090"/>
                </a:lnTo>
                <a:lnTo>
                  <a:pt x="0" y="23370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ركز على موضوع الشكوى.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لغة جسد منفتحة لإظهار </a:t>
            </a:r>
            <a:br>
              <a:rPr lang="en-US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أنك تُصغي.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اطلب توضيح للأسئلة ذات الصلة ووثقها 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لخص الشكوى للتحقق من فهمك لها 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Rectangle 7" descr="Confused Person">
            <a:extLst>
              <a:ext uri="{FF2B5EF4-FFF2-40B4-BE49-F238E27FC236}">
                <a16:creationId xmlns:a16="http://schemas.microsoft.com/office/drawing/2014/main" id="{C9C08460-2544-8F2B-1A6A-661354E7F680}"/>
              </a:ext>
            </a:extLst>
          </p:cNvPr>
          <p:cNvSpPr/>
          <p:nvPr/>
        </p:nvSpPr>
        <p:spPr>
          <a:xfrm>
            <a:off x="5202004" y="2289213"/>
            <a:ext cx="657070" cy="65707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C24E34-975D-4503-405A-AB0BBC374E73}"/>
              </a:ext>
            </a:extLst>
          </p:cNvPr>
          <p:cNvSpPr/>
          <p:nvPr/>
        </p:nvSpPr>
        <p:spPr>
          <a:xfrm>
            <a:off x="4591868" y="3097016"/>
            <a:ext cx="1877343" cy="290401"/>
          </a:xfrm>
          <a:custGeom>
            <a:avLst/>
            <a:gdLst>
              <a:gd name="connsiteX0" fmla="*/ 0 w 1877343"/>
              <a:gd name="connsiteY0" fmla="*/ 0 h 290401"/>
              <a:gd name="connsiteX1" fmla="*/ 1877343 w 1877343"/>
              <a:gd name="connsiteY1" fmla="*/ 0 h 290401"/>
              <a:gd name="connsiteX2" fmla="*/ 1877343 w 1877343"/>
              <a:gd name="connsiteY2" fmla="*/ 290401 h 290401"/>
              <a:gd name="connsiteX3" fmla="*/ 0 w 1877343"/>
              <a:gd name="connsiteY3" fmla="*/ 290401 h 290401"/>
              <a:gd name="connsiteX4" fmla="*/ 0 w 1877343"/>
              <a:gd name="connsiteY4" fmla="*/ 0 h 29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90401">
                <a:moveTo>
                  <a:pt x="0" y="0"/>
                </a:moveTo>
                <a:lnTo>
                  <a:pt x="1877343" y="0"/>
                </a:lnTo>
                <a:lnTo>
                  <a:pt x="1877343" y="290401"/>
                </a:lnTo>
                <a:lnTo>
                  <a:pt x="0" y="29040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b="1"/>
            </a:pPr>
            <a:r>
              <a:rPr lang="ar" b="1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الاعتذار:</a:t>
            </a:r>
            <a:endParaRPr lang="en-GB" b="1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2BAA07-EFB8-8308-1280-F935707989E0}"/>
              </a:ext>
            </a:extLst>
          </p:cNvPr>
          <p:cNvSpPr/>
          <p:nvPr/>
        </p:nvSpPr>
        <p:spPr>
          <a:xfrm>
            <a:off x="4638676" y="3457525"/>
            <a:ext cx="1830536" cy="2337090"/>
          </a:xfrm>
          <a:custGeom>
            <a:avLst/>
            <a:gdLst>
              <a:gd name="connsiteX0" fmla="*/ 0 w 1877343"/>
              <a:gd name="connsiteY0" fmla="*/ 0 h 2337090"/>
              <a:gd name="connsiteX1" fmla="*/ 1877343 w 1877343"/>
              <a:gd name="connsiteY1" fmla="*/ 0 h 2337090"/>
              <a:gd name="connsiteX2" fmla="*/ 1877343 w 1877343"/>
              <a:gd name="connsiteY2" fmla="*/ 2337090 h 2337090"/>
              <a:gd name="connsiteX3" fmla="*/ 0 w 1877343"/>
              <a:gd name="connsiteY3" fmla="*/ 2337090 h 2337090"/>
              <a:gd name="connsiteX4" fmla="*/ 0 w 1877343"/>
              <a:gd name="connsiteY4" fmla="*/ 0 h 233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337090">
                <a:moveTo>
                  <a:pt x="0" y="0"/>
                </a:moveTo>
                <a:lnTo>
                  <a:pt x="1877343" y="0"/>
                </a:lnTo>
                <a:lnTo>
                  <a:pt x="1877343" y="2337090"/>
                </a:lnTo>
                <a:lnTo>
                  <a:pt x="0" y="23370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حافظ على هدوئك وأدبك ومهنيتك.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لغة ونبرة صوت ولغة جسد مناسبين.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لا تقدم تبريرات أو تلقي باللوم على أي شخص آخر.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تحكم في الموقف.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Rectangle 10" descr="Irritant">
            <a:extLst>
              <a:ext uri="{FF2B5EF4-FFF2-40B4-BE49-F238E27FC236}">
                <a16:creationId xmlns:a16="http://schemas.microsoft.com/office/drawing/2014/main" id="{ADB26A86-27F0-BAE4-DE9E-D7990B086E88}"/>
              </a:ext>
            </a:extLst>
          </p:cNvPr>
          <p:cNvSpPr/>
          <p:nvPr/>
        </p:nvSpPr>
        <p:spPr>
          <a:xfrm>
            <a:off x="2996125" y="2289213"/>
            <a:ext cx="657070" cy="657070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679C80-397B-5EEB-2864-C7EB57EDAAAF}"/>
              </a:ext>
            </a:extLst>
          </p:cNvPr>
          <p:cNvSpPr/>
          <p:nvPr/>
        </p:nvSpPr>
        <p:spPr>
          <a:xfrm>
            <a:off x="2385989" y="3097016"/>
            <a:ext cx="1877343" cy="290401"/>
          </a:xfrm>
          <a:custGeom>
            <a:avLst/>
            <a:gdLst>
              <a:gd name="connsiteX0" fmla="*/ 0 w 1877343"/>
              <a:gd name="connsiteY0" fmla="*/ 0 h 290401"/>
              <a:gd name="connsiteX1" fmla="*/ 1877343 w 1877343"/>
              <a:gd name="connsiteY1" fmla="*/ 0 h 290401"/>
              <a:gd name="connsiteX2" fmla="*/ 1877343 w 1877343"/>
              <a:gd name="connsiteY2" fmla="*/ 290401 h 290401"/>
              <a:gd name="connsiteX3" fmla="*/ 0 w 1877343"/>
              <a:gd name="connsiteY3" fmla="*/ 290401 h 290401"/>
              <a:gd name="connsiteX4" fmla="*/ 0 w 1877343"/>
              <a:gd name="connsiteY4" fmla="*/ 0 h 29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90401">
                <a:moveTo>
                  <a:pt x="0" y="0"/>
                </a:moveTo>
                <a:lnTo>
                  <a:pt x="1877343" y="0"/>
                </a:lnTo>
                <a:lnTo>
                  <a:pt x="1877343" y="290401"/>
                </a:lnTo>
                <a:lnTo>
                  <a:pt x="0" y="29040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b="1"/>
            </a:pPr>
            <a:r>
              <a:rPr lang="ar" b="1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قدم الحل</a:t>
            </a:r>
            <a:endParaRPr lang="en-GB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7B5A5A0-4E45-DCBA-FF88-A2EEB482017D}"/>
              </a:ext>
            </a:extLst>
          </p:cNvPr>
          <p:cNvSpPr/>
          <p:nvPr/>
        </p:nvSpPr>
        <p:spPr>
          <a:xfrm>
            <a:off x="2385989" y="3457525"/>
            <a:ext cx="1753963" cy="2337090"/>
          </a:xfrm>
          <a:custGeom>
            <a:avLst/>
            <a:gdLst>
              <a:gd name="connsiteX0" fmla="*/ 0 w 1877343"/>
              <a:gd name="connsiteY0" fmla="*/ 0 h 2337090"/>
              <a:gd name="connsiteX1" fmla="*/ 1877343 w 1877343"/>
              <a:gd name="connsiteY1" fmla="*/ 0 h 2337090"/>
              <a:gd name="connsiteX2" fmla="*/ 1877343 w 1877343"/>
              <a:gd name="connsiteY2" fmla="*/ 2337090 h 2337090"/>
              <a:gd name="connsiteX3" fmla="*/ 0 w 1877343"/>
              <a:gd name="connsiteY3" fmla="*/ 2337090 h 2337090"/>
              <a:gd name="connsiteX4" fmla="*/ 0 w 1877343"/>
              <a:gd name="connsiteY4" fmla="*/ 0 h 233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337090">
                <a:moveTo>
                  <a:pt x="0" y="0"/>
                </a:moveTo>
                <a:lnTo>
                  <a:pt x="1877343" y="0"/>
                </a:lnTo>
                <a:lnTo>
                  <a:pt x="1877343" y="2337090"/>
                </a:lnTo>
                <a:lnTo>
                  <a:pt x="0" y="23370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حل المشكلة أو قم بإحالتها إلى الشخص المناسب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اخبر العميل بالإجراءات التي ستتخذها ومتى ستتخذها.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تابع المشكلة وأخبر العميل إذا تمت إحالتها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Rectangle 13" descr="Smiling Face with No Fill">
            <a:extLst>
              <a:ext uri="{FF2B5EF4-FFF2-40B4-BE49-F238E27FC236}">
                <a16:creationId xmlns:a16="http://schemas.microsoft.com/office/drawing/2014/main" id="{105B3DF0-280D-07DD-25A5-A48CB495859E}"/>
              </a:ext>
            </a:extLst>
          </p:cNvPr>
          <p:cNvSpPr/>
          <p:nvPr/>
        </p:nvSpPr>
        <p:spPr>
          <a:xfrm>
            <a:off x="790246" y="2289213"/>
            <a:ext cx="657070" cy="657070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0DAF195-4495-AEB4-EE9B-3E4752B91657}"/>
              </a:ext>
            </a:extLst>
          </p:cNvPr>
          <p:cNvSpPr/>
          <p:nvPr/>
        </p:nvSpPr>
        <p:spPr>
          <a:xfrm>
            <a:off x="180110" y="3097016"/>
            <a:ext cx="1877343" cy="290401"/>
          </a:xfrm>
          <a:custGeom>
            <a:avLst/>
            <a:gdLst>
              <a:gd name="connsiteX0" fmla="*/ 0 w 1877343"/>
              <a:gd name="connsiteY0" fmla="*/ 0 h 290401"/>
              <a:gd name="connsiteX1" fmla="*/ 1877343 w 1877343"/>
              <a:gd name="connsiteY1" fmla="*/ 0 h 290401"/>
              <a:gd name="connsiteX2" fmla="*/ 1877343 w 1877343"/>
              <a:gd name="connsiteY2" fmla="*/ 290401 h 290401"/>
              <a:gd name="connsiteX3" fmla="*/ 0 w 1877343"/>
              <a:gd name="connsiteY3" fmla="*/ 290401 h 290401"/>
              <a:gd name="connsiteX4" fmla="*/ 0 w 1877343"/>
              <a:gd name="connsiteY4" fmla="*/ 0 h 29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90401">
                <a:moveTo>
                  <a:pt x="0" y="0"/>
                </a:moveTo>
                <a:lnTo>
                  <a:pt x="1877343" y="0"/>
                </a:lnTo>
                <a:lnTo>
                  <a:pt x="1877343" y="290401"/>
                </a:lnTo>
                <a:lnTo>
                  <a:pt x="0" y="29040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b="1"/>
            </a:pPr>
            <a:r>
              <a:rPr lang="ar" b="1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قدم الشكر</a:t>
            </a: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 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E9634-2F64-5268-AD65-1688C378F47E}"/>
              </a:ext>
            </a:extLst>
          </p:cNvPr>
          <p:cNvSpPr/>
          <p:nvPr/>
        </p:nvSpPr>
        <p:spPr>
          <a:xfrm>
            <a:off x="180110" y="3457525"/>
            <a:ext cx="1877343" cy="2337090"/>
          </a:xfrm>
          <a:custGeom>
            <a:avLst/>
            <a:gdLst>
              <a:gd name="connsiteX0" fmla="*/ 0 w 1877343"/>
              <a:gd name="connsiteY0" fmla="*/ 0 h 2337090"/>
              <a:gd name="connsiteX1" fmla="*/ 1877343 w 1877343"/>
              <a:gd name="connsiteY1" fmla="*/ 0 h 2337090"/>
              <a:gd name="connsiteX2" fmla="*/ 1877343 w 1877343"/>
              <a:gd name="connsiteY2" fmla="*/ 2337090 h 2337090"/>
              <a:gd name="connsiteX3" fmla="*/ 0 w 1877343"/>
              <a:gd name="connsiteY3" fmla="*/ 2337090 h 2337090"/>
              <a:gd name="connsiteX4" fmla="*/ 0 w 1877343"/>
              <a:gd name="connsiteY4" fmla="*/ 0 h 233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343" h="2337090">
                <a:moveTo>
                  <a:pt x="0" y="0"/>
                </a:moveTo>
                <a:lnTo>
                  <a:pt x="1877343" y="0"/>
                </a:lnTo>
                <a:lnTo>
                  <a:pt x="1877343" y="2337090"/>
                </a:lnTo>
                <a:lnTo>
                  <a:pt x="0" y="23370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اشكر العميل</a:t>
            </a:r>
            <a:endParaRPr lang="en-GB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0" indent="0" algn="ctr" defTabSz="711200" rtl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lang="ar" b="0" i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كن صادقًا</a:t>
            </a:r>
            <a:endParaRPr lang="en-GB" kern="1200" dirty="0"/>
          </a:p>
        </p:txBody>
      </p:sp>
    </p:spTree>
    <p:extLst>
      <p:ext uri="{BB962C8B-B14F-4D97-AF65-F5344CB8AC3E}">
        <p14:creationId xmlns:p14="http://schemas.microsoft.com/office/powerpoint/2010/main" val="28205525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21949" y="2636540"/>
            <a:ext cx="2922051" cy="223262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 b="1"/>
              <a:t>حسابات النزلاء </a:t>
            </a:r>
          </a:p>
          <a:p>
            <a:pPr marL="685800" rtl="1">
              <a:buSzPct val="85000"/>
            </a:pPr>
            <a:r>
              <a:rPr lang="ar" sz="2600"/>
              <a:t>يتم تحديثها دائمًا</a:t>
            </a:r>
          </a:p>
          <a:p>
            <a:pPr marL="685800" rtl="1">
              <a:buSzPct val="85000"/>
            </a:pPr>
            <a:r>
              <a:rPr lang="ar" sz="2600"/>
              <a:t>الدراية بالحد الائتماني أو الدفع المسبق</a:t>
            </a:r>
          </a:p>
          <a:p>
            <a:pPr indent="0" algn="ctr" rtl="1">
              <a:buNone/>
            </a:pPr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المدفوعات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FBE01FD-1650-CD5A-45D8-5486A39BD8EE}"/>
              </a:ext>
            </a:extLst>
          </p:cNvPr>
          <p:cNvSpPr/>
          <p:nvPr/>
        </p:nvSpPr>
        <p:spPr>
          <a:xfrm>
            <a:off x="1370626" y="2139093"/>
            <a:ext cx="4476422" cy="964975"/>
          </a:xfrm>
          <a:custGeom>
            <a:avLst/>
            <a:gdLst>
              <a:gd name="connsiteX0" fmla="*/ 0 w 4476422"/>
              <a:gd name="connsiteY0" fmla="*/ 96498 h 964975"/>
              <a:gd name="connsiteX1" fmla="*/ 96498 w 4476422"/>
              <a:gd name="connsiteY1" fmla="*/ 0 h 964975"/>
              <a:gd name="connsiteX2" fmla="*/ 4379925 w 4476422"/>
              <a:gd name="connsiteY2" fmla="*/ 0 h 964975"/>
              <a:gd name="connsiteX3" fmla="*/ 4476423 w 4476422"/>
              <a:gd name="connsiteY3" fmla="*/ 96498 h 964975"/>
              <a:gd name="connsiteX4" fmla="*/ 4476422 w 4476422"/>
              <a:gd name="connsiteY4" fmla="*/ 868478 h 964975"/>
              <a:gd name="connsiteX5" fmla="*/ 4379924 w 4476422"/>
              <a:gd name="connsiteY5" fmla="*/ 964976 h 964975"/>
              <a:gd name="connsiteX6" fmla="*/ 96498 w 4476422"/>
              <a:gd name="connsiteY6" fmla="*/ 964975 h 964975"/>
              <a:gd name="connsiteX7" fmla="*/ 0 w 4476422"/>
              <a:gd name="connsiteY7" fmla="*/ 868477 h 964975"/>
              <a:gd name="connsiteX8" fmla="*/ 0 w 4476422"/>
              <a:gd name="connsiteY8" fmla="*/ 96498 h 96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6422" h="964975">
                <a:moveTo>
                  <a:pt x="0" y="96498"/>
                </a:moveTo>
                <a:cubicBezTo>
                  <a:pt x="0" y="43204"/>
                  <a:pt x="43204" y="0"/>
                  <a:pt x="96498" y="0"/>
                </a:cubicBezTo>
                <a:lnTo>
                  <a:pt x="4379925" y="0"/>
                </a:lnTo>
                <a:cubicBezTo>
                  <a:pt x="4433219" y="0"/>
                  <a:pt x="4476423" y="43204"/>
                  <a:pt x="4476423" y="96498"/>
                </a:cubicBezTo>
                <a:cubicBezTo>
                  <a:pt x="4476423" y="353825"/>
                  <a:pt x="4476422" y="611151"/>
                  <a:pt x="4476422" y="868478"/>
                </a:cubicBezTo>
                <a:cubicBezTo>
                  <a:pt x="4476422" y="921772"/>
                  <a:pt x="4433218" y="964976"/>
                  <a:pt x="4379924" y="964976"/>
                </a:cubicBezTo>
                <a:lnTo>
                  <a:pt x="96498" y="964975"/>
                </a:lnTo>
                <a:cubicBezTo>
                  <a:pt x="43204" y="964975"/>
                  <a:pt x="0" y="921771"/>
                  <a:pt x="0" y="868477"/>
                </a:cubicBezTo>
                <a:lnTo>
                  <a:pt x="0" y="96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04463" rIns="118872" bIns="104463" numCol="1" spcCol="1270" rtlCol="1" anchor="ctr" anchorCtr="0">
            <a:noAutofit/>
          </a:bodyPr>
          <a:lstStyle/>
          <a:p>
            <a:pPr marL="0" lvl="0" indent="0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قم بتحية النزيل وأرسل الفاتورة للتحقق منها </a:t>
            </a:r>
            <a:br>
              <a:rPr lang="en-US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واشرح الفاتورة</a:t>
            </a:r>
            <a:endParaRPr lang="en-GB" sz="2200" kern="1200" spc="3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403DB06-AB0D-6C45-9645-C940420F8165}"/>
              </a:ext>
            </a:extLst>
          </p:cNvPr>
          <p:cNvSpPr/>
          <p:nvPr/>
        </p:nvSpPr>
        <p:spPr>
          <a:xfrm>
            <a:off x="995726" y="3279518"/>
            <a:ext cx="4476422" cy="964975"/>
          </a:xfrm>
          <a:custGeom>
            <a:avLst/>
            <a:gdLst>
              <a:gd name="connsiteX0" fmla="*/ 0 w 4476422"/>
              <a:gd name="connsiteY0" fmla="*/ 96498 h 964975"/>
              <a:gd name="connsiteX1" fmla="*/ 96498 w 4476422"/>
              <a:gd name="connsiteY1" fmla="*/ 0 h 964975"/>
              <a:gd name="connsiteX2" fmla="*/ 4379925 w 4476422"/>
              <a:gd name="connsiteY2" fmla="*/ 0 h 964975"/>
              <a:gd name="connsiteX3" fmla="*/ 4476423 w 4476422"/>
              <a:gd name="connsiteY3" fmla="*/ 96498 h 964975"/>
              <a:gd name="connsiteX4" fmla="*/ 4476422 w 4476422"/>
              <a:gd name="connsiteY4" fmla="*/ 868478 h 964975"/>
              <a:gd name="connsiteX5" fmla="*/ 4379924 w 4476422"/>
              <a:gd name="connsiteY5" fmla="*/ 964976 h 964975"/>
              <a:gd name="connsiteX6" fmla="*/ 96498 w 4476422"/>
              <a:gd name="connsiteY6" fmla="*/ 964975 h 964975"/>
              <a:gd name="connsiteX7" fmla="*/ 0 w 4476422"/>
              <a:gd name="connsiteY7" fmla="*/ 868477 h 964975"/>
              <a:gd name="connsiteX8" fmla="*/ 0 w 4476422"/>
              <a:gd name="connsiteY8" fmla="*/ 96498 h 96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6422" h="964975">
                <a:moveTo>
                  <a:pt x="0" y="96498"/>
                </a:moveTo>
                <a:cubicBezTo>
                  <a:pt x="0" y="43204"/>
                  <a:pt x="43204" y="0"/>
                  <a:pt x="96498" y="0"/>
                </a:cubicBezTo>
                <a:lnTo>
                  <a:pt x="4379925" y="0"/>
                </a:lnTo>
                <a:cubicBezTo>
                  <a:pt x="4433219" y="0"/>
                  <a:pt x="4476423" y="43204"/>
                  <a:pt x="4476423" y="96498"/>
                </a:cubicBezTo>
                <a:cubicBezTo>
                  <a:pt x="4476423" y="353825"/>
                  <a:pt x="4476422" y="611151"/>
                  <a:pt x="4476422" y="868478"/>
                </a:cubicBezTo>
                <a:cubicBezTo>
                  <a:pt x="4476422" y="921772"/>
                  <a:pt x="4433218" y="964976"/>
                  <a:pt x="4379924" y="964976"/>
                </a:cubicBezTo>
                <a:lnTo>
                  <a:pt x="96498" y="964975"/>
                </a:lnTo>
                <a:cubicBezTo>
                  <a:pt x="43204" y="964975"/>
                  <a:pt x="0" y="921771"/>
                  <a:pt x="0" y="868477"/>
                </a:cubicBezTo>
                <a:lnTo>
                  <a:pt x="0" y="96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463" tIns="104463" rIns="118872" bIns="104463" numCol="1" spcCol="1270" rtlCol="1" anchor="ctr" anchorCtr="0">
            <a:noAutofit/>
          </a:bodyPr>
          <a:lstStyle/>
          <a:p>
            <a:pPr marL="0" lvl="0" indent="0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اسأل عن طريقة الدفع (نقدي / بطاقة </a:t>
            </a:r>
            <a:br>
              <a:rPr lang="en-US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ائتمانية أو خصم مباشر / قسيمة)</a:t>
            </a:r>
            <a:endParaRPr lang="en-GB" sz="2200" kern="1200" spc="3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4A3661-3EB1-8E1B-A947-DFC957B692B3}"/>
              </a:ext>
            </a:extLst>
          </p:cNvPr>
          <p:cNvSpPr/>
          <p:nvPr/>
        </p:nvSpPr>
        <p:spPr>
          <a:xfrm>
            <a:off x="626421" y="4419943"/>
            <a:ext cx="4476422" cy="964975"/>
          </a:xfrm>
          <a:custGeom>
            <a:avLst/>
            <a:gdLst>
              <a:gd name="connsiteX0" fmla="*/ 0 w 4476422"/>
              <a:gd name="connsiteY0" fmla="*/ 96498 h 964975"/>
              <a:gd name="connsiteX1" fmla="*/ 96498 w 4476422"/>
              <a:gd name="connsiteY1" fmla="*/ 0 h 964975"/>
              <a:gd name="connsiteX2" fmla="*/ 4379925 w 4476422"/>
              <a:gd name="connsiteY2" fmla="*/ 0 h 964975"/>
              <a:gd name="connsiteX3" fmla="*/ 4476423 w 4476422"/>
              <a:gd name="connsiteY3" fmla="*/ 96498 h 964975"/>
              <a:gd name="connsiteX4" fmla="*/ 4476422 w 4476422"/>
              <a:gd name="connsiteY4" fmla="*/ 868478 h 964975"/>
              <a:gd name="connsiteX5" fmla="*/ 4379924 w 4476422"/>
              <a:gd name="connsiteY5" fmla="*/ 964976 h 964975"/>
              <a:gd name="connsiteX6" fmla="*/ 96498 w 4476422"/>
              <a:gd name="connsiteY6" fmla="*/ 964975 h 964975"/>
              <a:gd name="connsiteX7" fmla="*/ 0 w 4476422"/>
              <a:gd name="connsiteY7" fmla="*/ 868477 h 964975"/>
              <a:gd name="connsiteX8" fmla="*/ 0 w 4476422"/>
              <a:gd name="connsiteY8" fmla="*/ 96498 h 96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6422" h="964975">
                <a:moveTo>
                  <a:pt x="0" y="96498"/>
                </a:moveTo>
                <a:cubicBezTo>
                  <a:pt x="0" y="43204"/>
                  <a:pt x="43204" y="0"/>
                  <a:pt x="96498" y="0"/>
                </a:cubicBezTo>
                <a:lnTo>
                  <a:pt x="4379925" y="0"/>
                </a:lnTo>
                <a:cubicBezTo>
                  <a:pt x="4433219" y="0"/>
                  <a:pt x="4476423" y="43204"/>
                  <a:pt x="4476423" y="96498"/>
                </a:cubicBezTo>
                <a:cubicBezTo>
                  <a:pt x="4476423" y="353825"/>
                  <a:pt x="4476422" y="611151"/>
                  <a:pt x="4476422" y="868478"/>
                </a:cubicBezTo>
                <a:cubicBezTo>
                  <a:pt x="4476422" y="921772"/>
                  <a:pt x="4433218" y="964976"/>
                  <a:pt x="4379924" y="964976"/>
                </a:cubicBezTo>
                <a:lnTo>
                  <a:pt x="96498" y="964975"/>
                </a:lnTo>
                <a:cubicBezTo>
                  <a:pt x="43204" y="964975"/>
                  <a:pt x="0" y="921771"/>
                  <a:pt x="0" y="868477"/>
                </a:cubicBezTo>
                <a:lnTo>
                  <a:pt x="0" y="96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463" tIns="104463" rIns="118872" bIns="104463" numCol="1" spcCol="1270" rtlCol="1" anchor="ctr" anchorCtr="0">
            <a:noAutofit/>
          </a:bodyPr>
          <a:lstStyle/>
          <a:p>
            <a:pPr marL="0" lvl="0" indent="0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اتبع الإجراء التنظيمي لطريقة الدفع</a:t>
            </a:r>
            <a:endParaRPr lang="en-GB" sz="2200" kern="1200" spc="3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0A81759-BAAE-5AB5-472D-4F86173DE538}"/>
              </a:ext>
            </a:extLst>
          </p:cNvPr>
          <p:cNvSpPr/>
          <p:nvPr/>
        </p:nvSpPr>
        <p:spPr>
          <a:xfrm>
            <a:off x="251521" y="5560368"/>
            <a:ext cx="4476422" cy="964975"/>
          </a:xfrm>
          <a:custGeom>
            <a:avLst/>
            <a:gdLst>
              <a:gd name="connsiteX0" fmla="*/ 0 w 4476422"/>
              <a:gd name="connsiteY0" fmla="*/ 96498 h 964975"/>
              <a:gd name="connsiteX1" fmla="*/ 96498 w 4476422"/>
              <a:gd name="connsiteY1" fmla="*/ 0 h 964975"/>
              <a:gd name="connsiteX2" fmla="*/ 4379925 w 4476422"/>
              <a:gd name="connsiteY2" fmla="*/ 0 h 964975"/>
              <a:gd name="connsiteX3" fmla="*/ 4476423 w 4476422"/>
              <a:gd name="connsiteY3" fmla="*/ 96498 h 964975"/>
              <a:gd name="connsiteX4" fmla="*/ 4476422 w 4476422"/>
              <a:gd name="connsiteY4" fmla="*/ 868478 h 964975"/>
              <a:gd name="connsiteX5" fmla="*/ 4379924 w 4476422"/>
              <a:gd name="connsiteY5" fmla="*/ 964976 h 964975"/>
              <a:gd name="connsiteX6" fmla="*/ 96498 w 4476422"/>
              <a:gd name="connsiteY6" fmla="*/ 964975 h 964975"/>
              <a:gd name="connsiteX7" fmla="*/ 0 w 4476422"/>
              <a:gd name="connsiteY7" fmla="*/ 868477 h 964975"/>
              <a:gd name="connsiteX8" fmla="*/ 0 w 4476422"/>
              <a:gd name="connsiteY8" fmla="*/ 96498 h 96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6422" h="964975">
                <a:moveTo>
                  <a:pt x="0" y="96498"/>
                </a:moveTo>
                <a:cubicBezTo>
                  <a:pt x="0" y="43204"/>
                  <a:pt x="43204" y="0"/>
                  <a:pt x="96498" y="0"/>
                </a:cubicBezTo>
                <a:lnTo>
                  <a:pt x="4379925" y="0"/>
                </a:lnTo>
                <a:cubicBezTo>
                  <a:pt x="4433219" y="0"/>
                  <a:pt x="4476423" y="43204"/>
                  <a:pt x="4476423" y="96498"/>
                </a:cubicBezTo>
                <a:cubicBezTo>
                  <a:pt x="4476423" y="353825"/>
                  <a:pt x="4476422" y="611151"/>
                  <a:pt x="4476422" y="868478"/>
                </a:cubicBezTo>
                <a:cubicBezTo>
                  <a:pt x="4476422" y="921772"/>
                  <a:pt x="4433218" y="964976"/>
                  <a:pt x="4379924" y="964976"/>
                </a:cubicBezTo>
                <a:lnTo>
                  <a:pt x="96498" y="964975"/>
                </a:lnTo>
                <a:cubicBezTo>
                  <a:pt x="43204" y="964975"/>
                  <a:pt x="0" y="921771"/>
                  <a:pt x="0" y="868477"/>
                </a:cubicBezTo>
                <a:lnTo>
                  <a:pt x="0" y="96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463" tIns="104463" rIns="118872" bIns="104463" numCol="1" spcCol="1270" rtlCol="1" anchor="ctr" anchorCtr="0">
            <a:noAutofit/>
          </a:bodyPr>
          <a:lstStyle/>
          <a:p>
            <a:pPr marL="0" lvl="0" indent="0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أشكر النزيل على التعامل مع الفندق </a:t>
            </a:r>
            <a:br>
              <a:rPr lang="en-US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b="0" i="0" kern="1200" spc="3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وقل له مع السلامة </a:t>
            </a:r>
            <a:endParaRPr lang="en-GB" sz="2200" kern="1200" spc="3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2C62999-D8A9-93F3-DE48-128FFF05A16B}"/>
              </a:ext>
            </a:extLst>
          </p:cNvPr>
          <p:cNvSpPr/>
          <p:nvPr/>
        </p:nvSpPr>
        <p:spPr>
          <a:xfrm>
            <a:off x="1370627" y="2878176"/>
            <a:ext cx="627233" cy="627233"/>
          </a:xfrm>
          <a:custGeom>
            <a:avLst/>
            <a:gdLst>
              <a:gd name="connsiteX0" fmla="*/ 0 w 627233"/>
              <a:gd name="connsiteY0" fmla="*/ 344978 h 627233"/>
              <a:gd name="connsiteX1" fmla="*/ 141127 w 627233"/>
              <a:gd name="connsiteY1" fmla="*/ 344978 h 627233"/>
              <a:gd name="connsiteX2" fmla="*/ 141127 w 627233"/>
              <a:gd name="connsiteY2" fmla="*/ 0 h 627233"/>
              <a:gd name="connsiteX3" fmla="*/ 486106 w 627233"/>
              <a:gd name="connsiteY3" fmla="*/ 0 h 627233"/>
              <a:gd name="connsiteX4" fmla="*/ 486106 w 627233"/>
              <a:gd name="connsiteY4" fmla="*/ 344978 h 627233"/>
              <a:gd name="connsiteX5" fmla="*/ 627233 w 627233"/>
              <a:gd name="connsiteY5" fmla="*/ 344978 h 627233"/>
              <a:gd name="connsiteX6" fmla="*/ 313617 w 627233"/>
              <a:gd name="connsiteY6" fmla="*/ 627233 h 627233"/>
              <a:gd name="connsiteX7" fmla="*/ 0 w 627233"/>
              <a:gd name="connsiteY7" fmla="*/ 344978 h 62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33" h="627233">
                <a:moveTo>
                  <a:pt x="0" y="344978"/>
                </a:moveTo>
                <a:lnTo>
                  <a:pt x="141127" y="344978"/>
                </a:lnTo>
                <a:lnTo>
                  <a:pt x="141127" y="0"/>
                </a:lnTo>
                <a:lnTo>
                  <a:pt x="486106" y="0"/>
                </a:lnTo>
                <a:lnTo>
                  <a:pt x="486106" y="344978"/>
                </a:lnTo>
                <a:lnTo>
                  <a:pt x="627233" y="344978"/>
                </a:lnTo>
                <a:lnTo>
                  <a:pt x="313617" y="627233"/>
                </a:lnTo>
                <a:lnTo>
                  <a:pt x="0" y="3449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6687" tIns="35560" rIns="176687" bIns="190800" numCol="1" spcCol="1270" rtlCol="1" anchor="ctr" anchorCtr="0">
            <a:noAutofit/>
          </a:bodyPr>
          <a:lstStyle/>
          <a:p>
            <a:pPr marL="0" lvl="0" indent="0" algn="ctr" defTabSz="12446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200" kern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91F087F-BD69-6266-6C30-1739C6B2FEB1}"/>
              </a:ext>
            </a:extLst>
          </p:cNvPr>
          <p:cNvSpPr/>
          <p:nvPr/>
        </p:nvSpPr>
        <p:spPr>
          <a:xfrm>
            <a:off x="995726" y="4018601"/>
            <a:ext cx="627233" cy="627233"/>
          </a:xfrm>
          <a:custGeom>
            <a:avLst/>
            <a:gdLst>
              <a:gd name="connsiteX0" fmla="*/ 0 w 627233"/>
              <a:gd name="connsiteY0" fmla="*/ 344978 h 627233"/>
              <a:gd name="connsiteX1" fmla="*/ 141127 w 627233"/>
              <a:gd name="connsiteY1" fmla="*/ 344978 h 627233"/>
              <a:gd name="connsiteX2" fmla="*/ 141127 w 627233"/>
              <a:gd name="connsiteY2" fmla="*/ 0 h 627233"/>
              <a:gd name="connsiteX3" fmla="*/ 486106 w 627233"/>
              <a:gd name="connsiteY3" fmla="*/ 0 h 627233"/>
              <a:gd name="connsiteX4" fmla="*/ 486106 w 627233"/>
              <a:gd name="connsiteY4" fmla="*/ 344978 h 627233"/>
              <a:gd name="connsiteX5" fmla="*/ 627233 w 627233"/>
              <a:gd name="connsiteY5" fmla="*/ 344978 h 627233"/>
              <a:gd name="connsiteX6" fmla="*/ 313617 w 627233"/>
              <a:gd name="connsiteY6" fmla="*/ 627233 h 627233"/>
              <a:gd name="connsiteX7" fmla="*/ 0 w 627233"/>
              <a:gd name="connsiteY7" fmla="*/ 344978 h 62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33" h="627233">
                <a:moveTo>
                  <a:pt x="0" y="344978"/>
                </a:moveTo>
                <a:lnTo>
                  <a:pt x="141127" y="344978"/>
                </a:lnTo>
                <a:lnTo>
                  <a:pt x="141127" y="0"/>
                </a:lnTo>
                <a:lnTo>
                  <a:pt x="486106" y="0"/>
                </a:lnTo>
                <a:lnTo>
                  <a:pt x="486106" y="344978"/>
                </a:lnTo>
                <a:lnTo>
                  <a:pt x="627233" y="344978"/>
                </a:lnTo>
                <a:lnTo>
                  <a:pt x="313617" y="627233"/>
                </a:lnTo>
                <a:lnTo>
                  <a:pt x="0" y="3449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6687" tIns="35560" rIns="176687" bIns="190800" numCol="1" spcCol="1270" rtlCol="1" anchor="ctr" anchorCtr="0">
            <a:noAutofit/>
          </a:bodyPr>
          <a:lstStyle/>
          <a:p>
            <a:pPr marL="0" lvl="0" indent="0" algn="ctr" defTabSz="12446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2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12756D0-F46C-835C-C641-BF54E4F8B795}"/>
              </a:ext>
            </a:extLst>
          </p:cNvPr>
          <p:cNvSpPr/>
          <p:nvPr/>
        </p:nvSpPr>
        <p:spPr>
          <a:xfrm>
            <a:off x="626422" y="5159026"/>
            <a:ext cx="627233" cy="627233"/>
          </a:xfrm>
          <a:custGeom>
            <a:avLst/>
            <a:gdLst>
              <a:gd name="connsiteX0" fmla="*/ 0 w 627233"/>
              <a:gd name="connsiteY0" fmla="*/ 344978 h 627233"/>
              <a:gd name="connsiteX1" fmla="*/ 141127 w 627233"/>
              <a:gd name="connsiteY1" fmla="*/ 344978 h 627233"/>
              <a:gd name="connsiteX2" fmla="*/ 141127 w 627233"/>
              <a:gd name="connsiteY2" fmla="*/ 0 h 627233"/>
              <a:gd name="connsiteX3" fmla="*/ 486106 w 627233"/>
              <a:gd name="connsiteY3" fmla="*/ 0 h 627233"/>
              <a:gd name="connsiteX4" fmla="*/ 486106 w 627233"/>
              <a:gd name="connsiteY4" fmla="*/ 344978 h 627233"/>
              <a:gd name="connsiteX5" fmla="*/ 627233 w 627233"/>
              <a:gd name="connsiteY5" fmla="*/ 344978 h 627233"/>
              <a:gd name="connsiteX6" fmla="*/ 313617 w 627233"/>
              <a:gd name="connsiteY6" fmla="*/ 627233 h 627233"/>
              <a:gd name="connsiteX7" fmla="*/ 0 w 627233"/>
              <a:gd name="connsiteY7" fmla="*/ 344978 h 62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33" h="627233">
                <a:moveTo>
                  <a:pt x="0" y="344978"/>
                </a:moveTo>
                <a:lnTo>
                  <a:pt x="141127" y="344978"/>
                </a:lnTo>
                <a:lnTo>
                  <a:pt x="141127" y="0"/>
                </a:lnTo>
                <a:lnTo>
                  <a:pt x="486106" y="0"/>
                </a:lnTo>
                <a:lnTo>
                  <a:pt x="486106" y="344978"/>
                </a:lnTo>
                <a:lnTo>
                  <a:pt x="627233" y="344978"/>
                </a:lnTo>
                <a:lnTo>
                  <a:pt x="313617" y="627233"/>
                </a:lnTo>
                <a:lnTo>
                  <a:pt x="0" y="3449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6687" tIns="35560" rIns="176687" bIns="190800" numCol="1" spcCol="1270" rtlCol="1" anchor="ctr" anchorCtr="0">
            <a:noAutofit/>
          </a:bodyPr>
          <a:lstStyle/>
          <a:p>
            <a:pPr marL="0" lvl="0" indent="0" algn="ctr" defTabSz="12446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200" kern="120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9A6702C-546B-CB12-14CB-D930F9585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005" y="5661248"/>
            <a:ext cx="2844315" cy="143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None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الدفع القياسي </a:t>
            </a:r>
          </a:p>
          <a:p>
            <a:pPr indent="0" algn="ctr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01746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420888"/>
            <a:ext cx="8208712" cy="33843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sz="2600"/>
              <a:t>يحتاج أعضاء فريق عمليات المكاتب الأمامية إلى:</a:t>
            </a:r>
          </a:p>
          <a:p>
            <a:pPr marL="446088" rtl="1">
              <a:buSzPct val="85000"/>
            </a:pPr>
            <a:r>
              <a:rPr lang="ar" sz="2600"/>
              <a:t>مهارات البيع </a:t>
            </a:r>
          </a:p>
          <a:p>
            <a:pPr marL="446088" lvl="1" indent="-342900" rtl="1">
              <a:buSzPct val="85000"/>
            </a:pPr>
            <a:r>
              <a:rPr lang="ar" sz="2600">
                <a:latin typeface="Sakkal Majalla" panose="02000000000000000000" pitchFamily="2" charset="-78"/>
              </a:rPr>
              <a:t>تشجيع العملاء على شراء المنتجات والخدمات الإضافية التي تقدمها شركات الضيافة </a:t>
            </a:r>
          </a:p>
          <a:p>
            <a:pPr marL="446088" lvl="1" indent="-342900" rtl="1">
              <a:buSzPct val="85000"/>
            </a:pPr>
            <a:r>
              <a:rPr lang="ar" sz="2600">
                <a:latin typeface="Sakkal Majalla" panose="02000000000000000000" pitchFamily="2" charset="-78"/>
              </a:rPr>
              <a:t>المعرفة بالمنتجات والخدمات المطلوب تحديثها باستمرار</a:t>
            </a:r>
          </a:p>
          <a:p>
            <a:pPr marL="446088" lvl="1" indent="-342900" rtl="1">
              <a:buSzPct val="85000"/>
            </a:pPr>
            <a:r>
              <a:rPr lang="ar" sz="2600">
                <a:latin typeface="Sakkal Majalla" panose="02000000000000000000" pitchFamily="2" charset="-78"/>
              </a:rPr>
              <a:t>معرفة أين وكيف يمكن العثور على المعلومات والحصول على المعرفة لاستفسارات الضيوف حول المنطقة المحلية. الاستعانة بالإنترنت أو أعضاء آخرين من الفريق لعمل التوصيات.</a:t>
            </a:r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المبيعات والمعرفة المحلية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والمعلومات</a:t>
            </a:r>
          </a:p>
        </p:txBody>
      </p:sp>
    </p:spTree>
    <p:extLst>
      <p:ext uri="{BB962C8B-B14F-4D97-AF65-F5344CB8AC3E}">
        <p14:creationId xmlns:p14="http://schemas.microsoft.com/office/powerpoint/2010/main" val="16338576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546" y="1844452"/>
            <a:ext cx="8568951" cy="10804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600"/>
              <a:t>اعتمادًا على أعمال الضيافة، قد تكون هناك خدمات أخرى مقدمة مثل:</a:t>
            </a:r>
          </a:p>
          <a:p>
            <a:pPr indent="0" algn="ctr" rtl="1">
              <a:buNone/>
            </a:pPr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خدمات أخرى (1)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2A197A1-EB48-391C-E777-503207A11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2595151"/>
            <a:ext cx="4032448" cy="3180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58775" indent="-358775" rtl="1">
              <a:buSzPct val="85000"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تبادل العملات</a:t>
            </a: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معالجة العملة الأجنبية أو شيك</a:t>
            </a:r>
            <a:r>
              <a:rPr lang="en-US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المسافر</a:t>
            </a:r>
            <a:r>
              <a:rPr lang="en-US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الحساب اليدوي المطلوب لمعرفة سعر الصرف</a:t>
            </a: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الأسهل استخدام نظام الحاسب الآلي حيث يعالج الحسابات. </a:t>
            </a:r>
          </a:p>
          <a:p>
            <a:pPr indent="0" algn="ctr" rtl="1"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9BC2D-C00F-500F-20E9-2F4C4CE2FE1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690" y="2271539"/>
            <a:ext cx="3180421" cy="318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23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D9DC-A8DC-CBE4-75F3-6BECD133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41462"/>
            <a:ext cx="8229600" cy="517525"/>
          </a:xfrm>
        </p:spPr>
        <p:txBody>
          <a:bodyPr rtlCol="1"/>
          <a:lstStyle/>
          <a:p>
            <a:pPr rtl="1"/>
            <a:r>
              <a:rPr lang="ar" sz="4600" b="1"/>
              <a:t>خدمات أخرى (2)</a:t>
            </a:r>
            <a:br>
              <a:rPr lang="en-GB" altLang="en-US" sz="4600" b="1" dirty="0"/>
            </a:br>
            <a:endParaRPr lang="en-GB" sz="46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0BE3E68-FD73-970A-59F1-B50F897EFC3D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xfrm>
            <a:off x="4598775" y="2265304"/>
            <a:ext cx="4247827" cy="257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58775" indent="-358775" rtl="1">
              <a:lnSpc>
                <a:spcPct val="110000"/>
              </a:lnSpc>
              <a:buSzPct val="85000"/>
            </a:pPr>
            <a:r>
              <a:rPr lang="ar" sz="26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حجز خدمات السفر</a:t>
            </a:r>
          </a:p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حجز السفر القادم للنزلاء، أي خدمات سيارات الأجرة أو خدمات النقل</a:t>
            </a:r>
          </a:p>
          <a:p>
            <a:pPr indent="0" algn="ctr" rt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064C6-435C-BBF5-ACFE-817E2E8136DA}"/>
              </a:ext>
            </a:extLst>
          </p:cNvPr>
          <p:cNvSpPr txBox="1"/>
          <p:nvPr/>
        </p:nvSpPr>
        <p:spPr>
          <a:xfrm>
            <a:off x="1119873" y="4562572"/>
            <a:ext cx="7722604" cy="9725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الخدمات الأخرى التي تقدمها شركات الضيافة والتي يمكن للمكاتب الأمامية التعامل معها؟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C08FCBD-375C-7D76-A16E-EAA556025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362747"/>
            <a:ext cx="378477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ar" sz="26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بغض النظر عن الخدمات المقدمة فمن المهم جدًا أن تكون على اطلاع بما يتم تقديمه. </a:t>
            </a:r>
          </a:p>
          <a:p>
            <a:pPr indent="0" algn="ctr" rt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5551425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37FA-29E4-BAB4-C8B4-051686C3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800" b="1"/>
              <a:t>شكر وتقدير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5757-68EA-A9DA-3851-12EC90351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lnSpc>
                <a:spcPct val="114000"/>
              </a:lnSpc>
              <a:buNone/>
            </a:pPr>
            <a:r>
              <a:rPr lang="ar" b="1"/>
              <a:t>الصور</a:t>
            </a:r>
          </a:p>
          <a:p>
            <a:pPr rtl="1">
              <a:lnSpc>
                <a:spcPct val="114000"/>
              </a:lnSpc>
            </a:pPr>
            <a:r>
              <a:rPr lang="ar" b="1"/>
              <a:t>شوترستوك: </a:t>
            </a:r>
            <a:r>
              <a:rPr lang="ar"/>
              <a:t>بوينت إيمجز (الشريحة 10)، ماي إيماجين (الشريحة 12)، دراجون إيماجز (الشريحة 15)، رانجلر (الشريحة 18)، بيكسا ستوديو (الشريحة 26)، ديبلوميديا (الشريحة 28)، راكورن (الشريحة 29)، نونو أندري (الشريحة 34)</a:t>
            </a:r>
          </a:p>
          <a:p>
            <a:pPr rtl="1">
              <a:lnSpc>
                <a:spcPct val="114000"/>
              </a:lnSpc>
            </a:pPr>
            <a:endParaRPr lang="en-GB" dirty="0"/>
          </a:p>
          <a:p>
            <a:pPr rtl="1">
              <a:lnSpc>
                <a:spcPct val="114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28221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E9D454-7315-400C-82C3-C591BC45CB39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7c1bd8dc-4e40-424f-a15f-9ffcd522197f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125ffc9-2c56-435e-8267-1393444907b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C75C5F-4F3D-464E-B175-2C976162329A}"/>
</file>

<file path=docProps/app.xml><?xml version="1.0" encoding="utf-8"?>
<Properties xmlns="http://schemas.openxmlformats.org/officeDocument/2006/extended-properties" xmlns:vt="http://schemas.openxmlformats.org/officeDocument/2006/docPropsVTypes">
  <TotalTime>9920</TotalTime>
  <Words>1822</Words>
  <Application>Microsoft Office PowerPoint</Application>
  <PresentationFormat>On-screen Show (4:3)</PresentationFormat>
  <Paragraphs>289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Arial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12  عمليات المكاتب الأمامية  لقطاع الضيافة    </vt:lpstr>
      <vt:lpstr>عمليات المكاتب الأمامية  لقطاع الضيافة</vt:lpstr>
      <vt:lpstr>أهداف التعلم</vt:lpstr>
      <vt:lpstr>هدف التعلّم أ: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التعلّم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خدمات أخرى (2) 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186</cp:revision>
  <dcterms:created xsi:type="dcterms:W3CDTF">2020-07-15T07:14:47Z</dcterms:created>
  <dcterms:modified xsi:type="dcterms:W3CDTF">2024-01-16T15:19:13Z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