
<file path=[Content_Types].xml><?xml version="1.0" encoding="utf-8"?>
<Types xmlns="http://schemas.openxmlformats.org/package/2006/content-types">
  <Default Extension="bin" ContentType="audio/unknown"/>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4.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5.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6.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7.xml" ContentType="application/vnd.openxmlformats-officedocument.theme+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theme/theme8.xml" ContentType="application/vnd.openxmlformats-officedocument.theme+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theme/theme9.xml" ContentType="application/vnd.openxmlformats-officedocument.theme+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135" r:id="rId4"/>
    <p:sldMasterId id="2147484148" r:id="rId5"/>
    <p:sldMasterId id="2147484825" r:id="rId6"/>
    <p:sldMasterId id="2147484838" r:id="rId7"/>
    <p:sldMasterId id="2147484851" r:id="rId8"/>
    <p:sldMasterId id="2147484864" r:id="rId9"/>
    <p:sldMasterId id="2147484877" r:id="rId10"/>
    <p:sldMasterId id="2147484890" r:id="rId11"/>
    <p:sldMasterId id="2147484903" r:id="rId12"/>
    <p:sldMasterId id="2147484916" r:id="rId13"/>
  </p:sldMasterIdLst>
  <p:notesMasterIdLst>
    <p:notesMasterId r:id="rId50"/>
  </p:notesMasterIdLst>
  <p:sldIdLst>
    <p:sldId id="256" r:id="rId14"/>
    <p:sldId id="257" r:id="rId15"/>
    <p:sldId id="258" r:id="rId16"/>
    <p:sldId id="272" r:id="rId17"/>
    <p:sldId id="336" r:id="rId18"/>
    <p:sldId id="305" r:id="rId19"/>
    <p:sldId id="311" r:id="rId20"/>
    <p:sldId id="312" r:id="rId21"/>
    <p:sldId id="313" r:id="rId22"/>
    <p:sldId id="314" r:id="rId23"/>
    <p:sldId id="315" r:id="rId24"/>
    <p:sldId id="316" r:id="rId25"/>
    <p:sldId id="318" r:id="rId26"/>
    <p:sldId id="337" r:id="rId27"/>
    <p:sldId id="319" r:id="rId28"/>
    <p:sldId id="306" r:id="rId29"/>
    <p:sldId id="307" r:id="rId30"/>
    <p:sldId id="320" r:id="rId31"/>
    <p:sldId id="321" r:id="rId32"/>
    <p:sldId id="338" r:id="rId33"/>
    <p:sldId id="323" r:id="rId34"/>
    <p:sldId id="324" r:id="rId35"/>
    <p:sldId id="325" r:id="rId36"/>
    <p:sldId id="308" r:id="rId37"/>
    <p:sldId id="326" r:id="rId38"/>
    <p:sldId id="327" r:id="rId39"/>
    <p:sldId id="328" r:id="rId40"/>
    <p:sldId id="329" r:id="rId41"/>
    <p:sldId id="330" r:id="rId42"/>
    <p:sldId id="331" r:id="rId43"/>
    <p:sldId id="332" r:id="rId44"/>
    <p:sldId id="334" r:id="rId45"/>
    <p:sldId id="310" r:id="rId46"/>
    <p:sldId id="335" r:id="rId47"/>
    <p:sldId id="333" r:id="rId48"/>
    <p:sldId id="339" r:id="rId49"/>
  </p:sldIdLst>
  <p:sldSz cx="9144000" cy="6858000" type="screen4x3"/>
  <p:notesSz cx="6858000" cy="9144000"/>
  <p:defaultTex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1933">
          <p15:clr>
            <a:srgbClr val="A4A3A4"/>
          </p15:clr>
        </p15:guide>
        <p15:guide id="2" pos="2880">
          <p15:clr>
            <a:srgbClr val="A4A3A4"/>
          </p15:clr>
        </p15:guide>
        <p15:guide id="3" pos="1791">
          <p15:clr>
            <a:srgbClr val="A4A3A4"/>
          </p15:clr>
        </p15:guide>
        <p15:guide id="4" orient="horz" pos="3657">
          <p15:clr>
            <a:srgbClr val="A4A3A4"/>
          </p15:clr>
        </p15:guide>
        <p15:guide id="5" pos="1066">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A5EA62A-13EA-21B5-3635-002244FC12EF}" name="Joyce Harvey" initials="JH" userId="1e04374d961c3b67" providerId="Windows Live"/>
  <p188:author id="{99CFEB90-9D66-8A0A-B491-5A1B86E8BE4E}" name="Sam Prince" initials="SP" userId="S::sam.prince1@pearson.com::b8c1c271-dd5b-4079-a09a-81f4ce8be867"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Office" lastIdx="1" clrIdx="0"/>
  <p:cmAuthor id="2" name="Microsoft Office User" initials="Office [2]" lastIdx="1" clrIdx="1"/>
  <p:cmAuthor id="3" name="Microsoft Office User" initials="Office [3]" lastIdx="1" clrIdx="2"/>
  <p:cmAuthor id="4" name="Microsoft Office User" initials="Office [4]" lastIdx="1" clrIdx="3"/>
  <p:cmAuthor id="5" name="Microsoft Office User" initials="Office [5]" lastIdx="1" clrIdx="4"/>
  <p:cmAuthor id="6" name="Susan Leaper" initials="" lastIdx="2" clrIdx="5"/>
  <p:cmAuthor id="7" name="Microsoft Office User" initials="Office [8]" lastIdx="1" clrIdx="6"/>
  <p:cmAuthor id="8" name="Microsoft Office User" initials="Office [7]" lastIdx="1" clrIdx="7"/>
  <p:cmAuthor id="9" name="Microsoft Office User" initials="Office [9]" lastIdx="1" clrIdx="8"/>
  <p:cmAuthor id="10" name="Microsoft Office User" initials="Office [10]" lastIdx="1" clrIdx="9"/>
  <p:cmAuthor id="11" name="Microsoft Office User" initials="" lastIdx="1" clrIdx="10"/>
  <p:cmAuthor id="12" name="Unknown User1" initials="Unknown User1" lastIdx="1" clrIdx="11"/>
  <p:cmAuthor id="13" name="Unknown User2" initials="Unknown User2" lastIdx="1" clrIdx="12"/>
  <p:cmAuthor id="14" name="Chetna Somaiya" initials="CS" lastIdx="3" clrIdx="13">
    <p:extLst>
      <p:ext uri="{19B8F6BF-5375-455C-9EA6-DF929625EA0E}">
        <p15:presenceInfo xmlns:p15="http://schemas.microsoft.com/office/powerpoint/2012/main" userId="S::Chetna.Somaiya@pearson.com::beb44317-2430-4ffc-a211-c5eaf33a942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3DF7D33-7D6F-4C7B-B4BD-EEE6E8B80F1E}" v="40" dt="2023-11-23T10:53:09.301"/>
  </p1510:revLst>
</p1510:revInfo>
</file>

<file path=ppt/tableStyles.xml><?xml version="1.0" encoding="utf-8"?>
<a:tblStyleLst xmlns:a="http://schemas.openxmlformats.org/drawingml/2006/main" def="{5C22544A-7EE6-4342-B048-85BDC9FD1C3A}">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795" autoAdjust="0"/>
    <p:restoredTop sz="96242" autoAdjust="0"/>
  </p:normalViewPr>
  <p:slideViewPr>
    <p:cSldViewPr>
      <p:cViewPr varScale="1">
        <p:scale>
          <a:sx n="162" d="100"/>
          <a:sy n="162" d="100"/>
        </p:scale>
        <p:origin x="2520" y="144"/>
      </p:cViewPr>
      <p:guideLst>
        <p:guide orient="horz" pos="1933"/>
        <p:guide pos="2880"/>
        <p:guide pos="1791"/>
        <p:guide orient="horz" pos="3657"/>
        <p:guide pos="106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200" d="100"/>
        <a:sy n="2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0.xml"/><Relationship Id="rId18" Type="http://schemas.openxmlformats.org/officeDocument/2006/relationships/slide" Target="slides/slide5.xml"/><Relationship Id="rId26" Type="http://schemas.openxmlformats.org/officeDocument/2006/relationships/slide" Target="slides/slide13.xml"/><Relationship Id="rId39" Type="http://schemas.openxmlformats.org/officeDocument/2006/relationships/slide" Target="slides/slide26.xml"/><Relationship Id="rId21" Type="http://schemas.openxmlformats.org/officeDocument/2006/relationships/slide" Target="slides/slide8.xml"/><Relationship Id="rId34" Type="http://schemas.openxmlformats.org/officeDocument/2006/relationships/slide" Target="slides/slide21.xml"/><Relationship Id="rId42" Type="http://schemas.openxmlformats.org/officeDocument/2006/relationships/slide" Target="slides/slide29.xml"/><Relationship Id="rId47" Type="http://schemas.openxmlformats.org/officeDocument/2006/relationships/slide" Target="slides/slide34.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3.xml"/><Relationship Id="rId29" Type="http://schemas.openxmlformats.org/officeDocument/2006/relationships/slide" Target="slides/slide16.xml"/><Relationship Id="rId11" Type="http://schemas.openxmlformats.org/officeDocument/2006/relationships/slideMaster" Target="slideMasters/slideMaster8.xml"/><Relationship Id="rId24" Type="http://schemas.openxmlformats.org/officeDocument/2006/relationships/slide" Target="slides/slide11.xml"/><Relationship Id="rId32" Type="http://schemas.openxmlformats.org/officeDocument/2006/relationships/slide" Target="slides/slide19.xml"/><Relationship Id="rId37" Type="http://schemas.openxmlformats.org/officeDocument/2006/relationships/slide" Target="slides/slide24.xml"/><Relationship Id="rId40" Type="http://schemas.openxmlformats.org/officeDocument/2006/relationships/slide" Target="slides/slide27.xml"/><Relationship Id="rId45" Type="http://schemas.openxmlformats.org/officeDocument/2006/relationships/slide" Target="slides/slide32.xml"/><Relationship Id="rId53" Type="http://schemas.openxmlformats.org/officeDocument/2006/relationships/viewProps" Target="viewProps.xml"/><Relationship Id="rId58" Type="http://schemas.microsoft.com/office/2018/10/relationships/authors" Target="authors.xml"/><Relationship Id="rId5" Type="http://schemas.openxmlformats.org/officeDocument/2006/relationships/slideMaster" Target="slideMasters/slideMaster2.xml"/><Relationship Id="rId19"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1.xml"/><Relationship Id="rId22" Type="http://schemas.openxmlformats.org/officeDocument/2006/relationships/slide" Target="slides/slide9.xml"/><Relationship Id="rId27" Type="http://schemas.openxmlformats.org/officeDocument/2006/relationships/slide" Target="slides/slide14.xml"/><Relationship Id="rId30" Type="http://schemas.openxmlformats.org/officeDocument/2006/relationships/slide" Target="slides/slide17.xml"/><Relationship Id="rId35" Type="http://schemas.openxmlformats.org/officeDocument/2006/relationships/slide" Target="slides/slide22.xml"/><Relationship Id="rId43" Type="http://schemas.openxmlformats.org/officeDocument/2006/relationships/slide" Target="slides/slide30.xml"/><Relationship Id="rId48" Type="http://schemas.openxmlformats.org/officeDocument/2006/relationships/slide" Target="slides/slide35.xml"/><Relationship Id="rId56" Type="http://schemas.microsoft.com/office/2016/11/relationships/changesInfo" Target="changesInfos/changesInfo1.xml"/><Relationship Id="rId8" Type="http://schemas.openxmlformats.org/officeDocument/2006/relationships/slideMaster" Target="slideMasters/slideMaster5.xml"/><Relationship Id="rId51" Type="http://schemas.openxmlformats.org/officeDocument/2006/relationships/commentAuthors" Target="commentAuthors.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4.xml"/><Relationship Id="rId25" Type="http://schemas.openxmlformats.org/officeDocument/2006/relationships/slide" Target="slides/slide12.xml"/><Relationship Id="rId33" Type="http://schemas.openxmlformats.org/officeDocument/2006/relationships/slide" Target="slides/slide20.xml"/><Relationship Id="rId38" Type="http://schemas.openxmlformats.org/officeDocument/2006/relationships/slide" Target="slides/slide25.xml"/><Relationship Id="rId46" Type="http://schemas.openxmlformats.org/officeDocument/2006/relationships/slide" Target="slides/slide33.xml"/><Relationship Id="rId20" Type="http://schemas.openxmlformats.org/officeDocument/2006/relationships/slide" Target="slides/slide7.xml"/><Relationship Id="rId41" Type="http://schemas.openxmlformats.org/officeDocument/2006/relationships/slide" Target="slides/slide28.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2.xml"/><Relationship Id="rId23" Type="http://schemas.openxmlformats.org/officeDocument/2006/relationships/slide" Target="slides/slide10.xml"/><Relationship Id="rId28" Type="http://schemas.openxmlformats.org/officeDocument/2006/relationships/slide" Target="slides/slide15.xml"/><Relationship Id="rId36" Type="http://schemas.openxmlformats.org/officeDocument/2006/relationships/slide" Target="slides/slide23.xml"/><Relationship Id="rId49" Type="http://schemas.openxmlformats.org/officeDocument/2006/relationships/slide" Target="slides/slide36.xml"/><Relationship Id="rId57" Type="http://schemas.microsoft.com/office/2015/10/relationships/revisionInfo" Target="revisionInfo.xml"/><Relationship Id="rId10" Type="http://schemas.openxmlformats.org/officeDocument/2006/relationships/slideMaster" Target="slideMasters/slideMaster7.xml"/><Relationship Id="rId31" Type="http://schemas.openxmlformats.org/officeDocument/2006/relationships/slide" Target="slides/slide18.xml"/><Relationship Id="rId44" Type="http://schemas.openxmlformats.org/officeDocument/2006/relationships/slide" Target="slides/slide31.xml"/><Relationship Id="rId5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 Winser" userId="c3146a91-e6bd-4264-bd86-e164e04bc32d" providerId="ADAL" clId="{B3DF7D33-7D6F-4C7B-B4BD-EEE6E8B80F1E}"/>
    <pc:docChg chg="addSld modSld">
      <pc:chgData name="Paul Winser" userId="c3146a91-e6bd-4264-bd86-e164e04bc32d" providerId="ADAL" clId="{B3DF7D33-7D6F-4C7B-B4BD-EEE6E8B80F1E}" dt="2023-12-07T14:25:21.707" v="57" actId="1076"/>
      <pc:docMkLst>
        <pc:docMk/>
      </pc:docMkLst>
      <pc:sldChg chg="addSp modSp mod">
        <pc:chgData name="Paul Winser" userId="c3146a91-e6bd-4264-bd86-e164e04bc32d" providerId="ADAL" clId="{B3DF7D33-7D6F-4C7B-B4BD-EEE6E8B80F1E}" dt="2023-12-07T14:25:01.399" v="52" actId="1076"/>
        <pc:sldMkLst>
          <pc:docMk/>
          <pc:sldMk cId="0" sldId="256"/>
        </pc:sldMkLst>
        <pc:spChg chg="mod">
          <ac:chgData name="Paul Winser" userId="c3146a91-e6bd-4264-bd86-e164e04bc32d" providerId="ADAL" clId="{B3DF7D33-7D6F-4C7B-B4BD-EEE6E8B80F1E}" dt="2023-12-07T14:25:01.399" v="52" actId="1076"/>
          <ac:spMkLst>
            <pc:docMk/>
            <pc:sldMk cId="0" sldId="256"/>
            <ac:spMk id="2" creationId="{90F28779-DEB6-B2DA-D3AD-D59FCD70DAD2}"/>
          </ac:spMkLst>
        </pc:spChg>
        <pc:spChg chg="add mod">
          <ac:chgData name="Paul Winser" userId="c3146a91-e6bd-4264-bd86-e164e04bc32d" providerId="ADAL" clId="{B3DF7D33-7D6F-4C7B-B4BD-EEE6E8B80F1E}" dt="2023-11-23T10:51:17.006" v="6" actId="6549"/>
          <ac:spMkLst>
            <pc:docMk/>
            <pc:sldMk cId="0" sldId="256"/>
            <ac:spMk id="5" creationId="{228F1D6E-7C90-D79B-75B3-17C4B519A62D}"/>
          </ac:spMkLst>
        </pc:spChg>
      </pc:sldChg>
      <pc:sldChg chg="addSp modSp">
        <pc:chgData name="Paul Winser" userId="c3146a91-e6bd-4264-bd86-e164e04bc32d" providerId="ADAL" clId="{B3DF7D33-7D6F-4C7B-B4BD-EEE6E8B80F1E}" dt="2023-11-23T10:51:22.309" v="7"/>
        <pc:sldMkLst>
          <pc:docMk/>
          <pc:sldMk cId="0" sldId="257"/>
        </pc:sldMkLst>
        <pc:spChg chg="add mod">
          <ac:chgData name="Paul Winser" userId="c3146a91-e6bd-4264-bd86-e164e04bc32d" providerId="ADAL" clId="{B3DF7D33-7D6F-4C7B-B4BD-EEE6E8B80F1E}" dt="2023-11-23T10:51:22.309" v="7"/>
          <ac:spMkLst>
            <pc:docMk/>
            <pc:sldMk cId="0" sldId="257"/>
            <ac:spMk id="2" creationId="{1748330F-865D-122F-5059-E9166B584203}"/>
          </ac:spMkLst>
        </pc:spChg>
      </pc:sldChg>
      <pc:sldChg chg="addSp modSp">
        <pc:chgData name="Paul Winser" userId="c3146a91-e6bd-4264-bd86-e164e04bc32d" providerId="ADAL" clId="{B3DF7D33-7D6F-4C7B-B4BD-EEE6E8B80F1E}" dt="2023-11-23T10:51:23.217" v="8"/>
        <pc:sldMkLst>
          <pc:docMk/>
          <pc:sldMk cId="0" sldId="258"/>
        </pc:sldMkLst>
        <pc:spChg chg="add mod">
          <ac:chgData name="Paul Winser" userId="c3146a91-e6bd-4264-bd86-e164e04bc32d" providerId="ADAL" clId="{B3DF7D33-7D6F-4C7B-B4BD-EEE6E8B80F1E}" dt="2023-11-23T10:51:23.217" v="8"/>
          <ac:spMkLst>
            <pc:docMk/>
            <pc:sldMk cId="0" sldId="258"/>
            <ac:spMk id="2" creationId="{3FDF138D-0266-E825-B97F-4B0383394E77}"/>
          </ac:spMkLst>
        </pc:spChg>
      </pc:sldChg>
      <pc:sldChg chg="addSp modSp">
        <pc:chgData name="Paul Winser" userId="c3146a91-e6bd-4264-bd86-e164e04bc32d" providerId="ADAL" clId="{B3DF7D33-7D6F-4C7B-B4BD-EEE6E8B80F1E}" dt="2023-11-23T10:51:24.666" v="9"/>
        <pc:sldMkLst>
          <pc:docMk/>
          <pc:sldMk cId="0" sldId="272"/>
        </pc:sldMkLst>
        <pc:spChg chg="add mod">
          <ac:chgData name="Paul Winser" userId="c3146a91-e6bd-4264-bd86-e164e04bc32d" providerId="ADAL" clId="{B3DF7D33-7D6F-4C7B-B4BD-EEE6E8B80F1E}" dt="2023-11-23T10:51:24.666" v="9"/>
          <ac:spMkLst>
            <pc:docMk/>
            <pc:sldMk cId="0" sldId="272"/>
            <ac:spMk id="2" creationId="{BCC3B8CF-7A5F-C34C-BFCC-8FFA8AAB1D3B}"/>
          </ac:spMkLst>
        </pc:spChg>
      </pc:sldChg>
      <pc:sldChg chg="addSp modSp">
        <pc:chgData name="Paul Winser" userId="c3146a91-e6bd-4264-bd86-e164e04bc32d" providerId="ADAL" clId="{B3DF7D33-7D6F-4C7B-B4BD-EEE6E8B80F1E}" dt="2023-11-23T10:51:27.151" v="11"/>
        <pc:sldMkLst>
          <pc:docMk/>
          <pc:sldMk cId="884549766" sldId="305"/>
        </pc:sldMkLst>
        <pc:spChg chg="add mod">
          <ac:chgData name="Paul Winser" userId="c3146a91-e6bd-4264-bd86-e164e04bc32d" providerId="ADAL" clId="{B3DF7D33-7D6F-4C7B-B4BD-EEE6E8B80F1E}" dt="2023-11-23T10:51:27.151" v="11"/>
          <ac:spMkLst>
            <pc:docMk/>
            <pc:sldMk cId="884549766" sldId="305"/>
            <ac:spMk id="2" creationId="{0EFC57BD-92AF-294B-3967-A0F384D6ADB2}"/>
          </ac:spMkLst>
        </pc:spChg>
      </pc:sldChg>
      <pc:sldChg chg="addSp modSp">
        <pc:chgData name="Paul Winser" userId="c3146a91-e6bd-4264-bd86-e164e04bc32d" providerId="ADAL" clId="{B3DF7D33-7D6F-4C7B-B4BD-EEE6E8B80F1E}" dt="2023-11-23T10:52:03.360" v="29"/>
        <pc:sldMkLst>
          <pc:docMk/>
          <pc:sldMk cId="588007661" sldId="306"/>
        </pc:sldMkLst>
        <pc:spChg chg="add mod">
          <ac:chgData name="Paul Winser" userId="c3146a91-e6bd-4264-bd86-e164e04bc32d" providerId="ADAL" clId="{B3DF7D33-7D6F-4C7B-B4BD-EEE6E8B80F1E}" dt="2023-11-23T10:52:03.360" v="29"/>
          <ac:spMkLst>
            <pc:docMk/>
            <pc:sldMk cId="588007661" sldId="306"/>
            <ac:spMk id="2" creationId="{8D677F1F-3F0B-B41F-042B-F75754F45527}"/>
          </ac:spMkLst>
        </pc:spChg>
      </pc:sldChg>
      <pc:sldChg chg="addSp modSp">
        <pc:chgData name="Paul Winser" userId="c3146a91-e6bd-4264-bd86-e164e04bc32d" providerId="ADAL" clId="{B3DF7D33-7D6F-4C7B-B4BD-EEE6E8B80F1E}" dt="2023-11-23T10:52:04.603" v="30"/>
        <pc:sldMkLst>
          <pc:docMk/>
          <pc:sldMk cId="3621417310" sldId="307"/>
        </pc:sldMkLst>
        <pc:spChg chg="add mod">
          <ac:chgData name="Paul Winser" userId="c3146a91-e6bd-4264-bd86-e164e04bc32d" providerId="ADAL" clId="{B3DF7D33-7D6F-4C7B-B4BD-EEE6E8B80F1E}" dt="2023-11-23T10:52:04.603" v="30"/>
          <ac:spMkLst>
            <pc:docMk/>
            <pc:sldMk cId="3621417310" sldId="307"/>
            <ac:spMk id="2" creationId="{67155394-EDE1-FCC2-6919-62CC77F13F5F}"/>
          </ac:spMkLst>
        </pc:spChg>
      </pc:sldChg>
      <pc:sldChg chg="addSp modSp">
        <pc:chgData name="Paul Winser" userId="c3146a91-e6bd-4264-bd86-e164e04bc32d" providerId="ADAL" clId="{B3DF7D33-7D6F-4C7B-B4BD-EEE6E8B80F1E}" dt="2023-11-23T10:52:20.034" v="38"/>
        <pc:sldMkLst>
          <pc:docMk/>
          <pc:sldMk cId="2005355495" sldId="308"/>
        </pc:sldMkLst>
        <pc:spChg chg="add mod">
          <ac:chgData name="Paul Winser" userId="c3146a91-e6bd-4264-bd86-e164e04bc32d" providerId="ADAL" clId="{B3DF7D33-7D6F-4C7B-B4BD-EEE6E8B80F1E}" dt="2023-11-23T10:52:20.034" v="38"/>
          <ac:spMkLst>
            <pc:docMk/>
            <pc:sldMk cId="2005355495" sldId="308"/>
            <ac:spMk id="2" creationId="{B5EE1296-B290-745F-AC98-5F281A01D9EE}"/>
          </ac:spMkLst>
        </pc:spChg>
      </pc:sldChg>
      <pc:sldChg chg="addSp modSp">
        <pc:chgData name="Paul Winser" userId="c3146a91-e6bd-4264-bd86-e164e04bc32d" providerId="ADAL" clId="{B3DF7D33-7D6F-4C7B-B4BD-EEE6E8B80F1E}" dt="2023-11-23T10:52:30.358" v="47"/>
        <pc:sldMkLst>
          <pc:docMk/>
          <pc:sldMk cId="1272486315" sldId="310"/>
        </pc:sldMkLst>
        <pc:spChg chg="add mod">
          <ac:chgData name="Paul Winser" userId="c3146a91-e6bd-4264-bd86-e164e04bc32d" providerId="ADAL" clId="{B3DF7D33-7D6F-4C7B-B4BD-EEE6E8B80F1E}" dt="2023-11-23T10:52:30.358" v="47"/>
          <ac:spMkLst>
            <pc:docMk/>
            <pc:sldMk cId="1272486315" sldId="310"/>
            <ac:spMk id="2" creationId="{12BF2C06-A11B-F1D1-1E8C-0B8DAB4B1B71}"/>
          </ac:spMkLst>
        </pc:spChg>
      </pc:sldChg>
      <pc:sldChg chg="addSp modSp">
        <pc:chgData name="Paul Winser" userId="c3146a91-e6bd-4264-bd86-e164e04bc32d" providerId="ADAL" clId="{B3DF7D33-7D6F-4C7B-B4BD-EEE6E8B80F1E}" dt="2023-11-23T10:51:28.325" v="12"/>
        <pc:sldMkLst>
          <pc:docMk/>
          <pc:sldMk cId="35869263" sldId="311"/>
        </pc:sldMkLst>
        <pc:spChg chg="add mod">
          <ac:chgData name="Paul Winser" userId="c3146a91-e6bd-4264-bd86-e164e04bc32d" providerId="ADAL" clId="{B3DF7D33-7D6F-4C7B-B4BD-EEE6E8B80F1E}" dt="2023-11-23T10:51:28.325" v="12"/>
          <ac:spMkLst>
            <pc:docMk/>
            <pc:sldMk cId="35869263" sldId="311"/>
            <ac:spMk id="2" creationId="{117EF401-6948-460D-3796-714DDECC9688}"/>
          </ac:spMkLst>
        </pc:spChg>
      </pc:sldChg>
      <pc:sldChg chg="addSp modSp">
        <pc:chgData name="Paul Winser" userId="c3146a91-e6bd-4264-bd86-e164e04bc32d" providerId="ADAL" clId="{B3DF7D33-7D6F-4C7B-B4BD-EEE6E8B80F1E}" dt="2023-11-23T10:51:29.570" v="13"/>
        <pc:sldMkLst>
          <pc:docMk/>
          <pc:sldMk cId="1110890903" sldId="312"/>
        </pc:sldMkLst>
        <pc:spChg chg="add mod">
          <ac:chgData name="Paul Winser" userId="c3146a91-e6bd-4264-bd86-e164e04bc32d" providerId="ADAL" clId="{B3DF7D33-7D6F-4C7B-B4BD-EEE6E8B80F1E}" dt="2023-11-23T10:51:29.570" v="13"/>
          <ac:spMkLst>
            <pc:docMk/>
            <pc:sldMk cId="1110890903" sldId="312"/>
            <ac:spMk id="4" creationId="{9DD6411D-39AE-38C4-66D6-60EC531C9F09}"/>
          </ac:spMkLst>
        </pc:spChg>
      </pc:sldChg>
      <pc:sldChg chg="addSp modSp">
        <pc:chgData name="Paul Winser" userId="c3146a91-e6bd-4264-bd86-e164e04bc32d" providerId="ADAL" clId="{B3DF7D33-7D6F-4C7B-B4BD-EEE6E8B80F1E}" dt="2023-11-23T10:51:31.270" v="14"/>
        <pc:sldMkLst>
          <pc:docMk/>
          <pc:sldMk cId="3978430948" sldId="313"/>
        </pc:sldMkLst>
        <pc:spChg chg="add mod">
          <ac:chgData name="Paul Winser" userId="c3146a91-e6bd-4264-bd86-e164e04bc32d" providerId="ADAL" clId="{B3DF7D33-7D6F-4C7B-B4BD-EEE6E8B80F1E}" dt="2023-11-23T10:51:31.270" v="14"/>
          <ac:spMkLst>
            <pc:docMk/>
            <pc:sldMk cId="3978430948" sldId="313"/>
            <ac:spMk id="4" creationId="{470AB42E-C505-2D9F-74E2-54A9FF6B1F7D}"/>
          </ac:spMkLst>
        </pc:spChg>
      </pc:sldChg>
      <pc:sldChg chg="addSp modSp">
        <pc:chgData name="Paul Winser" userId="c3146a91-e6bd-4264-bd86-e164e04bc32d" providerId="ADAL" clId="{B3DF7D33-7D6F-4C7B-B4BD-EEE6E8B80F1E}" dt="2023-11-23T10:51:32.483" v="15"/>
        <pc:sldMkLst>
          <pc:docMk/>
          <pc:sldMk cId="808123766" sldId="314"/>
        </pc:sldMkLst>
        <pc:spChg chg="add mod">
          <ac:chgData name="Paul Winser" userId="c3146a91-e6bd-4264-bd86-e164e04bc32d" providerId="ADAL" clId="{B3DF7D33-7D6F-4C7B-B4BD-EEE6E8B80F1E}" dt="2023-11-23T10:51:32.483" v="15"/>
          <ac:spMkLst>
            <pc:docMk/>
            <pc:sldMk cId="808123766" sldId="314"/>
            <ac:spMk id="4" creationId="{167FA15C-607D-E7F8-BA70-BD16A61E8021}"/>
          </ac:spMkLst>
        </pc:spChg>
      </pc:sldChg>
      <pc:sldChg chg="addSp modSp mod">
        <pc:chgData name="Paul Winser" userId="c3146a91-e6bd-4264-bd86-e164e04bc32d" providerId="ADAL" clId="{B3DF7D33-7D6F-4C7B-B4BD-EEE6E8B80F1E}" dt="2023-11-23T10:51:36.389" v="17" actId="1076"/>
        <pc:sldMkLst>
          <pc:docMk/>
          <pc:sldMk cId="1602626586" sldId="315"/>
        </pc:sldMkLst>
        <pc:spChg chg="add mod">
          <ac:chgData name="Paul Winser" userId="c3146a91-e6bd-4264-bd86-e164e04bc32d" providerId="ADAL" clId="{B3DF7D33-7D6F-4C7B-B4BD-EEE6E8B80F1E}" dt="2023-11-23T10:51:33.824" v="16"/>
          <ac:spMkLst>
            <pc:docMk/>
            <pc:sldMk cId="1602626586" sldId="315"/>
            <ac:spMk id="4" creationId="{4010C947-7BD5-5819-D884-2C645A9716E1}"/>
          </ac:spMkLst>
        </pc:spChg>
        <pc:spChg chg="mod">
          <ac:chgData name="Paul Winser" userId="c3146a91-e6bd-4264-bd86-e164e04bc32d" providerId="ADAL" clId="{B3DF7D33-7D6F-4C7B-B4BD-EEE6E8B80F1E}" dt="2023-11-23T10:51:36.389" v="17" actId="1076"/>
          <ac:spMkLst>
            <pc:docMk/>
            <pc:sldMk cId="1602626586" sldId="315"/>
            <ac:spMk id="6" creationId="{3BC72BA2-4919-3F7C-7D44-28BA2A9C1198}"/>
          </ac:spMkLst>
        </pc:spChg>
      </pc:sldChg>
      <pc:sldChg chg="addSp modSp">
        <pc:chgData name="Paul Winser" userId="c3146a91-e6bd-4264-bd86-e164e04bc32d" providerId="ADAL" clId="{B3DF7D33-7D6F-4C7B-B4BD-EEE6E8B80F1E}" dt="2023-11-23T10:51:37.353" v="18"/>
        <pc:sldMkLst>
          <pc:docMk/>
          <pc:sldMk cId="108066460" sldId="316"/>
        </pc:sldMkLst>
        <pc:spChg chg="add mod">
          <ac:chgData name="Paul Winser" userId="c3146a91-e6bd-4264-bd86-e164e04bc32d" providerId="ADAL" clId="{B3DF7D33-7D6F-4C7B-B4BD-EEE6E8B80F1E}" dt="2023-11-23T10:51:37.353" v="18"/>
          <ac:spMkLst>
            <pc:docMk/>
            <pc:sldMk cId="108066460" sldId="316"/>
            <ac:spMk id="4" creationId="{F3591688-EDD9-FE56-CB12-02275355D6D8}"/>
          </ac:spMkLst>
        </pc:spChg>
      </pc:sldChg>
      <pc:sldChg chg="addSp modSp mod">
        <pc:chgData name="Paul Winser" userId="c3146a91-e6bd-4264-bd86-e164e04bc32d" providerId="ADAL" clId="{B3DF7D33-7D6F-4C7B-B4BD-EEE6E8B80F1E}" dt="2023-11-23T10:51:42.031" v="21" actId="1076"/>
        <pc:sldMkLst>
          <pc:docMk/>
          <pc:sldMk cId="2471315373" sldId="318"/>
        </pc:sldMkLst>
        <pc:spChg chg="add mod">
          <ac:chgData name="Paul Winser" userId="c3146a91-e6bd-4264-bd86-e164e04bc32d" providerId="ADAL" clId="{B3DF7D33-7D6F-4C7B-B4BD-EEE6E8B80F1E}" dt="2023-11-23T10:51:38.418" v="19"/>
          <ac:spMkLst>
            <pc:docMk/>
            <pc:sldMk cId="2471315373" sldId="318"/>
            <ac:spMk id="4" creationId="{963BE822-7623-38B2-9DD0-06FE7FC273DA}"/>
          </ac:spMkLst>
        </pc:spChg>
        <pc:picChg chg="mod">
          <ac:chgData name="Paul Winser" userId="c3146a91-e6bd-4264-bd86-e164e04bc32d" providerId="ADAL" clId="{B3DF7D33-7D6F-4C7B-B4BD-EEE6E8B80F1E}" dt="2023-11-23T10:51:42.031" v="21" actId="1076"/>
          <ac:picMkLst>
            <pc:docMk/>
            <pc:sldMk cId="2471315373" sldId="318"/>
            <ac:picMk id="6" creationId="{CAD4F2D4-D04B-6763-27D6-4E6F3DE7D572}"/>
          </ac:picMkLst>
        </pc:picChg>
      </pc:sldChg>
      <pc:sldChg chg="addSp modSp mod">
        <pc:chgData name="Paul Winser" userId="c3146a91-e6bd-4264-bd86-e164e04bc32d" providerId="ADAL" clId="{B3DF7D33-7D6F-4C7B-B4BD-EEE6E8B80F1E}" dt="2023-11-23T10:51:50.181" v="24" actId="404"/>
        <pc:sldMkLst>
          <pc:docMk/>
          <pc:sldMk cId="3560565543" sldId="319"/>
        </pc:sldMkLst>
        <pc:spChg chg="mod">
          <ac:chgData name="Paul Winser" userId="c3146a91-e6bd-4264-bd86-e164e04bc32d" providerId="ADAL" clId="{B3DF7D33-7D6F-4C7B-B4BD-EEE6E8B80F1E}" dt="2023-11-23T10:51:50.181" v="24" actId="404"/>
          <ac:spMkLst>
            <pc:docMk/>
            <pc:sldMk cId="3560565543" sldId="319"/>
            <ac:spMk id="4" creationId="{4C51A1BF-77DF-54C5-2C0A-C72EE8DC0C5E}"/>
          </ac:spMkLst>
        </pc:spChg>
        <pc:spChg chg="add mod">
          <ac:chgData name="Paul Winser" userId="c3146a91-e6bd-4264-bd86-e164e04bc32d" providerId="ADAL" clId="{B3DF7D33-7D6F-4C7B-B4BD-EEE6E8B80F1E}" dt="2023-11-23T10:51:45.664" v="23"/>
          <ac:spMkLst>
            <pc:docMk/>
            <pc:sldMk cId="3560565543" sldId="319"/>
            <ac:spMk id="5" creationId="{F2C745B7-D080-CE5B-6589-DC4F8A5C0496}"/>
          </ac:spMkLst>
        </pc:spChg>
      </pc:sldChg>
      <pc:sldChg chg="addSp modSp">
        <pc:chgData name="Paul Winser" userId="c3146a91-e6bd-4264-bd86-e164e04bc32d" providerId="ADAL" clId="{B3DF7D33-7D6F-4C7B-B4BD-EEE6E8B80F1E}" dt="2023-11-23T10:52:06.102" v="31"/>
        <pc:sldMkLst>
          <pc:docMk/>
          <pc:sldMk cId="1838126052" sldId="320"/>
        </pc:sldMkLst>
        <pc:spChg chg="add mod">
          <ac:chgData name="Paul Winser" userId="c3146a91-e6bd-4264-bd86-e164e04bc32d" providerId="ADAL" clId="{B3DF7D33-7D6F-4C7B-B4BD-EEE6E8B80F1E}" dt="2023-11-23T10:52:06.102" v="31"/>
          <ac:spMkLst>
            <pc:docMk/>
            <pc:sldMk cId="1838126052" sldId="320"/>
            <ac:spMk id="2" creationId="{7A54F46A-9CDF-2FA3-53CC-27AA3D502DBB}"/>
          </ac:spMkLst>
        </pc:spChg>
      </pc:sldChg>
      <pc:sldChg chg="addSp modSp">
        <pc:chgData name="Paul Winser" userId="c3146a91-e6bd-4264-bd86-e164e04bc32d" providerId="ADAL" clId="{B3DF7D33-7D6F-4C7B-B4BD-EEE6E8B80F1E}" dt="2023-11-23T10:52:08.414" v="32"/>
        <pc:sldMkLst>
          <pc:docMk/>
          <pc:sldMk cId="1606775707" sldId="321"/>
        </pc:sldMkLst>
        <pc:spChg chg="add mod">
          <ac:chgData name="Paul Winser" userId="c3146a91-e6bd-4264-bd86-e164e04bc32d" providerId="ADAL" clId="{B3DF7D33-7D6F-4C7B-B4BD-EEE6E8B80F1E}" dt="2023-11-23T10:52:08.414" v="32"/>
          <ac:spMkLst>
            <pc:docMk/>
            <pc:sldMk cId="1606775707" sldId="321"/>
            <ac:spMk id="2" creationId="{7E565DFC-B077-562D-2F62-0FF5705C02F6}"/>
          </ac:spMkLst>
        </pc:spChg>
      </pc:sldChg>
      <pc:sldChg chg="addSp modSp">
        <pc:chgData name="Paul Winser" userId="c3146a91-e6bd-4264-bd86-e164e04bc32d" providerId="ADAL" clId="{B3DF7D33-7D6F-4C7B-B4BD-EEE6E8B80F1E}" dt="2023-11-23T10:52:10.759" v="34"/>
        <pc:sldMkLst>
          <pc:docMk/>
          <pc:sldMk cId="2561868383" sldId="323"/>
        </pc:sldMkLst>
        <pc:spChg chg="add mod">
          <ac:chgData name="Paul Winser" userId="c3146a91-e6bd-4264-bd86-e164e04bc32d" providerId="ADAL" clId="{B3DF7D33-7D6F-4C7B-B4BD-EEE6E8B80F1E}" dt="2023-11-23T10:52:10.759" v="34"/>
          <ac:spMkLst>
            <pc:docMk/>
            <pc:sldMk cId="2561868383" sldId="323"/>
            <ac:spMk id="4" creationId="{901A4944-18A0-7752-7905-F62319FB477F}"/>
          </ac:spMkLst>
        </pc:spChg>
      </pc:sldChg>
      <pc:sldChg chg="addSp modSp">
        <pc:chgData name="Paul Winser" userId="c3146a91-e6bd-4264-bd86-e164e04bc32d" providerId="ADAL" clId="{B3DF7D33-7D6F-4C7B-B4BD-EEE6E8B80F1E}" dt="2023-11-23T10:52:11.923" v="35"/>
        <pc:sldMkLst>
          <pc:docMk/>
          <pc:sldMk cId="4140588828" sldId="324"/>
        </pc:sldMkLst>
        <pc:spChg chg="add mod">
          <ac:chgData name="Paul Winser" userId="c3146a91-e6bd-4264-bd86-e164e04bc32d" providerId="ADAL" clId="{B3DF7D33-7D6F-4C7B-B4BD-EEE6E8B80F1E}" dt="2023-11-23T10:52:11.923" v="35"/>
          <ac:spMkLst>
            <pc:docMk/>
            <pc:sldMk cId="4140588828" sldId="324"/>
            <ac:spMk id="4" creationId="{C7D7CABB-99D3-DFAC-BFCF-ACEC2652D936}"/>
          </ac:spMkLst>
        </pc:spChg>
      </pc:sldChg>
      <pc:sldChg chg="addSp modSp mod">
        <pc:chgData name="Paul Winser" userId="c3146a91-e6bd-4264-bd86-e164e04bc32d" providerId="ADAL" clId="{B3DF7D33-7D6F-4C7B-B4BD-EEE6E8B80F1E}" dt="2023-11-23T10:52:18.481" v="37" actId="255"/>
        <pc:sldMkLst>
          <pc:docMk/>
          <pc:sldMk cId="4249909078" sldId="325"/>
        </pc:sldMkLst>
        <pc:spChg chg="mod">
          <ac:chgData name="Paul Winser" userId="c3146a91-e6bd-4264-bd86-e164e04bc32d" providerId="ADAL" clId="{B3DF7D33-7D6F-4C7B-B4BD-EEE6E8B80F1E}" dt="2023-11-23T10:52:18.481" v="37" actId="255"/>
          <ac:spMkLst>
            <pc:docMk/>
            <pc:sldMk cId="4249909078" sldId="325"/>
            <ac:spMk id="3" creationId="{6286CC24-49AF-B30B-45B8-E918F63D12E5}"/>
          </ac:spMkLst>
        </pc:spChg>
        <pc:spChg chg="add mod">
          <ac:chgData name="Paul Winser" userId="c3146a91-e6bd-4264-bd86-e164e04bc32d" providerId="ADAL" clId="{B3DF7D33-7D6F-4C7B-B4BD-EEE6E8B80F1E}" dt="2023-11-23T10:52:13.252" v="36"/>
          <ac:spMkLst>
            <pc:docMk/>
            <pc:sldMk cId="4249909078" sldId="325"/>
            <ac:spMk id="4" creationId="{4B3A44C9-5846-36C5-13F8-B77B45A4E784}"/>
          </ac:spMkLst>
        </pc:spChg>
      </pc:sldChg>
      <pc:sldChg chg="addSp modSp">
        <pc:chgData name="Paul Winser" userId="c3146a91-e6bd-4264-bd86-e164e04bc32d" providerId="ADAL" clId="{B3DF7D33-7D6F-4C7B-B4BD-EEE6E8B80F1E}" dt="2023-11-23T10:52:21.315" v="39"/>
        <pc:sldMkLst>
          <pc:docMk/>
          <pc:sldMk cId="3909615556" sldId="326"/>
        </pc:sldMkLst>
        <pc:spChg chg="add mod">
          <ac:chgData name="Paul Winser" userId="c3146a91-e6bd-4264-bd86-e164e04bc32d" providerId="ADAL" clId="{B3DF7D33-7D6F-4C7B-B4BD-EEE6E8B80F1E}" dt="2023-11-23T10:52:21.315" v="39"/>
          <ac:spMkLst>
            <pc:docMk/>
            <pc:sldMk cId="3909615556" sldId="326"/>
            <ac:spMk id="4" creationId="{CBB14291-0063-2984-17CD-582269E54782}"/>
          </ac:spMkLst>
        </pc:spChg>
      </pc:sldChg>
      <pc:sldChg chg="addSp modSp">
        <pc:chgData name="Paul Winser" userId="c3146a91-e6bd-4264-bd86-e164e04bc32d" providerId="ADAL" clId="{B3DF7D33-7D6F-4C7B-B4BD-EEE6E8B80F1E}" dt="2023-11-23T10:52:22.458" v="40"/>
        <pc:sldMkLst>
          <pc:docMk/>
          <pc:sldMk cId="2857234655" sldId="327"/>
        </pc:sldMkLst>
        <pc:spChg chg="add mod">
          <ac:chgData name="Paul Winser" userId="c3146a91-e6bd-4264-bd86-e164e04bc32d" providerId="ADAL" clId="{B3DF7D33-7D6F-4C7B-B4BD-EEE6E8B80F1E}" dt="2023-11-23T10:52:22.458" v="40"/>
          <ac:spMkLst>
            <pc:docMk/>
            <pc:sldMk cId="2857234655" sldId="327"/>
            <ac:spMk id="4" creationId="{DA1D45DE-0A1D-F8F9-1317-0EB5E03C057A}"/>
          </ac:spMkLst>
        </pc:spChg>
      </pc:sldChg>
      <pc:sldChg chg="addSp modSp">
        <pc:chgData name="Paul Winser" userId="c3146a91-e6bd-4264-bd86-e164e04bc32d" providerId="ADAL" clId="{B3DF7D33-7D6F-4C7B-B4BD-EEE6E8B80F1E}" dt="2023-11-23T10:52:23.638" v="41"/>
        <pc:sldMkLst>
          <pc:docMk/>
          <pc:sldMk cId="425157850" sldId="328"/>
        </pc:sldMkLst>
        <pc:spChg chg="add mod">
          <ac:chgData name="Paul Winser" userId="c3146a91-e6bd-4264-bd86-e164e04bc32d" providerId="ADAL" clId="{B3DF7D33-7D6F-4C7B-B4BD-EEE6E8B80F1E}" dt="2023-11-23T10:52:23.638" v="41"/>
          <ac:spMkLst>
            <pc:docMk/>
            <pc:sldMk cId="425157850" sldId="328"/>
            <ac:spMk id="4" creationId="{9D8D03FB-67B7-2F20-E1D4-DE6ABE42A238}"/>
          </ac:spMkLst>
        </pc:spChg>
      </pc:sldChg>
      <pc:sldChg chg="addSp modSp mod">
        <pc:chgData name="Paul Winser" userId="c3146a91-e6bd-4264-bd86-e164e04bc32d" providerId="ADAL" clId="{B3DF7D33-7D6F-4C7B-B4BD-EEE6E8B80F1E}" dt="2023-12-07T14:25:21.707" v="57" actId="1076"/>
        <pc:sldMkLst>
          <pc:docMk/>
          <pc:sldMk cId="1329393219" sldId="329"/>
        </pc:sldMkLst>
        <pc:spChg chg="add mod">
          <ac:chgData name="Paul Winser" userId="c3146a91-e6bd-4264-bd86-e164e04bc32d" providerId="ADAL" clId="{B3DF7D33-7D6F-4C7B-B4BD-EEE6E8B80F1E}" dt="2023-11-23T10:52:24.725" v="42"/>
          <ac:spMkLst>
            <pc:docMk/>
            <pc:sldMk cId="1329393219" sldId="329"/>
            <ac:spMk id="4" creationId="{F6D530DF-0C80-379E-D0C4-7CAF05EAA3AD}"/>
          </ac:spMkLst>
        </pc:spChg>
        <pc:picChg chg="mod">
          <ac:chgData name="Paul Winser" userId="c3146a91-e6bd-4264-bd86-e164e04bc32d" providerId="ADAL" clId="{B3DF7D33-7D6F-4C7B-B4BD-EEE6E8B80F1E}" dt="2023-12-07T14:25:21.707" v="57" actId="1076"/>
          <ac:picMkLst>
            <pc:docMk/>
            <pc:sldMk cId="1329393219" sldId="329"/>
            <ac:picMk id="6" creationId="{95A95F52-29F7-A6E5-2CC7-7872CFECEEC0}"/>
          </ac:picMkLst>
        </pc:picChg>
      </pc:sldChg>
      <pc:sldChg chg="addSp modSp mod">
        <pc:chgData name="Paul Winser" userId="c3146a91-e6bd-4264-bd86-e164e04bc32d" providerId="ADAL" clId="{B3DF7D33-7D6F-4C7B-B4BD-EEE6E8B80F1E}" dt="2023-12-07T14:25:17.147" v="55" actId="14100"/>
        <pc:sldMkLst>
          <pc:docMk/>
          <pc:sldMk cId="4021625117" sldId="330"/>
        </pc:sldMkLst>
        <pc:spChg chg="add mod">
          <ac:chgData name="Paul Winser" userId="c3146a91-e6bd-4264-bd86-e164e04bc32d" providerId="ADAL" clId="{B3DF7D33-7D6F-4C7B-B4BD-EEE6E8B80F1E}" dt="2023-11-23T10:52:25.906" v="43"/>
          <ac:spMkLst>
            <pc:docMk/>
            <pc:sldMk cId="4021625117" sldId="330"/>
            <ac:spMk id="4" creationId="{C836A25E-E171-84CE-EA85-D0B0F80410F2}"/>
          </ac:spMkLst>
        </pc:spChg>
        <pc:picChg chg="mod">
          <ac:chgData name="Paul Winser" userId="c3146a91-e6bd-4264-bd86-e164e04bc32d" providerId="ADAL" clId="{B3DF7D33-7D6F-4C7B-B4BD-EEE6E8B80F1E}" dt="2023-12-07T14:25:17.147" v="55" actId="14100"/>
          <ac:picMkLst>
            <pc:docMk/>
            <pc:sldMk cId="4021625117" sldId="330"/>
            <ac:picMk id="7" creationId="{FBF99DF8-4FDF-8E3E-3DB6-9A4B6480D690}"/>
          </ac:picMkLst>
        </pc:picChg>
      </pc:sldChg>
      <pc:sldChg chg="addSp modSp">
        <pc:chgData name="Paul Winser" userId="c3146a91-e6bd-4264-bd86-e164e04bc32d" providerId="ADAL" clId="{B3DF7D33-7D6F-4C7B-B4BD-EEE6E8B80F1E}" dt="2023-11-23T10:52:26.943" v="44"/>
        <pc:sldMkLst>
          <pc:docMk/>
          <pc:sldMk cId="398406352" sldId="331"/>
        </pc:sldMkLst>
        <pc:spChg chg="add mod">
          <ac:chgData name="Paul Winser" userId="c3146a91-e6bd-4264-bd86-e164e04bc32d" providerId="ADAL" clId="{B3DF7D33-7D6F-4C7B-B4BD-EEE6E8B80F1E}" dt="2023-11-23T10:52:26.943" v="44"/>
          <ac:spMkLst>
            <pc:docMk/>
            <pc:sldMk cId="398406352" sldId="331"/>
            <ac:spMk id="4" creationId="{0BF57553-DA9F-A526-46E3-0FB8EEE83CF3}"/>
          </ac:spMkLst>
        </pc:spChg>
      </pc:sldChg>
      <pc:sldChg chg="addSp modSp">
        <pc:chgData name="Paul Winser" userId="c3146a91-e6bd-4264-bd86-e164e04bc32d" providerId="ADAL" clId="{B3DF7D33-7D6F-4C7B-B4BD-EEE6E8B80F1E}" dt="2023-11-23T10:52:28.194" v="45"/>
        <pc:sldMkLst>
          <pc:docMk/>
          <pc:sldMk cId="520688485" sldId="332"/>
        </pc:sldMkLst>
        <pc:spChg chg="add mod">
          <ac:chgData name="Paul Winser" userId="c3146a91-e6bd-4264-bd86-e164e04bc32d" providerId="ADAL" clId="{B3DF7D33-7D6F-4C7B-B4BD-EEE6E8B80F1E}" dt="2023-11-23T10:52:28.194" v="45"/>
          <ac:spMkLst>
            <pc:docMk/>
            <pc:sldMk cId="520688485" sldId="332"/>
            <ac:spMk id="4" creationId="{60691BAB-6FC9-BB65-7D39-E0AD58FF9993}"/>
          </ac:spMkLst>
        </pc:spChg>
      </pc:sldChg>
      <pc:sldChg chg="addSp modSp">
        <pc:chgData name="Paul Winser" userId="c3146a91-e6bd-4264-bd86-e164e04bc32d" providerId="ADAL" clId="{B3DF7D33-7D6F-4C7B-B4BD-EEE6E8B80F1E}" dt="2023-11-23T10:52:32.599" v="49"/>
        <pc:sldMkLst>
          <pc:docMk/>
          <pc:sldMk cId="2823151953" sldId="333"/>
        </pc:sldMkLst>
        <pc:spChg chg="add mod">
          <ac:chgData name="Paul Winser" userId="c3146a91-e6bd-4264-bd86-e164e04bc32d" providerId="ADAL" clId="{B3DF7D33-7D6F-4C7B-B4BD-EEE6E8B80F1E}" dt="2023-11-23T10:52:32.599" v="49"/>
          <ac:spMkLst>
            <pc:docMk/>
            <pc:sldMk cId="2823151953" sldId="333"/>
            <ac:spMk id="4" creationId="{07ADDA8F-3C33-404B-D6D0-8A0B94862E46}"/>
          </ac:spMkLst>
        </pc:spChg>
      </pc:sldChg>
      <pc:sldChg chg="addSp modSp">
        <pc:chgData name="Paul Winser" userId="c3146a91-e6bd-4264-bd86-e164e04bc32d" providerId="ADAL" clId="{B3DF7D33-7D6F-4C7B-B4BD-EEE6E8B80F1E}" dt="2023-11-23T10:52:29.285" v="46"/>
        <pc:sldMkLst>
          <pc:docMk/>
          <pc:sldMk cId="3922251306" sldId="334"/>
        </pc:sldMkLst>
        <pc:spChg chg="add mod">
          <ac:chgData name="Paul Winser" userId="c3146a91-e6bd-4264-bd86-e164e04bc32d" providerId="ADAL" clId="{B3DF7D33-7D6F-4C7B-B4BD-EEE6E8B80F1E}" dt="2023-11-23T10:52:29.285" v="46"/>
          <ac:spMkLst>
            <pc:docMk/>
            <pc:sldMk cId="3922251306" sldId="334"/>
            <ac:spMk id="4" creationId="{327FEEFE-AD84-AA28-5634-DCE1CEFF01A3}"/>
          </ac:spMkLst>
        </pc:spChg>
      </pc:sldChg>
      <pc:sldChg chg="addSp modSp">
        <pc:chgData name="Paul Winser" userId="c3146a91-e6bd-4264-bd86-e164e04bc32d" providerId="ADAL" clId="{B3DF7D33-7D6F-4C7B-B4BD-EEE6E8B80F1E}" dt="2023-11-23T10:52:31.382" v="48"/>
        <pc:sldMkLst>
          <pc:docMk/>
          <pc:sldMk cId="136830681" sldId="335"/>
        </pc:sldMkLst>
        <pc:spChg chg="add mod">
          <ac:chgData name="Paul Winser" userId="c3146a91-e6bd-4264-bd86-e164e04bc32d" providerId="ADAL" clId="{B3DF7D33-7D6F-4C7B-B4BD-EEE6E8B80F1E}" dt="2023-11-23T10:52:31.382" v="48"/>
          <ac:spMkLst>
            <pc:docMk/>
            <pc:sldMk cId="136830681" sldId="335"/>
            <ac:spMk id="2" creationId="{C7B3643A-0FE1-FD37-84D4-1BA21D171FE6}"/>
          </ac:spMkLst>
        </pc:spChg>
      </pc:sldChg>
      <pc:sldChg chg="addSp modSp mod">
        <pc:chgData name="Paul Winser" userId="c3146a91-e6bd-4264-bd86-e164e04bc32d" providerId="ADAL" clId="{B3DF7D33-7D6F-4C7B-B4BD-EEE6E8B80F1E}" dt="2023-12-07T14:25:06.212" v="54" actId="1076"/>
        <pc:sldMkLst>
          <pc:docMk/>
          <pc:sldMk cId="3311599489" sldId="336"/>
        </pc:sldMkLst>
        <pc:spChg chg="add mod">
          <ac:chgData name="Paul Winser" userId="c3146a91-e6bd-4264-bd86-e164e04bc32d" providerId="ADAL" clId="{B3DF7D33-7D6F-4C7B-B4BD-EEE6E8B80F1E}" dt="2023-11-23T10:51:25.883" v="10"/>
          <ac:spMkLst>
            <pc:docMk/>
            <pc:sldMk cId="3311599489" sldId="336"/>
            <ac:spMk id="4" creationId="{3795C47F-601D-7604-371E-04C1D1A1359E}"/>
          </ac:spMkLst>
        </pc:spChg>
        <pc:picChg chg="mod">
          <ac:chgData name="Paul Winser" userId="c3146a91-e6bd-4264-bd86-e164e04bc32d" providerId="ADAL" clId="{B3DF7D33-7D6F-4C7B-B4BD-EEE6E8B80F1E}" dt="2023-12-07T14:25:06.212" v="54" actId="1076"/>
          <ac:picMkLst>
            <pc:docMk/>
            <pc:sldMk cId="3311599489" sldId="336"/>
            <ac:picMk id="6" creationId="{A73B42D7-5173-3FDE-E266-0B12D48259D3}"/>
          </ac:picMkLst>
        </pc:picChg>
      </pc:sldChg>
      <pc:sldChg chg="addSp modSp mod">
        <pc:chgData name="Paul Winser" userId="c3146a91-e6bd-4264-bd86-e164e04bc32d" providerId="ADAL" clId="{B3DF7D33-7D6F-4C7B-B4BD-EEE6E8B80F1E}" dt="2023-11-23T10:52:01.494" v="28" actId="1076"/>
        <pc:sldMkLst>
          <pc:docMk/>
          <pc:sldMk cId="1631067000" sldId="337"/>
        </pc:sldMkLst>
        <pc:spChg chg="mod">
          <ac:chgData name="Paul Winser" userId="c3146a91-e6bd-4264-bd86-e164e04bc32d" providerId="ADAL" clId="{B3DF7D33-7D6F-4C7B-B4BD-EEE6E8B80F1E}" dt="2023-11-23T10:52:01.494" v="28" actId="1076"/>
          <ac:spMkLst>
            <pc:docMk/>
            <pc:sldMk cId="1631067000" sldId="337"/>
            <ac:spMk id="3" creationId="{92152942-3262-EB65-8B60-701A67ABD774}"/>
          </ac:spMkLst>
        </pc:spChg>
        <pc:spChg chg="add mod">
          <ac:chgData name="Paul Winser" userId="c3146a91-e6bd-4264-bd86-e164e04bc32d" providerId="ADAL" clId="{B3DF7D33-7D6F-4C7B-B4BD-EEE6E8B80F1E}" dt="2023-11-23T10:51:43.686" v="22"/>
          <ac:spMkLst>
            <pc:docMk/>
            <pc:sldMk cId="1631067000" sldId="337"/>
            <ac:spMk id="4" creationId="{F6CB8685-9E66-3342-563B-6567E8CE0BD0}"/>
          </ac:spMkLst>
        </pc:spChg>
      </pc:sldChg>
      <pc:sldChg chg="addSp modSp">
        <pc:chgData name="Paul Winser" userId="c3146a91-e6bd-4264-bd86-e164e04bc32d" providerId="ADAL" clId="{B3DF7D33-7D6F-4C7B-B4BD-EEE6E8B80F1E}" dt="2023-11-23T10:52:09.550" v="33"/>
        <pc:sldMkLst>
          <pc:docMk/>
          <pc:sldMk cId="567541175" sldId="338"/>
        </pc:sldMkLst>
        <pc:spChg chg="add mod">
          <ac:chgData name="Paul Winser" userId="c3146a91-e6bd-4264-bd86-e164e04bc32d" providerId="ADAL" clId="{B3DF7D33-7D6F-4C7B-B4BD-EEE6E8B80F1E}" dt="2023-11-23T10:52:09.550" v="33"/>
          <ac:spMkLst>
            <pc:docMk/>
            <pc:sldMk cId="567541175" sldId="338"/>
            <ac:spMk id="2" creationId="{9A9754D7-14D3-5A55-3347-8E3AA8F1E6F4}"/>
          </ac:spMkLst>
        </pc:spChg>
      </pc:sldChg>
      <pc:sldChg chg="addSp modSp add modTransition">
        <pc:chgData name="Paul Winser" userId="c3146a91-e6bd-4264-bd86-e164e04bc32d" providerId="ADAL" clId="{B3DF7D33-7D6F-4C7B-B4BD-EEE6E8B80F1E}" dt="2023-11-23T10:53:09.301" v="51"/>
        <pc:sldMkLst>
          <pc:docMk/>
          <pc:sldMk cId="1675724746" sldId="339"/>
        </pc:sldMkLst>
        <pc:spChg chg="add mod">
          <ac:chgData name="Paul Winser" userId="c3146a91-e6bd-4264-bd86-e164e04bc32d" providerId="ADAL" clId="{B3DF7D33-7D6F-4C7B-B4BD-EEE6E8B80F1E}" dt="2023-11-23T10:53:09.301" v="51"/>
          <ac:spMkLst>
            <pc:docMk/>
            <pc:sldMk cId="1675724746" sldId="339"/>
            <ac:spMk id="4" creationId="{D4D1D8DE-1362-403F-792B-A935847CB92C}"/>
          </ac:spMkLst>
        </pc:spChg>
      </pc:sldChg>
    </pc:docChg>
  </pc:docChgLst>
  <pc:docChgLst>
    <pc:chgData name="Sam Prince" userId="b8c1c271-dd5b-4079-a09a-81f4ce8be867" providerId="ADAL" clId="{BC2134F6-5A63-439B-903D-7E7101E134EC}"/>
    <pc:docChg chg="custSel modSld">
      <pc:chgData name="Sam Prince" userId="b8c1c271-dd5b-4079-a09a-81f4ce8be867" providerId="ADAL" clId="{BC2134F6-5A63-439B-903D-7E7101E134EC}" dt="2023-11-08T13:06:57.551" v="16" actId="1076"/>
      <pc:docMkLst>
        <pc:docMk/>
      </pc:docMkLst>
      <pc:sldChg chg="addSp delSp modSp mod">
        <pc:chgData name="Sam Prince" userId="b8c1c271-dd5b-4079-a09a-81f4ce8be867" providerId="ADAL" clId="{BC2134F6-5A63-439B-903D-7E7101E134EC}" dt="2023-11-08T13:06:57.551" v="16" actId="1076"/>
        <pc:sldMkLst>
          <pc:docMk/>
          <pc:sldMk cId="0" sldId="256"/>
        </pc:sldMkLst>
        <pc:spChg chg="add mod">
          <ac:chgData name="Sam Prince" userId="b8c1c271-dd5b-4079-a09a-81f4ce8be867" providerId="ADAL" clId="{BC2134F6-5A63-439B-903D-7E7101E134EC}" dt="2023-11-08T13:06:57.551" v="16" actId="1076"/>
          <ac:spMkLst>
            <pc:docMk/>
            <pc:sldMk cId="0" sldId="256"/>
            <ac:spMk id="2" creationId="{90F28779-DEB6-B2DA-D3AD-D59FCD70DAD2}"/>
          </ac:spMkLst>
        </pc:spChg>
        <pc:spChg chg="del">
          <ac:chgData name="Sam Prince" userId="b8c1c271-dd5b-4079-a09a-81f4ce8be867" providerId="ADAL" clId="{BC2134F6-5A63-439B-903D-7E7101E134EC}" dt="2023-11-08T13:06:52.523" v="14" actId="478"/>
          <ac:spMkLst>
            <pc:docMk/>
            <pc:sldMk cId="0" sldId="256"/>
            <ac:spMk id="28680" creationId="{250B1923-7747-07CF-317E-05CAA217CFCA}"/>
          </ac:spMkLst>
        </pc:spChg>
      </pc:sldChg>
      <pc:sldChg chg="addSp delSp modSp mod">
        <pc:chgData name="Sam Prince" userId="b8c1c271-dd5b-4079-a09a-81f4ce8be867" providerId="ADAL" clId="{BC2134F6-5A63-439B-903D-7E7101E134EC}" dt="2023-11-07T17:04:39.154" v="4" actId="1076"/>
        <pc:sldMkLst>
          <pc:docMk/>
          <pc:sldMk cId="2471315373" sldId="318"/>
        </pc:sldMkLst>
        <pc:picChg chg="del">
          <ac:chgData name="Sam Prince" userId="b8c1c271-dd5b-4079-a09a-81f4ce8be867" providerId="ADAL" clId="{BC2134F6-5A63-439B-903D-7E7101E134EC}" dt="2023-11-07T17:04:19.301" v="0" actId="478"/>
          <ac:picMkLst>
            <pc:docMk/>
            <pc:sldMk cId="2471315373" sldId="318"/>
            <ac:picMk id="5" creationId="{65ACA078-E52A-2C4F-7032-ACB3BEB84A28}"/>
          </ac:picMkLst>
        </pc:picChg>
        <pc:picChg chg="add mod">
          <ac:chgData name="Sam Prince" userId="b8c1c271-dd5b-4079-a09a-81f4ce8be867" providerId="ADAL" clId="{BC2134F6-5A63-439B-903D-7E7101E134EC}" dt="2023-11-07T17:04:39.154" v="4" actId="1076"/>
          <ac:picMkLst>
            <pc:docMk/>
            <pc:sldMk cId="2471315373" sldId="318"/>
            <ac:picMk id="6" creationId="{CAD4F2D4-D04B-6763-27D6-4E6F3DE7D572}"/>
          </ac:picMkLst>
        </pc:picChg>
      </pc:sldChg>
      <pc:sldChg chg="addSp delSp modSp mod">
        <pc:chgData name="Sam Prince" userId="b8c1c271-dd5b-4079-a09a-81f4ce8be867" providerId="ADAL" clId="{BC2134F6-5A63-439B-903D-7E7101E134EC}" dt="2023-11-07T17:05:13.503" v="9" actId="14100"/>
        <pc:sldMkLst>
          <pc:docMk/>
          <pc:sldMk cId="1329393219" sldId="329"/>
        </pc:sldMkLst>
        <pc:picChg chg="del">
          <ac:chgData name="Sam Prince" userId="b8c1c271-dd5b-4079-a09a-81f4ce8be867" providerId="ADAL" clId="{BC2134F6-5A63-439B-903D-7E7101E134EC}" dt="2023-11-07T17:05:00.603" v="5" actId="478"/>
          <ac:picMkLst>
            <pc:docMk/>
            <pc:sldMk cId="1329393219" sldId="329"/>
            <ac:picMk id="5" creationId="{4FD610BA-3FCD-A36F-76DD-651EACD7F8BA}"/>
          </ac:picMkLst>
        </pc:picChg>
        <pc:picChg chg="add mod">
          <ac:chgData name="Sam Prince" userId="b8c1c271-dd5b-4079-a09a-81f4ce8be867" providerId="ADAL" clId="{BC2134F6-5A63-439B-903D-7E7101E134EC}" dt="2023-11-07T17:05:13.503" v="9" actId="14100"/>
          <ac:picMkLst>
            <pc:docMk/>
            <pc:sldMk cId="1329393219" sldId="329"/>
            <ac:picMk id="6" creationId="{95A95F52-29F7-A6E5-2CC7-7872CFECEEC0}"/>
          </ac:picMkLst>
        </pc:picChg>
      </pc:sldChg>
      <pc:sldChg chg="addSp delSp modSp mod">
        <pc:chgData name="Sam Prince" userId="b8c1c271-dd5b-4079-a09a-81f4ce8be867" providerId="ADAL" clId="{BC2134F6-5A63-439B-903D-7E7101E134EC}" dt="2023-11-07T17:07:01.640" v="13" actId="1076"/>
        <pc:sldMkLst>
          <pc:docMk/>
          <pc:sldMk cId="4021625117" sldId="330"/>
        </pc:sldMkLst>
        <pc:picChg chg="del">
          <ac:chgData name="Sam Prince" userId="b8c1c271-dd5b-4079-a09a-81f4ce8be867" providerId="ADAL" clId="{BC2134F6-5A63-439B-903D-7E7101E134EC}" dt="2023-11-07T17:06:48.766" v="10" actId="478"/>
          <ac:picMkLst>
            <pc:docMk/>
            <pc:sldMk cId="4021625117" sldId="330"/>
            <ac:picMk id="6" creationId="{7B2A1F0F-D446-1261-5793-677824925648}"/>
          </ac:picMkLst>
        </pc:picChg>
        <pc:picChg chg="add mod">
          <ac:chgData name="Sam Prince" userId="b8c1c271-dd5b-4079-a09a-81f4ce8be867" providerId="ADAL" clId="{BC2134F6-5A63-439B-903D-7E7101E134EC}" dt="2023-11-07T17:07:01.640" v="13" actId="1076"/>
          <ac:picMkLst>
            <pc:docMk/>
            <pc:sldMk cId="4021625117" sldId="330"/>
            <ac:picMk id="7" creationId="{FBF99DF8-4FDF-8E3E-3DB6-9A4B6480D690}"/>
          </ac:picMkLst>
        </pc:picChg>
      </pc:sldChg>
    </pc:docChg>
  </pc:docChgLst>
  <pc:docChgLst>
    <pc:chgData name="Sam Prince" userId="b8c1c271-dd5b-4079-a09a-81f4ce8be867" providerId="ADAL" clId="{2DF46B11-EBA6-4980-A4A9-A410954220AA}"/>
    <pc:docChg chg="undo custSel delSld modSld">
      <pc:chgData name="Sam Prince" userId="b8c1c271-dd5b-4079-a09a-81f4ce8be867" providerId="ADAL" clId="{2DF46B11-EBA6-4980-A4A9-A410954220AA}" dt="2023-10-23T12:07:49.258" v="64" actId="14100"/>
      <pc:docMkLst>
        <pc:docMk/>
      </pc:docMkLst>
      <pc:sldChg chg="modSp mod">
        <pc:chgData name="Sam Prince" userId="b8c1c271-dd5b-4079-a09a-81f4ce8be867" providerId="ADAL" clId="{2DF46B11-EBA6-4980-A4A9-A410954220AA}" dt="2023-10-23T12:07:49.258" v="64" actId="14100"/>
        <pc:sldMkLst>
          <pc:docMk/>
          <pc:sldMk cId="884549766" sldId="305"/>
        </pc:sldMkLst>
        <pc:spChg chg="mod">
          <ac:chgData name="Sam Prince" userId="b8c1c271-dd5b-4079-a09a-81f4ce8be867" providerId="ADAL" clId="{2DF46B11-EBA6-4980-A4A9-A410954220AA}" dt="2023-10-23T12:07:46.969" v="63" actId="1076"/>
          <ac:spMkLst>
            <pc:docMk/>
            <pc:sldMk cId="884549766" sldId="305"/>
            <ac:spMk id="34819" creationId="{453C7683-8588-7ABC-32E0-8A4E68218620}"/>
          </ac:spMkLst>
        </pc:spChg>
        <pc:picChg chg="mod">
          <ac:chgData name="Sam Prince" userId="b8c1c271-dd5b-4079-a09a-81f4ce8be867" providerId="ADAL" clId="{2DF46B11-EBA6-4980-A4A9-A410954220AA}" dt="2023-10-23T12:07:49.258" v="64" actId="14100"/>
          <ac:picMkLst>
            <pc:docMk/>
            <pc:sldMk cId="884549766" sldId="305"/>
            <ac:picMk id="4" creationId="{C7A2BBBB-91DC-E4E6-6E73-CDBB2BF77011}"/>
          </ac:picMkLst>
        </pc:picChg>
      </pc:sldChg>
      <pc:sldChg chg="modSp mod">
        <pc:chgData name="Sam Prince" userId="b8c1c271-dd5b-4079-a09a-81f4ce8be867" providerId="ADAL" clId="{2DF46B11-EBA6-4980-A4A9-A410954220AA}" dt="2023-10-23T11:57:47.556" v="3" actId="1076"/>
        <pc:sldMkLst>
          <pc:docMk/>
          <pc:sldMk cId="35869263" sldId="311"/>
        </pc:sldMkLst>
        <pc:spChg chg="mod">
          <ac:chgData name="Sam Prince" userId="b8c1c271-dd5b-4079-a09a-81f4ce8be867" providerId="ADAL" clId="{2DF46B11-EBA6-4980-A4A9-A410954220AA}" dt="2023-10-23T11:57:47.556" v="3" actId="1076"/>
          <ac:spMkLst>
            <pc:docMk/>
            <pc:sldMk cId="35869263" sldId="311"/>
            <ac:spMk id="3" creationId="{60AC82C7-BB3C-C9A3-B20C-86B48C480781}"/>
          </ac:spMkLst>
        </pc:spChg>
      </pc:sldChg>
      <pc:sldChg chg="modSp mod">
        <pc:chgData name="Sam Prince" userId="b8c1c271-dd5b-4079-a09a-81f4ce8be867" providerId="ADAL" clId="{2DF46B11-EBA6-4980-A4A9-A410954220AA}" dt="2023-10-23T11:58:08.496" v="5" actId="1076"/>
        <pc:sldMkLst>
          <pc:docMk/>
          <pc:sldMk cId="3978430948" sldId="313"/>
        </pc:sldMkLst>
        <pc:spChg chg="mod">
          <ac:chgData name="Sam Prince" userId="b8c1c271-dd5b-4079-a09a-81f4ce8be867" providerId="ADAL" clId="{2DF46B11-EBA6-4980-A4A9-A410954220AA}" dt="2023-10-23T11:58:03.791" v="4" actId="1076"/>
          <ac:spMkLst>
            <pc:docMk/>
            <pc:sldMk cId="3978430948" sldId="313"/>
            <ac:spMk id="6" creationId="{79054E0A-E2D7-AA17-C24A-20897779D51C}"/>
          </ac:spMkLst>
        </pc:spChg>
        <pc:spChg chg="mod">
          <ac:chgData name="Sam Prince" userId="b8c1c271-dd5b-4079-a09a-81f4ce8be867" providerId="ADAL" clId="{2DF46B11-EBA6-4980-A4A9-A410954220AA}" dt="2023-10-23T11:58:08.496" v="5" actId="1076"/>
          <ac:spMkLst>
            <pc:docMk/>
            <pc:sldMk cId="3978430948" sldId="313"/>
            <ac:spMk id="10" creationId="{AE308A5F-87CD-79E9-7D73-072CB5A4EA25}"/>
          </ac:spMkLst>
        </pc:spChg>
      </pc:sldChg>
      <pc:sldChg chg="modSp mod">
        <pc:chgData name="Sam Prince" userId="b8c1c271-dd5b-4079-a09a-81f4ce8be867" providerId="ADAL" clId="{2DF46B11-EBA6-4980-A4A9-A410954220AA}" dt="2023-10-23T12:07:29.199" v="62" actId="1076"/>
        <pc:sldMkLst>
          <pc:docMk/>
          <pc:sldMk cId="108066460" sldId="316"/>
        </pc:sldMkLst>
        <pc:spChg chg="mod">
          <ac:chgData name="Sam Prince" userId="b8c1c271-dd5b-4079-a09a-81f4ce8be867" providerId="ADAL" clId="{2DF46B11-EBA6-4980-A4A9-A410954220AA}" dt="2023-10-23T12:07:29.199" v="62" actId="1076"/>
          <ac:spMkLst>
            <pc:docMk/>
            <pc:sldMk cId="108066460" sldId="316"/>
            <ac:spMk id="3" creationId="{92152942-3262-EB65-8B60-701A67ABD774}"/>
          </ac:spMkLst>
        </pc:spChg>
      </pc:sldChg>
      <pc:sldChg chg="modSp mod">
        <pc:chgData name="Sam Prince" userId="b8c1c271-dd5b-4079-a09a-81f4ce8be867" providerId="ADAL" clId="{2DF46B11-EBA6-4980-A4A9-A410954220AA}" dt="2023-10-23T11:58:40.564" v="13" actId="403"/>
        <pc:sldMkLst>
          <pc:docMk/>
          <pc:sldMk cId="2471315373" sldId="318"/>
        </pc:sldMkLst>
        <pc:spChg chg="mod">
          <ac:chgData name="Sam Prince" userId="b8c1c271-dd5b-4079-a09a-81f4ce8be867" providerId="ADAL" clId="{2DF46B11-EBA6-4980-A4A9-A410954220AA}" dt="2023-10-23T11:58:40.564" v="13" actId="403"/>
          <ac:spMkLst>
            <pc:docMk/>
            <pc:sldMk cId="2471315373" sldId="318"/>
            <ac:spMk id="3" creationId="{92152942-3262-EB65-8B60-701A67ABD774}"/>
          </ac:spMkLst>
        </pc:spChg>
      </pc:sldChg>
      <pc:sldChg chg="addSp modSp mod">
        <pc:chgData name="Sam Prince" userId="b8c1c271-dd5b-4079-a09a-81f4ce8be867" providerId="ADAL" clId="{2DF46B11-EBA6-4980-A4A9-A410954220AA}" dt="2023-10-23T12:07:12.631" v="61" actId="1076"/>
        <pc:sldMkLst>
          <pc:docMk/>
          <pc:sldMk cId="3560565543" sldId="319"/>
        </pc:sldMkLst>
        <pc:spChg chg="mod">
          <ac:chgData name="Sam Prince" userId="b8c1c271-dd5b-4079-a09a-81f4ce8be867" providerId="ADAL" clId="{2DF46B11-EBA6-4980-A4A9-A410954220AA}" dt="2023-10-23T12:05:38.443" v="52" actId="21"/>
          <ac:spMkLst>
            <pc:docMk/>
            <pc:sldMk cId="3560565543" sldId="319"/>
            <ac:spMk id="3" creationId="{92152942-3262-EB65-8B60-701A67ABD774}"/>
          </ac:spMkLst>
        </pc:spChg>
        <pc:spChg chg="add mod">
          <ac:chgData name="Sam Prince" userId="b8c1c271-dd5b-4079-a09a-81f4ce8be867" providerId="ADAL" clId="{2DF46B11-EBA6-4980-A4A9-A410954220AA}" dt="2023-10-23T12:07:12.631" v="61" actId="1076"/>
          <ac:spMkLst>
            <pc:docMk/>
            <pc:sldMk cId="3560565543" sldId="319"/>
            <ac:spMk id="4" creationId="{4C51A1BF-77DF-54C5-2C0A-C72EE8DC0C5E}"/>
          </ac:spMkLst>
        </pc:spChg>
      </pc:sldChg>
      <pc:sldChg chg="modSp mod delCm">
        <pc:chgData name="Sam Prince" userId="b8c1c271-dd5b-4079-a09a-81f4ce8be867" providerId="ADAL" clId="{2DF46B11-EBA6-4980-A4A9-A410954220AA}" dt="2023-10-23T12:00:43.390" v="37" actId="20577"/>
        <pc:sldMkLst>
          <pc:docMk/>
          <pc:sldMk cId="425157850" sldId="328"/>
        </pc:sldMkLst>
        <pc:spChg chg="mod">
          <ac:chgData name="Sam Prince" userId="b8c1c271-dd5b-4079-a09a-81f4ce8be867" providerId="ADAL" clId="{2DF46B11-EBA6-4980-A4A9-A410954220AA}" dt="2023-10-23T12:00:43.390" v="37" actId="20577"/>
          <ac:spMkLst>
            <pc:docMk/>
            <pc:sldMk cId="425157850" sldId="328"/>
            <ac:spMk id="2" creationId="{5876D7D6-1ED1-FDBC-6D07-892E142C273B}"/>
          </ac:spMkLst>
        </pc:spChg>
      </pc:sldChg>
      <pc:sldChg chg="modSp mod">
        <pc:chgData name="Sam Prince" userId="b8c1c271-dd5b-4079-a09a-81f4ce8be867" providerId="ADAL" clId="{2DF46B11-EBA6-4980-A4A9-A410954220AA}" dt="2023-10-23T12:01:03.202" v="43" actId="27636"/>
        <pc:sldMkLst>
          <pc:docMk/>
          <pc:sldMk cId="4021625117" sldId="330"/>
        </pc:sldMkLst>
        <pc:spChg chg="mod">
          <ac:chgData name="Sam Prince" userId="b8c1c271-dd5b-4079-a09a-81f4ce8be867" providerId="ADAL" clId="{2DF46B11-EBA6-4980-A4A9-A410954220AA}" dt="2023-10-23T12:01:03.202" v="43" actId="27636"/>
          <ac:spMkLst>
            <pc:docMk/>
            <pc:sldMk cId="4021625117" sldId="330"/>
            <ac:spMk id="3" creationId="{A20B3D59-32EF-D7F7-7927-F4A3CF5C341F}"/>
          </ac:spMkLst>
        </pc:spChg>
      </pc:sldChg>
      <pc:sldChg chg="modSp">
        <pc:chgData name="Sam Prince" userId="b8c1c271-dd5b-4079-a09a-81f4ce8be867" providerId="ADAL" clId="{2DF46B11-EBA6-4980-A4A9-A410954220AA}" dt="2023-10-23T12:01:09.318" v="44" actId="1076"/>
        <pc:sldMkLst>
          <pc:docMk/>
          <pc:sldMk cId="398406352" sldId="331"/>
        </pc:sldMkLst>
        <pc:spChg chg="mod">
          <ac:chgData name="Sam Prince" userId="b8c1c271-dd5b-4079-a09a-81f4ce8be867" providerId="ADAL" clId="{2DF46B11-EBA6-4980-A4A9-A410954220AA}" dt="2023-10-23T12:01:09.318" v="44" actId="1076"/>
          <ac:spMkLst>
            <pc:docMk/>
            <pc:sldMk cId="398406352" sldId="331"/>
            <ac:spMk id="3" creationId="{39AA409B-AFC3-EC97-8222-957A9DB7C64E}"/>
          </ac:spMkLst>
        </pc:spChg>
      </pc:sldChg>
      <pc:sldChg chg="modSp mod">
        <pc:chgData name="Sam Prince" userId="b8c1c271-dd5b-4079-a09a-81f4ce8be867" providerId="ADAL" clId="{2DF46B11-EBA6-4980-A4A9-A410954220AA}" dt="2023-10-23T11:57:37.550" v="1" actId="1076"/>
        <pc:sldMkLst>
          <pc:docMk/>
          <pc:sldMk cId="3311599489" sldId="336"/>
        </pc:sldMkLst>
        <pc:spChg chg="mod">
          <ac:chgData name="Sam Prince" userId="b8c1c271-dd5b-4079-a09a-81f4ce8be867" providerId="ADAL" clId="{2DF46B11-EBA6-4980-A4A9-A410954220AA}" dt="2023-10-23T11:57:35.724" v="0" actId="1076"/>
          <ac:spMkLst>
            <pc:docMk/>
            <pc:sldMk cId="3311599489" sldId="336"/>
            <ac:spMk id="3" creationId="{6B00B7C5-04B1-9EFA-51FF-9BA71F202440}"/>
          </ac:spMkLst>
        </pc:spChg>
        <pc:picChg chg="mod">
          <ac:chgData name="Sam Prince" userId="b8c1c271-dd5b-4079-a09a-81f4ce8be867" providerId="ADAL" clId="{2DF46B11-EBA6-4980-A4A9-A410954220AA}" dt="2023-10-23T11:57:37.550" v="1" actId="1076"/>
          <ac:picMkLst>
            <pc:docMk/>
            <pc:sldMk cId="3311599489" sldId="336"/>
            <ac:picMk id="6" creationId="{A73B42D7-5173-3FDE-E266-0B12D48259D3}"/>
          </ac:picMkLst>
        </pc:picChg>
      </pc:sldChg>
      <pc:sldChg chg="modSp mod">
        <pc:chgData name="Sam Prince" userId="b8c1c271-dd5b-4079-a09a-81f4ce8be867" providerId="ADAL" clId="{2DF46B11-EBA6-4980-A4A9-A410954220AA}" dt="2023-10-23T12:05:02.504" v="46" actId="20577"/>
        <pc:sldMkLst>
          <pc:docMk/>
          <pc:sldMk cId="567541175" sldId="338"/>
        </pc:sldMkLst>
        <pc:spChg chg="mod">
          <ac:chgData name="Sam Prince" userId="b8c1c271-dd5b-4079-a09a-81f4ce8be867" providerId="ADAL" clId="{2DF46B11-EBA6-4980-A4A9-A410954220AA}" dt="2023-10-23T12:05:02.504" v="46" actId="20577"/>
          <ac:spMkLst>
            <pc:docMk/>
            <pc:sldMk cId="567541175" sldId="338"/>
            <ac:spMk id="34820" creationId="{8DCD7CE1-603D-4D59-3DBB-C13C0B6505F0}"/>
          </ac:spMkLst>
        </pc:spChg>
      </pc:sldChg>
      <pc:sldChg chg="del">
        <pc:chgData name="Sam Prince" userId="b8c1c271-dd5b-4079-a09a-81f4ce8be867" providerId="ADAL" clId="{2DF46B11-EBA6-4980-A4A9-A410954220AA}" dt="2023-10-23T12:01:26.203" v="45" actId="2696"/>
        <pc:sldMkLst>
          <pc:docMk/>
          <pc:sldMk cId="1675724746" sldId="339"/>
        </pc:sldMkLst>
      </pc:sldChg>
    </pc:docChg>
  </pc:docChgLst>
  <pc:docChgLst>
    <pc:chgData name="Joyce Harvey" userId="1e04374d961c3b67" providerId="LiveId" clId="{03506741-23A9-469D-9259-532D24F30703}"/>
    <pc:docChg chg="undo custSel modSld">
      <pc:chgData name="Joyce Harvey" userId="1e04374d961c3b67" providerId="LiveId" clId="{03506741-23A9-469D-9259-532D24F30703}" dt="2023-10-13T10:26:07.972" v="457" actId="20577"/>
      <pc:docMkLst>
        <pc:docMk/>
      </pc:docMkLst>
      <pc:sldChg chg="modSp mod">
        <pc:chgData name="Joyce Harvey" userId="1e04374d961c3b67" providerId="LiveId" clId="{03506741-23A9-469D-9259-532D24F30703}" dt="2023-10-13T10:09:24.016" v="79" actId="20577"/>
        <pc:sldMkLst>
          <pc:docMk/>
          <pc:sldMk cId="0" sldId="257"/>
        </pc:sldMkLst>
        <pc:spChg chg="mod">
          <ac:chgData name="Joyce Harvey" userId="1e04374d961c3b67" providerId="LiveId" clId="{03506741-23A9-469D-9259-532D24F30703}" dt="2023-10-13T10:09:24.016" v="79" actId="20577"/>
          <ac:spMkLst>
            <pc:docMk/>
            <pc:sldMk cId="0" sldId="257"/>
            <ac:spMk id="30723" creationId="{3C79F714-332C-AB63-03D9-E6D0CAE0623F}"/>
          </ac:spMkLst>
        </pc:spChg>
      </pc:sldChg>
      <pc:sldChg chg="addSp delSp modSp mod modCm">
        <pc:chgData name="Joyce Harvey" userId="1e04374d961c3b67" providerId="LiveId" clId="{03506741-23A9-469D-9259-532D24F30703}" dt="2023-10-13T10:14:43.541" v="89" actId="1076"/>
        <pc:sldMkLst>
          <pc:docMk/>
          <pc:sldMk cId="884549766" sldId="305"/>
        </pc:sldMkLst>
        <pc:spChg chg="mod">
          <ac:chgData name="Joyce Harvey" userId="1e04374d961c3b67" providerId="LiveId" clId="{03506741-23A9-469D-9259-532D24F30703}" dt="2023-10-13T10:13:36.841" v="83" actId="6549"/>
          <ac:spMkLst>
            <pc:docMk/>
            <pc:sldMk cId="884549766" sldId="305"/>
            <ac:spMk id="34819" creationId="{453C7683-8588-7ABC-32E0-8A4E68218620}"/>
          </ac:spMkLst>
        </pc:spChg>
        <pc:picChg chg="add del">
          <ac:chgData name="Joyce Harvey" userId="1e04374d961c3b67" providerId="LiveId" clId="{03506741-23A9-469D-9259-532D24F30703}" dt="2023-10-13T10:14:28.685" v="87"/>
          <ac:picMkLst>
            <pc:docMk/>
            <pc:sldMk cId="884549766" sldId="305"/>
            <ac:picMk id="2" creationId="{DB0FE486-F9F7-A73F-EC0C-9192E38D622F}"/>
          </ac:picMkLst>
        </pc:picChg>
        <pc:picChg chg="add mod">
          <ac:chgData name="Joyce Harvey" userId="1e04374d961c3b67" providerId="LiveId" clId="{03506741-23A9-469D-9259-532D24F30703}" dt="2023-10-13T10:14:43.541" v="89" actId="1076"/>
          <ac:picMkLst>
            <pc:docMk/>
            <pc:sldMk cId="884549766" sldId="305"/>
            <ac:picMk id="3" creationId="{C35D0345-E72D-A930-4D34-8A9371EF7ECE}"/>
          </ac:picMkLst>
        </pc:picChg>
      </pc:sldChg>
      <pc:sldChg chg="delSp modSp mod modCm">
        <pc:chgData name="Joyce Harvey" userId="1e04374d961c3b67" providerId="LiveId" clId="{03506741-23A9-469D-9259-532D24F30703}" dt="2023-10-13T10:14:05.950" v="85" actId="478"/>
        <pc:sldMkLst>
          <pc:docMk/>
          <pc:sldMk cId="35869263" sldId="311"/>
        </pc:sldMkLst>
        <pc:spChg chg="mod">
          <ac:chgData name="Joyce Harvey" userId="1e04374d961c3b67" providerId="LiveId" clId="{03506741-23A9-469D-9259-532D24F30703}" dt="2023-10-13T10:13:54.975" v="84" actId="6549"/>
          <ac:spMkLst>
            <pc:docMk/>
            <pc:sldMk cId="35869263" sldId="311"/>
            <ac:spMk id="34819" creationId="{453C7683-8588-7ABC-32E0-8A4E68218620}"/>
          </ac:spMkLst>
        </pc:spChg>
        <pc:picChg chg="del">
          <ac:chgData name="Joyce Harvey" userId="1e04374d961c3b67" providerId="LiveId" clId="{03506741-23A9-469D-9259-532D24F30703}" dt="2023-10-13T10:14:05.950" v="85" actId="478"/>
          <ac:picMkLst>
            <pc:docMk/>
            <pc:sldMk cId="35869263" sldId="311"/>
            <ac:picMk id="2" creationId="{6636C456-0A06-7054-FB76-BD6A5026F47C}"/>
          </ac:picMkLst>
        </pc:picChg>
      </pc:sldChg>
      <pc:sldChg chg="modSp mod">
        <pc:chgData name="Joyce Harvey" userId="1e04374d961c3b67" providerId="LiveId" clId="{03506741-23A9-469D-9259-532D24F30703}" dt="2023-10-13T10:17:06.390" v="117" actId="6549"/>
        <pc:sldMkLst>
          <pc:docMk/>
          <pc:sldMk cId="808123766" sldId="314"/>
        </pc:sldMkLst>
        <pc:spChg chg="mod">
          <ac:chgData name="Joyce Harvey" userId="1e04374d961c3b67" providerId="LiveId" clId="{03506741-23A9-469D-9259-532D24F30703}" dt="2023-10-13T10:17:06.390" v="117" actId="6549"/>
          <ac:spMkLst>
            <pc:docMk/>
            <pc:sldMk cId="808123766" sldId="314"/>
            <ac:spMk id="3" creationId="{BBF4B740-2C0D-3B7C-3E46-124CD2ED54DA}"/>
          </ac:spMkLst>
        </pc:spChg>
      </pc:sldChg>
      <pc:sldChg chg="modSp mod">
        <pc:chgData name="Joyce Harvey" userId="1e04374d961c3b67" providerId="LiveId" clId="{03506741-23A9-469D-9259-532D24F30703}" dt="2023-10-13T10:18:38.461" v="183" actId="6549"/>
        <pc:sldMkLst>
          <pc:docMk/>
          <pc:sldMk cId="1602626586" sldId="315"/>
        </pc:sldMkLst>
        <pc:spChg chg="mod">
          <ac:chgData name="Joyce Harvey" userId="1e04374d961c3b67" providerId="LiveId" clId="{03506741-23A9-469D-9259-532D24F30703}" dt="2023-10-13T10:18:38.461" v="183" actId="6549"/>
          <ac:spMkLst>
            <pc:docMk/>
            <pc:sldMk cId="1602626586" sldId="315"/>
            <ac:spMk id="3" creationId="{BBF4B740-2C0D-3B7C-3E46-124CD2ED54DA}"/>
          </ac:spMkLst>
        </pc:spChg>
      </pc:sldChg>
      <pc:sldChg chg="modSp mod">
        <pc:chgData name="Joyce Harvey" userId="1e04374d961c3b67" providerId="LiveId" clId="{03506741-23A9-469D-9259-532D24F30703}" dt="2023-10-13T10:19:58.018" v="266" actId="20577"/>
        <pc:sldMkLst>
          <pc:docMk/>
          <pc:sldMk cId="108066460" sldId="316"/>
        </pc:sldMkLst>
        <pc:spChg chg="mod">
          <ac:chgData name="Joyce Harvey" userId="1e04374d961c3b67" providerId="LiveId" clId="{03506741-23A9-469D-9259-532D24F30703}" dt="2023-10-13T10:19:58.018" v="266" actId="20577"/>
          <ac:spMkLst>
            <pc:docMk/>
            <pc:sldMk cId="108066460" sldId="316"/>
            <ac:spMk id="3" creationId="{92152942-3262-EB65-8B60-701A67ABD774}"/>
          </ac:spMkLst>
        </pc:spChg>
      </pc:sldChg>
      <pc:sldChg chg="modSp mod">
        <pc:chgData name="Joyce Harvey" userId="1e04374d961c3b67" providerId="LiveId" clId="{03506741-23A9-469D-9259-532D24F30703}" dt="2023-10-13T10:20:13.579" v="286" actId="27636"/>
        <pc:sldMkLst>
          <pc:docMk/>
          <pc:sldMk cId="2471315373" sldId="318"/>
        </pc:sldMkLst>
        <pc:spChg chg="mod">
          <ac:chgData name="Joyce Harvey" userId="1e04374d961c3b67" providerId="LiveId" clId="{03506741-23A9-469D-9259-532D24F30703}" dt="2023-10-13T10:20:13.579" v="286" actId="27636"/>
          <ac:spMkLst>
            <pc:docMk/>
            <pc:sldMk cId="2471315373" sldId="318"/>
            <ac:spMk id="3" creationId="{92152942-3262-EB65-8B60-701A67ABD774}"/>
          </ac:spMkLst>
        </pc:spChg>
      </pc:sldChg>
      <pc:sldChg chg="modSp mod">
        <pc:chgData name="Joyce Harvey" userId="1e04374d961c3b67" providerId="LiveId" clId="{03506741-23A9-469D-9259-532D24F30703}" dt="2023-10-13T10:22:31.110" v="355" actId="6549"/>
        <pc:sldMkLst>
          <pc:docMk/>
          <pc:sldMk cId="1606775707" sldId="321"/>
        </pc:sldMkLst>
        <pc:spChg chg="mod">
          <ac:chgData name="Joyce Harvey" userId="1e04374d961c3b67" providerId="LiveId" clId="{03506741-23A9-469D-9259-532D24F30703}" dt="2023-10-13T10:22:31.110" v="355" actId="6549"/>
          <ac:spMkLst>
            <pc:docMk/>
            <pc:sldMk cId="1606775707" sldId="321"/>
            <ac:spMk id="3" creationId="{3B9D0C3B-7FE0-5D88-F006-4DE593D69159}"/>
          </ac:spMkLst>
        </pc:spChg>
      </pc:sldChg>
      <pc:sldChg chg="modSp mod">
        <pc:chgData name="Joyce Harvey" userId="1e04374d961c3b67" providerId="LiveId" clId="{03506741-23A9-469D-9259-532D24F30703}" dt="2023-10-13T10:24:08.247" v="428" actId="20577"/>
        <pc:sldMkLst>
          <pc:docMk/>
          <pc:sldMk cId="398406352" sldId="331"/>
        </pc:sldMkLst>
        <pc:spChg chg="mod">
          <ac:chgData name="Joyce Harvey" userId="1e04374d961c3b67" providerId="LiveId" clId="{03506741-23A9-469D-9259-532D24F30703}" dt="2023-10-13T10:24:08.247" v="428" actId="20577"/>
          <ac:spMkLst>
            <pc:docMk/>
            <pc:sldMk cId="398406352" sldId="331"/>
            <ac:spMk id="3" creationId="{39AA409B-AFC3-EC97-8222-957A9DB7C64E}"/>
          </ac:spMkLst>
        </pc:spChg>
      </pc:sldChg>
      <pc:sldChg chg="modSp mod">
        <pc:chgData name="Joyce Harvey" userId="1e04374d961c3b67" providerId="LiveId" clId="{03506741-23A9-469D-9259-532D24F30703}" dt="2023-10-13T10:26:07.972" v="457" actId="20577"/>
        <pc:sldMkLst>
          <pc:docMk/>
          <pc:sldMk cId="520688485" sldId="332"/>
        </pc:sldMkLst>
        <pc:spChg chg="mod">
          <ac:chgData name="Joyce Harvey" userId="1e04374d961c3b67" providerId="LiveId" clId="{03506741-23A9-469D-9259-532D24F30703}" dt="2023-10-13T10:26:07.972" v="457" actId="20577"/>
          <ac:spMkLst>
            <pc:docMk/>
            <pc:sldMk cId="520688485" sldId="332"/>
            <ac:spMk id="3" creationId="{476C7503-8AEB-86D0-F51A-9C185BF670CB}"/>
          </ac:spMkLst>
        </pc:spChg>
      </pc:sldChg>
      <pc:sldChg chg="modSp mod">
        <pc:chgData name="Joyce Harvey" userId="1e04374d961c3b67" providerId="LiveId" clId="{03506741-23A9-469D-9259-532D24F30703}" dt="2023-10-13T10:25:30.254" v="454" actId="20577"/>
        <pc:sldMkLst>
          <pc:docMk/>
          <pc:sldMk cId="3922251306" sldId="334"/>
        </pc:sldMkLst>
        <pc:spChg chg="mod">
          <ac:chgData name="Joyce Harvey" userId="1e04374d961c3b67" providerId="LiveId" clId="{03506741-23A9-469D-9259-532D24F30703}" dt="2023-10-13T10:25:30.254" v="454" actId="20577"/>
          <ac:spMkLst>
            <pc:docMk/>
            <pc:sldMk cId="3922251306" sldId="334"/>
            <ac:spMk id="3" creationId="{8CC36D66-8742-35DD-E017-4808E154B2CC}"/>
          </ac:spMkLst>
        </pc:spChg>
      </pc:sldChg>
    </pc:docChg>
  </pc:docChgLst>
  <pc:docChgLst>
    <pc:chgData name="Sam Prince" userId="b8c1c271-dd5b-4079-a09a-81f4ce8be867" providerId="ADAL" clId="{3B56B2EA-E080-4F46-B85B-0C7E7CA7BAB6}"/>
    <pc:docChg chg="custSel addSld modSld">
      <pc:chgData name="Sam Prince" userId="b8c1c271-dd5b-4079-a09a-81f4ce8be867" providerId="ADAL" clId="{3B56B2EA-E080-4F46-B85B-0C7E7CA7BAB6}" dt="2023-10-16T12:41:18.623" v="182" actId="1076"/>
      <pc:docMkLst>
        <pc:docMk/>
      </pc:docMkLst>
      <pc:sldChg chg="modSp mod">
        <pc:chgData name="Sam Prince" userId="b8c1c271-dd5b-4079-a09a-81f4ce8be867" providerId="ADAL" clId="{3B56B2EA-E080-4F46-B85B-0C7E7CA7BAB6}" dt="2023-10-16T12:15:37.644" v="1" actId="20577"/>
        <pc:sldMkLst>
          <pc:docMk/>
          <pc:sldMk cId="0" sldId="258"/>
        </pc:sldMkLst>
        <pc:spChg chg="mod">
          <ac:chgData name="Sam Prince" userId="b8c1c271-dd5b-4079-a09a-81f4ce8be867" providerId="ADAL" clId="{3B56B2EA-E080-4F46-B85B-0C7E7CA7BAB6}" dt="2023-10-16T12:15:37.644" v="1" actId="20577"/>
          <ac:spMkLst>
            <pc:docMk/>
            <pc:sldMk cId="0" sldId="258"/>
            <ac:spMk id="32770" creationId="{CD9316BF-B3CE-8341-5A0A-249747D6C6E1}"/>
          </ac:spMkLst>
        </pc:spChg>
      </pc:sldChg>
      <pc:sldChg chg="addSp delSp modSp mod delCm modCm">
        <pc:chgData name="Sam Prince" userId="b8c1c271-dd5b-4079-a09a-81f4ce8be867" providerId="ADAL" clId="{3B56B2EA-E080-4F46-B85B-0C7E7CA7BAB6}" dt="2023-10-16T12:41:18.623" v="182" actId="1076"/>
        <pc:sldMkLst>
          <pc:docMk/>
          <pc:sldMk cId="884549766" sldId="305"/>
        </pc:sldMkLst>
        <pc:picChg chg="del">
          <ac:chgData name="Sam Prince" userId="b8c1c271-dd5b-4079-a09a-81f4ce8be867" providerId="ADAL" clId="{3B56B2EA-E080-4F46-B85B-0C7E7CA7BAB6}" dt="2023-10-16T12:41:11.881" v="179" actId="478"/>
          <ac:picMkLst>
            <pc:docMk/>
            <pc:sldMk cId="884549766" sldId="305"/>
            <ac:picMk id="3" creationId="{C35D0345-E72D-A930-4D34-8A9371EF7ECE}"/>
          </ac:picMkLst>
        </pc:picChg>
        <pc:picChg chg="add mod">
          <ac:chgData name="Sam Prince" userId="b8c1c271-dd5b-4079-a09a-81f4ce8be867" providerId="ADAL" clId="{3B56B2EA-E080-4F46-B85B-0C7E7CA7BAB6}" dt="2023-10-16T12:41:18.623" v="182" actId="1076"/>
          <ac:picMkLst>
            <pc:docMk/>
            <pc:sldMk cId="884549766" sldId="305"/>
            <ac:picMk id="4" creationId="{C7A2BBBB-91DC-E4E6-6E73-CDBB2BF77011}"/>
          </ac:picMkLst>
        </pc:picChg>
      </pc:sldChg>
      <pc:sldChg chg="delCm">
        <pc:chgData name="Sam Prince" userId="b8c1c271-dd5b-4079-a09a-81f4ce8be867" providerId="ADAL" clId="{3B56B2EA-E080-4F46-B85B-0C7E7CA7BAB6}" dt="2023-10-16T12:17:55.263" v="7"/>
        <pc:sldMkLst>
          <pc:docMk/>
          <pc:sldMk cId="35869263" sldId="311"/>
        </pc:sldMkLst>
      </pc:sldChg>
      <pc:sldChg chg="modSp mod">
        <pc:chgData name="Sam Prince" userId="b8c1c271-dd5b-4079-a09a-81f4ce8be867" providerId="ADAL" clId="{3B56B2EA-E080-4F46-B85B-0C7E7CA7BAB6}" dt="2023-10-16T12:17:02.577" v="6" actId="12"/>
        <pc:sldMkLst>
          <pc:docMk/>
          <pc:sldMk cId="1110890903" sldId="312"/>
        </pc:sldMkLst>
        <pc:spChg chg="mod">
          <ac:chgData name="Sam Prince" userId="b8c1c271-dd5b-4079-a09a-81f4ce8be867" providerId="ADAL" clId="{3B56B2EA-E080-4F46-B85B-0C7E7CA7BAB6}" dt="2023-10-16T12:16:52.500" v="4" actId="20577"/>
          <ac:spMkLst>
            <pc:docMk/>
            <pc:sldMk cId="1110890903" sldId="312"/>
            <ac:spMk id="3" creationId="{4E9D2D7E-69D2-9AE4-BE8D-17C43B148B89}"/>
          </ac:spMkLst>
        </pc:spChg>
        <pc:spChg chg="mod">
          <ac:chgData name="Sam Prince" userId="b8c1c271-dd5b-4079-a09a-81f4ce8be867" providerId="ADAL" clId="{3B56B2EA-E080-4F46-B85B-0C7E7CA7BAB6}" dt="2023-10-16T12:17:02.577" v="6" actId="12"/>
          <ac:spMkLst>
            <pc:docMk/>
            <pc:sldMk cId="1110890903" sldId="312"/>
            <ac:spMk id="5" creationId="{66CA1373-01E5-E1A4-51B1-BAC41AAA77FD}"/>
          </ac:spMkLst>
        </pc:spChg>
      </pc:sldChg>
      <pc:sldChg chg="addSp delSp modSp mod">
        <pc:chgData name="Sam Prince" userId="b8c1c271-dd5b-4079-a09a-81f4ce8be867" providerId="ADAL" clId="{3B56B2EA-E080-4F46-B85B-0C7E7CA7BAB6}" dt="2023-10-16T12:38:22.827" v="178" actId="14100"/>
        <pc:sldMkLst>
          <pc:docMk/>
          <pc:sldMk cId="3978430948" sldId="313"/>
        </pc:sldMkLst>
        <pc:picChg chg="add mod">
          <ac:chgData name="Sam Prince" userId="b8c1c271-dd5b-4079-a09a-81f4ce8be867" providerId="ADAL" clId="{3B56B2EA-E080-4F46-B85B-0C7E7CA7BAB6}" dt="2023-10-16T12:36:16.612" v="165" actId="1076"/>
          <ac:picMkLst>
            <pc:docMk/>
            <pc:sldMk cId="3978430948" sldId="313"/>
            <ac:picMk id="5" creationId="{2ECED6BD-26A2-D414-532B-F8FBA54B8833}"/>
          </ac:picMkLst>
        </pc:picChg>
        <pc:picChg chg="del">
          <ac:chgData name="Sam Prince" userId="b8c1c271-dd5b-4079-a09a-81f4ce8be867" providerId="ADAL" clId="{3B56B2EA-E080-4F46-B85B-0C7E7CA7BAB6}" dt="2023-10-16T12:36:05.708" v="162" actId="478"/>
          <ac:picMkLst>
            <pc:docMk/>
            <pc:sldMk cId="3978430948" sldId="313"/>
            <ac:picMk id="7" creationId="{56117D07-D738-F764-B9B6-351E0ACEA2C9}"/>
          </ac:picMkLst>
        </pc:picChg>
        <pc:picChg chg="del">
          <ac:chgData name="Sam Prince" userId="b8c1c271-dd5b-4079-a09a-81f4ce8be867" providerId="ADAL" clId="{3B56B2EA-E080-4F46-B85B-0C7E7CA7BAB6}" dt="2023-10-16T12:36:19.058" v="167" actId="478"/>
          <ac:picMkLst>
            <pc:docMk/>
            <pc:sldMk cId="3978430948" sldId="313"/>
            <ac:picMk id="8" creationId="{7E037C51-01FF-EB42-A294-2FA863C513E8}"/>
          </ac:picMkLst>
        </pc:picChg>
        <pc:picChg chg="del">
          <ac:chgData name="Sam Prince" userId="b8c1c271-dd5b-4079-a09a-81f4ce8be867" providerId="ADAL" clId="{3B56B2EA-E080-4F46-B85B-0C7E7CA7BAB6}" dt="2023-10-16T12:36:18.255" v="166" actId="478"/>
          <ac:picMkLst>
            <pc:docMk/>
            <pc:sldMk cId="3978430948" sldId="313"/>
            <ac:picMk id="9" creationId="{619FA720-9239-571A-A425-9DC25A91FC68}"/>
          </ac:picMkLst>
        </pc:picChg>
        <pc:picChg chg="add mod">
          <ac:chgData name="Sam Prince" userId="b8c1c271-dd5b-4079-a09a-81f4ce8be867" providerId="ADAL" clId="{3B56B2EA-E080-4F46-B85B-0C7E7CA7BAB6}" dt="2023-10-16T12:36:42.510" v="170" actId="1076"/>
          <ac:picMkLst>
            <pc:docMk/>
            <pc:sldMk cId="3978430948" sldId="313"/>
            <ac:picMk id="12" creationId="{25293F0E-44DC-CD00-C462-8E02250FE1C0}"/>
          </ac:picMkLst>
        </pc:picChg>
        <pc:picChg chg="add mod">
          <ac:chgData name="Sam Prince" userId="b8c1c271-dd5b-4079-a09a-81f4ce8be867" providerId="ADAL" clId="{3B56B2EA-E080-4F46-B85B-0C7E7CA7BAB6}" dt="2023-10-16T12:38:22.827" v="178" actId="14100"/>
          <ac:picMkLst>
            <pc:docMk/>
            <pc:sldMk cId="3978430948" sldId="313"/>
            <ac:picMk id="14" creationId="{54E4B734-F5E2-1EAD-97AE-EE65CA702122}"/>
          </ac:picMkLst>
        </pc:picChg>
      </pc:sldChg>
      <pc:sldChg chg="modSp mod">
        <pc:chgData name="Sam Prince" userId="b8c1c271-dd5b-4079-a09a-81f4ce8be867" providerId="ADAL" clId="{3B56B2EA-E080-4F46-B85B-0C7E7CA7BAB6}" dt="2023-10-16T12:18:05.618" v="9" actId="404"/>
        <pc:sldMkLst>
          <pc:docMk/>
          <pc:sldMk cId="808123766" sldId="314"/>
        </pc:sldMkLst>
        <pc:spChg chg="mod">
          <ac:chgData name="Sam Prince" userId="b8c1c271-dd5b-4079-a09a-81f4ce8be867" providerId="ADAL" clId="{3B56B2EA-E080-4F46-B85B-0C7E7CA7BAB6}" dt="2023-10-16T12:18:05.618" v="9" actId="404"/>
          <ac:spMkLst>
            <pc:docMk/>
            <pc:sldMk cId="808123766" sldId="314"/>
            <ac:spMk id="2" creationId="{925543EE-9F48-A1DD-489D-6CF854329C16}"/>
          </ac:spMkLst>
        </pc:spChg>
      </pc:sldChg>
      <pc:sldChg chg="modSp mod">
        <pc:chgData name="Sam Prince" userId="b8c1c271-dd5b-4079-a09a-81f4ce8be867" providerId="ADAL" clId="{3B56B2EA-E080-4F46-B85B-0C7E7CA7BAB6}" dt="2023-10-16T12:18:13.361" v="11" actId="404"/>
        <pc:sldMkLst>
          <pc:docMk/>
          <pc:sldMk cId="1602626586" sldId="315"/>
        </pc:sldMkLst>
        <pc:spChg chg="mod">
          <ac:chgData name="Sam Prince" userId="b8c1c271-dd5b-4079-a09a-81f4ce8be867" providerId="ADAL" clId="{3B56B2EA-E080-4F46-B85B-0C7E7CA7BAB6}" dt="2023-10-16T12:18:13.361" v="11" actId="404"/>
          <ac:spMkLst>
            <pc:docMk/>
            <pc:sldMk cId="1602626586" sldId="315"/>
            <ac:spMk id="2" creationId="{925543EE-9F48-A1DD-489D-6CF854329C16}"/>
          </ac:spMkLst>
        </pc:spChg>
      </pc:sldChg>
      <pc:sldChg chg="addSp delSp modSp mod">
        <pc:chgData name="Sam Prince" userId="b8c1c271-dd5b-4079-a09a-81f4ce8be867" providerId="ADAL" clId="{3B56B2EA-E080-4F46-B85B-0C7E7CA7BAB6}" dt="2023-10-16T12:35:44.710" v="161" actId="14100"/>
        <pc:sldMkLst>
          <pc:docMk/>
          <pc:sldMk cId="3311599489" sldId="336"/>
        </pc:sldMkLst>
        <pc:picChg chg="del">
          <ac:chgData name="Sam Prince" userId="b8c1c271-dd5b-4079-a09a-81f4ce8be867" providerId="ADAL" clId="{3B56B2EA-E080-4F46-B85B-0C7E7CA7BAB6}" dt="2023-10-16T12:35:31.169" v="157" actId="478"/>
          <ac:picMkLst>
            <pc:docMk/>
            <pc:sldMk cId="3311599489" sldId="336"/>
            <ac:picMk id="5" creationId="{C11AB72D-BEDB-D715-9504-F3EEBF294AC7}"/>
          </ac:picMkLst>
        </pc:picChg>
        <pc:picChg chg="add mod">
          <ac:chgData name="Sam Prince" userId="b8c1c271-dd5b-4079-a09a-81f4ce8be867" providerId="ADAL" clId="{3B56B2EA-E080-4F46-B85B-0C7E7CA7BAB6}" dt="2023-10-16T12:35:44.710" v="161" actId="14100"/>
          <ac:picMkLst>
            <pc:docMk/>
            <pc:sldMk cId="3311599489" sldId="336"/>
            <ac:picMk id="6" creationId="{A73B42D7-5173-3FDE-E266-0B12D48259D3}"/>
          </ac:picMkLst>
        </pc:picChg>
      </pc:sldChg>
      <pc:sldChg chg="modSp new mod">
        <pc:chgData name="Sam Prince" userId="b8c1c271-dd5b-4079-a09a-81f4ce8be867" providerId="ADAL" clId="{3B56B2EA-E080-4F46-B85B-0C7E7CA7BAB6}" dt="2023-10-16T12:33:24.890" v="156" actId="108"/>
        <pc:sldMkLst>
          <pc:docMk/>
          <pc:sldMk cId="1675724746" sldId="339"/>
        </pc:sldMkLst>
        <pc:spChg chg="mod">
          <ac:chgData name="Sam Prince" userId="b8c1c271-dd5b-4079-a09a-81f4ce8be867" providerId="ADAL" clId="{3B56B2EA-E080-4F46-B85B-0C7E7CA7BAB6}" dt="2023-10-16T12:19:30.368" v="58" actId="404"/>
          <ac:spMkLst>
            <pc:docMk/>
            <pc:sldMk cId="1675724746" sldId="339"/>
            <ac:spMk id="2" creationId="{BE139493-CED3-9BC8-A1C6-E6E67C843139}"/>
          </ac:spMkLst>
        </pc:spChg>
        <pc:spChg chg="mod">
          <ac:chgData name="Sam Prince" userId="b8c1c271-dd5b-4079-a09a-81f4ce8be867" providerId="ADAL" clId="{3B56B2EA-E080-4F46-B85B-0C7E7CA7BAB6}" dt="2023-10-16T12:33:24.890" v="156" actId="108"/>
          <ac:spMkLst>
            <pc:docMk/>
            <pc:sldMk cId="1675724746" sldId="339"/>
            <ac:spMk id="3" creationId="{E94ABECA-FAEA-223B-B73B-8281F040362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93AB728B-EDDE-A6C5-D196-B3077ECC9741}"/>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endParaRPr lang="en-US" altLang="en-US"/>
          </a:p>
        </p:txBody>
      </p:sp>
      <p:sp>
        <p:nvSpPr>
          <p:cNvPr id="4099" name="Rectangle 3">
            <a:extLst>
              <a:ext uri="{FF2B5EF4-FFF2-40B4-BE49-F238E27FC236}">
                <a16:creationId xmlns:a16="http://schemas.microsoft.com/office/drawing/2014/main" id="{C1A56322-4069-E1FA-88E7-034F66FE7B8C}"/>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endParaRPr lang="en-US" altLang="en-US"/>
          </a:p>
        </p:txBody>
      </p:sp>
      <p:sp>
        <p:nvSpPr>
          <p:cNvPr id="27652" name="Rectangle 4">
            <a:extLst>
              <a:ext uri="{FF2B5EF4-FFF2-40B4-BE49-F238E27FC236}">
                <a16:creationId xmlns:a16="http://schemas.microsoft.com/office/drawing/2014/main" id="{C5D99386-CD4E-9616-9887-3542DB3323E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A535B185-CC76-5645-CC21-C267467C34E3}"/>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p>
            <a:pPr lvl="0" rtl="1"/>
            <a:r>
              <a:rPr lang="ar" noProof="0"/>
              <a:t>Click to edit Master text styles</a:t>
            </a:r>
          </a:p>
          <a:p>
            <a:pPr lvl="1" rtl="1"/>
            <a:r>
              <a:rPr lang="ar" noProof="0"/>
              <a:t>Second level</a:t>
            </a:r>
          </a:p>
          <a:p>
            <a:pPr lvl="2" rtl="1"/>
            <a:r>
              <a:rPr lang="ar" noProof="0"/>
              <a:t>Third level</a:t>
            </a:r>
          </a:p>
          <a:p>
            <a:pPr lvl="3" rtl="1"/>
            <a:r>
              <a:rPr lang="ar" noProof="0"/>
              <a:t>Fourth level</a:t>
            </a:r>
          </a:p>
          <a:p>
            <a:pPr lvl="4" rtl="1"/>
            <a:r>
              <a:rPr lang="ar" noProof="0"/>
              <a:t>Fifth level</a:t>
            </a:r>
          </a:p>
        </p:txBody>
      </p:sp>
      <p:sp>
        <p:nvSpPr>
          <p:cNvPr id="4102" name="Rectangle 6">
            <a:extLst>
              <a:ext uri="{FF2B5EF4-FFF2-40B4-BE49-F238E27FC236}">
                <a16:creationId xmlns:a16="http://schemas.microsoft.com/office/drawing/2014/main" id="{C151C7C9-7DD8-CB43-3488-140DE9ADA703}"/>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endParaRPr lang="en-US" altLang="en-US"/>
          </a:p>
        </p:txBody>
      </p:sp>
      <p:sp>
        <p:nvSpPr>
          <p:cNvPr id="4103" name="Rectangle 7">
            <a:extLst>
              <a:ext uri="{FF2B5EF4-FFF2-40B4-BE49-F238E27FC236}">
                <a16:creationId xmlns:a16="http://schemas.microsoft.com/office/drawing/2014/main" id="{0EA804D7-B145-B6C4-EAF9-FBA810DF6588}"/>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fld id="{4D3E6F70-5D4D-4B7F-8590-7D87CFB0B671}" type="slidenum">
              <a:rPr lang="en-GB" altLang="en-US" smtClean="0"/>
              <a:pPr>
                <a:defRPr/>
              </a:pPr>
              <a:t>‹#›</a:t>
            </a:fld>
            <a:endParaRPr lang="en-GB" altLang="en-US"/>
          </a:p>
        </p:txBody>
      </p:sp>
    </p:spTree>
  </p:cSld>
  <p:clrMap bg1="lt1" tx1="dk1" bg2="lt2" tx2="dk2" accent1="accent1" accent2="accent2" accent3="accent3" accent4="accent4" accent5="accent5" accent6="accent6" hlink="hlink" folHlink="folHlink"/>
  <p:notesStyle>
    <a:lvl1pPr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1pPr>
    <a:lvl2pPr marL="4572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2pPr>
    <a:lvl3pPr marL="9144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3pPr>
    <a:lvl4pPr marL="13716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4pPr>
    <a:lvl5pPr marL="18288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a:extLst>
              <a:ext uri="{FF2B5EF4-FFF2-40B4-BE49-F238E27FC236}">
                <a16:creationId xmlns:a16="http://schemas.microsoft.com/office/drawing/2014/main" id="{F5058D73-7FD6-09C5-76B9-3C505DF2D389}"/>
              </a:ext>
            </a:extLst>
          </p:cNvPr>
          <p:cNvSpPr>
            <a:spLocks noGrp="1" noRot="1" noChangeAspect="1" noChangeArrowheads="1" noTextEdit="1"/>
          </p:cNvSpPr>
          <p:nvPr>
            <p:ph type="sldImg"/>
          </p:nvPr>
        </p:nvSpPr>
        <p:spPr>
          <a:ln/>
        </p:spPr>
      </p:sp>
      <p:sp>
        <p:nvSpPr>
          <p:cNvPr id="29698" name="Notes Placeholder 2">
            <a:extLst>
              <a:ext uri="{FF2B5EF4-FFF2-40B4-BE49-F238E27FC236}">
                <a16:creationId xmlns:a16="http://schemas.microsoft.com/office/drawing/2014/main" id="{12D40D7A-D6BB-CE8D-DF00-54DBA2F5CD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US" altLang="en-US" dirty="0"/>
          </a:p>
        </p:txBody>
      </p:sp>
      <p:sp>
        <p:nvSpPr>
          <p:cNvPr id="29699" name="Slide Number Placeholder 3">
            <a:extLst>
              <a:ext uri="{FF2B5EF4-FFF2-40B4-BE49-F238E27FC236}">
                <a16:creationId xmlns:a16="http://schemas.microsoft.com/office/drawing/2014/main" id="{3E420995-9E0A-E982-F791-9C9605CD7F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9D6F72BC-0F0F-4CC6-9390-4A76262B3721}" type="slidenum">
              <a:rPr lang="en-GB" altLang="en-US" smtClean="0">
                <a:latin typeface="Sakkal Majalla" panose="02000000000000000000" pitchFamily="2" charset="-78"/>
                <a:cs typeface="Sakkal Majalla" panose="02000000000000000000" pitchFamily="2" charset="-78"/>
              </a:rPr>
              <a:pPr/>
              <a:t>1</a:t>
            </a:fld>
            <a:endParaRPr lang="en-GB" altLang="en-US">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3D8168B1-514D-B744-0AB4-18F401D0F2E3}"/>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2808C18D-CFC6-93E5-A579-22B817EE69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r>
              <a:rPr lang="ar"/>
              <a:t>A basic introduction to the unit.</a:t>
            </a:r>
          </a:p>
          <a:p>
            <a:pPr rtl="1"/>
            <a:endParaRPr lang="en-GB" altLang="en-US" b="1" dirty="0"/>
          </a:p>
          <a:p>
            <a:pPr rtl="1"/>
            <a:r>
              <a:rPr lang="ar" b="1"/>
              <a:t>Useful websites:</a:t>
            </a:r>
          </a:p>
          <a:p>
            <a:pPr rtl="1"/>
            <a:endParaRPr lang="en-GB" altLang="en-US" b="1" dirty="0"/>
          </a:p>
          <a:p>
            <a:pPr rtl="1"/>
            <a:r>
              <a:rPr lang="ar" b="0"/>
              <a:t>Country dependant.</a:t>
            </a:r>
          </a:p>
          <a:p>
            <a:pPr rtl="1"/>
            <a:endParaRPr lang="en-GB" altLang="en-US" dirty="0"/>
          </a:p>
          <a:p>
            <a:pPr rtl="1"/>
            <a:endParaRPr lang="en-GB" altLang="en-US" dirty="0"/>
          </a:p>
        </p:txBody>
      </p:sp>
      <p:sp>
        <p:nvSpPr>
          <p:cNvPr id="31747" name="Slide Number Placeholder 3">
            <a:extLst>
              <a:ext uri="{FF2B5EF4-FFF2-40B4-BE49-F238E27FC236}">
                <a16:creationId xmlns:a16="http://schemas.microsoft.com/office/drawing/2014/main" id="{D87B04DE-239C-3B08-3E65-22AF4B195E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2</a:t>
            </a:fld>
            <a:endParaRPr lang="en-GB" altLang="en-US">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067531E3-7725-4BFC-6978-A4907F202606}"/>
              </a:ext>
            </a:extLst>
          </p:cNvPr>
          <p:cNvSpPr>
            <a:spLocks noGrp="1" noRot="1" noChangeAspect="1" noChangeArrowheads="1" noTextEdit="1"/>
          </p:cNvSpPr>
          <p:nvPr>
            <p:ph type="sldImg"/>
          </p:nvPr>
        </p:nvSpPr>
        <p:spPr>
          <a:ln/>
        </p:spPr>
      </p:sp>
      <p:sp>
        <p:nvSpPr>
          <p:cNvPr id="33794" name="Notes Placeholder 2">
            <a:extLst>
              <a:ext uri="{FF2B5EF4-FFF2-40B4-BE49-F238E27FC236}">
                <a16:creationId xmlns:a16="http://schemas.microsoft.com/office/drawing/2014/main" id="{77188842-F5EB-8E4E-C61A-E4F41BF1A3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3795" name="Slide Number Placeholder 3">
            <a:extLst>
              <a:ext uri="{FF2B5EF4-FFF2-40B4-BE49-F238E27FC236}">
                <a16:creationId xmlns:a16="http://schemas.microsoft.com/office/drawing/2014/main" id="{415CA19B-7BA9-BBB0-E62C-1C0DA5306B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96034ED-D7F7-483D-8544-ED89FE784A02}" type="slidenum">
              <a:rPr lang="en-GB" altLang="en-US" smtClean="0">
                <a:latin typeface="Sakkal Majalla" panose="02000000000000000000" pitchFamily="2" charset="-78"/>
                <a:cs typeface="Sakkal Majalla" panose="02000000000000000000" pitchFamily="2" charset="-78"/>
              </a:rPr>
              <a:pPr/>
              <a:t>3</a:t>
            </a:fld>
            <a:endParaRPr lang="en-GB" altLang="en-US">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4</a:t>
            </a:fld>
            <a:endParaRPr lang="en-GB" altLang="en-US">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6</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5687514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7</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0870899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16</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4787746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17</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40947746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18</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0367811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19</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2224795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20</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2924617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24</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3009894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33</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6210278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34</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70504488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2.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4.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5.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6.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7.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8.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5.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7.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9.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0.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7.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8.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0.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1.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2.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3.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4.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7.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9.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0.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1.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3.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4.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5.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6.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7.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9.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90.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1.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2.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3.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5.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6.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7.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8.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9.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0.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1.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3.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4.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5.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7.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8.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9.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0.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1.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3.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4.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5.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6.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7.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9.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0.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1.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2.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3.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4.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5.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5" name="Title 1"/>
          <p:cNvSpPr>
            <a:spLocks noGrp="1"/>
          </p:cNvSpPr>
          <p:nvPr>
            <p:ph type="ctrTitle"/>
          </p:nvPr>
        </p:nvSpPr>
        <p:spPr>
          <a:xfrm>
            <a:off x="0" y="2130425"/>
            <a:ext cx="9144000" cy="1470025"/>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a:t>Unit X: xxxxxxxxxxxxxxxxxxxxx</a:t>
            </a:r>
            <a:endParaRPr lang="en-GB" altLang="en-US" dirty="0"/>
          </a:p>
        </p:txBody>
      </p:sp>
      <p:sp>
        <p:nvSpPr>
          <p:cNvPr id="7"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atin typeface="Sakkal Majalla" panose="02000000000000000000" pitchFamily="2" charset="-78"/>
                <a:cs typeface="Sakkal Majalla" panose="02000000000000000000" pitchFamily="2" charset="-78"/>
              </a:defRPr>
            </a:lvl1pPr>
          </a:lstStyle>
          <a:p>
            <a:pPr rtl="1"/>
            <a:r>
              <a:rPr lang="ar"/>
              <a:t>Learning aim x</a:t>
            </a:r>
            <a:endParaRPr lang="en-US" altLang="en-US" dirty="0"/>
          </a:p>
        </p:txBody>
      </p:sp>
      <p:sp>
        <p:nvSpPr>
          <p:cNvPr id="2" name="Footer Placeholder 4">
            <a:extLst>
              <a:ext uri="{FF2B5EF4-FFF2-40B4-BE49-F238E27FC236}">
                <a16:creationId xmlns:a16="http://schemas.microsoft.com/office/drawing/2014/main" id="{C6EB150E-6A8C-9996-298D-28DD3D2ABEF4}"/>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309227754"/>
      </p:ext>
    </p:extLst>
  </p:cSld>
  <p:clrMapOvr>
    <a:masterClrMapping/>
  </p:clrMapOvr>
  <p:transition>
    <p:sndAc>
      <p:stSnd>
        <p:snd r:embed="rId1" name="click.wav"/>
      </p:stSnd>
    </p:sndAc>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Title 1"/>
          <p:cNvSpPr>
            <a:spLocks noGrp="1"/>
          </p:cNvSpPr>
          <p:nvPr>
            <p:ph type="title"/>
          </p:nvPr>
        </p:nvSpPr>
        <p:spPr>
          <a:xfrm>
            <a:off x="457200" y="1195388"/>
            <a:ext cx="82296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a:t>Heading</a:t>
            </a:r>
          </a:p>
        </p:txBody>
      </p:sp>
      <p:sp>
        <p:nvSpPr>
          <p:cNvPr id="6" name="Content Placeholder 6"/>
          <p:cNvSpPr>
            <a:spLocks noGrp="1"/>
          </p:cNvSpPr>
          <p:nvPr>
            <p:ph sz="half" idx="1"/>
          </p:nvPr>
        </p:nvSpPr>
        <p:spPr>
          <a:xfrm>
            <a:off x="468313" y="2212975"/>
            <a:ext cx="2303462" cy="3592513"/>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a:t>Subhead</a:t>
            </a:r>
          </a:p>
          <a:p>
            <a:pPr rtl="1"/>
            <a:r>
              <a:rPr lang="ar"/>
              <a:t>Bullet text</a:t>
            </a:r>
          </a:p>
          <a:p>
            <a:pPr rtl="1"/>
            <a:endParaRPr lang="en-GB" dirty="0"/>
          </a:p>
        </p:txBody>
      </p:sp>
      <p:sp>
        <p:nvSpPr>
          <p:cNvPr id="7" name="Content Placeholder 6"/>
          <p:cNvSpPr>
            <a:spLocks noGrp="1"/>
          </p:cNvSpPr>
          <p:nvPr>
            <p:ph sz="half" idx="10"/>
          </p:nvPr>
        </p:nvSpPr>
        <p:spPr>
          <a:xfrm>
            <a:off x="3421063" y="2212975"/>
            <a:ext cx="2303462" cy="3449638"/>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a:t>Subhead</a:t>
            </a:r>
          </a:p>
          <a:p>
            <a:pPr rtl="1"/>
            <a:r>
              <a:rPr lang="ar"/>
              <a:t>Bullet text</a:t>
            </a:r>
          </a:p>
          <a:p>
            <a:pPr rtl="1"/>
            <a:endParaRPr lang="en-GB" dirty="0"/>
          </a:p>
        </p:txBody>
      </p:sp>
      <p:sp>
        <p:nvSpPr>
          <p:cNvPr id="8" name="Content Placeholder 6"/>
          <p:cNvSpPr>
            <a:spLocks noGrp="1"/>
          </p:cNvSpPr>
          <p:nvPr>
            <p:ph sz="half" idx="11"/>
          </p:nvPr>
        </p:nvSpPr>
        <p:spPr>
          <a:xfrm>
            <a:off x="6156325" y="2212975"/>
            <a:ext cx="2592388" cy="3736975"/>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a:t>Subhead</a:t>
            </a:r>
          </a:p>
          <a:p>
            <a:pPr rtl="1"/>
            <a:r>
              <a:rPr lang="ar"/>
              <a:t>Bullet text</a:t>
            </a:r>
          </a:p>
        </p:txBody>
      </p:sp>
      <p:sp>
        <p:nvSpPr>
          <p:cNvPr id="2" name="Footer Placeholder 4">
            <a:extLst>
              <a:ext uri="{FF2B5EF4-FFF2-40B4-BE49-F238E27FC236}">
                <a16:creationId xmlns:a16="http://schemas.microsoft.com/office/drawing/2014/main" id="{5AD71432-24B0-8453-1747-48D9C9A162AD}"/>
              </a:ext>
            </a:extLst>
          </p:cNvPr>
          <p:cNvSpPr>
            <a:spLocks noGrp="1" noChangeArrowheads="1"/>
          </p:cNvSpPr>
          <p:nvPr>
            <p:ph type="ftr" sz="quarter" idx="12"/>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48556434"/>
      </p:ext>
    </p:extLst>
  </p:cSld>
  <p:clrMapOvr>
    <a:masterClrMapping/>
  </p:clrMapOvr>
  <p:transition>
    <p:sndAc>
      <p:stSnd>
        <p:snd r:embed="rId1" name="click.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Title 1"/>
          <p:cNvSpPr>
            <a:spLocks noGrp="1"/>
          </p:cNvSpPr>
          <p:nvPr>
            <p:ph type="title"/>
          </p:nvPr>
        </p:nvSpPr>
        <p:spPr>
          <a:xfrm>
            <a:off x="0" y="1195388"/>
            <a:ext cx="91440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a:t>Heading</a:t>
            </a:r>
          </a:p>
        </p:txBody>
      </p:sp>
      <p:sp>
        <p:nvSpPr>
          <p:cNvPr id="2" name="Footer Placeholder 4">
            <a:extLst>
              <a:ext uri="{FF2B5EF4-FFF2-40B4-BE49-F238E27FC236}">
                <a16:creationId xmlns:a16="http://schemas.microsoft.com/office/drawing/2014/main" id="{280AFA65-534B-3AE4-50A7-9C86BDCF1EA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72408841"/>
      </p:ext>
    </p:extLst>
  </p:cSld>
  <p:clrMapOvr>
    <a:masterClrMapping/>
  </p:clrMapOvr>
  <p:transition>
    <p:sndAc>
      <p:stSnd>
        <p:snd r:embed="rId1" name="click.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1pPr>
              <a:defRPr>
                <a:latin typeface="Sakkal Majalla" panose="02000000000000000000" pitchFamily="2" charset="-78"/>
                <a:cs typeface="Sakkal Majalla" panose="02000000000000000000" pitchFamily="2" charset="-78"/>
              </a:defRPr>
            </a:lvl1pPr>
            <a:lvl2pPr>
              <a:defRPr>
                <a:latin typeface="Sakkal Majalla" panose="02000000000000000000" pitchFamily="2" charset="-78"/>
                <a:cs typeface="Sakkal Majalla" panose="02000000000000000000" pitchFamily="2" charset="-78"/>
              </a:defRPr>
            </a:lvl2pPr>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48910311"/>
      </p:ext>
    </p:extLst>
  </p:cSld>
  <p:clrMapOvr>
    <a:masterClrMapping/>
  </p:clrMapOvr>
  <p:transition>
    <p:sndAc>
      <p:stSnd>
        <p:snd r:embed="rId1" name="click.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2" name="Picture 5" descr="Always Learning">
            <a:extLst>
              <a:ext uri="{FF2B5EF4-FFF2-40B4-BE49-F238E27FC236}">
                <a16:creationId xmlns:a16="http://schemas.microsoft.com/office/drawing/2014/main" id="{9444950F-E59A-A8D3-7314-C784866DE21B}"/>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1"/>
          <p:cNvSpPr>
            <a:spLocks noGrp="1"/>
          </p:cNvSpPr>
          <p:nvPr>
            <p:ph type="title"/>
          </p:nvPr>
        </p:nvSpPr>
        <p:spPr>
          <a:xfrm>
            <a:off x="457200" y="1195388"/>
            <a:ext cx="82296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a:t>Heading</a:t>
            </a:r>
            <a:endParaRPr lang="en-GB" altLang="en-US" dirty="0"/>
          </a:p>
        </p:txBody>
      </p:sp>
      <p:sp>
        <p:nvSpPr>
          <p:cNvPr id="10" name="Content Placeholder 2"/>
          <p:cNvSpPr>
            <a:spLocks noGrp="1"/>
          </p:cNvSpPr>
          <p:nvPr>
            <p:ph sz="half" idx="1"/>
          </p:nvPr>
        </p:nvSpPr>
        <p:spPr>
          <a:xfrm>
            <a:off x="468313" y="2195513"/>
            <a:ext cx="4027487" cy="3681412"/>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a:t>Blue subhead</a:t>
            </a:r>
          </a:p>
          <a:p>
            <a:pPr rtl="1"/>
            <a:r>
              <a:rPr lang="ar"/>
              <a:t>Bullet text</a:t>
            </a:r>
          </a:p>
          <a:p>
            <a:pPr rtl="1"/>
            <a:endParaRPr lang="en-GB" dirty="0"/>
          </a:p>
          <a:p>
            <a:pPr rtl="1"/>
            <a:endParaRPr lang="en-GB" dirty="0"/>
          </a:p>
        </p:txBody>
      </p:sp>
      <p:sp>
        <p:nvSpPr>
          <p:cNvPr id="11" name="Content Placeholder 3"/>
          <p:cNvSpPr>
            <a:spLocks noGrp="1"/>
          </p:cNvSpPr>
          <p:nvPr>
            <p:ph sz="half" idx="2"/>
          </p:nvPr>
        </p:nvSpPr>
        <p:spPr>
          <a:xfrm>
            <a:off x="4648200" y="2195512"/>
            <a:ext cx="4027488" cy="3681411"/>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a:t>Blue subhead</a:t>
            </a:r>
          </a:p>
          <a:p>
            <a:pPr rtl="1"/>
            <a:r>
              <a:rPr lang="ar"/>
              <a:t>Bullet text</a:t>
            </a:r>
          </a:p>
        </p:txBody>
      </p:sp>
      <p:sp>
        <p:nvSpPr>
          <p:cNvPr id="3" name="Footer Placeholder 4">
            <a:extLst>
              <a:ext uri="{FF2B5EF4-FFF2-40B4-BE49-F238E27FC236}">
                <a16:creationId xmlns:a16="http://schemas.microsoft.com/office/drawing/2014/main" id="{6D75EA28-7A23-3108-7470-D2312D0B43D6}"/>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836553943"/>
      </p:ext>
    </p:extLst>
  </p:cSld>
  <p:clrMapOvr>
    <a:masterClrMapping/>
  </p:clrMapOvr>
  <p:transition>
    <p:sndAc>
      <p:stSnd>
        <p:snd r:embed="rId1" name="click.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7AF04B97-CC31-299F-C1D9-4AD1810429B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16933327"/>
      </p:ext>
    </p:extLst>
  </p:cSld>
  <p:clrMapOvr>
    <a:masterClrMapping/>
  </p:clrMapOvr>
  <p:transition>
    <p:sndAc>
      <p:stSnd>
        <p:snd r:embed="rId1" name="click.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0B917A8A-EC74-8439-7D0C-B004E910A772}"/>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67544793"/>
      </p:ext>
    </p:extLst>
  </p:cSld>
  <p:clrMapOvr>
    <a:masterClrMapping/>
  </p:clrMapOvr>
  <p:transition>
    <p:sndAc>
      <p:stSnd>
        <p:snd r:embed="rId1" name="click.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atin typeface="Sakkal Majalla" panose="02000000000000000000" pitchFamily="2" charset="-78"/>
                <a:cs typeface="Sakkal Majalla" panose="02000000000000000000" pitchFamily="2" charset="-78"/>
              </a:defRPr>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atin typeface="Sakkal Majalla" panose="02000000000000000000" pitchFamily="2" charset="-78"/>
                <a:cs typeface="Sakkal Majalla" panose="02000000000000000000" pitchFamily="2" charset="-78"/>
              </a:defRPr>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9D85122E-CC0D-DE46-E6F4-AAE67430FCE8}"/>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91056867"/>
      </p:ext>
    </p:extLst>
  </p:cSld>
  <p:clrMapOvr>
    <a:masterClrMapping/>
  </p:clrMapOvr>
  <p:transition>
    <p:sndAc>
      <p:stSnd>
        <p:snd r:embed="rId1" name="click.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atin typeface="Sakkal Majalla" panose="02000000000000000000" pitchFamily="2" charset="-78"/>
                <a:cs typeface="Sakkal Majalla" panose="02000000000000000000" pitchFamily="2" charset="-78"/>
              </a:defRPr>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atin typeface="Sakkal Majalla" panose="02000000000000000000" pitchFamily="2" charset="-78"/>
                <a:cs typeface="Sakkal Majalla" panose="02000000000000000000" pitchFamily="2" charset="-78"/>
              </a:defRPr>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atin typeface="Sakkal Majalla" panose="02000000000000000000" pitchFamily="2" charset="-78"/>
                <a:cs typeface="Sakkal Majalla" panose="02000000000000000000" pitchFamily="2" charset="-78"/>
              </a:defRPr>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78A1D94B-CB73-9993-AEF0-ECDA613327D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7654215"/>
      </p:ext>
    </p:extLst>
  </p:cSld>
  <p:clrMapOvr>
    <a:masterClrMapping/>
  </p:clrMapOvr>
  <p:transition>
    <p:sndAc>
      <p:stSnd>
        <p:snd r:embed="rId1" name="click.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136979FB-E9CD-4D7F-ABCE-40BC623DD6ED}"/>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1891796"/>
      </p:ext>
    </p:extLst>
  </p:cSld>
  <p:clrMapOvr>
    <a:masterClrMapping/>
  </p:clrMapOvr>
  <p:transition>
    <p:sndAc>
      <p:stSnd>
        <p:snd r:embed="rId1" name="click.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1D78BFAD-CC17-3CA0-DBB1-5C8C41D9126F}"/>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14355495"/>
      </p:ext>
    </p:extLst>
  </p:cSld>
  <p:clrMapOvr>
    <a:masterClrMapping/>
  </p:clrMapOvr>
  <p:transition>
    <p:sndAc>
      <p:stSnd>
        <p:snd r:embed="rId1" name="click.wav"/>
      </p:stSnd>
    </p:sndAc>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lvl1pPr>
              <a:defRPr>
                <a:latin typeface="Sakkal Majalla" panose="02000000000000000000" pitchFamily="2" charset="-78"/>
                <a:cs typeface="Sakkal Majalla" panose="02000000000000000000" pitchFamily="2" charset="-78"/>
              </a:defRPr>
            </a:lvl1pPr>
          </a:lstStyle>
          <a:p>
            <a:pPr lvl="0" rtl="1"/>
            <a:endParaRPr lang="en-GB" noProof="0" dirty="0"/>
          </a:p>
        </p:txBody>
      </p:sp>
      <p:sp>
        <p:nvSpPr>
          <p:cNvPr id="4" name="Footer Placeholder 4">
            <a:extLst>
              <a:ext uri="{FF2B5EF4-FFF2-40B4-BE49-F238E27FC236}">
                <a16:creationId xmlns:a16="http://schemas.microsoft.com/office/drawing/2014/main" id="{C91736A9-B278-442F-0C6C-537088E454BA}"/>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14637879"/>
      </p:ext>
    </p:extLst>
  </p:cSld>
  <p:clrMapOvr>
    <a:masterClrMapping/>
  </p:clrMapOvr>
  <p:transition>
    <p:sndAc>
      <p:stSnd>
        <p:snd r:embed="rId1" name="click.wav"/>
      </p:stSnd>
    </p:sndAc>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55076227"/>
      </p:ext>
    </p:extLst>
  </p:cSld>
  <p:clrMapOvr>
    <a:masterClrMapping/>
  </p:clrMapOvr>
  <p:transition>
    <p:sndAc>
      <p:stSnd>
        <p:snd r:embed="rId1" name="click.wav"/>
      </p:stSnd>
    </p:sndAc>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45252892"/>
      </p:ext>
    </p:extLst>
  </p:cSld>
  <p:clrMapOvr>
    <a:masterClrMapping/>
  </p:clrMapOvr>
  <p:transition>
    <p:sndAc>
      <p:stSnd>
        <p:snd r:embed="rId1" name="click.wav"/>
      </p:stSnd>
    </p:sndAc>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44169651"/>
      </p:ext>
    </p:extLst>
  </p:cSld>
  <p:clrMapOvr>
    <a:masterClrMapping/>
  </p:clrMapOvr>
  <p:transition>
    <p:sndAc>
      <p:stSnd>
        <p:snd r:embed="rId1" name="click.wav"/>
      </p:stSnd>
    </p:sndAc>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94646058"/>
      </p:ext>
    </p:extLst>
  </p:cSld>
  <p:clrMapOvr>
    <a:masterClrMapping/>
  </p:clrMapOvr>
  <p:transition>
    <p:sndAc>
      <p:stSnd>
        <p:snd r:embed="rId1" name="click.wav"/>
      </p:stSnd>
    </p:sndAc>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1463733425"/>
      </p:ext>
    </p:extLst>
  </p:cSld>
  <p:clrMapOvr>
    <a:masterClrMapping/>
  </p:clrMapOvr>
  <p:transition>
    <p:sndAc>
      <p:stSnd>
        <p:snd r:embed="rId1" name="click.wav"/>
      </p:stSnd>
    </p:sndAc>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40833500"/>
      </p:ext>
    </p:extLst>
  </p:cSld>
  <p:clrMapOvr>
    <a:masterClrMapping/>
  </p:clrMapOvr>
  <p:transition>
    <p:sndAc>
      <p:stSnd>
        <p:snd r:embed="rId1" name="click.wav"/>
      </p:stSnd>
    </p:sndAc>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1025921"/>
      </p:ext>
    </p:extLst>
  </p:cSld>
  <p:clrMapOvr>
    <a:masterClrMapping/>
  </p:clrMapOvr>
  <p:transition>
    <p:sndAc>
      <p:stSnd>
        <p:snd r:embed="rId1" name="click.wav"/>
      </p:stSnd>
    </p:sndAc>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501610419"/>
      </p:ext>
    </p:extLst>
  </p:cSld>
  <p:clrMapOvr>
    <a:masterClrMapping/>
  </p:clrMapOvr>
  <p:transition>
    <p:sndAc>
      <p:stSnd>
        <p:snd r:embed="rId1" name="click.wav"/>
      </p:stSnd>
    </p:sndAc>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93118933"/>
      </p:ext>
    </p:extLst>
  </p:cSld>
  <p:clrMapOvr>
    <a:masterClrMapping/>
  </p:clrMapOvr>
  <p:transition>
    <p:sndAc>
      <p:stSnd>
        <p:snd r:embed="rId1" name="click.wav"/>
      </p:stSnd>
    </p:sndAc>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89113301"/>
      </p:ext>
    </p:extLst>
  </p:cSld>
  <p:clrMapOvr>
    <a:masterClrMapping/>
  </p:clrMapOvr>
  <p:transition>
    <p:sndAc>
      <p:stSnd>
        <p:snd r:embed="rId1" name="click.wav"/>
      </p:stSnd>
    </p:sndAc>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96988904"/>
      </p:ext>
    </p:extLst>
  </p:cSld>
  <p:clrMapOvr>
    <a:masterClrMapping/>
  </p:clrMapOvr>
  <p:transition>
    <p:sndAc>
      <p:stSnd>
        <p:snd r:embed="rId1" name="click.wav"/>
      </p:stSnd>
    </p:sndAc>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16333174"/>
      </p:ext>
    </p:extLst>
  </p:cSld>
  <p:clrMapOvr>
    <a:masterClrMapping/>
  </p:clrMapOvr>
  <p:transition>
    <p:sndAc>
      <p:stSnd>
        <p:snd r:embed="rId1" name="click.wav"/>
      </p:stSnd>
    </p:sndAc>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49077198"/>
      </p:ext>
    </p:extLst>
  </p:cSld>
  <p:clrMapOvr>
    <a:masterClrMapping/>
  </p:clrMapOvr>
  <p:transition>
    <p:sndAc>
      <p:stSnd>
        <p:snd r:embed="rId1" name="click.wav"/>
      </p:stSnd>
    </p:sndAc>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3548499"/>
      </p:ext>
    </p:extLst>
  </p:cSld>
  <p:clrMapOvr>
    <a:masterClrMapping/>
  </p:clrMapOvr>
  <p:transition>
    <p:sndAc>
      <p:stSnd>
        <p:snd r:embed="rId1" name="click.wav"/>
      </p:stSnd>
    </p:sndAc>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0926481"/>
      </p:ext>
    </p:extLst>
  </p:cSld>
  <p:clrMapOvr>
    <a:masterClrMapping/>
  </p:clrMapOvr>
  <p:transition>
    <p:sndAc>
      <p:stSnd>
        <p:snd r:embed="rId1" name="click.wav"/>
      </p:stSnd>
    </p:sndAc>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62895208"/>
      </p:ext>
    </p:extLst>
  </p:cSld>
  <p:clrMapOvr>
    <a:masterClrMapping/>
  </p:clrMapOvr>
  <p:transition>
    <p:sndAc>
      <p:stSnd>
        <p:snd r:embed="rId1" name="click.wav"/>
      </p:stSnd>
    </p:sndAc>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8668001"/>
      </p:ext>
    </p:extLst>
  </p:cSld>
  <p:clrMapOvr>
    <a:masterClrMapping/>
  </p:clrMapOvr>
  <p:transition>
    <p:sndAc>
      <p:stSnd>
        <p:snd r:embed="rId1" name="click.wav"/>
      </p:stSnd>
    </p:sndAc>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1387064660"/>
      </p:ext>
    </p:extLst>
  </p:cSld>
  <p:clrMapOvr>
    <a:masterClrMapping/>
  </p:clrMapOvr>
  <p:transition>
    <p:sndAc>
      <p:stSnd>
        <p:snd r:embed="rId1" name="click.wav"/>
      </p:stSnd>
    </p:sndAc>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1649288"/>
      </p:ext>
    </p:extLst>
  </p:cSld>
  <p:clrMapOvr>
    <a:masterClrMapping/>
  </p:clrMapOvr>
  <p:transition>
    <p:sndAc>
      <p:stSnd>
        <p:snd r:embed="rId1" name="click.wav"/>
      </p:stSnd>
    </p:sndAc>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15931093"/>
      </p:ext>
    </p:extLst>
  </p:cSld>
  <p:clrMapOvr>
    <a:masterClrMapping/>
  </p:clrMapOvr>
  <p:transition>
    <p:sndAc>
      <p:stSnd>
        <p:snd r:embed="rId1" name="click.wav"/>
      </p:stSnd>
    </p:sndAc>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23151177"/>
      </p:ext>
    </p:extLst>
  </p:cSld>
  <p:clrMapOvr>
    <a:masterClrMapping/>
  </p:clrMapOvr>
  <p:transition>
    <p:sndAc>
      <p:stSnd>
        <p:snd r:embed="rId1" name="click.wav"/>
      </p:stSnd>
    </p:sndAc>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3903308"/>
      </p:ext>
    </p:extLst>
  </p:cSld>
  <p:clrMapOvr>
    <a:masterClrMapping/>
  </p:clrMapOvr>
  <p:transition>
    <p:sndAc>
      <p:stSnd>
        <p:snd r:embed="rId1" name="click.wav"/>
      </p:stSnd>
    </p:sndAc>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955720740"/>
      </p:ext>
    </p:extLst>
  </p:cSld>
  <p:clrMapOvr>
    <a:masterClrMapping/>
  </p:clrMapOvr>
  <p:transition>
    <p:sndAc>
      <p:stSnd>
        <p:snd r:embed="rId1" name="click.wav"/>
      </p:stSnd>
    </p:sndAc>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61559906"/>
      </p:ext>
    </p:extLst>
  </p:cSld>
  <p:clrMapOvr>
    <a:masterClrMapping/>
  </p:clrMapOvr>
  <p:transition>
    <p:sndAc>
      <p:stSnd>
        <p:snd r:embed="rId1" name="click.wav"/>
      </p:stSnd>
    </p:sndAc>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68163601"/>
      </p:ext>
    </p:extLst>
  </p:cSld>
  <p:clrMapOvr>
    <a:masterClrMapping/>
  </p:clrMapOvr>
  <p:transition>
    <p:sndAc>
      <p:stSnd>
        <p:snd r:embed="rId1" name="click.wav"/>
      </p:stSnd>
    </p:sndAc>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49566662"/>
      </p:ext>
    </p:extLst>
  </p:cSld>
  <p:clrMapOvr>
    <a:masterClrMapping/>
  </p:clrMapOvr>
  <p:transition>
    <p:sndAc>
      <p:stSnd>
        <p:snd r:embed="rId1" name="click.wav"/>
      </p:stSnd>
    </p:sndAc>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38746869"/>
      </p:ext>
    </p:extLst>
  </p:cSld>
  <p:clrMapOvr>
    <a:masterClrMapping/>
  </p:clrMapOvr>
  <p:transition>
    <p:sndAc>
      <p:stSnd>
        <p:snd r:embed="rId1" name="click.wav"/>
      </p:stSnd>
    </p:sndAc>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7097283"/>
      </p:ext>
    </p:extLst>
  </p:cSld>
  <p:clrMapOvr>
    <a:masterClrMapping/>
  </p:clrMapOvr>
  <p:transition>
    <p:sndAc>
      <p:stSnd>
        <p:snd r:embed="rId1" name="click.wav"/>
      </p:stSnd>
    </p:sndAc>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15920013"/>
      </p:ext>
    </p:extLst>
  </p:cSld>
  <p:clrMapOvr>
    <a:masterClrMapping/>
  </p:clrMapOvr>
  <p:transition>
    <p:sndAc>
      <p:stSnd>
        <p:snd r:embed="rId1" name="click.wav"/>
      </p:stSnd>
    </p:sndAc>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38145163"/>
      </p:ext>
    </p:extLst>
  </p:cSld>
  <p:clrMapOvr>
    <a:masterClrMapping/>
  </p:clrMapOvr>
  <p:transition>
    <p:sndAc>
      <p:stSnd>
        <p:snd r:embed="rId1" name="click.wav"/>
      </p:stSnd>
    </p:sndAc>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621403508"/>
      </p:ext>
    </p:extLst>
  </p:cSld>
  <p:clrMapOvr>
    <a:masterClrMapping/>
  </p:clrMapOvr>
  <p:transition>
    <p:sndAc>
      <p:stSnd>
        <p:snd r:embed="rId1" name="click.wav"/>
      </p:stSnd>
    </p:sndAc>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74939897"/>
      </p:ext>
    </p:extLst>
  </p:cSld>
  <p:clrMapOvr>
    <a:masterClrMapping/>
  </p:clrMapOvr>
  <p:transition>
    <p:sndAc>
      <p:stSnd>
        <p:snd r:embed="rId1" name="click.wav"/>
      </p:stSnd>
    </p:sndAc>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3246867"/>
      </p:ext>
    </p:extLst>
  </p:cSld>
  <p:clrMapOvr>
    <a:masterClrMapping/>
  </p:clrMapOvr>
  <p:transition>
    <p:sndAc>
      <p:stSnd>
        <p:snd r:embed="rId1" name="click.wav"/>
      </p:stSnd>
    </p:sndAc>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88662026"/>
      </p:ext>
    </p:extLst>
  </p:cSld>
  <p:clrMapOvr>
    <a:masterClrMapping/>
  </p:clrMapOvr>
  <p:transition>
    <p:sndAc>
      <p:stSnd>
        <p:snd r:embed="rId1" name="click.wav"/>
      </p:stSnd>
    </p:sndAc>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18030653"/>
      </p:ext>
    </p:extLst>
  </p:cSld>
  <p:clrMapOvr>
    <a:masterClrMapping/>
  </p:clrMapOvr>
  <p:transition>
    <p:sndAc>
      <p:stSnd>
        <p:snd r:embed="rId1" name="click.wav"/>
      </p:stSnd>
    </p:sndAc>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06472387"/>
      </p:ext>
    </p:extLst>
  </p:cSld>
  <p:clrMapOvr>
    <a:masterClrMapping/>
  </p:clrMapOvr>
  <p:transition>
    <p:sndAc>
      <p:stSnd>
        <p:snd r:embed="rId1" name="click.wav"/>
      </p:stSnd>
    </p:sndAc>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02101404"/>
      </p:ext>
    </p:extLst>
  </p:cSld>
  <p:clrMapOvr>
    <a:masterClrMapping/>
  </p:clrMapOvr>
  <p:transition>
    <p:sndAc>
      <p:stSnd>
        <p:snd r:embed="rId1" name="click.wav"/>
      </p:stSnd>
    </p:sndAc>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547387"/>
      </p:ext>
    </p:extLst>
  </p:cSld>
  <p:clrMapOvr>
    <a:masterClrMapping/>
  </p:clrMapOvr>
  <p:transition>
    <p:sndAc>
      <p:stSnd>
        <p:snd r:embed="rId1" name="click.wav"/>
      </p:stSnd>
    </p:sndAc>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960485046"/>
      </p:ext>
    </p:extLst>
  </p:cSld>
  <p:clrMapOvr>
    <a:masterClrMapping/>
  </p:clrMapOvr>
  <p:transition>
    <p:sndAc>
      <p:stSnd>
        <p:snd r:embed="rId1" name="click.wav"/>
      </p:stSnd>
    </p:sndAc>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8492034"/>
      </p:ext>
    </p:extLst>
  </p:cSld>
  <p:clrMapOvr>
    <a:masterClrMapping/>
  </p:clrMapOvr>
  <p:transition>
    <p:sndAc>
      <p:stSnd>
        <p:snd r:embed="rId1" name="click.wav"/>
      </p:stSnd>
    </p:sndAc>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81896993"/>
      </p:ext>
    </p:extLst>
  </p:cSld>
  <p:clrMapOvr>
    <a:masterClrMapping/>
  </p:clrMapOvr>
  <p:transition>
    <p:sndAc>
      <p:stSnd>
        <p:snd r:embed="rId1" name="click.wav"/>
      </p:stSnd>
    </p:sndAc>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13610"/>
      </p:ext>
    </p:extLst>
  </p:cSld>
  <p:clrMapOvr>
    <a:masterClrMapping/>
  </p:clrMapOvr>
  <p:transition>
    <p:sndAc>
      <p:stSnd>
        <p:snd r:embed="rId1" name="click.wav"/>
      </p:stSnd>
    </p:sndAc>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3682717"/>
      </p:ext>
    </p:extLst>
  </p:cSld>
  <p:clrMapOvr>
    <a:masterClrMapping/>
  </p:clrMapOvr>
  <p:transition>
    <p:sndAc>
      <p:stSnd>
        <p:snd r:embed="rId1" name="click.wav"/>
      </p:stSnd>
    </p:sndAc>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3426679024"/>
      </p:ext>
    </p:extLst>
  </p:cSld>
  <p:clrMapOvr>
    <a:masterClrMapping/>
  </p:clrMapOvr>
  <p:transition>
    <p:sndAc>
      <p:stSnd>
        <p:snd r:embed="rId1" name="click.wav"/>
      </p:stSnd>
    </p:sndAc>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04154800"/>
      </p:ext>
    </p:extLst>
  </p:cSld>
  <p:clrMapOvr>
    <a:masterClrMapping/>
  </p:clrMapOvr>
  <p:transition>
    <p:sndAc>
      <p:stSnd>
        <p:snd r:embed="rId1" name="click.wav"/>
      </p:stSnd>
    </p:sndAc>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69375378"/>
      </p:ext>
    </p:extLst>
  </p:cSld>
  <p:clrMapOvr>
    <a:masterClrMapping/>
  </p:clrMapOvr>
  <p:transition>
    <p:sndAc>
      <p:stSnd>
        <p:snd r:embed="rId1" name="click.wav"/>
      </p:stSnd>
    </p:sndAc>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24329815"/>
      </p:ext>
    </p:extLst>
  </p:cSld>
  <p:clrMapOvr>
    <a:masterClrMapping/>
  </p:clrMapOvr>
  <p:transition>
    <p:sndAc>
      <p:stSnd>
        <p:snd r:embed="rId1" name="click.wav"/>
      </p:stSnd>
    </p:sndAc>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97252715"/>
      </p:ext>
    </p:extLst>
  </p:cSld>
  <p:clrMapOvr>
    <a:masterClrMapping/>
  </p:clrMapOvr>
  <p:transition>
    <p:sndAc>
      <p:stSnd>
        <p:snd r:embed="rId1" name="click.wav"/>
      </p:stSnd>
    </p:sndAc>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02301705"/>
      </p:ext>
    </p:extLst>
  </p:cSld>
  <p:clrMapOvr>
    <a:masterClrMapping/>
  </p:clrMapOvr>
  <p:transition>
    <p:sndAc>
      <p:stSnd>
        <p:snd r:embed="rId1" name="click.wav"/>
      </p:stSnd>
    </p:sndAc>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62829507"/>
      </p:ext>
    </p:extLst>
  </p:cSld>
  <p:clrMapOvr>
    <a:masterClrMapping/>
  </p:clrMapOvr>
  <p:transition>
    <p:sndAc>
      <p:stSnd>
        <p:snd r:embed="rId1" name="click.wav"/>
      </p:stSnd>
    </p:sndAc>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5251152"/>
      </p:ext>
    </p:extLst>
  </p:cSld>
  <p:clrMapOvr>
    <a:masterClrMapping/>
  </p:clrMapOvr>
  <p:transition>
    <p:sndAc>
      <p:stSnd>
        <p:snd r:embed="rId1" name="click.wav"/>
      </p:stSnd>
    </p:sndAc>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25928568"/>
      </p:ext>
    </p:extLst>
  </p:cSld>
  <p:clrMapOvr>
    <a:masterClrMapping/>
  </p:clrMapOvr>
  <p:transition>
    <p:sndAc>
      <p:stSnd>
        <p:snd r:embed="rId1" name="click.wav"/>
      </p:stSnd>
    </p:sndAc>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9930832"/>
      </p:ext>
    </p:extLst>
  </p:cSld>
  <p:clrMapOvr>
    <a:masterClrMapping/>
  </p:clrMapOvr>
  <p:transition>
    <p:sndAc>
      <p:stSnd>
        <p:snd r:embed="rId1" name="click.wav"/>
      </p:stSnd>
    </p:sndAc>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50784113"/>
      </p:ext>
    </p:extLst>
  </p:cSld>
  <p:clrMapOvr>
    <a:masterClrMapping/>
  </p:clrMapOvr>
  <p:transition>
    <p:sndAc>
      <p:stSnd>
        <p:snd r:embed="rId1" name="click.wav"/>
      </p:stSnd>
    </p:sndAc>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65460214"/>
      </p:ext>
    </p:extLst>
  </p:cSld>
  <p:clrMapOvr>
    <a:masterClrMapping/>
  </p:clrMapOvr>
  <p:transition>
    <p:sndAc>
      <p:stSnd>
        <p:snd r:embed="rId1" name="click.wav"/>
      </p:stSnd>
    </p:sndAc>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75168846"/>
      </p:ext>
    </p:extLst>
  </p:cSld>
  <p:clrMapOvr>
    <a:masterClrMapping/>
  </p:clrMapOvr>
  <p:transition>
    <p:sndAc>
      <p:stSnd>
        <p:snd r:embed="rId1" name="click.wav"/>
      </p:stSnd>
    </p:sndAc>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1025248049"/>
      </p:ext>
    </p:extLst>
  </p:cSld>
  <p:clrMapOvr>
    <a:masterClrMapping/>
  </p:clrMapOvr>
  <p:transition>
    <p:sndAc>
      <p:stSnd>
        <p:snd r:embed="rId1" name="click.wav"/>
      </p:stSnd>
    </p:sndAc>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80291505"/>
      </p:ext>
    </p:extLst>
  </p:cSld>
  <p:clrMapOvr>
    <a:masterClrMapping/>
  </p:clrMapOvr>
  <p:transition>
    <p:sndAc>
      <p:stSnd>
        <p:snd r:embed="rId1" name="click.wav"/>
      </p:stSnd>
    </p:sndAc>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12143027"/>
      </p:ext>
    </p:extLst>
  </p:cSld>
  <p:clrMapOvr>
    <a:masterClrMapping/>
  </p:clrMapOvr>
  <p:transition>
    <p:sndAc>
      <p:stSnd>
        <p:snd r:embed="rId1" name="click.wav"/>
      </p:stSnd>
    </p:sndAc>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26944765"/>
      </p:ext>
    </p:extLst>
  </p:cSld>
  <p:clrMapOvr>
    <a:masterClrMapping/>
  </p:clrMapOvr>
  <p:transition>
    <p:sndAc>
      <p:stSnd>
        <p:snd r:embed="rId1" name="click.wav"/>
      </p:stSnd>
    </p:sndAc>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46126300"/>
      </p:ext>
    </p:extLst>
  </p:cSld>
  <p:clrMapOvr>
    <a:masterClrMapping/>
  </p:clrMapOvr>
  <p:transition>
    <p:sndAc>
      <p:stSnd>
        <p:snd r:embed="rId1" name="click.wav"/>
      </p:stSnd>
    </p:sndAc>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91287960"/>
      </p:ext>
    </p:extLst>
  </p:cSld>
  <p:clrMapOvr>
    <a:masterClrMapping/>
  </p:clrMapOvr>
  <p:transition>
    <p:sndAc>
      <p:stSnd>
        <p:snd r:embed="rId1" name="click.wav"/>
      </p:stSnd>
    </p:sndAc>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2540367"/>
      </p:ext>
    </p:extLst>
  </p:cSld>
  <p:clrMapOvr>
    <a:masterClrMapping/>
  </p:clrMapOvr>
  <p:transition>
    <p:sndAc>
      <p:stSnd>
        <p:snd r:embed="rId1" name="click.wav"/>
      </p:stSnd>
    </p:sndAc>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31894227"/>
      </p:ext>
    </p:extLst>
  </p:cSld>
  <p:clrMapOvr>
    <a:masterClrMapping/>
  </p:clrMapOvr>
  <p:transition>
    <p:sndAc>
      <p:stSnd>
        <p:snd r:embed="rId1" name="click.wav"/>
      </p:stSnd>
    </p:sndAc>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88277242"/>
      </p:ext>
    </p:extLst>
  </p:cSld>
  <p:clrMapOvr>
    <a:masterClrMapping/>
  </p:clrMapOvr>
  <p:transition>
    <p:sndAc>
      <p:stSnd>
        <p:snd r:embed="rId1" name="click.wav"/>
      </p:stSnd>
    </p:sndAc>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01847582"/>
      </p:ext>
    </p:extLst>
  </p:cSld>
  <p:clrMapOvr>
    <a:masterClrMapping/>
  </p:clrMapOvr>
  <p:transition>
    <p:sndAc>
      <p:stSnd>
        <p:snd r:embed="rId1" name="click.wav"/>
      </p:stSnd>
    </p:sndAc>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9058961"/>
      </p:ext>
    </p:extLst>
  </p:cSld>
  <p:clrMapOvr>
    <a:masterClrMapping/>
  </p:clrMapOvr>
  <p:transition>
    <p:sndAc>
      <p:stSnd>
        <p:snd r:embed="rId1" name="click.wav"/>
      </p:stSnd>
    </p:sndAc>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5318916"/>
      </p:ext>
    </p:extLst>
  </p:cSld>
  <p:clrMapOvr>
    <a:masterClrMapping/>
  </p:clrMapOvr>
  <p:transition>
    <p:sndAc>
      <p:stSnd>
        <p:snd r:embed="rId1" name="click.wav"/>
      </p:stSnd>
    </p:sndAc>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23595971"/>
      </p:ext>
    </p:extLst>
  </p:cSld>
  <p:clrMapOvr>
    <a:masterClrMapping/>
  </p:clrMapOvr>
  <p:transition>
    <p:sndAc>
      <p:stSnd>
        <p:snd r:embed="rId1" name="click.wav"/>
      </p:stSnd>
    </p:sndAc>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1355960792"/>
      </p:ext>
    </p:extLst>
  </p:cSld>
  <p:clrMapOvr>
    <a:masterClrMapping/>
  </p:clrMapOvr>
  <p:transition>
    <p:sndAc>
      <p:stSnd>
        <p:snd r:embed="rId1" name="click.wav"/>
      </p:stSnd>
    </p:sndAc>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13342623"/>
      </p:ext>
    </p:extLst>
  </p:cSld>
  <p:clrMapOvr>
    <a:masterClrMapping/>
  </p:clrMapOvr>
  <p:transition>
    <p:sndAc>
      <p:stSnd>
        <p:snd r:embed="rId1" name="click.wav"/>
      </p:stSnd>
    </p:sndAc>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858420"/>
      </p:ext>
    </p:extLst>
  </p:cSld>
  <p:clrMapOvr>
    <a:masterClrMapping/>
  </p:clrMapOvr>
  <p:transition>
    <p:sndAc>
      <p:stSnd>
        <p:snd r:embed="rId1" name="click.wav"/>
      </p:stSnd>
    </p:sndAc>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743606057"/>
      </p:ext>
    </p:extLst>
  </p:cSld>
  <p:clrMapOvr>
    <a:masterClrMapping/>
  </p:clrMapOvr>
  <p:transition>
    <p:sndAc>
      <p:stSnd>
        <p:snd r:embed="rId1" name="click.wav"/>
      </p:stSnd>
    </p:sndAc>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9427717"/>
      </p:ext>
    </p:extLst>
  </p:cSld>
  <p:clrMapOvr>
    <a:masterClrMapping/>
  </p:clrMapOvr>
  <p:transition>
    <p:sndAc>
      <p:stSnd>
        <p:snd r:embed="rId1" name="click.wav"/>
      </p:stSnd>
    </p:sndAc>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8434800"/>
      </p:ext>
    </p:extLst>
  </p:cSld>
  <p:clrMapOvr>
    <a:masterClrMapping/>
  </p:clrMapOvr>
  <p:transition>
    <p:sndAc>
      <p:stSnd>
        <p:snd r:embed="rId1" name="click.wav"/>
      </p:stSnd>
    </p:sndAc>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630658497"/>
      </p:ext>
    </p:extLst>
  </p:cSld>
  <p:clrMapOvr>
    <a:masterClrMapping/>
  </p:clrMapOvr>
  <p:transition>
    <p:sndAc>
      <p:stSnd>
        <p:snd r:embed="rId1" name="click.wav"/>
      </p:stSnd>
    </p:sndAc>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68846901"/>
      </p:ext>
    </p:extLst>
  </p:cSld>
  <p:clrMapOvr>
    <a:masterClrMapping/>
  </p:clrMapOvr>
  <p:transition>
    <p:sndAc>
      <p:stSnd>
        <p:snd r:embed="rId1" name="click.wav"/>
      </p:stSnd>
    </p:sndAc>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09822718"/>
      </p:ext>
    </p:extLst>
  </p:cSld>
  <p:clrMapOvr>
    <a:masterClrMapping/>
  </p:clrMapOvr>
  <p:transition>
    <p:sndAc>
      <p:stSnd>
        <p:snd r:embed="rId1" name="click.wav"/>
      </p:stSnd>
    </p:sndAc>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07335033"/>
      </p:ext>
    </p:extLst>
  </p:cSld>
  <p:clrMapOvr>
    <a:masterClrMapping/>
  </p:clrMapOvr>
  <p:transition>
    <p:sndAc>
      <p:stSnd>
        <p:snd r:embed="rId1" name="click.wav"/>
      </p:stSnd>
    </p:sndAc>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86721700"/>
      </p:ext>
    </p:extLst>
  </p:cSld>
  <p:clrMapOvr>
    <a:masterClrMapping/>
  </p:clrMapOvr>
  <p:transition>
    <p:sndAc>
      <p:stSnd>
        <p:snd r:embed="rId1" name="click.wav"/>
      </p:stSnd>
    </p:sndAc>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28012029"/>
      </p:ext>
    </p:extLst>
  </p:cSld>
  <p:clrMapOvr>
    <a:masterClrMapping/>
  </p:clrMapOvr>
  <p:transition>
    <p:sndAc>
      <p:stSnd>
        <p:snd r:embed="rId1" name="click.wav"/>
      </p:stSnd>
    </p:sndAc>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3461434473"/>
      </p:ext>
    </p:extLst>
  </p:cSld>
  <p:clrMapOvr>
    <a:masterClrMapping/>
  </p:clrMapOvr>
  <p:transition>
    <p:sndAc>
      <p:stSnd>
        <p:snd r:embed="rId1" name="click.wav"/>
      </p:stSnd>
    </p:sndAc>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93639158"/>
      </p:ext>
    </p:extLst>
  </p:cSld>
  <p:clrMapOvr>
    <a:masterClrMapping/>
  </p:clrMapOvr>
  <p:transition>
    <p:sndAc>
      <p:stSnd>
        <p:snd r:embed="rId1" name="click.wav"/>
      </p:stSnd>
    </p:sndAc>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3145481"/>
      </p:ext>
    </p:extLst>
  </p:cSld>
  <p:clrMapOvr>
    <a:masterClrMapping/>
  </p:clrMapOvr>
  <p:transition>
    <p:sndAc>
      <p:stSnd>
        <p:snd r:embed="rId1" name="click.wav"/>
      </p:stSnd>
    </p:sndAc>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26803515"/>
      </p:ext>
    </p:extLst>
  </p:cSld>
  <p:clrMapOvr>
    <a:masterClrMapping/>
  </p:clrMapOvr>
  <p:transition>
    <p:sndAc>
      <p:stSnd>
        <p:snd r:embed="rId1" name="click.wav"/>
      </p:stSnd>
    </p:sndAc>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5366165"/>
      </p:ext>
    </p:extLst>
  </p:cSld>
  <p:clrMapOvr>
    <a:masterClrMapping/>
  </p:clrMapOvr>
  <p:transition>
    <p:sndAc>
      <p:stSnd>
        <p:snd r:embed="rId1" name="click.wav"/>
      </p:stSnd>
    </p:sndAc>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35448282"/>
      </p:ext>
    </p:extLst>
  </p:cSld>
  <p:clrMapOvr>
    <a:masterClrMapping/>
  </p:clrMapOvr>
  <p:transition>
    <p:sndAc>
      <p:stSnd>
        <p:snd r:embed="rId1" name="click.wav"/>
      </p:stSnd>
    </p:sndAc>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95563674"/>
      </p:ext>
    </p:extLst>
  </p:cSld>
  <p:clrMapOvr>
    <a:masterClrMapping/>
  </p:clrMapOvr>
  <p:transition>
    <p:sndAc>
      <p:stSnd>
        <p:snd r:embed="rId1" name="click.wav"/>
      </p:stSnd>
    </p:sndAc>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60918910"/>
      </p:ext>
    </p:extLst>
  </p:cSld>
  <p:clrMapOvr>
    <a:masterClrMapping/>
  </p:clrMapOvr>
  <p:transition>
    <p:sndAc>
      <p:stSnd>
        <p:snd r:embed="rId1" name="click.wav"/>
      </p:stSnd>
    </p:sndAc>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76465437"/>
      </p:ext>
    </p:extLst>
  </p:cSld>
  <p:clrMapOvr>
    <a:masterClrMapping/>
  </p:clrMapOvr>
  <p:transition>
    <p:sndAc>
      <p:stSnd>
        <p:snd r:embed="rId1" name="click.wav"/>
      </p:stSnd>
    </p:sndAc>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01326388"/>
      </p:ext>
    </p:extLst>
  </p:cSld>
  <p:clrMapOvr>
    <a:masterClrMapping/>
  </p:clrMapOvr>
  <p:transition>
    <p:sndAc>
      <p:stSnd>
        <p:snd r:embed="rId1" name="click.wav"/>
      </p:stSnd>
    </p:sndAc>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6057598"/>
      </p:ext>
    </p:extLst>
  </p:cSld>
  <p:clrMapOvr>
    <a:masterClrMapping/>
  </p:clrMapOvr>
  <p:transition>
    <p:sndAc>
      <p:stSnd>
        <p:snd r:embed="rId1" name="click.wav"/>
      </p:stSnd>
    </p:sndAc>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53603133"/>
      </p:ext>
    </p:extLst>
  </p:cSld>
  <p:clrMapOvr>
    <a:masterClrMapping/>
  </p:clrMapOvr>
  <p:transition>
    <p:sndAc>
      <p:stSnd>
        <p:snd r:embed="rId1" name="click.wav"/>
      </p:stSnd>
    </p:sndAc>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3571658195"/>
      </p:ext>
    </p:extLst>
  </p:cSld>
  <p:clrMapOvr>
    <a:masterClrMapping/>
  </p:clrMapOvr>
  <p:transition>
    <p:sndAc>
      <p:stSnd>
        <p:snd r:embed="rId1" name="click.wav"/>
      </p:stSnd>
    </p:sndAc>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68121723"/>
      </p:ext>
    </p:extLst>
  </p:cSld>
  <p:clrMapOvr>
    <a:masterClrMapping/>
  </p:clrMapOvr>
  <p:transition>
    <p:sndAc>
      <p:stSnd>
        <p:snd r:embed="rId1" name="click.wav"/>
      </p:stSnd>
    </p:sndAc>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54667162"/>
      </p:ext>
    </p:extLst>
  </p:cSld>
  <p:clrMapOvr>
    <a:masterClrMapping/>
  </p:clrMapOvr>
  <p:transition>
    <p:sndAc>
      <p:stSnd>
        <p:snd r:embed="rId1" name="click.wav"/>
      </p:stSnd>
    </p:sndAc>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3827590"/>
      </p:ext>
    </p:extLst>
  </p:cSld>
  <p:clrMapOvr>
    <a:masterClrMapping/>
  </p:clrMapOvr>
  <p:transition>
    <p:sndAc>
      <p:stSnd>
        <p:snd r:embed="rId1" name="click.wav"/>
      </p:stSnd>
    </p:sndAc>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341031474"/>
      </p:ext>
    </p:extLst>
  </p:cSld>
  <p:clrMapOvr>
    <a:masterClrMapping/>
  </p:clrMapOvr>
  <p:transition>
    <p:sndAc>
      <p:stSnd>
        <p:snd r:embed="rId1" name="click.wav"/>
      </p:stSnd>
    </p:sndAc>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4650275"/>
      </p:ext>
    </p:extLst>
  </p:cSld>
  <p:clrMapOvr>
    <a:masterClrMapping/>
  </p:clrMapOvr>
  <p:transition>
    <p:sndAc>
      <p:stSnd>
        <p:snd r:embed="rId1" name="click.wav"/>
      </p:stSnd>
    </p:sndAc>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9184944"/>
      </p:ext>
    </p:extLst>
  </p:cSld>
  <p:clrMapOvr>
    <a:masterClrMapping/>
  </p:clrMapOvr>
  <p:transition>
    <p:sndAc>
      <p:stSnd>
        <p:snd r:embed="rId1" name="click.wav"/>
      </p:stSnd>
    </p:sndAc>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670965"/>
      </p:ext>
    </p:extLst>
  </p:cSld>
  <p:clrMapOvr>
    <a:masterClrMapping/>
  </p:clrMapOvr>
  <p:transition>
    <p:sndAc>
      <p:stSnd>
        <p:snd r:embed="rId1" name="click.wav"/>
      </p:stSnd>
    </p:sndAc>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26593935"/>
      </p:ext>
    </p:extLst>
  </p:cSld>
  <p:clrMapOvr>
    <a:masterClrMapping/>
  </p:clrMapOvr>
  <p:transition>
    <p:sndAc>
      <p:stSnd>
        <p:snd r:embed="rId1" name="click.wav"/>
      </p:stSnd>
    </p:sndAc>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3959227"/>
      </p:ext>
    </p:extLst>
  </p:cSld>
  <p:clrMapOvr>
    <a:masterClrMapping/>
  </p:clrMapOvr>
  <p:transition>
    <p:sndAc>
      <p:stSnd>
        <p:snd r:embed="rId1" name="click.wav"/>
      </p:stSnd>
    </p:sndAc>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950943351"/>
      </p:ext>
    </p:extLst>
  </p:cSld>
  <p:clrMapOvr>
    <a:masterClrMapping/>
  </p:clrMapOvr>
  <p:transition>
    <p:sndAc>
      <p:stSnd>
        <p:snd r:embed="rId1" name="click.wav"/>
      </p:stSnd>
    </p:sndAc>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093022"/>
      </p:ext>
    </p:extLst>
  </p:cSld>
  <p:clrMapOvr>
    <a:masterClrMapping/>
  </p:clrMapOvr>
  <p:transition>
    <p:sndAc>
      <p:stSnd>
        <p:snd r:embed="rId1" name="click.wav"/>
      </p:stSnd>
    </p:sndAc>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2094167900"/>
      </p:ext>
    </p:extLst>
  </p:cSld>
  <p:clrMapOvr>
    <a:masterClrMapping/>
  </p:clrMapOvr>
  <p:transition>
    <p:sndAc>
      <p:stSnd>
        <p:snd r:embed="rId1" name="click.wav"/>
      </p:stSnd>
    </p:sndAc>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25762673"/>
      </p:ext>
    </p:extLst>
  </p:cSld>
  <p:clrMapOvr>
    <a:masterClrMapping/>
  </p:clrMapOvr>
  <p:transition>
    <p:sndAc>
      <p:stSnd>
        <p:snd r:embed="rId1" name="click.wav"/>
      </p:stSnd>
    </p:sndAc>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380344"/>
      </p:ext>
    </p:extLst>
  </p:cSld>
  <p:clrMapOvr>
    <a:masterClrMapping/>
  </p:clrMapOvr>
  <p:transition>
    <p:sndAc>
      <p:stSnd>
        <p:snd r:embed="rId1" name="click.wav"/>
      </p:stSnd>
    </p:sndAc>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71960959"/>
      </p:ext>
    </p:extLst>
  </p:cSld>
  <p:clrMapOvr>
    <a:masterClrMapping/>
  </p:clrMapOvr>
  <p:transition>
    <p:sndAc>
      <p:stSnd>
        <p:snd r:embed="rId1" name="click.wav"/>
      </p:stSnd>
    </p:sndAc>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9628512"/>
      </p:ext>
    </p:extLst>
  </p:cSld>
  <p:clrMapOvr>
    <a:masterClrMapping/>
  </p:clrMapOvr>
  <p:transition>
    <p:sndAc>
      <p:stSnd>
        <p:snd r:embed="rId1" name="click.wav"/>
      </p:stSnd>
    </p:sndAc>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8744335"/>
      </p:ext>
    </p:extLst>
  </p:cSld>
  <p:clrMapOvr>
    <a:masterClrMapping/>
  </p:clrMapOvr>
  <p:transition>
    <p:sndAc>
      <p:stSnd>
        <p:snd r:embed="rId1" name="click.wav"/>
      </p:stSnd>
    </p:sndAc>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670145"/>
      </p:ext>
    </p:extLst>
  </p:cSld>
  <p:clrMapOvr>
    <a:masterClrMapping/>
  </p:clrMapOvr>
  <p:transition>
    <p:sndAc>
      <p:stSnd>
        <p:snd r:embed="rId1" name="click.wav"/>
      </p:stSnd>
    </p:sndAc>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49478109"/>
      </p:ext>
    </p:extLst>
  </p:cSld>
  <p:clrMapOvr>
    <a:masterClrMapping/>
  </p:clrMapOvr>
  <p:transition>
    <p:sndAc>
      <p:stSnd>
        <p:snd r:embed="rId1" name="click.wav"/>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audio" Target="../media/audio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image" Target="../media/image3.jpe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audio" Target="../media/audio1.bin"/><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6" Type="http://schemas.openxmlformats.org/officeDocument/2006/relationships/image" Target="../media/image4.jpeg"/><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audio" Target="../media/audio1.bin"/><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2" Type="http://schemas.openxmlformats.org/officeDocument/2006/relationships/slideLayout" Target="../slideLayouts/slideLayout40.xml"/><Relationship Id="rId16" Type="http://schemas.openxmlformats.org/officeDocument/2006/relationships/image" Target="../media/image5.jpeg"/><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audio" Target="../media/audio1.bin"/><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9.xml"/><Relationship Id="rId13" Type="http://schemas.openxmlformats.org/officeDocument/2006/relationships/slideLayout" Target="../slideLayouts/slideLayout64.xml"/><Relationship Id="rId3" Type="http://schemas.openxmlformats.org/officeDocument/2006/relationships/slideLayout" Target="../slideLayouts/slideLayout54.xml"/><Relationship Id="rId7" Type="http://schemas.openxmlformats.org/officeDocument/2006/relationships/slideLayout" Target="../slideLayouts/slideLayout58.xml"/><Relationship Id="rId12" Type="http://schemas.openxmlformats.org/officeDocument/2006/relationships/slideLayout" Target="../slideLayouts/slideLayout63.xml"/><Relationship Id="rId2" Type="http://schemas.openxmlformats.org/officeDocument/2006/relationships/slideLayout" Target="../slideLayouts/slideLayout53.xml"/><Relationship Id="rId16" Type="http://schemas.openxmlformats.org/officeDocument/2006/relationships/image" Target="../media/image6.jpeg"/><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slideLayout" Target="../slideLayouts/slideLayout62.xml"/><Relationship Id="rId5" Type="http://schemas.openxmlformats.org/officeDocument/2006/relationships/slideLayout" Target="../slideLayouts/slideLayout56.xml"/><Relationship Id="rId15" Type="http://schemas.openxmlformats.org/officeDocument/2006/relationships/audio" Target="../media/audio1.bin"/><Relationship Id="rId10" Type="http://schemas.openxmlformats.org/officeDocument/2006/relationships/slideLayout" Target="../slideLayouts/slideLayout61.xml"/><Relationship Id="rId4" Type="http://schemas.openxmlformats.org/officeDocument/2006/relationships/slideLayout" Target="../slideLayouts/slideLayout55.xml"/><Relationship Id="rId9" Type="http://schemas.openxmlformats.org/officeDocument/2006/relationships/slideLayout" Target="../slideLayouts/slideLayout60.xml"/><Relationship Id="rId1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2.xml"/><Relationship Id="rId13" Type="http://schemas.openxmlformats.org/officeDocument/2006/relationships/slideLayout" Target="../slideLayouts/slideLayout77.xml"/><Relationship Id="rId3" Type="http://schemas.openxmlformats.org/officeDocument/2006/relationships/slideLayout" Target="../slideLayouts/slideLayout67.xml"/><Relationship Id="rId7" Type="http://schemas.openxmlformats.org/officeDocument/2006/relationships/slideLayout" Target="../slideLayouts/slideLayout71.xml"/><Relationship Id="rId12" Type="http://schemas.openxmlformats.org/officeDocument/2006/relationships/slideLayout" Target="../slideLayouts/slideLayout76.xml"/><Relationship Id="rId2" Type="http://schemas.openxmlformats.org/officeDocument/2006/relationships/slideLayout" Target="../slideLayouts/slideLayout66.xml"/><Relationship Id="rId16" Type="http://schemas.openxmlformats.org/officeDocument/2006/relationships/image" Target="../media/image7.jpg"/><Relationship Id="rId1" Type="http://schemas.openxmlformats.org/officeDocument/2006/relationships/slideLayout" Target="../slideLayouts/slideLayout65.xml"/><Relationship Id="rId6" Type="http://schemas.openxmlformats.org/officeDocument/2006/relationships/slideLayout" Target="../slideLayouts/slideLayout70.xml"/><Relationship Id="rId11" Type="http://schemas.openxmlformats.org/officeDocument/2006/relationships/slideLayout" Target="../slideLayouts/slideLayout75.xml"/><Relationship Id="rId5" Type="http://schemas.openxmlformats.org/officeDocument/2006/relationships/slideLayout" Target="../slideLayouts/slideLayout69.xml"/><Relationship Id="rId15" Type="http://schemas.openxmlformats.org/officeDocument/2006/relationships/audio" Target="../media/audio1.bin"/><Relationship Id="rId10" Type="http://schemas.openxmlformats.org/officeDocument/2006/relationships/slideLayout" Target="../slideLayouts/slideLayout74.xml"/><Relationship Id="rId4" Type="http://schemas.openxmlformats.org/officeDocument/2006/relationships/slideLayout" Target="../slideLayouts/slideLayout68.xml"/><Relationship Id="rId9" Type="http://schemas.openxmlformats.org/officeDocument/2006/relationships/slideLayout" Target="../slideLayouts/slideLayout73.xml"/><Relationship Id="rId1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5.xml"/><Relationship Id="rId13" Type="http://schemas.openxmlformats.org/officeDocument/2006/relationships/theme" Target="../theme/theme7.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slideLayout" Target="../slideLayouts/slideLayout89.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5" Type="http://schemas.openxmlformats.org/officeDocument/2006/relationships/image" Target="../media/image8.jpeg"/><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 Id="rId14" Type="http://schemas.openxmlformats.org/officeDocument/2006/relationships/audio" Target="../media/audio1.bin"/></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7.xml"/><Relationship Id="rId13" Type="http://schemas.openxmlformats.org/officeDocument/2006/relationships/theme" Target="../theme/theme8.xml"/><Relationship Id="rId3" Type="http://schemas.openxmlformats.org/officeDocument/2006/relationships/slideLayout" Target="../slideLayouts/slideLayout92.xml"/><Relationship Id="rId7" Type="http://schemas.openxmlformats.org/officeDocument/2006/relationships/slideLayout" Target="../slideLayouts/slideLayout96.xml"/><Relationship Id="rId12" Type="http://schemas.openxmlformats.org/officeDocument/2006/relationships/slideLayout" Target="../slideLayouts/slideLayout101.xml"/><Relationship Id="rId2" Type="http://schemas.openxmlformats.org/officeDocument/2006/relationships/slideLayout" Target="../slideLayouts/slideLayout91.xml"/><Relationship Id="rId1" Type="http://schemas.openxmlformats.org/officeDocument/2006/relationships/slideLayout" Target="../slideLayouts/slideLayout90.xml"/><Relationship Id="rId6" Type="http://schemas.openxmlformats.org/officeDocument/2006/relationships/slideLayout" Target="../slideLayouts/slideLayout95.xml"/><Relationship Id="rId11" Type="http://schemas.openxmlformats.org/officeDocument/2006/relationships/slideLayout" Target="../slideLayouts/slideLayout100.xml"/><Relationship Id="rId5" Type="http://schemas.openxmlformats.org/officeDocument/2006/relationships/slideLayout" Target="../slideLayouts/slideLayout94.xml"/><Relationship Id="rId15" Type="http://schemas.openxmlformats.org/officeDocument/2006/relationships/image" Target="../media/image9.jpeg"/><Relationship Id="rId10" Type="http://schemas.openxmlformats.org/officeDocument/2006/relationships/slideLayout" Target="../slideLayouts/slideLayout99.xml"/><Relationship Id="rId4" Type="http://schemas.openxmlformats.org/officeDocument/2006/relationships/slideLayout" Target="../slideLayouts/slideLayout93.xml"/><Relationship Id="rId9" Type="http://schemas.openxmlformats.org/officeDocument/2006/relationships/slideLayout" Target="../slideLayouts/slideLayout98.xml"/><Relationship Id="rId14" Type="http://schemas.openxmlformats.org/officeDocument/2006/relationships/audio" Target="../media/audio1.bin"/></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9.xml"/><Relationship Id="rId13" Type="http://schemas.openxmlformats.org/officeDocument/2006/relationships/theme" Target="../theme/theme9.xml"/><Relationship Id="rId3" Type="http://schemas.openxmlformats.org/officeDocument/2006/relationships/slideLayout" Target="../slideLayouts/slideLayout104.xml"/><Relationship Id="rId7" Type="http://schemas.openxmlformats.org/officeDocument/2006/relationships/slideLayout" Target="../slideLayouts/slideLayout108.xml"/><Relationship Id="rId12" Type="http://schemas.openxmlformats.org/officeDocument/2006/relationships/slideLayout" Target="../slideLayouts/slideLayout113.xml"/><Relationship Id="rId2" Type="http://schemas.openxmlformats.org/officeDocument/2006/relationships/slideLayout" Target="../slideLayouts/slideLayout103.xml"/><Relationship Id="rId1" Type="http://schemas.openxmlformats.org/officeDocument/2006/relationships/slideLayout" Target="../slideLayouts/slideLayout102.xml"/><Relationship Id="rId6" Type="http://schemas.openxmlformats.org/officeDocument/2006/relationships/slideLayout" Target="../slideLayouts/slideLayout107.xml"/><Relationship Id="rId11" Type="http://schemas.openxmlformats.org/officeDocument/2006/relationships/slideLayout" Target="../slideLayouts/slideLayout112.xml"/><Relationship Id="rId5" Type="http://schemas.openxmlformats.org/officeDocument/2006/relationships/slideLayout" Target="../slideLayouts/slideLayout106.xml"/><Relationship Id="rId15" Type="http://schemas.openxmlformats.org/officeDocument/2006/relationships/image" Target="../media/image10.jpeg"/><Relationship Id="rId10" Type="http://schemas.openxmlformats.org/officeDocument/2006/relationships/slideLayout" Target="../slideLayouts/slideLayout111.xml"/><Relationship Id="rId4" Type="http://schemas.openxmlformats.org/officeDocument/2006/relationships/slideLayout" Target="../slideLayouts/slideLayout105.xml"/><Relationship Id="rId9" Type="http://schemas.openxmlformats.org/officeDocument/2006/relationships/slideLayout" Target="../slideLayouts/slideLayout110.xml"/><Relationship Id="rId14" Type="http://schemas.openxmlformats.org/officeDocument/2006/relationships/audio" Target="../media/audio1.bin"/></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21.xml"/><Relationship Id="rId13" Type="http://schemas.openxmlformats.org/officeDocument/2006/relationships/theme" Target="../theme/theme10.xml"/><Relationship Id="rId3" Type="http://schemas.openxmlformats.org/officeDocument/2006/relationships/slideLayout" Target="../slideLayouts/slideLayout116.xml"/><Relationship Id="rId7" Type="http://schemas.openxmlformats.org/officeDocument/2006/relationships/slideLayout" Target="../slideLayouts/slideLayout120.xml"/><Relationship Id="rId12" Type="http://schemas.openxmlformats.org/officeDocument/2006/relationships/slideLayout" Target="../slideLayouts/slideLayout125.xml"/><Relationship Id="rId2" Type="http://schemas.openxmlformats.org/officeDocument/2006/relationships/slideLayout" Target="../slideLayouts/slideLayout115.xml"/><Relationship Id="rId1" Type="http://schemas.openxmlformats.org/officeDocument/2006/relationships/slideLayout" Target="../slideLayouts/slideLayout114.xml"/><Relationship Id="rId6" Type="http://schemas.openxmlformats.org/officeDocument/2006/relationships/slideLayout" Target="../slideLayouts/slideLayout119.xml"/><Relationship Id="rId11" Type="http://schemas.openxmlformats.org/officeDocument/2006/relationships/slideLayout" Target="../slideLayouts/slideLayout124.xml"/><Relationship Id="rId5" Type="http://schemas.openxmlformats.org/officeDocument/2006/relationships/slideLayout" Target="../slideLayouts/slideLayout118.xml"/><Relationship Id="rId15" Type="http://schemas.openxmlformats.org/officeDocument/2006/relationships/image" Target="../media/image11.jpeg"/><Relationship Id="rId10" Type="http://schemas.openxmlformats.org/officeDocument/2006/relationships/slideLayout" Target="../slideLayouts/slideLayout123.xml"/><Relationship Id="rId4" Type="http://schemas.openxmlformats.org/officeDocument/2006/relationships/slideLayout" Target="../slideLayouts/slideLayout117.xml"/><Relationship Id="rId9" Type="http://schemas.openxmlformats.org/officeDocument/2006/relationships/slideLayout" Target="../slideLayouts/slideLayout122.xml"/><Relationship Id="rId14" Type="http://schemas.openxmlformats.org/officeDocument/2006/relationships/audio" Target="../media/audio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5" descr="Always Learning">
            <a:extLst>
              <a:ext uri="{FF2B5EF4-FFF2-40B4-BE49-F238E27FC236}">
                <a16:creationId xmlns:a16="http://schemas.microsoft.com/office/drawing/2014/main" id="{3B94A5EC-21A3-C7EE-ADC3-348E4DF7A17A}"/>
              </a:ext>
            </a:extLst>
          </p:cNvPr>
          <p:cNvPicPr>
            <a:picLocks noChangeAspect="1" noChangeArrowheads="1"/>
          </p:cNvPicPr>
          <p:nvPr/>
        </p:nvPicPr>
        <p:blipFill>
          <a:blip r:embed="rId15"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3C16AA13-905D-5202-1E26-68E3C21E253B}"/>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pic>
        <p:nvPicPr>
          <p:cNvPr id="1028" name="Picture 2">
            <a:extLst>
              <a:ext uri="{FF2B5EF4-FFF2-40B4-BE49-F238E27FC236}">
                <a16:creationId xmlns:a16="http://schemas.microsoft.com/office/drawing/2014/main" id="{96A689FF-8B47-679F-73A4-A5EFC0190457}"/>
              </a:ext>
            </a:extLst>
          </p:cNvPr>
          <p:cNvPicPr>
            <a:picLocks noChangeAspect="1" noChangeArrowheads="1"/>
          </p:cNvPicPr>
          <p:nvPr userDrawn="1"/>
        </p:nvPicPr>
        <p:blipFill>
          <a:blip r:embed="rId16" cstate="screen">
            <a:extLst>
              <a:ext uri="{28A0092B-C50C-407E-A947-70E740481C1C}">
                <a14:useLocalDpi xmlns:a14="http://schemas.microsoft.com/office/drawing/2010/main"/>
              </a:ext>
            </a:extLst>
          </a:blip>
          <a:srcRect/>
          <a:stretch/>
        </p:blipFill>
        <p:spPr bwMode="auto">
          <a:xfrm>
            <a:off x="-1390" y="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801" r:id="rId1"/>
    <p:sldLayoutId id="2147484802" r:id="rId2"/>
    <p:sldLayoutId id="2147484803" r:id="rId3"/>
    <p:sldLayoutId id="2147484804" r:id="rId4"/>
    <p:sldLayoutId id="2147484805" r:id="rId5"/>
    <p:sldLayoutId id="2147484806" r:id="rId6"/>
    <p:sldLayoutId id="2147484807" r:id="rId7"/>
    <p:sldLayoutId id="2147484808" r:id="rId8"/>
    <p:sldLayoutId id="2147484809" r:id="rId9"/>
    <p:sldLayoutId id="2147484810" r:id="rId10"/>
    <p:sldLayoutId id="2147484811" r:id="rId11"/>
    <p:sldLayoutId id="214748481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screen">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cSld>
  <p:clrMap bg1="lt1" tx1="dk1" bg2="lt2" tx2="dk2" accent1="accent1" accent2="accent2" accent3="accent3" accent4="accent4" accent5="accent5" accent6="accent6" hlink="hlink" folHlink="folHlink"/>
  <p:sldLayoutIdLst>
    <p:sldLayoutId id="2147484813" r:id="rId1"/>
    <p:sldLayoutId id="2147484814" r:id="rId2"/>
    <p:sldLayoutId id="2147484815" r:id="rId3"/>
    <p:sldLayoutId id="2147484816" r:id="rId4"/>
    <p:sldLayoutId id="2147484817" r:id="rId5"/>
    <p:sldLayoutId id="2147484818" r:id="rId6"/>
    <p:sldLayoutId id="2147484819" r:id="rId7"/>
    <p:sldLayoutId id="2147484820" r:id="rId8"/>
    <p:sldLayoutId id="2147484821" r:id="rId9"/>
    <p:sldLayoutId id="2147484822" r:id="rId10"/>
    <p:sldLayoutId id="2147484823" r:id="rId11"/>
    <p:sldLayoutId id="2147484824" r:id="rId12"/>
    <p:sldLayoutId id="2147484929"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screen">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2455103762"/>
      </p:ext>
    </p:extLst>
  </p:cSld>
  <p:clrMap bg1="lt1" tx1="dk1" bg2="lt2" tx2="dk2" accent1="accent1" accent2="accent2" accent3="accent3" accent4="accent4" accent5="accent5" accent6="accent6" hlink="hlink" folHlink="folHlink"/>
  <p:sldLayoutIdLst>
    <p:sldLayoutId id="2147484826" r:id="rId1"/>
    <p:sldLayoutId id="2147484827" r:id="rId2"/>
    <p:sldLayoutId id="2147484828" r:id="rId3"/>
    <p:sldLayoutId id="2147484829" r:id="rId4"/>
    <p:sldLayoutId id="2147484830" r:id="rId5"/>
    <p:sldLayoutId id="2147484831" r:id="rId6"/>
    <p:sldLayoutId id="2147484832" r:id="rId7"/>
    <p:sldLayoutId id="2147484833" r:id="rId8"/>
    <p:sldLayoutId id="2147484834" r:id="rId9"/>
    <p:sldLayoutId id="2147484835" r:id="rId10"/>
    <p:sldLayoutId id="2147484836" r:id="rId11"/>
    <p:sldLayoutId id="2147484837" r:id="rId12"/>
    <p:sldLayoutId id="2147484930"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screen">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770692123"/>
      </p:ext>
    </p:extLst>
  </p:cSld>
  <p:clrMap bg1="lt1" tx1="dk1" bg2="lt2" tx2="dk2" accent1="accent1" accent2="accent2" accent3="accent3" accent4="accent4" accent5="accent5" accent6="accent6" hlink="hlink" folHlink="folHlink"/>
  <p:sldLayoutIdLst>
    <p:sldLayoutId id="2147484839" r:id="rId1"/>
    <p:sldLayoutId id="2147484840" r:id="rId2"/>
    <p:sldLayoutId id="2147484841" r:id="rId3"/>
    <p:sldLayoutId id="2147484842" r:id="rId4"/>
    <p:sldLayoutId id="2147484843" r:id="rId5"/>
    <p:sldLayoutId id="2147484844" r:id="rId6"/>
    <p:sldLayoutId id="2147484845" r:id="rId7"/>
    <p:sldLayoutId id="2147484846" r:id="rId8"/>
    <p:sldLayoutId id="2147484847" r:id="rId9"/>
    <p:sldLayoutId id="2147484848" r:id="rId10"/>
    <p:sldLayoutId id="2147484849" r:id="rId11"/>
    <p:sldLayoutId id="2147484850" r:id="rId12"/>
    <p:sldLayoutId id="2147484931"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screen">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3909356872"/>
      </p:ext>
    </p:extLst>
  </p:cSld>
  <p:clrMap bg1="lt1" tx1="dk1" bg2="lt2" tx2="dk2" accent1="accent1" accent2="accent2" accent3="accent3" accent4="accent4" accent5="accent5" accent6="accent6" hlink="hlink" folHlink="folHlink"/>
  <p:sldLayoutIdLst>
    <p:sldLayoutId id="2147484852" r:id="rId1"/>
    <p:sldLayoutId id="2147484853" r:id="rId2"/>
    <p:sldLayoutId id="2147484854" r:id="rId3"/>
    <p:sldLayoutId id="2147484855" r:id="rId4"/>
    <p:sldLayoutId id="2147484856" r:id="rId5"/>
    <p:sldLayoutId id="2147484857" r:id="rId6"/>
    <p:sldLayoutId id="2147484858" r:id="rId7"/>
    <p:sldLayoutId id="2147484859" r:id="rId8"/>
    <p:sldLayoutId id="2147484860" r:id="rId9"/>
    <p:sldLayoutId id="2147484861" r:id="rId10"/>
    <p:sldLayoutId id="2147484862" r:id="rId11"/>
    <p:sldLayoutId id="2147484863" r:id="rId12"/>
    <p:sldLayoutId id="2147484932"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
        <p:nvSpPr>
          <p:cNvPr id="2" name="Footer Placeholder 2">
            <a:extLst>
              <a:ext uri="{FF2B5EF4-FFF2-40B4-BE49-F238E27FC236}">
                <a16:creationId xmlns:a16="http://schemas.microsoft.com/office/drawing/2014/main" id="{FD4D5B0C-4F4E-399C-74F5-8C9D8B2A3FAD}"/>
              </a:ext>
            </a:extLst>
          </p:cNvPr>
          <p:cNvSpPr txBox="1">
            <a:spLocks/>
          </p:cNvSpPr>
          <p:nvPr userDrawn="1"/>
        </p:nvSpPr>
        <p:spPr bwMode="auto">
          <a:xfrm>
            <a:off x="7956376" y="6525344"/>
            <a:ext cx="1080120" cy="216719"/>
          </a:xfrm>
          <a:prstGeom prst="rect">
            <a:avLst/>
          </a:prstGeom>
          <a:noFill/>
        </p:spPr>
        <p:txBody>
          <a:bodyPr vert="horz" wrap="square" lIns="91440" tIns="45720" rIns="91440" bIns="45720" numCol="1" rtlCol="1" anchor="t" anchorCtr="0" compatLnSpc="1">
            <a:prstTxWarp prst="textNoShape">
              <a:avLst/>
            </a:prstTxWarp>
            <a:noAutofit/>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rtl="1">
              <a:lnSpc>
                <a:spcPct val="90000"/>
              </a:lnSpc>
              <a:spcAft>
                <a:spcPts val="600"/>
              </a:spcAft>
              <a:defRPr/>
            </a:pPr>
            <a:r>
              <a:rPr lang="en-US" sz="1100" b="0" i="0">
                <a:solidFill>
                  <a:srgbClr val="444444"/>
                </a:solidFill>
                <a:effectLst/>
              </a:rPr>
              <a:t>A103000359740</a:t>
            </a:r>
            <a:endParaRPr lang="en-US" sz="1100"/>
          </a:p>
        </p:txBody>
      </p:sp>
      <p:pic>
        <p:nvPicPr>
          <p:cNvPr id="3" name="Picture 8">
            <a:extLst>
              <a:ext uri="{FF2B5EF4-FFF2-40B4-BE49-F238E27FC236}">
                <a16:creationId xmlns:a16="http://schemas.microsoft.com/office/drawing/2014/main" id="{FA597BEA-4501-60A9-DD5D-228A6B905F70}"/>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28825263"/>
      </p:ext>
    </p:extLst>
  </p:cSld>
  <p:clrMap bg1="lt1" tx1="dk1" bg2="lt2" tx2="dk2" accent1="accent1" accent2="accent2" accent3="accent3" accent4="accent4" accent5="accent5" accent6="accent6" hlink="hlink" folHlink="folHlink"/>
  <p:sldLayoutIdLst>
    <p:sldLayoutId id="2147484865" r:id="rId1"/>
    <p:sldLayoutId id="2147484866" r:id="rId2"/>
    <p:sldLayoutId id="2147484867" r:id="rId3"/>
    <p:sldLayoutId id="2147484868" r:id="rId4"/>
    <p:sldLayoutId id="2147484869" r:id="rId5"/>
    <p:sldLayoutId id="2147484870" r:id="rId6"/>
    <p:sldLayoutId id="2147484871" r:id="rId7"/>
    <p:sldLayoutId id="2147484872" r:id="rId8"/>
    <p:sldLayoutId id="2147484873" r:id="rId9"/>
    <p:sldLayoutId id="2147484874" r:id="rId10"/>
    <p:sldLayoutId id="2147484875" r:id="rId11"/>
    <p:sldLayoutId id="2147484876" r:id="rId12"/>
    <p:sldLayoutId id="2147484933"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screen">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3701897197"/>
      </p:ext>
    </p:extLst>
  </p:cSld>
  <p:clrMap bg1="lt1" tx1="dk1" bg2="lt2" tx2="dk2" accent1="accent1" accent2="accent2" accent3="accent3" accent4="accent4" accent5="accent5" accent6="accent6" hlink="hlink" folHlink="folHlink"/>
  <p:sldLayoutIdLst>
    <p:sldLayoutId id="2147484878" r:id="rId1"/>
    <p:sldLayoutId id="2147484879" r:id="rId2"/>
    <p:sldLayoutId id="2147484880" r:id="rId3"/>
    <p:sldLayoutId id="2147484881" r:id="rId4"/>
    <p:sldLayoutId id="2147484882" r:id="rId5"/>
    <p:sldLayoutId id="2147484883" r:id="rId6"/>
    <p:sldLayoutId id="2147484884" r:id="rId7"/>
    <p:sldLayoutId id="2147484885" r:id="rId8"/>
    <p:sldLayoutId id="2147484886" r:id="rId9"/>
    <p:sldLayoutId id="2147484887" r:id="rId10"/>
    <p:sldLayoutId id="2147484888" r:id="rId11"/>
    <p:sldLayoutId id="2147484889"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screen">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2182471028"/>
      </p:ext>
    </p:extLst>
  </p:cSld>
  <p:clrMap bg1="lt1" tx1="dk1" bg2="lt2" tx2="dk2" accent1="accent1" accent2="accent2" accent3="accent3" accent4="accent4" accent5="accent5" accent6="accent6" hlink="hlink" folHlink="folHlink"/>
  <p:sldLayoutIdLst>
    <p:sldLayoutId id="2147484891" r:id="rId1"/>
    <p:sldLayoutId id="2147484892" r:id="rId2"/>
    <p:sldLayoutId id="2147484893" r:id="rId3"/>
    <p:sldLayoutId id="2147484894" r:id="rId4"/>
    <p:sldLayoutId id="2147484895" r:id="rId5"/>
    <p:sldLayoutId id="2147484896" r:id="rId6"/>
    <p:sldLayoutId id="2147484897" r:id="rId7"/>
    <p:sldLayoutId id="2147484898" r:id="rId8"/>
    <p:sldLayoutId id="2147484899" r:id="rId9"/>
    <p:sldLayoutId id="2147484900" r:id="rId10"/>
    <p:sldLayoutId id="2147484901" r:id="rId11"/>
    <p:sldLayoutId id="214748490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screen">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2310322001"/>
      </p:ext>
    </p:extLst>
  </p:cSld>
  <p:clrMap bg1="lt1" tx1="dk1" bg2="lt2" tx2="dk2" accent1="accent1" accent2="accent2" accent3="accent3" accent4="accent4" accent5="accent5" accent6="accent6" hlink="hlink" folHlink="folHlink"/>
  <p:sldLayoutIdLst>
    <p:sldLayoutId id="2147484904" r:id="rId1"/>
    <p:sldLayoutId id="2147484905" r:id="rId2"/>
    <p:sldLayoutId id="2147484906" r:id="rId3"/>
    <p:sldLayoutId id="2147484907" r:id="rId4"/>
    <p:sldLayoutId id="2147484908" r:id="rId5"/>
    <p:sldLayoutId id="2147484909" r:id="rId6"/>
    <p:sldLayoutId id="2147484910" r:id="rId7"/>
    <p:sldLayoutId id="2147484911" r:id="rId8"/>
    <p:sldLayoutId id="2147484912" r:id="rId9"/>
    <p:sldLayoutId id="2147484913" r:id="rId10"/>
    <p:sldLayoutId id="2147484914" r:id="rId11"/>
    <p:sldLayoutId id="2147484915"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screen">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1512674478"/>
      </p:ext>
    </p:extLst>
  </p:cSld>
  <p:clrMap bg1="lt1" tx1="dk1" bg2="lt2" tx2="dk2" accent1="accent1" accent2="accent2" accent3="accent3" accent4="accent4" accent5="accent5" accent6="accent6" hlink="hlink" folHlink="folHlink"/>
  <p:sldLayoutIdLst>
    <p:sldLayoutId id="2147484917" r:id="rId1"/>
    <p:sldLayoutId id="2147484918" r:id="rId2"/>
    <p:sldLayoutId id="2147484919" r:id="rId3"/>
    <p:sldLayoutId id="2147484920" r:id="rId4"/>
    <p:sldLayoutId id="2147484921" r:id="rId5"/>
    <p:sldLayoutId id="2147484922" r:id="rId6"/>
    <p:sldLayoutId id="2147484923" r:id="rId7"/>
    <p:sldLayoutId id="2147484924" r:id="rId8"/>
    <p:sldLayoutId id="2147484925" r:id="rId9"/>
    <p:sldLayoutId id="2147484926" r:id="rId10"/>
    <p:sldLayoutId id="2147484927" r:id="rId11"/>
    <p:sldLayoutId id="2147484928"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xml"/><Relationship Id="rId1" Type="http://schemas.openxmlformats.org/officeDocument/2006/relationships/slideLayout" Target="../slideLayouts/slideLayout65.xml"/></Relationships>
</file>

<file path=ppt/slides/_rels/slide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xml"/><Relationship Id="rId1" Type="http://schemas.openxmlformats.org/officeDocument/2006/relationships/slideLayout" Target="../slideLayouts/slideLayout77.xml"/></Relationships>
</file>

<file path=ppt/slides/_rels/slide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xml"/><Relationship Id="rId1" Type="http://schemas.openxmlformats.org/officeDocument/2006/relationships/slideLayout" Target="../slideLayouts/slideLayout77.xml"/></Relationships>
</file>

<file path=ppt/slides/_rels/slide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xml"/><Relationship Id="rId1" Type="http://schemas.openxmlformats.org/officeDocument/2006/relationships/slideLayout" Target="../slideLayouts/slideLayout77.xml"/></Relationships>
</file>

<file path=ppt/slides/_rels/slide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audio" Target="../media/audio1.bin"/><Relationship Id="rId1" Type="http://schemas.openxmlformats.org/officeDocument/2006/relationships/slideLayout" Target="../slideLayouts/slideLayout68.xml"/></Relationships>
</file>

<file path=ppt/slides/_rels/slide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5.xml"/><Relationship Id="rId1" Type="http://schemas.openxmlformats.org/officeDocument/2006/relationships/slideLayout" Target="../slideLayouts/slideLayout77.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6.xml"/><Relationship Id="rId1" Type="http://schemas.openxmlformats.org/officeDocument/2006/relationships/slideLayout" Target="../slideLayouts/slideLayout68.xml"/></Relationships>
</file>

<file path=ppt/slides/_rels/slide8.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audio" Target="../media/audio1.bin"/><Relationship Id="rId1" Type="http://schemas.openxmlformats.org/officeDocument/2006/relationships/slideLayout" Target="../slideLayouts/slideLayout77.xml"/><Relationship Id="rId5" Type="http://schemas.openxmlformats.org/officeDocument/2006/relationships/image" Target="../media/image16.jpeg"/><Relationship Id="rId4" Type="http://schemas.openxmlformats.org/officeDocument/2006/relationships/image" Target="../media/image15.jpeg"/></Relationships>
</file>

<file path=ppt/slides/_rels/slide10.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11.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12.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1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audio" Target="../media/audio1.bin"/><Relationship Id="rId1" Type="http://schemas.openxmlformats.org/officeDocument/2006/relationships/slideLayout" Target="../slideLayouts/slideLayout68.xml"/></Relationships>
</file>

<file path=ppt/slides/_rels/slide14.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15.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1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7.xml"/><Relationship Id="rId1" Type="http://schemas.openxmlformats.org/officeDocument/2006/relationships/slideLayout" Target="../slideLayouts/slideLayout77.xml"/></Relationships>
</file>

<file path=ppt/slides/_rels/slide1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8.xml"/><Relationship Id="rId1" Type="http://schemas.openxmlformats.org/officeDocument/2006/relationships/slideLayout" Target="../slideLayouts/slideLayout77.xml"/></Relationships>
</file>

<file path=ppt/slides/_rels/slide1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9.xml"/><Relationship Id="rId1" Type="http://schemas.openxmlformats.org/officeDocument/2006/relationships/slideLayout" Target="../slideLayouts/slideLayout77.xml"/></Relationships>
</file>

<file path=ppt/slides/_rels/slide1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0.xml"/><Relationship Id="rId1" Type="http://schemas.openxmlformats.org/officeDocument/2006/relationships/slideLayout" Target="../slideLayouts/slideLayout77.xml"/></Relationships>
</file>

<file path=ppt/slides/_rels/slide2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1.xml"/><Relationship Id="rId1" Type="http://schemas.openxmlformats.org/officeDocument/2006/relationships/slideLayout" Target="../slideLayouts/slideLayout77.xml"/></Relationships>
</file>

<file path=ppt/slides/_rels/slide21.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22.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23.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2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2.xml"/><Relationship Id="rId1" Type="http://schemas.openxmlformats.org/officeDocument/2006/relationships/slideLayout" Target="../slideLayouts/slideLayout77.xml"/></Relationships>
</file>

<file path=ppt/slides/_rels/slide25.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26.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27.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2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audio" Target="../media/audio1.bin"/><Relationship Id="rId1" Type="http://schemas.openxmlformats.org/officeDocument/2006/relationships/slideLayout" Target="../slideLayouts/slideLayout68.xml"/></Relationships>
</file>

<file path=ppt/slides/_rels/slide2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audio" Target="../media/audio1.bin"/><Relationship Id="rId1" Type="http://schemas.openxmlformats.org/officeDocument/2006/relationships/slideLayout" Target="../slideLayouts/slideLayout68.xml"/></Relationships>
</file>

<file path=ppt/slides/_rels/slide30.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31.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32.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3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3.xml"/><Relationship Id="rId1" Type="http://schemas.openxmlformats.org/officeDocument/2006/relationships/slideLayout" Target="../slideLayouts/slideLayout77.xml"/></Relationships>
</file>

<file path=ppt/slides/_rels/slide3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4.xml"/><Relationship Id="rId1" Type="http://schemas.openxmlformats.org/officeDocument/2006/relationships/slideLayout" Target="../slideLayouts/slideLayout77.xml"/></Relationships>
</file>

<file path=ppt/slides/_rels/slide35.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36.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86D29E0-B089-110D-BF1E-B3C37F2C37F9}"/>
              </a:ext>
            </a:extLst>
          </p:cNvPr>
          <p:cNvSpPr>
            <a:spLocks noGrp="1" noChangeArrowheads="1"/>
          </p:cNvSpPr>
          <p:nvPr>
            <p:ph type="ctrTitle"/>
          </p:nvPr>
        </p:nvSpPr>
        <p:spPr bwMode="auto">
          <a:xfrm>
            <a:off x="685800" y="2130426"/>
            <a:ext cx="7772400" cy="14700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b="1"/>
              <a:t>الوحدة 17</a:t>
            </a:r>
            <a:br>
              <a:rPr lang="en-GB" altLang="en-US" sz="4600" b="1" dirty="0"/>
            </a:br>
            <a:br>
              <a:rPr lang="en-GB" altLang="en-US" sz="4600" dirty="0"/>
            </a:br>
            <a:br>
              <a:rPr lang="en-US" altLang="en-US" sz="4600" dirty="0"/>
            </a:br>
            <a:endParaRPr lang="en-GB" altLang="en-US" sz="4600" dirty="0"/>
          </a:p>
        </p:txBody>
      </p:sp>
      <p:sp>
        <p:nvSpPr>
          <p:cNvPr id="4" name="Subtitle 3">
            <a:extLst>
              <a:ext uri="{FF2B5EF4-FFF2-40B4-BE49-F238E27FC236}">
                <a16:creationId xmlns:a16="http://schemas.microsoft.com/office/drawing/2014/main" id="{03618BED-11B5-90CC-5910-B65474D700AA}"/>
              </a:ext>
            </a:extLst>
          </p:cNvPr>
          <p:cNvSpPr>
            <a:spLocks noGrp="1"/>
          </p:cNvSpPr>
          <p:nvPr>
            <p:ph type="subTitle" idx="1"/>
          </p:nvPr>
        </p:nvSpPr>
        <p:spPr>
          <a:xfrm>
            <a:off x="1371600" y="3886200"/>
            <a:ext cx="6400800" cy="1752600"/>
          </a:xfrm>
        </p:spPr>
        <p:txBody>
          <a:bodyPr rtlCol="1"/>
          <a:lstStyle/>
          <a:p>
            <a:pPr rtl="1"/>
            <a:r>
              <a:rPr lang="ar" sz="4600" b="1"/>
              <a:t>مهارات صانع المشروبات</a:t>
            </a:r>
            <a:endParaRPr lang="en-GB" sz="4600" dirty="0"/>
          </a:p>
        </p:txBody>
      </p:sp>
      <p:sp>
        <p:nvSpPr>
          <p:cNvPr id="2" name="Footer Placeholder 2">
            <a:extLst>
              <a:ext uri="{FF2B5EF4-FFF2-40B4-BE49-F238E27FC236}">
                <a16:creationId xmlns:a16="http://schemas.microsoft.com/office/drawing/2014/main" id="{90F28779-DEB6-B2DA-D3AD-D59FCD70DAD2}"/>
              </a:ext>
            </a:extLst>
          </p:cNvPr>
          <p:cNvSpPr>
            <a:spLocks noGrp="1"/>
          </p:cNvSpPr>
          <p:nvPr/>
        </p:nvSpPr>
        <p:spPr bwMode="auto">
          <a:xfrm>
            <a:off x="172424" y="6419423"/>
            <a:ext cx="8648048" cy="308442"/>
          </a:xfrm>
          <a:prstGeom prst="rect">
            <a:avLst/>
          </a:prstGeom>
          <a:noFill/>
        </p:spPr>
        <p:txBody>
          <a:bodyPr vert="horz" wrap="square" lIns="91440" tIns="45720" rIns="91440" bIns="45720" numCol="1" rtlCol="1" anchor="t" anchorCtr="0" compatLnSpc="1">
            <a:prstTxWarp prst="textNoShape">
              <a:avLst/>
            </a:prstTxWarp>
            <a:noAutofit/>
          </a:bodyPr>
          <a:lstStyle>
            <a:defPPr>
              <a:defRPr lang="en-GB"/>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rtl="1">
              <a:lnSpc>
                <a:spcPct val="90000"/>
              </a:lnSpc>
              <a:spcAft>
                <a:spcPts val="600"/>
              </a:spcAft>
              <a:defRPr/>
            </a:pPr>
            <a:r>
              <a:rPr lang="ar" sz="1600">
                <a:latin typeface="Sakkal Majalla" panose="02000000000000000000" pitchFamily="2" charset="-78"/>
                <a:cs typeface="Sakkal Majalla" panose="02000000000000000000" pitchFamily="2" charset="-78"/>
              </a:rPr>
              <a:t>© شركة بيرسون إيديوكيشن ليمتد 2023. لا يُسمح بالنسخ إلا للمؤسسة المُشترية فقط </a:t>
            </a:r>
            <a:endParaRPr lang="en-GB" altLang="en-US" sz="1600" dirty="0">
              <a:latin typeface="Sakkal Majalla" panose="02000000000000000000" pitchFamily="2" charset="-78"/>
              <a:cs typeface="Sakkal Majalla" panose="02000000000000000000" pitchFamily="2" charset="-78"/>
            </a:endParaRPr>
          </a:p>
        </p:txBody>
      </p:sp>
    </p:spTree>
  </p:cSld>
  <p:clrMapOvr>
    <a:masterClrMapping/>
  </p:clrMapOvr>
  <p:transition>
    <p:sndAc>
      <p:stSnd>
        <p:snd r:embed="rId3" name="click.wav"/>
      </p:stSnd>
    </p:sndAc>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2">
            <a:extLst>
              <a:ext uri="{FF2B5EF4-FFF2-40B4-BE49-F238E27FC236}">
                <a16:creationId xmlns:a16="http://schemas.microsoft.com/office/drawing/2014/main" id="{FC4F7FC9-2CE9-41A9-0CEE-4C8BD93B5782}"/>
              </a:ext>
            </a:extLst>
          </p:cNvPr>
          <p:cNvSpPr>
            <a:spLocks noGrp="1" noChangeArrowheads="1"/>
          </p:cNvSpPr>
          <p:nvPr>
            <p:ph type="title"/>
          </p:nvPr>
        </p:nvSpPr>
        <p:spPr bwMode="auto">
          <a:xfrm>
            <a:off x="323528" y="1195388"/>
            <a:ext cx="8640960"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b="1"/>
              <a:t>مهارات صانع المشروبات</a:t>
            </a:r>
          </a:p>
        </p:txBody>
      </p:sp>
      <p:sp>
        <p:nvSpPr>
          <p:cNvPr id="30723" name="Content Placeholder 3">
            <a:extLst>
              <a:ext uri="{FF2B5EF4-FFF2-40B4-BE49-F238E27FC236}">
                <a16:creationId xmlns:a16="http://schemas.microsoft.com/office/drawing/2014/main" id="{3C79F714-332C-AB63-03D9-E6D0CAE0623F}"/>
              </a:ext>
            </a:extLst>
          </p:cNvPr>
          <p:cNvSpPr>
            <a:spLocks noGrp="1" noChangeArrowheads="1"/>
          </p:cNvSpPr>
          <p:nvPr>
            <p:ph sz="half" idx="2"/>
          </p:nvPr>
        </p:nvSpPr>
        <p:spPr bwMode="auto">
          <a:xfrm>
            <a:off x="298046" y="1941512"/>
            <a:ext cx="8424935" cy="483262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lnSpc>
                <a:spcPct val="110000"/>
              </a:lnSpc>
              <a:buSzPct val="85000"/>
            </a:pPr>
            <a:r>
              <a:rPr lang="ar" sz="2600"/>
              <a:t>في هذه الوحدة، سوف نتناول قطاع المشروبات. سوف تفحص مجموعة المنتجات التي يستخدمها صانع المشروبات عند صنع المشروبات.</a:t>
            </a:r>
          </a:p>
          <a:p>
            <a:pPr rtl="1">
              <a:lnSpc>
                <a:spcPct val="110000"/>
              </a:lnSpc>
              <a:buSzPct val="85000"/>
            </a:pPr>
            <a:r>
              <a:rPr lang="ar" sz="2600"/>
              <a:t>وسوف تتعلم المهارات العملية لإعداد وتجهيز معدات المشروبات. كما سوف تتعلم كيفية إعداد المشروبات باستخدام معدات متخصصة.</a:t>
            </a:r>
          </a:p>
          <a:p>
            <a:pPr rtl="1">
              <a:lnSpc>
                <a:spcPct val="110000"/>
              </a:lnSpc>
              <a:buSzPct val="85000"/>
            </a:pPr>
            <a:r>
              <a:rPr lang="ar" sz="2600" spc="20"/>
              <a:t>سوف تتعلم المهارات المهنية المطلوبة لتقديم مجموعة من المشروبات إلى العملاء، </a:t>
            </a:r>
            <a:br>
              <a:rPr lang="en-US" sz="2600" spc="20"/>
            </a:br>
            <a:r>
              <a:rPr lang="ar" sz="2600" spc="20"/>
              <a:t>مع إظهار المهارات الشخصية والاجتماعية واستكشاف عمليات مراجعة خدمة صنع المشروبات من أجل إجراء تحسينات. </a:t>
            </a:r>
          </a:p>
          <a:p>
            <a:pPr rtl="1">
              <a:lnSpc>
                <a:spcPct val="110000"/>
              </a:lnSpc>
              <a:buSzPct val="85000"/>
            </a:pPr>
            <a:r>
              <a:rPr lang="ar" sz="2600"/>
              <a:t>وأخيرًا، سوف تحدد الأخطاء الشائعة في المشروبات.</a:t>
            </a:r>
            <a:endParaRPr lang="en-GB" altLang="en-US" sz="2600" dirty="0">
              <a:solidFill>
                <a:srgbClr val="FF0000"/>
              </a:solidFill>
            </a:endParaRPr>
          </a:p>
          <a:p>
            <a:pPr marL="0" indent="0" rtl="1">
              <a:lnSpc>
                <a:spcPct val="110000"/>
              </a:lnSpc>
              <a:buNone/>
            </a:pPr>
            <a:endParaRPr lang="en-GB" altLang="en-US" sz="2600" dirty="0">
              <a:solidFill>
                <a:srgbClr val="FF0000"/>
              </a:solidFill>
            </a:endParaRPr>
          </a:p>
        </p:txBody>
      </p:sp>
    </p:spTree>
  </p:cSld>
  <p:clrMapOvr>
    <a:masterClrMapping/>
  </p:clrMapOvr>
  <p:transition>
    <p:sndAc>
      <p:stSnd>
        <p:snd r:embed="rId3" name="click.wav"/>
      </p:stSnd>
    </p:sndAc>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2">
            <a:extLst>
              <a:ext uri="{FF2B5EF4-FFF2-40B4-BE49-F238E27FC236}">
                <a16:creationId xmlns:a16="http://schemas.microsoft.com/office/drawing/2014/main" id="{CD9316BF-B3CE-8341-5A0A-249747D6C6E1}"/>
              </a:ext>
            </a:extLst>
          </p:cNvPr>
          <p:cNvSpPr>
            <a:spLocks noGrp="1" noChangeArrowheads="1"/>
          </p:cNvSpPr>
          <p:nvPr>
            <p:ph type="title"/>
          </p:nvPr>
        </p:nvSpPr>
        <p:spPr bwMode="auto">
          <a:xfrm>
            <a:off x="457200" y="1195388"/>
            <a:ext cx="8229600"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a:t>أهداف التعلم</a:t>
            </a:r>
            <a:endParaRPr lang="en-GB" altLang="en-US" sz="4600" dirty="0"/>
          </a:p>
        </p:txBody>
      </p:sp>
      <p:sp>
        <p:nvSpPr>
          <p:cNvPr id="32771" name="Content Placeholder 3">
            <a:extLst>
              <a:ext uri="{FF2B5EF4-FFF2-40B4-BE49-F238E27FC236}">
                <a16:creationId xmlns:a16="http://schemas.microsoft.com/office/drawing/2014/main" id="{44DFA49F-83B7-E61C-00EB-D6046D571A05}"/>
              </a:ext>
            </a:extLst>
          </p:cNvPr>
          <p:cNvSpPr>
            <a:spLocks noGrp="1" noChangeArrowheads="1"/>
          </p:cNvSpPr>
          <p:nvPr>
            <p:ph sz="half" idx="2"/>
          </p:nvPr>
        </p:nvSpPr>
        <p:spPr bwMode="auto">
          <a:xfrm>
            <a:off x="491061" y="2276872"/>
            <a:ext cx="7991475" cy="36099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404813" indent="-387350" defTabSz="431800" rtl="1">
              <a:buNone/>
            </a:pPr>
            <a:r>
              <a:rPr lang="ar" sz="2600" b="1"/>
              <a:t>أ	</a:t>
            </a:r>
            <a:r>
              <a:rPr lang="ar" sz="2600"/>
              <a:t>معرفة المنتجات والمكونات والمعدات اللازمة لخدمة صنع المشروبات</a:t>
            </a:r>
            <a:endParaRPr lang="en-GB" altLang="en-US" sz="2600" dirty="0">
              <a:highlight>
                <a:srgbClr val="FFFF00"/>
              </a:highlight>
            </a:endParaRPr>
          </a:p>
          <a:p>
            <a:pPr marL="404813" indent="-404813" defTabSz="431800" rtl="1">
              <a:spcBef>
                <a:spcPts val="1200"/>
              </a:spcBef>
              <a:buNone/>
            </a:pPr>
            <a:r>
              <a:rPr lang="ar" sz="2600" b="1"/>
              <a:t>ب	</a:t>
            </a:r>
            <a:r>
              <a:rPr lang="ar" sz="2600"/>
              <a:t>القدرة على تنظيف وفحص معدات صنع المشروبات</a:t>
            </a:r>
            <a:endParaRPr lang="en-GB" altLang="en-US" sz="2600" dirty="0">
              <a:highlight>
                <a:srgbClr val="FFFF00"/>
              </a:highlight>
            </a:endParaRPr>
          </a:p>
          <a:p>
            <a:pPr marL="404813" indent="-404813" defTabSz="431800" rtl="1">
              <a:spcBef>
                <a:spcPts val="1200"/>
              </a:spcBef>
              <a:buNone/>
            </a:pPr>
            <a:r>
              <a:rPr lang="ar" sz="2600" b="1"/>
              <a:t>ج	</a:t>
            </a:r>
            <a:r>
              <a:rPr lang="ar" sz="2600"/>
              <a:t>القدرة على إنتاج مجموعة من المشروبات</a:t>
            </a:r>
          </a:p>
          <a:p>
            <a:pPr marL="404813" indent="-404813" defTabSz="431800" rtl="1">
              <a:spcBef>
                <a:spcPts val="1200"/>
              </a:spcBef>
              <a:buNone/>
            </a:pPr>
            <a:r>
              <a:rPr lang="ar" sz="2600" b="1"/>
              <a:t>د </a:t>
            </a:r>
            <a:r>
              <a:rPr lang="en-US" sz="2600" b="1"/>
              <a:t>	</a:t>
            </a:r>
            <a:r>
              <a:rPr lang="ar" sz="2600"/>
              <a:t>القدرة على تحديد الأخطاء الخاصة بمجموعة من المشروبات</a:t>
            </a:r>
          </a:p>
          <a:p>
            <a:pPr marL="0" indent="0" defTabSz="431800" rtl="1">
              <a:spcBef>
                <a:spcPts val="1200"/>
              </a:spcBef>
              <a:buFont typeface="Wingdings" panose="05000000000000000000" pitchFamily="2" charset="2"/>
              <a:buNone/>
            </a:pPr>
            <a:endParaRPr lang="en-GB" altLang="en-US" sz="2600" b="1" dirty="0">
              <a:highlight>
                <a:srgbClr val="FFFF00"/>
              </a:highlight>
            </a:endParaRPr>
          </a:p>
          <a:p>
            <a:pPr marL="0" indent="0" defTabSz="431800" rtl="1">
              <a:spcBef>
                <a:spcPts val="1200"/>
              </a:spcBef>
              <a:buFont typeface="Wingdings" panose="05000000000000000000" pitchFamily="2" charset="2"/>
              <a:buNone/>
            </a:pPr>
            <a:endParaRPr lang="en-GB" altLang="en-US" sz="2600" b="1" dirty="0">
              <a:highlight>
                <a:srgbClr val="FFFF00"/>
              </a:highlight>
            </a:endParaRPr>
          </a:p>
          <a:p>
            <a:pPr marL="0" indent="0" defTabSz="431800" rtl="1">
              <a:spcBef>
                <a:spcPts val="1200"/>
              </a:spcBef>
              <a:buFont typeface="Wingdings" panose="05000000000000000000" pitchFamily="2" charset="2"/>
              <a:buNone/>
            </a:pPr>
            <a:br>
              <a:rPr lang="en-GB" altLang="en-US" sz="2600" dirty="0"/>
            </a:br>
            <a:r>
              <a:rPr lang="ar" sz="2600"/>
              <a:t>	</a:t>
            </a:r>
          </a:p>
        </p:txBody>
      </p:sp>
    </p:spTree>
  </p:cSld>
  <p:clrMapOvr>
    <a:masterClrMapping/>
  </p:clrMapOvr>
  <p:transition>
    <p:sndAc>
      <p:stSnd>
        <p:snd r:embed="rId3" name="click.wav"/>
      </p:stSnd>
    </p:sndAc>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a:t>هدف التعلّم أ:</a:t>
            </a:r>
            <a:br>
              <a:rPr lang="en-US" altLang="en-US" sz="2600" dirty="0"/>
            </a:br>
            <a:br>
              <a:rPr lang="en-US" altLang="en-US" sz="2600" dirty="0"/>
            </a:br>
            <a:r>
              <a:rPr lang="ar" sz="2600" b="1"/>
              <a:t>معرفة المنتجات والمكونات والمعدات اللازمة </a:t>
            </a:r>
            <a:br>
              <a:rPr lang="en-US" sz="2600" b="1"/>
            </a:br>
            <a:r>
              <a:rPr lang="ar" sz="2600" b="1"/>
              <a:t>لخدمة صنع المشروبات</a:t>
            </a:r>
            <a:br>
              <a:rPr lang="en-GB" altLang="en-US" sz="2600" dirty="0"/>
            </a:br>
            <a:endParaRPr lang="en-GB" altLang="en-US" sz="2600" dirty="0"/>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691332" y="4149080"/>
            <a:ext cx="6769100" cy="18716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30"/>
              </a:spcBef>
              <a:buSzPct val="85000"/>
            </a:pPr>
            <a:r>
              <a:rPr lang="ar" sz="2600" spc="-10">
                <a:effectLst/>
                <a:ea typeface="Arial" panose="020B0604020202020204" pitchFamily="34" charset="0"/>
              </a:rPr>
              <a:t>المعدات</a:t>
            </a:r>
            <a:r>
              <a:rPr lang="ar" sz="2600">
                <a:effectLst/>
                <a:ea typeface="Arial" panose="020B0604020202020204" pitchFamily="34" charset="0"/>
              </a:rPr>
              <a:t> التي يستخدمها صانع المشروبات</a:t>
            </a:r>
            <a:endParaRPr lang="en-GB" sz="2600" dirty="0">
              <a:effectLst/>
              <a:ea typeface="Arial" panose="020B0604020202020204" pitchFamily="34" charset="0"/>
            </a:endParaRPr>
          </a:p>
          <a:p>
            <a:pPr rtl="1">
              <a:lnSpc>
                <a:spcPct val="95000"/>
              </a:lnSpc>
              <a:spcBef>
                <a:spcPts val="105"/>
              </a:spcBef>
              <a:spcAft>
                <a:spcPts val="0"/>
              </a:spcAft>
              <a:buSzPct val="85000"/>
            </a:pPr>
            <a:r>
              <a:rPr lang="ar" sz="2600" spc="-10">
                <a:effectLst/>
                <a:ea typeface="Arial" panose="020B0604020202020204" pitchFamily="34" charset="0"/>
              </a:rPr>
              <a:t>منتجات ومكونات المشروبات</a:t>
            </a:r>
            <a:endParaRPr lang="en-GB" sz="2600" dirty="0">
              <a:effectLst/>
              <a:ea typeface="Arial" panose="020B0604020202020204" pitchFamily="34" charset="0"/>
            </a:endParaRPr>
          </a:p>
          <a:p>
            <a:pPr rtl="1">
              <a:buSzPct val="85000"/>
            </a:pPr>
            <a:r>
              <a:rPr lang="ar" sz="2600" spc="-10">
                <a:effectLst/>
                <a:ea typeface="Arial" panose="020B0604020202020204" pitchFamily="34" charset="0"/>
              </a:rPr>
              <a:t>عمليات تحضير منتجات</a:t>
            </a:r>
            <a:r>
              <a:rPr lang="ar" sz="2600">
                <a:effectLst/>
                <a:ea typeface="Arial" panose="020B0604020202020204" pitchFamily="34" charset="0"/>
              </a:rPr>
              <a:t> المشروبات</a:t>
            </a:r>
            <a:endParaRPr lang="en-GB" altLang="en-US" sz="2600" dirty="0">
              <a:solidFill>
                <a:srgbClr val="FF0000"/>
              </a:solidFill>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93963"/>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endParaRPr lang="en-GB" altLang="en-US" sz="3600" b="1" dirty="0">
              <a:highlight>
                <a:srgbClr val="FFFF00"/>
              </a:highlight>
              <a:latin typeface="Sakkal Majalla" panose="02000000000000000000" pitchFamily="2" charset="-78"/>
              <a:cs typeface="Sakkal Majalla" panose="02000000000000000000" pitchFamily="2" charset="-78"/>
            </a:endParaRPr>
          </a:p>
        </p:txBody>
      </p:sp>
    </p:spTree>
  </p:cSld>
  <p:clrMapOvr>
    <a:masterClrMapping/>
  </p:clrMapOvr>
  <p:transition>
    <p:sndAc>
      <p:stSnd>
        <p:snd r:embed="rId3" name="click.wav"/>
      </p:stSnd>
    </p:sndAc>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8AD81-F62A-DEE6-15DB-BB1C06631526}"/>
              </a:ext>
            </a:extLst>
          </p:cNvPr>
          <p:cNvSpPr>
            <a:spLocks noGrp="1"/>
          </p:cNvSpPr>
          <p:nvPr>
            <p:ph type="title"/>
          </p:nvPr>
        </p:nvSpPr>
        <p:spPr>
          <a:xfrm>
            <a:off x="457200" y="1268760"/>
            <a:ext cx="8229600" cy="864000"/>
          </a:xfrm>
        </p:spPr>
        <p:txBody>
          <a:bodyPr wrap="square" rtlCol="1" anchor="ctr">
            <a:noAutofit/>
          </a:bodyPr>
          <a:lstStyle/>
          <a:p>
            <a:pPr rtl="1">
              <a:lnSpc>
                <a:spcPct val="90000"/>
              </a:lnSpc>
            </a:pPr>
            <a:r>
              <a:rPr lang="ar" sz="3800" b="1"/>
              <a:t>معرفة المنتجات والمكونات والمعدات اللازمة </a:t>
            </a:r>
            <a:br>
              <a:rPr lang="en-US" sz="3800" b="1"/>
            </a:br>
            <a:r>
              <a:rPr lang="ar" sz="3800" b="1"/>
              <a:t>لخدمة صانع المشروبات</a:t>
            </a:r>
          </a:p>
        </p:txBody>
      </p:sp>
      <p:sp>
        <p:nvSpPr>
          <p:cNvPr id="3" name="Content Placeholder 2">
            <a:extLst>
              <a:ext uri="{FF2B5EF4-FFF2-40B4-BE49-F238E27FC236}">
                <a16:creationId xmlns:a16="http://schemas.microsoft.com/office/drawing/2014/main" id="{6B00B7C5-04B1-9EFA-51FF-9BA71F202440}"/>
              </a:ext>
            </a:extLst>
          </p:cNvPr>
          <p:cNvSpPr>
            <a:spLocks noGrp="1"/>
          </p:cNvSpPr>
          <p:nvPr>
            <p:ph sz="half" idx="2"/>
          </p:nvPr>
        </p:nvSpPr>
        <p:spPr>
          <a:xfrm>
            <a:off x="457200" y="2564904"/>
            <a:ext cx="3898776" cy="4024100"/>
          </a:xfrm>
        </p:spPr>
        <p:txBody>
          <a:bodyPr wrap="square" rtlCol="1" anchor="t">
            <a:normAutofit/>
          </a:bodyPr>
          <a:lstStyle/>
          <a:p>
            <a:pPr marL="0" indent="0" rtl="1">
              <a:lnSpc>
                <a:spcPct val="110000"/>
              </a:lnSpc>
              <a:buNone/>
            </a:pPr>
            <a:r>
              <a:rPr lang="ar" sz="2600"/>
              <a:t>ستتعرف من خلال هدف التعلم أ بالمعدات والمنتجات المتخصصة اللازمة لخدمة صنع المشروبات في منافذ بيع الأطعمة والمشروبات.</a:t>
            </a:r>
          </a:p>
        </p:txBody>
      </p:sp>
      <p:pic>
        <p:nvPicPr>
          <p:cNvPr id="6" name="Picture 5">
            <a:extLst>
              <a:ext uri="{FF2B5EF4-FFF2-40B4-BE49-F238E27FC236}">
                <a16:creationId xmlns:a16="http://schemas.microsoft.com/office/drawing/2014/main" id="{A73B42D7-5173-3FDE-E266-0B12D48259D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907777" y="2924944"/>
            <a:ext cx="3624663" cy="2416442"/>
          </a:xfrm>
          <a:prstGeom prst="rect">
            <a:avLst/>
          </a:prstGeom>
        </p:spPr>
      </p:pic>
    </p:spTree>
    <p:extLst>
      <p:ext uri="{BB962C8B-B14F-4D97-AF65-F5344CB8AC3E}">
        <p14:creationId xmlns:p14="http://schemas.microsoft.com/office/powerpoint/2010/main" val="3311599489"/>
      </p:ext>
    </p:extLst>
  </p:cSld>
  <p:clrMapOvr>
    <a:masterClrMapping/>
  </p:clrMapOvr>
  <p:transition>
    <p:sndAc>
      <p:stSnd>
        <p:snd r:embed="rId2" name="click.wav"/>
      </p:stSnd>
    </p:sndAc>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683768" y="2096852"/>
            <a:ext cx="8208712"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lnSpc>
                <a:spcPct val="110000"/>
              </a:lnSpc>
              <a:buFont typeface="Wingdings" panose="05000000000000000000" pitchFamily="2" charset="2"/>
              <a:buNone/>
            </a:pPr>
            <a:r>
              <a:rPr lang="ar"/>
              <a:t>المعدات المتاحة.</a:t>
            </a:r>
          </a:p>
          <a:p>
            <a:pPr marL="358775" indent="-358775" rtl="1">
              <a:lnSpc>
                <a:spcPct val="110000"/>
              </a:lnSpc>
              <a:buSzPct val="85000"/>
            </a:pPr>
            <a:r>
              <a:rPr lang="ar"/>
              <a:t>تعمل المطاحن على تقسيم حبوب القهوة إلى قطع أصغر، مما يمكن من سكب الماء فوق القهوة وإنتاج المشروب.</a:t>
            </a:r>
          </a:p>
          <a:p>
            <a:pPr marL="358775" indent="-358775" rtl="1">
              <a:lnSpc>
                <a:spcPct val="110000"/>
              </a:lnSpc>
              <a:buSzPct val="85000"/>
            </a:pPr>
            <a:r>
              <a:rPr lang="ar"/>
              <a:t>ماكينة الإسبريسو: هي الجهاز الذي يستخدم لدفع الماء الساخن عبر البن المطحون لإنتاج مشروب القهوة</a:t>
            </a:r>
            <a:r>
              <a:rPr lang="ar" b="0" i="0" u="none" strike="noStrike">
                <a:solidFill>
                  <a:srgbClr val="000000"/>
                </a:solidFill>
              </a:rPr>
              <a:t>. </a:t>
            </a:r>
            <a:endParaRPr lang="en-GB" altLang="en-US" dirty="0"/>
          </a:p>
          <a:p>
            <a:pPr marL="358775" indent="-358775" rtl="1">
              <a:lnSpc>
                <a:spcPct val="110000"/>
              </a:lnSpc>
              <a:buSzPct val="85000"/>
            </a:pPr>
            <a:r>
              <a:rPr lang="ar"/>
              <a:t>مخمر الفلتر والفلاتر وحامل الفلاتر.</a:t>
            </a:r>
          </a:p>
          <a:p>
            <a:pPr indent="0" rtl="1">
              <a:buFont typeface="Wingdings" panose="05000000000000000000" pitchFamily="2" charset="2"/>
              <a:buNone/>
            </a:pPr>
            <a:endParaRPr lang="en-GB" altLang="en-US" dirty="0"/>
          </a:p>
          <a:p>
            <a:pPr indent="0" rtl="1">
              <a:buFont typeface="Wingdings" panose="05000000000000000000" pitchFamily="2" charset="2"/>
              <a:buNone/>
            </a:pPr>
            <a:endParaRPr lang="en-GB" altLang="en-US" dirty="0"/>
          </a:p>
          <a:p>
            <a:pPr indent="0" algn="ctr" rtl="1">
              <a:buNone/>
            </a:pPr>
            <a:endParaRPr lang="en-GB" altLang="en-US" dirty="0"/>
          </a:p>
          <a:p>
            <a:pPr marL="685800" rtl="1"/>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spc="-60">
                <a:effectLst/>
                <a:latin typeface="Sakkal Majalla" panose="02000000000000000000" pitchFamily="2" charset="-78"/>
                <a:ea typeface="Arial" panose="020B0604020202020204" pitchFamily="34" charset="0"/>
                <a:cs typeface="Sakkal Majalla" panose="02000000000000000000" pitchFamily="2" charset="-78"/>
              </a:rPr>
              <a:t>المعدات</a:t>
            </a:r>
            <a:r>
              <a:rPr lang="ar" sz="3800" b="1">
                <a:effectLst/>
                <a:latin typeface="Sakkal Majalla" panose="02000000000000000000" pitchFamily="2" charset="-78"/>
                <a:ea typeface="Arial" panose="020B0604020202020204" pitchFamily="34" charset="0"/>
                <a:cs typeface="Sakkal Majalla" panose="02000000000000000000" pitchFamily="2" charset="-78"/>
              </a:rPr>
              <a:t> </a:t>
            </a:r>
            <a:r>
              <a:rPr lang="ar" sz="3800" b="1" spc="-10">
                <a:latin typeface="Sakkal Majalla" panose="02000000000000000000" pitchFamily="2" charset="-78"/>
                <a:ea typeface="Arial" panose="020B0604020202020204" pitchFamily="34" charset="0"/>
                <a:cs typeface="Sakkal Majalla" panose="02000000000000000000" pitchFamily="2" charset="-78"/>
              </a:rPr>
              <a:t>التي</a:t>
            </a:r>
            <a:r>
              <a:rPr lang="ar" sz="3800" b="1">
                <a:effectLst/>
                <a:latin typeface="Sakkal Majalla" panose="02000000000000000000" pitchFamily="2" charset="-78"/>
                <a:ea typeface="Arial" panose="020B0604020202020204" pitchFamily="34" charset="0"/>
                <a:cs typeface="Sakkal Majalla" panose="02000000000000000000" pitchFamily="2" charset="-78"/>
              </a:rPr>
              <a:t> يستخدمها صانع المشروبات </a:t>
            </a:r>
            <a:r>
              <a:rPr lang="ar" sz="3800" b="1" spc="-10">
                <a:effectLst/>
                <a:latin typeface="Sakkal Majalla" panose="02000000000000000000" pitchFamily="2" charset="-78"/>
                <a:ea typeface="Arial" panose="020B0604020202020204" pitchFamily="34" charset="0"/>
                <a:cs typeface="Sakkal Majalla" panose="02000000000000000000" pitchFamily="2" charset="-78"/>
              </a:rPr>
              <a:t>(1)</a:t>
            </a:r>
            <a:endParaRPr lang="en-GB" sz="3800" b="1" dirty="0">
              <a:effectLst/>
              <a:latin typeface="Sakkal Majalla" panose="02000000000000000000" pitchFamily="2" charset="-78"/>
              <a:ea typeface="Arial" panose="020B0604020202020204" pitchFamily="34" charset="0"/>
              <a:cs typeface="Sakkal Majalla" panose="02000000000000000000" pitchFamily="2" charset="-78"/>
            </a:endParaRPr>
          </a:p>
          <a:p>
            <a:pPr algn="ctr" rtl="1"/>
            <a:endParaRPr lang="en-GB" altLang="en-US" sz="3800" b="1" dirty="0">
              <a:highlight>
                <a:srgbClr val="FFFF00"/>
              </a:highlight>
              <a:latin typeface="Sakkal Majalla" panose="02000000000000000000" pitchFamily="2" charset="-78"/>
              <a:cs typeface="Sakkal Majalla" panose="02000000000000000000" pitchFamily="2" charset="-78"/>
            </a:endParaRPr>
          </a:p>
        </p:txBody>
      </p:sp>
      <p:pic>
        <p:nvPicPr>
          <p:cNvPr id="4" name="Picture 3">
            <a:extLst>
              <a:ext uri="{FF2B5EF4-FFF2-40B4-BE49-F238E27FC236}">
                <a16:creationId xmlns:a16="http://schemas.microsoft.com/office/drawing/2014/main" id="{C7A2BBBB-91DC-E4E6-6E73-CDBB2BF7701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31714" y="4149080"/>
            <a:ext cx="2312094" cy="2312094"/>
          </a:xfrm>
          <a:prstGeom prst="rect">
            <a:avLst/>
          </a:prstGeom>
        </p:spPr>
      </p:pic>
    </p:spTree>
    <p:extLst>
      <p:ext uri="{BB962C8B-B14F-4D97-AF65-F5344CB8AC3E}">
        <p14:creationId xmlns:p14="http://schemas.microsoft.com/office/powerpoint/2010/main" val="884549766"/>
      </p:ext>
    </p:extLst>
  </p:cSld>
  <p:clrMapOvr>
    <a:masterClrMapping/>
  </p:clrMapOvr>
  <p:transition>
    <p:sndAc>
      <p:stSnd>
        <p:snd r:embed="rId3" name="click.wav"/>
      </p:stSnd>
    </p:sndAc>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44531" y="1340818"/>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spcAft>
                <a:spcPts val="600"/>
              </a:spcAft>
            </a:pPr>
            <a:r>
              <a:rPr lang="ar" sz="3800" b="1" spc="-60">
                <a:solidFill>
                  <a:schemeClr val="tx2"/>
                </a:solidFill>
                <a:effectLst/>
                <a:latin typeface="Sakkal Majalla" panose="02000000000000000000" pitchFamily="2" charset="-78"/>
                <a:cs typeface="Sakkal Majalla" panose="02000000000000000000" pitchFamily="2" charset="-78"/>
              </a:rPr>
              <a:t>المعدات</a:t>
            </a:r>
            <a:r>
              <a:rPr lang="ar" sz="3800" b="1">
                <a:solidFill>
                  <a:schemeClr val="tx2"/>
                </a:solidFill>
                <a:effectLst/>
                <a:latin typeface="Sakkal Majalla" panose="02000000000000000000" pitchFamily="2" charset="-78"/>
                <a:cs typeface="Sakkal Majalla" panose="02000000000000000000" pitchFamily="2" charset="-78"/>
              </a:rPr>
              <a:t> </a:t>
            </a:r>
            <a:r>
              <a:rPr lang="ar" sz="3800" b="1" spc="-10">
                <a:solidFill>
                  <a:schemeClr val="tx2"/>
                </a:solidFill>
                <a:latin typeface="Sakkal Majalla" panose="02000000000000000000" pitchFamily="2" charset="-78"/>
                <a:cs typeface="Sakkal Majalla" panose="02000000000000000000" pitchFamily="2" charset="-78"/>
              </a:rPr>
              <a:t>التي</a:t>
            </a:r>
            <a:r>
              <a:rPr lang="ar" sz="3800" b="1">
                <a:solidFill>
                  <a:schemeClr val="tx2"/>
                </a:solidFill>
                <a:effectLst/>
                <a:latin typeface="Sakkal Majalla" panose="02000000000000000000" pitchFamily="2" charset="-78"/>
                <a:cs typeface="Sakkal Majalla" panose="02000000000000000000" pitchFamily="2" charset="-78"/>
              </a:rPr>
              <a:t> يستخدمها صانع المشروبات </a:t>
            </a:r>
            <a:r>
              <a:rPr lang="ar" sz="3800" b="1" spc="-10">
                <a:solidFill>
                  <a:schemeClr val="tx2"/>
                </a:solidFill>
                <a:effectLst/>
                <a:latin typeface="Sakkal Majalla" panose="02000000000000000000" pitchFamily="2" charset="-78"/>
                <a:cs typeface="Sakkal Majalla" panose="02000000000000000000" pitchFamily="2" charset="-78"/>
              </a:rPr>
              <a:t>(2)</a:t>
            </a:r>
            <a:endParaRPr lang="en-GB" sz="3800" b="1" dirty="0">
              <a:solidFill>
                <a:schemeClr val="tx2"/>
              </a:solidFill>
              <a:effectLst/>
              <a:latin typeface="Sakkal Majalla" panose="02000000000000000000" pitchFamily="2" charset="-78"/>
              <a:cs typeface="Sakkal Majalla" panose="02000000000000000000" pitchFamily="2" charset="-78"/>
            </a:endParaRPr>
          </a:p>
          <a:p>
            <a:pPr algn="ctr" rtl="1">
              <a:spcAft>
                <a:spcPts val="600"/>
              </a:spcAft>
            </a:pPr>
            <a:endParaRPr lang="en-GB" altLang="en-US" sz="3800" b="1" dirty="0">
              <a:solidFill>
                <a:schemeClr val="tx2"/>
              </a:solidFill>
              <a:highlight>
                <a:srgbClr val="FFFF00"/>
              </a:highlight>
              <a:latin typeface="Sakkal Majalla" panose="02000000000000000000" pitchFamily="2" charset="-78"/>
              <a:cs typeface="Sakkal Majalla" panose="02000000000000000000" pitchFamily="2" charset="-78"/>
            </a:endParaRPr>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1"/>
          </p:nvPr>
        </p:nvSpPr>
        <p:spPr bwMode="auto">
          <a:xfrm>
            <a:off x="827584" y="1988841"/>
            <a:ext cx="7848102" cy="3312368"/>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p>
            <a:pPr marL="358775" indent="-358775" rtl="1">
              <a:lnSpc>
                <a:spcPct val="90000"/>
              </a:lnSpc>
              <a:buSzPct val="85000"/>
            </a:pPr>
            <a:r>
              <a:rPr lang="ar" sz="2600"/>
              <a:t>ماكينات صنع القهوة الأوتوماتيكية "من حبوب البن إلى الفنجان"</a:t>
            </a:r>
          </a:p>
          <a:p>
            <a:pPr marL="358775" indent="-358775" rtl="1">
              <a:lnSpc>
                <a:spcPct val="90000"/>
              </a:lnSpc>
              <a:buSzPct val="85000"/>
            </a:pPr>
            <a:r>
              <a:rPr lang="ar" sz="2600"/>
              <a:t>الغلايات</a:t>
            </a:r>
          </a:p>
          <a:p>
            <a:pPr marL="358775" indent="-358775" rtl="1">
              <a:lnSpc>
                <a:spcPct val="90000"/>
              </a:lnSpc>
              <a:buSzPct val="85000"/>
            </a:pPr>
            <a:r>
              <a:rPr lang="ar" sz="2600"/>
              <a:t>الخلاطات</a:t>
            </a:r>
          </a:p>
          <a:p>
            <a:pPr marL="358775" indent="-358775" rtl="1">
              <a:lnSpc>
                <a:spcPct val="90000"/>
              </a:lnSpc>
              <a:buSzPct val="85000"/>
            </a:pPr>
            <a:r>
              <a:rPr lang="ar" sz="2600"/>
              <a:t>ماكينات الشوكولاتة</a:t>
            </a:r>
          </a:p>
          <a:p>
            <a:pPr marL="358775" indent="-358775" rtl="1">
              <a:lnSpc>
                <a:spcPct val="90000"/>
              </a:lnSpc>
              <a:buSzPct val="85000"/>
            </a:pPr>
            <a:r>
              <a:rPr lang="ar" sz="2600"/>
              <a:t>ماكينات صنع العصير، العصارات</a:t>
            </a:r>
          </a:p>
          <a:p>
            <a:pPr indent="0" rtl="1">
              <a:lnSpc>
                <a:spcPct val="90000"/>
              </a:lnSpc>
            </a:pPr>
            <a:endParaRPr lang="en-GB" altLang="en-US" sz="1900" dirty="0"/>
          </a:p>
          <a:p>
            <a:pPr marL="685800" rtl="1">
              <a:lnSpc>
                <a:spcPct val="90000"/>
              </a:lnSpc>
            </a:pPr>
            <a:endParaRPr lang="en-GB" altLang="en-US" sz="1900" dirty="0"/>
          </a:p>
        </p:txBody>
      </p:sp>
      <p:sp>
        <p:nvSpPr>
          <p:cNvPr id="3" name="TextBox 2">
            <a:extLst>
              <a:ext uri="{FF2B5EF4-FFF2-40B4-BE49-F238E27FC236}">
                <a16:creationId xmlns:a16="http://schemas.microsoft.com/office/drawing/2014/main" id="{60AC82C7-BB3C-C9A3-B20C-86B48C480781}"/>
              </a:ext>
            </a:extLst>
          </p:cNvPr>
          <p:cNvSpPr txBox="1"/>
          <p:nvPr/>
        </p:nvSpPr>
        <p:spPr>
          <a:xfrm>
            <a:off x="341691" y="5118235"/>
            <a:ext cx="8435280" cy="492443"/>
          </a:xfrm>
          <a:prstGeom prst="rect">
            <a:avLst/>
          </a:prstGeom>
          <a:noFill/>
        </p:spPr>
        <p:txBody>
          <a:bodyPr wrap="square" rtlCol="1">
            <a:spAutoFit/>
          </a:bodyPr>
          <a:lstStyle/>
          <a:p>
            <a:pPr rtl="1"/>
            <a:r>
              <a:rPr lang="ar" sz="2600" b="1">
                <a:latin typeface="Sakkal Majalla" panose="02000000000000000000" pitchFamily="2" charset="-78"/>
                <a:cs typeface="Sakkal Majalla" panose="02000000000000000000" pitchFamily="2" charset="-78"/>
              </a:rPr>
              <a:t>مناقشة: </a:t>
            </a:r>
            <a:r>
              <a:rPr lang="ar" sz="2600">
                <a:latin typeface="Sakkal Majalla" panose="02000000000000000000" pitchFamily="2" charset="-78"/>
                <a:cs typeface="Sakkal Majalla" panose="02000000000000000000" pitchFamily="2" charset="-78"/>
              </a:rPr>
              <a:t>تحدث حول المعدات وتحقق من رؤية ما لديك بالمدرسة أو الكلية</a:t>
            </a:r>
          </a:p>
        </p:txBody>
      </p:sp>
    </p:spTree>
    <p:extLst>
      <p:ext uri="{BB962C8B-B14F-4D97-AF65-F5344CB8AC3E}">
        <p14:creationId xmlns:p14="http://schemas.microsoft.com/office/powerpoint/2010/main" val="35869263"/>
      </p:ext>
    </p:extLst>
  </p:cSld>
  <p:clrMapOvr>
    <a:masterClrMapping/>
  </p:clrMapOvr>
  <p:transition>
    <p:sndAc>
      <p:stSnd>
        <p:snd r:embed="rId3" name="click.wav"/>
      </p:stSnd>
    </p:sndAc>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9C580-D00F-8AFD-6157-17370E49E762}"/>
              </a:ext>
            </a:extLst>
          </p:cNvPr>
          <p:cNvSpPr>
            <a:spLocks noGrp="1"/>
          </p:cNvSpPr>
          <p:nvPr>
            <p:ph type="title"/>
          </p:nvPr>
        </p:nvSpPr>
        <p:spPr>
          <a:xfrm>
            <a:off x="457200" y="1195388"/>
            <a:ext cx="8229600" cy="863600"/>
          </a:xfrm>
        </p:spPr>
        <p:txBody>
          <a:bodyPr rtlCol="1"/>
          <a:lstStyle/>
          <a:p>
            <a:pPr rtl="1"/>
            <a:r>
              <a:rPr lang="ar" sz="3800" b="1"/>
              <a:t>أدوات صانع المشروبات </a:t>
            </a:r>
          </a:p>
        </p:txBody>
      </p:sp>
      <p:sp>
        <p:nvSpPr>
          <p:cNvPr id="3" name="Content Placeholder 2">
            <a:extLst>
              <a:ext uri="{FF2B5EF4-FFF2-40B4-BE49-F238E27FC236}">
                <a16:creationId xmlns:a16="http://schemas.microsoft.com/office/drawing/2014/main" id="{4E9D2D7E-69D2-9AE4-BE8D-17C43B148B89}"/>
              </a:ext>
            </a:extLst>
          </p:cNvPr>
          <p:cNvSpPr>
            <a:spLocks noGrp="1"/>
          </p:cNvSpPr>
          <p:nvPr>
            <p:ph sz="half" idx="2"/>
          </p:nvPr>
        </p:nvSpPr>
        <p:spPr>
          <a:xfrm>
            <a:off x="695325" y="2058988"/>
            <a:ext cx="7991475" cy="1225995"/>
          </a:xfrm>
        </p:spPr>
        <p:txBody>
          <a:bodyPr rtlCol="1"/>
          <a:lstStyle/>
          <a:p>
            <a:pPr rtl="1">
              <a:lnSpc>
                <a:spcPct val="98000"/>
              </a:lnSpc>
              <a:buSzPct val="85000"/>
            </a:pPr>
            <a:r>
              <a:rPr lang="ar" sz="2600"/>
              <a:t>أدوات صانع المشروبات هي مجموعة من الأدوات والمعدات التي يستخدمها صناع المشروبات المحترفين لتحضير مجموعة من المشروبات. </a:t>
            </a:r>
          </a:p>
          <a:p>
            <a:pPr rtl="1">
              <a:lnSpc>
                <a:spcPct val="98000"/>
              </a:lnSpc>
              <a:buSzPct val="85000"/>
            </a:pPr>
            <a:r>
              <a:rPr lang="ar" sz="2600"/>
              <a:t>وعادة، تشمل الأدوات ما يلي:</a:t>
            </a:r>
          </a:p>
          <a:p>
            <a:pPr rtl="1">
              <a:lnSpc>
                <a:spcPct val="98000"/>
              </a:lnSpc>
              <a:buSzPct val="85000"/>
            </a:pPr>
            <a:endParaRPr lang="en-GB" sz="2600" dirty="0"/>
          </a:p>
          <a:p>
            <a:pPr rtl="1">
              <a:lnSpc>
                <a:spcPct val="98000"/>
              </a:lnSpc>
              <a:buSzPct val="85000"/>
            </a:pPr>
            <a:endParaRPr lang="en-GB" sz="2600" dirty="0"/>
          </a:p>
        </p:txBody>
      </p:sp>
      <p:sp>
        <p:nvSpPr>
          <p:cNvPr id="5" name="TextBox 4">
            <a:extLst>
              <a:ext uri="{FF2B5EF4-FFF2-40B4-BE49-F238E27FC236}">
                <a16:creationId xmlns:a16="http://schemas.microsoft.com/office/drawing/2014/main" id="{66CA1373-01E5-E1A4-51B1-BAC41AAA77FD}"/>
              </a:ext>
            </a:extLst>
          </p:cNvPr>
          <p:cNvSpPr txBox="1"/>
          <p:nvPr/>
        </p:nvSpPr>
        <p:spPr>
          <a:xfrm>
            <a:off x="313184" y="3318892"/>
            <a:ext cx="8003232" cy="2893100"/>
          </a:xfrm>
          <a:prstGeom prst="rect">
            <a:avLst/>
          </a:prstGeom>
          <a:noFill/>
        </p:spPr>
        <p:txBody>
          <a:bodyPr wrap="square" numCol="2" rtlCol="1">
            <a:spAutoFit/>
          </a:bodyPr>
          <a:lstStyle/>
          <a:p>
            <a:pPr marL="342900" indent="-342900" rtl="1">
              <a:lnSpc>
                <a:spcPct val="98000"/>
              </a:lnSpc>
              <a:buSzPct val="85000"/>
              <a:buFont typeface="Courier New" panose="02070309020205020404" pitchFamily="49" charset="0"/>
              <a:buChar char="o"/>
            </a:pPr>
            <a:r>
              <a:rPr lang="ar" sz="2600" spc="-30">
                <a:latin typeface="Sakkal Majalla" panose="02000000000000000000" pitchFamily="2" charset="-78"/>
                <a:cs typeface="Sakkal Majalla" panose="02000000000000000000" pitchFamily="2" charset="-78"/>
              </a:rPr>
              <a:t>الموازين الرقمية</a:t>
            </a:r>
          </a:p>
          <a:p>
            <a:pPr marL="342900" indent="-342900" rtl="1">
              <a:lnSpc>
                <a:spcPct val="98000"/>
              </a:lnSpc>
              <a:buSzPct val="85000"/>
              <a:buFont typeface="Courier New" panose="02070309020205020404" pitchFamily="49" charset="0"/>
              <a:buChar char="o"/>
            </a:pPr>
            <a:r>
              <a:rPr lang="ar" sz="2600" spc="-30">
                <a:latin typeface="Sakkal Majalla" panose="02000000000000000000" pitchFamily="2" charset="-78"/>
                <a:cs typeface="Sakkal Majalla" panose="02000000000000000000" pitchFamily="2" charset="-78"/>
              </a:rPr>
              <a:t>أكواب اللاتيه، وأباريق الحليب المصنوعة من الستانلس ستيل</a:t>
            </a:r>
          </a:p>
          <a:p>
            <a:pPr marL="342900" indent="-342900" rtl="1">
              <a:lnSpc>
                <a:spcPct val="98000"/>
              </a:lnSpc>
              <a:buSzPct val="85000"/>
              <a:buFont typeface="Courier New" panose="02070309020205020404" pitchFamily="49" charset="0"/>
              <a:buChar char="o"/>
            </a:pPr>
            <a:r>
              <a:rPr lang="ar" sz="2600" spc="-30">
                <a:latin typeface="Sakkal Majalla" panose="02000000000000000000" pitchFamily="2" charset="-78"/>
                <a:cs typeface="Sakkal Majalla" panose="02000000000000000000" pitchFamily="2" charset="-78"/>
              </a:rPr>
              <a:t>أجهزة قياس الحرارة لإبريق الحليب</a:t>
            </a:r>
          </a:p>
          <a:p>
            <a:pPr marL="342900" indent="-342900" rtl="1">
              <a:lnSpc>
                <a:spcPct val="98000"/>
              </a:lnSpc>
              <a:buSzPct val="85000"/>
              <a:buFont typeface="Courier New" panose="02070309020205020404" pitchFamily="49" charset="0"/>
              <a:buChar char="o"/>
            </a:pPr>
            <a:r>
              <a:rPr lang="ar" sz="2600" spc="-30">
                <a:latin typeface="Sakkal Majalla" panose="02000000000000000000" pitchFamily="2" charset="-78"/>
                <a:cs typeface="Sakkal Majalla" panose="02000000000000000000" pitchFamily="2" charset="-78"/>
              </a:rPr>
              <a:t>أكواب زجاجية صغيرة</a:t>
            </a:r>
          </a:p>
          <a:p>
            <a:pPr marL="342900" indent="-342900" rtl="1">
              <a:lnSpc>
                <a:spcPct val="98000"/>
              </a:lnSpc>
              <a:buSzPct val="85000"/>
              <a:buFont typeface="Courier New" panose="02070309020205020404" pitchFamily="49" charset="0"/>
              <a:buChar char="o"/>
            </a:pPr>
            <a:r>
              <a:rPr lang="ar" sz="2600" spc="-30">
                <a:latin typeface="Sakkal Majalla" panose="02000000000000000000" pitchFamily="2" charset="-78"/>
                <a:cs typeface="Sakkal Majalla" panose="02000000000000000000" pitchFamily="2" charset="-78"/>
              </a:rPr>
              <a:t>المكابس</a:t>
            </a:r>
          </a:p>
          <a:p>
            <a:pPr marL="342900" indent="-342900" rtl="1">
              <a:lnSpc>
                <a:spcPct val="98000"/>
              </a:lnSpc>
              <a:buSzPct val="85000"/>
              <a:buFont typeface="Courier New" panose="02070309020205020404" pitchFamily="49" charset="0"/>
              <a:buChar char="o"/>
            </a:pPr>
            <a:r>
              <a:rPr lang="ar" sz="2600" spc="-30">
                <a:latin typeface="Sakkal Majalla" panose="02000000000000000000" pitchFamily="2" charset="-78"/>
                <a:cs typeface="Sakkal Majalla" panose="02000000000000000000" pitchFamily="2" charset="-78"/>
              </a:rPr>
              <a:t>مؤقتات الاستخلاص</a:t>
            </a:r>
          </a:p>
          <a:p>
            <a:pPr marL="342900" indent="-342900" rtl="1">
              <a:lnSpc>
                <a:spcPct val="98000"/>
              </a:lnSpc>
              <a:buSzPct val="85000"/>
              <a:buFont typeface="Courier New" panose="02070309020205020404" pitchFamily="49" charset="0"/>
              <a:buChar char="o"/>
            </a:pPr>
            <a:r>
              <a:rPr lang="ar" sz="2600" spc="-30">
                <a:latin typeface="Sakkal Majalla" panose="02000000000000000000" pitchFamily="2" charset="-78"/>
                <a:cs typeface="Sakkal Majalla" panose="02000000000000000000" pitchFamily="2" charset="-78"/>
              </a:rPr>
              <a:t>قواعد المكابس</a:t>
            </a:r>
          </a:p>
          <a:p>
            <a:pPr marL="342900" indent="-342900" rtl="1">
              <a:lnSpc>
                <a:spcPct val="98000"/>
              </a:lnSpc>
              <a:buSzPct val="85000"/>
              <a:buFont typeface="Courier New" panose="02070309020205020404" pitchFamily="49" charset="0"/>
              <a:buChar char="o"/>
            </a:pPr>
            <a:r>
              <a:rPr lang="ar" sz="2600" spc="-30">
                <a:latin typeface="Sakkal Majalla" panose="02000000000000000000" pitchFamily="2" charset="-78"/>
                <a:cs typeface="Sakkal Majalla" panose="02000000000000000000" pitchFamily="2" charset="-78"/>
              </a:rPr>
              <a:t>فرش تنظيف المطحنة </a:t>
            </a:r>
          </a:p>
          <a:p>
            <a:pPr marL="342900" indent="-342900" rtl="1">
              <a:lnSpc>
                <a:spcPct val="98000"/>
              </a:lnSpc>
              <a:buSzPct val="85000"/>
              <a:buFont typeface="Courier New" panose="02070309020205020404" pitchFamily="49" charset="0"/>
              <a:buChar char="o"/>
            </a:pPr>
            <a:r>
              <a:rPr lang="ar" sz="2600" spc="-30">
                <a:latin typeface="Sakkal Majalla" panose="02000000000000000000" pitchFamily="2" charset="-78"/>
                <a:cs typeface="Sakkal Majalla" panose="02000000000000000000" pitchFamily="2" charset="-78"/>
              </a:rPr>
              <a:t>فرش تنظيف رأس المجموعة</a:t>
            </a:r>
          </a:p>
          <a:p>
            <a:pPr marL="342900" indent="-342900" rtl="1">
              <a:lnSpc>
                <a:spcPct val="98000"/>
              </a:lnSpc>
              <a:buSzPct val="85000"/>
              <a:buFont typeface="Courier New" panose="02070309020205020404" pitchFamily="49" charset="0"/>
              <a:buChar char="o"/>
            </a:pPr>
            <a:r>
              <a:rPr lang="ar" sz="2600" spc="-30">
                <a:latin typeface="Sakkal Majalla" panose="02000000000000000000" pitchFamily="2" charset="-78"/>
                <a:cs typeface="Sakkal Majalla" panose="02000000000000000000" pitchFamily="2" charset="-78"/>
              </a:rPr>
              <a:t>أقراص التنظيف، ومسحوق التنظيف</a:t>
            </a:r>
          </a:p>
          <a:p>
            <a:pPr marL="342900" indent="-342900" rtl="1">
              <a:lnSpc>
                <a:spcPct val="98000"/>
              </a:lnSpc>
              <a:buSzPct val="85000"/>
              <a:buFont typeface="Courier New" panose="02070309020205020404" pitchFamily="49" charset="0"/>
              <a:buChar char="o"/>
            </a:pPr>
            <a:r>
              <a:rPr lang="ar" sz="2600" spc="-30">
                <a:latin typeface="Sakkal Majalla" panose="02000000000000000000" pitchFamily="2" charset="-78"/>
                <a:cs typeface="Sakkal Majalla" panose="02000000000000000000" pitchFamily="2" charset="-78"/>
              </a:rPr>
              <a:t>أقراص التنظيف، والمرشحات العمياء</a:t>
            </a:r>
          </a:p>
          <a:p>
            <a:pPr marL="342900" indent="-342900" rtl="1">
              <a:lnSpc>
                <a:spcPct val="98000"/>
              </a:lnSpc>
              <a:buSzPct val="85000"/>
              <a:buFont typeface="Courier New" panose="02070309020205020404" pitchFamily="49" charset="0"/>
              <a:buChar char="o"/>
            </a:pPr>
            <a:r>
              <a:rPr lang="ar" sz="2600" spc="-30">
                <a:latin typeface="Sakkal Majalla" panose="02000000000000000000" pitchFamily="2" charset="-78"/>
                <a:cs typeface="Sakkal Majalla" panose="02000000000000000000" pitchFamily="2" charset="-78"/>
              </a:rPr>
              <a:t>موزعات الكريمة المخفوقة التي تعمل بالغاز.</a:t>
            </a:r>
          </a:p>
        </p:txBody>
      </p:sp>
    </p:spTree>
    <p:extLst>
      <p:ext uri="{BB962C8B-B14F-4D97-AF65-F5344CB8AC3E}">
        <p14:creationId xmlns:p14="http://schemas.microsoft.com/office/powerpoint/2010/main" val="1110890903"/>
      </p:ext>
    </p:extLst>
  </p:cSld>
  <p:clrMapOvr>
    <a:masterClrMapping/>
  </p:clrMapOvr>
  <p:transition>
    <p:sndAc>
      <p:stSnd>
        <p:snd r:embed="rId2" name="click.wav"/>
      </p:stSnd>
    </p:sndAc>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543EE-9F48-A1DD-489D-6CF854329C16}"/>
              </a:ext>
            </a:extLst>
          </p:cNvPr>
          <p:cNvSpPr>
            <a:spLocks noGrp="1"/>
          </p:cNvSpPr>
          <p:nvPr>
            <p:ph type="title"/>
          </p:nvPr>
        </p:nvSpPr>
        <p:spPr>
          <a:xfrm>
            <a:off x="457200" y="1195388"/>
            <a:ext cx="8229600" cy="863600"/>
          </a:xfrm>
        </p:spPr>
        <p:txBody>
          <a:bodyPr rtlCol="1"/>
          <a:lstStyle/>
          <a:p>
            <a:pPr rtl="1"/>
            <a:r>
              <a:rPr lang="ar" sz="3800" b="1"/>
              <a:t>منتجات ومكونات المشروبات (1)</a:t>
            </a:r>
          </a:p>
        </p:txBody>
      </p:sp>
      <p:sp>
        <p:nvSpPr>
          <p:cNvPr id="3" name="Content Placeholder 2">
            <a:extLst>
              <a:ext uri="{FF2B5EF4-FFF2-40B4-BE49-F238E27FC236}">
                <a16:creationId xmlns:a16="http://schemas.microsoft.com/office/drawing/2014/main" id="{BBF4B740-2C0D-3B7C-3E46-124CD2ED54DA}"/>
              </a:ext>
            </a:extLst>
          </p:cNvPr>
          <p:cNvSpPr>
            <a:spLocks noGrp="1"/>
          </p:cNvSpPr>
          <p:nvPr>
            <p:ph sz="half" idx="2"/>
          </p:nvPr>
        </p:nvSpPr>
        <p:spPr>
          <a:xfrm>
            <a:off x="468312" y="1952821"/>
            <a:ext cx="7991475" cy="801439"/>
          </a:xfrm>
        </p:spPr>
        <p:txBody>
          <a:bodyPr rtlCol="1"/>
          <a:lstStyle/>
          <a:p>
            <a:pPr marL="0" indent="0" rtl="1">
              <a:buNone/>
            </a:pPr>
            <a:r>
              <a:rPr lang="ar" sz="2600"/>
              <a:t>تغطي خدمة صانع المشروبات مجموعة واسعة من المشروبات. تشمل المنتجات والمكونات لعمل هذه المشروبات:</a:t>
            </a:r>
          </a:p>
        </p:txBody>
      </p:sp>
      <p:sp>
        <p:nvSpPr>
          <p:cNvPr id="6" name="TextBox 5">
            <a:extLst>
              <a:ext uri="{FF2B5EF4-FFF2-40B4-BE49-F238E27FC236}">
                <a16:creationId xmlns:a16="http://schemas.microsoft.com/office/drawing/2014/main" id="{79054E0A-E2D7-AA17-C24A-20897779D51C}"/>
              </a:ext>
            </a:extLst>
          </p:cNvPr>
          <p:cNvSpPr txBox="1"/>
          <p:nvPr/>
        </p:nvSpPr>
        <p:spPr>
          <a:xfrm>
            <a:off x="4584512" y="2761813"/>
            <a:ext cx="3960440" cy="2492990"/>
          </a:xfrm>
          <a:prstGeom prst="rect">
            <a:avLst/>
          </a:prstGeom>
          <a:noFill/>
        </p:spPr>
        <p:txBody>
          <a:bodyPr wrap="square" rtlCol="1">
            <a:spAutoFit/>
          </a:bodyPr>
          <a:lstStyle/>
          <a:p>
            <a:pPr marL="446087" indent="-342900" rtl="1">
              <a:buSzPct val="85000"/>
              <a:buFont typeface="Wingdings" panose="05000000000000000000" pitchFamily="2" charset="2"/>
              <a:buChar char="§"/>
            </a:pPr>
            <a:r>
              <a:rPr lang="ar" sz="2600">
                <a:latin typeface="Sakkal Majalla" panose="02000000000000000000" pitchFamily="2" charset="-78"/>
                <a:cs typeface="Sakkal Majalla" panose="02000000000000000000" pitchFamily="2" charset="-78"/>
              </a:rPr>
              <a:t>القهوة</a:t>
            </a:r>
          </a:p>
          <a:p>
            <a:pPr marL="446087" indent="-342900" rtl="1">
              <a:buSzPct val="85000"/>
              <a:buFont typeface="Wingdings" panose="05000000000000000000" pitchFamily="2" charset="2"/>
              <a:buChar char="§"/>
            </a:pPr>
            <a:r>
              <a:rPr lang="ar" sz="2600">
                <a:latin typeface="Sakkal Majalla" panose="02000000000000000000" pitchFamily="2" charset="-78"/>
                <a:cs typeface="Sakkal Majalla" panose="02000000000000000000" pitchFamily="2" charset="-78"/>
              </a:rPr>
              <a:t>الشاي</a:t>
            </a:r>
          </a:p>
          <a:p>
            <a:pPr marL="446087" indent="-342900" rtl="1">
              <a:buSzPct val="85000"/>
              <a:buFont typeface="Wingdings" panose="05000000000000000000" pitchFamily="2" charset="2"/>
              <a:buChar char="§"/>
            </a:pPr>
            <a:r>
              <a:rPr lang="ar" sz="2600">
                <a:latin typeface="Sakkal Majalla" panose="02000000000000000000" pitchFamily="2" charset="-78"/>
                <a:cs typeface="Sakkal Majalla" panose="02000000000000000000" pitchFamily="2" charset="-78"/>
              </a:rPr>
              <a:t>مشروبات الأعشاب المنقوعة</a:t>
            </a:r>
          </a:p>
          <a:p>
            <a:pPr marL="446087" indent="-342900" rtl="1">
              <a:buSzPct val="85000"/>
              <a:buFont typeface="Wingdings" panose="05000000000000000000" pitchFamily="2" charset="2"/>
              <a:buChar char="§"/>
            </a:pPr>
            <a:r>
              <a:rPr lang="ar" sz="2600">
                <a:latin typeface="Sakkal Majalla" panose="02000000000000000000" pitchFamily="2" charset="-78"/>
                <a:cs typeface="Sakkal Majalla" panose="02000000000000000000" pitchFamily="2" charset="-78"/>
              </a:rPr>
              <a:t>الشوكولاتة</a:t>
            </a:r>
          </a:p>
          <a:p>
            <a:pPr marL="446087" indent="-342900" rtl="1">
              <a:buSzPct val="85000"/>
              <a:buFont typeface="Wingdings" panose="05000000000000000000" pitchFamily="2" charset="2"/>
              <a:buChar char="§"/>
            </a:pPr>
            <a:r>
              <a:rPr lang="ar" sz="2600">
                <a:latin typeface="Sakkal Majalla" panose="02000000000000000000" pitchFamily="2" charset="-78"/>
                <a:cs typeface="Sakkal Majalla" panose="02000000000000000000" pitchFamily="2" charset="-78"/>
              </a:rPr>
              <a:t>العصائر </a:t>
            </a:r>
          </a:p>
          <a:p>
            <a:pPr rtl="1"/>
            <a:endParaRPr lang="en-GB" sz="2600" dirty="0">
              <a:latin typeface="Sakkal Majalla" panose="02000000000000000000" pitchFamily="2" charset="-78"/>
              <a:cs typeface="Sakkal Majalla" panose="02000000000000000000" pitchFamily="2" charset="-78"/>
            </a:endParaRPr>
          </a:p>
        </p:txBody>
      </p:sp>
      <p:sp>
        <p:nvSpPr>
          <p:cNvPr id="10" name="TextBox 9">
            <a:extLst>
              <a:ext uri="{FF2B5EF4-FFF2-40B4-BE49-F238E27FC236}">
                <a16:creationId xmlns:a16="http://schemas.microsoft.com/office/drawing/2014/main" id="{AE308A5F-87CD-79E9-7D73-072CB5A4EA25}"/>
              </a:ext>
            </a:extLst>
          </p:cNvPr>
          <p:cNvSpPr txBox="1"/>
          <p:nvPr/>
        </p:nvSpPr>
        <p:spPr>
          <a:xfrm>
            <a:off x="1287973" y="2801885"/>
            <a:ext cx="3402698" cy="2492990"/>
          </a:xfrm>
          <a:prstGeom prst="rect">
            <a:avLst/>
          </a:prstGeom>
          <a:noFill/>
        </p:spPr>
        <p:txBody>
          <a:bodyPr wrap="square" rtlCol="1">
            <a:spAutoFit/>
          </a:bodyPr>
          <a:lstStyle/>
          <a:p>
            <a:pPr marL="342900" indent="-342900" rtl="1">
              <a:buSzPct val="85000"/>
              <a:buFont typeface="Wingdings" panose="05000000000000000000" pitchFamily="2" charset="2"/>
              <a:buChar char="§"/>
            </a:pPr>
            <a:r>
              <a:rPr lang="ar" sz="2600">
                <a:latin typeface="Sakkal Majalla" panose="02000000000000000000" pitchFamily="2" charset="-78"/>
                <a:cs typeface="Sakkal Majalla" panose="02000000000000000000" pitchFamily="2" charset="-78"/>
              </a:rPr>
              <a:t>السموزي</a:t>
            </a:r>
          </a:p>
          <a:p>
            <a:pPr marL="342900" indent="-342900" rtl="1">
              <a:buSzPct val="85000"/>
              <a:buFont typeface="Wingdings" panose="05000000000000000000" pitchFamily="2" charset="2"/>
              <a:buChar char="§"/>
            </a:pPr>
            <a:r>
              <a:rPr lang="ar" sz="2600">
                <a:latin typeface="Sakkal Majalla" panose="02000000000000000000" pitchFamily="2" charset="-78"/>
                <a:cs typeface="Sakkal Majalla" panose="02000000000000000000" pitchFamily="2" charset="-78"/>
              </a:rPr>
              <a:t>الحليب، الكريمة</a:t>
            </a:r>
          </a:p>
          <a:p>
            <a:pPr marL="342900" indent="-342900" rtl="1">
              <a:buSzPct val="85000"/>
              <a:buFont typeface="Wingdings" panose="05000000000000000000" pitchFamily="2" charset="2"/>
              <a:buChar char="§"/>
            </a:pPr>
            <a:r>
              <a:rPr lang="ar" sz="2600">
                <a:latin typeface="Sakkal Majalla" panose="02000000000000000000" pitchFamily="2" charset="-78"/>
                <a:cs typeface="Sakkal Majalla" panose="02000000000000000000" pitchFamily="2" charset="-78"/>
              </a:rPr>
              <a:t>الشراب، الإضافات</a:t>
            </a:r>
          </a:p>
          <a:p>
            <a:pPr marL="342900" indent="-342900" rtl="1">
              <a:buSzPct val="85000"/>
              <a:buFont typeface="Wingdings" panose="05000000000000000000" pitchFamily="2" charset="2"/>
              <a:buChar char="§"/>
            </a:pPr>
            <a:r>
              <a:rPr lang="ar" sz="2600">
                <a:latin typeface="Sakkal Majalla" panose="02000000000000000000" pitchFamily="2" charset="-78"/>
                <a:cs typeface="Sakkal Majalla" panose="02000000000000000000" pitchFamily="2" charset="-78"/>
              </a:rPr>
              <a:t>حليب الصويا وأنواع الحليب النباتي الأخرى</a:t>
            </a:r>
          </a:p>
          <a:p>
            <a:pPr rtl="1"/>
            <a:endParaRPr lang="en-GB" sz="2600" dirty="0">
              <a:latin typeface="Sakkal Majalla" panose="02000000000000000000" pitchFamily="2" charset="-78"/>
              <a:cs typeface="Sakkal Majalla" panose="02000000000000000000" pitchFamily="2" charset="-78"/>
            </a:endParaRPr>
          </a:p>
        </p:txBody>
      </p:sp>
      <p:pic>
        <p:nvPicPr>
          <p:cNvPr id="5" name="Picture 4">
            <a:extLst>
              <a:ext uri="{FF2B5EF4-FFF2-40B4-BE49-F238E27FC236}">
                <a16:creationId xmlns:a16="http://schemas.microsoft.com/office/drawing/2014/main" id="{2ECED6BD-26A2-D414-532B-F8FBA54B883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413853" y="5057744"/>
            <a:ext cx="2127109" cy="1418073"/>
          </a:xfrm>
          <a:prstGeom prst="rect">
            <a:avLst/>
          </a:prstGeom>
        </p:spPr>
      </p:pic>
      <p:pic>
        <p:nvPicPr>
          <p:cNvPr id="12" name="Picture 11">
            <a:extLst>
              <a:ext uri="{FF2B5EF4-FFF2-40B4-BE49-F238E27FC236}">
                <a16:creationId xmlns:a16="http://schemas.microsoft.com/office/drawing/2014/main" id="{25293F0E-44DC-CD00-C462-8E02250FE1C0}"/>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39823" y="4781597"/>
            <a:ext cx="1702402" cy="1702402"/>
          </a:xfrm>
          <a:prstGeom prst="rect">
            <a:avLst/>
          </a:prstGeom>
        </p:spPr>
      </p:pic>
      <p:pic>
        <p:nvPicPr>
          <p:cNvPr id="14" name="Picture 13">
            <a:extLst>
              <a:ext uri="{FF2B5EF4-FFF2-40B4-BE49-F238E27FC236}">
                <a16:creationId xmlns:a16="http://schemas.microsoft.com/office/drawing/2014/main" id="{54E4B734-F5E2-1EAD-97AE-EE65CA702122}"/>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028474" y="5080805"/>
            <a:ext cx="2127108" cy="1419962"/>
          </a:xfrm>
          <a:prstGeom prst="rect">
            <a:avLst/>
          </a:prstGeom>
        </p:spPr>
      </p:pic>
    </p:spTree>
    <p:extLst>
      <p:ext uri="{BB962C8B-B14F-4D97-AF65-F5344CB8AC3E}">
        <p14:creationId xmlns:p14="http://schemas.microsoft.com/office/powerpoint/2010/main" val="3978430948"/>
      </p:ext>
    </p:extLst>
  </p:cSld>
  <p:clrMapOvr>
    <a:masterClrMapping/>
  </p:clrMapOvr>
  <p:transition>
    <p:sndAc>
      <p:stSnd>
        <p:snd r:embed="rId2" name="click.wav"/>
      </p:stSnd>
    </p:sndAc>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543EE-9F48-A1DD-489D-6CF854329C16}"/>
              </a:ext>
            </a:extLst>
          </p:cNvPr>
          <p:cNvSpPr>
            <a:spLocks noGrp="1"/>
          </p:cNvSpPr>
          <p:nvPr>
            <p:ph type="title"/>
          </p:nvPr>
        </p:nvSpPr>
        <p:spPr>
          <a:xfrm>
            <a:off x="457200" y="1268760"/>
            <a:ext cx="8229600" cy="504056"/>
          </a:xfrm>
        </p:spPr>
        <p:txBody>
          <a:bodyPr rtlCol="1"/>
          <a:lstStyle/>
          <a:p>
            <a:pPr rtl="1"/>
            <a:r>
              <a:rPr lang="ar" sz="3800" b="1"/>
              <a:t>منتجات ومكونات المشروبات (2)</a:t>
            </a:r>
            <a:endParaRPr lang="en-GB" sz="3800" dirty="0"/>
          </a:p>
        </p:txBody>
      </p:sp>
      <p:sp>
        <p:nvSpPr>
          <p:cNvPr id="3" name="Content Placeholder 2">
            <a:extLst>
              <a:ext uri="{FF2B5EF4-FFF2-40B4-BE49-F238E27FC236}">
                <a16:creationId xmlns:a16="http://schemas.microsoft.com/office/drawing/2014/main" id="{BBF4B740-2C0D-3B7C-3E46-124CD2ED54DA}"/>
              </a:ext>
            </a:extLst>
          </p:cNvPr>
          <p:cNvSpPr>
            <a:spLocks noGrp="1"/>
          </p:cNvSpPr>
          <p:nvPr>
            <p:ph sz="half" idx="2"/>
          </p:nvPr>
        </p:nvSpPr>
        <p:spPr>
          <a:xfrm>
            <a:off x="683568" y="2038224"/>
            <a:ext cx="7776219" cy="1161479"/>
          </a:xfrm>
        </p:spPr>
        <p:txBody>
          <a:bodyPr rtlCol="1"/>
          <a:lstStyle/>
          <a:p>
            <a:pPr marL="0" indent="0" rtl="1">
              <a:buNone/>
            </a:pPr>
            <a:r>
              <a:rPr lang="ar" sz="2600" spc="30"/>
              <a:t>حسب المشروب والمكونات المستخدمة، ستكون النكهة والخصائص المرئية لهذا المنتج فريدة. </a:t>
            </a:r>
          </a:p>
          <a:p>
            <a:pPr marL="0" indent="0" rtl="1">
              <a:buNone/>
            </a:pPr>
            <a:r>
              <a:rPr lang="ar" sz="2600"/>
              <a:t>تشمل خصائص المكونات:</a:t>
            </a:r>
          </a:p>
          <a:p>
            <a:pPr rtl="1">
              <a:buSzPct val="85000"/>
            </a:pPr>
            <a:r>
              <a:rPr lang="ar" sz="2600"/>
              <a:t>النكهة والخصائص المرئية</a:t>
            </a:r>
          </a:p>
          <a:p>
            <a:pPr rtl="1">
              <a:buSzPct val="85000"/>
            </a:pPr>
            <a:r>
              <a:rPr lang="ar" sz="2600"/>
              <a:t>مدة الصلاحية</a:t>
            </a:r>
          </a:p>
          <a:p>
            <a:pPr rtl="1">
              <a:buSzPct val="85000"/>
            </a:pPr>
            <a:r>
              <a:rPr lang="ar" sz="2600"/>
              <a:t>معبأة وبعد الفتح</a:t>
            </a:r>
          </a:p>
          <a:p>
            <a:pPr rtl="1">
              <a:buSzPct val="85000"/>
            </a:pPr>
            <a:r>
              <a:rPr lang="ar" sz="2600"/>
              <a:t>حساسية الطعام المحتملة</a:t>
            </a:r>
          </a:p>
        </p:txBody>
      </p:sp>
    </p:spTree>
    <p:extLst>
      <p:ext uri="{BB962C8B-B14F-4D97-AF65-F5344CB8AC3E}">
        <p14:creationId xmlns:p14="http://schemas.microsoft.com/office/powerpoint/2010/main" val="808123766"/>
      </p:ext>
    </p:extLst>
  </p:cSld>
  <p:clrMapOvr>
    <a:masterClrMapping/>
  </p:clrMapOvr>
  <p:transition>
    <p:sndAc>
      <p:stSnd>
        <p:snd r:embed="rId2" name="click.wav"/>
      </p:stSnd>
    </p:sndAc>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543EE-9F48-A1DD-489D-6CF854329C16}"/>
              </a:ext>
            </a:extLst>
          </p:cNvPr>
          <p:cNvSpPr>
            <a:spLocks noGrp="1"/>
          </p:cNvSpPr>
          <p:nvPr>
            <p:ph type="title"/>
          </p:nvPr>
        </p:nvSpPr>
        <p:spPr>
          <a:xfrm>
            <a:off x="457200" y="1195388"/>
            <a:ext cx="8229600" cy="461665"/>
          </a:xfrm>
        </p:spPr>
        <p:txBody>
          <a:bodyPr rtlCol="1"/>
          <a:lstStyle/>
          <a:p>
            <a:pPr rtl="1"/>
            <a:r>
              <a:rPr lang="ar" sz="3800" b="1"/>
              <a:t>منتجات ومكونات المشروبات (3)</a:t>
            </a:r>
            <a:endParaRPr lang="en-GB" sz="3800" dirty="0"/>
          </a:p>
        </p:txBody>
      </p:sp>
      <p:sp>
        <p:nvSpPr>
          <p:cNvPr id="3" name="Content Placeholder 2">
            <a:extLst>
              <a:ext uri="{FF2B5EF4-FFF2-40B4-BE49-F238E27FC236}">
                <a16:creationId xmlns:a16="http://schemas.microsoft.com/office/drawing/2014/main" id="{BBF4B740-2C0D-3B7C-3E46-124CD2ED54DA}"/>
              </a:ext>
            </a:extLst>
          </p:cNvPr>
          <p:cNvSpPr>
            <a:spLocks noGrp="1"/>
          </p:cNvSpPr>
          <p:nvPr>
            <p:ph sz="half" idx="2"/>
          </p:nvPr>
        </p:nvSpPr>
        <p:spPr>
          <a:xfrm>
            <a:off x="719170" y="1772816"/>
            <a:ext cx="7991475" cy="1412039"/>
          </a:xfrm>
        </p:spPr>
        <p:txBody>
          <a:bodyPr rtlCol="1"/>
          <a:lstStyle/>
          <a:p>
            <a:pPr rtl="1">
              <a:lnSpc>
                <a:spcPct val="110000"/>
              </a:lnSpc>
              <a:buSzPct val="85000"/>
            </a:pPr>
            <a:r>
              <a:rPr lang="ar" sz="2600"/>
              <a:t>يجب تخزين المكونات والمنتجات التي يستخدمها صانع المشروبات في مكان بارد وجاف في حاويات محكمة الغلق على الرف. </a:t>
            </a:r>
          </a:p>
          <a:p>
            <a:pPr rtl="1">
              <a:lnSpc>
                <a:spcPct val="110000"/>
              </a:lnSpc>
              <a:buSzPct val="85000"/>
            </a:pPr>
            <a:r>
              <a:rPr lang="ar" sz="2600"/>
              <a:t>يجب تخزين هذه المنتجات بعيدا عن المواد ذات الرائحة القوية لأنها سوف تمتص الرائحة وتفسد طعم المنتجات. </a:t>
            </a:r>
          </a:p>
          <a:p>
            <a:pPr rtl="1">
              <a:lnSpc>
                <a:spcPct val="110000"/>
              </a:lnSpc>
              <a:buSzPct val="85000"/>
            </a:pPr>
            <a:r>
              <a:rPr lang="ar" sz="2600"/>
              <a:t>ويجب اتباع نظام التدوير الجيد للمخزون باستخدام نظام FIFO (الوارد أولاً يخرج أولاً). يجب أن يفهم صانعو المشروبات الفرق بين التاريخ الذي يجب أن يُباع المنتج قبله، والتاريخ الذي يجب أن يُستهلك قبله. </a:t>
            </a:r>
          </a:p>
        </p:txBody>
      </p:sp>
      <p:sp>
        <p:nvSpPr>
          <p:cNvPr id="6" name="TextBox 5">
            <a:extLst>
              <a:ext uri="{FF2B5EF4-FFF2-40B4-BE49-F238E27FC236}">
                <a16:creationId xmlns:a16="http://schemas.microsoft.com/office/drawing/2014/main" id="{3BC72BA2-4919-3F7C-7D44-28BA2A9C1198}"/>
              </a:ext>
            </a:extLst>
          </p:cNvPr>
          <p:cNvSpPr txBox="1"/>
          <p:nvPr/>
        </p:nvSpPr>
        <p:spPr>
          <a:xfrm>
            <a:off x="457200" y="5229200"/>
            <a:ext cx="8218488" cy="492443"/>
          </a:xfrm>
          <a:prstGeom prst="rect">
            <a:avLst/>
          </a:prstGeom>
          <a:noFill/>
        </p:spPr>
        <p:txBody>
          <a:bodyPr wrap="square" rtlCol="1">
            <a:spAutoFit/>
          </a:bodyPr>
          <a:lstStyle/>
          <a:p>
            <a:pPr rtl="1"/>
            <a:r>
              <a:rPr lang="ar" sz="2600" b="1">
                <a:latin typeface="Sakkal Majalla" panose="02000000000000000000" pitchFamily="2" charset="-78"/>
                <a:cs typeface="Sakkal Majalla" panose="02000000000000000000" pitchFamily="2" charset="-78"/>
              </a:rPr>
              <a:t>سؤال:</a:t>
            </a:r>
            <a:r>
              <a:rPr lang="ar" sz="2600">
                <a:latin typeface="Sakkal Majalla" panose="02000000000000000000" pitchFamily="2" charset="-78"/>
                <a:cs typeface="Sakkal Majalla" panose="02000000000000000000" pitchFamily="2" charset="-78"/>
              </a:rPr>
              <a:t> لماذا يجب تخزين منتجات ومكونات المشروبات بشكل صحيح؟</a:t>
            </a:r>
          </a:p>
        </p:txBody>
      </p:sp>
    </p:spTree>
    <p:extLst>
      <p:ext uri="{BB962C8B-B14F-4D97-AF65-F5344CB8AC3E}">
        <p14:creationId xmlns:p14="http://schemas.microsoft.com/office/powerpoint/2010/main" val="1602626586"/>
      </p:ext>
    </p:extLst>
  </p:cSld>
  <p:clrMapOvr>
    <a:masterClrMapping/>
  </p:clrMapOvr>
  <p:transition>
    <p:sndAc>
      <p:stSnd>
        <p:snd r:embed="rId2" name="click.wav"/>
      </p:stSnd>
    </p:sndAc>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CDAE8-DB76-72A8-E9CB-43594575A24E}"/>
              </a:ext>
            </a:extLst>
          </p:cNvPr>
          <p:cNvSpPr>
            <a:spLocks noGrp="1"/>
          </p:cNvSpPr>
          <p:nvPr>
            <p:ph type="title"/>
          </p:nvPr>
        </p:nvSpPr>
        <p:spPr>
          <a:xfrm>
            <a:off x="457200" y="1166813"/>
            <a:ext cx="8229600" cy="577428"/>
          </a:xfrm>
        </p:spPr>
        <p:txBody>
          <a:bodyPr rtlCol="1"/>
          <a:lstStyle/>
          <a:p>
            <a:pPr rtl="1"/>
            <a:r>
              <a:rPr lang="ar" sz="3800" b="1"/>
              <a:t>عمليات تحضير منتجات المشروبات (1)</a:t>
            </a:r>
          </a:p>
        </p:txBody>
      </p:sp>
      <p:sp>
        <p:nvSpPr>
          <p:cNvPr id="3" name="Content Placeholder 2">
            <a:extLst>
              <a:ext uri="{FF2B5EF4-FFF2-40B4-BE49-F238E27FC236}">
                <a16:creationId xmlns:a16="http://schemas.microsoft.com/office/drawing/2014/main" id="{92152942-3262-EB65-8B60-701A67ABD774}"/>
              </a:ext>
            </a:extLst>
          </p:cNvPr>
          <p:cNvSpPr>
            <a:spLocks noGrp="1"/>
          </p:cNvSpPr>
          <p:nvPr>
            <p:ph sz="half" idx="2"/>
          </p:nvPr>
        </p:nvSpPr>
        <p:spPr>
          <a:xfrm>
            <a:off x="576263" y="2005012"/>
            <a:ext cx="7991475" cy="3609975"/>
          </a:xfrm>
        </p:spPr>
        <p:txBody>
          <a:bodyPr rtlCol="1"/>
          <a:lstStyle/>
          <a:p>
            <a:pPr rtl="1">
              <a:lnSpc>
                <a:spcPct val="110000"/>
              </a:lnSpc>
              <a:buSzPct val="85000"/>
            </a:pPr>
            <a:r>
              <a:rPr lang="ar" sz="2600"/>
              <a:t>هناك عمليات مختلفة لإعداد مجموعة من المشروبات، بما في ذلك جودة وطعم المكونات وعمليات التخمير والإنتاج ذات الصلة بالمعدات المستخدمة.  </a:t>
            </a:r>
          </a:p>
          <a:p>
            <a:pPr rtl="1">
              <a:lnSpc>
                <a:spcPct val="110000"/>
              </a:lnSpc>
              <a:buSzPct val="85000"/>
            </a:pPr>
            <a:r>
              <a:rPr lang="ar" sz="2600"/>
              <a:t>تشمل العمليات المتعلقة بجلب المنتجات والمكونات إلى السوق: </a:t>
            </a:r>
          </a:p>
          <a:p>
            <a:pPr marL="804863" lvl="2" indent="-446088" defTabSz="179388" rtl="1">
              <a:lnSpc>
                <a:spcPct val="110000"/>
              </a:lnSpc>
              <a:buSzPct val="45000"/>
              <a:buFont typeface="Courier New" panose="02070309020205020404" pitchFamily="49" charset="0"/>
              <a:buChar char="o"/>
            </a:pPr>
            <a:r>
              <a:rPr lang="ar" sz="2600">
                <a:latin typeface="Sakkal Majalla" panose="02000000000000000000" pitchFamily="2" charset="-78"/>
                <a:cs typeface="Sakkal Majalla" panose="02000000000000000000" pitchFamily="2" charset="-78"/>
              </a:rPr>
              <a:t>نزع الكافيين- عملية إزالة الكافيين</a:t>
            </a:r>
            <a:endParaRPr lang="en-GB" sz="2600" dirty="0">
              <a:latin typeface="Sakkal Majalla" panose="02000000000000000000" pitchFamily="2" charset="-78"/>
              <a:cs typeface="Sakkal Majalla" panose="02000000000000000000" pitchFamily="2" charset="-78"/>
            </a:endParaRPr>
          </a:p>
          <a:p>
            <a:pPr marL="804863" lvl="2" indent="-446088" defTabSz="179388" rtl="1">
              <a:lnSpc>
                <a:spcPct val="110000"/>
              </a:lnSpc>
              <a:buSzPct val="45000"/>
              <a:buFont typeface="Courier New" panose="02070309020205020404" pitchFamily="49" charset="0"/>
              <a:buChar char="o"/>
            </a:pPr>
            <a:r>
              <a:rPr lang="ar" sz="2600">
                <a:latin typeface="Sakkal Majalla" panose="02000000000000000000" pitchFamily="2" charset="-78"/>
                <a:cs typeface="Sakkal Majalla" panose="02000000000000000000" pitchFamily="2" charset="-78"/>
              </a:rPr>
              <a:t>التحمير</a:t>
            </a:r>
            <a:endParaRPr lang="en-GB" sz="2600" dirty="0">
              <a:latin typeface="Sakkal Majalla" panose="02000000000000000000" pitchFamily="2" charset="-78"/>
              <a:cs typeface="Sakkal Majalla" panose="02000000000000000000" pitchFamily="2" charset="-78"/>
            </a:endParaRPr>
          </a:p>
          <a:p>
            <a:pPr marL="804863" lvl="2" indent="-446088" defTabSz="179388" rtl="1">
              <a:lnSpc>
                <a:spcPct val="110000"/>
              </a:lnSpc>
              <a:buSzPct val="45000"/>
              <a:buFont typeface="Courier New" panose="02070309020205020404" pitchFamily="49" charset="0"/>
              <a:buChar char="o"/>
            </a:pPr>
            <a:r>
              <a:rPr lang="ar" sz="2600">
                <a:latin typeface="Sakkal Majalla" panose="02000000000000000000" pitchFamily="2" charset="-78"/>
                <a:cs typeface="Sakkal Majalla" panose="02000000000000000000" pitchFamily="2" charset="-78"/>
              </a:rPr>
              <a:t>التعبئة والتغليف</a:t>
            </a:r>
            <a:endParaRPr lang="en-GB" sz="2600" dirty="0">
              <a:latin typeface="Sakkal Majalla" panose="02000000000000000000" pitchFamily="2" charset="-78"/>
              <a:cs typeface="Sakkal Majalla" panose="02000000000000000000" pitchFamily="2" charset="-78"/>
            </a:endParaRPr>
          </a:p>
          <a:p>
            <a:pPr rtl="1">
              <a:lnSpc>
                <a:spcPct val="110000"/>
              </a:lnSpc>
            </a:pPr>
            <a:endParaRPr lang="en-GB" sz="2600" dirty="0"/>
          </a:p>
          <a:p>
            <a:pPr rtl="1">
              <a:lnSpc>
                <a:spcPct val="110000"/>
              </a:lnSpc>
            </a:pPr>
            <a:endParaRPr lang="en-GB" sz="2600" dirty="0"/>
          </a:p>
        </p:txBody>
      </p:sp>
    </p:spTree>
    <p:extLst>
      <p:ext uri="{BB962C8B-B14F-4D97-AF65-F5344CB8AC3E}">
        <p14:creationId xmlns:p14="http://schemas.microsoft.com/office/powerpoint/2010/main" val="108066460"/>
      </p:ext>
    </p:extLst>
  </p:cSld>
  <p:clrMapOvr>
    <a:masterClrMapping/>
  </p:clrMapOvr>
  <p:transition>
    <p:sndAc>
      <p:stSnd>
        <p:snd r:embed="rId2" name="click.wav"/>
      </p:stSnd>
    </p:sndAc>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CDAE8-DB76-72A8-E9CB-43594575A24E}"/>
              </a:ext>
            </a:extLst>
          </p:cNvPr>
          <p:cNvSpPr>
            <a:spLocks noGrp="1"/>
          </p:cNvSpPr>
          <p:nvPr>
            <p:ph type="title"/>
          </p:nvPr>
        </p:nvSpPr>
        <p:spPr>
          <a:xfrm>
            <a:off x="457200" y="1052736"/>
            <a:ext cx="8229600" cy="864000"/>
          </a:xfrm>
        </p:spPr>
        <p:txBody>
          <a:bodyPr wrap="square" rtlCol="1" anchor="ctr">
            <a:normAutofit/>
          </a:bodyPr>
          <a:lstStyle/>
          <a:p>
            <a:pPr rtl="1">
              <a:lnSpc>
                <a:spcPct val="90000"/>
              </a:lnSpc>
            </a:pPr>
            <a:r>
              <a:rPr lang="ar" sz="3800" b="1"/>
              <a:t>عمليات تحضير منتجات المشروبات (2)</a:t>
            </a:r>
            <a:endParaRPr lang="en-GB" sz="3800" dirty="0"/>
          </a:p>
        </p:txBody>
      </p:sp>
      <p:sp>
        <p:nvSpPr>
          <p:cNvPr id="3" name="Content Placeholder 2">
            <a:extLst>
              <a:ext uri="{FF2B5EF4-FFF2-40B4-BE49-F238E27FC236}">
                <a16:creationId xmlns:a16="http://schemas.microsoft.com/office/drawing/2014/main" id="{92152942-3262-EB65-8B60-701A67ABD774}"/>
              </a:ext>
            </a:extLst>
          </p:cNvPr>
          <p:cNvSpPr>
            <a:spLocks noGrp="1"/>
          </p:cNvSpPr>
          <p:nvPr>
            <p:ph sz="half" idx="1"/>
          </p:nvPr>
        </p:nvSpPr>
        <p:spPr>
          <a:xfrm>
            <a:off x="4648199" y="2053537"/>
            <a:ext cx="4316289" cy="4024100"/>
          </a:xfrm>
        </p:spPr>
        <p:txBody>
          <a:bodyPr wrap="square" rtlCol="1" anchor="t">
            <a:normAutofit fontScale="85000" lnSpcReduction="10000"/>
          </a:bodyPr>
          <a:lstStyle/>
          <a:p>
            <a:pPr rtl="1">
              <a:lnSpc>
                <a:spcPct val="120000"/>
              </a:lnSpc>
              <a:spcBef>
                <a:spcPts val="0"/>
              </a:spcBef>
              <a:buSzPct val="85000"/>
            </a:pPr>
            <a:r>
              <a:rPr lang="ar" sz="2800">
                <a:effectLst/>
              </a:rPr>
              <a:t>تشمل العمليات التي قد تؤثر على جودة</a:t>
            </a:r>
            <a:r>
              <a:rPr lang="en-US" sz="2800">
                <a:effectLst/>
              </a:rPr>
              <a:t> </a:t>
            </a:r>
            <a:r>
              <a:rPr lang="ar" sz="2800" spc="110">
                <a:effectLst/>
              </a:rPr>
              <a:t>و</a:t>
            </a:r>
            <a:r>
              <a:rPr lang="ar" sz="2800">
                <a:effectLst/>
              </a:rPr>
              <a:t>طعم</a:t>
            </a:r>
            <a:r>
              <a:rPr lang="en-US" sz="2800">
                <a:effectLst/>
              </a:rPr>
              <a:t> </a:t>
            </a:r>
            <a:r>
              <a:rPr lang="ar" sz="2800">
                <a:effectLst/>
              </a:rPr>
              <a:t>المنتجات</a:t>
            </a:r>
            <a:r>
              <a:rPr lang="en-US" sz="2800">
                <a:effectLst/>
              </a:rPr>
              <a:t> </a:t>
            </a:r>
            <a:r>
              <a:rPr lang="ar" sz="2800">
                <a:effectLst/>
              </a:rPr>
              <a:t>و</a:t>
            </a:r>
            <a:r>
              <a:rPr lang="ar" sz="2800" spc="-10">
                <a:effectLst/>
              </a:rPr>
              <a:t>المكونات:</a:t>
            </a:r>
          </a:p>
          <a:p>
            <a:pPr rtl="1">
              <a:lnSpc>
                <a:spcPct val="120000"/>
              </a:lnSpc>
              <a:spcBef>
                <a:spcPts val="0"/>
              </a:spcBef>
              <a:buSzPct val="85000"/>
            </a:pPr>
            <a:r>
              <a:rPr lang="ar" sz="2800" b="1"/>
              <a:t>المعالجة الرطبة</a:t>
            </a:r>
            <a:r>
              <a:rPr lang="ar" sz="2800"/>
              <a:t> هي إحدى طرق معالجة القهوة التي تتضمن إزالة الطبقات الخارجية من كرز القهوة باستخدام الماء قبل </a:t>
            </a:r>
            <a:br>
              <a:rPr lang="en-US" sz="2800"/>
            </a:br>
            <a:r>
              <a:rPr lang="ar" sz="2800"/>
              <a:t>تجفيف الحبوب.</a:t>
            </a:r>
          </a:p>
          <a:p>
            <a:pPr rtl="1">
              <a:lnSpc>
                <a:spcPct val="120000"/>
              </a:lnSpc>
              <a:spcBef>
                <a:spcPts val="0"/>
              </a:spcBef>
              <a:buSzPct val="85000"/>
            </a:pPr>
            <a:r>
              <a:rPr lang="ar" sz="2800" b="1"/>
              <a:t>المعالجة الجافة</a:t>
            </a:r>
            <a:r>
              <a:rPr lang="ar" sz="2800"/>
              <a:t> هي الطريقة الأقدم والأكثر تقليدية لمعالجة القهوة حيث يتم تجفيف </a:t>
            </a:r>
            <a:br>
              <a:rPr lang="en-US" sz="2800"/>
            </a:br>
            <a:r>
              <a:rPr lang="ar" sz="2800"/>
              <a:t>كرز القهوة في الشمس قبل تقشيره.</a:t>
            </a:r>
          </a:p>
          <a:p>
            <a:pPr rtl="1">
              <a:lnSpc>
                <a:spcPct val="90000"/>
              </a:lnSpc>
            </a:pPr>
            <a:endParaRPr lang="en-US" sz="1900" spc="-10" dirty="0">
              <a:effectLst/>
            </a:endParaRPr>
          </a:p>
          <a:p>
            <a:pPr rtl="1">
              <a:lnSpc>
                <a:spcPct val="90000"/>
              </a:lnSpc>
            </a:pPr>
            <a:endParaRPr lang="en-GB" sz="1900" dirty="0"/>
          </a:p>
          <a:p>
            <a:pPr rtl="1">
              <a:lnSpc>
                <a:spcPct val="90000"/>
              </a:lnSpc>
            </a:pPr>
            <a:endParaRPr lang="en-GB" sz="1900" dirty="0"/>
          </a:p>
        </p:txBody>
      </p:sp>
      <p:pic>
        <p:nvPicPr>
          <p:cNvPr id="6" name="Picture 5">
            <a:extLst>
              <a:ext uri="{FF2B5EF4-FFF2-40B4-BE49-F238E27FC236}">
                <a16:creationId xmlns:a16="http://schemas.microsoft.com/office/drawing/2014/main" id="{CAD4F2D4-D04B-6763-27D6-4E6F3DE7D57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57200" y="2638464"/>
            <a:ext cx="3937417" cy="2627798"/>
          </a:xfrm>
          <a:prstGeom prst="rect">
            <a:avLst/>
          </a:prstGeom>
        </p:spPr>
      </p:pic>
    </p:spTree>
    <p:extLst>
      <p:ext uri="{BB962C8B-B14F-4D97-AF65-F5344CB8AC3E}">
        <p14:creationId xmlns:p14="http://schemas.microsoft.com/office/powerpoint/2010/main" val="2471315373"/>
      </p:ext>
    </p:extLst>
  </p:cSld>
  <p:clrMapOvr>
    <a:masterClrMapping/>
  </p:clrMapOvr>
  <p:transition>
    <p:sndAc>
      <p:stSnd>
        <p:snd r:embed="rId2" name="click.wav"/>
      </p:stSnd>
    </p:sndAc>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CDAE8-DB76-72A8-E9CB-43594575A24E}"/>
              </a:ext>
            </a:extLst>
          </p:cNvPr>
          <p:cNvSpPr>
            <a:spLocks noGrp="1"/>
          </p:cNvSpPr>
          <p:nvPr>
            <p:ph type="title"/>
          </p:nvPr>
        </p:nvSpPr>
        <p:spPr>
          <a:xfrm>
            <a:off x="467951" y="1086644"/>
            <a:ext cx="8229600" cy="863600"/>
          </a:xfrm>
        </p:spPr>
        <p:txBody>
          <a:bodyPr rtlCol="1"/>
          <a:lstStyle/>
          <a:p>
            <a:pPr rtl="1"/>
            <a:r>
              <a:rPr lang="ar" sz="3800" b="1"/>
              <a:t>عمليات تحضير منتجات المشروبات (3)</a:t>
            </a:r>
            <a:endParaRPr lang="en-GB" sz="3800" dirty="0"/>
          </a:p>
        </p:txBody>
      </p:sp>
      <p:sp>
        <p:nvSpPr>
          <p:cNvPr id="3" name="Content Placeholder 2">
            <a:extLst>
              <a:ext uri="{FF2B5EF4-FFF2-40B4-BE49-F238E27FC236}">
                <a16:creationId xmlns:a16="http://schemas.microsoft.com/office/drawing/2014/main" id="{92152942-3262-EB65-8B60-701A67ABD774}"/>
              </a:ext>
            </a:extLst>
          </p:cNvPr>
          <p:cNvSpPr>
            <a:spLocks noGrp="1"/>
          </p:cNvSpPr>
          <p:nvPr>
            <p:ph sz="half" idx="2"/>
          </p:nvPr>
        </p:nvSpPr>
        <p:spPr>
          <a:xfrm>
            <a:off x="587014" y="2060848"/>
            <a:ext cx="7991475" cy="4325155"/>
          </a:xfrm>
        </p:spPr>
        <p:txBody>
          <a:bodyPr rtlCol="1"/>
          <a:lstStyle/>
          <a:p>
            <a:pPr marL="0" lvl="2" indent="0" rtl="1">
              <a:lnSpc>
                <a:spcPct val="120000"/>
              </a:lnSpc>
              <a:buSzPts val="1000"/>
              <a:buNone/>
              <a:tabLst>
                <a:tab pos="483870" algn="l"/>
              </a:tabLst>
            </a:pPr>
            <a:r>
              <a:rPr lang="ar" sz="2200" b="1">
                <a:latin typeface="Sakkal Majalla" panose="02000000000000000000" pitchFamily="2" charset="-78"/>
                <a:cs typeface="Sakkal Majalla" panose="02000000000000000000" pitchFamily="2" charset="-78"/>
              </a:rPr>
              <a:t>المزج </a:t>
            </a:r>
            <a:r>
              <a:rPr lang="ar" sz="2200">
                <a:latin typeface="Sakkal Majalla" panose="02000000000000000000" pitchFamily="2" charset="-78"/>
                <a:cs typeface="Sakkal Majalla" panose="02000000000000000000" pitchFamily="2" charset="-78"/>
              </a:rPr>
              <a:t>هو العملية التي تستخدمها محامص القهوة لإنشاء الخلطات عملية معقدة تتضمن اختبار مجموعات مختلفة من الحبوب والنسب حتى الوصول إلى النكهة المطلوبة.</a:t>
            </a:r>
          </a:p>
          <a:p>
            <a:pPr marL="0" indent="0" rtl="1">
              <a:lnSpc>
                <a:spcPct val="120000"/>
              </a:lnSpc>
              <a:buNone/>
            </a:pPr>
            <a:r>
              <a:rPr lang="ar" sz="2200" b="1"/>
              <a:t>التحميص</a:t>
            </a:r>
            <a:r>
              <a:rPr lang="en" sz="2200" b="1" i="0" u="none" strike="noStrike"/>
              <a:t> </a:t>
            </a:r>
            <a:r>
              <a:rPr lang="en" sz="2200" i="0" u="none" strike="noStrike"/>
              <a:t>هو تسخين حبوب القهوة الخضراء لتعزيز رائحتها ونكهتها، </a:t>
            </a:r>
            <a:r>
              <a:rPr lang="ar" sz="2200" i="0" u="none" strike="noStrike"/>
              <a:t> كما أنه يزيد أيضًا من قابلية ذوبان الحبوب، وهو أمر مهم لتخمير القهوة.</a:t>
            </a:r>
            <a:endParaRPr lang="en-GB" sz="2200" dirty="0"/>
          </a:p>
          <a:p>
            <a:pPr marL="0" lvl="2" indent="0" rtl="1">
              <a:lnSpc>
                <a:spcPct val="120000"/>
              </a:lnSpc>
              <a:buSzPts val="1000"/>
              <a:buNone/>
              <a:tabLst>
                <a:tab pos="483870" algn="l"/>
              </a:tabLst>
            </a:pPr>
            <a:r>
              <a:rPr lang="ar" sz="2200">
                <a:latin typeface="Sakkal Majalla" panose="02000000000000000000" pitchFamily="2" charset="-78"/>
                <a:cs typeface="Sakkal Majalla" panose="02000000000000000000" pitchFamily="2" charset="-78"/>
              </a:rPr>
              <a:t>يمكن أن تؤثر طرق وأساليب </a:t>
            </a:r>
            <a:r>
              <a:rPr lang="ar" sz="2200" b="1">
                <a:latin typeface="Sakkal Majalla" panose="02000000000000000000" pitchFamily="2" charset="-78"/>
                <a:cs typeface="Sakkal Majalla" panose="02000000000000000000" pitchFamily="2" charset="-78"/>
              </a:rPr>
              <a:t>التخمير </a:t>
            </a:r>
            <a:r>
              <a:rPr lang="ar" sz="2200">
                <a:latin typeface="Sakkal Majalla" panose="02000000000000000000" pitchFamily="2" charset="-78"/>
                <a:cs typeface="Sakkal Majalla" panose="02000000000000000000" pitchFamily="2" charset="-78"/>
              </a:rPr>
              <a:t>بشكل كبير على مستوى الكافيين في الشاي. سيؤدي استخدام درجة حرارة مياه أعلى أو وقت تخمير أطول أو إضافة نسبة أعلى من أوراق الشاي إلى الماء إلى زيادة مستوى الكافيين في مشروبك.</a:t>
            </a:r>
          </a:p>
          <a:p>
            <a:pPr rtl="1">
              <a:lnSpc>
                <a:spcPct val="120000"/>
              </a:lnSpc>
            </a:pPr>
            <a:endParaRPr lang="en-US" sz="1800" spc="-10" dirty="0">
              <a:effectLst/>
              <a:ea typeface="Arial" panose="020B0604020202020204" pitchFamily="34" charset="0"/>
            </a:endParaRPr>
          </a:p>
          <a:p>
            <a:pPr rtl="1">
              <a:lnSpc>
                <a:spcPct val="120000"/>
              </a:lnSpc>
            </a:pPr>
            <a:endParaRPr lang="en-GB" dirty="0"/>
          </a:p>
          <a:p>
            <a:pPr rtl="1">
              <a:lnSpc>
                <a:spcPct val="120000"/>
              </a:lnSpc>
            </a:pPr>
            <a:endParaRPr lang="en-GB" dirty="0"/>
          </a:p>
        </p:txBody>
      </p:sp>
    </p:spTree>
    <p:extLst>
      <p:ext uri="{BB962C8B-B14F-4D97-AF65-F5344CB8AC3E}">
        <p14:creationId xmlns:p14="http://schemas.microsoft.com/office/powerpoint/2010/main" val="1631067000"/>
      </p:ext>
    </p:extLst>
  </p:cSld>
  <p:clrMapOvr>
    <a:masterClrMapping/>
  </p:clrMapOvr>
  <p:transition>
    <p:sndAc>
      <p:stSnd>
        <p:snd r:embed="rId2" name="click.wav"/>
      </p:stSnd>
    </p:sndAc>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CDAE8-DB76-72A8-E9CB-43594575A24E}"/>
              </a:ext>
            </a:extLst>
          </p:cNvPr>
          <p:cNvSpPr>
            <a:spLocks noGrp="1"/>
          </p:cNvSpPr>
          <p:nvPr>
            <p:ph type="title"/>
          </p:nvPr>
        </p:nvSpPr>
        <p:spPr>
          <a:xfrm>
            <a:off x="457200" y="1195388"/>
            <a:ext cx="8229600" cy="505420"/>
          </a:xfrm>
        </p:spPr>
        <p:txBody>
          <a:bodyPr rtlCol="1"/>
          <a:lstStyle/>
          <a:p>
            <a:pPr rtl="1"/>
            <a:r>
              <a:rPr lang="ar" sz="3800" b="1"/>
              <a:t>عمليات تحضير منتجات المشروبات (4)</a:t>
            </a:r>
            <a:endParaRPr lang="en-GB" sz="3800" dirty="0"/>
          </a:p>
        </p:txBody>
      </p:sp>
      <p:sp>
        <p:nvSpPr>
          <p:cNvPr id="3" name="Content Placeholder 2">
            <a:extLst>
              <a:ext uri="{FF2B5EF4-FFF2-40B4-BE49-F238E27FC236}">
                <a16:creationId xmlns:a16="http://schemas.microsoft.com/office/drawing/2014/main" id="{92152942-3262-EB65-8B60-701A67ABD774}"/>
              </a:ext>
            </a:extLst>
          </p:cNvPr>
          <p:cNvSpPr>
            <a:spLocks noGrp="1"/>
          </p:cNvSpPr>
          <p:nvPr>
            <p:ph sz="half" idx="2"/>
          </p:nvPr>
        </p:nvSpPr>
        <p:spPr>
          <a:xfrm>
            <a:off x="695123" y="3645024"/>
            <a:ext cx="7991475" cy="3609975"/>
          </a:xfrm>
        </p:spPr>
        <p:txBody>
          <a:bodyPr rtlCol="1"/>
          <a:lstStyle/>
          <a:p>
            <a:pPr rtl="1"/>
            <a:endParaRPr lang="en-GB" dirty="0"/>
          </a:p>
          <a:p>
            <a:pPr rtl="1"/>
            <a:endParaRPr lang="en-GB" dirty="0"/>
          </a:p>
        </p:txBody>
      </p:sp>
      <p:sp>
        <p:nvSpPr>
          <p:cNvPr id="4" name="TextBox 3">
            <a:extLst>
              <a:ext uri="{FF2B5EF4-FFF2-40B4-BE49-F238E27FC236}">
                <a16:creationId xmlns:a16="http://schemas.microsoft.com/office/drawing/2014/main" id="{4C51A1BF-77DF-54C5-2C0A-C72EE8DC0C5E}"/>
              </a:ext>
            </a:extLst>
          </p:cNvPr>
          <p:cNvSpPr txBox="1"/>
          <p:nvPr/>
        </p:nvSpPr>
        <p:spPr>
          <a:xfrm>
            <a:off x="1403648" y="1903115"/>
            <a:ext cx="7128792" cy="4081117"/>
          </a:xfrm>
          <a:prstGeom prst="rect">
            <a:avLst/>
          </a:prstGeom>
          <a:noFill/>
        </p:spPr>
        <p:txBody>
          <a:bodyPr wrap="square" rtlCol="1">
            <a:spAutoFit/>
          </a:bodyPr>
          <a:lstStyle/>
          <a:p>
            <a:pPr rtl="1">
              <a:lnSpc>
                <a:spcPct val="120000"/>
              </a:lnSpc>
              <a:spcBef>
                <a:spcPts val="0"/>
              </a:spcBef>
            </a:pPr>
            <a:r>
              <a:rPr lang="ar" sz="2000" spc="-10">
                <a:effectLst/>
                <a:latin typeface="Sakkal Majalla" panose="02000000000000000000" pitchFamily="2" charset="-78"/>
                <a:ea typeface="Arial" panose="020B0604020202020204" pitchFamily="34" charset="0"/>
                <a:cs typeface="Sakkal Majalla" panose="02000000000000000000" pitchFamily="2" charset="-78"/>
              </a:rPr>
              <a:t>فيما يلي </a:t>
            </a:r>
            <a:r>
              <a:rPr lang="ar" sz="2000" spc="10">
                <a:effectLst/>
                <a:latin typeface="Sakkal Majalla" panose="02000000000000000000" pitchFamily="2" charset="-78"/>
                <a:ea typeface="Symbol" panose="05050102010706020507" pitchFamily="18" charset="2"/>
                <a:cs typeface="Sakkal Majalla" panose="02000000000000000000" pitchFamily="2" charset="-78"/>
              </a:rPr>
              <a:t>عملية التخمير/الإنتاج ذات الصلة </a:t>
            </a:r>
            <a:r>
              <a:rPr lang="ar" sz="2000" spc="-10">
                <a:effectLst/>
                <a:latin typeface="Sakkal Majalla" panose="02000000000000000000" pitchFamily="2" charset="-78"/>
                <a:ea typeface="Symbol" panose="05050102010706020507" pitchFamily="18" charset="2"/>
                <a:cs typeface="Sakkal Majalla" panose="02000000000000000000" pitchFamily="2" charset="-78"/>
              </a:rPr>
              <a:t>بالمعدات:</a:t>
            </a:r>
          </a:p>
          <a:p>
            <a:pPr marL="342900" lvl="2" indent="-342900" rtl="1">
              <a:lnSpc>
                <a:spcPct val="120000"/>
              </a:lnSpc>
              <a:spcBef>
                <a:spcPts val="0"/>
              </a:spcBef>
              <a:buSzPct val="85000"/>
              <a:buFont typeface="Wingdings" panose="05000000000000000000" pitchFamily="2" charset="2"/>
              <a:buChar char="§"/>
              <a:tabLst>
                <a:tab pos="483870" algn="l"/>
              </a:tabLst>
            </a:pPr>
            <a:r>
              <a:rPr lang="ar" sz="2000" spc="0">
                <a:effectLst/>
                <a:latin typeface="Sakkal Majalla" panose="02000000000000000000" pitchFamily="2" charset="-78"/>
                <a:ea typeface="Courier New" panose="02070309020205020404" pitchFamily="49" charset="0"/>
                <a:cs typeface="Sakkal Majalla" panose="02000000000000000000" pitchFamily="2" charset="-78"/>
              </a:rPr>
              <a:t>القهوة المفلترة</a:t>
            </a:r>
            <a:r>
              <a:rPr lang="en-US" sz="2000" spc="0">
                <a:effectLst/>
                <a:latin typeface="Sakkal Majalla" panose="02000000000000000000" pitchFamily="2" charset="-78"/>
                <a:ea typeface="Courier New" panose="02070309020205020404" pitchFamily="49" charset="0"/>
                <a:cs typeface="Sakkal Majalla" panose="02000000000000000000" pitchFamily="2" charset="-78"/>
              </a:rPr>
              <a:t> </a:t>
            </a:r>
            <a:r>
              <a:rPr lang="ar" sz="2000" spc="0">
                <a:effectLst/>
                <a:latin typeface="Sakkal Majalla" panose="02000000000000000000" pitchFamily="2" charset="-78"/>
                <a:ea typeface="Courier New" panose="02070309020205020404" pitchFamily="49" charset="0"/>
                <a:cs typeface="Sakkal Majalla" panose="02000000000000000000" pitchFamily="2" charset="-78"/>
              </a:rPr>
              <a:t>- صنع القهوة باستخدام أوراق الفلترة و</a:t>
            </a:r>
            <a:r>
              <a:rPr lang="ar" sz="2000" spc="-10">
                <a:effectLst/>
                <a:latin typeface="Sakkal Majalla" panose="02000000000000000000" pitchFamily="2" charset="-78"/>
                <a:ea typeface="Courier New" panose="02070309020205020404" pitchFamily="49" charset="0"/>
                <a:cs typeface="Sakkal Majalla" panose="02000000000000000000" pitchFamily="2" charset="-78"/>
              </a:rPr>
              <a:t>سلة التخمير</a:t>
            </a:r>
            <a:endParaRPr lang="en-GB" sz="2000" spc="0" dirty="0">
              <a:effectLst/>
              <a:latin typeface="Sakkal Majalla" panose="02000000000000000000" pitchFamily="2" charset="-78"/>
              <a:ea typeface="Courier New" panose="02070309020205020404" pitchFamily="49" charset="0"/>
              <a:cs typeface="Sakkal Majalla" panose="02000000000000000000" pitchFamily="2" charset="-78"/>
            </a:endParaRPr>
          </a:p>
          <a:p>
            <a:pPr marL="342900" lvl="2" indent="-342900" rtl="1">
              <a:lnSpc>
                <a:spcPct val="120000"/>
              </a:lnSpc>
              <a:spcBef>
                <a:spcPts val="0"/>
              </a:spcBef>
              <a:buSzPct val="85000"/>
              <a:buFont typeface="Wingdings" panose="05000000000000000000" pitchFamily="2" charset="2"/>
              <a:buChar char="§"/>
              <a:tabLst>
                <a:tab pos="483870" algn="l"/>
              </a:tabLst>
            </a:pPr>
            <a:r>
              <a:rPr lang="ar" sz="2000" spc="0">
                <a:effectLst/>
                <a:latin typeface="Sakkal Majalla" panose="02000000000000000000" pitchFamily="2" charset="-78"/>
                <a:ea typeface="Courier New" panose="02070309020205020404" pitchFamily="49" charset="0"/>
                <a:cs typeface="Sakkal Majalla" panose="02000000000000000000" pitchFamily="2" charset="-78"/>
              </a:rPr>
              <a:t>قهوة ماكينة القهوة -  نوع الطحن وكمية القهوة ووقت</a:t>
            </a:r>
            <a:r>
              <a:rPr lang="ar" sz="2000" spc="-20">
                <a:effectLst/>
                <a:latin typeface="Sakkal Majalla" panose="02000000000000000000" pitchFamily="2" charset="-78"/>
                <a:ea typeface="Courier New" panose="02070309020205020404" pitchFamily="49" charset="0"/>
                <a:cs typeface="Sakkal Majalla" panose="02000000000000000000" pitchFamily="2" charset="-78"/>
              </a:rPr>
              <a:t> التخمير</a:t>
            </a:r>
            <a:endParaRPr lang="en-GB" sz="2000" spc="0" dirty="0">
              <a:effectLst/>
              <a:latin typeface="Sakkal Majalla" panose="02000000000000000000" pitchFamily="2" charset="-78"/>
              <a:ea typeface="Courier New" panose="02070309020205020404" pitchFamily="49" charset="0"/>
              <a:cs typeface="Sakkal Majalla" panose="02000000000000000000" pitchFamily="2" charset="-78"/>
            </a:endParaRPr>
          </a:p>
          <a:p>
            <a:pPr marL="342900" lvl="2" indent="-342900" rtl="1">
              <a:lnSpc>
                <a:spcPct val="120000"/>
              </a:lnSpc>
              <a:spcBef>
                <a:spcPts val="0"/>
              </a:spcBef>
              <a:buSzPct val="85000"/>
              <a:buFont typeface="Wingdings" panose="05000000000000000000" pitchFamily="2" charset="2"/>
              <a:buChar char="§"/>
              <a:tabLst>
                <a:tab pos="483870" algn="l"/>
              </a:tabLst>
            </a:pPr>
            <a:r>
              <a:rPr lang="ar" sz="2000" spc="0">
                <a:effectLst/>
                <a:latin typeface="Sakkal Majalla" panose="02000000000000000000" pitchFamily="2" charset="-78"/>
                <a:ea typeface="Courier New" panose="02070309020205020404" pitchFamily="49" charset="0"/>
                <a:cs typeface="Sakkal Majalla" panose="02000000000000000000" pitchFamily="2" charset="-78"/>
              </a:rPr>
              <a:t>قهوة الإسبريسو</a:t>
            </a:r>
            <a:r>
              <a:rPr lang="en-US" sz="2000" spc="0">
                <a:effectLst/>
                <a:latin typeface="Sakkal Majalla" panose="02000000000000000000" pitchFamily="2" charset="-78"/>
                <a:ea typeface="Courier New" panose="02070309020205020404" pitchFamily="49" charset="0"/>
                <a:cs typeface="Sakkal Majalla" panose="02000000000000000000" pitchFamily="2" charset="-78"/>
              </a:rPr>
              <a:t> </a:t>
            </a:r>
            <a:r>
              <a:rPr lang="ar" sz="2000" spc="0">
                <a:effectLst/>
                <a:latin typeface="Sakkal Majalla" panose="02000000000000000000" pitchFamily="2" charset="-78"/>
                <a:ea typeface="Courier New" panose="02070309020205020404" pitchFamily="49" charset="0"/>
                <a:cs typeface="Sakkal Majalla" panose="02000000000000000000" pitchFamily="2" charset="-78"/>
              </a:rPr>
              <a:t>- درجة الحرارة والطحن والدك</a:t>
            </a:r>
            <a:r>
              <a:rPr lang="ar" sz="2000" spc="-10">
                <a:effectLst/>
                <a:latin typeface="Sakkal Majalla" panose="02000000000000000000" pitchFamily="2" charset="-78"/>
                <a:ea typeface="Courier New" panose="02070309020205020404" pitchFamily="49" charset="0"/>
                <a:cs typeface="Sakkal Majalla" panose="02000000000000000000" pitchFamily="2" charset="-78"/>
              </a:rPr>
              <a:t> والحجم</a:t>
            </a:r>
            <a:endParaRPr lang="en-GB" sz="2000" spc="0" dirty="0">
              <a:effectLst/>
              <a:latin typeface="Sakkal Majalla" panose="02000000000000000000" pitchFamily="2" charset="-78"/>
              <a:ea typeface="Courier New" panose="02070309020205020404" pitchFamily="49" charset="0"/>
              <a:cs typeface="Sakkal Majalla" panose="02000000000000000000" pitchFamily="2" charset="-78"/>
            </a:endParaRPr>
          </a:p>
          <a:p>
            <a:pPr marL="342900" lvl="2" indent="-342900" rtl="1">
              <a:lnSpc>
                <a:spcPct val="120000"/>
              </a:lnSpc>
              <a:spcBef>
                <a:spcPts val="0"/>
              </a:spcBef>
              <a:buSzPct val="85000"/>
              <a:buFont typeface="Wingdings" panose="05000000000000000000" pitchFamily="2" charset="2"/>
              <a:buChar char="§"/>
              <a:tabLst>
                <a:tab pos="483870" algn="l"/>
              </a:tabLst>
            </a:pPr>
            <a:r>
              <a:rPr lang="ar" sz="2000" spc="0">
                <a:effectLst/>
                <a:latin typeface="Sakkal Majalla" panose="02000000000000000000" pitchFamily="2" charset="-78"/>
                <a:ea typeface="Courier New" panose="02070309020205020404" pitchFamily="49" charset="0"/>
                <a:cs typeface="Sakkal Majalla" panose="02000000000000000000" pitchFamily="2" charset="-78"/>
              </a:rPr>
              <a:t>الشاي - درجة حرارة الماء ووقت</a:t>
            </a:r>
            <a:r>
              <a:rPr lang="ar" sz="2000" spc="-20">
                <a:effectLst/>
                <a:latin typeface="Sakkal Majalla" panose="02000000000000000000" pitchFamily="2" charset="-78"/>
                <a:ea typeface="Courier New" panose="02070309020205020404" pitchFamily="49" charset="0"/>
                <a:cs typeface="Sakkal Majalla" panose="02000000000000000000" pitchFamily="2" charset="-78"/>
              </a:rPr>
              <a:t> التخمير</a:t>
            </a:r>
            <a:endParaRPr lang="en-GB" sz="2000" spc="0" dirty="0">
              <a:effectLst/>
              <a:latin typeface="Sakkal Majalla" panose="02000000000000000000" pitchFamily="2" charset="-78"/>
              <a:ea typeface="Courier New" panose="02070309020205020404" pitchFamily="49" charset="0"/>
              <a:cs typeface="Sakkal Majalla" panose="02000000000000000000" pitchFamily="2" charset="-78"/>
            </a:endParaRPr>
          </a:p>
          <a:p>
            <a:pPr marL="342900" lvl="2" indent="-342900" rtl="1">
              <a:lnSpc>
                <a:spcPct val="120000"/>
              </a:lnSpc>
              <a:spcBef>
                <a:spcPts val="0"/>
              </a:spcBef>
              <a:buSzPct val="85000"/>
              <a:buFont typeface="Wingdings" panose="05000000000000000000" pitchFamily="2" charset="2"/>
              <a:buChar char="§"/>
              <a:tabLst>
                <a:tab pos="483870" algn="l"/>
              </a:tabLst>
            </a:pPr>
            <a:r>
              <a:rPr lang="ar" sz="2000" spc="0">
                <a:effectLst/>
                <a:latin typeface="Sakkal Majalla" panose="02000000000000000000" pitchFamily="2" charset="-78"/>
                <a:ea typeface="Courier New" panose="02070309020205020404" pitchFamily="49" charset="0"/>
                <a:cs typeface="Sakkal Majalla" panose="02000000000000000000" pitchFamily="2" charset="-78"/>
              </a:rPr>
              <a:t>الشوكولاتة - متطلبات خليط المنتج</a:t>
            </a:r>
            <a:r>
              <a:rPr lang="ar" sz="2000" spc="-10">
                <a:effectLst/>
                <a:latin typeface="Sakkal Majalla" panose="02000000000000000000" pitchFamily="2" charset="-78"/>
                <a:ea typeface="Courier New" panose="02070309020205020404" pitchFamily="49" charset="0"/>
                <a:cs typeface="Sakkal Majalla" panose="02000000000000000000" pitchFamily="2" charset="-78"/>
              </a:rPr>
              <a:t> والخفق</a:t>
            </a:r>
            <a:endParaRPr lang="en-GB" sz="2000" spc="0" dirty="0">
              <a:effectLst/>
              <a:latin typeface="Sakkal Majalla" panose="02000000000000000000" pitchFamily="2" charset="-78"/>
              <a:ea typeface="Courier New" panose="02070309020205020404" pitchFamily="49" charset="0"/>
              <a:cs typeface="Sakkal Majalla" panose="02000000000000000000" pitchFamily="2" charset="-78"/>
            </a:endParaRPr>
          </a:p>
          <a:p>
            <a:pPr marL="342900" lvl="2" indent="-342900" rtl="1">
              <a:lnSpc>
                <a:spcPct val="120000"/>
              </a:lnSpc>
              <a:spcBef>
                <a:spcPts val="0"/>
              </a:spcBef>
              <a:buSzPct val="85000"/>
              <a:buFont typeface="Wingdings" panose="05000000000000000000" pitchFamily="2" charset="2"/>
              <a:buChar char="§"/>
              <a:tabLst>
                <a:tab pos="483870" algn="l"/>
              </a:tabLst>
            </a:pPr>
            <a:r>
              <a:rPr lang="ar" sz="2000" spc="0">
                <a:effectLst/>
                <a:latin typeface="Sakkal Majalla" panose="02000000000000000000" pitchFamily="2" charset="-78"/>
                <a:ea typeface="Courier New" panose="02070309020205020404" pitchFamily="49" charset="0"/>
                <a:cs typeface="Sakkal Majalla" panose="02000000000000000000" pitchFamily="2" charset="-78"/>
              </a:rPr>
              <a:t>العصائر - درجة حرارة المنتج، ونسبة التخفيف، والمنتج الطازج مقابل المنتج المخزن في درجة حرارة </a:t>
            </a:r>
            <a:r>
              <a:rPr lang="ar" sz="2000" spc="-10">
                <a:effectLst/>
                <a:latin typeface="Sakkal Majalla" panose="02000000000000000000" pitchFamily="2" charset="-78"/>
                <a:ea typeface="Courier New" panose="02070309020205020404" pitchFamily="49" charset="0"/>
                <a:cs typeface="Sakkal Majalla" panose="02000000000000000000" pitchFamily="2" charset="-78"/>
              </a:rPr>
              <a:t>الغرفة</a:t>
            </a:r>
            <a:endParaRPr lang="en-GB" sz="2000" spc="0" dirty="0">
              <a:effectLst/>
              <a:latin typeface="Sakkal Majalla" panose="02000000000000000000" pitchFamily="2" charset="-78"/>
              <a:ea typeface="Courier New" panose="02070309020205020404" pitchFamily="49" charset="0"/>
              <a:cs typeface="Sakkal Majalla" panose="02000000000000000000" pitchFamily="2" charset="-78"/>
            </a:endParaRPr>
          </a:p>
          <a:p>
            <a:pPr marL="342900" lvl="2" indent="-342900" rtl="1">
              <a:lnSpc>
                <a:spcPct val="120000"/>
              </a:lnSpc>
              <a:spcBef>
                <a:spcPts val="0"/>
              </a:spcBef>
              <a:buSzPct val="85000"/>
              <a:buFont typeface="Wingdings" panose="05000000000000000000" pitchFamily="2" charset="2"/>
              <a:buChar char="§"/>
              <a:tabLst>
                <a:tab pos="483870" algn="l"/>
              </a:tabLst>
            </a:pPr>
            <a:r>
              <a:rPr lang="ar" sz="2000" spc="0">
                <a:effectLst/>
                <a:latin typeface="Sakkal Majalla" panose="02000000000000000000" pitchFamily="2" charset="-78"/>
                <a:ea typeface="Courier New" panose="02070309020205020404" pitchFamily="49" charset="0"/>
                <a:cs typeface="Sakkal Majalla" panose="02000000000000000000" pitchFamily="2" charset="-78"/>
              </a:rPr>
              <a:t>السموزي - درجة حرارة المنتج، وخلطالحليب.</a:t>
            </a:r>
            <a:endParaRPr lang="en-US" sz="2000" spc="-10" dirty="0">
              <a:effectLst/>
              <a:latin typeface="Sakkal Majalla" panose="02000000000000000000" pitchFamily="2" charset="-78"/>
              <a:ea typeface="Arial" panose="020B0604020202020204" pitchFamily="34" charset="0"/>
              <a:cs typeface="Sakkal Majalla" panose="02000000000000000000" pitchFamily="2" charset="-78"/>
            </a:endParaRPr>
          </a:p>
          <a:p>
            <a:pPr marL="285750" indent="-285750" rtl="1">
              <a:lnSpc>
                <a:spcPct val="120000"/>
              </a:lnSpc>
              <a:buFont typeface="Wingdings" panose="05000000000000000000" pitchFamily="2" charset="2"/>
              <a:buChar char="§"/>
            </a:pPr>
            <a:endParaRPr lang="en-GB" sz="1800" spc="0" dirty="0">
              <a:effectLst/>
              <a:latin typeface="Sakkal Majalla" panose="02000000000000000000" pitchFamily="2" charset="-78"/>
              <a:ea typeface="Symbol" panose="05050102010706020507" pitchFamily="18" charset="2"/>
              <a:cs typeface="Symbol" panose="05050102010706020507" pitchFamily="18" charset="2"/>
            </a:endParaRPr>
          </a:p>
          <a:p>
            <a:pPr rtl="1">
              <a:lnSpc>
                <a:spcPct val="120000"/>
              </a:lnSpc>
            </a:pPr>
            <a:endParaRPr lang="en-GB"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560565543"/>
      </p:ext>
    </p:extLst>
  </p:cSld>
  <p:clrMapOvr>
    <a:masterClrMapping/>
  </p:clrMapOvr>
  <p:transition>
    <p:sndAc>
      <p:stSnd>
        <p:snd r:embed="rId2" name="click.wav"/>
      </p:stSnd>
    </p:sndAc>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a:t>هدف التعلّم ب</a:t>
            </a:r>
            <a:br>
              <a:rPr lang="en-US" altLang="en-US" sz="2600" dirty="0"/>
            </a:br>
            <a:br>
              <a:rPr lang="en-US" altLang="en-US" sz="2600" dirty="0"/>
            </a:br>
            <a:r>
              <a:rPr lang="ar" sz="2600" b="1"/>
              <a:t>القدرة على تنظيف وفحص معدات صنع المشروبات</a:t>
            </a:r>
            <a:endParaRPr lang="en-GB" altLang="en-US" sz="2600" b="1" dirty="0"/>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475308" y="4005064"/>
            <a:ext cx="6769100" cy="18716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buSzPct val="85000"/>
            </a:pPr>
            <a:r>
              <a:rPr lang="ar" sz="2600"/>
              <a:t>تجهيز المنطقة لخدمة صنع المشروبات.</a:t>
            </a:r>
          </a:p>
          <a:p>
            <a:pPr rtl="1">
              <a:buSzPct val="85000"/>
            </a:pPr>
            <a:r>
              <a:rPr lang="ar" sz="2600">
                <a:effectLst/>
                <a:ea typeface="Arial" panose="020B0604020202020204" pitchFamily="34" charset="0"/>
              </a:rPr>
              <a:t>تنظيف وفحص</a:t>
            </a:r>
            <a:r>
              <a:rPr lang="ar" sz="2600" spc="-10">
                <a:effectLst/>
                <a:ea typeface="Arial" panose="020B0604020202020204" pitchFamily="34" charset="0"/>
              </a:rPr>
              <a:t> المعدات</a:t>
            </a:r>
            <a:endParaRPr lang="en-GB" altLang="en-US" sz="2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93963"/>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endParaRPr lang="en-GB" altLang="en-US" sz="3600" b="1" dirty="0">
              <a:highlight>
                <a:srgbClr val="FFFF00"/>
              </a:highlight>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588007661"/>
      </p:ext>
    </p:extLst>
  </p:cSld>
  <p:clrMapOvr>
    <a:masterClrMapping/>
  </p:clrMapOvr>
  <p:transition>
    <p:sndAc>
      <p:stSnd>
        <p:snd r:embed="rId3" name="click.wav"/>
      </p:stSnd>
    </p:sndAc>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31134" y="2924944"/>
            <a:ext cx="8208712" cy="252028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buSzPct val="85000"/>
            </a:pPr>
            <a:r>
              <a:rPr lang="ar" sz="2600"/>
              <a:t>هدف التعلم ب، </a:t>
            </a:r>
            <a:r>
              <a:rPr lang="ar" sz="2600" b="0" i="0" u="none" strike="noStrike"/>
              <a:t>يجب عليك تجهيز منطقة المشروبات لخدمة صنع المشروبات. </a:t>
            </a:r>
          </a:p>
          <a:p>
            <a:pPr rtl="1">
              <a:buSzPct val="85000"/>
            </a:pPr>
            <a:r>
              <a:rPr lang="ar" sz="2600" b="0" i="0" u="none" strike="noStrike"/>
              <a:t>ستتبع ممارسات آمنة وصحية وتقوم بتجهيز معدات صنع المشروبات.</a:t>
            </a:r>
            <a:endParaRPr lang="en-GB" altLang="en-US" sz="2600" dirty="0"/>
          </a:p>
          <a:p>
            <a:pPr indent="0" rtl="1">
              <a:buNone/>
            </a:pPr>
            <a:endParaRPr lang="en-GB" altLang="en-US" dirty="0"/>
          </a:p>
          <a:p>
            <a:pPr marL="685800" rtl="1"/>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4600">
                <a:latin typeface="Sakkal Majalla" panose="02000000000000000000" pitchFamily="2" charset="-78"/>
                <a:cs typeface="Sakkal Majalla" panose="02000000000000000000" pitchFamily="2" charset="-78"/>
              </a:rPr>
              <a:t>تجهيز المنطقة لخدمة </a:t>
            </a:r>
            <a:br>
              <a:rPr lang="en-US" sz="4600">
                <a:latin typeface="Sakkal Majalla" panose="02000000000000000000" pitchFamily="2" charset="-78"/>
                <a:cs typeface="Sakkal Majalla" panose="02000000000000000000" pitchFamily="2" charset="-78"/>
              </a:rPr>
            </a:br>
            <a:r>
              <a:rPr lang="ar" sz="4600">
                <a:latin typeface="Sakkal Majalla" panose="02000000000000000000" pitchFamily="2" charset="-78"/>
                <a:cs typeface="Sakkal Majalla" panose="02000000000000000000" pitchFamily="2" charset="-78"/>
              </a:rPr>
              <a:t>صنع المشروبات</a:t>
            </a:r>
          </a:p>
          <a:p>
            <a:pPr algn="ctr" rtl="1"/>
            <a:endParaRPr lang="en-GB" altLang="en-US" sz="4600" b="1" dirty="0">
              <a:highlight>
                <a:srgbClr val="FFFF00"/>
              </a:highlight>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621417310"/>
      </p:ext>
    </p:extLst>
  </p:cSld>
  <p:clrMapOvr>
    <a:masterClrMapping/>
  </p:clrMapOvr>
  <p:transition>
    <p:sndAc>
      <p:stSnd>
        <p:snd r:embed="rId3" name="click.wav"/>
      </p:stSnd>
    </p:sndAc>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67644" y="2636912"/>
            <a:ext cx="8208712"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algn="ctr" rtl="1">
              <a:buNone/>
            </a:pPr>
            <a:endParaRPr lang="en-GB" altLang="en-US" dirty="0"/>
          </a:p>
          <a:p>
            <a:pPr marL="685800" rtl="1"/>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spcAft>
                <a:spcPts val="1200"/>
              </a:spcAft>
            </a:pPr>
            <a:r>
              <a:rPr lang="ar" sz="3800" b="1">
                <a:latin typeface="Sakkal Majalla" panose="02000000000000000000" pitchFamily="2" charset="-78"/>
                <a:cs typeface="Sakkal Majalla" panose="02000000000000000000" pitchFamily="2" charset="-78"/>
              </a:rPr>
              <a:t>تجهيز المنطقة لخدمة صنع المشروبات (1)</a:t>
            </a:r>
          </a:p>
          <a:p>
            <a:pPr rtl="1">
              <a:lnSpc>
                <a:spcPct val="114000"/>
              </a:lnSpc>
            </a:pPr>
            <a:r>
              <a:rPr lang="ar" sz="2600" b="1" i="0" u="none" strike="noStrike">
                <a:latin typeface="Sakkal Majalla" panose="02000000000000000000" pitchFamily="2" charset="-78"/>
                <a:cs typeface="Sakkal Majalla" panose="02000000000000000000" pitchFamily="2" charset="-78"/>
              </a:rPr>
              <a:t>ممارسات السلامة والنظافة الصحية</a:t>
            </a:r>
            <a:endParaRPr lang="en-GB" sz="2600" b="1" dirty="0">
              <a:latin typeface="Sakkal Majalla" panose="02000000000000000000" pitchFamily="2" charset="-78"/>
              <a:cs typeface="Sakkal Majalla" panose="02000000000000000000" pitchFamily="2" charset="-78"/>
            </a:endParaRPr>
          </a:p>
          <a:p>
            <a:pPr rtl="1">
              <a:lnSpc>
                <a:spcPct val="114000"/>
              </a:lnSpc>
            </a:pPr>
            <a:r>
              <a:rPr lang="ar" sz="2600" b="0" i="0" u="none" strike="noStrike">
                <a:latin typeface="Sakkal Majalla" panose="02000000000000000000" pitchFamily="2" charset="-78"/>
                <a:cs typeface="Sakkal Majalla" panose="02000000000000000000" pitchFamily="2" charset="-78"/>
              </a:rPr>
              <a:t>يجب على موظفي صنع المشروبات اتباع ممارسات آمنة وصحية لضمان تحضير المشروبات وفقًا لمعايير الشركة ورضا العملاء. وتشمل:</a:t>
            </a:r>
          </a:p>
          <a:p>
            <a:pPr marL="342900" indent="-342900" rtl="1">
              <a:lnSpc>
                <a:spcPct val="114000"/>
              </a:lnSpc>
              <a:buSzPct val="85000"/>
              <a:buFont typeface="Wingdings" panose="05000000000000000000" pitchFamily="2" charset="2"/>
              <a:buChar char="§"/>
            </a:pPr>
            <a:r>
              <a:rPr lang="ar" sz="2600">
                <a:latin typeface="Sakkal Majalla" panose="02000000000000000000" pitchFamily="2" charset="-78"/>
                <a:cs typeface="Sakkal Majalla" panose="02000000000000000000" pitchFamily="2" charset="-78"/>
              </a:rPr>
              <a:t>غسل اليدين قبل الخدمة وعلى فترات منتظمة ومتكررة</a:t>
            </a:r>
            <a:endParaRPr lang="en-GB" sz="2600" dirty="0">
              <a:latin typeface="Sakkal Majalla" panose="02000000000000000000" pitchFamily="2" charset="-78"/>
              <a:cs typeface="Sakkal Majalla" panose="02000000000000000000" pitchFamily="2" charset="-78"/>
            </a:endParaRPr>
          </a:p>
          <a:p>
            <a:pPr marL="342900" indent="-342900" rtl="1">
              <a:lnSpc>
                <a:spcPct val="114000"/>
              </a:lnSpc>
              <a:buSzPct val="85000"/>
              <a:buFont typeface="Wingdings" panose="05000000000000000000" pitchFamily="2" charset="2"/>
              <a:buChar char="§"/>
            </a:pPr>
            <a:r>
              <a:rPr lang="ar" sz="2600">
                <a:latin typeface="Sakkal Majalla" panose="02000000000000000000" pitchFamily="2" charset="-78"/>
                <a:cs typeface="Sakkal Majalla" panose="02000000000000000000" pitchFamily="2" charset="-78"/>
              </a:rPr>
              <a:t>النظافة الشخصية (النظافة والمظهر الشخصي)</a:t>
            </a:r>
            <a:endParaRPr lang="en-GB" sz="2600" dirty="0">
              <a:latin typeface="Sakkal Majalla" panose="02000000000000000000" pitchFamily="2" charset="-78"/>
              <a:cs typeface="Sakkal Majalla" panose="02000000000000000000" pitchFamily="2" charset="-78"/>
            </a:endParaRPr>
          </a:p>
          <a:p>
            <a:pPr marL="342900" indent="-342900" rtl="1">
              <a:lnSpc>
                <a:spcPct val="114000"/>
              </a:lnSpc>
              <a:buSzPct val="85000"/>
              <a:buFont typeface="Wingdings" panose="05000000000000000000" pitchFamily="2" charset="2"/>
              <a:buChar char="§"/>
            </a:pPr>
            <a:r>
              <a:rPr lang="ar" sz="2600">
                <a:latin typeface="Sakkal Majalla" panose="02000000000000000000" pitchFamily="2" charset="-78"/>
                <a:cs typeface="Sakkal Majalla" panose="02000000000000000000" pitchFamily="2" charset="-78"/>
              </a:rPr>
              <a:t>زي الموظفين (سليم ونظيف)</a:t>
            </a:r>
            <a:endParaRPr lang="en-GB" sz="2600" dirty="0">
              <a:latin typeface="Sakkal Majalla" panose="02000000000000000000" pitchFamily="2" charset="-78"/>
              <a:cs typeface="Sakkal Majalla" panose="02000000000000000000" pitchFamily="2" charset="-78"/>
            </a:endParaRPr>
          </a:p>
          <a:p>
            <a:pPr marL="342900" indent="-342900" rtl="1">
              <a:lnSpc>
                <a:spcPct val="114000"/>
              </a:lnSpc>
              <a:buSzPct val="85000"/>
              <a:buFont typeface="Wingdings" panose="05000000000000000000" pitchFamily="2" charset="2"/>
              <a:buChar char="§"/>
            </a:pPr>
            <a:r>
              <a:rPr lang="ar" sz="2600">
                <a:latin typeface="Sakkal Majalla" panose="02000000000000000000" pitchFamily="2" charset="-78"/>
                <a:cs typeface="Sakkal Majalla" panose="02000000000000000000" pitchFamily="2" charset="-78"/>
              </a:rPr>
              <a:t>الاستخدام الآمن للموارد المادية (المعدات والأواني الفخارية وأدوات المائدة والأواني الزجاجية والمناولة اليدوية للأثاث).</a:t>
            </a:r>
            <a:endParaRPr lang="en-GB" sz="2600" dirty="0">
              <a:latin typeface="Sakkal Majalla" panose="02000000000000000000" pitchFamily="2" charset="-78"/>
              <a:cs typeface="Sakkal Majalla" panose="02000000000000000000" pitchFamily="2" charset="-78"/>
            </a:endParaRPr>
          </a:p>
          <a:p>
            <a:pPr marL="342900" indent="-342900" rtl="1">
              <a:buFont typeface="Wingdings" panose="05000000000000000000" pitchFamily="2" charset="2"/>
              <a:buChar char="§"/>
            </a:pPr>
            <a:endParaRPr lang="en-GB" altLang="en-US" sz="2400" b="1" dirty="0">
              <a:highlight>
                <a:srgbClr val="FFFF00"/>
              </a:highlight>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838126052"/>
      </p:ext>
    </p:extLst>
  </p:cSld>
  <p:clrMapOvr>
    <a:masterClrMapping/>
  </p:clrMapOvr>
  <p:transition>
    <p:sndAc>
      <p:stSnd>
        <p:snd r:embed="rId3" name="click.wav"/>
      </p:stSnd>
    </p:sndAc>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a:latin typeface="Sakkal Majalla" panose="02000000000000000000" pitchFamily="2" charset="-78"/>
                <a:cs typeface="Sakkal Majalla" panose="02000000000000000000" pitchFamily="2" charset="-78"/>
              </a:rPr>
              <a:t>تجهيز المنطقة لخدمة صنع المشروبات (2)</a:t>
            </a:r>
          </a:p>
          <a:p>
            <a:pPr algn="l" rtl="1"/>
            <a:endParaRPr lang="en-GB" altLang="en-US" sz="3800" b="1" dirty="0">
              <a:highlight>
                <a:srgbClr val="FFFF00"/>
              </a:highlight>
              <a:latin typeface="Sakkal Majalla" panose="02000000000000000000" pitchFamily="2" charset="-78"/>
              <a:cs typeface="Sakkal Majalla" panose="02000000000000000000" pitchFamily="2" charset="-78"/>
            </a:endParaRPr>
          </a:p>
        </p:txBody>
      </p:sp>
      <p:sp>
        <p:nvSpPr>
          <p:cNvPr id="3" name="TextBox 2">
            <a:extLst>
              <a:ext uri="{FF2B5EF4-FFF2-40B4-BE49-F238E27FC236}">
                <a16:creationId xmlns:a16="http://schemas.microsoft.com/office/drawing/2014/main" id="{3B9D0C3B-7FE0-5D88-F006-4DE593D69159}"/>
              </a:ext>
            </a:extLst>
          </p:cNvPr>
          <p:cNvSpPr txBox="1"/>
          <p:nvPr/>
        </p:nvSpPr>
        <p:spPr>
          <a:xfrm>
            <a:off x="431541" y="2150473"/>
            <a:ext cx="8280919" cy="3453253"/>
          </a:xfrm>
          <a:prstGeom prst="rect">
            <a:avLst/>
          </a:prstGeom>
          <a:noFill/>
        </p:spPr>
        <p:txBody>
          <a:bodyPr wrap="square" rtlCol="1">
            <a:spAutoFit/>
          </a:bodyPr>
          <a:lstStyle/>
          <a:p>
            <a:pPr marL="285750" indent="-285750" rtl="1">
              <a:lnSpc>
                <a:spcPct val="120000"/>
              </a:lnSpc>
              <a:buSzPct val="85000"/>
              <a:buFont typeface="Wingdings" panose="05000000000000000000" pitchFamily="2" charset="2"/>
              <a:buChar char="§"/>
            </a:pPr>
            <a:r>
              <a:rPr lang="ar" sz="2600">
                <a:latin typeface="Sakkal Majalla" panose="02000000000000000000" pitchFamily="2" charset="-78"/>
                <a:cs typeface="Sakkal Majalla" panose="02000000000000000000" pitchFamily="2" charset="-78"/>
              </a:rPr>
              <a:t>تحديد المخاطر مثل </a:t>
            </a:r>
            <a:r>
              <a:rPr lang="ar" sz="2600" kern="1200">
                <a:latin typeface="Sakkal Majalla" panose="02000000000000000000" pitchFamily="2" charset="-78"/>
                <a:ea typeface="+mn-ea"/>
                <a:cs typeface="Sakkal Majalla" panose="02000000000000000000" pitchFamily="2" charset="-78"/>
              </a:rPr>
              <a:t>مصادر البكتيريا والمخاطر الكيميائية والفيزيائية.</a:t>
            </a:r>
          </a:p>
          <a:p>
            <a:pPr marL="285750" indent="-285750" rtl="1">
              <a:lnSpc>
                <a:spcPct val="120000"/>
              </a:lnSpc>
              <a:buSzPct val="85000"/>
              <a:buFont typeface="Wingdings" panose="05000000000000000000" pitchFamily="2" charset="2"/>
              <a:buChar char="§"/>
            </a:pPr>
            <a:r>
              <a:rPr lang="ar" sz="2600" kern="1200">
                <a:latin typeface="Sakkal Majalla" panose="02000000000000000000" pitchFamily="2" charset="-78"/>
                <a:ea typeface="+mn-ea"/>
                <a:cs typeface="Sakkal Majalla" panose="02000000000000000000" pitchFamily="2" charset="-78"/>
              </a:rPr>
              <a:t>إعداد المعدات مثل ماكينة الإسبريسو، ومخفق الكريمة، وصندوق تفريغ البن المستخدم، وخلاط مطاحن الحبوب، وجهاز بخار، ووعاء معدني.</a:t>
            </a:r>
            <a:endParaRPr lang="en-GB" sz="2600" dirty="0">
              <a:latin typeface="Sakkal Majalla" panose="02000000000000000000" pitchFamily="2" charset="-78"/>
              <a:cs typeface="Sakkal Majalla" panose="02000000000000000000" pitchFamily="2" charset="-78"/>
            </a:endParaRPr>
          </a:p>
          <a:p>
            <a:pPr marL="285750" indent="-285750" rtl="1">
              <a:lnSpc>
                <a:spcPct val="120000"/>
              </a:lnSpc>
              <a:buSzPct val="85000"/>
              <a:buFont typeface="Wingdings" panose="05000000000000000000" pitchFamily="2" charset="2"/>
              <a:buChar char="§"/>
            </a:pPr>
            <a:r>
              <a:rPr lang="ar" sz="2600" kern="1200">
                <a:latin typeface="Sakkal Majalla" panose="02000000000000000000" pitchFamily="2" charset="-78"/>
                <a:ea typeface="+mn-ea"/>
                <a:cs typeface="Sakkal Majalla" panose="02000000000000000000" pitchFamily="2" charset="-78"/>
              </a:rPr>
              <a:t>معدات الخدمة مثل أدوات المائدة والأواني الزجاجية والأواني الفخارية والصواني.</a:t>
            </a:r>
            <a:endParaRPr lang="en-GB" sz="2600" kern="1200" dirty="0">
              <a:latin typeface="Sakkal Majalla" panose="02000000000000000000" pitchFamily="2" charset="-78"/>
              <a:ea typeface="+mn-ea"/>
              <a:cs typeface="Sakkal Majalla" panose="02000000000000000000" pitchFamily="2" charset="-78"/>
            </a:endParaRPr>
          </a:p>
          <a:p>
            <a:pPr marL="285750" indent="-285750" rtl="1">
              <a:lnSpc>
                <a:spcPct val="120000"/>
              </a:lnSpc>
              <a:buSzPct val="85000"/>
              <a:buFont typeface="Wingdings" panose="05000000000000000000" pitchFamily="2" charset="2"/>
              <a:buChar char="§"/>
            </a:pPr>
            <a:r>
              <a:rPr lang="ar" sz="2600" kern="1200">
                <a:latin typeface="Sakkal Majalla" panose="02000000000000000000" pitchFamily="2" charset="-78"/>
                <a:ea typeface="+mn-ea"/>
                <a:cs typeface="Sakkal Majalla" panose="02000000000000000000" pitchFamily="2" charset="-78"/>
              </a:rPr>
              <a:t>معدات أخرى مثل غسالات الصحون والثلاجات/المجمدات ومقاييس الحرارة وسجلات درجات الحرارة.</a:t>
            </a:r>
            <a:endParaRPr lang="en-GB" sz="2600" kern="1200" dirty="0">
              <a:latin typeface="Sakkal Majalla" panose="02000000000000000000" pitchFamily="2" charset="-78"/>
              <a:ea typeface="+mn-ea"/>
              <a:cs typeface="Sakkal Majalla" panose="02000000000000000000" pitchFamily="2" charset="-78"/>
            </a:endParaRPr>
          </a:p>
          <a:p>
            <a:pPr marL="285750" indent="-285750" rtl="1">
              <a:lnSpc>
                <a:spcPct val="120000"/>
              </a:lnSpc>
              <a:buSzPct val="85000"/>
              <a:buFont typeface="Wingdings" panose="05000000000000000000" pitchFamily="2" charset="2"/>
              <a:buChar char="§"/>
            </a:pPr>
            <a:endParaRPr lang="en-GB" sz="2600"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606775707"/>
      </p:ext>
    </p:extLst>
  </p:cSld>
  <p:clrMapOvr>
    <a:masterClrMapping/>
  </p:clrMapOvr>
  <p:transition>
    <p:sndAc>
      <p:stSnd>
        <p:snd r:embed="rId3" name="click.wav"/>
      </p:stSnd>
    </p:sndAc>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67644" y="2636912"/>
            <a:ext cx="8208712"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algn="ctr" rtl="1">
              <a:buNone/>
            </a:pPr>
            <a:endParaRPr lang="en-GB" altLang="en-US" dirty="0"/>
          </a:p>
          <a:p>
            <a:pPr marL="685800" rtl="1"/>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a:latin typeface="Sakkal Majalla" panose="02000000000000000000" pitchFamily="2" charset="-78"/>
                <a:cs typeface="Sakkal Majalla" panose="02000000000000000000" pitchFamily="2" charset="-78"/>
              </a:rPr>
              <a:t>تجهيز المنطقة لخدمة صنع المشروبات (3)</a:t>
            </a:r>
          </a:p>
          <a:p>
            <a:pPr rtl="1"/>
            <a:endParaRPr lang="en-GB" altLang="en-US" sz="2400" dirty="0">
              <a:latin typeface="Sakkal Majalla" panose="02000000000000000000" pitchFamily="2" charset="-78"/>
              <a:cs typeface="Sakkal Majalla" panose="02000000000000000000" pitchFamily="2" charset="-78"/>
            </a:endParaRPr>
          </a:p>
          <a:p>
            <a:pPr rtl="1">
              <a:lnSpc>
                <a:spcPct val="110000"/>
              </a:lnSpc>
            </a:pPr>
            <a:r>
              <a:rPr lang="ar" sz="2600">
                <a:latin typeface="Sakkal Majalla" panose="02000000000000000000" pitchFamily="2" charset="-78"/>
                <a:cs typeface="Sakkal Majalla" panose="02000000000000000000" pitchFamily="2" charset="-78"/>
              </a:rPr>
              <a:t>يجب على موظفي صنع المشروبات إعداد المشروبات والمكونات والإضافات. وتشمل:</a:t>
            </a:r>
          </a:p>
          <a:p>
            <a:pPr marL="342900" indent="-342900" rtl="1">
              <a:lnSpc>
                <a:spcPct val="110000"/>
              </a:lnSpc>
              <a:buSzPct val="85000"/>
              <a:buFont typeface="Wingdings" panose="05000000000000000000" pitchFamily="2" charset="2"/>
              <a:buChar char="§"/>
            </a:pPr>
            <a:r>
              <a:rPr lang="ar" sz="2600" spc="40">
                <a:latin typeface="Sakkal Majalla" panose="02000000000000000000" pitchFamily="2" charset="-78"/>
                <a:cs typeface="Sakkal Majalla" panose="02000000000000000000" pitchFamily="2" charset="-78"/>
              </a:rPr>
              <a:t>المشروبات (القهوة والشوكولاتة الساخنة والشاي ومشروبات الحليب المبخر والمشروبات المثلجة)</a:t>
            </a:r>
            <a:endParaRPr lang="en-GB" sz="2600" spc="40" dirty="0">
              <a:latin typeface="Sakkal Majalla" panose="02000000000000000000" pitchFamily="2" charset="-78"/>
              <a:cs typeface="Sakkal Majalla" panose="02000000000000000000" pitchFamily="2" charset="-78"/>
            </a:endParaRPr>
          </a:p>
          <a:p>
            <a:pPr marL="342900" indent="-342900" rtl="1">
              <a:lnSpc>
                <a:spcPct val="110000"/>
              </a:lnSpc>
              <a:buSzPct val="85000"/>
              <a:buFont typeface="Wingdings" panose="05000000000000000000" pitchFamily="2" charset="2"/>
              <a:buChar char="§"/>
            </a:pPr>
            <a:r>
              <a:rPr lang="ar" sz="2600" spc="20">
                <a:latin typeface="Sakkal Majalla" panose="02000000000000000000" pitchFamily="2" charset="-78"/>
                <a:cs typeface="Sakkal Majalla" panose="02000000000000000000" pitchFamily="2" charset="-78"/>
              </a:rPr>
              <a:t>المكونات (حبوب القهوة المطحونة الطازجة، وحبوب القهوة المطحونة مسبقًا، </a:t>
            </a:r>
            <a:br>
              <a:rPr lang="en-US" sz="2600" spc="20">
                <a:latin typeface="Sakkal Majalla" panose="02000000000000000000" pitchFamily="2" charset="-78"/>
                <a:cs typeface="Sakkal Majalla" panose="02000000000000000000" pitchFamily="2" charset="-78"/>
              </a:rPr>
            </a:br>
            <a:r>
              <a:rPr lang="ar" sz="2600" spc="20">
                <a:latin typeface="Sakkal Majalla" panose="02000000000000000000" pitchFamily="2" charset="-78"/>
                <a:cs typeface="Sakkal Majalla" panose="02000000000000000000" pitchFamily="2" charset="-78"/>
              </a:rPr>
              <a:t>وشراب النكهة المركزة، ومسحوق الشوكولاتة، والحليب، والمثلجات، وبخاخ الكريمة، والشاي، والثلج)</a:t>
            </a:r>
            <a:endParaRPr lang="en-GB" sz="2600" spc="20" dirty="0">
              <a:latin typeface="Sakkal Majalla" panose="02000000000000000000" pitchFamily="2" charset="-78"/>
              <a:cs typeface="Sakkal Majalla" panose="02000000000000000000" pitchFamily="2" charset="-78"/>
            </a:endParaRPr>
          </a:p>
          <a:p>
            <a:pPr marL="342900" indent="-342900" rtl="1">
              <a:lnSpc>
                <a:spcPct val="110000"/>
              </a:lnSpc>
              <a:buSzPct val="85000"/>
              <a:buFont typeface="Wingdings" panose="05000000000000000000" pitchFamily="2" charset="2"/>
              <a:buChar char="§"/>
            </a:pPr>
            <a:r>
              <a:rPr lang="ar" sz="2600">
                <a:latin typeface="Sakkal Majalla" panose="02000000000000000000" pitchFamily="2" charset="-78"/>
                <a:cs typeface="Sakkal Majalla" panose="02000000000000000000" pitchFamily="2" charset="-78"/>
              </a:rPr>
              <a:t>الإضافات المرافقة (السكر و مساحيق التزيين و الكريمة).</a:t>
            </a:r>
            <a:endParaRPr lang="en-GB" sz="2600" dirty="0">
              <a:latin typeface="Sakkal Majalla" panose="02000000000000000000" pitchFamily="2" charset="-78"/>
              <a:cs typeface="Sakkal Majalla" panose="02000000000000000000" pitchFamily="2" charset="-78"/>
            </a:endParaRPr>
          </a:p>
          <a:p>
            <a:pPr marL="342900" indent="-342900" rtl="1">
              <a:buFont typeface="Wingdings" panose="05000000000000000000" pitchFamily="2" charset="2"/>
              <a:buChar char="§"/>
            </a:pPr>
            <a:endParaRPr lang="en-GB" altLang="en-US" sz="2400" dirty="0">
              <a:latin typeface="Sakkal Majalla" panose="02000000000000000000" pitchFamily="2" charset="-78"/>
              <a:cs typeface="Sakkal Majalla" panose="02000000000000000000" pitchFamily="2" charset="-78"/>
            </a:endParaRPr>
          </a:p>
          <a:p>
            <a:pPr marL="342900" indent="-342900" rtl="1">
              <a:buFont typeface="Wingdings" panose="05000000000000000000" pitchFamily="2" charset="2"/>
              <a:buChar char="§"/>
            </a:pPr>
            <a:endParaRPr lang="en-GB" altLang="en-US" sz="2400" b="1" dirty="0">
              <a:highlight>
                <a:srgbClr val="FFFF00"/>
              </a:highlight>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567541175"/>
      </p:ext>
    </p:extLst>
  </p:cSld>
  <p:clrMapOvr>
    <a:masterClrMapping/>
  </p:clrMapOvr>
  <p:transition>
    <p:sndAc>
      <p:stSnd>
        <p:snd r:embed="rId3" name="click.wav"/>
      </p:stSnd>
    </p:sndAc>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26C77-B0F8-E1AC-8B1B-C13963F2156F}"/>
              </a:ext>
            </a:extLst>
          </p:cNvPr>
          <p:cNvSpPr>
            <a:spLocks noGrp="1"/>
          </p:cNvSpPr>
          <p:nvPr>
            <p:ph type="title"/>
          </p:nvPr>
        </p:nvSpPr>
        <p:spPr>
          <a:xfrm>
            <a:off x="457200" y="1195388"/>
            <a:ext cx="8229600" cy="863600"/>
          </a:xfrm>
        </p:spPr>
        <p:txBody>
          <a:bodyPr rtlCol="1"/>
          <a:lstStyle/>
          <a:p>
            <a:pPr rtl="1"/>
            <a:r>
              <a:rPr lang="ar" sz="3800" b="1"/>
              <a:t>تنظيف وفحص المعدات </a:t>
            </a:r>
          </a:p>
        </p:txBody>
      </p:sp>
      <p:sp>
        <p:nvSpPr>
          <p:cNvPr id="3" name="Content Placeholder 2">
            <a:extLst>
              <a:ext uri="{FF2B5EF4-FFF2-40B4-BE49-F238E27FC236}">
                <a16:creationId xmlns:a16="http://schemas.microsoft.com/office/drawing/2014/main" id="{6286CC24-49AF-B30B-45B8-E918F63D12E5}"/>
              </a:ext>
            </a:extLst>
          </p:cNvPr>
          <p:cNvSpPr>
            <a:spLocks noGrp="1"/>
          </p:cNvSpPr>
          <p:nvPr>
            <p:ph sz="half" idx="2"/>
          </p:nvPr>
        </p:nvSpPr>
        <p:spPr>
          <a:xfrm>
            <a:off x="468312" y="2195513"/>
            <a:ext cx="7991475" cy="3609975"/>
          </a:xfrm>
        </p:spPr>
        <p:txBody>
          <a:bodyPr rtlCol="1"/>
          <a:lstStyle/>
          <a:p>
            <a:pPr rtl="1">
              <a:lnSpc>
                <a:spcPct val="120000"/>
              </a:lnSpc>
              <a:buSzPct val="85000"/>
            </a:pPr>
            <a:r>
              <a:rPr lang="ar" sz="2600"/>
              <a:t>يجب على موظفي صنع المشروبات تنظيف وفحص المعدات المطلوبة للخدمة ومعرفة الإجراءات التي يجب اتخاذها للتعامل مع الأخطاء الشائعة.</a:t>
            </a:r>
          </a:p>
          <a:p>
            <a:pPr rtl="1">
              <a:lnSpc>
                <a:spcPct val="120000"/>
              </a:lnSpc>
              <a:buSzPct val="85000"/>
            </a:pPr>
            <a:r>
              <a:rPr lang="ar" sz="2600"/>
              <a:t>عند معايرة المعدات وتنظيفها، يجب اتباع تعليمات الشركة المصنعة.</a:t>
            </a:r>
          </a:p>
          <a:p>
            <a:pPr rtl="1"/>
            <a:endParaRPr lang="en-GB" sz="2600" dirty="0"/>
          </a:p>
          <a:p>
            <a:pPr rtl="1"/>
            <a:endParaRPr lang="en-GB" sz="2000" dirty="0"/>
          </a:p>
          <a:p>
            <a:pPr marL="0" indent="0" rtl="1">
              <a:buNone/>
            </a:pPr>
            <a:r>
              <a:rPr lang="ar" sz="2600" b="1"/>
              <a:t>مناقشة: </a:t>
            </a:r>
            <a:r>
              <a:rPr lang="ar" sz="2600"/>
              <a:t>ناقش الآثار المترتبة على عدم تنظيف المعدات بشكل صحيح.</a:t>
            </a:r>
          </a:p>
        </p:txBody>
      </p:sp>
    </p:spTree>
    <p:extLst>
      <p:ext uri="{BB962C8B-B14F-4D97-AF65-F5344CB8AC3E}">
        <p14:creationId xmlns:p14="http://schemas.microsoft.com/office/powerpoint/2010/main" val="2561868383"/>
      </p:ext>
    </p:extLst>
  </p:cSld>
  <p:clrMapOvr>
    <a:masterClrMapping/>
  </p:clrMapOvr>
  <p:transition>
    <p:sndAc>
      <p:stSnd>
        <p:snd r:embed="rId2" name="click.wav"/>
      </p:stSnd>
    </p:sndAc>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26C77-B0F8-E1AC-8B1B-C13963F2156F}"/>
              </a:ext>
            </a:extLst>
          </p:cNvPr>
          <p:cNvSpPr>
            <a:spLocks noGrp="1"/>
          </p:cNvSpPr>
          <p:nvPr>
            <p:ph type="title"/>
          </p:nvPr>
        </p:nvSpPr>
        <p:spPr>
          <a:xfrm>
            <a:off x="457201" y="1293143"/>
            <a:ext cx="8229600" cy="863600"/>
          </a:xfrm>
        </p:spPr>
        <p:txBody>
          <a:bodyPr rtlCol="1"/>
          <a:lstStyle/>
          <a:p>
            <a:pPr rtl="1"/>
            <a:r>
              <a:rPr lang="ar" sz="3800" b="1"/>
              <a:t>الأخطاء الشائعة التي قد تحدث </a:t>
            </a:r>
            <a:br>
              <a:rPr lang="en-US" sz="3800" b="1"/>
            </a:br>
            <a:r>
              <a:rPr lang="ar" sz="3800" b="1"/>
              <a:t>لأي من المعدات (1)</a:t>
            </a:r>
            <a:endParaRPr lang="en-GB" sz="3800" b="1" dirty="0"/>
          </a:p>
        </p:txBody>
      </p:sp>
      <p:sp>
        <p:nvSpPr>
          <p:cNvPr id="3" name="Content Placeholder 2">
            <a:extLst>
              <a:ext uri="{FF2B5EF4-FFF2-40B4-BE49-F238E27FC236}">
                <a16:creationId xmlns:a16="http://schemas.microsoft.com/office/drawing/2014/main" id="{6286CC24-49AF-B30B-45B8-E918F63D12E5}"/>
              </a:ext>
            </a:extLst>
          </p:cNvPr>
          <p:cNvSpPr>
            <a:spLocks noGrp="1"/>
          </p:cNvSpPr>
          <p:nvPr>
            <p:ph sz="half" idx="2"/>
          </p:nvPr>
        </p:nvSpPr>
        <p:spPr>
          <a:xfrm>
            <a:off x="576263" y="2445271"/>
            <a:ext cx="7991475" cy="3528616"/>
          </a:xfrm>
        </p:spPr>
        <p:txBody>
          <a:bodyPr rtlCol="1"/>
          <a:lstStyle/>
          <a:p>
            <a:pPr rtl="1">
              <a:buSzPct val="85000"/>
            </a:pPr>
            <a:r>
              <a:rPr lang="ar" sz="2600"/>
              <a:t>انسداد المرشات أو صولجانات البخار</a:t>
            </a:r>
          </a:p>
          <a:p>
            <a:pPr rtl="1">
              <a:buSzPct val="85000"/>
            </a:pPr>
            <a:r>
              <a:rPr lang="ar" sz="2600"/>
              <a:t>مشكلات في الضغط</a:t>
            </a:r>
          </a:p>
          <a:p>
            <a:pPr rtl="1">
              <a:buSzPct val="85000"/>
            </a:pPr>
            <a:r>
              <a:rPr lang="ar" sz="2600"/>
              <a:t>مشكلات في درجة الحرارة / البخار</a:t>
            </a:r>
          </a:p>
          <a:p>
            <a:pPr rtl="1">
              <a:buSzPct val="85000"/>
            </a:pPr>
            <a:r>
              <a:rPr lang="ar" sz="2600"/>
              <a:t>التسربات</a:t>
            </a:r>
          </a:p>
          <a:p>
            <a:pPr rtl="1">
              <a:buSzPct val="85000"/>
            </a:pPr>
            <a:r>
              <a:rPr lang="ar" sz="2600"/>
              <a:t>الفلتر</a:t>
            </a:r>
          </a:p>
          <a:p>
            <a:pPr rtl="1">
              <a:buSzPct val="85000"/>
            </a:pPr>
            <a:r>
              <a:rPr lang="ar" sz="2600"/>
              <a:t>ذراع البخار</a:t>
            </a:r>
          </a:p>
          <a:p>
            <a:pPr rtl="1">
              <a:buSzPct val="85000"/>
            </a:pPr>
            <a:r>
              <a:rPr lang="ar" sz="2600"/>
              <a:t>التلوث/ الانسداد</a:t>
            </a:r>
          </a:p>
          <a:p>
            <a:pPr rtl="1">
              <a:buSzPct val="85000"/>
            </a:pPr>
            <a:endParaRPr lang="en-GB" sz="2600" dirty="0"/>
          </a:p>
        </p:txBody>
      </p:sp>
    </p:spTree>
    <p:extLst>
      <p:ext uri="{BB962C8B-B14F-4D97-AF65-F5344CB8AC3E}">
        <p14:creationId xmlns:p14="http://schemas.microsoft.com/office/powerpoint/2010/main" val="4140588828"/>
      </p:ext>
    </p:extLst>
  </p:cSld>
  <p:clrMapOvr>
    <a:masterClrMapping/>
  </p:clrMapOvr>
  <p:transition>
    <p:sndAc>
      <p:stSnd>
        <p:snd r:embed="rId2" name="click.wav"/>
      </p:stSnd>
    </p:sndAc>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26C77-B0F8-E1AC-8B1B-C13963F2156F}"/>
              </a:ext>
            </a:extLst>
          </p:cNvPr>
          <p:cNvSpPr>
            <a:spLocks noGrp="1"/>
          </p:cNvSpPr>
          <p:nvPr>
            <p:ph type="title"/>
          </p:nvPr>
        </p:nvSpPr>
        <p:spPr>
          <a:xfrm>
            <a:off x="576263" y="1340768"/>
            <a:ext cx="8229600" cy="863600"/>
          </a:xfrm>
        </p:spPr>
        <p:txBody>
          <a:bodyPr rtlCol="1"/>
          <a:lstStyle/>
          <a:p>
            <a:pPr rtl="1"/>
            <a:r>
              <a:rPr lang="ar" sz="3800" b="1"/>
              <a:t>الأخطاء الشائعة التي قد تحدث </a:t>
            </a:r>
            <a:br>
              <a:rPr lang="en-US" sz="3800" b="1"/>
            </a:br>
            <a:r>
              <a:rPr lang="ar" sz="3800" b="1"/>
              <a:t>لأي من المعدات (2)</a:t>
            </a:r>
            <a:endParaRPr lang="en-GB" sz="3800" dirty="0"/>
          </a:p>
        </p:txBody>
      </p:sp>
      <p:sp>
        <p:nvSpPr>
          <p:cNvPr id="3" name="Content Placeholder 2">
            <a:extLst>
              <a:ext uri="{FF2B5EF4-FFF2-40B4-BE49-F238E27FC236}">
                <a16:creationId xmlns:a16="http://schemas.microsoft.com/office/drawing/2014/main" id="{6286CC24-49AF-B30B-45B8-E918F63D12E5}"/>
              </a:ext>
            </a:extLst>
          </p:cNvPr>
          <p:cNvSpPr>
            <a:spLocks noGrp="1"/>
          </p:cNvSpPr>
          <p:nvPr>
            <p:ph sz="half" idx="2"/>
          </p:nvPr>
        </p:nvSpPr>
        <p:spPr>
          <a:xfrm>
            <a:off x="576263" y="2617862"/>
            <a:ext cx="7991475" cy="3528616"/>
          </a:xfrm>
        </p:spPr>
        <p:txBody>
          <a:bodyPr rtlCol="1"/>
          <a:lstStyle/>
          <a:p>
            <a:pPr rtl="1">
              <a:buSzPct val="85000"/>
            </a:pPr>
            <a:r>
              <a:rPr lang="ar" spc="30"/>
              <a:t>عندما يحدث خطأ في أحد المعدات، فقد يحتاج إلى التنظيف أو إعادة المعايرة. </a:t>
            </a:r>
            <a:br>
              <a:rPr lang="en-US" spc="30"/>
            </a:br>
            <a:r>
              <a:rPr lang="ar" spc="30"/>
              <a:t>يجب عليك دائمًا إبلاغ مشرفك، الذي سيكون قادرًا على تقديم المشورة لك بشأن أفضل إجراء يجب اتخاذه. </a:t>
            </a:r>
          </a:p>
          <a:p>
            <a:pPr rtl="1">
              <a:buSzPct val="85000"/>
            </a:pPr>
            <a:r>
              <a:rPr lang="ar"/>
              <a:t>إذا كان هناك خطأ في قطعة كبيرة من المعدات، يجب على المشرف إبلاغ الصيانة.</a:t>
            </a:r>
          </a:p>
          <a:p>
            <a:pPr rtl="1"/>
            <a:endParaRPr lang="en-GB" dirty="0"/>
          </a:p>
          <a:p>
            <a:pPr marL="0" indent="0" rtl="1">
              <a:buNone/>
            </a:pPr>
            <a:r>
              <a:rPr lang="ar" b="1"/>
              <a:t>سؤال:</a:t>
            </a:r>
            <a:r>
              <a:rPr lang="ar"/>
              <a:t> يوجد خطأ شائع هو أن المطحنة تحتاج إلى إعادة معايرتها. فكيف ينبغي القيام بذلك؟ </a:t>
            </a:r>
          </a:p>
        </p:txBody>
      </p:sp>
    </p:spTree>
    <p:extLst>
      <p:ext uri="{BB962C8B-B14F-4D97-AF65-F5344CB8AC3E}">
        <p14:creationId xmlns:p14="http://schemas.microsoft.com/office/powerpoint/2010/main" val="4249909078"/>
      </p:ext>
    </p:extLst>
  </p:cSld>
  <p:clrMapOvr>
    <a:masterClrMapping/>
  </p:clrMapOvr>
  <p:transition>
    <p:sndAc>
      <p:stSnd>
        <p:snd r:embed="rId2" name="click.wav"/>
      </p:stSnd>
    </p:sndAc>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a:t>هدف التعلم ج</a:t>
            </a:r>
            <a:br>
              <a:rPr lang="en-US" altLang="en-US" sz="2600" dirty="0"/>
            </a:br>
            <a:br>
              <a:rPr lang="en-US" altLang="en-US" sz="2600" dirty="0"/>
            </a:br>
            <a:r>
              <a:rPr lang="ar" sz="2600" b="1"/>
              <a:t>القدرة على إنتاج مجموعة من المشروبات</a:t>
            </a:r>
            <a:endParaRPr lang="en-GB" altLang="en-US" sz="2600" b="1" dirty="0"/>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150938" y="3716338"/>
            <a:ext cx="6769100" cy="18716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358775" rtl="1">
              <a:buSzPct val="85000"/>
            </a:pPr>
            <a:r>
              <a:rPr lang="ar" sz="2600"/>
              <a:t>تحضير وتقديم مجموعة من المشروبات</a:t>
            </a:r>
          </a:p>
          <a:p>
            <a:pPr marL="358775" rtl="1">
              <a:buSzPct val="85000"/>
            </a:pPr>
            <a:r>
              <a:rPr lang="ar" sz="2600"/>
              <a:t>مراجعة المشروبات التي تم تحضيرها وتقديمها</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93963"/>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endParaRPr lang="en-GB" altLang="en-US" sz="3600" b="1" dirty="0">
              <a:highlight>
                <a:srgbClr val="FFFF00"/>
              </a:highlight>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005355495"/>
      </p:ext>
    </p:extLst>
  </p:cSld>
  <p:clrMapOvr>
    <a:masterClrMapping/>
  </p:clrMapOvr>
  <p:transition>
    <p:sndAc>
      <p:stSnd>
        <p:snd r:embed="rId3" name="click.wav"/>
      </p:stSnd>
    </p:sndAc>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AB2AF-B711-6D0E-5974-266E7E04706F}"/>
              </a:ext>
            </a:extLst>
          </p:cNvPr>
          <p:cNvSpPr>
            <a:spLocks noGrp="1"/>
          </p:cNvSpPr>
          <p:nvPr>
            <p:ph type="title"/>
          </p:nvPr>
        </p:nvSpPr>
        <p:spPr>
          <a:xfrm>
            <a:off x="457200" y="1157288"/>
            <a:ext cx="8229600" cy="793452"/>
          </a:xfrm>
        </p:spPr>
        <p:txBody>
          <a:bodyPr rtlCol="1"/>
          <a:lstStyle/>
          <a:p>
            <a:pPr rtl="1"/>
            <a:br>
              <a:rPr lang="en-GB" sz="3800" dirty="0"/>
            </a:br>
            <a:br>
              <a:rPr lang="en-GB" sz="3800" dirty="0"/>
            </a:br>
            <a:r>
              <a:rPr lang="ar" sz="3800" b="1"/>
              <a:t>تحضير وتقديم مجموعة </a:t>
            </a:r>
            <a:br>
              <a:rPr lang="en-US" sz="3800" b="1"/>
            </a:br>
            <a:r>
              <a:rPr lang="ar" sz="3800" b="1"/>
              <a:t>من المشروبات</a:t>
            </a:r>
            <a:br>
              <a:rPr lang="en-GB" sz="3800" dirty="0"/>
            </a:br>
            <a:endParaRPr lang="en-GB" sz="3800" dirty="0"/>
          </a:p>
        </p:txBody>
      </p:sp>
      <p:sp>
        <p:nvSpPr>
          <p:cNvPr id="3" name="Content Placeholder 2">
            <a:extLst>
              <a:ext uri="{FF2B5EF4-FFF2-40B4-BE49-F238E27FC236}">
                <a16:creationId xmlns:a16="http://schemas.microsoft.com/office/drawing/2014/main" id="{1F4292A6-FA8A-B742-A026-E0012ADD7ED5}"/>
              </a:ext>
            </a:extLst>
          </p:cNvPr>
          <p:cNvSpPr>
            <a:spLocks noGrp="1"/>
          </p:cNvSpPr>
          <p:nvPr>
            <p:ph sz="half" idx="2"/>
          </p:nvPr>
        </p:nvSpPr>
        <p:spPr>
          <a:xfrm>
            <a:off x="468312" y="2454796"/>
            <a:ext cx="7991475" cy="432048"/>
          </a:xfrm>
        </p:spPr>
        <p:txBody>
          <a:bodyPr rtlCol="1"/>
          <a:lstStyle/>
          <a:p>
            <a:pPr marL="0" indent="0" rtl="1">
              <a:buNone/>
            </a:pPr>
            <a:r>
              <a:rPr lang="ar" sz="2600"/>
              <a:t>سوف تحتاج إلى تحضير مجموعة من المشروبات، بما فيها:</a:t>
            </a:r>
          </a:p>
        </p:txBody>
      </p:sp>
      <p:sp>
        <p:nvSpPr>
          <p:cNvPr id="6" name="TextBox 5">
            <a:extLst>
              <a:ext uri="{FF2B5EF4-FFF2-40B4-BE49-F238E27FC236}">
                <a16:creationId xmlns:a16="http://schemas.microsoft.com/office/drawing/2014/main" id="{9C96D5A5-C182-6E1B-43EB-6BF6FE39DCF1}"/>
              </a:ext>
            </a:extLst>
          </p:cNvPr>
          <p:cNvSpPr txBox="1"/>
          <p:nvPr/>
        </p:nvSpPr>
        <p:spPr>
          <a:xfrm>
            <a:off x="548736" y="4494262"/>
            <a:ext cx="7920112" cy="2092881"/>
          </a:xfrm>
          <a:prstGeom prst="rect">
            <a:avLst/>
          </a:prstGeom>
          <a:noFill/>
        </p:spPr>
        <p:txBody>
          <a:bodyPr wrap="square" numCol="1" rtlCol="1">
            <a:spAutoFit/>
          </a:bodyPr>
          <a:lstStyle/>
          <a:p>
            <a:pPr rtl="1"/>
            <a:r>
              <a:rPr lang="ar" sz="2600">
                <a:latin typeface="Sakkal Majalla" panose="02000000000000000000" pitchFamily="2" charset="-78"/>
                <a:cs typeface="Sakkal Majalla" panose="02000000000000000000" pitchFamily="2" charset="-78"/>
              </a:rPr>
              <a:t>المعدات اللازمة لإنتاج المشروبات:</a:t>
            </a:r>
          </a:p>
          <a:p>
            <a:pPr marL="342900" indent="-342900" rtl="1">
              <a:buSzPct val="85000"/>
              <a:buFont typeface="Wingdings" panose="05000000000000000000" pitchFamily="2" charset="2"/>
              <a:buChar char="§"/>
            </a:pPr>
            <a:r>
              <a:rPr lang="ar" sz="2600">
                <a:latin typeface="Sakkal Majalla" panose="02000000000000000000" pitchFamily="2" charset="-78"/>
                <a:cs typeface="Sakkal Majalla" panose="02000000000000000000" pitchFamily="2" charset="-78"/>
              </a:rPr>
              <a:t>مطاحن المعايرة</a:t>
            </a:r>
          </a:p>
          <a:p>
            <a:pPr marL="342900" indent="-342900" rtl="1">
              <a:buSzPct val="85000"/>
              <a:buFont typeface="Wingdings" panose="05000000000000000000" pitchFamily="2" charset="2"/>
              <a:buChar char="§"/>
            </a:pPr>
            <a:r>
              <a:rPr lang="ar" sz="2600">
                <a:latin typeface="Sakkal Majalla" panose="02000000000000000000" pitchFamily="2" charset="-78"/>
                <a:cs typeface="Sakkal Majalla" panose="02000000000000000000" pitchFamily="2" charset="-78"/>
              </a:rPr>
              <a:t>معايرة آلة الإسبريسو (كمية المياه ودرجة الحرارة)، ورغوة وقوام الحليب</a:t>
            </a:r>
          </a:p>
          <a:p>
            <a:pPr marL="342900" indent="-342900" rtl="1">
              <a:buSzPct val="85000"/>
              <a:buFont typeface="Wingdings" panose="05000000000000000000" pitchFamily="2" charset="2"/>
              <a:buChar char="§"/>
            </a:pPr>
            <a:r>
              <a:rPr lang="ar" sz="2600">
                <a:latin typeface="Sakkal Majalla" panose="02000000000000000000" pitchFamily="2" charset="-78"/>
                <a:cs typeface="Sakkal Majalla" panose="02000000000000000000" pitchFamily="2" charset="-78"/>
              </a:rPr>
              <a:t>فلتر الإنتاج وقهوة ماكينة القهوة</a:t>
            </a:r>
          </a:p>
          <a:p>
            <a:pPr marL="342900" indent="-342900" rtl="1">
              <a:buFont typeface="Wingdings" panose="05000000000000000000" pitchFamily="2" charset="2"/>
              <a:buChar char="§"/>
            </a:pPr>
            <a:endParaRPr lang="en-GB" sz="2600" dirty="0">
              <a:latin typeface="Sakkal Majalla" panose="02000000000000000000" pitchFamily="2" charset="-78"/>
              <a:cs typeface="Sakkal Majalla" panose="02000000000000000000" pitchFamily="2" charset="-78"/>
            </a:endParaRPr>
          </a:p>
        </p:txBody>
      </p:sp>
      <p:graphicFrame>
        <p:nvGraphicFramePr>
          <p:cNvPr id="8" name="Table 8">
            <a:extLst>
              <a:ext uri="{FF2B5EF4-FFF2-40B4-BE49-F238E27FC236}">
                <a16:creationId xmlns:a16="http://schemas.microsoft.com/office/drawing/2014/main" id="{9131A885-B4AB-CD12-9495-780529D8D8F1}"/>
              </a:ext>
            </a:extLst>
          </p:cNvPr>
          <p:cNvGraphicFramePr>
            <a:graphicFrameLocks noGrp="1"/>
          </p:cNvGraphicFramePr>
          <p:nvPr>
            <p:extLst>
              <p:ext uri="{D42A27DB-BD31-4B8C-83A1-F6EECF244321}">
                <p14:modId xmlns:p14="http://schemas.microsoft.com/office/powerpoint/2010/main" val="3722983944"/>
              </p:ext>
            </p:extLst>
          </p:nvPr>
        </p:nvGraphicFramePr>
        <p:xfrm>
          <a:off x="2482516" y="2943994"/>
          <a:ext cx="5951984" cy="1463040"/>
        </p:xfrm>
        <a:graphic>
          <a:graphicData uri="http://schemas.openxmlformats.org/drawingml/2006/table">
            <a:tbl>
              <a:tblPr firstRow="1" bandRow="1">
                <a:tableStyleId>{2D5ABB26-0587-4C30-8999-92F81FD0307C}</a:tableStyleId>
              </a:tblPr>
              <a:tblGrid>
                <a:gridCol w="2903984">
                  <a:extLst>
                    <a:ext uri="{9D8B030D-6E8A-4147-A177-3AD203B41FA5}">
                      <a16:colId xmlns:a16="http://schemas.microsoft.com/office/drawing/2014/main" val="2867919970"/>
                    </a:ext>
                  </a:extLst>
                </a:gridCol>
                <a:gridCol w="3048000">
                  <a:extLst>
                    <a:ext uri="{9D8B030D-6E8A-4147-A177-3AD203B41FA5}">
                      <a16:colId xmlns:a16="http://schemas.microsoft.com/office/drawing/2014/main" val="3585489537"/>
                    </a:ext>
                  </a:extLst>
                </a:gridCol>
              </a:tblGrid>
              <a:tr h="370840">
                <a:tc>
                  <a:txBody>
                    <a:bodyPr/>
                    <a:lstStyle/>
                    <a:p>
                      <a:pPr marL="285750" indent="-285750" rtl="1">
                        <a:buSzPct val="85000"/>
                        <a:buFont typeface="Wingdings" panose="05000000000000000000" pitchFamily="2" charset="2"/>
                        <a:buChar char="§"/>
                      </a:pPr>
                      <a:r>
                        <a:rPr lang="ar" sz="2600">
                          <a:latin typeface="Sakkal Majalla" panose="02000000000000000000" pitchFamily="2" charset="-78"/>
                          <a:cs typeface="Sakkal Majalla" panose="02000000000000000000" pitchFamily="2" charset="-78"/>
                        </a:rPr>
                        <a:t>القهوة</a:t>
                      </a:r>
                    </a:p>
                  </a:txBody>
                  <a:tcPr/>
                </a:tc>
                <a:tc>
                  <a:txBody>
                    <a:bodyPr/>
                    <a:lstStyle/>
                    <a:p>
                      <a:pPr marL="285750" indent="-285750" rtl="1">
                        <a:buSzPct val="85000"/>
                        <a:buFont typeface="Wingdings" panose="05000000000000000000" pitchFamily="2" charset="2"/>
                        <a:buChar char="§"/>
                      </a:pPr>
                      <a:r>
                        <a:rPr lang="ar" sz="2600">
                          <a:latin typeface="Sakkal Majalla" panose="02000000000000000000" pitchFamily="2" charset="-78"/>
                          <a:cs typeface="Sakkal Majalla" panose="02000000000000000000" pitchFamily="2" charset="-78"/>
                        </a:rPr>
                        <a:t>اللبن</a:t>
                      </a:r>
                    </a:p>
                  </a:txBody>
                  <a:tcPr/>
                </a:tc>
                <a:extLst>
                  <a:ext uri="{0D108BD9-81ED-4DB2-BD59-A6C34878D82A}">
                    <a16:rowId xmlns:a16="http://schemas.microsoft.com/office/drawing/2014/main" val="2262312263"/>
                  </a:ext>
                </a:extLst>
              </a:tr>
              <a:tr h="370840">
                <a:tc>
                  <a:txBody>
                    <a:bodyPr/>
                    <a:lstStyle/>
                    <a:p>
                      <a:pPr marL="285750" indent="-285750" rtl="1">
                        <a:buSzPct val="85000"/>
                        <a:buFont typeface="Wingdings" panose="05000000000000000000" pitchFamily="2" charset="2"/>
                        <a:buChar char="§"/>
                      </a:pPr>
                      <a:r>
                        <a:rPr lang="ar" sz="2600">
                          <a:latin typeface="Sakkal Majalla" panose="02000000000000000000" pitchFamily="2" charset="-78"/>
                          <a:cs typeface="Sakkal Majalla" panose="02000000000000000000" pitchFamily="2" charset="-78"/>
                        </a:rPr>
                        <a:t>الشاي</a:t>
                      </a:r>
                    </a:p>
                  </a:txBody>
                  <a:tcPr/>
                </a:tc>
                <a:tc>
                  <a:txBody>
                    <a:bodyPr/>
                    <a:lstStyle/>
                    <a:p>
                      <a:pPr marL="285750" indent="-285750" rtl="1">
                        <a:buSzPct val="85000"/>
                        <a:buFont typeface="Wingdings" panose="05000000000000000000" pitchFamily="2" charset="2"/>
                        <a:buChar char="§"/>
                      </a:pPr>
                      <a:r>
                        <a:rPr lang="ar" sz="2600">
                          <a:latin typeface="Sakkal Majalla" panose="02000000000000000000" pitchFamily="2" charset="-78"/>
                          <a:cs typeface="Sakkal Majalla" panose="02000000000000000000" pitchFamily="2" charset="-78"/>
                        </a:rPr>
                        <a:t>العصائر</a:t>
                      </a:r>
                    </a:p>
                  </a:txBody>
                  <a:tcPr/>
                </a:tc>
                <a:extLst>
                  <a:ext uri="{0D108BD9-81ED-4DB2-BD59-A6C34878D82A}">
                    <a16:rowId xmlns:a16="http://schemas.microsoft.com/office/drawing/2014/main" val="76727339"/>
                  </a:ext>
                </a:extLst>
              </a:tr>
              <a:tr h="370840">
                <a:tc>
                  <a:txBody>
                    <a:bodyPr/>
                    <a:lstStyle/>
                    <a:p>
                      <a:pPr marL="285750" indent="-285750" rtl="1">
                        <a:buSzPct val="85000"/>
                        <a:buFont typeface="Wingdings" panose="05000000000000000000" pitchFamily="2" charset="2"/>
                        <a:buChar char="§"/>
                      </a:pPr>
                      <a:r>
                        <a:rPr lang="ar" sz="2600">
                          <a:latin typeface="Sakkal Majalla" panose="02000000000000000000" pitchFamily="2" charset="-78"/>
                          <a:cs typeface="Sakkal Majalla" panose="02000000000000000000" pitchFamily="2" charset="-78"/>
                        </a:rPr>
                        <a:t>الشوكولاتة</a:t>
                      </a:r>
                    </a:p>
                  </a:txBody>
                  <a:tcPr/>
                </a:tc>
                <a:tc>
                  <a:txBody>
                    <a:bodyPr/>
                    <a:lstStyle/>
                    <a:p>
                      <a:pPr marL="285750" indent="-285750" rtl="1">
                        <a:buSzPct val="85000"/>
                        <a:buFont typeface="Wingdings" panose="05000000000000000000" pitchFamily="2" charset="2"/>
                        <a:buChar char="§"/>
                      </a:pPr>
                      <a:r>
                        <a:rPr lang="ar" sz="2600">
                          <a:latin typeface="Sakkal Majalla" panose="02000000000000000000" pitchFamily="2" charset="-78"/>
                          <a:cs typeface="Sakkal Majalla" panose="02000000000000000000" pitchFamily="2" charset="-78"/>
                        </a:rPr>
                        <a:t>السموزي.</a:t>
                      </a:r>
                    </a:p>
                  </a:txBody>
                  <a:tcPr/>
                </a:tc>
                <a:extLst>
                  <a:ext uri="{0D108BD9-81ED-4DB2-BD59-A6C34878D82A}">
                    <a16:rowId xmlns:a16="http://schemas.microsoft.com/office/drawing/2014/main" val="3452298507"/>
                  </a:ext>
                </a:extLst>
              </a:tr>
            </a:tbl>
          </a:graphicData>
        </a:graphic>
      </p:graphicFrame>
    </p:spTree>
    <p:extLst>
      <p:ext uri="{BB962C8B-B14F-4D97-AF65-F5344CB8AC3E}">
        <p14:creationId xmlns:p14="http://schemas.microsoft.com/office/powerpoint/2010/main" val="3909615556"/>
      </p:ext>
    </p:extLst>
  </p:cSld>
  <p:clrMapOvr>
    <a:masterClrMapping/>
  </p:clrMapOvr>
  <p:transition>
    <p:sndAc>
      <p:stSnd>
        <p:snd r:embed="rId2" name="click.wav"/>
      </p:stSnd>
    </p:sndAc>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AB2AF-B711-6D0E-5974-266E7E04706F}"/>
              </a:ext>
            </a:extLst>
          </p:cNvPr>
          <p:cNvSpPr>
            <a:spLocks noGrp="1"/>
          </p:cNvSpPr>
          <p:nvPr>
            <p:ph type="title"/>
          </p:nvPr>
        </p:nvSpPr>
        <p:spPr>
          <a:xfrm>
            <a:off x="457200" y="1124744"/>
            <a:ext cx="8229600" cy="793452"/>
          </a:xfrm>
        </p:spPr>
        <p:txBody>
          <a:bodyPr rtlCol="1"/>
          <a:lstStyle/>
          <a:p>
            <a:pPr rtl="1"/>
            <a:br>
              <a:rPr lang="en-GB" sz="3800" dirty="0"/>
            </a:br>
            <a:br>
              <a:rPr lang="en-GB" sz="3800" dirty="0"/>
            </a:br>
            <a:r>
              <a:rPr lang="ar" sz="3800" b="1"/>
              <a:t>تشغيل قطع المعدات لإنتاج </a:t>
            </a:r>
            <a:br>
              <a:rPr lang="en-US" sz="3800" b="1"/>
            </a:br>
            <a:r>
              <a:rPr lang="ar" sz="3800" b="1"/>
              <a:t>المشروبات المطلوبة</a:t>
            </a:r>
            <a:br>
              <a:rPr lang="en-GB" sz="3800" dirty="0"/>
            </a:br>
            <a:endParaRPr lang="en-GB" sz="3800" dirty="0"/>
          </a:p>
        </p:txBody>
      </p:sp>
      <p:sp>
        <p:nvSpPr>
          <p:cNvPr id="3" name="Content Placeholder 2">
            <a:extLst>
              <a:ext uri="{FF2B5EF4-FFF2-40B4-BE49-F238E27FC236}">
                <a16:creationId xmlns:a16="http://schemas.microsoft.com/office/drawing/2014/main" id="{1F4292A6-FA8A-B742-A026-E0012ADD7ED5}"/>
              </a:ext>
            </a:extLst>
          </p:cNvPr>
          <p:cNvSpPr>
            <a:spLocks noGrp="1"/>
          </p:cNvSpPr>
          <p:nvPr>
            <p:ph sz="half" idx="2"/>
          </p:nvPr>
        </p:nvSpPr>
        <p:spPr>
          <a:xfrm>
            <a:off x="468312" y="2492896"/>
            <a:ext cx="7991475" cy="432048"/>
          </a:xfrm>
        </p:spPr>
        <p:txBody>
          <a:bodyPr rtlCol="1"/>
          <a:lstStyle/>
          <a:p>
            <a:pPr rtl="1">
              <a:lnSpc>
                <a:spcPct val="110000"/>
              </a:lnSpc>
              <a:buSzPct val="85000"/>
            </a:pPr>
            <a:r>
              <a:rPr lang="ar" sz="2600"/>
              <a:t>يجب على صانع المشروبات تشغيل معدات مختلفة لتحضير مجموعة المشروبات. وتشمل هذه المعدات الخلاطات والعصارات ومعدات صنع الشاي والقهوة. </a:t>
            </a:r>
          </a:p>
          <a:p>
            <a:pPr rtl="1">
              <a:lnSpc>
                <a:spcPct val="110000"/>
              </a:lnSpc>
              <a:buSzPct val="85000"/>
            </a:pPr>
            <a:r>
              <a:rPr lang="ar" sz="2600"/>
              <a:t>يجب على الموظفين اتباع تعليمات الشركة المُصنعة عند تشغيل المعدات والامتثال لجميع لوائح الصحة والسلامة. </a:t>
            </a:r>
          </a:p>
          <a:p>
            <a:pPr rtl="1">
              <a:lnSpc>
                <a:spcPct val="110000"/>
              </a:lnSpc>
              <a:buSzPct val="85000"/>
            </a:pPr>
            <a:r>
              <a:rPr lang="ar" sz="2600"/>
              <a:t>عند تحضير المشروبات، يجب قياس كميات المكونات وفقًا لإجراءات التشغيل القياسية للشركة. ويمكن أن تكون بحجم أو وزن الملعقة، حسب المشروب.</a:t>
            </a:r>
          </a:p>
        </p:txBody>
      </p:sp>
    </p:spTree>
    <p:extLst>
      <p:ext uri="{BB962C8B-B14F-4D97-AF65-F5344CB8AC3E}">
        <p14:creationId xmlns:p14="http://schemas.microsoft.com/office/powerpoint/2010/main" val="2857234655"/>
      </p:ext>
    </p:extLst>
  </p:cSld>
  <p:clrMapOvr>
    <a:masterClrMapping/>
  </p:clrMapOvr>
  <p:transition>
    <p:sndAc>
      <p:stSnd>
        <p:snd r:embed="rId2" name="click.wav"/>
      </p:stSnd>
    </p:sndAc>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6D7D6-1ED1-FDBC-6D07-892E142C273B}"/>
              </a:ext>
            </a:extLst>
          </p:cNvPr>
          <p:cNvSpPr>
            <a:spLocks noGrp="1"/>
          </p:cNvSpPr>
          <p:nvPr>
            <p:ph type="title"/>
          </p:nvPr>
        </p:nvSpPr>
        <p:spPr>
          <a:xfrm>
            <a:off x="568081" y="1316385"/>
            <a:ext cx="8229600" cy="863600"/>
          </a:xfrm>
        </p:spPr>
        <p:txBody>
          <a:bodyPr rtlCol="1"/>
          <a:lstStyle/>
          <a:p>
            <a:pPr rtl="1"/>
            <a:r>
              <a:rPr lang="ar" sz="3800" b="1"/>
              <a:t>أوعية الشرب والمعدات </a:t>
            </a:r>
            <a:br>
              <a:rPr lang="en-US" sz="3800" b="1"/>
            </a:br>
            <a:r>
              <a:rPr lang="ar" sz="3800" b="1"/>
              <a:t>اللازمة للمشروبات</a:t>
            </a:r>
          </a:p>
        </p:txBody>
      </p:sp>
      <p:sp>
        <p:nvSpPr>
          <p:cNvPr id="3" name="Content Placeholder 2">
            <a:extLst>
              <a:ext uri="{FF2B5EF4-FFF2-40B4-BE49-F238E27FC236}">
                <a16:creationId xmlns:a16="http://schemas.microsoft.com/office/drawing/2014/main" id="{CA3AB225-E5DC-7099-366E-CA2EF7725439}"/>
              </a:ext>
            </a:extLst>
          </p:cNvPr>
          <p:cNvSpPr>
            <a:spLocks noGrp="1"/>
          </p:cNvSpPr>
          <p:nvPr>
            <p:ph sz="half" idx="2"/>
          </p:nvPr>
        </p:nvSpPr>
        <p:spPr>
          <a:xfrm>
            <a:off x="568081" y="2564904"/>
            <a:ext cx="7999657" cy="3609975"/>
          </a:xfrm>
        </p:spPr>
        <p:txBody>
          <a:bodyPr rtlCol="1"/>
          <a:lstStyle/>
          <a:p>
            <a:pPr rtl="1">
              <a:lnSpc>
                <a:spcPct val="110000"/>
              </a:lnSpc>
              <a:buSzPct val="85000"/>
            </a:pPr>
            <a:r>
              <a:rPr lang="ar" sz="2600"/>
              <a:t> يتم تقديم المشروبات المختلفة التي يقوم صانع المشروبات بتحضيرها في أوعية مختلفة.</a:t>
            </a:r>
          </a:p>
          <a:p>
            <a:pPr rtl="1">
              <a:lnSpc>
                <a:spcPct val="110000"/>
              </a:lnSpc>
              <a:buSzPct val="85000"/>
            </a:pPr>
            <a:r>
              <a:rPr lang="ar" sz="2600"/>
              <a:t>وتشمل هذه الأكواب وصحون الفناجين وأكواب مختلفة مناسبة لكل مشروب. </a:t>
            </a:r>
            <a:br>
              <a:rPr lang="en-US" sz="2600"/>
            </a:br>
            <a:r>
              <a:rPr lang="ar" sz="2600" spc="-20"/>
              <a:t>تكون حاويات الوجبات الجاهزة مطلوبة أيضًا في حالة تقديم خدمة الوجبات الجاهزة.</a:t>
            </a:r>
          </a:p>
          <a:p>
            <a:pPr rtl="1">
              <a:lnSpc>
                <a:spcPct val="110000"/>
              </a:lnSpc>
              <a:buSzPct val="85000"/>
            </a:pPr>
            <a:r>
              <a:rPr lang="ar" sz="2600" spc="20"/>
              <a:t>تشمل المعدات المساعدة اللازمة لإنتاج المشروبات: الأباريق، وأجهزة قياس درجة </a:t>
            </a:r>
            <a:r>
              <a:rPr lang="ar" sz="2600" spc="40"/>
              <a:t>الحرارة، وأدوات التقليب، والمكبس، ووعاء تفريغ بقايا القهوة، والفرش، </a:t>
            </a:r>
            <a:br>
              <a:rPr lang="en-US" sz="2600" spc="20"/>
            </a:br>
            <a:r>
              <a:rPr lang="ar" sz="2600" spc="20"/>
              <a:t>وآلات خفق الكريمة.</a:t>
            </a:r>
          </a:p>
        </p:txBody>
      </p:sp>
    </p:spTree>
    <p:extLst>
      <p:ext uri="{BB962C8B-B14F-4D97-AF65-F5344CB8AC3E}">
        <p14:creationId xmlns:p14="http://schemas.microsoft.com/office/powerpoint/2010/main" val="425157850"/>
      </p:ext>
    </p:extLst>
  </p:cSld>
  <p:clrMapOvr>
    <a:masterClrMapping/>
  </p:clrMapOvr>
  <p:transition>
    <p:sndAc>
      <p:stSnd>
        <p:snd r:embed="rId2" name="click.wav"/>
      </p:stSnd>
    </p:sndAc>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35FBE-79A6-8F5E-01BE-3485D6FFBD46}"/>
              </a:ext>
            </a:extLst>
          </p:cNvPr>
          <p:cNvSpPr>
            <a:spLocks noGrp="1"/>
          </p:cNvSpPr>
          <p:nvPr>
            <p:ph type="title"/>
          </p:nvPr>
        </p:nvSpPr>
        <p:spPr>
          <a:xfrm>
            <a:off x="457200" y="1195200"/>
            <a:ext cx="8229600" cy="864000"/>
          </a:xfrm>
        </p:spPr>
        <p:txBody>
          <a:bodyPr wrap="square" rtlCol="1" anchor="ctr">
            <a:normAutofit/>
          </a:bodyPr>
          <a:lstStyle/>
          <a:p>
            <a:pPr rtl="1">
              <a:lnSpc>
                <a:spcPct val="90000"/>
              </a:lnSpc>
            </a:pPr>
            <a:r>
              <a:rPr lang="ar" sz="3800" b="1"/>
              <a:t>خصائص الجودة للمشروبات</a:t>
            </a:r>
          </a:p>
        </p:txBody>
      </p:sp>
      <p:sp>
        <p:nvSpPr>
          <p:cNvPr id="3" name="Content Placeholder 2">
            <a:extLst>
              <a:ext uri="{FF2B5EF4-FFF2-40B4-BE49-F238E27FC236}">
                <a16:creationId xmlns:a16="http://schemas.microsoft.com/office/drawing/2014/main" id="{0DD27BD6-D09C-4839-EF67-5D7C09D3280C}"/>
              </a:ext>
            </a:extLst>
          </p:cNvPr>
          <p:cNvSpPr>
            <a:spLocks noGrp="1"/>
          </p:cNvSpPr>
          <p:nvPr>
            <p:ph sz="half" idx="2"/>
          </p:nvPr>
        </p:nvSpPr>
        <p:spPr>
          <a:xfrm>
            <a:off x="179512" y="2196001"/>
            <a:ext cx="4316288" cy="4024100"/>
          </a:xfrm>
        </p:spPr>
        <p:txBody>
          <a:bodyPr wrap="square" rtlCol="1" anchor="t">
            <a:noAutofit/>
          </a:bodyPr>
          <a:lstStyle/>
          <a:p>
            <a:pPr marL="0" indent="0" rtl="1">
              <a:lnSpc>
                <a:spcPct val="90000"/>
              </a:lnSpc>
              <a:buNone/>
            </a:pPr>
            <a:r>
              <a:rPr lang="ar"/>
              <a:t>سيكون لكل مشروب خصائص الجودة الخاصة به. وتشمل:</a:t>
            </a:r>
          </a:p>
          <a:p>
            <a:pPr rtl="1">
              <a:lnSpc>
                <a:spcPct val="90000"/>
              </a:lnSpc>
              <a:buSzPct val="85000"/>
            </a:pPr>
            <a:r>
              <a:rPr lang="ar"/>
              <a:t>درجة الحموضة </a:t>
            </a:r>
          </a:p>
          <a:p>
            <a:pPr rtl="1">
              <a:lnSpc>
                <a:spcPct val="90000"/>
              </a:lnSpc>
              <a:buSzPct val="85000"/>
            </a:pPr>
            <a:r>
              <a:rPr lang="ar"/>
              <a:t>الشكل الخارجي</a:t>
            </a:r>
          </a:p>
          <a:p>
            <a:pPr rtl="1">
              <a:lnSpc>
                <a:spcPct val="90000"/>
              </a:lnSpc>
              <a:buSzPct val="85000"/>
            </a:pPr>
            <a:r>
              <a:rPr lang="ar"/>
              <a:t>الرائحة</a:t>
            </a:r>
          </a:p>
          <a:p>
            <a:pPr rtl="1">
              <a:lnSpc>
                <a:spcPct val="90000"/>
              </a:lnSpc>
              <a:buSzPct val="85000"/>
            </a:pPr>
            <a:r>
              <a:rPr lang="ar"/>
              <a:t>القوام</a:t>
            </a:r>
          </a:p>
          <a:p>
            <a:pPr rtl="1">
              <a:lnSpc>
                <a:spcPct val="90000"/>
              </a:lnSpc>
              <a:buSzPct val="85000"/>
            </a:pPr>
            <a:r>
              <a:rPr lang="ar"/>
              <a:t>المذاق (الطعم)</a:t>
            </a:r>
          </a:p>
          <a:p>
            <a:pPr rtl="1">
              <a:lnSpc>
                <a:spcPct val="90000"/>
              </a:lnSpc>
              <a:buSzPct val="85000"/>
            </a:pPr>
            <a:r>
              <a:rPr lang="ar"/>
              <a:t>المرارة</a:t>
            </a:r>
          </a:p>
          <a:p>
            <a:pPr rtl="1">
              <a:lnSpc>
                <a:spcPct val="90000"/>
              </a:lnSpc>
              <a:buSzPct val="85000"/>
            </a:pPr>
            <a:r>
              <a:rPr lang="ar"/>
              <a:t>الحلاوة</a:t>
            </a:r>
          </a:p>
          <a:p>
            <a:pPr rtl="1">
              <a:lnSpc>
                <a:spcPct val="90000"/>
              </a:lnSpc>
              <a:buSzPct val="85000"/>
            </a:pPr>
            <a:r>
              <a:rPr lang="ar"/>
              <a:t>درجة حرارة المشروب</a:t>
            </a:r>
          </a:p>
        </p:txBody>
      </p:sp>
      <p:pic>
        <p:nvPicPr>
          <p:cNvPr id="6" name="Picture 5">
            <a:extLst>
              <a:ext uri="{FF2B5EF4-FFF2-40B4-BE49-F238E27FC236}">
                <a16:creationId xmlns:a16="http://schemas.microsoft.com/office/drawing/2014/main" id="{95A95F52-29F7-A6E5-2CC7-7872CFECEEC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666804" y="2477298"/>
            <a:ext cx="2295658" cy="3456384"/>
          </a:xfrm>
          <a:prstGeom prst="rect">
            <a:avLst/>
          </a:prstGeom>
        </p:spPr>
      </p:pic>
    </p:spTree>
    <p:extLst>
      <p:ext uri="{BB962C8B-B14F-4D97-AF65-F5344CB8AC3E}">
        <p14:creationId xmlns:p14="http://schemas.microsoft.com/office/powerpoint/2010/main" val="1329393219"/>
      </p:ext>
    </p:extLst>
  </p:cSld>
  <p:clrMapOvr>
    <a:masterClrMapping/>
  </p:clrMapOvr>
  <p:transition>
    <p:sndAc>
      <p:stSnd>
        <p:snd r:embed="rId2" name="click.wav"/>
      </p:stSnd>
    </p:sndAc>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21E5D-92BB-089B-5447-C0C51CDF279D}"/>
              </a:ext>
            </a:extLst>
          </p:cNvPr>
          <p:cNvSpPr>
            <a:spLocks noGrp="1"/>
          </p:cNvSpPr>
          <p:nvPr>
            <p:ph type="title"/>
          </p:nvPr>
        </p:nvSpPr>
        <p:spPr>
          <a:xfrm>
            <a:off x="457200" y="1195200"/>
            <a:ext cx="8229600" cy="864000"/>
          </a:xfrm>
        </p:spPr>
        <p:txBody>
          <a:bodyPr wrap="square" rtlCol="1" anchor="ctr">
            <a:noAutofit/>
          </a:bodyPr>
          <a:lstStyle/>
          <a:p>
            <a:pPr rtl="1">
              <a:lnSpc>
                <a:spcPct val="90000"/>
              </a:lnSpc>
            </a:pPr>
            <a:r>
              <a:rPr lang="ar" sz="3800" b="1"/>
              <a:t>التحقق من استيفاء المشروبات </a:t>
            </a:r>
            <a:br>
              <a:rPr lang="en-US" sz="3800" b="1"/>
            </a:br>
            <a:r>
              <a:rPr lang="ar" sz="3800" b="1"/>
              <a:t>لمعايير الجودة</a:t>
            </a:r>
          </a:p>
        </p:txBody>
      </p:sp>
      <p:sp>
        <p:nvSpPr>
          <p:cNvPr id="3" name="Content Placeholder 2">
            <a:extLst>
              <a:ext uri="{FF2B5EF4-FFF2-40B4-BE49-F238E27FC236}">
                <a16:creationId xmlns:a16="http://schemas.microsoft.com/office/drawing/2014/main" id="{A20B3D59-32EF-D7F7-7927-F4A3CF5C341F}"/>
              </a:ext>
            </a:extLst>
          </p:cNvPr>
          <p:cNvSpPr>
            <a:spLocks noGrp="1"/>
          </p:cNvSpPr>
          <p:nvPr>
            <p:ph sz="half" idx="2"/>
          </p:nvPr>
        </p:nvSpPr>
        <p:spPr>
          <a:xfrm>
            <a:off x="837109" y="2546154"/>
            <a:ext cx="3682752" cy="2611038"/>
          </a:xfrm>
        </p:spPr>
        <p:txBody>
          <a:bodyPr wrap="square" rtlCol="1" anchor="t">
            <a:normAutofit/>
          </a:bodyPr>
          <a:lstStyle/>
          <a:p>
            <a:pPr marL="0" indent="0" rtl="1">
              <a:lnSpc>
                <a:spcPct val="110000"/>
              </a:lnSpc>
              <a:spcBef>
                <a:spcPts val="0"/>
              </a:spcBef>
              <a:buNone/>
            </a:pPr>
            <a:r>
              <a:rPr lang="ar" sz="2600"/>
              <a:t>يجب فحص المشروبات للتأكد من </a:t>
            </a:r>
            <a:br>
              <a:rPr lang="en-US" sz="2600"/>
            </a:br>
            <a:r>
              <a:rPr lang="ar" sz="2600"/>
              <a:t>أنها تستوفي معايير الجودة المطلوبة. </a:t>
            </a:r>
            <a:br>
              <a:rPr lang="en-US" sz="2600"/>
            </a:br>
            <a:r>
              <a:rPr lang="ar" sz="2600" spc="30"/>
              <a:t>ويجب فحصها من حيث المظهر والنكهة ودرجة الحرارة.</a:t>
            </a:r>
          </a:p>
        </p:txBody>
      </p:sp>
      <p:sp>
        <p:nvSpPr>
          <p:cNvPr id="5" name="TextBox 4">
            <a:extLst>
              <a:ext uri="{FF2B5EF4-FFF2-40B4-BE49-F238E27FC236}">
                <a16:creationId xmlns:a16="http://schemas.microsoft.com/office/drawing/2014/main" id="{B6EAB417-01F8-DA4E-4725-0571E644936B}"/>
              </a:ext>
            </a:extLst>
          </p:cNvPr>
          <p:cNvSpPr txBox="1"/>
          <p:nvPr/>
        </p:nvSpPr>
        <p:spPr>
          <a:xfrm>
            <a:off x="323528" y="5445224"/>
            <a:ext cx="8568952" cy="492443"/>
          </a:xfrm>
          <a:prstGeom prst="rect">
            <a:avLst/>
          </a:prstGeom>
          <a:noFill/>
        </p:spPr>
        <p:txBody>
          <a:bodyPr wrap="square" rtlCol="1">
            <a:spAutoFit/>
          </a:bodyPr>
          <a:lstStyle/>
          <a:p>
            <a:pPr rtl="1"/>
            <a:r>
              <a:rPr lang="ar" sz="2600" b="1">
                <a:latin typeface="Sakkal Majalla" panose="02000000000000000000" pitchFamily="2" charset="-78"/>
                <a:cs typeface="Sakkal Majalla" panose="02000000000000000000" pitchFamily="2" charset="-78"/>
              </a:rPr>
              <a:t>سؤال: </a:t>
            </a:r>
            <a:r>
              <a:rPr lang="ar" sz="2600">
                <a:latin typeface="Sakkal Majalla" panose="02000000000000000000" pitchFamily="2" charset="-78"/>
                <a:cs typeface="Sakkal Majalla" panose="02000000000000000000" pitchFamily="2" charset="-78"/>
              </a:rPr>
              <a:t>ماذا يمكن أن يحدث إذا لم يتم فحص المشروبات المقدمة للعملاء وفق معايير الجودة؟</a:t>
            </a:r>
          </a:p>
        </p:txBody>
      </p:sp>
      <p:pic>
        <p:nvPicPr>
          <p:cNvPr id="7" name="Picture 6">
            <a:extLst>
              <a:ext uri="{FF2B5EF4-FFF2-40B4-BE49-F238E27FC236}">
                <a16:creationId xmlns:a16="http://schemas.microsoft.com/office/drawing/2014/main" id="{FBF99DF8-4FDF-8E3E-3DB6-9A4B6480D69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864992" y="2472200"/>
            <a:ext cx="3811464" cy="2540976"/>
          </a:xfrm>
          <a:prstGeom prst="rect">
            <a:avLst/>
          </a:prstGeom>
        </p:spPr>
      </p:pic>
    </p:spTree>
    <p:extLst>
      <p:ext uri="{BB962C8B-B14F-4D97-AF65-F5344CB8AC3E}">
        <p14:creationId xmlns:p14="http://schemas.microsoft.com/office/powerpoint/2010/main" val="4021625117"/>
      </p:ext>
    </p:extLst>
  </p:cSld>
  <p:clrMapOvr>
    <a:masterClrMapping/>
  </p:clrMapOvr>
  <p:transition>
    <p:sndAc>
      <p:stSnd>
        <p:snd r:embed="rId2" name="click.wav"/>
      </p:stSnd>
    </p:sndAc>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EB495-C4BA-0382-C6B0-B34740A249A4}"/>
              </a:ext>
            </a:extLst>
          </p:cNvPr>
          <p:cNvSpPr>
            <a:spLocks noGrp="1"/>
          </p:cNvSpPr>
          <p:nvPr>
            <p:ph type="title"/>
          </p:nvPr>
        </p:nvSpPr>
        <p:spPr>
          <a:xfrm>
            <a:off x="457200" y="1195388"/>
            <a:ext cx="8229600" cy="863600"/>
          </a:xfrm>
        </p:spPr>
        <p:txBody>
          <a:bodyPr rtlCol="1"/>
          <a:lstStyle/>
          <a:p>
            <a:pPr rtl="1"/>
            <a:r>
              <a:rPr lang="ar" sz="3800" b="1"/>
              <a:t>العمل باحترافية</a:t>
            </a:r>
          </a:p>
        </p:txBody>
      </p:sp>
      <p:sp>
        <p:nvSpPr>
          <p:cNvPr id="3" name="Content Placeholder 2">
            <a:extLst>
              <a:ext uri="{FF2B5EF4-FFF2-40B4-BE49-F238E27FC236}">
                <a16:creationId xmlns:a16="http://schemas.microsoft.com/office/drawing/2014/main" id="{39AA409B-AFC3-EC97-8222-957A9DB7C64E}"/>
              </a:ext>
            </a:extLst>
          </p:cNvPr>
          <p:cNvSpPr>
            <a:spLocks noGrp="1"/>
          </p:cNvSpPr>
          <p:nvPr>
            <p:ph sz="half" idx="2"/>
          </p:nvPr>
        </p:nvSpPr>
        <p:spPr>
          <a:xfrm>
            <a:off x="695325" y="2132856"/>
            <a:ext cx="7991475" cy="3969791"/>
          </a:xfrm>
        </p:spPr>
        <p:txBody>
          <a:bodyPr rtlCol="1"/>
          <a:lstStyle/>
          <a:p>
            <a:pPr rtl="1">
              <a:lnSpc>
                <a:spcPct val="110000"/>
              </a:lnSpc>
              <a:buSzPct val="85000"/>
            </a:pPr>
            <a:r>
              <a:rPr lang="ar" sz="2600"/>
              <a:t>يجب أن يعمل صانعو المشروبات بشكل منهجي للتأكد من أن المشروبات تلبي معايير المؤسسة. في حالة تحضير مجموعة من المشروبات، يجب تقديمها جميعًا بشكل متزامن لضمان رضا العملاء. </a:t>
            </a:r>
          </a:p>
          <a:p>
            <a:pPr rtl="1">
              <a:lnSpc>
                <a:spcPct val="110000"/>
              </a:lnSpc>
              <a:buSzPct val="85000"/>
            </a:pPr>
            <a:r>
              <a:rPr lang="ar" sz="2600"/>
              <a:t>يجب أن يكون صانعو المشروبات منظمين وأن يتبعوا ممارسات عمل نظيفة. فبمجرد إعداد مشروب، يجب غسل جميع المعدات وتنظيفها.</a:t>
            </a:r>
          </a:p>
          <a:p>
            <a:pPr rtl="1">
              <a:lnSpc>
                <a:spcPct val="110000"/>
              </a:lnSpc>
              <a:buSzPct val="85000"/>
            </a:pPr>
            <a:r>
              <a:rPr lang="ar" sz="2600"/>
              <a:t>يجب أن يتمتع الموظفون بمظهر احترافي ونظافة شخصية وموقف إيجابي تجاه العملاء والموظفين الآخرين.</a:t>
            </a:r>
          </a:p>
          <a:p>
            <a:pPr rtl="1">
              <a:lnSpc>
                <a:spcPct val="110000"/>
              </a:lnSpc>
              <a:buSzPct val="85000"/>
            </a:pPr>
            <a:r>
              <a:rPr lang="ar" sz="2600"/>
              <a:t>يجب أن يمتثل الموظفون للتشريعات ذات الصلة.</a:t>
            </a:r>
          </a:p>
        </p:txBody>
      </p:sp>
    </p:spTree>
    <p:extLst>
      <p:ext uri="{BB962C8B-B14F-4D97-AF65-F5344CB8AC3E}">
        <p14:creationId xmlns:p14="http://schemas.microsoft.com/office/powerpoint/2010/main" val="398406352"/>
      </p:ext>
    </p:extLst>
  </p:cSld>
  <p:clrMapOvr>
    <a:masterClrMapping/>
  </p:clrMapOvr>
  <p:transition>
    <p:sndAc>
      <p:stSnd>
        <p:snd r:embed="rId2" name="click.wav"/>
      </p:stSnd>
    </p:sndAc>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58715-DDF1-6C55-5ECB-2C002842D8BF}"/>
              </a:ext>
            </a:extLst>
          </p:cNvPr>
          <p:cNvSpPr>
            <a:spLocks noGrp="1"/>
          </p:cNvSpPr>
          <p:nvPr>
            <p:ph type="title"/>
          </p:nvPr>
        </p:nvSpPr>
        <p:spPr>
          <a:xfrm>
            <a:off x="457200" y="1283618"/>
            <a:ext cx="8229600" cy="863600"/>
          </a:xfrm>
        </p:spPr>
        <p:txBody>
          <a:bodyPr rtlCol="1"/>
          <a:lstStyle/>
          <a:p>
            <a:pPr rtl="1"/>
            <a:r>
              <a:rPr lang="ar" sz="3800" b="1"/>
              <a:t>مراجعة المشروبات التي تم تحضيرها </a:t>
            </a:r>
            <a:br>
              <a:rPr lang="en-US" sz="3800" b="1"/>
            </a:br>
            <a:r>
              <a:rPr lang="ar" sz="3800" b="1"/>
              <a:t>وتقديمها</a:t>
            </a:r>
          </a:p>
        </p:txBody>
      </p:sp>
      <p:sp>
        <p:nvSpPr>
          <p:cNvPr id="3" name="Content Placeholder 2">
            <a:extLst>
              <a:ext uri="{FF2B5EF4-FFF2-40B4-BE49-F238E27FC236}">
                <a16:creationId xmlns:a16="http://schemas.microsoft.com/office/drawing/2014/main" id="{476C7503-8AEB-86D0-F51A-9C185BF670CB}"/>
              </a:ext>
            </a:extLst>
          </p:cNvPr>
          <p:cNvSpPr>
            <a:spLocks noGrp="1"/>
          </p:cNvSpPr>
          <p:nvPr>
            <p:ph sz="half" idx="2"/>
          </p:nvPr>
        </p:nvSpPr>
        <p:spPr>
          <a:xfrm>
            <a:off x="468312" y="2283743"/>
            <a:ext cx="7991475" cy="3609975"/>
          </a:xfrm>
        </p:spPr>
        <p:txBody>
          <a:bodyPr rtlCol="1"/>
          <a:lstStyle/>
          <a:p>
            <a:pPr marL="0" indent="0" rtl="1">
              <a:buNone/>
            </a:pPr>
            <a:r>
              <a:rPr lang="ar" sz="2600" b="1"/>
              <a:t>مصادر المعلومات</a:t>
            </a:r>
          </a:p>
          <a:p>
            <a:pPr rtl="1">
              <a:buSzPct val="85000"/>
            </a:pPr>
            <a:r>
              <a:rPr lang="ar" sz="2600"/>
              <a:t>عند مراجعة مجموعة المشروبات التي تم تحضيرها، يجب تقديم التعليقات عليها </a:t>
            </a:r>
            <a:br>
              <a:rPr lang="en-US" sz="2600"/>
            </a:br>
            <a:r>
              <a:rPr lang="ar" sz="2600"/>
              <a:t>من قبل العملاء والزملاء.</a:t>
            </a:r>
          </a:p>
          <a:p>
            <a:pPr rtl="1">
              <a:buSzPct val="85000"/>
            </a:pPr>
            <a:r>
              <a:rPr lang="ar" sz="2600"/>
              <a:t>يمكن تقديم التعليقات بطرق مختلفة بما في ذلك نماذج تعليقات العملاء والمراجعات عبر الإنترنت والشخصية.</a:t>
            </a:r>
          </a:p>
          <a:p>
            <a:pPr marL="0" indent="0" rtl="1">
              <a:buNone/>
            </a:pPr>
            <a:endParaRPr lang="en-GB" sz="2000" dirty="0"/>
          </a:p>
          <a:p>
            <a:pPr marL="0" indent="0" rtl="1">
              <a:buNone/>
            </a:pPr>
            <a:r>
              <a:rPr lang="ar" sz="2600" b="1"/>
              <a:t>مناقشة: </a:t>
            </a:r>
            <a:r>
              <a:rPr lang="ar" sz="2600"/>
              <a:t>تحدث حول أوجه الاستفادة من تعليقات العملاء والزملاء.</a:t>
            </a:r>
          </a:p>
        </p:txBody>
      </p:sp>
    </p:spTree>
    <p:extLst>
      <p:ext uri="{BB962C8B-B14F-4D97-AF65-F5344CB8AC3E}">
        <p14:creationId xmlns:p14="http://schemas.microsoft.com/office/powerpoint/2010/main" val="520688485"/>
      </p:ext>
    </p:extLst>
  </p:cSld>
  <p:clrMapOvr>
    <a:masterClrMapping/>
  </p:clrMapOvr>
  <p:transition>
    <p:sndAc>
      <p:stSnd>
        <p:snd r:embed="rId2" name="click.wav"/>
      </p:stSnd>
    </p:sndAc>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32AC3-7AE1-0009-76FD-F14360AB496E}"/>
              </a:ext>
            </a:extLst>
          </p:cNvPr>
          <p:cNvSpPr>
            <a:spLocks noGrp="1"/>
          </p:cNvSpPr>
          <p:nvPr>
            <p:ph type="title"/>
          </p:nvPr>
        </p:nvSpPr>
        <p:spPr>
          <a:xfrm>
            <a:off x="457200" y="1195388"/>
            <a:ext cx="8229600" cy="863600"/>
          </a:xfrm>
        </p:spPr>
        <p:txBody>
          <a:bodyPr rtlCol="1"/>
          <a:lstStyle/>
          <a:p>
            <a:pPr rtl="1"/>
            <a:r>
              <a:rPr lang="ar" sz="3800" b="1"/>
              <a:t>قياس النجاح</a:t>
            </a:r>
          </a:p>
        </p:txBody>
      </p:sp>
      <p:sp>
        <p:nvSpPr>
          <p:cNvPr id="3" name="Content Placeholder 2">
            <a:extLst>
              <a:ext uri="{FF2B5EF4-FFF2-40B4-BE49-F238E27FC236}">
                <a16:creationId xmlns:a16="http://schemas.microsoft.com/office/drawing/2014/main" id="{8CC36D66-8742-35DD-E017-4808E154B2CC}"/>
              </a:ext>
            </a:extLst>
          </p:cNvPr>
          <p:cNvSpPr>
            <a:spLocks noGrp="1"/>
          </p:cNvSpPr>
          <p:nvPr>
            <p:ph sz="half" idx="2"/>
          </p:nvPr>
        </p:nvSpPr>
        <p:spPr>
          <a:xfrm>
            <a:off x="468312" y="2195513"/>
            <a:ext cx="7991475" cy="3609975"/>
          </a:xfrm>
        </p:spPr>
        <p:txBody>
          <a:bodyPr rtlCol="1"/>
          <a:lstStyle/>
          <a:p>
            <a:pPr marL="0" indent="0" rtl="1">
              <a:buNone/>
            </a:pPr>
            <a:r>
              <a:rPr lang="ar" sz="2600"/>
              <a:t>يمكن لصانع المشروبات قياس مدى نجاح تحضير المشروبات بعدة طرق، بما في ذلك:</a:t>
            </a:r>
          </a:p>
          <a:p>
            <a:pPr rtl="1">
              <a:buSzPct val="85000"/>
            </a:pPr>
            <a:r>
              <a:rPr lang="ar" sz="2600"/>
              <a:t>كم من الوقت يستغرق تخمير أو تحضير المشروب.</a:t>
            </a:r>
          </a:p>
          <a:p>
            <a:pPr rtl="1">
              <a:buSzPct val="85000"/>
            </a:pPr>
            <a:r>
              <a:rPr lang="ar" sz="2600"/>
              <a:t>مدى ملائمة أسلوب الخدمة.</a:t>
            </a:r>
          </a:p>
          <a:p>
            <a:pPr rtl="1">
              <a:buSzPct val="85000"/>
            </a:pPr>
            <a:r>
              <a:rPr lang="ar" sz="2600"/>
              <a:t>جودة المشروبات وشكلها.</a:t>
            </a:r>
          </a:p>
          <a:p>
            <a:pPr rtl="1">
              <a:buSzPct val="85000"/>
            </a:pPr>
            <a:r>
              <a:rPr lang="ar" sz="2600" spc="30"/>
              <a:t>أساليب عمل صانع المشروبات ومهارات الخدمة والمهارات المهنية وسلوكيات الموظفين.</a:t>
            </a:r>
          </a:p>
        </p:txBody>
      </p:sp>
    </p:spTree>
    <p:extLst>
      <p:ext uri="{BB962C8B-B14F-4D97-AF65-F5344CB8AC3E}">
        <p14:creationId xmlns:p14="http://schemas.microsoft.com/office/powerpoint/2010/main" val="3922251306"/>
      </p:ext>
    </p:extLst>
  </p:cSld>
  <p:clrMapOvr>
    <a:masterClrMapping/>
  </p:clrMapOvr>
  <p:transition>
    <p:sndAc>
      <p:stSnd>
        <p:snd r:embed="rId2" name="click.wav"/>
      </p:stSnd>
    </p:sndAc>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a:t>هدف التعلم ج</a:t>
            </a:r>
            <a:br>
              <a:rPr lang="en-US" altLang="en-US" sz="2600" dirty="0"/>
            </a:br>
            <a:br>
              <a:rPr lang="en-US" altLang="en-US" sz="2600" dirty="0"/>
            </a:br>
            <a:r>
              <a:rPr lang="ar" sz="2600" b="1"/>
              <a:t>القدرة على تحديد الأخطاء الخاصة بمجموعة من المشروبات</a:t>
            </a:r>
            <a:endParaRPr lang="en-GB" altLang="en-US" sz="2600" b="1" dirty="0"/>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762125" y="4149080"/>
            <a:ext cx="6769100" cy="18716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358775" indent="-358775" rtl="1">
              <a:buSzPct val="85000"/>
            </a:pPr>
            <a:r>
              <a:rPr lang="ar" sz="2600"/>
              <a:t>تحديد الأخطاء في المشروبات</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93963"/>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endParaRPr lang="en-GB" altLang="en-US" sz="3600" dirty="0">
              <a:highlight>
                <a:srgbClr val="FFFF00"/>
              </a:highlight>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272486315"/>
      </p:ext>
    </p:extLst>
  </p:cSld>
  <p:clrMapOvr>
    <a:masterClrMapping/>
  </p:clrMapOvr>
  <p:transition>
    <p:sndAc>
      <p:stSnd>
        <p:snd r:embed="rId3" name="click.wav"/>
      </p:stSnd>
    </p:sndAc>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67644" y="2244477"/>
            <a:ext cx="8208712" cy="367203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lnSpc>
                <a:spcPct val="95000"/>
              </a:lnSpc>
              <a:buNone/>
            </a:pPr>
            <a:r>
              <a:rPr lang="ar" sz="2600"/>
              <a:t>تشمل الأخطاء الشائعة الخاصة بالمشروبات:</a:t>
            </a:r>
          </a:p>
          <a:p>
            <a:pPr marL="685800" rtl="1">
              <a:lnSpc>
                <a:spcPct val="95000"/>
              </a:lnSpc>
              <a:buSzPct val="85000"/>
            </a:pPr>
            <a:r>
              <a:rPr lang="ar" sz="2600"/>
              <a:t>رقة الطبقة العلوية على مشروب الإسبريسو</a:t>
            </a:r>
          </a:p>
          <a:p>
            <a:pPr marL="685800" rtl="1">
              <a:lnSpc>
                <a:spcPct val="95000"/>
              </a:lnSpc>
              <a:buSzPct val="85000"/>
            </a:pPr>
            <a:r>
              <a:rPr lang="ar" sz="2600"/>
              <a:t>ضعف قوام الحليب المضاف إلى الكابتشينو والكافيه لاتيه</a:t>
            </a:r>
          </a:p>
          <a:p>
            <a:pPr marL="685800" rtl="1">
              <a:lnSpc>
                <a:spcPct val="95000"/>
              </a:lnSpc>
              <a:buSzPct val="85000"/>
            </a:pPr>
            <a:r>
              <a:rPr lang="ar" sz="2600"/>
              <a:t>استخدام الأوعية والإضافات غير المناسبة</a:t>
            </a:r>
          </a:p>
          <a:p>
            <a:pPr marL="685800" rtl="1">
              <a:lnSpc>
                <a:spcPct val="95000"/>
              </a:lnSpc>
              <a:buSzPct val="85000"/>
            </a:pPr>
            <a:r>
              <a:rPr lang="ar" sz="2600"/>
              <a:t>ضعف مذاق المشروبات</a:t>
            </a:r>
          </a:p>
          <a:p>
            <a:pPr marL="685800" rtl="1">
              <a:lnSpc>
                <a:spcPct val="95000"/>
              </a:lnSpc>
              <a:buSzPct val="85000"/>
            </a:pPr>
            <a:r>
              <a:rPr lang="ar" sz="2600"/>
              <a:t>الغليان لفترة أطول من اللازم</a:t>
            </a:r>
          </a:p>
          <a:p>
            <a:pPr marL="685800" rtl="1">
              <a:lnSpc>
                <a:spcPct val="95000"/>
              </a:lnSpc>
              <a:buSzPct val="85000"/>
            </a:pPr>
            <a:r>
              <a:rPr lang="ar" sz="2600"/>
              <a:t>الطبقات</a:t>
            </a:r>
          </a:p>
          <a:p>
            <a:pPr marL="685800" rtl="1">
              <a:lnSpc>
                <a:spcPct val="95000"/>
              </a:lnSpc>
              <a:buSzPct val="85000"/>
            </a:pPr>
            <a:r>
              <a:rPr lang="ar" sz="2600"/>
              <a:t>وقت إنتاج غير صحيح</a:t>
            </a:r>
          </a:p>
          <a:p>
            <a:pPr marL="685800" rtl="1">
              <a:lnSpc>
                <a:spcPct val="95000"/>
              </a:lnSpc>
            </a:pPr>
            <a:endParaRPr lang="en-GB" altLang="en-US" sz="2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sz="3800" b="1">
                <a:latin typeface="Sakkal Majalla" panose="02000000000000000000" pitchFamily="2" charset="-78"/>
                <a:cs typeface="Sakkal Majalla" panose="02000000000000000000" pitchFamily="2" charset="-78"/>
              </a:rPr>
              <a:t>تحديد </a:t>
            </a:r>
            <a:r>
              <a:rPr lang="ar" sz="3800" b="1" spc="5">
                <a:latin typeface="Sakkal Majalla" panose="02000000000000000000" pitchFamily="2" charset="-78"/>
                <a:ea typeface="Arial" panose="020B0604020202020204" pitchFamily="34" charset="0"/>
                <a:cs typeface="Sakkal Majalla" panose="02000000000000000000" pitchFamily="2" charset="-78"/>
              </a:rPr>
              <a:t>الأخطاء</a:t>
            </a:r>
            <a:r>
              <a:rPr sz="3800" b="1">
                <a:latin typeface="Sakkal Majalla" panose="02000000000000000000" pitchFamily="2" charset="-78"/>
                <a:cs typeface="Sakkal Majalla" panose="02000000000000000000" pitchFamily="2" charset="-78"/>
              </a:rPr>
              <a:t> في </a:t>
            </a:r>
            <a:r>
              <a:rPr lang="ar" sz="3800" b="1" spc="-10">
                <a:latin typeface="Sakkal Majalla" panose="02000000000000000000" pitchFamily="2" charset="-78"/>
                <a:ea typeface="Arial" panose="020B0604020202020204" pitchFamily="34" charset="0"/>
                <a:cs typeface="Sakkal Majalla" panose="02000000000000000000" pitchFamily="2" charset="-78"/>
              </a:rPr>
              <a:t>ا</a:t>
            </a:r>
            <a:r>
              <a:rPr lang="ar" sz="3800" b="1" spc="5">
                <a:effectLst/>
                <a:latin typeface="Sakkal Majalla" panose="02000000000000000000" pitchFamily="2" charset="-78"/>
                <a:ea typeface="Arial" panose="020B0604020202020204" pitchFamily="34" charset="0"/>
                <a:cs typeface="Sakkal Majalla" panose="02000000000000000000" pitchFamily="2" charset="-78"/>
              </a:rPr>
              <a:t>لمشروبات</a:t>
            </a:r>
            <a:endParaRPr lang="en-GB" altLang="en-US" sz="3800" b="1" dirty="0">
              <a:highlight>
                <a:srgbClr val="FFFF00"/>
              </a:highlight>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36830681"/>
      </p:ext>
    </p:extLst>
  </p:cSld>
  <p:clrMapOvr>
    <a:masterClrMapping/>
  </p:clrMapOvr>
  <p:transition>
    <p:sndAc>
      <p:stSnd>
        <p:snd r:embed="rId3" name="click.wav"/>
      </p:stSnd>
    </p:sndAc>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8F326-9EFE-4C02-4996-30C038CED487}"/>
              </a:ext>
            </a:extLst>
          </p:cNvPr>
          <p:cNvSpPr>
            <a:spLocks noGrp="1"/>
          </p:cNvSpPr>
          <p:nvPr>
            <p:ph type="title"/>
          </p:nvPr>
        </p:nvSpPr>
        <p:spPr>
          <a:xfrm>
            <a:off x="457200" y="1321718"/>
            <a:ext cx="8229600" cy="863600"/>
          </a:xfrm>
        </p:spPr>
        <p:txBody>
          <a:bodyPr rtlCol="1"/>
          <a:lstStyle/>
          <a:p>
            <a:pPr rtl="1"/>
            <a:r>
              <a:rPr lang="ar" sz="3800" b="1"/>
              <a:t>تصحيح مشاكل التقديم </a:t>
            </a:r>
            <a:br>
              <a:rPr lang="en-US" sz="3800" b="1"/>
            </a:br>
            <a:r>
              <a:rPr lang="ar" sz="3800" b="1"/>
              <a:t>الشائعة للمشروبات</a:t>
            </a:r>
          </a:p>
        </p:txBody>
      </p:sp>
      <p:sp>
        <p:nvSpPr>
          <p:cNvPr id="3" name="Content Placeholder 2">
            <a:extLst>
              <a:ext uri="{FF2B5EF4-FFF2-40B4-BE49-F238E27FC236}">
                <a16:creationId xmlns:a16="http://schemas.microsoft.com/office/drawing/2014/main" id="{89A550BD-B6B1-8AC3-C802-69E492017D15}"/>
              </a:ext>
            </a:extLst>
          </p:cNvPr>
          <p:cNvSpPr>
            <a:spLocks noGrp="1"/>
          </p:cNvSpPr>
          <p:nvPr>
            <p:ph sz="half" idx="2"/>
          </p:nvPr>
        </p:nvSpPr>
        <p:spPr>
          <a:xfrm>
            <a:off x="468312" y="2708920"/>
            <a:ext cx="7991475" cy="3096568"/>
          </a:xfrm>
        </p:spPr>
        <p:txBody>
          <a:bodyPr rtlCol="1"/>
          <a:lstStyle/>
          <a:p>
            <a:pPr rtl="1">
              <a:lnSpc>
                <a:spcPct val="110000"/>
              </a:lnSpc>
              <a:buSzPct val="85000"/>
            </a:pPr>
            <a:r>
              <a:rPr lang="ar" sz="2600"/>
              <a:t>قم بإنهاء عملية التخمير إذا تشكلت حلقة بيضاء فوق الكريما</a:t>
            </a:r>
          </a:p>
          <a:p>
            <a:pPr rtl="1">
              <a:lnSpc>
                <a:spcPct val="110000"/>
              </a:lnSpc>
              <a:buSzPct val="85000"/>
            </a:pPr>
            <a:r>
              <a:rPr lang="ar" sz="2600"/>
              <a:t>تغيير الطرف أو وضع جهاز البخار بشكل صحيح</a:t>
            </a:r>
          </a:p>
          <a:p>
            <a:pPr rtl="1">
              <a:lnSpc>
                <a:spcPct val="110000"/>
              </a:lnSpc>
              <a:buSzPct val="85000"/>
            </a:pPr>
            <a:r>
              <a:rPr lang="ar" sz="2600"/>
              <a:t>استخدم الأوعية والإضافات المناسبة لكل نوع من المشروبات</a:t>
            </a:r>
          </a:p>
          <a:p>
            <a:pPr rtl="1">
              <a:lnSpc>
                <a:spcPct val="110000"/>
              </a:lnSpc>
              <a:buSzPct val="85000"/>
            </a:pPr>
            <a:r>
              <a:rPr lang="ar" sz="2600"/>
              <a:t>استخدم النسبة الصحيحة من القهوة مقابل الماء</a:t>
            </a:r>
            <a:endParaRPr lang="en-GB" sz="2600" dirty="0"/>
          </a:p>
          <a:p>
            <a:pPr rtl="1">
              <a:lnSpc>
                <a:spcPct val="110000"/>
              </a:lnSpc>
              <a:buSzPct val="85000"/>
            </a:pPr>
            <a:r>
              <a:rPr lang="ar" sz="2600"/>
              <a:t>ضمان درجات حرارة الماء الصحيحة.</a:t>
            </a:r>
          </a:p>
          <a:p>
            <a:pPr rtl="1">
              <a:lnSpc>
                <a:spcPct val="110000"/>
              </a:lnSpc>
              <a:buSzPct val="85000"/>
            </a:pPr>
            <a:endParaRPr lang="en-GB" sz="2600" dirty="0"/>
          </a:p>
        </p:txBody>
      </p:sp>
    </p:spTree>
    <p:extLst>
      <p:ext uri="{BB962C8B-B14F-4D97-AF65-F5344CB8AC3E}">
        <p14:creationId xmlns:p14="http://schemas.microsoft.com/office/powerpoint/2010/main" val="2823151953"/>
      </p:ext>
    </p:extLst>
  </p:cSld>
  <p:clrMapOvr>
    <a:masterClrMapping/>
  </p:clrMapOvr>
  <p:transition>
    <p:sndAc>
      <p:stSnd>
        <p:snd r:embed="rId2" name="click.wav"/>
      </p:stSnd>
    </p:sndAc>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39493-CED3-9BC8-A1C6-E6E67C843139}"/>
              </a:ext>
            </a:extLst>
          </p:cNvPr>
          <p:cNvSpPr>
            <a:spLocks noGrp="1"/>
          </p:cNvSpPr>
          <p:nvPr>
            <p:ph type="title"/>
          </p:nvPr>
        </p:nvSpPr>
        <p:spPr>
          <a:xfrm>
            <a:off x="457200" y="1195388"/>
            <a:ext cx="8229600" cy="863600"/>
          </a:xfrm>
        </p:spPr>
        <p:txBody>
          <a:bodyPr rtlCol="1"/>
          <a:lstStyle/>
          <a:p>
            <a:pPr rtl="1"/>
            <a:r>
              <a:rPr lang="ar" sz="3800" b="1"/>
              <a:t>شكر وتقدير</a:t>
            </a:r>
          </a:p>
        </p:txBody>
      </p:sp>
      <p:sp>
        <p:nvSpPr>
          <p:cNvPr id="3" name="Content Placeholder 2">
            <a:extLst>
              <a:ext uri="{FF2B5EF4-FFF2-40B4-BE49-F238E27FC236}">
                <a16:creationId xmlns:a16="http://schemas.microsoft.com/office/drawing/2014/main" id="{E94ABECA-FAEA-223B-B73B-8281F0403625}"/>
              </a:ext>
            </a:extLst>
          </p:cNvPr>
          <p:cNvSpPr>
            <a:spLocks noGrp="1"/>
          </p:cNvSpPr>
          <p:nvPr>
            <p:ph sz="half" idx="2"/>
          </p:nvPr>
        </p:nvSpPr>
        <p:spPr>
          <a:xfrm>
            <a:off x="468312" y="2195513"/>
            <a:ext cx="7991475" cy="3609975"/>
          </a:xfrm>
        </p:spPr>
        <p:txBody>
          <a:bodyPr rtlCol="1"/>
          <a:lstStyle/>
          <a:p>
            <a:pPr marL="0" indent="0" rtl="1">
              <a:buNone/>
            </a:pPr>
            <a:r>
              <a:rPr lang="ar" b="1"/>
              <a:t>الصور</a:t>
            </a:r>
          </a:p>
          <a:p>
            <a:pPr rtl="1">
              <a:lnSpc>
                <a:spcPct val="110000"/>
              </a:lnSpc>
              <a:buSzPct val="85000"/>
            </a:pPr>
            <a:r>
              <a:rPr lang="ar" b="1"/>
              <a:t>123RF: </a:t>
            </a:r>
            <a:r>
              <a:rPr lang="ar"/>
              <a:t>ألكساندر مازوركيفيتش (الشريحة 9، أوراق الشاي)</a:t>
            </a:r>
          </a:p>
          <a:p>
            <a:pPr rtl="1">
              <a:lnSpc>
                <a:spcPct val="110000"/>
              </a:lnSpc>
              <a:buSzPct val="85000"/>
            </a:pPr>
            <a:r>
              <a:rPr lang="ar" b="1" spc="30"/>
              <a:t>شوترستوك: </a:t>
            </a:r>
            <a:r>
              <a:rPr lang="ar" spc="30"/>
              <a:t>شوترستوك (الشريحة 5)، ستوديو_ جي (الشريحة 6)، جيكابتور </a:t>
            </a:r>
            <a:br>
              <a:rPr lang="en-US"/>
            </a:br>
            <a:r>
              <a:rPr lang="ar" spc="-20"/>
              <a:t>(الشريحة 9، حبوب القهوة)، فوتكا (الشريحة 9، السموزي)، أمينيك181 (الشريحة 13)، </a:t>
            </a:r>
            <a:r>
              <a:rPr lang="ar"/>
              <a:t>زيلبركورن (الشريحة 28)، إفريقيا ستوديو (الشريحة 29)</a:t>
            </a:r>
            <a:endParaRPr lang="en-GB" dirty="0"/>
          </a:p>
          <a:p>
            <a:pPr rtl="1"/>
            <a:endParaRPr lang="en-GB" dirty="0"/>
          </a:p>
          <a:p>
            <a:pPr rtl="1"/>
            <a:endParaRPr lang="en-GB" dirty="0"/>
          </a:p>
          <a:p>
            <a:pPr rtl="1"/>
            <a:endParaRPr lang="en-GB" dirty="0"/>
          </a:p>
        </p:txBody>
      </p:sp>
    </p:spTree>
    <p:extLst>
      <p:ext uri="{BB962C8B-B14F-4D97-AF65-F5344CB8AC3E}">
        <p14:creationId xmlns:p14="http://schemas.microsoft.com/office/powerpoint/2010/main" val="1675724746"/>
      </p:ext>
    </p:extLst>
  </p:cSld>
  <p:clrMapOvr>
    <a:masterClrMapping/>
  </p:clrMapOvr>
  <p:transition>
    <p:sndAc>
      <p:stSnd>
        <p:snd r:embed="rId2" name="click.wav"/>
      </p:stSnd>
    </p:sndAc>
  </p:transition>
</p:sld>
</file>

<file path=ppt/theme/theme1.xml><?xml version="1.0" encoding="utf-8"?>
<a:theme xmlns:a="http://schemas.openxmlformats.org/drawingml/2006/main" name="1_Information Technolog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Constructio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Business">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4_Engineering">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5_Art and Desig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6_Hospitalit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7_Agriculture">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8_Travel and Tourism">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9_Creative Media">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10_Beauty Therap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7012c9df-7563-46f6-96ee-cebd66fd5577" xsi:nil="true"/>
    <lcf76f155ced4ddcb4097134ff3c332f xmlns="f63d1639-2e8e-4dfe-b2d4-ff2deac92409">
      <Terms xmlns="http://schemas.microsoft.com/office/infopath/2007/PartnerControls"/>
    </lcf76f155ced4ddcb4097134ff3c332f>
    <SharedWithUsers xmlns="7012c9df-7563-46f6-96ee-cebd66fd5577">
      <UserInfo>
        <DisplayName/>
        <AccountId xsi:nil="true"/>
        <AccountType/>
      </UserInfo>
    </SharedWithUsers>
    <MediaLengthInSeconds xmlns="f63d1639-2e8e-4dfe-b2d4-ff2deac92409" xsi:nil="true"/>
    <_Flow_SignoffStatus xmlns="f63d1639-2e8e-4dfe-b2d4-ff2deac92409"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1F2AC0EC27FF3458662E003F8FEC281" ma:contentTypeVersion="19" ma:contentTypeDescription="Create a new document." ma:contentTypeScope="" ma:versionID="c3fee6712a48a11fd6be67b8f79c7245">
  <xsd:schema xmlns:xsd="http://www.w3.org/2001/XMLSchema" xmlns:xs="http://www.w3.org/2001/XMLSchema" xmlns:p="http://schemas.microsoft.com/office/2006/metadata/properties" xmlns:ns2="f63d1639-2e8e-4dfe-b2d4-ff2deac92409" xmlns:ns3="7012c9df-7563-46f6-96ee-cebd66fd5577" targetNamespace="http://schemas.microsoft.com/office/2006/metadata/properties" ma:root="true" ma:fieldsID="a4549148fe956aca9da82eed9feb7880" ns2:_="" ns3:_="">
    <xsd:import namespace="f63d1639-2e8e-4dfe-b2d4-ff2deac92409"/>
    <xsd:import namespace="7012c9df-7563-46f6-96ee-cebd66fd5577"/>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bjectDetectorVersions" minOccurs="0"/>
                <xsd:element ref="ns2:_Flow_SignoffStatu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3d1639-2e8e-4dfe-b2d4-ff2deac9240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ternalName="MediaServiceLocation" ma:readOnly="true">
      <xsd:simpleType>
        <xsd:restriction base="dms:Text"/>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_Flow_SignoffStatus" ma:index="25" nillable="true" ma:displayName="Sign-off status" ma:internalName="Sign_x002d_off_x0020_status">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012c9df-7563-46f6-96ee-cebd66fd5577"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68bf6128-19fb-458b-8dd6-b174ec593e06}" ma:internalName="TaxCatchAll" ma:showField="CatchAllData" ma:web="7012c9df-7563-46f6-96ee-cebd66fd557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7E9D454-7315-400C-82C3-C591BC45CB39}">
  <ds:schemaRefs>
    <ds:schemaRef ds:uri="http://www.w3.org/XML/1998/namespace"/>
    <ds:schemaRef ds:uri="http://purl.org/dc/terms/"/>
    <ds:schemaRef ds:uri="http://schemas.openxmlformats.org/package/2006/metadata/core-properties"/>
    <ds:schemaRef ds:uri="http://purl.org/dc/elements/1.1/"/>
    <ds:schemaRef ds:uri="http://schemas.microsoft.com/office/2006/metadata/properties"/>
    <ds:schemaRef ds:uri="http://schemas.microsoft.com/office/2006/documentManagement/types"/>
    <ds:schemaRef ds:uri="http://schemas.microsoft.com/office/infopath/2007/PartnerControls"/>
    <ds:schemaRef ds:uri="7c1bd8dc-4e40-424f-a15f-9ffcd522197f"/>
    <ds:schemaRef ds:uri="6125ffc9-2c56-435e-8267-1393444907b2"/>
    <ds:schemaRef ds:uri="http://purl.org/dc/dcmitype/"/>
  </ds:schemaRefs>
</ds:datastoreItem>
</file>

<file path=customXml/itemProps2.xml><?xml version="1.0" encoding="utf-8"?>
<ds:datastoreItem xmlns:ds="http://schemas.openxmlformats.org/officeDocument/2006/customXml" ds:itemID="{C962E40D-FC3D-4BC9-A477-A2B5DE42E83A}"/>
</file>

<file path=customXml/itemProps3.xml><?xml version="1.0" encoding="utf-8"?>
<ds:datastoreItem xmlns:ds="http://schemas.openxmlformats.org/officeDocument/2006/customXml" ds:itemID="{0AA2910D-4917-49C0-8FBC-BFF7ABD28CF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9744</TotalTime>
  <Words>1906</Words>
  <Application>Microsoft Office PowerPoint</Application>
  <PresentationFormat>On-screen Show (4:3)</PresentationFormat>
  <Paragraphs>236</Paragraphs>
  <Slides>36</Slides>
  <Notes>14</Notes>
  <HiddenSlides>0</HiddenSlides>
  <MMClips>0</MMClips>
  <ScaleCrop>false</ScaleCrop>
  <HeadingPairs>
    <vt:vector size="6" baseType="variant">
      <vt:variant>
        <vt:lpstr>Fonts Used</vt:lpstr>
      </vt:variant>
      <vt:variant>
        <vt:i4>5</vt:i4>
      </vt:variant>
      <vt:variant>
        <vt:lpstr>Theme</vt:lpstr>
      </vt:variant>
      <vt:variant>
        <vt:i4>10</vt:i4>
      </vt:variant>
      <vt:variant>
        <vt:lpstr>Slide Titles</vt:lpstr>
      </vt:variant>
      <vt:variant>
        <vt:i4>36</vt:i4>
      </vt:variant>
    </vt:vector>
  </HeadingPairs>
  <TitlesOfParts>
    <vt:vector size="51" baseType="lpstr">
      <vt:lpstr>Arial</vt:lpstr>
      <vt:lpstr>Courier New</vt:lpstr>
      <vt:lpstr>Sakkal Majalla</vt:lpstr>
      <vt:lpstr>Verdana</vt:lpstr>
      <vt:lpstr>Wingdings</vt:lpstr>
      <vt:lpstr>1_Information Technology</vt:lpstr>
      <vt:lpstr>2_Construction</vt:lpstr>
      <vt:lpstr>3_Business</vt:lpstr>
      <vt:lpstr>4_Engineering</vt:lpstr>
      <vt:lpstr>5_Art and Design</vt:lpstr>
      <vt:lpstr>6_Hospitality</vt:lpstr>
      <vt:lpstr>7_Agriculture</vt:lpstr>
      <vt:lpstr>8_Travel and Tourism</vt:lpstr>
      <vt:lpstr>9_Creative Media</vt:lpstr>
      <vt:lpstr>10_Beauty Therapy</vt:lpstr>
      <vt:lpstr>الوحدة 17   </vt:lpstr>
      <vt:lpstr>مهارات صانع المشروبات</vt:lpstr>
      <vt:lpstr>أهداف التعلم</vt:lpstr>
      <vt:lpstr>هدف التعلّم أ:  معرفة المنتجات والمكونات والمعدات اللازمة  لخدمة صنع المشروبات </vt:lpstr>
      <vt:lpstr>معرفة المنتجات والمكونات والمعدات اللازمة  لخدمة صانع المشروبات</vt:lpstr>
      <vt:lpstr>PowerPoint Presentation</vt:lpstr>
      <vt:lpstr>PowerPoint Presentation</vt:lpstr>
      <vt:lpstr>أدوات صانع المشروبات </vt:lpstr>
      <vt:lpstr>منتجات ومكونات المشروبات (1)</vt:lpstr>
      <vt:lpstr>منتجات ومكونات المشروبات (2)</vt:lpstr>
      <vt:lpstr>منتجات ومكونات المشروبات (3)</vt:lpstr>
      <vt:lpstr>عمليات تحضير منتجات المشروبات (1)</vt:lpstr>
      <vt:lpstr>عمليات تحضير منتجات المشروبات (2)</vt:lpstr>
      <vt:lpstr>عمليات تحضير منتجات المشروبات (3)</vt:lpstr>
      <vt:lpstr>عمليات تحضير منتجات المشروبات (4)</vt:lpstr>
      <vt:lpstr>هدف التعلّم ب  القدرة على تنظيف وفحص معدات صنع المشروبات</vt:lpstr>
      <vt:lpstr>PowerPoint Presentation</vt:lpstr>
      <vt:lpstr>PowerPoint Presentation</vt:lpstr>
      <vt:lpstr>PowerPoint Presentation</vt:lpstr>
      <vt:lpstr>PowerPoint Presentation</vt:lpstr>
      <vt:lpstr>تنظيف وفحص المعدات </vt:lpstr>
      <vt:lpstr>الأخطاء الشائعة التي قد تحدث  لأي من المعدات (1)</vt:lpstr>
      <vt:lpstr>الأخطاء الشائعة التي قد تحدث  لأي من المعدات (2)</vt:lpstr>
      <vt:lpstr>هدف التعلم ج  القدرة على إنتاج مجموعة من المشروبات</vt:lpstr>
      <vt:lpstr>  تحضير وتقديم مجموعة  من المشروبات </vt:lpstr>
      <vt:lpstr>  تشغيل قطع المعدات لإنتاج  المشروبات المطلوبة </vt:lpstr>
      <vt:lpstr>أوعية الشرب والمعدات  اللازمة للمشروبات</vt:lpstr>
      <vt:lpstr>خصائص الجودة للمشروبات</vt:lpstr>
      <vt:lpstr>التحقق من استيفاء المشروبات  لمعايير الجودة</vt:lpstr>
      <vt:lpstr>العمل باحترافية</vt:lpstr>
      <vt:lpstr>مراجعة المشروبات التي تم تحضيرها  وتقديمها</vt:lpstr>
      <vt:lpstr>قياس النجاح</vt:lpstr>
      <vt:lpstr>هدف التعلم ج  القدرة على تحديد الأخطاء الخاصة بمجموعة من المشروبات</vt:lpstr>
      <vt:lpstr>PowerPoint Presentation</vt:lpstr>
      <vt:lpstr>تصحيح مشاكل التقديم  الشائعة للمشروبات</vt:lpstr>
      <vt:lpstr>شكر وتقدير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3  Construction Science</dc:title>
  <dc:creator>Microsoft Office User</dc:creator>
  <cp:lastModifiedBy>Paul Winser</cp:lastModifiedBy>
  <cp:revision>192</cp:revision>
  <dcterms:created xsi:type="dcterms:W3CDTF">2020-07-15T07:14:47Z</dcterms:created>
  <dcterms:modified xsi:type="dcterms:W3CDTF">2024-01-16T15:20:12Z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nguage">
    <vt:lpwstr>English</vt:lpwstr>
  </property>
  <property fmtid="{D5CDD505-2E9C-101B-9397-08002B2CF9AE}" pid="3" name="ContentTypeId">
    <vt:lpwstr>0x01010011F2AC0EC27FF3458662E003F8FEC281</vt:lpwstr>
  </property>
  <property fmtid="{D5CDD505-2E9C-101B-9397-08002B2CF9AE}" pid="4" name="Order">
    <vt:r8>13900600</vt:r8>
  </property>
  <property fmtid="{D5CDD505-2E9C-101B-9397-08002B2CF9AE}" pid="5" name="xd_Signature">
    <vt:bool>false</vt:bool>
  </property>
  <property fmtid="{D5CDD505-2E9C-101B-9397-08002B2CF9AE}" pid="6" name="xd_ProgID">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y fmtid="{D5CDD505-2E9C-101B-9397-08002B2CF9AE}" pid="11" name="MediaServiceImageTags">
    <vt:lpwstr/>
  </property>
</Properties>
</file>