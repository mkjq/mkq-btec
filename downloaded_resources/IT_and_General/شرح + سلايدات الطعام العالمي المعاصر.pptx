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8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9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50"/>
  </p:notesMasterIdLst>
  <p:sldIdLst>
    <p:sldId id="256" r:id="rId14"/>
    <p:sldId id="257" r:id="rId15"/>
    <p:sldId id="258" r:id="rId16"/>
    <p:sldId id="272" r:id="rId17"/>
    <p:sldId id="305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8" r:id="rId26"/>
    <p:sldId id="319" r:id="rId27"/>
    <p:sldId id="306" r:id="rId28"/>
    <p:sldId id="307" r:id="rId29"/>
    <p:sldId id="321" r:id="rId30"/>
    <p:sldId id="320" r:id="rId31"/>
    <p:sldId id="323" r:id="rId32"/>
    <p:sldId id="322" r:id="rId33"/>
    <p:sldId id="324" r:id="rId34"/>
    <p:sldId id="329" r:id="rId35"/>
    <p:sldId id="328" r:id="rId36"/>
    <p:sldId id="332" r:id="rId37"/>
    <p:sldId id="325" r:id="rId38"/>
    <p:sldId id="326" r:id="rId39"/>
    <p:sldId id="333" r:id="rId40"/>
    <p:sldId id="334" r:id="rId41"/>
    <p:sldId id="335" r:id="rId42"/>
    <p:sldId id="308" r:id="rId43"/>
    <p:sldId id="309" r:id="rId44"/>
    <p:sldId id="336" r:id="rId45"/>
    <p:sldId id="337" r:id="rId46"/>
    <p:sldId id="338" r:id="rId47"/>
    <p:sldId id="339" r:id="rId48"/>
    <p:sldId id="340" r:id="rId49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CFEB90-9D66-8A0A-B491-5A1B86E8BE4E}" name="Sam Prince" initials="SP" userId="S::sam.prince1@pearson.com::b8c1c271-dd5b-4079-a09a-81f4ce8be8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DDDFD7-7C91-4B37-9A81-5C70657E7456}" v="37" dt="2023-11-21T11:57:07.288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5" autoAdjust="0"/>
    <p:restoredTop sz="96242" autoAdjust="0"/>
  </p:normalViewPr>
  <p:slideViewPr>
    <p:cSldViewPr>
      <p:cViewPr varScale="1">
        <p:scale>
          <a:sx n="162" d="100"/>
          <a:sy n="162" d="100"/>
        </p:scale>
        <p:origin x="2520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viewProps" Target="viewProps.xml"/><Relationship Id="rId58" Type="http://schemas.microsoft.com/office/2018/10/relationships/authors" Target="author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Prince" userId="b8c1c271-dd5b-4079-a09a-81f4ce8be867" providerId="ADAL" clId="{11E88C0B-42FD-438E-8754-F5E77127D832}"/>
    <pc:docChg chg="undo custSel addSld modSld">
      <pc:chgData name="Sam Prince" userId="b8c1c271-dd5b-4079-a09a-81f4ce8be867" providerId="ADAL" clId="{11E88C0B-42FD-438E-8754-F5E77127D832}" dt="2023-10-12T15:43:27.490" v="264" actId="20577"/>
      <pc:docMkLst>
        <pc:docMk/>
      </pc:docMkLst>
      <pc:sldChg chg="modSp">
        <pc:chgData name="Sam Prince" userId="b8c1c271-dd5b-4079-a09a-81f4ce8be867" providerId="ADAL" clId="{11E88C0B-42FD-438E-8754-F5E77127D832}" dt="2023-10-04T11:16:29.876" v="13" actId="1076"/>
        <pc:sldMkLst>
          <pc:docMk/>
          <pc:sldMk cId="0" sldId="256"/>
        </pc:sldMkLst>
        <pc:spChg chg="mod">
          <ac:chgData name="Sam Prince" userId="b8c1c271-dd5b-4079-a09a-81f4ce8be867" providerId="ADAL" clId="{11E88C0B-42FD-438E-8754-F5E77127D832}" dt="2023-10-04T11:16:29.876" v="13" actId="1076"/>
          <ac:spMkLst>
            <pc:docMk/>
            <pc:sldMk cId="0" sldId="256"/>
            <ac:spMk id="4" creationId="{03618BED-11B5-90CC-5910-B65474D700AA}"/>
          </ac:spMkLst>
        </pc:spChg>
      </pc:sldChg>
      <pc:sldChg chg="modSp mod">
        <pc:chgData name="Sam Prince" userId="b8c1c271-dd5b-4079-a09a-81f4ce8be867" providerId="ADAL" clId="{11E88C0B-42FD-438E-8754-F5E77127D832}" dt="2023-10-12T15:36:57.961" v="82" actId="20577"/>
        <pc:sldMkLst>
          <pc:docMk/>
          <pc:sldMk cId="0" sldId="258"/>
        </pc:sldMkLst>
        <pc:spChg chg="mod">
          <ac:chgData name="Sam Prince" userId="b8c1c271-dd5b-4079-a09a-81f4ce8be867" providerId="ADAL" clId="{11E88C0B-42FD-438E-8754-F5E77127D832}" dt="2023-10-12T15:36:57.961" v="82" actId="20577"/>
          <ac:spMkLst>
            <pc:docMk/>
            <pc:sldMk cId="0" sldId="258"/>
            <ac:spMk id="32770" creationId="{CD9316BF-B3CE-8341-5A0A-249747D6C6E1}"/>
          </ac:spMkLst>
        </pc:spChg>
      </pc:sldChg>
      <pc:sldChg chg="modSp mod">
        <pc:chgData name="Sam Prince" userId="b8c1c271-dd5b-4079-a09a-81f4ce8be867" providerId="ADAL" clId="{11E88C0B-42FD-438E-8754-F5E77127D832}" dt="2023-10-12T15:37:21.684" v="89" actId="20577"/>
        <pc:sldMkLst>
          <pc:docMk/>
          <pc:sldMk cId="884549766" sldId="305"/>
        </pc:sldMkLst>
        <pc:spChg chg="mod">
          <ac:chgData name="Sam Prince" userId="b8c1c271-dd5b-4079-a09a-81f4ce8be867" providerId="ADAL" clId="{11E88C0B-42FD-438E-8754-F5E77127D832}" dt="2023-10-12T15:37:21.684" v="89" actId="20577"/>
          <ac:spMkLst>
            <pc:docMk/>
            <pc:sldMk cId="884549766" sldId="305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11E88C0B-42FD-438E-8754-F5E77127D832}" dt="2023-10-12T15:40:30.060" v="170" actId="6549"/>
        <pc:sldMkLst>
          <pc:docMk/>
          <pc:sldMk cId="588007661" sldId="306"/>
        </pc:sldMkLst>
        <pc:spChg chg="mod">
          <ac:chgData name="Sam Prince" userId="b8c1c271-dd5b-4079-a09a-81f4ce8be867" providerId="ADAL" clId="{11E88C0B-42FD-438E-8754-F5E77127D832}" dt="2023-10-04T11:15:06.256" v="8" actId="1076"/>
          <ac:spMkLst>
            <pc:docMk/>
            <pc:sldMk cId="588007661" sldId="306"/>
            <ac:spMk id="34819" creationId="{453C7683-8588-7ABC-32E0-8A4E68218620}"/>
          </ac:spMkLst>
        </pc:spChg>
        <pc:spChg chg="mod">
          <ac:chgData name="Sam Prince" userId="b8c1c271-dd5b-4079-a09a-81f4ce8be867" providerId="ADAL" clId="{11E88C0B-42FD-438E-8754-F5E77127D832}" dt="2023-10-12T15:40:30.060" v="170" actId="6549"/>
          <ac:spMkLst>
            <pc:docMk/>
            <pc:sldMk cId="588007661" sldId="306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11E88C0B-42FD-438E-8754-F5E77127D832}" dt="2023-10-12T15:40:38.378" v="174" actId="20577"/>
        <pc:sldMkLst>
          <pc:docMk/>
          <pc:sldMk cId="3621417310" sldId="307"/>
        </pc:sldMkLst>
        <pc:spChg chg="mod">
          <ac:chgData name="Sam Prince" userId="b8c1c271-dd5b-4079-a09a-81f4ce8be867" providerId="ADAL" clId="{11E88C0B-42FD-438E-8754-F5E77127D832}" dt="2023-10-12T15:40:38.378" v="174" actId="20577"/>
          <ac:spMkLst>
            <pc:docMk/>
            <pc:sldMk cId="3621417310" sldId="307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11E88C0B-42FD-438E-8754-F5E77127D832}" dt="2023-10-12T15:42:49.914" v="243" actId="20577"/>
        <pc:sldMkLst>
          <pc:docMk/>
          <pc:sldMk cId="47175209" sldId="309"/>
        </pc:sldMkLst>
        <pc:spChg chg="mod">
          <ac:chgData name="Sam Prince" userId="b8c1c271-dd5b-4079-a09a-81f4ce8be867" providerId="ADAL" clId="{11E88C0B-42FD-438E-8754-F5E77127D832}" dt="2023-10-12T15:42:49.914" v="243" actId="20577"/>
          <ac:spMkLst>
            <pc:docMk/>
            <pc:sldMk cId="47175209" sldId="309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11E88C0B-42FD-438E-8754-F5E77127D832}" dt="2023-10-12T15:37:35.476" v="93" actId="20577"/>
        <pc:sldMkLst>
          <pc:docMk/>
          <pc:sldMk cId="2273449067" sldId="310"/>
        </pc:sldMkLst>
        <pc:spChg chg="mod">
          <ac:chgData name="Sam Prince" userId="b8c1c271-dd5b-4079-a09a-81f4ce8be867" providerId="ADAL" clId="{11E88C0B-42FD-438E-8754-F5E77127D832}" dt="2023-10-12T15:37:35.476" v="93" actId="20577"/>
          <ac:spMkLst>
            <pc:docMk/>
            <pc:sldMk cId="2273449067" sldId="310"/>
            <ac:spMk id="34820" creationId="{8DCD7CE1-603D-4D59-3DBB-C13C0B6505F0}"/>
          </ac:spMkLst>
        </pc:spChg>
        <pc:picChg chg="add mod">
          <ac:chgData name="Sam Prince" userId="b8c1c271-dd5b-4079-a09a-81f4ce8be867" providerId="ADAL" clId="{11E88C0B-42FD-438E-8754-F5E77127D832}" dt="2023-10-12T12:08:29.505" v="63" actId="14100"/>
          <ac:picMkLst>
            <pc:docMk/>
            <pc:sldMk cId="2273449067" sldId="310"/>
            <ac:picMk id="3" creationId="{2330055B-59CC-DFA7-62A6-C6A68E35D778}"/>
          </ac:picMkLst>
        </pc:picChg>
        <pc:picChg chg="del">
          <ac:chgData name="Sam Prince" userId="b8c1c271-dd5b-4079-a09a-81f4ce8be867" providerId="ADAL" clId="{11E88C0B-42FD-438E-8754-F5E77127D832}" dt="2023-10-12T12:07:57.760" v="58" actId="478"/>
          <ac:picMkLst>
            <pc:docMk/>
            <pc:sldMk cId="2273449067" sldId="310"/>
            <ac:picMk id="2050" creationId="{B66C9053-CC75-532E-F35F-435B2B356A8C}"/>
          </ac:picMkLst>
        </pc:picChg>
      </pc:sldChg>
      <pc:sldChg chg="modSp mod delCm">
        <pc:chgData name="Sam Prince" userId="b8c1c271-dd5b-4079-a09a-81f4ce8be867" providerId="ADAL" clId="{11E88C0B-42FD-438E-8754-F5E77127D832}" dt="2023-10-12T15:37:48.559" v="101" actId="20577"/>
        <pc:sldMkLst>
          <pc:docMk/>
          <pc:sldMk cId="1354922318" sldId="311"/>
        </pc:sldMkLst>
        <pc:spChg chg="mod">
          <ac:chgData name="Sam Prince" userId="b8c1c271-dd5b-4079-a09a-81f4ce8be867" providerId="ADAL" clId="{11E88C0B-42FD-438E-8754-F5E77127D832}" dt="2023-10-04T11:14:03.799" v="1" actId="108"/>
          <ac:spMkLst>
            <pc:docMk/>
            <pc:sldMk cId="1354922318" sldId="311"/>
            <ac:spMk id="34819" creationId="{453C7683-8588-7ABC-32E0-8A4E68218620}"/>
          </ac:spMkLst>
        </pc:spChg>
        <pc:spChg chg="mod">
          <ac:chgData name="Sam Prince" userId="b8c1c271-dd5b-4079-a09a-81f4ce8be867" providerId="ADAL" clId="{11E88C0B-42FD-438E-8754-F5E77127D832}" dt="2023-10-12T15:37:48.559" v="101" actId="20577"/>
          <ac:spMkLst>
            <pc:docMk/>
            <pc:sldMk cId="1354922318" sldId="311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11E88C0B-42FD-438E-8754-F5E77127D832}" dt="2023-10-12T15:38:05.111" v="111" actId="20577"/>
        <pc:sldMkLst>
          <pc:docMk/>
          <pc:sldMk cId="601448890" sldId="312"/>
        </pc:sldMkLst>
        <pc:spChg chg="mod">
          <ac:chgData name="Sam Prince" userId="b8c1c271-dd5b-4079-a09a-81f4ce8be867" providerId="ADAL" clId="{11E88C0B-42FD-438E-8754-F5E77127D832}" dt="2023-10-12T15:38:05.111" v="111" actId="20577"/>
          <ac:spMkLst>
            <pc:docMk/>
            <pc:sldMk cId="601448890" sldId="312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11E88C0B-42FD-438E-8754-F5E77127D832}" dt="2023-10-12T15:38:13.269" v="114" actId="20577"/>
        <pc:sldMkLst>
          <pc:docMk/>
          <pc:sldMk cId="1868889340" sldId="313"/>
        </pc:sldMkLst>
        <pc:spChg chg="mod">
          <ac:chgData name="Sam Prince" userId="b8c1c271-dd5b-4079-a09a-81f4ce8be867" providerId="ADAL" clId="{11E88C0B-42FD-438E-8754-F5E77127D832}" dt="2023-10-12T15:38:13.269" v="114" actId="20577"/>
          <ac:spMkLst>
            <pc:docMk/>
            <pc:sldMk cId="1868889340" sldId="313"/>
            <ac:spMk id="34820" creationId="{8DCD7CE1-603D-4D59-3DBB-C13C0B6505F0}"/>
          </ac:spMkLst>
        </pc:spChg>
      </pc:sldChg>
      <pc:sldChg chg="modSp mod delCm">
        <pc:chgData name="Sam Prince" userId="b8c1c271-dd5b-4079-a09a-81f4ce8be867" providerId="ADAL" clId="{11E88C0B-42FD-438E-8754-F5E77127D832}" dt="2023-10-12T15:38:35.977" v="122" actId="20577"/>
        <pc:sldMkLst>
          <pc:docMk/>
          <pc:sldMk cId="3551637360" sldId="314"/>
        </pc:sldMkLst>
        <pc:spChg chg="mod">
          <ac:chgData name="Sam Prince" userId="b8c1c271-dd5b-4079-a09a-81f4ce8be867" providerId="ADAL" clId="{11E88C0B-42FD-438E-8754-F5E77127D832}" dt="2023-10-12T15:38:35.977" v="122" actId="20577"/>
          <ac:spMkLst>
            <pc:docMk/>
            <pc:sldMk cId="3551637360" sldId="314"/>
            <ac:spMk id="2" creationId="{117F6EFB-5261-3977-6CC9-C6159C9D3CE2}"/>
          </ac:spMkLst>
        </pc:spChg>
        <pc:spChg chg="mod">
          <ac:chgData name="Sam Prince" userId="b8c1c271-dd5b-4079-a09a-81f4ce8be867" providerId="ADAL" clId="{11E88C0B-42FD-438E-8754-F5E77127D832}" dt="2023-10-04T11:14:25.160" v="2" actId="1076"/>
          <ac:spMkLst>
            <pc:docMk/>
            <pc:sldMk cId="3551637360" sldId="314"/>
            <ac:spMk id="3" creationId="{B789E774-2E5D-145B-A7B2-21DA12B11D99}"/>
          </ac:spMkLst>
        </pc:spChg>
      </pc:sldChg>
      <pc:sldChg chg="modSp mod">
        <pc:chgData name="Sam Prince" userId="b8c1c271-dd5b-4079-a09a-81f4ce8be867" providerId="ADAL" clId="{11E88C0B-42FD-438E-8754-F5E77127D832}" dt="2023-10-12T15:38:41.060" v="124" actId="404"/>
        <pc:sldMkLst>
          <pc:docMk/>
          <pc:sldMk cId="3211721546" sldId="315"/>
        </pc:sldMkLst>
        <pc:spChg chg="mod">
          <ac:chgData name="Sam Prince" userId="b8c1c271-dd5b-4079-a09a-81f4ce8be867" providerId="ADAL" clId="{11E88C0B-42FD-438E-8754-F5E77127D832}" dt="2023-10-12T15:38:41.060" v="124" actId="404"/>
          <ac:spMkLst>
            <pc:docMk/>
            <pc:sldMk cId="3211721546" sldId="315"/>
            <ac:spMk id="2" creationId="{117F6EFB-5261-3977-6CC9-C6159C9D3CE2}"/>
          </ac:spMkLst>
        </pc:spChg>
      </pc:sldChg>
      <pc:sldChg chg="modSp mod">
        <pc:chgData name="Sam Prince" userId="b8c1c271-dd5b-4079-a09a-81f4ce8be867" providerId="ADAL" clId="{11E88C0B-42FD-438E-8754-F5E77127D832}" dt="2023-10-12T15:38:54.953" v="129" actId="20577"/>
        <pc:sldMkLst>
          <pc:docMk/>
          <pc:sldMk cId="2396924525" sldId="316"/>
        </pc:sldMkLst>
        <pc:spChg chg="mod">
          <ac:chgData name="Sam Prince" userId="b8c1c271-dd5b-4079-a09a-81f4ce8be867" providerId="ADAL" clId="{11E88C0B-42FD-438E-8754-F5E77127D832}" dt="2023-10-12T15:38:54.953" v="129" actId="20577"/>
          <ac:spMkLst>
            <pc:docMk/>
            <pc:sldMk cId="2396924525" sldId="316"/>
            <ac:spMk id="2" creationId="{117F6EFB-5261-3977-6CC9-C6159C9D3CE2}"/>
          </ac:spMkLst>
        </pc:spChg>
        <pc:graphicFrameChg chg="mod modGraphic">
          <ac:chgData name="Sam Prince" userId="b8c1c271-dd5b-4079-a09a-81f4ce8be867" providerId="ADAL" clId="{11E88C0B-42FD-438E-8754-F5E77127D832}" dt="2023-10-04T11:14:53.778" v="7" actId="1076"/>
          <ac:graphicFrameMkLst>
            <pc:docMk/>
            <pc:sldMk cId="2396924525" sldId="316"/>
            <ac:graphicFrameMk id="5" creationId="{E3C9536E-78CB-1B34-86C6-713D295AD7C5}"/>
          </ac:graphicFrameMkLst>
        </pc:graphicFrameChg>
      </pc:sldChg>
      <pc:sldChg chg="addSp delSp modSp mod">
        <pc:chgData name="Sam Prince" userId="b8c1c271-dd5b-4079-a09a-81f4ce8be867" providerId="ADAL" clId="{11E88C0B-42FD-438E-8754-F5E77127D832}" dt="2023-10-12T15:39:57.651" v="157" actId="403"/>
        <pc:sldMkLst>
          <pc:docMk/>
          <pc:sldMk cId="2490500185" sldId="318"/>
        </pc:sldMkLst>
        <pc:spChg chg="mod">
          <ac:chgData name="Sam Prince" userId="b8c1c271-dd5b-4079-a09a-81f4ce8be867" providerId="ADAL" clId="{11E88C0B-42FD-438E-8754-F5E77127D832}" dt="2023-10-12T15:39:08.375" v="133" actId="20577"/>
          <ac:spMkLst>
            <pc:docMk/>
            <pc:sldMk cId="2490500185" sldId="318"/>
            <ac:spMk id="2" creationId="{BDE02D65-D5F2-7481-09E8-CFA82EFF18CA}"/>
          </ac:spMkLst>
        </pc:spChg>
        <pc:spChg chg="mod">
          <ac:chgData name="Sam Prince" userId="b8c1c271-dd5b-4079-a09a-81f4ce8be867" providerId="ADAL" clId="{11E88C0B-42FD-438E-8754-F5E77127D832}" dt="2023-10-12T15:39:34.902" v="148" actId="14100"/>
          <ac:spMkLst>
            <pc:docMk/>
            <pc:sldMk cId="2490500185" sldId="318"/>
            <ac:spMk id="3" creationId="{107AECB1-A980-0D71-3DD7-F5186AB07890}"/>
          </ac:spMkLst>
        </pc:spChg>
        <pc:spChg chg="del">
          <ac:chgData name="Sam Prince" userId="b8c1c271-dd5b-4079-a09a-81f4ce8be867" providerId="ADAL" clId="{11E88C0B-42FD-438E-8754-F5E77127D832}" dt="2023-10-12T15:39:44.924" v="152" actId="478"/>
          <ac:spMkLst>
            <pc:docMk/>
            <pc:sldMk cId="2490500185" sldId="318"/>
            <ac:spMk id="4" creationId="{2B3DB786-3BA5-0EF5-76A8-7B4BFA831328}"/>
          </ac:spMkLst>
        </pc:spChg>
        <pc:spChg chg="add mod">
          <ac:chgData name="Sam Prince" userId="b8c1c271-dd5b-4079-a09a-81f4ce8be867" providerId="ADAL" clId="{11E88C0B-42FD-438E-8754-F5E77127D832}" dt="2023-10-12T15:39:57.651" v="157" actId="403"/>
          <ac:spMkLst>
            <pc:docMk/>
            <pc:sldMk cId="2490500185" sldId="318"/>
            <ac:spMk id="7" creationId="{776C1153-E255-397C-AEF9-39F742852579}"/>
          </ac:spMkLst>
        </pc:spChg>
        <pc:graphicFrameChg chg="mod modGraphic">
          <ac:chgData name="Sam Prince" userId="b8c1c271-dd5b-4079-a09a-81f4ce8be867" providerId="ADAL" clId="{11E88C0B-42FD-438E-8754-F5E77127D832}" dt="2023-10-12T15:39:42.416" v="151" actId="1076"/>
          <ac:graphicFrameMkLst>
            <pc:docMk/>
            <pc:sldMk cId="2490500185" sldId="318"/>
            <ac:graphicFrameMk id="5" creationId="{CC19AC4E-B8B3-1BC5-1047-3A580C086CBC}"/>
          </ac:graphicFrameMkLst>
        </pc:graphicFrameChg>
      </pc:sldChg>
      <pc:sldChg chg="modSp mod">
        <pc:chgData name="Sam Prince" userId="b8c1c271-dd5b-4079-a09a-81f4ce8be867" providerId="ADAL" clId="{11E88C0B-42FD-438E-8754-F5E77127D832}" dt="2023-10-12T15:40:25.324" v="167" actId="6549"/>
        <pc:sldMkLst>
          <pc:docMk/>
          <pc:sldMk cId="1343772468" sldId="319"/>
        </pc:sldMkLst>
        <pc:spChg chg="mod">
          <ac:chgData name="Sam Prince" userId="b8c1c271-dd5b-4079-a09a-81f4ce8be867" providerId="ADAL" clId="{11E88C0B-42FD-438E-8754-F5E77127D832}" dt="2023-10-12T15:40:25.324" v="167" actId="6549"/>
          <ac:spMkLst>
            <pc:docMk/>
            <pc:sldMk cId="1343772468" sldId="319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11E88C0B-42FD-438E-8754-F5E77127D832}" dt="2023-10-12T15:40:56.017" v="183" actId="20577"/>
        <pc:sldMkLst>
          <pc:docMk/>
          <pc:sldMk cId="1689634722" sldId="320"/>
        </pc:sldMkLst>
        <pc:spChg chg="mod">
          <ac:chgData name="Sam Prince" userId="b8c1c271-dd5b-4079-a09a-81f4ce8be867" providerId="ADAL" clId="{11E88C0B-42FD-438E-8754-F5E77127D832}" dt="2023-10-12T15:40:56.017" v="183" actId="20577"/>
          <ac:spMkLst>
            <pc:docMk/>
            <pc:sldMk cId="1689634722" sldId="320"/>
            <ac:spMk id="34820" creationId="{8DCD7CE1-603D-4D59-3DBB-C13C0B6505F0}"/>
          </ac:spMkLst>
        </pc:spChg>
        <pc:graphicFrameChg chg="mod">
          <ac:chgData name="Sam Prince" userId="b8c1c271-dd5b-4079-a09a-81f4ce8be867" providerId="ADAL" clId="{11E88C0B-42FD-438E-8754-F5E77127D832}" dt="2023-10-04T11:15:42.271" v="12" actId="1076"/>
          <ac:graphicFrameMkLst>
            <pc:docMk/>
            <pc:sldMk cId="1689634722" sldId="320"/>
            <ac:graphicFrameMk id="2" creationId="{BBFF76BA-FDE4-999B-A076-D1880A3C7C5F}"/>
          </ac:graphicFrameMkLst>
        </pc:graphicFrameChg>
      </pc:sldChg>
      <pc:sldChg chg="modSp mod">
        <pc:chgData name="Sam Prince" userId="b8c1c271-dd5b-4079-a09a-81f4ce8be867" providerId="ADAL" clId="{11E88C0B-42FD-438E-8754-F5E77127D832}" dt="2023-10-12T15:40:47.116" v="178" actId="20577"/>
        <pc:sldMkLst>
          <pc:docMk/>
          <pc:sldMk cId="2210595401" sldId="321"/>
        </pc:sldMkLst>
        <pc:spChg chg="mod">
          <ac:chgData name="Sam Prince" userId="b8c1c271-dd5b-4079-a09a-81f4ce8be867" providerId="ADAL" clId="{11E88C0B-42FD-438E-8754-F5E77127D832}" dt="2023-10-12T15:40:47.116" v="178" actId="20577"/>
          <ac:spMkLst>
            <pc:docMk/>
            <pc:sldMk cId="2210595401" sldId="321"/>
            <ac:spMk id="34820" creationId="{8DCD7CE1-603D-4D59-3DBB-C13C0B6505F0}"/>
          </ac:spMkLst>
        </pc:spChg>
        <pc:graphicFrameChg chg="mod modGraphic">
          <ac:chgData name="Sam Prince" userId="b8c1c271-dd5b-4079-a09a-81f4ce8be867" providerId="ADAL" clId="{11E88C0B-42FD-438E-8754-F5E77127D832}" dt="2023-10-04T11:15:36.072" v="11" actId="20577"/>
          <ac:graphicFrameMkLst>
            <pc:docMk/>
            <pc:sldMk cId="2210595401" sldId="321"/>
            <ac:graphicFrameMk id="2" creationId="{761A762E-1706-CD21-4D7B-3189B15AE1A0}"/>
          </ac:graphicFrameMkLst>
        </pc:graphicFrameChg>
      </pc:sldChg>
      <pc:sldChg chg="modSp mod">
        <pc:chgData name="Sam Prince" userId="b8c1c271-dd5b-4079-a09a-81f4ce8be867" providerId="ADAL" clId="{11E88C0B-42FD-438E-8754-F5E77127D832}" dt="2023-10-12T15:41:15.061" v="193" actId="20577"/>
        <pc:sldMkLst>
          <pc:docMk/>
          <pc:sldMk cId="3911863145" sldId="322"/>
        </pc:sldMkLst>
        <pc:spChg chg="mod">
          <ac:chgData name="Sam Prince" userId="b8c1c271-dd5b-4079-a09a-81f4ce8be867" providerId="ADAL" clId="{11E88C0B-42FD-438E-8754-F5E77127D832}" dt="2023-10-12T15:41:15.061" v="193" actId="20577"/>
          <ac:spMkLst>
            <pc:docMk/>
            <pc:sldMk cId="3911863145" sldId="322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11E88C0B-42FD-438E-8754-F5E77127D832}" dt="2023-10-12T15:41:09.278" v="189" actId="20577"/>
        <pc:sldMkLst>
          <pc:docMk/>
          <pc:sldMk cId="4074645342" sldId="323"/>
        </pc:sldMkLst>
        <pc:spChg chg="mod">
          <ac:chgData name="Sam Prince" userId="b8c1c271-dd5b-4079-a09a-81f4ce8be867" providerId="ADAL" clId="{11E88C0B-42FD-438E-8754-F5E77127D832}" dt="2023-10-12T15:41:09.278" v="189" actId="20577"/>
          <ac:spMkLst>
            <pc:docMk/>
            <pc:sldMk cId="4074645342" sldId="323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11E88C0B-42FD-438E-8754-F5E77127D832}" dt="2023-10-12T15:41:34.031" v="208" actId="14100"/>
        <pc:sldMkLst>
          <pc:docMk/>
          <pc:sldMk cId="731823412" sldId="324"/>
        </pc:sldMkLst>
        <pc:spChg chg="mod">
          <ac:chgData name="Sam Prince" userId="b8c1c271-dd5b-4079-a09a-81f4ce8be867" providerId="ADAL" clId="{11E88C0B-42FD-438E-8754-F5E77127D832}" dt="2023-10-12T15:41:34.031" v="208" actId="14100"/>
          <ac:spMkLst>
            <pc:docMk/>
            <pc:sldMk cId="731823412" sldId="324"/>
            <ac:spMk id="34820" creationId="{8DCD7CE1-603D-4D59-3DBB-C13C0B6505F0}"/>
          </ac:spMkLst>
        </pc:spChg>
        <pc:spChg chg="del">
          <ac:chgData name="Sam Prince" userId="b8c1c271-dd5b-4079-a09a-81f4ce8be867" providerId="ADAL" clId="{11E88C0B-42FD-438E-8754-F5E77127D832}" dt="2023-10-12T12:12:21.805" v="80" actId="478"/>
          <ac:spMkLst>
            <pc:docMk/>
            <pc:sldMk cId="731823412" sldId="324"/>
            <ac:spMk id="34825" creationId="{0A3069F2-98EC-B0BC-83B5-86A17CE45411}"/>
          </ac:spMkLst>
        </pc:spChg>
        <pc:picChg chg="del">
          <ac:chgData name="Sam Prince" userId="b8c1c271-dd5b-4079-a09a-81f4ce8be867" providerId="ADAL" clId="{11E88C0B-42FD-438E-8754-F5E77127D832}" dt="2023-10-04T11:20:11.487" v="14" actId="478"/>
          <ac:picMkLst>
            <pc:docMk/>
            <pc:sldMk cId="731823412" sldId="324"/>
            <ac:picMk id="2" creationId="{2429712E-0E44-BEDB-BA3D-776193CFF458}"/>
          </ac:picMkLst>
        </pc:picChg>
        <pc:picChg chg="add mod">
          <ac:chgData name="Sam Prince" userId="b8c1c271-dd5b-4079-a09a-81f4ce8be867" providerId="ADAL" clId="{11E88C0B-42FD-438E-8754-F5E77127D832}" dt="2023-10-12T12:12:19.739" v="79" actId="1076"/>
          <ac:picMkLst>
            <pc:docMk/>
            <pc:sldMk cId="731823412" sldId="324"/>
            <ac:picMk id="3" creationId="{3595317D-9CE9-6BC5-3893-3417E4D06244}"/>
          </ac:picMkLst>
        </pc:picChg>
        <pc:picChg chg="add del mod">
          <ac:chgData name="Sam Prince" userId="b8c1c271-dd5b-4079-a09a-81f4ce8be867" providerId="ADAL" clId="{11E88C0B-42FD-438E-8754-F5E77127D832}" dt="2023-10-12T12:08:40.083" v="64" actId="478"/>
          <ac:picMkLst>
            <pc:docMk/>
            <pc:sldMk cId="731823412" sldId="324"/>
            <ac:picMk id="4" creationId="{1BE17163-51C6-BDFC-EDA1-50C254DE0C00}"/>
          </ac:picMkLst>
        </pc:picChg>
      </pc:sldChg>
      <pc:sldChg chg="modSp mod">
        <pc:chgData name="Sam Prince" userId="b8c1c271-dd5b-4079-a09a-81f4ce8be867" providerId="ADAL" clId="{11E88C0B-42FD-438E-8754-F5E77127D832}" dt="2023-10-12T15:42:13.740" v="232" actId="20577"/>
        <pc:sldMkLst>
          <pc:docMk/>
          <pc:sldMk cId="2795980720" sldId="325"/>
        </pc:sldMkLst>
        <pc:spChg chg="mod">
          <ac:chgData name="Sam Prince" userId="b8c1c271-dd5b-4079-a09a-81f4ce8be867" providerId="ADAL" clId="{11E88C0B-42FD-438E-8754-F5E77127D832}" dt="2023-10-12T15:42:13.740" v="232" actId="20577"/>
          <ac:spMkLst>
            <pc:docMk/>
            <pc:sldMk cId="2795980720" sldId="325"/>
            <ac:spMk id="34820" creationId="{8DCD7CE1-603D-4D59-3DBB-C13C0B6505F0}"/>
          </ac:spMkLst>
        </pc:spChg>
      </pc:sldChg>
      <pc:sldChg chg="addSp delSp modSp mod">
        <pc:chgData name="Sam Prince" userId="b8c1c271-dd5b-4079-a09a-81f4ce8be867" providerId="ADAL" clId="{11E88C0B-42FD-438E-8754-F5E77127D832}" dt="2023-10-12T15:42:21.891" v="236" actId="20577"/>
        <pc:sldMkLst>
          <pc:docMk/>
          <pc:sldMk cId="3242294925" sldId="326"/>
        </pc:sldMkLst>
        <pc:spChg chg="mod">
          <ac:chgData name="Sam Prince" userId="b8c1c271-dd5b-4079-a09a-81f4ce8be867" providerId="ADAL" clId="{11E88C0B-42FD-438E-8754-F5E77127D832}" dt="2023-10-12T15:42:21.891" v="236" actId="20577"/>
          <ac:spMkLst>
            <pc:docMk/>
            <pc:sldMk cId="3242294925" sldId="326"/>
            <ac:spMk id="34820" creationId="{8DCD7CE1-603D-4D59-3DBB-C13C0B6505F0}"/>
          </ac:spMkLst>
        </pc:spChg>
        <pc:spChg chg="del">
          <ac:chgData name="Sam Prince" userId="b8c1c271-dd5b-4079-a09a-81f4ce8be867" providerId="ADAL" clId="{11E88C0B-42FD-438E-8754-F5E77127D832}" dt="2023-10-12T11:52:06.771" v="22" actId="478"/>
          <ac:spMkLst>
            <pc:docMk/>
            <pc:sldMk cId="3242294925" sldId="326"/>
            <ac:spMk id="34825" creationId="{E191E962-CFFF-4E98-89D9-77DB4049E04B}"/>
          </ac:spMkLst>
        </pc:spChg>
        <pc:picChg chg="del">
          <ac:chgData name="Sam Prince" userId="b8c1c271-dd5b-4079-a09a-81f4ce8be867" providerId="ADAL" clId="{11E88C0B-42FD-438E-8754-F5E77127D832}" dt="2023-10-12T12:09:24.874" v="71" actId="478"/>
          <ac:picMkLst>
            <pc:docMk/>
            <pc:sldMk cId="3242294925" sldId="326"/>
            <ac:picMk id="3" creationId="{F15E6F91-2C3F-39A3-FC8C-624CD5C31F99}"/>
          </ac:picMkLst>
        </pc:picChg>
        <pc:picChg chg="add mod">
          <ac:chgData name="Sam Prince" userId="b8c1c271-dd5b-4079-a09a-81f4ce8be867" providerId="ADAL" clId="{11E88C0B-42FD-438E-8754-F5E77127D832}" dt="2023-10-12T12:09:36.424" v="75" actId="14100"/>
          <ac:picMkLst>
            <pc:docMk/>
            <pc:sldMk cId="3242294925" sldId="326"/>
            <ac:picMk id="4" creationId="{0A3A760E-1670-715A-ACB7-7462F6F7E237}"/>
          </ac:picMkLst>
        </pc:picChg>
      </pc:sldChg>
      <pc:sldChg chg="addSp delSp modSp mod delCm">
        <pc:chgData name="Sam Prince" userId="b8c1c271-dd5b-4079-a09a-81f4ce8be867" providerId="ADAL" clId="{11E88C0B-42FD-438E-8754-F5E77127D832}" dt="2023-10-12T15:41:55.288" v="221" actId="20577"/>
        <pc:sldMkLst>
          <pc:docMk/>
          <pc:sldMk cId="3779335704" sldId="328"/>
        </pc:sldMkLst>
        <pc:spChg chg="mod">
          <ac:chgData name="Sam Prince" userId="b8c1c271-dd5b-4079-a09a-81f4ce8be867" providerId="ADAL" clId="{11E88C0B-42FD-438E-8754-F5E77127D832}" dt="2023-10-12T15:41:55.288" v="221" actId="20577"/>
          <ac:spMkLst>
            <pc:docMk/>
            <pc:sldMk cId="3779335704" sldId="328"/>
            <ac:spMk id="34820" creationId="{8DCD7CE1-603D-4D59-3DBB-C13C0B6505F0}"/>
          </ac:spMkLst>
        </pc:spChg>
        <pc:spChg chg="del">
          <ac:chgData name="Sam Prince" userId="b8c1c271-dd5b-4079-a09a-81f4ce8be867" providerId="ADAL" clId="{11E88C0B-42FD-438E-8754-F5E77127D832}" dt="2023-10-12T11:52:02.223" v="21" actId="478"/>
          <ac:spMkLst>
            <pc:docMk/>
            <pc:sldMk cId="3779335704" sldId="328"/>
            <ac:spMk id="34825" creationId="{ADFA8843-19D1-1D3F-D9B3-E96C62A8B778}"/>
          </ac:spMkLst>
        </pc:spChg>
        <pc:picChg chg="add mod">
          <ac:chgData name="Sam Prince" userId="b8c1c271-dd5b-4079-a09a-81f4ce8be867" providerId="ADAL" clId="{11E88C0B-42FD-438E-8754-F5E77127D832}" dt="2023-10-12T12:09:10.925" v="70" actId="1076"/>
          <ac:picMkLst>
            <pc:docMk/>
            <pc:sldMk cId="3779335704" sldId="328"/>
            <ac:picMk id="3" creationId="{3C2C1443-9EE1-40BC-A017-C188533F382E}"/>
          </ac:picMkLst>
        </pc:picChg>
        <pc:picChg chg="del">
          <ac:chgData name="Sam Prince" userId="b8c1c271-dd5b-4079-a09a-81f4ce8be867" providerId="ADAL" clId="{11E88C0B-42FD-438E-8754-F5E77127D832}" dt="2023-10-12T12:08:53.049" v="65" actId="478"/>
          <ac:picMkLst>
            <pc:docMk/>
            <pc:sldMk cId="3779335704" sldId="328"/>
            <ac:picMk id="1026" creationId="{4D6C1025-F15E-F92D-3752-D6B41C1FF8B7}"/>
          </ac:picMkLst>
        </pc:picChg>
      </pc:sldChg>
      <pc:sldChg chg="modSp mod">
        <pc:chgData name="Sam Prince" userId="b8c1c271-dd5b-4079-a09a-81f4ce8be867" providerId="ADAL" clId="{11E88C0B-42FD-438E-8754-F5E77127D832}" dt="2023-10-12T15:41:41.381" v="213" actId="20577"/>
        <pc:sldMkLst>
          <pc:docMk/>
          <pc:sldMk cId="2869274348" sldId="329"/>
        </pc:sldMkLst>
        <pc:spChg chg="mod">
          <ac:chgData name="Sam Prince" userId="b8c1c271-dd5b-4079-a09a-81f4ce8be867" providerId="ADAL" clId="{11E88C0B-42FD-438E-8754-F5E77127D832}" dt="2023-10-12T15:41:41.381" v="213" actId="20577"/>
          <ac:spMkLst>
            <pc:docMk/>
            <pc:sldMk cId="2869274348" sldId="329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11E88C0B-42FD-438E-8754-F5E77127D832}" dt="2023-10-12T15:42:05.887" v="226" actId="20577"/>
        <pc:sldMkLst>
          <pc:docMk/>
          <pc:sldMk cId="2816470584" sldId="332"/>
        </pc:sldMkLst>
        <pc:spChg chg="mod">
          <ac:chgData name="Sam Prince" userId="b8c1c271-dd5b-4079-a09a-81f4ce8be867" providerId="ADAL" clId="{11E88C0B-42FD-438E-8754-F5E77127D832}" dt="2023-10-12T15:42:05.887" v="226" actId="20577"/>
          <ac:spMkLst>
            <pc:docMk/>
            <pc:sldMk cId="2816470584" sldId="332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11E88C0B-42FD-438E-8754-F5E77127D832}" dt="2023-10-12T15:42:28.415" v="238" actId="20577"/>
        <pc:sldMkLst>
          <pc:docMk/>
          <pc:sldMk cId="2021195029" sldId="333"/>
        </pc:sldMkLst>
        <pc:spChg chg="mod">
          <ac:chgData name="Sam Prince" userId="b8c1c271-dd5b-4079-a09a-81f4ce8be867" providerId="ADAL" clId="{11E88C0B-42FD-438E-8754-F5E77127D832}" dt="2023-10-12T15:42:28.415" v="238" actId="20577"/>
          <ac:spMkLst>
            <pc:docMk/>
            <pc:sldMk cId="2021195029" sldId="333"/>
            <ac:spMk id="34820" creationId="{8DCD7CE1-603D-4D59-3DBB-C13C0B6505F0}"/>
          </ac:spMkLst>
        </pc:spChg>
      </pc:sldChg>
      <pc:sldChg chg="modSp mod modCm">
        <pc:chgData name="Sam Prince" userId="b8c1c271-dd5b-4079-a09a-81f4ce8be867" providerId="ADAL" clId="{11E88C0B-42FD-438E-8754-F5E77127D832}" dt="2023-10-12T15:42:34.128" v="239" actId="20577"/>
        <pc:sldMkLst>
          <pc:docMk/>
          <pc:sldMk cId="3255199563" sldId="334"/>
        </pc:sldMkLst>
        <pc:spChg chg="mod">
          <ac:chgData name="Sam Prince" userId="b8c1c271-dd5b-4079-a09a-81f4ce8be867" providerId="ADAL" clId="{11E88C0B-42FD-438E-8754-F5E77127D832}" dt="2023-10-12T15:42:34.128" v="239" actId="20577"/>
          <ac:spMkLst>
            <pc:docMk/>
            <pc:sldMk cId="3255199563" sldId="334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11E88C0B-42FD-438E-8754-F5E77127D832}" dt="2023-10-12T15:42:37.455" v="240" actId="20577"/>
        <pc:sldMkLst>
          <pc:docMk/>
          <pc:sldMk cId="3692648949" sldId="335"/>
        </pc:sldMkLst>
        <pc:spChg chg="mod">
          <ac:chgData name="Sam Prince" userId="b8c1c271-dd5b-4079-a09a-81f4ce8be867" providerId="ADAL" clId="{11E88C0B-42FD-438E-8754-F5E77127D832}" dt="2023-10-12T15:42:37.455" v="240" actId="20577"/>
          <ac:spMkLst>
            <pc:docMk/>
            <pc:sldMk cId="3692648949" sldId="335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11E88C0B-42FD-438E-8754-F5E77127D832}" dt="2023-10-12T15:42:57.839" v="248" actId="20577"/>
        <pc:sldMkLst>
          <pc:docMk/>
          <pc:sldMk cId="2787133637" sldId="336"/>
        </pc:sldMkLst>
        <pc:spChg chg="mod">
          <ac:chgData name="Sam Prince" userId="b8c1c271-dd5b-4079-a09a-81f4ce8be867" providerId="ADAL" clId="{11E88C0B-42FD-438E-8754-F5E77127D832}" dt="2023-10-12T15:42:57.839" v="248" actId="20577"/>
          <ac:spMkLst>
            <pc:docMk/>
            <pc:sldMk cId="2787133637" sldId="336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11E88C0B-42FD-438E-8754-F5E77127D832}" dt="2023-10-12T15:43:06.642" v="253" actId="20577"/>
        <pc:sldMkLst>
          <pc:docMk/>
          <pc:sldMk cId="1863521760" sldId="337"/>
        </pc:sldMkLst>
        <pc:spChg chg="mod">
          <ac:chgData name="Sam Prince" userId="b8c1c271-dd5b-4079-a09a-81f4ce8be867" providerId="ADAL" clId="{11E88C0B-42FD-438E-8754-F5E77127D832}" dt="2023-10-12T15:43:06.642" v="253" actId="20577"/>
          <ac:spMkLst>
            <pc:docMk/>
            <pc:sldMk cId="1863521760" sldId="337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11E88C0B-42FD-438E-8754-F5E77127D832}" dt="2023-10-12T15:43:16.898" v="259" actId="20577"/>
        <pc:sldMkLst>
          <pc:docMk/>
          <pc:sldMk cId="2987950190" sldId="338"/>
        </pc:sldMkLst>
        <pc:spChg chg="mod">
          <ac:chgData name="Sam Prince" userId="b8c1c271-dd5b-4079-a09a-81f4ce8be867" providerId="ADAL" clId="{11E88C0B-42FD-438E-8754-F5E77127D832}" dt="2023-10-12T15:43:16.898" v="259" actId="20577"/>
          <ac:spMkLst>
            <pc:docMk/>
            <pc:sldMk cId="2987950190" sldId="338"/>
            <ac:spMk id="34820" creationId="{8DCD7CE1-603D-4D59-3DBB-C13C0B6505F0}"/>
          </ac:spMkLst>
        </pc:spChg>
      </pc:sldChg>
      <pc:sldChg chg="modSp mod">
        <pc:chgData name="Sam Prince" userId="b8c1c271-dd5b-4079-a09a-81f4ce8be867" providerId="ADAL" clId="{11E88C0B-42FD-438E-8754-F5E77127D832}" dt="2023-10-12T15:43:27.490" v="264" actId="20577"/>
        <pc:sldMkLst>
          <pc:docMk/>
          <pc:sldMk cId="3737412388" sldId="339"/>
        </pc:sldMkLst>
        <pc:spChg chg="mod">
          <ac:chgData name="Sam Prince" userId="b8c1c271-dd5b-4079-a09a-81f4ce8be867" providerId="ADAL" clId="{11E88C0B-42FD-438E-8754-F5E77127D832}" dt="2023-10-12T15:43:27.490" v="264" actId="20577"/>
          <ac:spMkLst>
            <pc:docMk/>
            <pc:sldMk cId="3737412388" sldId="339"/>
            <ac:spMk id="34820" creationId="{8DCD7CE1-603D-4D59-3DBB-C13C0B6505F0}"/>
          </ac:spMkLst>
        </pc:spChg>
      </pc:sldChg>
      <pc:sldChg chg="addSp delSp modSp new mod">
        <pc:chgData name="Sam Prince" userId="b8c1c271-dd5b-4079-a09a-81f4ce8be867" providerId="ADAL" clId="{11E88C0B-42FD-438E-8754-F5E77127D832}" dt="2023-10-12T12:05:57.952" v="57" actId="20577"/>
        <pc:sldMkLst>
          <pc:docMk/>
          <pc:sldMk cId="3738603344" sldId="340"/>
        </pc:sldMkLst>
        <pc:spChg chg="mod">
          <ac:chgData name="Sam Prince" userId="b8c1c271-dd5b-4079-a09a-81f4ce8be867" providerId="ADAL" clId="{11E88C0B-42FD-438E-8754-F5E77127D832}" dt="2023-10-12T11:52:25.489" v="42" actId="113"/>
          <ac:spMkLst>
            <pc:docMk/>
            <pc:sldMk cId="3738603344" sldId="340"/>
            <ac:spMk id="2" creationId="{88B61F33-8F43-8C01-37B0-E13EAF31A8CC}"/>
          </ac:spMkLst>
        </pc:spChg>
        <pc:spChg chg="mod">
          <ac:chgData name="Sam Prince" userId="b8c1c271-dd5b-4079-a09a-81f4ce8be867" providerId="ADAL" clId="{11E88C0B-42FD-438E-8754-F5E77127D832}" dt="2023-10-12T12:05:57.952" v="57" actId="20577"/>
          <ac:spMkLst>
            <pc:docMk/>
            <pc:sldMk cId="3738603344" sldId="340"/>
            <ac:spMk id="3" creationId="{C575D9A2-9E41-E9ED-913B-A7FFC75A130A}"/>
          </ac:spMkLst>
        </pc:spChg>
        <pc:graphicFrameChg chg="add del mod">
          <ac:chgData name="Sam Prince" userId="b8c1c271-dd5b-4079-a09a-81f4ce8be867" providerId="ADAL" clId="{11E88C0B-42FD-438E-8754-F5E77127D832}" dt="2023-10-12T12:05:25.887" v="46" actId="478"/>
          <ac:graphicFrameMkLst>
            <pc:docMk/>
            <pc:sldMk cId="3738603344" sldId="340"/>
            <ac:graphicFrameMk id="5" creationId="{6C5436BD-BEBD-89B5-D29E-58E8B762CF06}"/>
          </ac:graphicFrameMkLst>
        </pc:graphicFrameChg>
        <pc:graphicFrameChg chg="del">
          <ac:chgData name="Sam Prince" userId="b8c1c271-dd5b-4079-a09a-81f4ce8be867" providerId="ADAL" clId="{11E88C0B-42FD-438E-8754-F5E77127D832}" dt="2023-10-12T12:05:24.059" v="44" actId="478"/>
          <ac:graphicFrameMkLst>
            <pc:docMk/>
            <pc:sldMk cId="3738603344" sldId="340"/>
            <ac:graphicFrameMk id="6" creationId="{E7BCCB9E-93BF-49BE-99E5-C65D7B426081}"/>
          </ac:graphicFrameMkLst>
        </pc:graphicFrameChg>
        <pc:graphicFrameChg chg="del">
          <ac:chgData name="Sam Prince" userId="b8c1c271-dd5b-4079-a09a-81f4ce8be867" providerId="ADAL" clId="{11E88C0B-42FD-438E-8754-F5E77127D832}" dt="2023-10-12T12:05:27.075" v="47" actId="478"/>
          <ac:graphicFrameMkLst>
            <pc:docMk/>
            <pc:sldMk cId="3738603344" sldId="340"/>
            <ac:graphicFrameMk id="7" creationId="{C3BACE67-FBB0-AACF-F455-27418600CF17}"/>
          </ac:graphicFrameMkLst>
        </pc:graphicFrameChg>
        <pc:graphicFrameChg chg="del">
          <ac:chgData name="Sam Prince" userId="b8c1c271-dd5b-4079-a09a-81f4ce8be867" providerId="ADAL" clId="{11E88C0B-42FD-438E-8754-F5E77127D832}" dt="2023-10-12T12:05:25.020" v="45" actId="478"/>
          <ac:graphicFrameMkLst>
            <pc:docMk/>
            <pc:sldMk cId="3738603344" sldId="340"/>
            <ac:graphicFrameMk id="8" creationId="{139781ED-54AA-357E-9850-9CAD895B67B3}"/>
          </ac:graphicFrameMkLst>
        </pc:graphicFrameChg>
      </pc:sldChg>
    </pc:docChg>
  </pc:docChgLst>
  <pc:docChgLst>
    <pc:chgData name="Sam Prince" userId="b8c1c271-dd5b-4079-a09a-81f4ce8be867" providerId="ADAL" clId="{8EDAC961-23FC-48CF-9CD0-1C0A95D2E37E}"/>
    <pc:docChg chg="custSel delSld modSld">
      <pc:chgData name="Sam Prince" userId="b8c1c271-dd5b-4079-a09a-81f4ce8be867" providerId="ADAL" clId="{8EDAC961-23FC-48CF-9CD0-1C0A95D2E37E}" dt="2023-11-08T12:57:33.904" v="5" actId="1076"/>
      <pc:docMkLst>
        <pc:docMk/>
      </pc:docMkLst>
      <pc:sldChg chg="addSp delSp modSp mod">
        <pc:chgData name="Sam Prince" userId="b8c1c271-dd5b-4079-a09a-81f4ce8be867" providerId="ADAL" clId="{8EDAC961-23FC-48CF-9CD0-1C0A95D2E37E}" dt="2023-11-08T12:57:33.904" v="5" actId="1076"/>
        <pc:sldMkLst>
          <pc:docMk/>
          <pc:sldMk cId="0" sldId="256"/>
        </pc:sldMkLst>
        <pc:spChg chg="add mod">
          <ac:chgData name="Sam Prince" userId="b8c1c271-dd5b-4079-a09a-81f4ce8be867" providerId="ADAL" clId="{8EDAC961-23FC-48CF-9CD0-1C0A95D2E37E}" dt="2023-11-08T12:57:33.904" v="5" actId="1076"/>
          <ac:spMkLst>
            <pc:docMk/>
            <pc:sldMk cId="0" sldId="256"/>
            <ac:spMk id="2" creationId="{66A5C4E3-620F-155E-6091-54F64BDC5149}"/>
          </ac:spMkLst>
        </pc:spChg>
        <pc:spChg chg="del">
          <ac:chgData name="Sam Prince" userId="b8c1c271-dd5b-4079-a09a-81f4ce8be867" providerId="ADAL" clId="{8EDAC961-23FC-48CF-9CD0-1C0A95D2E37E}" dt="2023-11-08T12:57:29.293" v="3" actId="478"/>
          <ac:spMkLst>
            <pc:docMk/>
            <pc:sldMk cId="0" sldId="256"/>
            <ac:spMk id="28680" creationId="{250B1923-7747-07CF-317E-05CAA217CFCA}"/>
          </ac:spMkLst>
        </pc:spChg>
      </pc:sldChg>
      <pc:sldChg chg="delCm">
        <pc:chgData name="Sam Prince" userId="b8c1c271-dd5b-4079-a09a-81f4ce8be867" providerId="ADAL" clId="{8EDAC961-23FC-48CF-9CD0-1C0A95D2E37E}" dt="2023-11-07T15:49:39.226" v="1"/>
        <pc:sldMkLst>
          <pc:docMk/>
          <pc:sldMk cId="731823412" sldId="324"/>
        </pc:sldMkLst>
      </pc:sldChg>
      <pc:sldChg chg="delCm">
        <pc:chgData name="Sam Prince" userId="b8c1c271-dd5b-4079-a09a-81f4ce8be867" providerId="ADAL" clId="{8EDAC961-23FC-48CF-9CD0-1C0A95D2E37E}" dt="2023-11-07T15:50:01.360" v="2"/>
        <pc:sldMkLst>
          <pc:docMk/>
          <pc:sldMk cId="3255199563" sldId="334"/>
        </pc:sldMkLst>
      </pc:sldChg>
      <pc:sldChg chg="del">
        <pc:chgData name="Sam Prince" userId="b8c1c271-dd5b-4079-a09a-81f4ce8be867" providerId="ADAL" clId="{8EDAC961-23FC-48CF-9CD0-1C0A95D2E37E}" dt="2023-11-07T15:49:20.329" v="0" actId="47"/>
        <pc:sldMkLst>
          <pc:docMk/>
          <pc:sldMk cId="3738603344" sldId="340"/>
        </pc:sldMkLst>
      </pc:sldChg>
    </pc:docChg>
  </pc:docChgLst>
  <pc:docChgLst>
    <pc:chgData name="Paul Winser" userId="c3146a91-e6bd-4264-bd86-e164e04bc32d" providerId="ADAL" clId="{0FDDDFD7-7C91-4B37-9A81-5C70657E7456}"/>
    <pc:docChg chg="addSld modSld">
      <pc:chgData name="Paul Winser" userId="c3146a91-e6bd-4264-bd86-e164e04bc32d" providerId="ADAL" clId="{0FDDDFD7-7C91-4B37-9A81-5C70657E7456}" dt="2023-11-23T10:45:22.501" v="50" actId="255"/>
      <pc:docMkLst>
        <pc:docMk/>
      </pc:docMkLst>
      <pc:sldChg chg="addSp modSp mod">
        <pc:chgData name="Paul Winser" userId="c3146a91-e6bd-4264-bd86-e164e04bc32d" providerId="ADAL" clId="{0FDDDFD7-7C91-4B37-9A81-5C70657E7456}" dt="2023-11-21T11:55:39.661" v="5" actId="6549"/>
        <pc:sldMkLst>
          <pc:docMk/>
          <pc:sldMk cId="0" sldId="256"/>
        </pc:sldMkLst>
        <pc:spChg chg="mod">
          <ac:chgData name="Paul Winser" userId="c3146a91-e6bd-4264-bd86-e164e04bc32d" providerId="ADAL" clId="{0FDDDFD7-7C91-4B37-9A81-5C70657E7456}" dt="2023-11-21T11:55:26.600" v="2" actId="122"/>
          <ac:spMkLst>
            <pc:docMk/>
            <pc:sldMk cId="0" sldId="256"/>
            <ac:spMk id="2" creationId="{66A5C4E3-620F-155E-6091-54F64BDC5149}"/>
          </ac:spMkLst>
        </pc:spChg>
        <pc:spChg chg="add mod">
          <ac:chgData name="Paul Winser" userId="c3146a91-e6bd-4264-bd86-e164e04bc32d" providerId="ADAL" clId="{0FDDDFD7-7C91-4B37-9A81-5C70657E7456}" dt="2023-11-21T11:55:39.661" v="5" actId="6549"/>
          <ac:spMkLst>
            <pc:docMk/>
            <pc:sldMk cId="0" sldId="256"/>
            <ac:spMk id="5" creationId="{D93B45BD-4146-76DE-02AB-0ABF715D6FB9}"/>
          </ac:spMkLst>
        </pc:spChg>
      </pc:sldChg>
      <pc:sldChg chg="addSp modSp">
        <pc:chgData name="Paul Winser" userId="c3146a91-e6bd-4264-bd86-e164e04bc32d" providerId="ADAL" clId="{0FDDDFD7-7C91-4B37-9A81-5C70657E7456}" dt="2023-11-21T11:55:43.055" v="6"/>
        <pc:sldMkLst>
          <pc:docMk/>
          <pc:sldMk cId="0" sldId="257"/>
        </pc:sldMkLst>
        <pc:spChg chg="add mod">
          <ac:chgData name="Paul Winser" userId="c3146a91-e6bd-4264-bd86-e164e04bc32d" providerId="ADAL" clId="{0FDDDFD7-7C91-4B37-9A81-5C70657E7456}" dt="2023-11-21T11:55:43.055" v="6"/>
          <ac:spMkLst>
            <pc:docMk/>
            <pc:sldMk cId="0" sldId="257"/>
            <ac:spMk id="2" creationId="{4609F068-B686-B21C-457C-81660B8FA730}"/>
          </ac:spMkLst>
        </pc:spChg>
      </pc:sldChg>
      <pc:sldChg chg="addSp modSp">
        <pc:chgData name="Paul Winser" userId="c3146a91-e6bd-4264-bd86-e164e04bc32d" providerId="ADAL" clId="{0FDDDFD7-7C91-4B37-9A81-5C70657E7456}" dt="2023-11-21T11:55:44.226" v="7"/>
        <pc:sldMkLst>
          <pc:docMk/>
          <pc:sldMk cId="0" sldId="258"/>
        </pc:sldMkLst>
        <pc:spChg chg="add mod">
          <ac:chgData name="Paul Winser" userId="c3146a91-e6bd-4264-bd86-e164e04bc32d" providerId="ADAL" clId="{0FDDDFD7-7C91-4B37-9A81-5C70657E7456}" dt="2023-11-21T11:55:44.226" v="7"/>
          <ac:spMkLst>
            <pc:docMk/>
            <pc:sldMk cId="0" sldId="258"/>
            <ac:spMk id="2" creationId="{3D082814-EA83-735E-7DB2-943418833654}"/>
          </ac:spMkLst>
        </pc:spChg>
      </pc:sldChg>
      <pc:sldChg chg="addSp modSp">
        <pc:chgData name="Paul Winser" userId="c3146a91-e6bd-4264-bd86-e164e04bc32d" providerId="ADAL" clId="{0FDDDFD7-7C91-4B37-9A81-5C70657E7456}" dt="2023-11-21T11:55:45.491" v="8"/>
        <pc:sldMkLst>
          <pc:docMk/>
          <pc:sldMk cId="0" sldId="272"/>
        </pc:sldMkLst>
        <pc:spChg chg="add mod">
          <ac:chgData name="Paul Winser" userId="c3146a91-e6bd-4264-bd86-e164e04bc32d" providerId="ADAL" clId="{0FDDDFD7-7C91-4B37-9A81-5C70657E7456}" dt="2023-11-21T11:55:45.491" v="8"/>
          <ac:spMkLst>
            <pc:docMk/>
            <pc:sldMk cId="0" sldId="272"/>
            <ac:spMk id="2" creationId="{346C1CAB-11E7-0531-2196-93DC9E9F6F6F}"/>
          </ac:spMkLst>
        </pc:spChg>
      </pc:sldChg>
      <pc:sldChg chg="addSp modSp">
        <pc:chgData name="Paul Winser" userId="c3146a91-e6bd-4264-bd86-e164e04bc32d" providerId="ADAL" clId="{0FDDDFD7-7C91-4B37-9A81-5C70657E7456}" dt="2023-11-21T11:55:46.662" v="9"/>
        <pc:sldMkLst>
          <pc:docMk/>
          <pc:sldMk cId="884549766" sldId="305"/>
        </pc:sldMkLst>
        <pc:spChg chg="add mod">
          <ac:chgData name="Paul Winser" userId="c3146a91-e6bd-4264-bd86-e164e04bc32d" providerId="ADAL" clId="{0FDDDFD7-7C91-4B37-9A81-5C70657E7456}" dt="2023-11-21T11:55:46.662" v="9"/>
          <ac:spMkLst>
            <pc:docMk/>
            <pc:sldMk cId="884549766" sldId="305"/>
            <ac:spMk id="2" creationId="{3FA27F64-72D1-A945-78B1-62ABF7EB3DC5}"/>
          </ac:spMkLst>
        </pc:spChg>
      </pc:sldChg>
      <pc:sldChg chg="addSp modSp">
        <pc:chgData name="Paul Winser" userId="c3146a91-e6bd-4264-bd86-e164e04bc32d" providerId="ADAL" clId="{0FDDDFD7-7C91-4B37-9A81-5C70657E7456}" dt="2023-11-21T11:56:01.819" v="21"/>
        <pc:sldMkLst>
          <pc:docMk/>
          <pc:sldMk cId="588007661" sldId="306"/>
        </pc:sldMkLst>
        <pc:spChg chg="add mod">
          <ac:chgData name="Paul Winser" userId="c3146a91-e6bd-4264-bd86-e164e04bc32d" providerId="ADAL" clId="{0FDDDFD7-7C91-4B37-9A81-5C70657E7456}" dt="2023-11-21T11:56:01.819" v="21"/>
          <ac:spMkLst>
            <pc:docMk/>
            <pc:sldMk cId="588007661" sldId="306"/>
            <ac:spMk id="2" creationId="{DD7CC16D-CAFA-7B7E-A1A6-B239289F2D19}"/>
          </ac:spMkLst>
        </pc:spChg>
      </pc:sldChg>
      <pc:sldChg chg="addSp modSp">
        <pc:chgData name="Paul Winser" userId="c3146a91-e6bd-4264-bd86-e164e04bc32d" providerId="ADAL" clId="{0FDDDFD7-7C91-4B37-9A81-5C70657E7456}" dt="2023-11-21T11:56:03.012" v="22"/>
        <pc:sldMkLst>
          <pc:docMk/>
          <pc:sldMk cId="3621417310" sldId="307"/>
        </pc:sldMkLst>
        <pc:spChg chg="add mod">
          <ac:chgData name="Paul Winser" userId="c3146a91-e6bd-4264-bd86-e164e04bc32d" providerId="ADAL" clId="{0FDDDFD7-7C91-4B37-9A81-5C70657E7456}" dt="2023-11-21T11:56:03.012" v="22"/>
          <ac:spMkLst>
            <pc:docMk/>
            <pc:sldMk cId="3621417310" sldId="307"/>
            <ac:spMk id="2" creationId="{EF109735-6D75-B8C3-FDDB-98F04E945D0E}"/>
          </ac:spMkLst>
        </pc:spChg>
      </pc:sldChg>
      <pc:sldChg chg="addSp modSp">
        <pc:chgData name="Paul Winser" userId="c3146a91-e6bd-4264-bd86-e164e04bc32d" providerId="ADAL" clId="{0FDDDFD7-7C91-4B37-9A81-5C70657E7456}" dt="2023-11-21T11:56:30.680" v="42"/>
        <pc:sldMkLst>
          <pc:docMk/>
          <pc:sldMk cId="2005355495" sldId="308"/>
        </pc:sldMkLst>
        <pc:spChg chg="add mod">
          <ac:chgData name="Paul Winser" userId="c3146a91-e6bd-4264-bd86-e164e04bc32d" providerId="ADAL" clId="{0FDDDFD7-7C91-4B37-9A81-5C70657E7456}" dt="2023-11-21T11:56:30.680" v="42"/>
          <ac:spMkLst>
            <pc:docMk/>
            <pc:sldMk cId="2005355495" sldId="308"/>
            <ac:spMk id="2" creationId="{5B0874F7-F90B-8B4D-0C23-812B093A7C14}"/>
          </ac:spMkLst>
        </pc:spChg>
      </pc:sldChg>
      <pc:sldChg chg="addSp modSp">
        <pc:chgData name="Paul Winser" userId="c3146a91-e6bd-4264-bd86-e164e04bc32d" providerId="ADAL" clId="{0FDDDFD7-7C91-4B37-9A81-5C70657E7456}" dt="2023-11-21T11:56:32.070" v="43"/>
        <pc:sldMkLst>
          <pc:docMk/>
          <pc:sldMk cId="47175209" sldId="309"/>
        </pc:sldMkLst>
        <pc:spChg chg="add mod">
          <ac:chgData name="Paul Winser" userId="c3146a91-e6bd-4264-bd86-e164e04bc32d" providerId="ADAL" clId="{0FDDDFD7-7C91-4B37-9A81-5C70657E7456}" dt="2023-11-21T11:56:32.070" v="43"/>
          <ac:spMkLst>
            <pc:docMk/>
            <pc:sldMk cId="47175209" sldId="309"/>
            <ac:spMk id="2" creationId="{F7C59FD9-CB46-E4A9-D54C-F83ED6C5C454}"/>
          </ac:spMkLst>
        </pc:spChg>
      </pc:sldChg>
      <pc:sldChg chg="addSp modSp mod">
        <pc:chgData name="Paul Winser" userId="c3146a91-e6bd-4264-bd86-e164e04bc32d" providerId="ADAL" clId="{0FDDDFD7-7C91-4B37-9A81-5C70657E7456}" dt="2023-11-21T11:55:51.256" v="12" actId="1076"/>
        <pc:sldMkLst>
          <pc:docMk/>
          <pc:sldMk cId="2273449067" sldId="310"/>
        </pc:sldMkLst>
        <pc:spChg chg="add mod">
          <ac:chgData name="Paul Winser" userId="c3146a91-e6bd-4264-bd86-e164e04bc32d" providerId="ADAL" clId="{0FDDDFD7-7C91-4B37-9A81-5C70657E7456}" dt="2023-11-21T11:55:47.945" v="10"/>
          <ac:spMkLst>
            <pc:docMk/>
            <pc:sldMk cId="2273449067" sldId="310"/>
            <ac:spMk id="2" creationId="{09C042EB-11DB-48B5-7C01-1E2493C08095}"/>
          </ac:spMkLst>
        </pc:spChg>
        <pc:picChg chg="mod">
          <ac:chgData name="Paul Winser" userId="c3146a91-e6bd-4264-bd86-e164e04bc32d" providerId="ADAL" clId="{0FDDDFD7-7C91-4B37-9A81-5C70657E7456}" dt="2023-11-21T11:55:51.256" v="12" actId="1076"/>
          <ac:picMkLst>
            <pc:docMk/>
            <pc:sldMk cId="2273449067" sldId="310"/>
            <ac:picMk id="3" creationId="{2330055B-59CC-DFA7-62A6-C6A68E35D778}"/>
          </ac:picMkLst>
        </pc:picChg>
      </pc:sldChg>
      <pc:sldChg chg="addSp modSp">
        <pc:chgData name="Paul Winser" userId="c3146a91-e6bd-4264-bd86-e164e04bc32d" providerId="ADAL" clId="{0FDDDFD7-7C91-4B37-9A81-5C70657E7456}" dt="2023-11-21T11:55:52.758" v="13"/>
        <pc:sldMkLst>
          <pc:docMk/>
          <pc:sldMk cId="1354922318" sldId="311"/>
        </pc:sldMkLst>
        <pc:spChg chg="add mod">
          <ac:chgData name="Paul Winser" userId="c3146a91-e6bd-4264-bd86-e164e04bc32d" providerId="ADAL" clId="{0FDDDFD7-7C91-4B37-9A81-5C70657E7456}" dt="2023-11-21T11:55:52.758" v="13"/>
          <ac:spMkLst>
            <pc:docMk/>
            <pc:sldMk cId="1354922318" sldId="311"/>
            <ac:spMk id="2" creationId="{13A1A754-88C6-4E17-59D8-006D729C8946}"/>
          </ac:spMkLst>
        </pc:spChg>
      </pc:sldChg>
      <pc:sldChg chg="addSp modSp">
        <pc:chgData name="Paul Winser" userId="c3146a91-e6bd-4264-bd86-e164e04bc32d" providerId="ADAL" clId="{0FDDDFD7-7C91-4B37-9A81-5C70657E7456}" dt="2023-11-21T11:55:53.896" v="14"/>
        <pc:sldMkLst>
          <pc:docMk/>
          <pc:sldMk cId="601448890" sldId="312"/>
        </pc:sldMkLst>
        <pc:spChg chg="add mod">
          <ac:chgData name="Paul Winser" userId="c3146a91-e6bd-4264-bd86-e164e04bc32d" providerId="ADAL" clId="{0FDDDFD7-7C91-4B37-9A81-5C70657E7456}" dt="2023-11-21T11:55:53.896" v="14"/>
          <ac:spMkLst>
            <pc:docMk/>
            <pc:sldMk cId="601448890" sldId="312"/>
            <ac:spMk id="3" creationId="{EA65AF7B-8BA0-1ACA-2ADE-247DE3459F10}"/>
          </ac:spMkLst>
        </pc:spChg>
      </pc:sldChg>
      <pc:sldChg chg="addSp modSp">
        <pc:chgData name="Paul Winser" userId="c3146a91-e6bd-4264-bd86-e164e04bc32d" providerId="ADAL" clId="{0FDDDFD7-7C91-4B37-9A81-5C70657E7456}" dt="2023-11-21T11:55:55.002" v="15"/>
        <pc:sldMkLst>
          <pc:docMk/>
          <pc:sldMk cId="1868889340" sldId="313"/>
        </pc:sldMkLst>
        <pc:spChg chg="add mod">
          <ac:chgData name="Paul Winser" userId="c3146a91-e6bd-4264-bd86-e164e04bc32d" providerId="ADAL" clId="{0FDDDFD7-7C91-4B37-9A81-5C70657E7456}" dt="2023-11-21T11:55:55.002" v="15"/>
          <ac:spMkLst>
            <pc:docMk/>
            <pc:sldMk cId="1868889340" sldId="313"/>
            <ac:spMk id="2" creationId="{F31CC695-C3AD-EF40-F5E9-3C89D9A5008F}"/>
          </ac:spMkLst>
        </pc:spChg>
      </pc:sldChg>
      <pc:sldChg chg="addSp modSp">
        <pc:chgData name="Paul Winser" userId="c3146a91-e6bd-4264-bd86-e164e04bc32d" providerId="ADAL" clId="{0FDDDFD7-7C91-4B37-9A81-5C70657E7456}" dt="2023-11-21T11:55:56.287" v="16"/>
        <pc:sldMkLst>
          <pc:docMk/>
          <pc:sldMk cId="3551637360" sldId="314"/>
        </pc:sldMkLst>
        <pc:spChg chg="add mod">
          <ac:chgData name="Paul Winser" userId="c3146a91-e6bd-4264-bd86-e164e04bc32d" providerId="ADAL" clId="{0FDDDFD7-7C91-4B37-9A81-5C70657E7456}" dt="2023-11-21T11:55:56.287" v="16"/>
          <ac:spMkLst>
            <pc:docMk/>
            <pc:sldMk cId="3551637360" sldId="314"/>
            <ac:spMk id="4" creationId="{F3E597E9-F741-01CE-069A-D5BC8234C272}"/>
          </ac:spMkLst>
        </pc:spChg>
      </pc:sldChg>
      <pc:sldChg chg="addSp modSp">
        <pc:chgData name="Paul Winser" userId="c3146a91-e6bd-4264-bd86-e164e04bc32d" providerId="ADAL" clId="{0FDDDFD7-7C91-4B37-9A81-5C70657E7456}" dt="2023-11-21T11:55:57.382" v="17"/>
        <pc:sldMkLst>
          <pc:docMk/>
          <pc:sldMk cId="3211721546" sldId="315"/>
        </pc:sldMkLst>
        <pc:spChg chg="add mod">
          <ac:chgData name="Paul Winser" userId="c3146a91-e6bd-4264-bd86-e164e04bc32d" providerId="ADAL" clId="{0FDDDFD7-7C91-4B37-9A81-5C70657E7456}" dt="2023-11-21T11:55:57.382" v="17"/>
          <ac:spMkLst>
            <pc:docMk/>
            <pc:sldMk cId="3211721546" sldId="315"/>
            <ac:spMk id="4" creationId="{9C8B6190-818C-F21D-968A-D34F6748BC0A}"/>
          </ac:spMkLst>
        </pc:spChg>
      </pc:sldChg>
      <pc:sldChg chg="addSp modSp">
        <pc:chgData name="Paul Winser" userId="c3146a91-e6bd-4264-bd86-e164e04bc32d" providerId="ADAL" clId="{0FDDDFD7-7C91-4B37-9A81-5C70657E7456}" dt="2023-11-21T11:55:58.548" v="18"/>
        <pc:sldMkLst>
          <pc:docMk/>
          <pc:sldMk cId="2396924525" sldId="316"/>
        </pc:sldMkLst>
        <pc:spChg chg="add mod">
          <ac:chgData name="Paul Winser" userId="c3146a91-e6bd-4264-bd86-e164e04bc32d" providerId="ADAL" clId="{0FDDDFD7-7C91-4B37-9A81-5C70657E7456}" dt="2023-11-21T11:55:58.548" v="18"/>
          <ac:spMkLst>
            <pc:docMk/>
            <pc:sldMk cId="2396924525" sldId="316"/>
            <ac:spMk id="4" creationId="{1DED2C66-B00C-8E0F-B8E7-EAEB4EF2D89A}"/>
          </ac:spMkLst>
        </pc:spChg>
      </pc:sldChg>
      <pc:sldChg chg="addSp modSp">
        <pc:chgData name="Paul Winser" userId="c3146a91-e6bd-4264-bd86-e164e04bc32d" providerId="ADAL" clId="{0FDDDFD7-7C91-4B37-9A81-5C70657E7456}" dt="2023-11-21T11:55:59.559" v="19"/>
        <pc:sldMkLst>
          <pc:docMk/>
          <pc:sldMk cId="2490500185" sldId="318"/>
        </pc:sldMkLst>
        <pc:spChg chg="add mod">
          <ac:chgData name="Paul Winser" userId="c3146a91-e6bd-4264-bd86-e164e04bc32d" providerId="ADAL" clId="{0FDDDFD7-7C91-4B37-9A81-5C70657E7456}" dt="2023-11-21T11:55:59.559" v="19"/>
          <ac:spMkLst>
            <pc:docMk/>
            <pc:sldMk cId="2490500185" sldId="318"/>
            <ac:spMk id="4" creationId="{74BAAD74-FCCA-97CF-CDB5-AA292A9B3B50}"/>
          </ac:spMkLst>
        </pc:spChg>
      </pc:sldChg>
      <pc:sldChg chg="addSp modSp">
        <pc:chgData name="Paul Winser" userId="c3146a91-e6bd-4264-bd86-e164e04bc32d" providerId="ADAL" clId="{0FDDDFD7-7C91-4B37-9A81-5C70657E7456}" dt="2023-11-21T11:56:00.710" v="20"/>
        <pc:sldMkLst>
          <pc:docMk/>
          <pc:sldMk cId="1343772468" sldId="319"/>
        </pc:sldMkLst>
        <pc:spChg chg="add mod">
          <ac:chgData name="Paul Winser" userId="c3146a91-e6bd-4264-bd86-e164e04bc32d" providerId="ADAL" clId="{0FDDDFD7-7C91-4B37-9A81-5C70657E7456}" dt="2023-11-21T11:56:00.710" v="20"/>
          <ac:spMkLst>
            <pc:docMk/>
            <pc:sldMk cId="1343772468" sldId="319"/>
            <ac:spMk id="2" creationId="{1321812B-D629-A6EE-85C1-3A8CF095466A}"/>
          </ac:spMkLst>
        </pc:spChg>
      </pc:sldChg>
      <pc:sldChg chg="addSp modSp">
        <pc:chgData name="Paul Winser" userId="c3146a91-e6bd-4264-bd86-e164e04bc32d" providerId="ADAL" clId="{0FDDDFD7-7C91-4B37-9A81-5C70657E7456}" dt="2023-11-21T11:56:05.272" v="24"/>
        <pc:sldMkLst>
          <pc:docMk/>
          <pc:sldMk cId="1689634722" sldId="320"/>
        </pc:sldMkLst>
        <pc:spChg chg="add mod">
          <ac:chgData name="Paul Winser" userId="c3146a91-e6bd-4264-bd86-e164e04bc32d" providerId="ADAL" clId="{0FDDDFD7-7C91-4B37-9A81-5C70657E7456}" dt="2023-11-21T11:56:05.272" v="24"/>
          <ac:spMkLst>
            <pc:docMk/>
            <pc:sldMk cId="1689634722" sldId="320"/>
            <ac:spMk id="3" creationId="{79126AA9-1159-FDD8-959E-D36531B921EE}"/>
          </ac:spMkLst>
        </pc:spChg>
      </pc:sldChg>
      <pc:sldChg chg="addSp modSp">
        <pc:chgData name="Paul Winser" userId="c3146a91-e6bd-4264-bd86-e164e04bc32d" providerId="ADAL" clId="{0FDDDFD7-7C91-4B37-9A81-5C70657E7456}" dt="2023-11-21T11:56:04.028" v="23"/>
        <pc:sldMkLst>
          <pc:docMk/>
          <pc:sldMk cId="2210595401" sldId="321"/>
        </pc:sldMkLst>
        <pc:spChg chg="add mod">
          <ac:chgData name="Paul Winser" userId="c3146a91-e6bd-4264-bd86-e164e04bc32d" providerId="ADAL" clId="{0FDDDFD7-7C91-4B37-9A81-5C70657E7456}" dt="2023-11-21T11:56:04.028" v="23"/>
          <ac:spMkLst>
            <pc:docMk/>
            <pc:sldMk cId="2210595401" sldId="321"/>
            <ac:spMk id="3" creationId="{17B5BBFC-D163-EAC3-9932-4F989A5F37AC}"/>
          </ac:spMkLst>
        </pc:spChg>
      </pc:sldChg>
      <pc:sldChg chg="addSp modSp">
        <pc:chgData name="Paul Winser" userId="c3146a91-e6bd-4264-bd86-e164e04bc32d" providerId="ADAL" clId="{0FDDDFD7-7C91-4B37-9A81-5C70657E7456}" dt="2023-11-21T11:56:07.573" v="26"/>
        <pc:sldMkLst>
          <pc:docMk/>
          <pc:sldMk cId="3911863145" sldId="322"/>
        </pc:sldMkLst>
        <pc:spChg chg="add mod">
          <ac:chgData name="Paul Winser" userId="c3146a91-e6bd-4264-bd86-e164e04bc32d" providerId="ADAL" clId="{0FDDDFD7-7C91-4B37-9A81-5C70657E7456}" dt="2023-11-21T11:56:07.573" v="26"/>
          <ac:spMkLst>
            <pc:docMk/>
            <pc:sldMk cId="3911863145" sldId="322"/>
            <ac:spMk id="2" creationId="{897ED9E0-31FD-24FA-A1CA-BFFC85086B8B}"/>
          </ac:spMkLst>
        </pc:spChg>
      </pc:sldChg>
      <pc:sldChg chg="addSp modSp">
        <pc:chgData name="Paul Winser" userId="c3146a91-e6bd-4264-bd86-e164e04bc32d" providerId="ADAL" clId="{0FDDDFD7-7C91-4B37-9A81-5C70657E7456}" dt="2023-11-21T11:56:06.522" v="25"/>
        <pc:sldMkLst>
          <pc:docMk/>
          <pc:sldMk cId="4074645342" sldId="323"/>
        </pc:sldMkLst>
        <pc:spChg chg="add mod">
          <ac:chgData name="Paul Winser" userId="c3146a91-e6bd-4264-bd86-e164e04bc32d" providerId="ADAL" clId="{0FDDDFD7-7C91-4B37-9A81-5C70657E7456}" dt="2023-11-21T11:56:06.522" v="25"/>
          <ac:spMkLst>
            <pc:docMk/>
            <pc:sldMk cId="4074645342" sldId="323"/>
            <ac:spMk id="3" creationId="{1A3F236B-CC99-9BBC-9E5E-58FA5D56D640}"/>
          </ac:spMkLst>
        </pc:spChg>
      </pc:sldChg>
      <pc:sldChg chg="addSp modSp mod">
        <pc:chgData name="Paul Winser" userId="c3146a91-e6bd-4264-bd86-e164e04bc32d" providerId="ADAL" clId="{0FDDDFD7-7C91-4B37-9A81-5C70657E7456}" dt="2023-11-21T11:56:12.191" v="29" actId="1076"/>
        <pc:sldMkLst>
          <pc:docMk/>
          <pc:sldMk cId="731823412" sldId="324"/>
        </pc:sldMkLst>
        <pc:spChg chg="add mod">
          <ac:chgData name="Paul Winser" userId="c3146a91-e6bd-4264-bd86-e164e04bc32d" providerId="ADAL" clId="{0FDDDFD7-7C91-4B37-9A81-5C70657E7456}" dt="2023-11-21T11:56:08.743" v="27"/>
          <ac:spMkLst>
            <pc:docMk/>
            <pc:sldMk cId="731823412" sldId="324"/>
            <ac:spMk id="2" creationId="{58F657A8-B688-47AE-BFE1-3FBCA0CCDA8E}"/>
          </ac:spMkLst>
        </pc:spChg>
        <pc:picChg chg="mod">
          <ac:chgData name="Paul Winser" userId="c3146a91-e6bd-4264-bd86-e164e04bc32d" providerId="ADAL" clId="{0FDDDFD7-7C91-4B37-9A81-5C70657E7456}" dt="2023-11-21T11:56:12.191" v="29" actId="1076"/>
          <ac:picMkLst>
            <pc:docMk/>
            <pc:sldMk cId="731823412" sldId="324"/>
            <ac:picMk id="3" creationId="{3595317D-9CE9-6BC5-3893-3417E4D06244}"/>
          </ac:picMkLst>
        </pc:picChg>
      </pc:sldChg>
      <pc:sldChg chg="addSp modSp">
        <pc:chgData name="Paul Winser" userId="c3146a91-e6bd-4264-bd86-e164e04bc32d" providerId="ADAL" clId="{0FDDDFD7-7C91-4B37-9A81-5C70657E7456}" dt="2023-11-21T11:56:21.318" v="35"/>
        <pc:sldMkLst>
          <pc:docMk/>
          <pc:sldMk cId="2795980720" sldId="325"/>
        </pc:sldMkLst>
        <pc:spChg chg="add mod">
          <ac:chgData name="Paul Winser" userId="c3146a91-e6bd-4264-bd86-e164e04bc32d" providerId="ADAL" clId="{0FDDDFD7-7C91-4B37-9A81-5C70657E7456}" dt="2023-11-21T11:56:21.318" v="35"/>
          <ac:spMkLst>
            <pc:docMk/>
            <pc:sldMk cId="2795980720" sldId="325"/>
            <ac:spMk id="2" creationId="{ED986AA3-C03F-0747-1FE6-43A2EB511777}"/>
          </ac:spMkLst>
        </pc:spChg>
      </pc:sldChg>
      <pc:sldChg chg="addSp modSp mod">
        <pc:chgData name="Paul Winser" userId="c3146a91-e6bd-4264-bd86-e164e04bc32d" providerId="ADAL" clId="{0FDDDFD7-7C91-4B37-9A81-5C70657E7456}" dt="2023-11-21T11:56:25.710" v="38" actId="1076"/>
        <pc:sldMkLst>
          <pc:docMk/>
          <pc:sldMk cId="3242294925" sldId="326"/>
        </pc:sldMkLst>
        <pc:spChg chg="add mod">
          <ac:chgData name="Paul Winser" userId="c3146a91-e6bd-4264-bd86-e164e04bc32d" providerId="ADAL" clId="{0FDDDFD7-7C91-4B37-9A81-5C70657E7456}" dt="2023-11-21T11:56:22.483" v="36"/>
          <ac:spMkLst>
            <pc:docMk/>
            <pc:sldMk cId="3242294925" sldId="326"/>
            <ac:spMk id="2" creationId="{0AEAFB6C-7420-8972-9970-8EEAB2D67700}"/>
          </ac:spMkLst>
        </pc:spChg>
        <pc:picChg chg="mod">
          <ac:chgData name="Paul Winser" userId="c3146a91-e6bd-4264-bd86-e164e04bc32d" providerId="ADAL" clId="{0FDDDFD7-7C91-4B37-9A81-5C70657E7456}" dt="2023-11-21T11:56:25.710" v="38" actId="1076"/>
          <ac:picMkLst>
            <pc:docMk/>
            <pc:sldMk cId="3242294925" sldId="326"/>
            <ac:picMk id="4" creationId="{0A3A760E-1670-715A-ACB7-7462F6F7E237}"/>
          </ac:picMkLst>
        </pc:picChg>
      </pc:sldChg>
      <pc:sldChg chg="addSp modSp mod">
        <pc:chgData name="Paul Winser" userId="c3146a91-e6bd-4264-bd86-e164e04bc32d" providerId="ADAL" clId="{0FDDDFD7-7C91-4B37-9A81-5C70657E7456}" dt="2023-11-21T11:56:18.439" v="33" actId="1076"/>
        <pc:sldMkLst>
          <pc:docMk/>
          <pc:sldMk cId="3779335704" sldId="328"/>
        </pc:sldMkLst>
        <pc:spChg chg="add mod">
          <ac:chgData name="Paul Winser" userId="c3146a91-e6bd-4264-bd86-e164e04bc32d" providerId="ADAL" clId="{0FDDDFD7-7C91-4B37-9A81-5C70657E7456}" dt="2023-11-21T11:56:14.435" v="31"/>
          <ac:spMkLst>
            <pc:docMk/>
            <pc:sldMk cId="3779335704" sldId="328"/>
            <ac:spMk id="2" creationId="{E82C9814-70D8-62E6-3146-E9502999D283}"/>
          </ac:spMkLst>
        </pc:spChg>
        <pc:picChg chg="mod">
          <ac:chgData name="Paul Winser" userId="c3146a91-e6bd-4264-bd86-e164e04bc32d" providerId="ADAL" clId="{0FDDDFD7-7C91-4B37-9A81-5C70657E7456}" dt="2023-11-21T11:56:18.439" v="33" actId="1076"/>
          <ac:picMkLst>
            <pc:docMk/>
            <pc:sldMk cId="3779335704" sldId="328"/>
            <ac:picMk id="3" creationId="{3C2C1443-9EE1-40BC-A017-C188533F382E}"/>
          </ac:picMkLst>
        </pc:picChg>
      </pc:sldChg>
      <pc:sldChg chg="addSp modSp">
        <pc:chgData name="Paul Winser" userId="c3146a91-e6bd-4264-bd86-e164e04bc32d" providerId="ADAL" clId="{0FDDDFD7-7C91-4B37-9A81-5C70657E7456}" dt="2023-11-21T11:56:13.141" v="30"/>
        <pc:sldMkLst>
          <pc:docMk/>
          <pc:sldMk cId="2869274348" sldId="329"/>
        </pc:sldMkLst>
        <pc:spChg chg="add mod">
          <ac:chgData name="Paul Winser" userId="c3146a91-e6bd-4264-bd86-e164e04bc32d" providerId="ADAL" clId="{0FDDDFD7-7C91-4B37-9A81-5C70657E7456}" dt="2023-11-21T11:56:13.141" v="30"/>
          <ac:spMkLst>
            <pc:docMk/>
            <pc:sldMk cId="2869274348" sldId="329"/>
            <ac:spMk id="3" creationId="{B8BE1114-118C-6B4A-DF13-12FD51912C9B}"/>
          </ac:spMkLst>
        </pc:spChg>
      </pc:sldChg>
      <pc:sldChg chg="addSp modSp">
        <pc:chgData name="Paul Winser" userId="c3146a91-e6bd-4264-bd86-e164e04bc32d" providerId="ADAL" clId="{0FDDDFD7-7C91-4B37-9A81-5C70657E7456}" dt="2023-11-21T11:56:20.181" v="34"/>
        <pc:sldMkLst>
          <pc:docMk/>
          <pc:sldMk cId="2816470584" sldId="332"/>
        </pc:sldMkLst>
        <pc:spChg chg="add mod">
          <ac:chgData name="Paul Winser" userId="c3146a91-e6bd-4264-bd86-e164e04bc32d" providerId="ADAL" clId="{0FDDDFD7-7C91-4B37-9A81-5C70657E7456}" dt="2023-11-21T11:56:20.181" v="34"/>
          <ac:spMkLst>
            <pc:docMk/>
            <pc:sldMk cId="2816470584" sldId="332"/>
            <ac:spMk id="3" creationId="{6B3FAD01-476B-07EB-E553-1C636E626CE6}"/>
          </ac:spMkLst>
        </pc:spChg>
      </pc:sldChg>
      <pc:sldChg chg="addSp modSp">
        <pc:chgData name="Paul Winser" userId="c3146a91-e6bd-4264-bd86-e164e04bc32d" providerId="ADAL" clId="{0FDDDFD7-7C91-4B37-9A81-5C70657E7456}" dt="2023-11-21T11:56:26.769" v="39"/>
        <pc:sldMkLst>
          <pc:docMk/>
          <pc:sldMk cId="2021195029" sldId="333"/>
        </pc:sldMkLst>
        <pc:spChg chg="add mod">
          <ac:chgData name="Paul Winser" userId="c3146a91-e6bd-4264-bd86-e164e04bc32d" providerId="ADAL" clId="{0FDDDFD7-7C91-4B37-9A81-5C70657E7456}" dt="2023-11-21T11:56:26.769" v="39"/>
          <ac:spMkLst>
            <pc:docMk/>
            <pc:sldMk cId="2021195029" sldId="333"/>
            <ac:spMk id="2" creationId="{5E0FF3EA-2A7E-B776-7285-EF562BF61AD8}"/>
          </ac:spMkLst>
        </pc:spChg>
      </pc:sldChg>
      <pc:sldChg chg="addSp modSp">
        <pc:chgData name="Paul Winser" userId="c3146a91-e6bd-4264-bd86-e164e04bc32d" providerId="ADAL" clId="{0FDDDFD7-7C91-4B37-9A81-5C70657E7456}" dt="2023-11-21T11:56:28.169" v="40"/>
        <pc:sldMkLst>
          <pc:docMk/>
          <pc:sldMk cId="3255199563" sldId="334"/>
        </pc:sldMkLst>
        <pc:spChg chg="add mod">
          <ac:chgData name="Paul Winser" userId="c3146a91-e6bd-4264-bd86-e164e04bc32d" providerId="ADAL" clId="{0FDDDFD7-7C91-4B37-9A81-5C70657E7456}" dt="2023-11-21T11:56:28.169" v="40"/>
          <ac:spMkLst>
            <pc:docMk/>
            <pc:sldMk cId="3255199563" sldId="334"/>
            <ac:spMk id="2" creationId="{703A0771-E380-341D-550A-C0BFE5544623}"/>
          </ac:spMkLst>
        </pc:spChg>
      </pc:sldChg>
      <pc:sldChg chg="addSp modSp">
        <pc:chgData name="Paul Winser" userId="c3146a91-e6bd-4264-bd86-e164e04bc32d" providerId="ADAL" clId="{0FDDDFD7-7C91-4B37-9A81-5C70657E7456}" dt="2023-11-21T11:56:29.541" v="41"/>
        <pc:sldMkLst>
          <pc:docMk/>
          <pc:sldMk cId="3692648949" sldId="335"/>
        </pc:sldMkLst>
        <pc:spChg chg="add mod">
          <ac:chgData name="Paul Winser" userId="c3146a91-e6bd-4264-bd86-e164e04bc32d" providerId="ADAL" clId="{0FDDDFD7-7C91-4B37-9A81-5C70657E7456}" dt="2023-11-21T11:56:29.541" v="41"/>
          <ac:spMkLst>
            <pc:docMk/>
            <pc:sldMk cId="3692648949" sldId="335"/>
            <ac:spMk id="2" creationId="{1A705E00-4C52-63AA-4022-872FAA8EE7E4}"/>
          </ac:spMkLst>
        </pc:spChg>
      </pc:sldChg>
      <pc:sldChg chg="addSp modSp">
        <pc:chgData name="Paul Winser" userId="c3146a91-e6bd-4264-bd86-e164e04bc32d" providerId="ADAL" clId="{0FDDDFD7-7C91-4B37-9A81-5C70657E7456}" dt="2023-11-21T11:56:33.378" v="44"/>
        <pc:sldMkLst>
          <pc:docMk/>
          <pc:sldMk cId="2787133637" sldId="336"/>
        </pc:sldMkLst>
        <pc:spChg chg="add mod">
          <ac:chgData name="Paul Winser" userId="c3146a91-e6bd-4264-bd86-e164e04bc32d" providerId="ADAL" clId="{0FDDDFD7-7C91-4B37-9A81-5C70657E7456}" dt="2023-11-21T11:56:33.378" v="44"/>
          <ac:spMkLst>
            <pc:docMk/>
            <pc:sldMk cId="2787133637" sldId="336"/>
            <ac:spMk id="2" creationId="{ED1B3F99-9087-BD56-0C89-F051B39CA82A}"/>
          </ac:spMkLst>
        </pc:spChg>
      </pc:sldChg>
      <pc:sldChg chg="addSp modSp">
        <pc:chgData name="Paul Winser" userId="c3146a91-e6bd-4264-bd86-e164e04bc32d" providerId="ADAL" clId="{0FDDDFD7-7C91-4B37-9A81-5C70657E7456}" dt="2023-11-21T11:56:34.616" v="45"/>
        <pc:sldMkLst>
          <pc:docMk/>
          <pc:sldMk cId="1863521760" sldId="337"/>
        </pc:sldMkLst>
        <pc:spChg chg="add mod">
          <ac:chgData name="Paul Winser" userId="c3146a91-e6bd-4264-bd86-e164e04bc32d" providerId="ADAL" clId="{0FDDDFD7-7C91-4B37-9A81-5C70657E7456}" dt="2023-11-21T11:56:34.616" v="45"/>
          <ac:spMkLst>
            <pc:docMk/>
            <pc:sldMk cId="1863521760" sldId="337"/>
            <ac:spMk id="2" creationId="{A45CCCC0-188F-3970-1439-CF79EA27EE12}"/>
          </ac:spMkLst>
        </pc:spChg>
      </pc:sldChg>
      <pc:sldChg chg="addSp modSp">
        <pc:chgData name="Paul Winser" userId="c3146a91-e6bd-4264-bd86-e164e04bc32d" providerId="ADAL" clId="{0FDDDFD7-7C91-4B37-9A81-5C70657E7456}" dt="2023-11-21T11:56:35.762" v="46"/>
        <pc:sldMkLst>
          <pc:docMk/>
          <pc:sldMk cId="2987950190" sldId="338"/>
        </pc:sldMkLst>
        <pc:spChg chg="add mod">
          <ac:chgData name="Paul Winser" userId="c3146a91-e6bd-4264-bd86-e164e04bc32d" providerId="ADAL" clId="{0FDDDFD7-7C91-4B37-9A81-5C70657E7456}" dt="2023-11-21T11:56:35.762" v="46"/>
          <ac:spMkLst>
            <pc:docMk/>
            <pc:sldMk cId="2987950190" sldId="338"/>
            <ac:spMk id="2" creationId="{6BC88C36-A165-07BF-4B0D-F1478EFC1B82}"/>
          </ac:spMkLst>
        </pc:spChg>
      </pc:sldChg>
      <pc:sldChg chg="addSp modSp">
        <pc:chgData name="Paul Winser" userId="c3146a91-e6bd-4264-bd86-e164e04bc32d" providerId="ADAL" clId="{0FDDDFD7-7C91-4B37-9A81-5C70657E7456}" dt="2023-11-21T11:56:37.751" v="47"/>
        <pc:sldMkLst>
          <pc:docMk/>
          <pc:sldMk cId="3737412388" sldId="339"/>
        </pc:sldMkLst>
        <pc:spChg chg="add mod">
          <ac:chgData name="Paul Winser" userId="c3146a91-e6bd-4264-bd86-e164e04bc32d" providerId="ADAL" clId="{0FDDDFD7-7C91-4B37-9A81-5C70657E7456}" dt="2023-11-21T11:56:37.751" v="47"/>
          <ac:spMkLst>
            <pc:docMk/>
            <pc:sldMk cId="3737412388" sldId="339"/>
            <ac:spMk id="2" creationId="{0330F80A-3C06-A1E4-A23E-FEFF97457A86}"/>
          </ac:spMkLst>
        </pc:spChg>
      </pc:sldChg>
      <pc:sldChg chg="addSp modSp add mod modTransition">
        <pc:chgData name="Paul Winser" userId="c3146a91-e6bd-4264-bd86-e164e04bc32d" providerId="ADAL" clId="{0FDDDFD7-7C91-4B37-9A81-5C70657E7456}" dt="2023-11-23T10:45:22.501" v="50" actId="255"/>
        <pc:sldMkLst>
          <pc:docMk/>
          <pc:sldMk cId="3738603344" sldId="340"/>
        </pc:sldMkLst>
        <pc:spChg chg="mod">
          <ac:chgData name="Paul Winser" userId="c3146a91-e6bd-4264-bd86-e164e04bc32d" providerId="ADAL" clId="{0FDDDFD7-7C91-4B37-9A81-5C70657E7456}" dt="2023-11-23T10:45:22.501" v="50" actId="255"/>
          <ac:spMkLst>
            <pc:docMk/>
            <pc:sldMk cId="3738603344" sldId="340"/>
            <ac:spMk id="3" creationId="{C575D9A2-9E41-E9ED-913B-A7FFC75A130A}"/>
          </ac:spMkLst>
        </pc:spChg>
        <pc:spChg chg="add mod">
          <ac:chgData name="Paul Winser" userId="c3146a91-e6bd-4264-bd86-e164e04bc32d" providerId="ADAL" clId="{0FDDDFD7-7C91-4B37-9A81-5C70657E7456}" dt="2023-11-21T11:57:07.288" v="49"/>
          <ac:spMkLst>
            <pc:docMk/>
            <pc:sldMk cId="3738603344" sldId="340"/>
            <ac:spMk id="4" creationId="{E91D74CD-74C2-406B-9157-7E135223E16F}"/>
          </ac:spMkLst>
        </pc:spChg>
      </pc:sldChg>
    </pc:docChg>
  </pc:docChgLst>
  <pc:docChgLst>
    <pc:chgData name="Sam Prince" userId="b8c1c271-dd5b-4079-a09a-81f4ce8be867" providerId="ADAL" clId="{D68E94FA-F32D-4879-A5AE-B5D8B510C947}"/>
    <pc:docChg chg="undo custSel modSld">
      <pc:chgData name="Sam Prince" userId="b8c1c271-dd5b-4079-a09a-81f4ce8be867" providerId="ADAL" clId="{D68E94FA-F32D-4879-A5AE-B5D8B510C947}" dt="2023-10-20T10:23:39.133" v="56" actId="6549"/>
      <pc:docMkLst>
        <pc:docMk/>
      </pc:docMkLst>
      <pc:sldChg chg="delSp modSp mod">
        <pc:chgData name="Sam Prince" userId="b8c1c271-dd5b-4079-a09a-81f4ce8be867" providerId="ADAL" clId="{D68E94FA-F32D-4879-A5AE-B5D8B510C947}" dt="2023-10-20T10:18:01.828" v="1" actId="478"/>
        <pc:sldMkLst>
          <pc:docMk/>
          <pc:sldMk cId="2273449067" sldId="310"/>
        </pc:sldMkLst>
        <pc:spChg chg="del mod">
          <ac:chgData name="Sam Prince" userId="b8c1c271-dd5b-4079-a09a-81f4ce8be867" providerId="ADAL" clId="{D68E94FA-F32D-4879-A5AE-B5D8B510C947}" dt="2023-10-20T10:18:01.828" v="1" actId="478"/>
          <ac:spMkLst>
            <pc:docMk/>
            <pc:sldMk cId="2273449067" sldId="310"/>
            <ac:spMk id="34825" creationId="{38DB43F3-23E9-27AE-9AF4-FFF5339D1F00}"/>
          </ac:spMkLst>
        </pc:spChg>
      </pc:sldChg>
      <pc:sldChg chg="modSp mod">
        <pc:chgData name="Sam Prince" userId="b8c1c271-dd5b-4079-a09a-81f4ce8be867" providerId="ADAL" clId="{D68E94FA-F32D-4879-A5AE-B5D8B510C947}" dt="2023-10-20T10:23:39.133" v="56" actId="6549"/>
        <pc:sldMkLst>
          <pc:docMk/>
          <pc:sldMk cId="1868889340" sldId="313"/>
        </pc:sldMkLst>
        <pc:spChg chg="mod">
          <ac:chgData name="Sam Prince" userId="b8c1c271-dd5b-4079-a09a-81f4ce8be867" providerId="ADAL" clId="{D68E94FA-F32D-4879-A5AE-B5D8B510C947}" dt="2023-10-20T10:23:39.133" v="56" actId="6549"/>
          <ac:spMkLst>
            <pc:docMk/>
            <pc:sldMk cId="1868889340" sldId="313"/>
            <ac:spMk id="34819" creationId="{453C7683-8588-7ABC-32E0-8A4E68218620}"/>
          </ac:spMkLst>
        </pc:spChg>
      </pc:sldChg>
      <pc:sldChg chg="delSp mod">
        <pc:chgData name="Sam Prince" userId="b8c1c271-dd5b-4079-a09a-81f4ce8be867" providerId="ADAL" clId="{D68E94FA-F32D-4879-A5AE-B5D8B510C947}" dt="2023-10-20T10:18:10.386" v="2" actId="478"/>
        <pc:sldMkLst>
          <pc:docMk/>
          <pc:sldMk cId="3551637360" sldId="314"/>
        </pc:sldMkLst>
        <pc:spChg chg="del">
          <ac:chgData name="Sam Prince" userId="b8c1c271-dd5b-4079-a09a-81f4ce8be867" providerId="ADAL" clId="{D68E94FA-F32D-4879-A5AE-B5D8B510C947}" dt="2023-10-20T10:18:10.386" v="2" actId="478"/>
          <ac:spMkLst>
            <pc:docMk/>
            <pc:sldMk cId="3551637360" sldId="314"/>
            <ac:spMk id="4" creationId="{0787B3BE-9E4C-C25A-23D8-D201266DC01F}"/>
          </ac:spMkLst>
        </pc:spChg>
      </pc:sldChg>
      <pc:sldChg chg="delSp mod">
        <pc:chgData name="Sam Prince" userId="b8c1c271-dd5b-4079-a09a-81f4ce8be867" providerId="ADAL" clId="{D68E94FA-F32D-4879-A5AE-B5D8B510C947}" dt="2023-10-20T10:23:19.441" v="49" actId="478"/>
        <pc:sldMkLst>
          <pc:docMk/>
          <pc:sldMk cId="3211721546" sldId="315"/>
        </pc:sldMkLst>
        <pc:spChg chg="del">
          <ac:chgData name="Sam Prince" userId="b8c1c271-dd5b-4079-a09a-81f4ce8be867" providerId="ADAL" clId="{D68E94FA-F32D-4879-A5AE-B5D8B510C947}" dt="2023-10-20T10:23:19.441" v="49" actId="478"/>
          <ac:spMkLst>
            <pc:docMk/>
            <pc:sldMk cId="3211721546" sldId="315"/>
            <ac:spMk id="4" creationId="{0787B3BE-9E4C-C25A-23D8-D201266DC01F}"/>
          </ac:spMkLst>
        </pc:spChg>
      </pc:sldChg>
      <pc:sldChg chg="delSp modSp mod delCm">
        <pc:chgData name="Sam Prince" userId="b8c1c271-dd5b-4079-a09a-81f4ce8be867" providerId="ADAL" clId="{D68E94FA-F32D-4879-A5AE-B5D8B510C947}" dt="2023-10-20T10:20:48.837" v="44" actId="1076"/>
        <pc:sldMkLst>
          <pc:docMk/>
          <pc:sldMk cId="2396924525" sldId="316"/>
        </pc:sldMkLst>
        <pc:spChg chg="mod">
          <ac:chgData name="Sam Prince" userId="b8c1c271-dd5b-4079-a09a-81f4ce8be867" providerId="ADAL" clId="{D68E94FA-F32D-4879-A5AE-B5D8B510C947}" dt="2023-10-20T10:20:44.192" v="42" actId="1076"/>
          <ac:spMkLst>
            <pc:docMk/>
            <pc:sldMk cId="2396924525" sldId="316"/>
            <ac:spMk id="2" creationId="{117F6EFB-5261-3977-6CC9-C6159C9D3CE2}"/>
          </ac:spMkLst>
        </pc:spChg>
        <pc:spChg chg="mod">
          <ac:chgData name="Sam Prince" userId="b8c1c271-dd5b-4079-a09a-81f4ce8be867" providerId="ADAL" clId="{D68E94FA-F32D-4879-A5AE-B5D8B510C947}" dt="2023-10-20T10:20:46.141" v="43" actId="1076"/>
          <ac:spMkLst>
            <pc:docMk/>
            <pc:sldMk cId="2396924525" sldId="316"/>
            <ac:spMk id="3" creationId="{B789E774-2E5D-145B-A7B2-21DA12B11D99}"/>
          </ac:spMkLst>
        </pc:spChg>
        <pc:spChg chg="del">
          <ac:chgData name="Sam Prince" userId="b8c1c271-dd5b-4079-a09a-81f4ce8be867" providerId="ADAL" clId="{D68E94FA-F32D-4879-A5AE-B5D8B510C947}" dt="2023-10-20T10:18:17.753" v="3" actId="478"/>
          <ac:spMkLst>
            <pc:docMk/>
            <pc:sldMk cId="2396924525" sldId="316"/>
            <ac:spMk id="4" creationId="{0787B3BE-9E4C-C25A-23D8-D201266DC01F}"/>
          </ac:spMkLst>
        </pc:spChg>
        <pc:graphicFrameChg chg="mod modGraphic">
          <ac:chgData name="Sam Prince" userId="b8c1c271-dd5b-4079-a09a-81f4ce8be867" providerId="ADAL" clId="{D68E94FA-F32D-4879-A5AE-B5D8B510C947}" dt="2023-10-20T10:20:48.837" v="44" actId="1076"/>
          <ac:graphicFrameMkLst>
            <pc:docMk/>
            <pc:sldMk cId="2396924525" sldId="316"/>
            <ac:graphicFrameMk id="5" creationId="{E3C9536E-78CB-1B34-86C6-713D295AD7C5}"/>
          </ac:graphicFrameMkLst>
        </pc:graphicFrameChg>
      </pc:sldChg>
      <pc:sldChg chg="modSp mod">
        <pc:chgData name="Sam Prince" userId="b8c1c271-dd5b-4079-a09a-81f4ce8be867" providerId="ADAL" clId="{D68E94FA-F32D-4879-A5AE-B5D8B510C947}" dt="2023-10-20T10:19:33.468" v="36" actId="113"/>
        <pc:sldMkLst>
          <pc:docMk/>
          <pc:sldMk cId="2490500185" sldId="318"/>
        </pc:sldMkLst>
        <pc:spChg chg="mod">
          <ac:chgData name="Sam Prince" userId="b8c1c271-dd5b-4079-a09a-81f4ce8be867" providerId="ADAL" clId="{D68E94FA-F32D-4879-A5AE-B5D8B510C947}" dt="2023-10-20T10:19:33.468" v="36" actId="113"/>
          <ac:spMkLst>
            <pc:docMk/>
            <pc:sldMk cId="2490500185" sldId="318"/>
            <ac:spMk id="7" creationId="{776C1153-E255-397C-AEF9-39F742852579}"/>
          </ac:spMkLst>
        </pc:spChg>
      </pc:sldChg>
      <pc:sldChg chg="modSp mod">
        <pc:chgData name="Sam Prince" userId="b8c1c271-dd5b-4079-a09a-81f4ce8be867" providerId="ADAL" clId="{D68E94FA-F32D-4879-A5AE-B5D8B510C947}" dt="2023-10-20T10:19:41.206" v="37" actId="20577"/>
        <pc:sldMkLst>
          <pc:docMk/>
          <pc:sldMk cId="2210595401" sldId="321"/>
        </pc:sldMkLst>
        <pc:graphicFrameChg chg="modGraphic">
          <ac:chgData name="Sam Prince" userId="b8c1c271-dd5b-4079-a09a-81f4ce8be867" providerId="ADAL" clId="{D68E94FA-F32D-4879-A5AE-B5D8B510C947}" dt="2023-10-20T10:19:41.206" v="37" actId="20577"/>
          <ac:graphicFrameMkLst>
            <pc:docMk/>
            <pc:sldMk cId="2210595401" sldId="321"/>
            <ac:graphicFrameMk id="2" creationId="{761A762E-1706-CD21-4D7B-3189B15AE1A0}"/>
          </ac:graphicFrameMkLst>
        </pc:graphicFrameChg>
      </pc:sldChg>
      <pc:sldChg chg="modSp mod">
        <pc:chgData name="Sam Prince" userId="b8c1c271-dd5b-4079-a09a-81f4ce8be867" providerId="ADAL" clId="{D68E94FA-F32D-4879-A5AE-B5D8B510C947}" dt="2023-10-20T10:23:05.182" v="48" actId="6549"/>
        <pc:sldMkLst>
          <pc:docMk/>
          <pc:sldMk cId="2795980720" sldId="325"/>
        </pc:sldMkLst>
        <pc:spChg chg="mod">
          <ac:chgData name="Sam Prince" userId="b8c1c271-dd5b-4079-a09a-81f4ce8be867" providerId="ADAL" clId="{D68E94FA-F32D-4879-A5AE-B5D8B510C947}" dt="2023-10-20T10:23:05.182" v="48" actId="6549"/>
          <ac:spMkLst>
            <pc:docMk/>
            <pc:sldMk cId="2795980720" sldId="325"/>
            <ac:spMk id="34819" creationId="{453C7683-8588-7ABC-32E0-8A4E68218620}"/>
          </ac:spMkLst>
        </pc:spChg>
      </pc:sldChg>
      <pc:sldChg chg="modSp mod">
        <pc:chgData name="Sam Prince" userId="b8c1c271-dd5b-4079-a09a-81f4ce8be867" providerId="ADAL" clId="{D68E94FA-F32D-4879-A5AE-B5D8B510C947}" dt="2023-10-20T10:19:51.780" v="40" actId="5793"/>
        <pc:sldMkLst>
          <pc:docMk/>
          <pc:sldMk cId="2869274348" sldId="329"/>
        </pc:sldMkLst>
        <pc:graphicFrameChg chg="modGraphic">
          <ac:chgData name="Sam Prince" userId="b8c1c271-dd5b-4079-a09a-81f4ce8be867" providerId="ADAL" clId="{D68E94FA-F32D-4879-A5AE-B5D8B510C947}" dt="2023-10-20T10:19:51.780" v="40" actId="5793"/>
          <ac:graphicFrameMkLst>
            <pc:docMk/>
            <pc:sldMk cId="2869274348" sldId="329"/>
            <ac:graphicFrameMk id="2" creationId="{25531DE2-2D55-41F3-1ECC-C8EDB42B8074}"/>
          </ac:graphicFrameMkLst>
        </pc:graphicFrameChg>
      </pc:sldChg>
      <pc:sldChg chg="modSp mod">
        <pc:chgData name="Sam Prince" userId="b8c1c271-dd5b-4079-a09a-81f4ce8be867" providerId="ADAL" clId="{D68E94FA-F32D-4879-A5AE-B5D8B510C947}" dt="2023-10-20T10:21:19.916" v="46" actId="12"/>
        <pc:sldMkLst>
          <pc:docMk/>
          <pc:sldMk cId="3255199563" sldId="334"/>
        </pc:sldMkLst>
        <pc:spChg chg="mod">
          <ac:chgData name="Sam Prince" userId="b8c1c271-dd5b-4079-a09a-81f4ce8be867" providerId="ADAL" clId="{D68E94FA-F32D-4879-A5AE-B5D8B510C947}" dt="2023-10-20T10:21:19.916" v="46" actId="12"/>
          <ac:spMkLst>
            <pc:docMk/>
            <pc:sldMk cId="3255199563" sldId="334"/>
            <ac:spMk id="34819" creationId="{453C7683-8588-7ABC-32E0-8A4E68218620}"/>
          </ac:spMkLst>
        </pc:spChg>
      </pc:sldChg>
    </pc:docChg>
  </pc:docChgLst>
  <pc:docChgLst>
    <pc:chgData name="Sam Prince" userId="S::sam.prince1@pearson.com::b8c1c271-dd5b-4079-a09a-81f4ce8be867" providerId="AD" clId="Web-{D784A5C1-3EEF-77CD-5742-A6890C6549CC}"/>
    <pc:docChg chg="modSld">
      <pc:chgData name="Sam Prince" userId="S::sam.prince1@pearson.com::b8c1c271-dd5b-4079-a09a-81f4ce8be867" providerId="AD" clId="Web-{D784A5C1-3EEF-77CD-5742-A6890C6549CC}" dt="2023-10-19T18:31:05.673" v="14" actId="20577"/>
      <pc:docMkLst>
        <pc:docMk/>
      </pc:docMkLst>
      <pc:sldChg chg="modSp">
        <pc:chgData name="Sam Prince" userId="S::sam.prince1@pearson.com::b8c1c271-dd5b-4079-a09a-81f4ce8be867" providerId="AD" clId="Web-{D784A5C1-3EEF-77CD-5742-A6890C6549CC}" dt="2023-10-19T18:31:05.673" v="14" actId="20577"/>
        <pc:sldMkLst>
          <pc:docMk/>
          <pc:sldMk cId="3738603344" sldId="340"/>
        </pc:sldMkLst>
        <pc:spChg chg="mod">
          <ac:chgData name="Sam Prince" userId="S::sam.prince1@pearson.com::b8c1c271-dd5b-4079-a09a-81f4ce8be867" providerId="AD" clId="Web-{D784A5C1-3EEF-77CD-5742-A6890C6549CC}" dt="2023-10-19T18:31:05.673" v="14" actId="20577"/>
          <ac:spMkLst>
            <pc:docMk/>
            <pc:sldMk cId="3738603344" sldId="340"/>
            <ac:spMk id="3" creationId="{C575D9A2-9E41-E9ED-913B-A7FFC75A13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01088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7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59421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8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17814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9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88457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14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37475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15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16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17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46119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18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35609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19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52243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20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255003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21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48253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22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55493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23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72126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24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710750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25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073565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26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738522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27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425995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28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824813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29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54681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30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009894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31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32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640897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33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584243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34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810947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35</a:t>
            </a:fld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12642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2592856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8827724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e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CA185C8-E242-F709-23BF-8C4986375FF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7956376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100" b="0" i="0">
                <a:solidFill>
                  <a:srgbClr val="444444"/>
                </a:solidFill>
                <a:effectLst/>
              </a:rPr>
              <a:t>A103000359729</a:t>
            </a:r>
            <a:endParaRPr lang="en-US" sz="110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00735777-EE81-D566-407B-B90815A0DF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1"/>
              <a:t>الوحدة 9:</a:t>
            </a:r>
            <a:br>
              <a:rPr lang="en-GB" altLang="en-US" sz="4600" dirty="0"/>
            </a:br>
            <a:br>
              <a:rPr lang="en-GB" altLang="en-US" sz="4600" dirty="0"/>
            </a:br>
            <a:br>
              <a:rPr lang="en-US" altLang="en-US" sz="4600" dirty="0"/>
            </a:br>
            <a:endParaRPr lang="en-GB" altLang="en-US" sz="46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3618BED-11B5-90CC-5910-B65474D70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1752600"/>
          </a:xfrm>
        </p:spPr>
        <p:txBody>
          <a:bodyPr rtlCol="1"/>
          <a:lstStyle/>
          <a:p>
            <a:pPr rtl="1"/>
            <a:r>
              <a:rPr lang="ar" sz="4600" b="1"/>
              <a:t>الطعام العالمي </a:t>
            </a:r>
            <a:br>
              <a:rPr lang="en-US" sz="4600" b="1"/>
            </a:br>
            <a:r>
              <a:rPr lang="ar" sz="4600" b="1"/>
              <a:t>المعاصر</a:t>
            </a:r>
            <a:endParaRPr lang="en-GB" sz="4600" b="1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6A5C4E3-620F-155E-6091-54F64BDC5149}"/>
              </a:ext>
            </a:extLst>
          </p:cNvPr>
          <p:cNvSpPr>
            <a:spLocks noGrp="1"/>
          </p:cNvSpPr>
          <p:nvPr/>
        </p:nvSpPr>
        <p:spPr bwMode="auto">
          <a:xfrm>
            <a:off x="100416" y="6325953"/>
            <a:ext cx="8648048" cy="308442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600">
                <a:latin typeface="Sakkal Majalla" panose="02000000000000000000" pitchFamily="2" charset="-78"/>
                <a:cs typeface="Sakkal Majalla" panose="02000000000000000000" pitchFamily="2" charset="-78"/>
              </a:rPr>
              <a:t>© شركة بيرسون إيديوكيشن ليمتد 2023. لا يُسمح بالنسخ إلا للمؤسسة المُشترية فقط </a:t>
            </a:r>
            <a:endParaRPr lang="en-GB" alt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1"/>
              <a:t>الطعام العالمي المعاصر 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492896"/>
            <a:ext cx="8424935" cy="396989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lnSpc>
                <a:spcPct val="110000"/>
              </a:lnSpc>
              <a:buSzPct val="85000"/>
            </a:pPr>
            <a:r>
              <a:rPr lang="ar" sz="2600"/>
              <a:t>ستمكنك دراسة هذه الوحدة من تطوير معرفتك بالأطعمة العالمية المعاصرة. 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/>
              <a:t>في هذه الوحدة، سوف تتعرف على منشأ أطباق من حول العالم، والمعدات ومنتجات الطعام المستخدمة لصنع هذه الأطباق. 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/>
              <a:t>سوف تطور مهارات الطبخ العملية باستخدام مجموعة واسعة من منتجات الطعام لإنشاء أطباق طعام عالمية معاصرة.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/>
              <a:t>وفي النهاية، سوف تسمح لك هذه الوحدة بتطوير المهارات المطلوبة لمراجعة الأطباق التي قمت بإعدادها.</a:t>
            </a:r>
          </a:p>
          <a:p>
            <a:pPr marL="0" indent="0" rtl="1">
              <a:lnSpc>
                <a:spcPct val="110000"/>
              </a:lnSpc>
              <a:buSzPct val="85000"/>
              <a:buNone/>
            </a:pPr>
            <a:endParaRPr lang="en-GB" altLang="en-US" sz="26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b="1"/>
              <a:t>أهداف التعلم</a:t>
            </a:r>
            <a:endParaRPr lang="en-GB" altLang="en-US" sz="4600" b="1" dirty="0"/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83568" y="2276872"/>
            <a:ext cx="7798968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04813" indent="-387350" defTabSz="431800" rtl="1">
              <a:buNone/>
            </a:pPr>
            <a:r>
              <a:rPr lang="ar" sz="2600" b="1" spc="30"/>
              <a:t>أ	</a:t>
            </a:r>
            <a:r>
              <a:rPr lang="ar" sz="2600" spc="30"/>
              <a:t>استكشاف العوامل المؤثرة على الأساليب المختلفة للأطباق المعدة والمطهوة حول العالم</a:t>
            </a:r>
            <a:endParaRPr lang="en-GB" altLang="en-US" sz="2600" spc="30" dirty="0">
              <a:highlight>
                <a:srgbClr val="FFFF00"/>
              </a:highlight>
            </a:endParaRPr>
          </a:p>
          <a:p>
            <a:pPr marL="404813" indent="-404813" defTabSz="431800" rtl="1">
              <a:spcBef>
                <a:spcPts val="1200"/>
              </a:spcBef>
              <a:buNone/>
            </a:pPr>
            <a:r>
              <a:rPr lang="ar" sz="2600" b="1" spc="30"/>
              <a:t>ب	</a:t>
            </a:r>
            <a:r>
              <a:rPr lang="ar" sz="2600" spc="30"/>
              <a:t>عرض مهارات تحضير وطهي الطعام.</a:t>
            </a:r>
            <a:endParaRPr lang="en-GB" altLang="en-US" sz="2600" spc="30" dirty="0">
              <a:highlight>
                <a:srgbClr val="FFFF00"/>
              </a:highlight>
            </a:endParaRPr>
          </a:p>
          <a:p>
            <a:pPr marL="404813" indent="-404813" defTabSz="431800" rtl="1">
              <a:spcBef>
                <a:spcPts val="1200"/>
              </a:spcBef>
              <a:buNone/>
            </a:pPr>
            <a:r>
              <a:rPr lang="ar" sz="2600" b="1" spc="30"/>
              <a:t>ج	</a:t>
            </a:r>
            <a:r>
              <a:rPr lang="ar" sz="2600" spc="30"/>
              <a:t>مراجعة الأطباق المكتملة</a:t>
            </a:r>
            <a:endParaRPr lang="en-GB" altLang="en-US" sz="2600" spc="30" dirty="0">
              <a:highlight>
                <a:srgbClr val="FFFF00"/>
              </a:highlight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sz="2600" b="1" spc="30" dirty="0">
              <a:highlight>
                <a:srgbClr val="FFFF00"/>
              </a:highlight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sz="2600" b="1" spc="30" dirty="0">
              <a:highlight>
                <a:srgbClr val="FFFF00"/>
              </a:highlight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sz="2600" spc="30" dirty="0"/>
            </a:br>
            <a:r>
              <a:rPr lang="ar" sz="2600" spc="30"/>
              <a:t>	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b="1"/>
              <a:t>هدف التعلّم أ:</a:t>
            </a:r>
            <a:br>
              <a:rPr lang="en-US" altLang="en-US" sz="2600" dirty="0"/>
            </a:br>
            <a:br>
              <a:rPr lang="en-US" altLang="en-US" sz="2400" dirty="0"/>
            </a:br>
            <a:r>
              <a:rPr lang="ar" sz="3800" b="1"/>
              <a:t>استكشاف العوامل المؤثرة على </a:t>
            </a:r>
            <a:br>
              <a:rPr lang="en-US" sz="3800" b="1"/>
            </a:br>
            <a:r>
              <a:rPr lang="ar" sz="3800" b="1"/>
              <a:t>الأساليب المختلفة للأطباق المعدة </a:t>
            </a:r>
            <a:br>
              <a:rPr lang="en-US" sz="3800" b="1"/>
            </a:br>
            <a:r>
              <a:rPr lang="ar" sz="3800" b="1"/>
              <a:t>والمطهوة حول العالم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2193" y="4725144"/>
            <a:ext cx="8435280" cy="167311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60363" indent="-360363" rtl="1">
              <a:buSzPct val="85000"/>
            </a:pPr>
            <a:r>
              <a:rPr lang="ar" sz="2600"/>
              <a:t>العوامل المؤثرة على الطعام من جميع أنحاء العالم</a:t>
            </a:r>
          </a:p>
          <a:p>
            <a:pPr marL="360363" indent="-360363" rtl="1">
              <a:buSzPct val="85000"/>
            </a:pPr>
            <a:r>
              <a:rPr lang="ar" sz="2600"/>
              <a:t>أساليب الطعام والأطباق التي يتم إعدادها وطهوها حول العالم.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dirty="0">
              <a:solidFill>
                <a:srgbClr val="FF0000"/>
              </a:solidFill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endParaRPr lang="en-GB" altLang="en-US" sz="3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07951" y="3140968"/>
            <a:ext cx="7920780" cy="34563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algn="just" rtl="1">
              <a:buNone/>
            </a:pPr>
            <a:r>
              <a:rPr lang="ar" sz="2600"/>
              <a:t>بادئ ذي بدء، من المهم فهم المقصود بمصطلح "أطباق عالمية معاصرة".</a:t>
            </a:r>
          </a:p>
          <a:p>
            <a:pPr marL="0" indent="0" algn="just" rtl="1"/>
            <a:endParaRPr lang="en-GB" altLang="en-US" sz="1800" dirty="0"/>
          </a:p>
          <a:p>
            <a:pPr marL="0" indent="0" algn="just" rtl="1">
              <a:buNone/>
            </a:pPr>
            <a:r>
              <a:rPr lang="ar" sz="2600" b="1"/>
              <a:t>التعريف</a:t>
            </a:r>
          </a:p>
          <a:p>
            <a:pPr marL="0" indent="0" algn="just" rtl="1">
              <a:buNone/>
            </a:pPr>
            <a:r>
              <a:rPr lang="ar" sz="2600" spc="20"/>
              <a:t>"الأطباق العالمية المعاصرة" هو المصطلح المستخدم لوصف المواد الغذائية المصنوعة من المكونات الإقليمية الطازجة التي تجمع بين أساليب الطبخ المختلفة من جميع </a:t>
            </a:r>
            <a:br>
              <a:rPr lang="en-US" sz="2600" spc="20"/>
            </a:br>
            <a:r>
              <a:rPr lang="ar" sz="2600" spc="20"/>
              <a:t>أنحاء العالم. </a:t>
            </a:r>
          </a:p>
          <a:p>
            <a:pPr indent="0" rtl="1">
              <a:buNone/>
            </a:pP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استكشاف العوامل المؤثرة على </a:t>
            </a:r>
            <a:br>
              <a:rPr lang="en-US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الأساليب المختلفة للأطباق المعدة </a:t>
            </a:r>
            <a:br>
              <a:rPr lang="en-US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والمطهوة حول العالم</a:t>
            </a:r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2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العوامل المؤثرة على الطعام من جميع أنحاء العالم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495800" y="2240965"/>
            <a:ext cx="4316289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sz="2600"/>
              <a:t>هناك عوامل مؤثرة مختلفة تؤثر على العناصر الغذائية المستخدمة في الأطباق العالمية المعاصرة، بما في ذلك:</a:t>
            </a:r>
          </a:p>
          <a:p>
            <a:pPr marL="347663" lvl="1" indent="-347663" rtl="1">
              <a:lnSpc>
                <a:spcPct val="95000"/>
              </a:lnSpc>
              <a:buSzPct val="85000"/>
            </a:pPr>
            <a:r>
              <a:rPr lang="ar"/>
              <a:t>المناخ والبيئة</a:t>
            </a:r>
          </a:p>
          <a:p>
            <a:pPr marL="347663" lvl="1" indent="-347663" rtl="1">
              <a:lnSpc>
                <a:spcPct val="95000"/>
              </a:lnSpc>
              <a:buSzPct val="85000"/>
            </a:pPr>
            <a:r>
              <a:rPr lang="ar"/>
              <a:t>الدين والثقافة</a:t>
            </a:r>
          </a:p>
          <a:p>
            <a:pPr marL="347663" lvl="1" indent="-347663" rtl="1">
              <a:lnSpc>
                <a:spcPct val="95000"/>
              </a:lnSpc>
              <a:buSzPct val="85000"/>
            </a:pPr>
            <a:r>
              <a:rPr lang="ar"/>
              <a:t>السفر</a:t>
            </a:r>
          </a:p>
          <a:p>
            <a:pPr marL="347663" lvl="1" indent="-347663" rtl="1">
              <a:lnSpc>
                <a:spcPct val="95000"/>
              </a:lnSpc>
              <a:buSzPct val="85000"/>
            </a:pPr>
            <a:r>
              <a:rPr lang="ar"/>
              <a:t>التكنولوجيا</a:t>
            </a:r>
          </a:p>
          <a:p>
            <a:pPr marL="347663" lvl="1" indent="-347663" rtl="1">
              <a:lnSpc>
                <a:spcPct val="95000"/>
              </a:lnSpc>
              <a:buSzPct val="85000"/>
            </a:pPr>
            <a:r>
              <a:rPr lang="ar"/>
              <a:t>سلوك المستهلك</a:t>
            </a:r>
          </a:p>
          <a:p>
            <a:pPr marL="347663" lvl="1" indent="-347663" rtl="1">
              <a:lnSpc>
                <a:spcPct val="95000"/>
              </a:lnSpc>
              <a:buSzPct val="85000"/>
            </a:pPr>
            <a:r>
              <a:rPr lang="ar"/>
              <a:t>الاستدامة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30055B-59CC-DFA7-62A6-C6A68E35D77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608" y="2780928"/>
            <a:ext cx="3888636" cy="259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4906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18058" y="2276872"/>
            <a:ext cx="8208712" cy="3816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47663" indent="-347663" rtl="1">
              <a:lnSpc>
                <a:spcPct val="120000"/>
              </a:lnSpc>
              <a:buSzPct val="85000"/>
            </a:pPr>
            <a:r>
              <a:rPr lang="ar" sz="2600"/>
              <a:t>تنمو المكونات المختلفة في دول مختلفة بناءً على المناخ والبيئة. وتُستخدم هذه المكونات لتحضير أطباق مرتبطة بالدول التي تنمو بها العناصر الغذائية.</a:t>
            </a:r>
          </a:p>
          <a:p>
            <a:pPr marL="347663" indent="-347663" rtl="1">
              <a:lnSpc>
                <a:spcPct val="120000"/>
              </a:lnSpc>
              <a:buSzPct val="85000"/>
            </a:pPr>
            <a:r>
              <a:rPr lang="ar" sz="2600"/>
              <a:t>يعد الأرز غذاءً رئيسيًا في العديد من البلدان الأكثر حرارة، بما في ذلك الهند وتايلاند، ويُستخدم لصنع أطباق مثل البرياني والأرز المقلي بالأناناس (طبق تايلاندي).</a:t>
            </a:r>
          </a:p>
          <a:p>
            <a:pPr marL="347663" indent="-347663" rtl="1">
              <a:lnSpc>
                <a:spcPct val="120000"/>
              </a:lnSpc>
              <a:buSzPct val="85000"/>
            </a:pPr>
            <a:r>
              <a:rPr lang="ar" sz="2600"/>
              <a:t>ويُستخدم الفلفل الحار في العديد من البلدان الحارة لإضافة التوابل والنكهة إلى الأطباق، مثل الكاري واليخنات.  </a:t>
            </a:r>
          </a:p>
          <a:p>
            <a:pPr indent="0" rtl="1">
              <a:lnSpc>
                <a:spcPct val="120000"/>
              </a:lnSpc>
              <a:buNone/>
            </a:pP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المناخ والبيئة (1)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5492231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39552" y="2492896"/>
            <a:ext cx="8014928" cy="316835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60363" rtl="1">
              <a:lnSpc>
                <a:spcPct val="110000"/>
              </a:lnSpc>
              <a:buSzPct val="85000"/>
            </a:pPr>
            <a:r>
              <a:rPr lang="ar" sz="2600"/>
              <a:t>تنمو الخضروات الورقية الخضراء، مثل الملفوف وكرنب الكالي في دول أكثر برودة، مثل إنجلترا وألمانيا. </a:t>
            </a:r>
          </a:p>
          <a:p>
            <a:pPr marL="360363" rtl="1">
              <a:lnSpc>
                <a:spcPct val="110000"/>
              </a:lnSpc>
              <a:buSzPct val="85000"/>
            </a:pPr>
            <a:r>
              <a:rPr lang="ar" sz="2600"/>
              <a:t>فيما يلي العوامل البيئية التي تؤثر على إنتاج الغذاء:</a:t>
            </a:r>
          </a:p>
          <a:p>
            <a:pPr marL="685800" rtl="1">
              <a:buSzPct val="85000"/>
            </a:pP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المناخ والبيئة (2)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E806418A-ACFF-2D44-5E4D-0FBEE4E6C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951536"/>
              </p:ext>
            </p:extLst>
          </p:nvPr>
        </p:nvGraphicFramePr>
        <p:xfrm>
          <a:off x="1331640" y="4043164"/>
          <a:ext cx="6840760" cy="146304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420380">
                  <a:extLst>
                    <a:ext uri="{9D8B030D-6E8A-4147-A177-3AD203B41FA5}">
                      <a16:colId xmlns:a16="http://schemas.microsoft.com/office/drawing/2014/main" val="1732168113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622635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rtl="1">
                        <a:buSzPct val="80000"/>
                        <a:buFont typeface="Courier New" panose="02070309020205020404" pitchFamily="49" charset="0"/>
                        <a:buChar char="o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الارتفاع العمودي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0000"/>
                        <a:buFont typeface="Courier New" panose="02070309020205020404" pitchFamily="49" charset="0"/>
                        <a:buChar char="o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ضوء الشمس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40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rtl="1">
                        <a:buSzPct val="80000"/>
                        <a:buFont typeface="Courier New" panose="02070309020205020404" pitchFamily="49" charset="0"/>
                        <a:buChar char="o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هطول الأمطار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0000"/>
                        <a:buFont typeface="Courier New" panose="02070309020205020404" pitchFamily="49" charset="0"/>
                        <a:buChar char="o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درجة الحرارة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45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rtl="1">
                        <a:buSzPct val="80000"/>
                        <a:buFont typeface="Courier New" panose="02070309020205020404" pitchFamily="49" charset="0"/>
                        <a:buChar char="o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نوع التربة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0000"/>
                        <a:buFont typeface="Courier New" panose="02070309020205020404" pitchFamily="49" charset="0"/>
                        <a:buChar char="o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توفر المياه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047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44889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1560" y="2060848"/>
            <a:ext cx="7920680" cy="43204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600" b="1"/>
              <a:t>بعض الديانات والثقافات تحرم تناول أطعمة معينة. </a:t>
            </a:r>
          </a:p>
          <a:p>
            <a:pPr marL="0" indent="0" rtl="1">
              <a:buNone/>
            </a:pPr>
            <a:r>
              <a:rPr lang="ar" sz="2600"/>
              <a:t>على سبيل المثال:</a:t>
            </a:r>
          </a:p>
          <a:p>
            <a:pPr marL="360363" indent="-360363" rtl="1">
              <a:buSzPct val="85000"/>
            </a:pPr>
            <a:r>
              <a:rPr lang="ar" sz="2600" spc="20"/>
              <a:t>للهندوسية قيود غذائية تختلف حسب المنطقة والتقاليد، حيث تحرم استهلاك لحوم البقر.</a:t>
            </a:r>
          </a:p>
          <a:p>
            <a:pPr marL="360363" indent="-360363" rtl="1">
              <a:buSzPct val="85000"/>
            </a:pPr>
            <a:r>
              <a:rPr lang="ar" sz="2600" spc="20"/>
              <a:t>وللإسلام قيود غذائية، حيث يحرم تناول لحم الخنزير، ولا يمكن تناول سوى اللحوم المذبوحة على الطريقة الحلال.</a:t>
            </a:r>
          </a:p>
          <a:p>
            <a:pPr marL="0" indent="0" rtl="1"/>
            <a:endParaRPr lang="en-GB" altLang="en-US" sz="2600" dirty="0"/>
          </a:p>
          <a:p>
            <a:pPr marL="0" indent="0" rtl="1">
              <a:buNone/>
            </a:pPr>
            <a:r>
              <a:rPr lang="ar" sz="2600" b="1"/>
              <a:t>سؤال: </a:t>
            </a:r>
            <a:r>
              <a:rPr lang="ar" sz="2600"/>
              <a:t>هل تعرف ديانات أو ثقافات أخرى تحرم تناول أطعمة محددة؟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الدين والثقافة</a:t>
            </a:r>
          </a:p>
        </p:txBody>
      </p:sp>
    </p:spTree>
    <p:extLst>
      <p:ext uri="{BB962C8B-B14F-4D97-AF65-F5344CB8AC3E}">
        <p14:creationId xmlns:p14="http://schemas.microsoft.com/office/powerpoint/2010/main" val="186888934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F6EFB-5261-3977-6CC9-C6159C9D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44413"/>
            <a:ext cx="8229600" cy="863600"/>
          </a:xfrm>
        </p:spPr>
        <p:txBody>
          <a:bodyPr rtlCol="1"/>
          <a:lstStyle/>
          <a:p>
            <a:pPr rtl="1"/>
            <a:r>
              <a:rPr lang="ar" sz="3800" b="1"/>
              <a:t>السفر والتكنولوجيا </a:t>
            </a:r>
            <a:br>
              <a:rPr lang="en-US" sz="3800" b="1"/>
            </a:br>
            <a:r>
              <a:rPr lang="ar" sz="3800" b="1"/>
              <a:t>وسلوك المستهلك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9E774-2E5D-145B-A7B2-21DA12B11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1560" y="2509084"/>
            <a:ext cx="8072603" cy="3969791"/>
          </a:xfrm>
        </p:spPr>
        <p:txBody>
          <a:bodyPr rtlCol="1"/>
          <a:lstStyle/>
          <a:p>
            <a:pPr rtl="1">
              <a:lnSpc>
                <a:spcPct val="110000"/>
              </a:lnSpc>
              <a:buSzPct val="85000"/>
            </a:pPr>
            <a:r>
              <a:rPr lang="ar" sz="2600"/>
              <a:t>بينما يسافر الناس أكثر إلى أجزاء مختلفة من العالم، فإنهم يختبرون أطعمة وأطباقًا مختلفة ويقدمون عناصر هذه الأطباق إلى طبخهم. 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/>
              <a:t>ومع زيادة استخدام التكنولوجيا، أصبح بإمكان الناس الوصول إلى وصفات الطعام من دول مختلفة واتجاهات جديدة في المأكولات بسرعة أكبر. 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sz="2600"/>
              <a:t>كما تؤثر وسائل التواصل الاجتماعي على سلوك المستهلك، وقد غيرت المنافذ قوائم طعامها لتتسم بالمغامرة وتكون أكثر تلبيةً لاحتياجات العملاء.</a:t>
            </a:r>
          </a:p>
        </p:txBody>
      </p:sp>
    </p:spTree>
    <p:extLst>
      <p:ext uri="{BB962C8B-B14F-4D97-AF65-F5344CB8AC3E}">
        <p14:creationId xmlns:p14="http://schemas.microsoft.com/office/powerpoint/2010/main" val="355163736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F6EFB-5261-3977-6CC9-C6159C9D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r>
              <a:rPr lang="ar" sz="3800" b="1"/>
              <a:t>الاستدامة</a:t>
            </a:r>
            <a:r>
              <a:rPr lang="ar" sz="380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9E774-2E5D-145B-A7B2-21DA12B11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5513"/>
            <a:ext cx="7991475" cy="3609975"/>
          </a:xfrm>
        </p:spPr>
        <p:txBody>
          <a:bodyPr rtlCol="1"/>
          <a:lstStyle/>
          <a:p>
            <a:pPr rtl="1">
              <a:lnSpc>
                <a:spcPct val="120000"/>
              </a:lnSpc>
              <a:buSzPct val="85000"/>
            </a:pPr>
            <a:r>
              <a:rPr lang="ar" sz="2600"/>
              <a:t>الاستدامة تعني إنتاج الطعام بطرق تحمي البيئة. تغير المزارع ومنتجو الطعام أنظمتها لتكون أقل لتكلفة وتلوثًا وأكثر فعالية وتوفيرًا للطاقة. </a:t>
            </a:r>
          </a:p>
          <a:p>
            <a:pPr rtl="1">
              <a:lnSpc>
                <a:spcPct val="120000"/>
              </a:lnSpc>
              <a:buSzPct val="85000"/>
            </a:pPr>
            <a:r>
              <a:rPr lang="ar" sz="2600"/>
              <a:t>يتم شراء الطعام محليًا لتقليل الأميال التي تقطعها المواد الغذائية واستخدام المزيد من المكونات في موسمها لتقليل انبعاثات الكربون. </a:t>
            </a:r>
          </a:p>
          <a:p>
            <a:pPr rtl="1"/>
            <a:endParaRPr lang="en-GB" sz="2600" dirty="0"/>
          </a:p>
          <a:p>
            <a:pPr marL="0" indent="0" rtl="1">
              <a:buNone/>
            </a:pPr>
            <a:r>
              <a:rPr lang="ar" sz="2600" b="1"/>
              <a:t>سؤال: </a:t>
            </a:r>
            <a:r>
              <a:rPr lang="ar" sz="2600"/>
              <a:t>ما هي العناصر الغذائية المحلية في بلد إقامتك؟</a:t>
            </a:r>
          </a:p>
        </p:txBody>
      </p:sp>
    </p:spTree>
    <p:extLst>
      <p:ext uri="{BB962C8B-B14F-4D97-AF65-F5344CB8AC3E}">
        <p14:creationId xmlns:p14="http://schemas.microsoft.com/office/powerpoint/2010/main" val="321172154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F6EFB-5261-3977-6CC9-C6159C9D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61" y="1366096"/>
            <a:ext cx="8229600" cy="863600"/>
          </a:xfrm>
        </p:spPr>
        <p:txBody>
          <a:bodyPr rtlCol="1"/>
          <a:lstStyle/>
          <a:p>
            <a:pPr algn="r" rtl="1"/>
            <a:br>
              <a:rPr lang="en-GB" sz="3400" spc="100" dirty="0"/>
            </a:br>
            <a:br>
              <a:rPr lang="en-GB" sz="3400" spc="100" dirty="0"/>
            </a:br>
            <a:r>
              <a:rPr lang="ar" sz="3400" b="1" spc="100"/>
              <a:t>أساليب الطعام والأطباق التي يتم إعدادها وطهوها </a:t>
            </a:r>
            <a:br>
              <a:rPr lang="en-US" sz="3400" b="1" spc="100"/>
            </a:br>
            <a:r>
              <a:rPr lang="ar" sz="3400" b="1" spc="100"/>
              <a:t>حول العالم.</a:t>
            </a:r>
            <a:br>
              <a:rPr lang="en-GB" sz="3400" spc="100" dirty="0"/>
            </a:br>
            <a:br>
              <a:rPr lang="en-GB" sz="3400" spc="100" dirty="0"/>
            </a:br>
            <a:endParaRPr lang="en-GB" sz="3400" spc="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9E774-2E5D-145B-A7B2-21DA12B11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63" y="2464321"/>
            <a:ext cx="7991475" cy="3096344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600"/>
              <a:t>عند دراسة هذه الوحدة، سوف تستكشف الأطعمة من مختلف مناطق وبلدان العالم، بما في ذلك:</a:t>
            </a:r>
          </a:p>
          <a:p>
            <a:pPr marL="0" indent="0" rtl="1">
              <a:buNone/>
            </a:pPr>
            <a:endParaRPr lang="en-US" dirty="0">
              <a:effectLst/>
              <a:ea typeface="Lucida Sans" panose="020B0602030504020204" pitchFamily="34" charset="0"/>
            </a:endParaRPr>
          </a:p>
          <a:p>
            <a:pPr rtl="1"/>
            <a:endParaRPr lang="en-GB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3C9536E-78CB-1B34-86C6-713D295AD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806484"/>
              </p:ext>
            </p:extLst>
          </p:nvPr>
        </p:nvGraphicFramePr>
        <p:xfrm>
          <a:off x="1374917" y="3544441"/>
          <a:ext cx="6192688" cy="2924175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3096344">
                  <a:extLst>
                    <a:ext uri="{9D8B030D-6E8A-4147-A177-3AD203B41FA5}">
                      <a16:colId xmlns:a16="http://schemas.microsoft.com/office/drawing/2014/main" val="862003446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380912827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rtl="1">
                        <a:lnSpc>
                          <a:spcPct val="95000"/>
                        </a:lnSpc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مطابخ من مناطق ودول العالم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473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>
                        <a:lnSpc>
                          <a:spcPct val="95000"/>
                        </a:lnSpc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العربي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ct val="95000"/>
                        </a:lnSpc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اللبناني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349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>
                        <a:lnSpc>
                          <a:spcPct val="95000"/>
                        </a:lnSpc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الإفريقي</a:t>
                      </a:r>
                    </a:p>
                    <a:p>
                      <a:pPr rtl="1">
                        <a:lnSpc>
                          <a:spcPct val="95000"/>
                        </a:lnSpc>
                      </a:pPr>
                      <a:r>
                        <a:rPr lang="ar" sz="2600" kern="120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الصيني</a:t>
                      </a:r>
                    </a:p>
                    <a:p>
                      <a:pPr rtl="1">
                        <a:lnSpc>
                          <a:spcPct val="95000"/>
                        </a:lnSpc>
                      </a:pPr>
                      <a:r>
                        <a:rPr lang="ar" sz="2600" kern="120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الإنجليزي</a:t>
                      </a:r>
                    </a:p>
                    <a:p>
                      <a:pPr rtl="1">
                        <a:lnSpc>
                          <a:spcPct val="95000"/>
                        </a:lnSpc>
                      </a:pPr>
                      <a:r>
                        <a:rPr lang="ar" sz="2600" kern="120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الألماني</a:t>
                      </a:r>
                    </a:p>
                    <a:p>
                      <a:pPr rtl="1">
                        <a:lnSpc>
                          <a:spcPct val="95000"/>
                        </a:lnSpc>
                      </a:pPr>
                      <a:r>
                        <a:rPr lang="ar" sz="2600" kern="120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الياباني</a:t>
                      </a:r>
                      <a:endParaRPr lang="en-GB" sz="26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>
                        <a:lnSpc>
                          <a:spcPct val="95000"/>
                        </a:lnSpc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المكسيكي</a:t>
                      </a:r>
                    </a:p>
                    <a:p>
                      <a:pPr rtl="1">
                        <a:lnSpc>
                          <a:spcPct val="95000"/>
                        </a:lnSpc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المغربي</a:t>
                      </a:r>
                    </a:p>
                    <a:p>
                      <a:pPr rtl="1">
                        <a:lnSpc>
                          <a:spcPct val="95000"/>
                        </a:lnSpc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الشرق أوسطي</a:t>
                      </a:r>
                    </a:p>
                    <a:p>
                      <a:pPr rtl="1">
                        <a:lnSpc>
                          <a:spcPct val="95000"/>
                        </a:lnSpc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الأمريكي الشمالي</a:t>
                      </a:r>
                    </a:p>
                    <a:p>
                      <a:pPr rtl="1">
                        <a:lnSpc>
                          <a:spcPct val="95000"/>
                        </a:lnSpc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الفيتنامي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3149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692452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2D65-D5F2-7481-09E8-CFA82EFF1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r>
              <a:rPr lang="ar" sz="3800" b="1"/>
              <a:t>مجموعة الأطباق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AECB1-A980-0D71-3DD7-F5186AB07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63" y="2215470"/>
            <a:ext cx="7991475" cy="863600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600" spc="30"/>
              <a:t>كما ستستكشف العناصر الغذائية المطلوبة لإعداد وطهي مجموعة من الأطباق، </a:t>
            </a:r>
            <a:br>
              <a:rPr lang="en-US" sz="2600" spc="30"/>
            </a:br>
            <a:r>
              <a:rPr lang="ar" sz="2600" spc="30"/>
              <a:t>بما فيها:                </a:t>
            </a:r>
          </a:p>
          <a:p>
            <a:pPr rtl="1"/>
            <a:endParaRPr lang="en-GB" sz="2600" dirty="0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CC19AC4E-B8B3-1BC5-1047-3A580C086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79356"/>
              </p:ext>
            </p:extLst>
          </p:nvPr>
        </p:nvGraphicFramePr>
        <p:xfrm>
          <a:off x="1619672" y="3079070"/>
          <a:ext cx="6840760" cy="228981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420380">
                  <a:extLst>
                    <a:ext uri="{9D8B030D-6E8A-4147-A177-3AD203B41FA5}">
                      <a16:colId xmlns:a16="http://schemas.microsoft.com/office/drawing/2014/main" val="1732168113"/>
                    </a:ext>
                  </a:extLst>
                </a:gridCol>
                <a:gridCol w="3420380">
                  <a:extLst>
                    <a:ext uri="{9D8B030D-6E8A-4147-A177-3AD203B41FA5}">
                      <a16:colId xmlns:a16="http://schemas.microsoft.com/office/drawing/2014/main" val="622635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42900" indent="-342900" rtl="1">
                        <a:lnSpc>
                          <a:spcPct val="90000"/>
                        </a:lnSpc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التاباس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1">
                        <a:lnSpc>
                          <a:spcPct val="90000"/>
                        </a:lnSpc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السمك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40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rtl="1">
                        <a:lnSpc>
                          <a:spcPct val="90000"/>
                        </a:lnSpc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المقبلات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1">
                        <a:lnSpc>
                          <a:spcPct val="90000"/>
                        </a:lnSpc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اللحم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45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rtl="1">
                        <a:lnSpc>
                          <a:spcPct val="90000"/>
                        </a:lnSpc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السلطات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1">
                        <a:lnSpc>
                          <a:spcPct val="90000"/>
                        </a:lnSpc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الخضروات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5047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rtl="1">
                        <a:lnSpc>
                          <a:spcPct val="90000"/>
                        </a:lnSpc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 kern="120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المشهيات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1">
                        <a:lnSpc>
                          <a:spcPct val="90000"/>
                        </a:lnSpc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الحلويات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780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rtl="1">
                        <a:lnSpc>
                          <a:spcPct val="90000"/>
                        </a:lnSpc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الحساء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1">
                        <a:lnSpc>
                          <a:spcPct val="90000"/>
                        </a:lnSpc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الموالح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88865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76C1153-E255-397C-AEF9-39F742852579}"/>
              </a:ext>
            </a:extLst>
          </p:cNvPr>
          <p:cNvSpPr txBox="1"/>
          <p:nvPr/>
        </p:nvSpPr>
        <p:spPr>
          <a:xfrm>
            <a:off x="576264" y="5634037"/>
            <a:ext cx="7884169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مناقشة: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كيف بإمكانك استخدام المكونات لإعداد مجموعة من الأطباق.</a:t>
            </a:r>
          </a:p>
        </p:txBody>
      </p:sp>
    </p:spTree>
    <p:extLst>
      <p:ext uri="{BB962C8B-B14F-4D97-AF65-F5344CB8AC3E}">
        <p14:creationId xmlns:p14="http://schemas.microsoft.com/office/powerpoint/2010/main" val="249050018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/>
              <a:t>هدف التعلّم ب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619324" y="4149080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60363" rtl="1">
              <a:buSzPct val="85000"/>
            </a:pPr>
            <a:r>
              <a:rPr lang="ar" sz="2600"/>
              <a:t>المعدات والأطعمة</a:t>
            </a:r>
          </a:p>
          <a:p>
            <a:pPr marL="360363" rtl="1">
              <a:buSzPct val="85000"/>
            </a:pPr>
            <a:r>
              <a:rPr lang="ar" sz="2600"/>
              <a:t>طرق تحضير وطهي الأطباق</a:t>
            </a:r>
          </a:p>
          <a:p>
            <a:pPr marL="360363" rtl="1">
              <a:buSzPct val="85000"/>
            </a:pPr>
            <a:r>
              <a:rPr lang="ar" sz="2600"/>
              <a:t>إضافة اللمسات الأخيرة وتقديم الأطباق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dirty="0">
              <a:solidFill>
                <a:srgbClr val="FF0000"/>
              </a:solidFill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عرض مهارات تحضير </a:t>
            </a:r>
            <a:br>
              <a:rPr lang="en-US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وطهي الطعام.</a:t>
            </a:r>
          </a:p>
        </p:txBody>
      </p:sp>
    </p:spTree>
    <p:extLst>
      <p:ext uri="{BB962C8B-B14F-4D97-AF65-F5344CB8AC3E}">
        <p14:creationId xmlns:p14="http://schemas.microsoft.com/office/powerpoint/2010/main" val="13437724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87450" y="4149080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114000"/>
              </a:lnSpc>
              <a:buFont typeface="Wingdings" panose="05000000000000000000" pitchFamily="2" charset="2"/>
              <a:buNone/>
            </a:pPr>
            <a:r>
              <a:rPr lang="ar" sz="2600"/>
              <a:t>سوف يسمح لك هدف التعليم ب باستخدام معدات متنوعة وعناصر غذائية لتحضير وطهي أطباق عالمية معاصرة من دول متنوعة.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1519238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عرض مهارات تحضير </a:t>
            </a:r>
            <a:br>
              <a:rPr lang="en-US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وطهي الطعام 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649" y="2276872"/>
            <a:ext cx="8208712" cy="36724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60363" rtl="1">
              <a:lnSpc>
                <a:spcPct val="110000"/>
              </a:lnSpc>
              <a:buSzPct val="85000"/>
            </a:pPr>
            <a:r>
              <a:rPr lang="ar" sz="2600" spc="20"/>
              <a:t>تستخدم البلدان المختلفة معدات مختلفة لإعداد أطباقها الإقليمية.</a:t>
            </a:r>
          </a:p>
          <a:p>
            <a:pPr marL="360363" rtl="1">
              <a:lnSpc>
                <a:spcPct val="110000"/>
              </a:lnSpc>
              <a:buSzPct val="85000"/>
            </a:pPr>
            <a:r>
              <a:rPr lang="ar" sz="2600" spc="20"/>
              <a:t>وتضمن المعدات أن العناصر الغذائية التي تم تحضيرها وطهيها وفق مواصفات وصفة الطعام. </a:t>
            </a:r>
          </a:p>
          <a:p>
            <a:pPr indent="0" rtl="1">
              <a:buNone/>
            </a:pPr>
            <a:endParaRPr lang="en-GB" altLang="en-US" sz="2600" dirty="0"/>
          </a:p>
          <a:p>
            <a:pPr indent="0" rtl="1">
              <a:buNone/>
            </a:pPr>
            <a:r>
              <a:rPr lang="ar" sz="2600" b="1"/>
              <a:t>سؤال: </a:t>
            </a:r>
            <a:r>
              <a:rPr lang="ar" sz="2600"/>
              <a:t>كم عدد أنواع معدات الطعام التي يمكنك تسميتها؟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المعدات (1) </a:t>
            </a:r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2420888"/>
            <a:ext cx="8208712" cy="12241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Font typeface="Wingdings" panose="05000000000000000000" pitchFamily="2" charset="2"/>
              <a:buNone/>
            </a:pPr>
            <a:r>
              <a:rPr lang="ar" sz="2600"/>
              <a:t>تشمل المعدات الكبيرة:</a:t>
            </a:r>
          </a:p>
          <a:p>
            <a:pPr marL="685800" rtl="1"/>
            <a:endParaRPr lang="en-GB" altLang="en-US" sz="2600" dirty="0"/>
          </a:p>
          <a:p>
            <a:pPr marL="685800" rtl="1"/>
            <a:endParaRPr lang="en-GB" altLang="en-US" sz="2600" dirty="0"/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المعدات (2) 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61A762E-1706-CD21-4D7B-3189B15AE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112397"/>
              </p:ext>
            </p:extLst>
          </p:nvPr>
        </p:nvGraphicFramePr>
        <p:xfrm>
          <a:off x="611560" y="2849860"/>
          <a:ext cx="8064796" cy="2743200"/>
        </p:xfrm>
        <a:graphic>
          <a:graphicData uri="http://schemas.openxmlformats.org/drawingml/2006/table">
            <a:tbl>
              <a:tblPr rtl="1" firstRow="1" bandRow="1">
                <a:tableStyleId>{0505E3EF-67EA-436B-97B2-0124C06EBD24}</a:tableStyleId>
              </a:tblPr>
              <a:tblGrid>
                <a:gridCol w="4009106">
                  <a:extLst>
                    <a:ext uri="{9D8B030D-6E8A-4147-A177-3AD203B41FA5}">
                      <a16:colId xmlns:a16="http://schemas.microsoft.com/office/drawing/2014/main" val="2606435190"/>
                    </a:ext>
                  </a:extLst>
                </a:gridCol>
                <a:gridCol w="4055690">
                  <a:extLst>
                    <a:ext uri="{9D8B030D-6E8A-4147-A177-3AD203B41FA5}">
                      <a16:colId xmlns:a16="http://schemas.microsoft.com/office/drawing/2014/main" val="3113992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400" b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الأفران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400" b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أجهزة السلمندر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80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4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معدات البخار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4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حمام مريم (Bain-marie)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720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4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أجهزة الميكرويف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4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أفران التندور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650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4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الموقد الصيني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4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القلايات العميقة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553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4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قدور طبخ الأرز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4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معدات بخار البامبو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73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4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شوايات الفحم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endParaRPr lang="en-GB" sz="24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347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059540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1268759"/>
            <a:ext cx="8208712" cy="3777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endParaRPr lang="en-GB" altLang="en-US" sz="2600" b="1" dirty="0"/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b="1" dirty="0"/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 sz="2600"/>
              <a:t>تشمل المعدات الصغيرة</a:t>
            </a:r>
            <a:r>
              <a:rPr lang="ar" sz="2600" b="1"/>
              <a:t>:</a:t>
            </a:r>
          </a:p>
          <a:p>
            <a:pPr marL="685800" rtl="1"/>
            <a:endParaRPr lang="en-GB" altLang="en-US" sz="2600" dirty="0"/>
          </a:p>
          <a:p>
            <a:pPr marL="685800" rtl="1"/>
            <a:endParaRPr lang="en-GB" altLang="en-US" sz="2600" dirty="0"/>
          </a:p>
          <a:p>
            <a:pPr indent="0" rtl="1">
              <a:buNone/>
            </a:pPr>
            <a:endParaRPr lang="en-GB" altLang="en-US" sz="2600" b="1" dirty="0"/>
          </a:p>
          <a:p>
            <a:pPr indent="0" rtl="1">
              <a:buNone/>
            </a:pPr>
            <a:endParaRPr lang="en-GB" altLang="en-US" sz="2600" b="1" dirty="0"/>
          </a:p>
          <a:p>
            <a:pPr indent="0" rtl="1">
              <a:buNone/>
            </a:pPr>
            <a:endParaRPr lang="en-GB" altLang="en-US" sz="2600" b="1" dirty="0"/>
          </a:p>
          <a:p>
            <a:pPr marL="0" indent="0" rtl="1">
              <a:buNone/>
            </a:pPr>
            <a:r>
              <a:rPr lang="ar" sz="2600" b="1"/>
              <a:t>مناقشة: </a:t>
            </a:r>
            <a:r>
              <a:rPr lang="ar" sz="2600"/>
              <a:t>اختر إحدى المعدات وتحدث عن الأطباق التي يمكن تحضيرها باستخدام </a:t>
            </a:r>
            <a:br>
              <a:rPr lang="en-US" sz="2600"/>
            </a:br>
            <a:r>
              <a:rPr lang="ar" sz="2600"/>
              <a:t>هذه المعدة. </a:t>
            </a:r>
          </a:p>
          <a:p>
            <a:pPr marL="685800" rtl="1"/>
            <a:endParaRPr lang="en-GB" altLang="en-US" sz="2600" dirty="0"/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المعدات (3)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BFF76BA-FDE4-999B-A076-D1880A3C7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707343"/>
              </p:ext>
            </p:extLst>
          </p:nvPr>
        </p:nvGraphicFramePr>
        <p:xfrm>
          <a:off x="575607" y="2771403"/>
          <a:ext cx="8064796" cy="1950720"/>
        </p:xfrm>
        <a:graphic>
          <a:graphicData uri="http://schemas.openxmlformats.org/drawingml/2006/table">
            <a:tbl>
              <a:tblPr rtl="1" firstRow="1" bandRow="1">
                <a:tableStyleId>{0505E3EF-67EA-436B-97B2-0124C06EBD24}</a:tableStyleId>
              </a:tblPr>
              <a:tblGrid>
                <a:gridCol w="4599469">
                  <a:extLst>
                    <a:ext uri="{9D8B030D-6E8A-4147-A177-3AD203B41FA5}">
                      <a16:colId xmlns:a16="http://schemas.microsoft.com/office/drawing/2014/main" val="2606435190"/>
                    </a:ext>
                  </a:extLst>
                </a:gridCol>
                <a:gridCol w="3465327">
                  <a:extLst>
                    <a:ext uri="{9D8B030D-6E8A-4147-A177-3AD203B41FA5}">
                      <a16:colId xmlns:a16="http://schemas.microsoft.com/office/drawing/2014/main" val="3113992405"/>
                    </a:ext>
                  </a:extLst>
                </a:gridCol>
              </a:tblGrid>
              <a:tr h="268947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 b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ماكينات الباستا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 b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أجهزة محضر الطعام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80504"/>
                  </a:ext>
                </a:extLst>
              </a:tr>
              <a:tr h="268947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السكاكين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الخلاطات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720322"/>
                  </a:ext>
                </a:extLst>
              </a:tr>
              <a:tr h="268947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ألواح التقطيع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القوالب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650118"/>
                  </a:ext>
                </a:extLst>
              </a:tr>
              <a:tr h="268947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المضارب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endParaRPr lang="en-GB" sz="2600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999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63472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1516092"/>
            <a:ext cx="8208712" cy="140885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endParaRPr lang="en-GB" altLang="en-US" sz="2600" dirty="0"/>
          </a:p>
          <a:p>
            <a:pPr marL="0" indent="0" rtl="1">
              <a:buNone/>
            </a:pPr>
            <a:r>
              <a:rPr lang="ar" sz="2600"/>
              <a:t>تستخدم الأطعمة العالمية المعاصرة مجموعة من المكونات، بما فيها</a:t>
            </a:r>
            <a:r>
              <a:rPr lang="ar" sz="2600" b="1"/>
              <a:t>:</a:t>
            </a:r>
          </a:p>
          <a:p>
            <a:pPr marL="685800" rtl="1"/>
            <a:endParaRPr lang="en-GB" altLang="en-US" sz="2600" dirty="0"/>
          </a:p>
          <a:p>
            <a:pPr marL="685800" rtl="1"/>
            <a:endParaRPr lang="en-GB" altLang="en-US" sz="2600" dirty="0"/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أنواع الطعام (1) </a:t>
            </a:r>
          </a:p>
          <a:p>
            <a:pPr algn="ctr" rtl="1"/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1210D4F-BAD0-DE7F-70F7-7BF9E2DFC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55284"/>
              </p:ext>
            </p:extLst>
          </p:nvPr>
        </p:nvGraphicFramePr>
        <p:xfrm>
          <a:off x="2483768" y="2556099"/>
          <a:ext cx="6120630" cy="2438400"/>
        </p:xfrm>
        <a:graphic>
          <a:graphicData uri="http://schemas.openxmlformats.org/drawingml/2006/table">
            <a:tbl>
              <a:tblPr rtl="1" firstRow="1" bandRow="1">
                <a:tableStyleId>{0505E3EF-67EA-436B-97B2-0124C06EBD24}</a:tableStyleId>
              </a:tblPr>
              <a:tblGrid>
                <a:gridCol w="3490683">
                  <a:extLst>
                    <a:ext uri="{9D8B030D-6E8A-4147-A177-3AD203B41FA5}">
                      <a16:colId xmlns:a16="http://schemas.microsoft.com/office/drawing/2014/main" val="2606435190"/>
                    </a:ext>
                  </a:extLst>
                </a:gridCol>
                <a:gridCol w="2629947">
                  <a:extLst>
                    <a:ext uri="{9D8B030D-6E8A-4147-A177-3AD203B41FA5}">
                      <a16:colId xmlns:a16="http://schemas.microsoft.com/office/drawing/2014/main" val="3113992405"/>
                    </a:ext>
                  </a:extLst>
                </a:gridCol>
              </a:tblGrid>
              <a:tr h="268947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 b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اللحم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 b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الباستا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80504"/>
                  </a:ext>
                </a:extLst>
              </a:tr>
              <a:tr h="268947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الدواجن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المأكولات البحرية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720322"/>
                  </a:ext>
                </a:extLst>
              </a:tr>
              <a:tr h="268947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السمك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المعجنات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650118"/>
                  </a:ext>
                </a:extLst>
              </a:tr>
              <a:tr h="268947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الخضروات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الحلويات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999026"/>
                  </a:ext>
                </a:extLst>
              </a:tr>
              <a:tr h="268947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الفواكه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الخُبز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907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64534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39552" y="2276872"/>
            <a:ext cx="8136804" cy="36724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60363" rtl="1">
              <a:lnSpc>
                <a:spcPct val="114000"/>
              </a:lnSpc>
              <a:buSzPct val="85000"/>
            </a:pPr>
            <a:r>
              <a:rPr lang="ar" sz="2600" spc="30"/>
              <a:t>سوف يكون لنوع الطعام الذي يتم تحضيره وطهيه طرق إعداد مختلفة اعتمادًا على الطبق الذي يتم إعداده والبلد الذي نشأ منه. </a:t>
            </a:r>
          </a:p>
          <a:p>
            <a:pPr marL="360363" rtl="1">
              <a:lnSpc>
                <a:spcPct val="114000"/>
              </a:lnSpc>
              <a:buSzPct val="85000"/>
            </a:pPr>
            <a:r>
              <a:rPr lang="ar" sz="2600" spc="30"/>
              <a:t>وسوف يضمن اتباع طريقة التحضير والطهي أن الطبق يفي بمواصفات وصفة الطعام.</a:t>
            </a:r>
          </a:p>
          <a:p>
            <a:pPr indent="0" rtl="1">
              <a:lnSpc>
                <a:spcPct val="114000"/>
              </a:lnSpc>
              <a:buNone/>
            </a:pPr>
            <a:endParaRPr lang="en-GB" altLang="en-US" sz="2600" spc="30" dirty="0"/>
          </a:p>
          <a:p>
            <a:pPr marL="685800" rtl="1">
              <a:lnSpc>
                <a:spcPct val="114000"/>
              </a:lnSpc>
            </a:pPr>
            <a:endParaRPr lang="en-GB" altLang="en-US" sz="2600" spc="3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أنواع الطعام (2) </a:t>
            </a:r>
            <a:r>
              <a:rPr lang="ar" sz="3800" b="1">
                <a:highlight>
                  <a:srgbClr val="FFFF00"/>
                </a:highlight>
                <a:latin typeface="Sakkal Majalla" panose="02000000000000000000" pitchFamily="2" charset="-78"/>
                <a:cs typeface="Sakkal Majalla" panose="02000000000000000000" pitchFamily="2" charset="-78"/>
              </a:rPr>
              <a:t>  </a:t>
            </a:r>
          </a:p>
          <a:p>
            <a:pPr algn="ctr" rtl="1"/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1186314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1332000"/>
            <a:ext cx="8229600" cy="1016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طرق التحضير (1)</a:t>
            </a:r>
          </a:p>
          <a:p>
            <a:pPr algn="ctr" rtl="1">
              <a:spcAft>
                <a:spcPts val="600"/>
              </a:spcAft>
            </a:pPr>
            <a:endParaRPr lang="en-GB" altLang="en-US" sz="38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14000"/>
              </a:lnSpc>
              <a:buNone/>
            </a:pPr>
            <a:r>
              <a:rPr lang="ar" sz="2600"/>
              <a:t>يجب وزن ومعايرة جميع العناصر الغذائية لضمان استخدام المقدار الصحيح الموافق لمتطلبات الطبق. </a:t>
            </a:r>
          </a:p>
          <a:p>
            <a:pPr marL="0" indent="0" rtl="1">
              <a:lnSpc>
                <a:spcPct val="114000"/>
              </a:lnSpc>
              <a:buNone/>
            </a:pPr>
            <a:r>
              <a:rPr lang="ar" sz="2600"/>
              <a:t>إذا تم استخدام المقدار الخاطئ من المكونات، لن يبدو الطبق كما تحدده الوصفة وقد يشتكي العملاء. </a:t>
            </a:r>
          </a:p>
          <a:p>
            <a:pPr marL="685800" rtl="1">
              <a:lnSpc>
                <a:spcPct val="114000"/>
              </a:lnSpc>
            </a:pPr>
            <a:endParaRPr lang="en-GB" altLang="en-US" sz="2600" dirty="0"/>
          </a:p>
          <a:p>
            <a:pPr marL="685800" rtl="1">
              <a:lnSpc>
                <a:spcPct val="114000"/>
              </a:lnSpc>
            </a:pPr>
            <a:endParaRPr lang="en-GB" altLang="en-US" sz="2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95317D-9CE9-6BC5-3893-3417E4D0624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220" y="2852936"/>
            <a:ext cx="3802764" cy="253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82341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13580" y="2132856"/>
            <a:ext cx="8208712" cy="108012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600"/>
              <a:t>تُستخدم طرق مختلفة لتحضير العناصر الغذائية المستخدمة في أطباق عالمية معاصرة، بما في ذلك</a:t>
            </a:r>
            <a:r>
              <a:rPr lang="ar" sz="2600" b="1"/>
              <a:t>:</a:t>
            </a:r>
          </a:p>
          <a:p>
            <a:pPr marL="685800" rtl="1"/>
            <a:endParaRPr lang="en-GB" altLang="en-US" dirty="0"/>
          </a:p>
          <a:p>
            <a:pPr marL="685800" rtl="1"/>
            <a:endParaRPr lang="en-GB" altLang="en-US" dirty="0"/>
          </a:p>
          <a:p>
            <a:pPr indent="0" rtl="1">
              <a:buNone/>
            </a:pPr>
            <a:r>
              <a:rPr lang="ar"/>
              <a:t>           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طرق التحضير (2)  </a:t>
            </a:r>
          </a:p>
          <a:p>
            <a:pPr algn="ctr" rtl="1"/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5531DE2-2D55-41F3-1ECC-C8EDB42B8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462189"/>
              </p:ext>
            </p:extLst>
          </p:nvPr>
        </p:nvGraphicFramePr>
        <p:xfrm>
          <a:off x="3625798" y="3068960"/>
          <a:ext cx="4896494" cy="1950720"/>
        </p:xfrm>
        <a:graphic>
          <a:graphicData uri="http://schemas.openxmlformats.org/drawingml/2006/table">
            <a:tbl>
              <a:tblPr rtl="1" firstRow="1" bandRow="1">
                <a:tableStyleId>{0505E3EF-67EA-436B-97B2-0124C06EBD24}</a:tableStyleId>
              </a:tblPr>
              <a:tblGrid>
                <a:gridCol w="2792541">
                  <a:extLst>
                    <a:ext uri="{9D8B030D-6E8A-4147-A177-3AD203B41FA5}">
                      <a16:colId xmlns:a16="http://schemas.microsoft.com/office/drawing/2014/main" val="2606435190"/>
                    </a:ext>
                  </a:extLst>
                </a:gridCol>
                <a:gridCol w="2103953">
                  <a:extLst>
                    <a:ext uri="{9D8B030D-6E8A-4147-A177-3AD203B41FA5}">
                      <a16:colId xmlns:a16="http://schemas.microsoft.com/office/drawing/2014/main" val="3113992405"/>
                    </a:ext>
                  </a:extLst>
                </a:gridCol>
              </a:tblGrid>
              <a:tr h="268947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 b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التشفية (نزع العظام)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 b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البشْر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80504"/>
                  </a:ext>
                </a:extLst>
              </a:tr>
              <a:tr h="268947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السلق الخفيف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التقشير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720322"/>
                  </a:ext>
                </a:extLst>
              </a:tr>
              <a:tr h="268947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التقطيع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الترطيب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650118"/>
                  </a:ext>
                </a:extLst>
              </a:tr>
              <a:tr h="268947"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التغليف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1">
                        <a:buSzPct val="85000"/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السلخ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999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27434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4" y="145342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طرق التحضير(3)   </a:t>
            </a:r>
          </a:p>
          <a:p>
            <a:pPr algn="ctr" rtl="1">
              <a:spcAft>
                <a:spcPts val="600"/>
              </a:spcAft>
            </a:pPr>
            <a:endParaRPr lang="en-GB" altLang="en-US" sz="38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360363" rtl="1">
              <a:buSzPct val="85000"/>
            </a:pPr>
            <a:r>
              <a:rPr lang="ar" sz="2600"/>
              <a:t>الدمج</a:t>
            </a:r>
          </a:p>
          <a:p>
            <a:pPr marL="360363" rtl="1">
              <a:buSzPct val="85000"/>
            </a:pPr>
            <a:r>
              <a:rPr lang="ar" sz="2600"/>
              <a:t>التزبيد</a:t>
            </a:r>
          </a:p>
          <a:p>
            <a:pPr marL="360363" rtl="1">
              <a:buSzPct val="85000"/>
            </a:pPr>
            <a:r>
              <a:rPr lang="ar" sz="2600"/>
              <a:t>الطي                       </a:t>
            </a:r>
          </a:p>
          <a:p>
            <a:pPr marL="360363" rtl="1">
              <a:buSzPct val="85000"/>
            </a:pPr>
            <a:r>
              <a:rPr lang="ar" sz="2600"/>
              <a:t>الخلط                           </a:t>
            </a:r>
          </a:p>
          <a:p>
            <a:pPr marL="360363" rtl="1">
              <a:buSzPct val="85000"/>
            </a:pPr>
            <a:r>
              <a:rPr lang="ar" sz="2600"/>
              <a:t>الفرك</a:t>
            </a:r>
          </a:p>
          <a:p>
            <a:pPr marL="360363" rtl="1">
              <a:buSzPct val="85000"/>
            </a:pPr>
            <a:r>
              <a:rPr lang="ar" sz="2600"/>
              <a:t>التتبيل                       </a:t>
            </a:r>
          </a:p>
          <a:p>
            <a:pPr marL="685800" rtl="1">
              <a:buSzPct val="85000"/>
            </a:pPr>
            <a:endParaRPr lang="en-GB" altLang="en-US" sz="2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2C1443-9EE1-40BC-A017-C188533F382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062" y="2636912"/>
            <a:ext cx="4302002" cy="286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33570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1994101"/>
            <a:ext cx="8208712" cy="93084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600"/>
              <a:t>هناك العديد من طريق طهي الأطعمة العالمية المعاصرة، بما فيها:</a:t>
            </a:r>
          </a:p>
          <a:p>
            <a:pPr indent="0" rtl="1">
              <a:buNone/>
            </a:pPr>
            <a:endParaRPr lang="en-GB" altLang="en-US" sz="2600" dirty="0"/>
          </a:p>
          <a:p>
            <a:pPr indent="0" rtl="1">
              <a:buNone/>
            </a:pPr>
            <a:endParaRPr lang="en-GB" altLang="en-US" sz="2600" dirty="0"/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طهي الأطباق (1) </a:t>
            </a:r>
          </a:p>
          <a:p>
            <a:pPr algn="ctr" rtl="1"/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65827A8-90CF-A78B-4908-9DA480004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305007"/>
              </p:ext>
            </p:extLst>
          </p:nvPr>
        </p:nvGraphicFramePr>
        <p:xfrm>
          <a:off x="1609168" y="2636912"/>
          <a:ext cx="6912768" cy="195072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2714954545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3870460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3041701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42900" indent="-342900" rtl="1"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الخَبز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1"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المعالجة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الطهي البطيء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854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rtl="1"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السلق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1"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القلي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1"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التحمير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04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rtl="1"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التسوية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1"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الشي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1"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التدخين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36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 rtl="1"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التحمير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1"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السلق البطيء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rtl="1">
                        <a:buFont typeface="Wingdings" panose="05000000000000000000" pitchFamily="2" charset="2"/>
                        <a:buChar char="§"/>
                      </a:pPr>
                      <a:r>
                        <a:rPr lang="ar" sz="260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الطبخ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227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647058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780928"/>
            <a:ext cx="8208712" cy="36724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lnSpc>
                <a:spcPct val="114000"/>
              </a:lnSpc>
              <a:buSzPct val="85000"/>
            </a:pPr>
            <a:r>
              <a:rPr lang="ar" sz="2600"/>
              <a:t>تحتاج الأطباق المختلفة إلى طهيها بطرق مختلفة. </a:t>
            </a:r>
          </a:p>
          <a:p>
            <a:pPr marL="360363" rtl="1">
              <a:lnSpc>
                <a:spcPct val="114000"/>
              </a:lnSpc>
              <a:buSzPct val="85000"/>
            </a:pPr>
            <a:r>
              <a:rPr lang="ar" sz="2600"/>
              <a:t>ويجب استخدام المعدات المناسبة عند طهي الأطباق، والالتزام بتوقيتات طهيها. </a:t>
            </a:r>
          </a:p>
          <a:p>
            <a:pPr marL="360363" rtl="1">
              <a:lnSpc>
                <a:spcPct val="114000"/>
              </a:lnSpc>
              <a:buSzPct val="85000"/>
            </a:pPr>
            <a:r>
              <a:rPr lang="ar" sz="2600"/>
              <a:t>خلال وبعد الطهي، يجب تذوق الأطباق لتعديل التوابل حسب الحاجة. </a:t>
            </a:r>
          </a:p>
          <a:p>
            <a:pPr indent="0" rtl="1">
              <a:lnSpc>
                <a:spcPct val="114000"/>
              </a:lnSpc>
              <a:buNone/>
            </a:pPr>
            <a:endParaRPr lang="en-GB" altLang="en-US" sz="2600" dirty="0"/>
          </a:p>
          <a:p>
            <a:pPr marL="685800" rtl="1">
              <a:lnSpc>
                <a:spcPct val="114000"/>
              </a:lnSpc>
            </a:pP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طهي الأطباق (2)  </a:t>
            </a:r>
          </a:p>
          <a:p>
            <a:pPr algn="ctr" rtl="1"/>
            <a:endParaRPr lang="en-GB" altLang="en-US" sz="3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9598072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4" y="1443756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" sz="38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طرق التخزين </a:t>
            </a:r>
          </a:p>
          <a:p>
            <a:pPr algn="ctr" rtl="1">
              <a:spcAft>
                <a:spcPts val="600"/>
              </a:spcAft>
            </a:pPr>
            <a:endParaRPr lang="en-GB" altLang="en-US" sz="3800" b="1" dirty="0">
              <a:solidFill>
                <a:schemeClr val="tx2"/>
              </a:solidFill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004048" y="2060848"/>
            <a:ext cx="3816424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" sz="2600"/>
              <a:t>يمكن تخزين الأطعمة والأطباق بالعديد من الطرق، بما فيها:</a:t>
            </a:r>
          </a:p>
          <a:p>
            <a:pPr rtl="1">
              <a:lnSpc>
                <a:spcPct val="90000"/>
              </a:lnSpc>
              <a:buSzPct val="85000"/>
              <a:tabLst>
                <a:tab pos="268288" algn="l"/>
              </a:tabLst>
            </a:pPr>
            <a:r>
              <a:rPr lang="ar" sz="2600"/>
              <a:t>التبريد</a:t>
            </a:r>
          </a:p>
          <a:p>
            <a:pPr rtl="1">
              <a:lnSpc>
                <a:spcPct val="90000"/>
              </a:lnSpc>
              <a:buSzPct val="85000"/>
              <a:tabLst>
                <a:tab pos="268288" algn="l"/>
              </a:tabLst>
            </a:pPr>
            <a:r>
              <a:rPr lang="ar" sz="2600"/>
              <a:t>التجفيف </a:t>
            </a:r>
          </a:p>
          <a:p>
            <a:pPr rtl="1">
              <a:lnSpc>
                <a:spcPct val="90000"/>
              </a:lnSpc>
              <a:buSzPct val="85000"/>
              <a:tabLst>
                <a:tab pos="268288" algn="l"/>
              </a:tabLst>
            </a:pPr>
            <a:r>
              <a:rPr lang="ar" sz="2600"/>
              <a:t>حفظها طازجة</a:t>
            </a:r>
          </a:p>
          <a:p>
            <a:pPr rtl="1">
              <a:lnSpc>
                <a:spcPct val="90000"/>
              </a:lnSpc>
              <a:buSzPct val="85000"/>
              <a:tabLst>
                <a:tab pos="268288" algn="l"/>
              </a:tabLst>
            </a:pPr>
            <a:r>
              <a:rPr lang="ar" sz="2600"/>
              <a:t>التجميد</a:t>
            </a:r>
          </a:p>
          <a:p>
            <a:pPr rtl="1">
              <a:lnSpc>
                <a:spcPct val="90000"/>
              </a:lnSpc>
              <a:buSzPct val="85000"/>
              <a:tabLst>
                <a:tab pos="268288" algn="l"/>
              </a:tabLst>
            </a:pPr>
            <a:r>
              <a:rPr lang="ar" sz="2600"/>
              <a:t>التعليب</a:t>
            </a:r>
          </a:p>
          <a:p>
            <a:pPr rtl="1">
              <a:lnSpc>
                <a:spcPct val="90000"/>
              </a:lnSpc>
              <a:buSzPct val="85000"/>
              <a:tabLst>
                <a:tab pos="268288" algn="l"/>
              </a:tabLst>
            </a:pPr>
            <a:r>
              <a:rPr lang="ar" sz="2600"/>
              <a:t>التعبئة مع التفريغ من الهواء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3A760E-1670-715A-ACB7-7462F6F7E23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454" y="3166179"/>
            <a:ext cx="4152196" cy="276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949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780928"/>
            <a:ext cx="8208712" cy="36724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60363" rtl="1">
              <a:lnSpc>
                <a:spcPct val="110000"/>
              </a:lnSpc>
              <a:buSzPct val="85000"/>
            </a:pPr>
            <a:r>
              <a:rPr lang="ar" sz="2600"/>
              <a:t>إضافة اللمسات الأخيرة للأطباق وطريقة تقديمها هو ما يجعلها جذابة للعملاء.  </a:t>
            </a:r>
          </a:p>
          <a:p>
            <a:pPr marL="360363" rtl="1">
              <a:lnSpc>
                <a:spcPct val="110000"/>
              </a:lnSpc>
              <a:buSzPct val="85000"/>
            </a:pPr>
            <a:r>
              <a:rPr lang="ar" sz="2600"/>
              <a:t>هناك طرق مختلفة متاحة لتحسين وتقديم الطعام بناءً على الطبق المطهو.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إضافة اللمسات الأخيرة وتقديم الأطباق  </a:t>
            </a:r>
          </a:p>
          <a:p>
            <a:pPr algn="ctr" rtl="1"/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2119502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2204864"/>
            <a:ext cx="8208712" cy="36724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60363" rtl="1">
              <a:lnSpc>
                <a:spcPct val="114000"/>
              </a:lnSpc>
              <a:buSzPct val="85000"/>
            </a:pPr>
            <a:r>
              <a:rPr lang="ar" sz="2600"/>
              <a:t>تٌستخدم الأطباق وأطباق التقديم لتقديم الطعام. </a:t>
            </a:r>
          </a:p>
          <a:p>
            <a:pPr marL="360363" rtl="1">
              <a:lnSpc>
                <a:spcPct val="114000"/>
              </a:lnSpc>
              <a:buSzPct val="85000"/>
            </a:pPr>
            <a:r>
              <a:rPr lang="ar" sz="2600"/>
              <a:t>وعند الانتهاء من الطبق، يجب وضع الطعام بطريقة جذابة على طبق التقديم أو الطبق وتزيينه وفقًا لمتطلبات الطبق.</a:t>
            </a:r>
          </a:p>
          <a:p>
            <a:pPr marL="360363" rtl="1">
              <a:buNone/>
            </a:pPr>
            <a:endParaRPr lang="en-GB" altLang="en-US" sz="2000" dirty="0"/>
          </a:p>
          <a:p>
            <a:pPr marL="17463" indent="0" rtl="1">
              <a:lnSpc>
                <a:spcPct val="114000"/>
              </a:lnSpc>
              <a:buNone/>
            </a:pPr>
            <a:r>
              <a:rPr lang="ar" sz="2600" b="1"/>
              <a:t>مناقشة: </a:t>
            </a:r>
            <a:r>
              <a:rPr lang="ar" sz="2600"/>
              <a:t>ما هي أطباق التقديم المتاحة في مدرستك، وما هي أطباق التقديم التي يمكن استخدامها للأطعمة المختلفة؟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تقديم الأطباق   </a:t>
            </a:r>
          </a:p>
          <a:p>
            <a:pPr algn="ctr" rtl="1"/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5519956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649" y="2008094"/>
            <a:ext cx="8208712" cy="444524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60363" rtl="1">
              <a:lnSpc>
                <a:spcPct val="110000"/>
              </a:lnSpc>
              <a:buSzPct val="85000"/>
            </a:pPr>
            <a:r>
              <a:rPr lang="ar" sz="2600"/>
              <a:t>عند الانتهاء من الأطباق وتقديمها، يجب اتباع متطلبات سلامة الغذاء. </a:t>
            </a:r>
          </a:p>
          <a:p>
            <a:pPr marL="360363" rtl="1">
              <a:lnSpc>
                <a:spcPct val="110000"/>
              </a:lnSpc>
              <a:buSzPct val="85000"/>
            </a:pPr>
            <a:r>
              <a:rPr lang="ar" sz="2600"/>
              <a:t>يجب وضع علامة على الأطباق المكتملة بشكل صحيح، إذا لم تكن ستُقدم على الفور بمجرد تحضيرها. </a:t>
            </a:r>
          </a:p>
          <a:p>
            <a:pPr marL="360363" rtl="1">
              <a:lnSpc>
                <a:spcPct val="110000"/>
              </a:lnSpc>
              <a:buSzPct val="85000"/>
            </a:pPr>
            <a:r>
              <a:rPr lang="ar" sz="2600"/>
              <a:t>يجب مراقبة نقاط التحكم الحرجة عند كل مرحلة من مراحل تحضير الأطباق وطهيها ووضع اللمسات الأخيرة عليها. </a:t>
            </a:r>
          </a:p>
          <a:p>
            <a:pPr indent="0" rtl="1">
              <a:buNone/>
            </a:pPr>
            <a:endParaRPr lang="en-GB" altLang="en-US" sz="1800" dirty="0"/>
          </a:p>
          <a:p>
            <a:pPr marL="0" indent="0" rtl="1">
              <a:buNone/>
            </a:pPr>
            <a:r>
              <a:rPr lang="ar" sz="2600" b="1"/>
              <a:t>سؤال: </a:t>
            </a:r>
            <a:r>
              <a:rPr lang="ar" sz="2600"/>
              <a:t>لماذا يجب وضع علامة على الأطباق المكتملة بشكل صحيح؟</a:t>
            </a:r>
          </a:p>
          <a:p>
            <a:pPr indent="0" rtl="1">
              <a:buNone/>
            </a:pP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السلامة والنظافة   </a:t>
            </a:r>
          </a:p>
          <a:p>
            <a:pPr algn="ctr" rtl="1"/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9264894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/>
              <a:t>هدف التعلم ج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43260" y="3718291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buSzPct val="85000"/>
            </a:pPr>
            <a:r>
              <a:rPr lang="ar" sz="2600"/>
              <a:t>معايير التقييم</a:t>
            </a:r>
          </a:p>
          <a:p>
            <a:pPr rtl="1">
              <a:buSzPct val="85000"/>
            </a:pPr>
            <a:r>
              <a:rPr lang="ar" sz="2600"/>
              <a:t>تطبيق معلومات التعليقات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600" dirty="0">
              <a:solidFill>
                <a:srgbClr val="FF0000"/>
              </a:solidFill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الأطباق المكتملة </a:t>
            </a:r>
          </a:p>
        </p:txBody>
      </p:sp>
    </p:spTree>
    <p:extLst>
      <p:ext uri="{BB962C8B-B14F-4D97-AF65-F5344CB8AC3E}">
        <p14:creationId xmlns:p14="http://schemas.microsoft.com/office/powerpoint/2010/main" val="200535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780928"/>
            <a:ext cx="820871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60363" rtl="1">
              <a:lnSpc>
                <a:spcPct val="110000"/>
              </a:lnSpc>
              <a:buSzPct val="85000"/>
            </a:pPr>
            <a:r>
              <a:rPr lang="ar" sz="2600"/>
              <a:t>سوف يساعدك هدف التعلم ج على فهم معايير التقييم لتحضير وطهي الأطعمة العالمية المعاصرة وكيفية تطبيق التعليقات لتحسين أدائك. </a:t>
            </a:r>
          </a:p>
          <a:p>
            <a:pPr indent="0" algn="ctr" rtl="1">
              <a:buNone/>
            </a:pPr>
            <a:endParaRPr lang="en-GB" altLang="en-US" dirty="0"/>
          </a:p>
          <a:p>
            <a:pPr marL="685800" rtl="1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الأطباق المكتملة </a:t>
            </a:r>
          </a:p>
        </p:txBody>
      </p:sp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95736" y="2349253"/>
            <a:ext cx="820871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600"/>
              <a:t>يجب عليك تقييم تحضيرك وطهيك للأطباق العالمية المعاصرة.</a:t>
            </a:r>
          </a:p>
          <a:p>
            <a:pPr marL="0" indent="0" rtl="1">
              <a:buNone/>
            </a:pPr>
            <a:endParaRPr lang="en-GB" altLang="en-US" sz="2000" dirty="0"/>
          </a:p>
          <a:p>
            <a:pPr marL="0" indent="0" rtl="1">
              <a:buNone/>
            </a:pPr>
            <a:r>
              <a:rPr lang="ar" sz="2600"/>
              <a:t>سوف تقيم النقاط أدناه: </a:t>
            </a:r>
          </a:p>
          <a:p>
            <a:pPr rtl="1">
              <a:buSzPct val="85000"/>
            </a:pPr>
            <a:r>
              <a:rPr lang="ar" sz="2600"/>
              <a:t>التخطيط</a:t>
            </a:r>
          </a:p>
          <a:p>
            <a:pPr rtl="1">
              <a:buSzPct val="85000"/>
            </a:pPr>
            <a:r>
              <a:rPr lang="ar" sz="2600"/>
              <a:t>التوقيت</a:t>
            </a:r>
          </a:p>
          <a:p>
            <a:pPr rtl="1">
              <a:buSzPct val="85000"/>
            </a:pPr>
            <a:r>
              <a:rPr lang="ar" sz="2600"/>
              <a:t>طرق العمل </a:t>
            </a:r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معايير التقييم (1) </a:t>
            </a:r>
          </a:p>
        </p:txBody>
      </p:sp>
    </p:spTree>
    <p:extLst>
      <p:ext uri="{BB962C8B-B14F-4D97-AF65-F5344CB8AC3E}">
        <p14:creationId xmlns:p14="http://schemas.microsoft.com/office/powerpoint/2010/main" val="278713363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060848"/>
            <a:ext cx="8208712" cy="468052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600"/>
              <a:t>سوف تحتاج إلى تقييم جودة عناصر قائمة الطعام من حيث:</a:t>
            </a:r>
          </a:p>
          <a:p>
            <a:pPr marL="360363" rtl="1">
              <a:buSzPct val="85000"/>
            </a:pPr>
            <a:r>
              <a:rPr lang="ar" sz="2600"/>
              <a:t>الشكل الخارجي</a:t>
            </a:r>
          </a:p>
          <a:p>
            <a:pPr marL="360363" rtl="1">
              <a:buSzPct val="85000"/>
            </a:pPr>
            <a:r>
              <a:rPr lang="ar" sz="2600"/>
              <a:t>المذاق</a:t>
            </a:r>
          </a:p>
          <a:p>
            <a:pPr marL="360363" rtl="1">
              <a:buSzPct val="85000"/>
            </a:pPr>
            <a:r>
              <a:rPr lang="ar" sz="2600"/>
              <a:t>اللون</a:t>
            </a:r>
          </a:p>
          <a:p>
            <a:pPr marL="360363" rtl="1">
              <a:buSzPct val="85000"/>
            </a:pPr>
            <a:r>
              <a:rPr lang="ar" sz="2600"/>
              <a:t>الملمس</a:t>
            </a:r>
          </a:p>
          <a:p>
            <a:pPr marL="360363" rtl="1">
              <a:buSzPct val="85000"/>
            </a:pPr>
            <a:r>
              <a:rPr lang="ar" sz="2600"/>
              <a:t>حجم أجزاء الطعام</a:t>
            </a:r>
          </a:p>
          <a:p>
            <a:pPr marL="685800" rtl="1"/>
            <a:endParaRPr lang="en-GB" altLang="en-US" sz="2000" dirty="0"/>
          </a:p>
          <a:p>
            <a:pPr marL="0" indent="0" rtl="1">
              <a:buNone/>
            </a:pPr>
            <a:r>
              <a:rPr lang="ar" sz="2600" b="1"/>
              <a:t>سؤال: </a:t>
            </a:r>
            <a:r>
              <a:rPr lang="ar" sz="2600"/>
              <a:t>لماذا تعد النقاط الخمس أعلاه أساسية لتقييم الأطباق؟</a:t>
            </a:r>
          </a:p>
          <a:p>
            <a:pPr marL="685800" rtl="1"/>
            <a:endParaRPr lang="en-GB" altLang="en-US" sz="2600" dirty="0"/>
          </a:p>
          <a:p>
            <a:pPr marL="685800" rtl="1"/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معايير التقييم (2) </a:t>
            </a:r>
          </a:p>
        </p:txBody>
      </p:sp>
    </p:spTree>
    <p:extLst>
      <p:ext uri="{BB962C8B-B14F-4D97-AF65-F5344CB8AC3E}">
        <p14:creationId xmlns:p14="http://schemas.microsoft.com/office/powerpoint/2010/main" val="186352176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780928"/>
            <a:ext cx="8208712" cy="37444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600"/>
              <a:t>يجب عليك جمع التعليقات من الآخرين. يجب أن تشمل هذه التعليقات على رأي معلمك وأقرانك وعملائك. </a:t>
            </a:r>
          </a:p>
          <a:p>
            <a:pPr marL="0" indent="0" rtl="1">
              <a:lnSpc>
                <a:spcPct val="110000"/>
              </a:lnSpc>
              <a:buNone/>
            </a:pPr>
            <a:endParaRPr lang="en-GB" altLang="en-US" sz="2000" dirty="0"/>
          </a:p>
          <a:p>
            <a:pPr marL="0" indent="0" rtl="1">
              <a:lnSpc>
                <a:spcPct val="110000"/>
              </a:lnSpc>
              <a:buNone/>
            </a:pPr>
            <a:r>
              <a:rPr lang="ar" sz="2600" b="1"/>
              <a:t>مناقشة: </a:t>
            </a:r>
            <a:r>
              <a:rPr lang="ar" sz="2600"/>
              <a:t>ما هي الطرق المختلفة التي يمكنك بها جمع التعليقات حول الأطباق التي قمت بإعدادها؟</a:t>
            </a:r>
          </a:p>
          <a:p>
            <a:pPr indent="0" rtl="1">
              <a:lnSpc>
                <a:spcPct val="110000"/>
              </a:lnSpc>
              <a:buNone/>
            </a:pP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تطبيق معلومات التعليقات (1) </a:t>
            </a:r>
          </a:p>
        </p:txBody>
      </p:sp>
    </p:spTree>
    <p:extLst>
      <p:ext uri="{BB962C8B-B14F-4D97-AF65-F5344CB8AC3E}">
        <p14:creationId xmlns:p14="http://schemas.microsoft.com/office/powerpoint/2010/main" val="298795019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780928"/>
            <a:ext cx="8208712" cy="30243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lnSpc>
                <a:spcPct val="110000"/>
              </a:lnSpc>
              <a:buNone/>
            </a:pPr>
            <a:r>
              <a:rPr lang="ar" sz="2600"/>
              <a:t>يجب تطبيق التعليقات التي تقوم بجمعها على مراجعتك للأطباق المكتملة التي قمت بإعدادها لهذه الوحدة. </a:t>
            </a:r>
          </a:p>
          <a:p>
            <a:pPr marL="0" indent="0" rtl="1">
              <a:lnSpc>
                <a:spcPct val="110000"/>
              </a:lnSpc>
              <a:buNone/>
            </a:pPr>
            <a:endParaRPr lang="en-GB" altLang="en-US" sz="2000" dirty="0"/>
          </a:p>
          <a:p>
            <a:pPr marL="0" indent="0" rtl="1">
              <a:lnSpc>
                <a:spcPct val="110000"/>
              </a:lnSpc>
              <a:buNone/>
            </a:pPr>
            <a:r>
              <a:rPr lang="ar" sz="2600" b="1"/>
              <a:t>سؤال: </a:t>
            </a:r>
            <a:r>
              <a:rPr lang="ar" sz="2600"/>
              <a:t>ما هي النقاط التي يجب السؤال عنها عند جمع التعليقات؟</a:t>
            </a:r>
          </a:p>
          <a:p>
            <a:pPr indent="0" rtl="1">
              <a:lnSpc>
                <a:spcPct val="110000"/>
              </a:lnSpc>
              <a:buNone/>
            </a:pPr>
            <a:endParaRPr lang="en-GB" altLang="en-US" sz="2600" dirty="0"/>
          </a:p>
          <a:p>
            <a:pPr indent="0" rtl="1">
              <a:lnSpc>
                <a:spcPct val="110000"/>
              </a:lnSpc>
              <a:buNone/>
            </a:pP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تطبيق معلومات التعليقات (1) 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3741238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1F33-8F43-8C01-37B0-E13EAF31A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r>
              <a:rPr lang="ar" sz="3800" b="1"/>
              <a:t>شكر وتقدير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5D9A2-9E41-E9ED-913B-A7FFC75A1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5513"/>
            <a:ext cx="7991475" cy="3609975"/>
          </a:xfrm>
        </p:spPr>
        <p:txBody>
          <a:bodyPr rtlCol="1"/>
          <a:lstStyle/>
          <a:p>
            <a:pPr marL="0" indent="0" rtl="1">
              <a:lnSpc>
                <a:spcPct val="110000"/>
              </a:lnSpc>
              <a:buNone/>
            </a:pPr>
            <a:r>
              <a:rPr lang="ar" b="1"/>
              <a:t>الصور</a:t>
            </a:r>
          </a:p>
          <a:p>
            <a:pPr rtl="1">
              <a:lnSpc>
                <a:spcPct val="110000"/>
              </a:lnSpc>
              <a:buSzPct val="85000"/>
            </a:pPr>
            <a:r>
              <a:rPr lang="ar" b="1"/>
              <a:t>123RF:</a:t>
            </a:r>
            <a:r>
              <a:rPr lang="ar"/>
              <a:t> أوريمار (الشريحة 21)</a:t>
            </a:r>
            <a:endParaRPr lang="en-US" dirty="0"/>
          </a:p>
          <a:p>
            <a:pPr rtl="1">
              <a:lnSpc>
                <a:spcPct val="110000"/>
              </a:lnSpc>
              <a:buSzPct val="85000"/>
            </a:pPr>
            <a:r>
              <a:rPr lang="ar" b="1"/>
              <a:t>شوترستوك:</a:t>
            </a:r>
            <a:r>
              <a:rPr lang="ar"/>
              <a:t> ستوك آسو (شريحة 6)، آندري تش (شريحة 23)، Goffkein.pro </a:t>
            </a:r>
            <a:br>
              <a:rPr lang="en-US"/>
            </a:br>
            <a:r>
              <a:rPr lang="ar"/>
              <a:t>(الشريحة 26)</a:t>
            </a:r>
            <a:endParaRPr lang="en-US" dirty="0"/>
          </a:p>
          <a:p>
            <a:pPr rtl="1">
              <a:lnSpc>
                <a:spcPct val="110000"/>
              </a:lnSpc>
            </a:pPr>
            <a:endParaRPr lang="en-GB" dirty="0"/>
          </a:p>
          <a:p>
            <a:pPr rtl="1">
              <a:lnSpc>
                <a:spcPct val="110000"/>
              </a:lnSpc>
            </a:pPr>
            <a:endParaRPr lang="en-GB" sz="1400" dirty="0"/>
          </a:p>
          <a:p>
            <a:pPr rtl="1">
              <a:lnSpc>
                <a:spcPct val="11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860334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19" ma:contentTypeDescription="Create a new document." ma:contentTypeScope="" ma:versionID="c3fee6712a48a11fd6be67b8f79c7245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a4549148fe956aca9da82eed9feb7880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SharedWithUsers xmlns="7012c9df-7563-46f6-96ee-cebd66fd5577">
      <UserInfo>
        <DisplayName/>
        <AccountId xsi:nil="true"/>
        <AccountType/>
      </UserInfo>
    </SharedWithUsers>
    <MediaLengthInSeconds xmlns="f63d1639-2e8e-4dfe-b2d4-ff2deac92409" xsi:nil="true"/>
    <_Flow_SignoffStatus xmlns="f63d1639-2e8e-4dfe-b2d4-ff2deac9240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54B8F1-8FEA-4653-A716-85C74F508ADB}"/>
</file>

<file path=customXml/itemProps2.xml><?xml version="1.0" encoding="utf-8"?>
<ds:datastoreItem xmlns:ds="http://schemas.openxmlformats.org/officeDocument/2006/customXml" ds:itemID="{67E9D454-7315-400C-82C3-C591BC45CB39}">
  <ds:schemaRefs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c1bd8dc-4e40-424f-a15f-9ffcd522197f"/>
    <ds:schemaRef ds:uri="6125ffc9-2c56-435e-8267-1393444907b2"/>
  </ds:schemaRefs>
</ds:datastoreItem>
</file>

<file path=customXml/itemProps3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10699</TotalTime>
  <Words>1421</Words>
  <Application>Microsoft Office PowerPoint</Application>
  <PresentationFormat>On-screen Show (4:3)</PresentationFormat>
  <Paragraphs>279</Paragraphs>
  <Slides>36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36</vt:i4>
      </vt:variant>
    </vt:vector>
  </HeadingPairs>
  <TitlesOfParts>
    <vt:vector size="51" baseType="lpstr">
      <vt:lpstr>Arial</vt:lpstr>
      <vt:lpstr>Courier New</vt:lpstr>
      <vt:lpstr>Sakkal Majalla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9:   </vt:lpstr>
      <vt:lpstr>الطعام العالمي المعاصر </vt:lpstr>
      <vt:lpstr>أهداف التعلم</vt:lpstr>
      <vt:lpstr>هدف التعلّم أ:  استكشاف العوامل المؤثرة على  الأساليب المختلفة للأطباق المعدة  والمطهوة حول العالم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السفر والتكنولوجيا  وسلوك المستهلك</vt:lpstr>
      <vt:lpstr>الاستدامة </vt:lpstr>
      <vt:lpstr>  أساليب الطعام والأطباق التي يتم إعدادها وطهوها  حول العالم.  </vt:lpstr>
      <vt:lpstr>مجموعة الأطباق </vt:lpstr>
      <vt:lpstr>هدف التعلّم ب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ج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128</cp:revision>
  <dcterms:created xsi:type="dcterms:W3CDTF">2020-07-15T07:14:47Z</dcterms:created>
  <dcterms:modified xsi:type="dcterms:W3CDTF">2024-01-16T15:16:54Z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Order">
    <vt:r8>13900600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MediaServiceImageTags">
    <vt:lpwstr/>
  </property>
</Properties>
</file>