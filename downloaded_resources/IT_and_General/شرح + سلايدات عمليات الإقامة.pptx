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7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8.xml" ContentType="application/vnd.openxmlformats-officedocument.theme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9.xml" ContentType="application/vnd.openxmlformats-officedocument.theme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8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6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45"/>
  </p:notesMasterIdLst>
  <p:sldIdLst>
    <p:sldId id="256" r:id="rId14"/>
    <p:sldId id="257" r:id="rId15"/>
    <p:sldId id="258" r:id="rId16"/>
    <p:sldId id="310" r:id="rId17"/>
    <p:sldId id="305" r:id="rId18"/>
    <p:sldId id="313" r:id="rId19"/>
    <p:sldId id="314" r:id="rId20"/>
    <p:sldId id="315" r:id="rId21"/>
    <p:sldId id="316" r:id="rId22"/>
    <p:sldId id="317" r:id="rId23"/>
    <p:sldId id="319" r:id="rId24"/>
    <p:sldId id="318" r:id="rId25"/>
    <p:sldId id="320" r:id="rId26"/>
    <p:sldId id="321" r:id="rId27"/>
    <p:sldId id="322" r:id="rId28"/>
    <p:sldId id="323" r:id="rId29"/>
    <p:sldId id="324" r:id="rId30"/>
    <p:sldId id="333" r:id="rId31"/>
    <p:sldId id="311" r:id="rId32"/>
    <p:sldId id="307" r:id="rId33"/>
    <p:sldId id="325" r:id="rId34"/>
    <p:sldId id="330" r:id="rId35"/>
    <p:sldId id="326" r:id="rId36"/>
    <p:sldId id="331" r:id="rId37"/>
    <p:sldId id="312" r:id="rId38"/>
    <p:sldId id="309" r:id="rId39"/>
    <p:sldId id="327" r:id="rId40"/>
    <p:sldId id="328" r:id="rId41"/>
    <p:sldId id="329" r:id="rId42"/>
    <p:sldId id="332" r:id="rId43"/>
    <p:sldId id="341" r:id="rId44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A5EA62A-13EA-21B5-3635-002244FC12EF}" name="Joyce Harvey" initials="JH" userId="1e04374d961c3b67" providerId="Windows Live"/>
  <p188:author id="{531F32EF-B7AB-FD12-ECD3-DD5955CD0FA8}" name="Andrew Bodmer" initials="AB" userId="e78b4f3cb0d7499b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B6C32E-A7BD-4CDF-963A-3C9AA5B605C4}" v="33" dt="2024-11-26T16:22:19.405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617" autoAdjust="0"/>
  </p:normalViewPr>
  <p:slideViewPr>
    <p:cSldViewPr snapToGrid="0">
      <p:cViewPr varScale="1">
        <p:scale>
          <a:sx n="136" d="100"/>
          <a:sy n="136" d="100"/>
        </p:scale>
        <p:origin x="2334" y="120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notesMaster" Target="notesMasters/notesMaster1.xml"/><Relationship Id="rId53" Type="http://schemas.microsoft.com/office/2018/10/relationships/authors" Target="authors.xml"/><Relationship Id="rId5" Type="http://schemas.openxmlformats.org/officeDocument/2006/relationships/slideMaster" Target="slideMasters/slideMaster2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commentAuthors" Target="commentAuthors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Bodmer" userId="e78b4f3cb0d7499b" providerId="LiveId" clId="{9255D28D-71CC-A644-B4B4-12312A48D585}"/>
    <pc:docChg chg="modSld">
      <pc:chgData name="Andrew Bodmer" userId="e78b4f3cb0d7499b" providerId="LiveId" clId="{9255D28D-71CC-A644-B4B4-12312A48D585}" dt="2024-10-08T07:58:05.242" v="5" actId="20577"/>
      <pc:docMkLst>
        <pc:docMk/>
      </pc:docMkLst>
      <pc:sldChg chg="modSp mod">
        <pc:chgData name="Andrew Bodmer" userId="e78b4f3cb0d7499b" providerId="LiveId" clId="{9255D28D-71CC-A644-B4B4-12312A48D585}" dt="2024-10-08T07:58:00.075" v="2" actId="20577"/>
        <pc:sldMkLst>
          <pc:docMk/>
          <pc:sldMk cId="4178868141" sldId="329"/>
        </pc:sldMkLst>
        <pc:spChg chg="mod">
          <ac:chgData name="Andrew Bodmer" userId="e78b4f3cb0d7499b" providerId="LiveId" clId="{9255D28D-71CC-A644-B4B4-12312A48D585}" dt="2024-10-08T07:58:00.075" v="2" actId="20577"/>
          <ac:spMkLst>
            <pc:docMk/>
            <pc:sldMk cId="4178868141" sldId="329"/>
            <ac:spMk id="34820" creationId="{6B15F60F-BB26-A10A-3819-7D2C4C705C05}"/>
          </ac:spMkLst>
        </pc:spChg>
      </pc:sldChg>
      <pc:sldChg chg="modSp mod">
        <pc:chgData name="Andrew Bodmer" userId="e78b4f3cb0d7499b" providerId="LiveId" clId="{9255D28D-71CC-A644-B4B4-12312A48D585}" dt="2024-10-08T07:58:05.242" v="5" actId="20577"/>
        <pc:sldMkLst>
          <pc:docMk/>
          <pc:sldMk cId="1265169585" sldId="332"/>
        </pc:sldMkLst>
        <pc:spChg chg="mod">
          <ac:chgData name="Andrew Bodmer" userId="e78b4f3cb0d7499b" providerId="LiveId" clId="{9255D28D-71CC-A644-B4B4-12312A48D585}" dt="2024-10-08T07:58:05.242" v="5" actId="20577"/>
          <ac:spMkLst>
            <pc:docMk/>
            <pc:sldMk cId="1265169585" sldId="332"/>
            <ac:spMk id="34820" creationId="{9F7505FC-FFA8-B401-6E8A-C76EB02FA6A8}"/>
          </ac:spMkLst>
        </pc:spChg>
      </pc:sldChg>
    </pc:docChg>
  </pc:docChgLst>
  <pc:docChgLst>
    <pc:chgData name="Paul Winser" userId="c3146a91-e6bd-4264-bd86-e164e04bc32d" providerId="ADAL" clId="{E9B6C32E-A7BD-4CDF-963A-3C9AA5B605C4}"/>
    <pc:docChg chg="modSld">
      <pc:chgData name="Paul Winser" userId="c3146a91-e6bd-4264-bd86-e164e04bc32d" providerId="ADAL" clId="{E9B6C32E-A7BD-4CDF-963A-3C9AA5B605C4}" dt="2024-11-26T16:22:19.405" v="33"/>
      <pc:docMkLst>
        <pc:docMk/>
      </pc:docMkLst>
      <pc:sldChg chg="addSp modSp mod">
        <pc:chgData name="Paul Winser" userId="c3146a91-e6bd-4264-bd86-e164e04bc32d" providerId="ADAL" clId="{E9B6C32E-A7BD-4CDF-963A-3C9AA5B605C4}" dt="2024-11-26T16:21:25.215" v="2" actId="20577"/>
        <pc:sldMkLst>
          <pc:docMk/>
          <pc:sldMk cId="0" sldId="256"/>
        </pc:sldMkLst>
        <pc:spChg chg="add mod">
          <ac:chgData name="Paul Winser" userId="c3146a91-e6bd-4264-bd86-e164e04bc32d" providerId="ADAL" clId="{E9B6C32E-A7BD-4CDF-963A-3C9AA5B605C4}" dt="2024-11-26T16:21:25.215" v="2" actId="20577"/>
          <ac:spMkLst>
            <pc:docMk/>
            <pc:sldMk cId="0" sldId="256"/>
            <ac:spMk id="2" creationId="{17655975-7644-7EEC-23BC-427C7667E45C}"/>
          </ac:spMkLst>
        </pc:spChg>
      </pc:sldChg>
      <pc:sldChg chg="addSp modSp">
        <pc:chgData name="Paul Winser" userId="c3146a91-e6bd-4264-bd86-e164e04bc32d" providerId="ADAL" clId="{E9B6C32E-A7BD-4CDF-963A-3C9AA5B605C4}" dt="2024-11-26T16:21:33.931" v="3"/>
        <pc:sldMkLst>
          <pc:docMk/>
          <pc:sldMk cId="0" sldId="257"/>
        </pc:sldMkLst>
        <pc:spChg chg="add mod">
          <ac:chgData name="Paul Winser" userId="c3146a91-e6bd-4264-bd86-e164e04bc32d" providerId="ADAL" clId="{E9B6C32E-A7BD-4CDF-963A-3C9AA5B605C4}" dt="2024-11-26T16:21:33.931" v="3"/>
          <ac:spMkLst>
            <pc:docMk/>
            <pc:sldMk cId="0" sldId="257"/>
            <ac:spMk id="3" creationId="{8D508576-6C00-A84E-D5D2-2C4E757B0FF4}"/>
          </ac:spMkLst>
        </pc:spChg>
      </pc:sldChg>
      <pc:sldChg chg="addSp modSp">
        <pc:chgData name="Paul Winser" userId="c3146a91-e6bd-4264-bd86-e164e04bc32d" providerId="ADAL" clId="{E9B6C32E-A7BD-4CDF-963A-3C9AA5B605C4}" dt="2024-11-26T16:21:35.485" v="4"/>
        <pc:sldMkLst>
          <pc:docMk/>
          <pc:sldMk cId="0" sldId="258"/>
        </pc:sldMkLst>
        <pc:spChg chg="add mod">
          <ac:chgData name="Paul Winser" userId="c3146a91-e6bd-4264-bd86-e164e04bc32d" providerId="ADAL" clId="{E9B6C32E-A7BD-4CDF-963A-3C9AA5B605C4}" dt="2024-11-26T16:21:35.485" v="4"/>
          <ac:spMkLst>
            <pc:docMk/>
            <pc:sldMk cId="0" sldId="258"/>
            <ac:spMk id="2" creationId="{05F08637-9DAA-AE89-7C97-321B46EE1BAE}"/>
          </ac:spMkLst>
        </pc:spChg>
      </pc:sldChg>
      <pc:sldChg chg="addSp modSp">
        <pc:chgData name="Paul Winser" userId="c3146a91-e6bd-4264-bd86-e164e04bc32d" providerId="ADAL" clId="{E9B6C32E-A7BD-4CDF-963A-3C9AA5B605C4}" dt="2024-11-26T16:21:38.375" v="6"/>
        <pc:sldMkLst>
          <pc:docMk/>
          <pc:sldMk cId="884549766" sldId="305"/>
        </pc:sldMkLst>
        <pc:spChg chg="add mod">
          <ac:chgData name="Paul Winser" userId="c3146a91-e6bd-4264-bd86-e164e04bc32d" providerId="ADAL" clId="{E9B6C32E-A7BD-4CDF-963A-3C9AA5B605C4}" dt="2024-11-26T16:21:38.375" v="6"/>
          <ac:spMkLst>
            <pc:docMk/>
            <pc:sldMk cId="884549766" sldId="305"/>
            <ac:spMk id="2" creationId="{0D29106C-DD64-1870-ECF0-28E24F12413D}"/>
          </ac:spMkLst>
        </pc:spChg>
      </pc:sldChg>
      <pc:sldChg chg="addSp modSp">
        <pc:chgData name="Paul Winser" userId="c3146a91-e6bd-4264-bd86-e164e04bc32d" providerId="ADAL" clId="{E9B6C32E-A7BD-4CDF-963A-3C9AA5B605C4}" dt="2024-11-26T16:22:01.940" v="22"/>
        <pc:sldMkLst>
          <pc:docMk/>
          <pc:sldMk cId="3621417310" sldId="307"/>
        </pc:sldMkLst>
        <pc:spChg chg="add mod">
          <ac:chgData name="Paul Winser" userId="c3146a91-e6bd-4264-bd86-e164e04bc32d" providerId="ADAL" clId="{E9B6C32E-A7BD-4CDF-963A-3C9AA5B605C4}" dt="2024-11-26T16:22:01.940" v="22"/>
          <ac:spMkLst>
            <pc:docMk/>
            <pc:sldMk cId="3621417310" sldId="307"/>
            <ac:spMk id="2" creationId="{E19E5A95-DEAE-691D-9DB5-6440BC34DEA8}"/>
          </ac:spMkLst>
        </pc:spChg>
      </pc:sldChg>
      <pc:sldChg chg="addSp modSp">
        <pc:chgData name="Paul Winser" userId="c3146a91-e6bd-4264-bd86-e164e04bc32d" providerId="ADAL" clId="{E9B6C32E-A7BD-4CDF-963A-3C9AA5B605C4}" dt="2024-11-26T16:22:09.273" v="28"/>
        <pc:sldMkLst>
          <pc:docMk/>
          <pc:sldMk cId="47175209" sldId="309"/>
        </pc:sldMkLst>
        <pc:spChg chg="add mod">
          <ac:chgData name="Paul Winser" userId="c3146a91-e6bd-4264-bd86-e164e04bc32d" providerId="ADAL" clId="{E9B6C32E-A7BD-4CDF-963A-3C9AA5B605C4}" dt="2024-11-26T16:22:09.273" v="28"/>
          <ac:spMkLst>
            <pc:docMk/>
            <pc:sldMk cId="47175209" sldId="309"/>
            <ac:spMk id="2" creationId="{73EC0A46-4D99-E0D5-80C7-01A01A5CFB04}"/>
          </ac:spMkLst>
        </pc:spChg>
      </pc:sldChg>
      <pc:sldChg chg="addSp modSp">
        <pc:chgData name="Paul Winser" userId="c3146a91-e6bd-4264-bd86-e164e04bc32d" providerId="ADAL" clId="{E9B6C32E-A7BD-4CDF-963A-3C9AA5B605C4}" dt="2024-11-26T16:21:36.998" v="5"/>
        <pc:sldMkLst>
          <pc:docMk/>
          <pc:sldMk cId="190181986" sldId="310"/>
        </pc:sldMkLst>
        <pc:spChg chg="add mod">
          <ac:chgData name="Paul Winser" userId="c3146a91-e6bd-4264-bd86-e164e04bc32d" providerId="ADAL" clId="{E9B6C32E-A7BD-4CDF-963A-3C9AA5B605C4}" dt="2024-11-26T16:21:36.998" v="5"/>
          <ac:spMkLst>
            <pc:docMk/>
            <pc:sldMk cId="190181986" sldId="310"/>
            <ac:spMk id="3" creationId="{28BBBFE9-3AAB-9BE3-C453-50C660E3625A}"/>
          </ac:spMkLst>
        </pc:spChg>
      </pc:sldChg>
      <pc:sldChg chg="addSp modSp">
        <pc:chgData name="Paul Winser" userId="c3146a91-e6bd-4264-bd86-e164e04bc32d" providerId="ADAL" clId="{E9B6C32E-A7BD-4CDF-963A-3C9AA5B605C4}" dt="2024-11-26T16:22:00.651" v="21"/>
        <pc:sldMkLst>
          <pc:docMk/>
          <pc:sldMk cId="2951234326" sldId="311"/>
        </pc:sldMkLst>
        <pc:spChg chg="add mod">
          <ac:chgData name="Paul Winser" userId="c3146a91-e6bd-4264-bd86-e164e04bc32d" providerId="ADAL" clId="{E9B6C32E-A7BD-4CDF-963A-3C9AA5B605C4}" dt="2024-11-26T16:22:00.651" v="21"/>
          <ac:spMkLst>
            <pc:docMk/>
            <pc:sldMk cId="2951234326" sldId="311"/>
            <ac:spMk id="3" creationId="{944A9A5C-2280-734B-2035-E5FA61DE2F60}"/>
          </ac:spMkLst>
        </pc:spChg>
      </pc:sldChg>
      <pc:sldChg chg="addSp modSp">
        <pc:chgData name="Paul Winser" userId="c3146a91-e6bd-4264-bd86-e164e04bc32d" providerId="ADAL" clId="{E9B6C32E-A7BD-4CDF-963A-3C9AA5B605C4}" dt="2024-11-26T16:22:08.252" v="27"/>
        <pc:sldMkLst>
          <pc:docMk/>
          <pc:sldMk cId="2662291374" sldId="312"/>
        </pc:sldMkLst>
        <pc:spChg chg="add mod">
          <ac:chgData name="Paul Winser" userId="c3146a91-e6bd-4264-bd86-e164e04bc32d" providerId="ADAL" clId="{E9B6C32E-A7BD-4CDF-963A-3C9AA5B605C4}" dt="2024-11-26T16:22:08.252" v="27"/>
          <ac:spMkLst>
            <pc:docMk/>
            <pc:sldMk cId="2662291374" sldId="312"/>
            <ac:spMk id="3" creationId="{EB7A98BD-417D-836E-635A-075DC816F613}"/>
          </ac:spMkLst>
        </pc:spChg>
      </pc:sldChg>
      <pc:sldChg chg="addSp modSp">
        <pc:chgData name="Paul Winser" userId="c3146a91-e6bd-4264-bd86-e164e04bc32d" providerId="ADAL" clId="{E9B6C32E-A7BD-4CDF-963A-3C9AA5B605C4}" dt="2024-11-26T16:21:39.641" v="7"/>
        <pc:sldMkLst>
          <pc:docMk/>
          <pc:sldMk cId="1504820053" sldId="313"/>
        </pc:sldMkLst>
        <pc:spChg chg="add mod">
          <ac:chgData name="Paul Winser" userId="c3146a91-e6bd-4264-bd86-e164e04bc32d" providerId="ADAL" clId="{E9B6C32E-A7BD-4CDF-963A-3C9AA5B605C4}" dt="2024-11-26T16:21:39.641" v="7"/>
          <ac:spMkLst>
            <pc:docMk/>
            <pc:sldMk cId="1504820053" sldId="313"/>
            <ac:spMk id="2" creationId="{7BD7117A-AB6D-1399-0CC8-D7920A3FF051}"/>
          </ac:spMkLst>
        </pc:spChg>
      </pc:sldChg>
      <pc:sldChg chg="addSp modSp">
        <pc:chgData name="Paul Winser" userId="c3146a91-e6bd-4264-bd86-e164e04bc32d" providerId="ADAL" clId="{E9B6C32E-A7BD-4CDF-963A-3C9AA5B605C4}" dt="2024-11-26T16:21:41.162" v="8"/>
        <pc:sldMkLst>
          <pc:docMk/>
          <pc:sldMk cId="1867460667" sldId="314"/>
        </pc:sldMkLst>
        <pc:spChg chg="add mod">
          <ac:chgData name="Paul Winser" userId="c3146a91-e6bd-4264-bd86-e164e04bc32d" providerId="ADAL" clId="{E9B6C32E-A7BD-4CDF-963A-3C9AA5B605C4}" dt="2024-11-26T16:21:41.162" v="8"/>
          <ac:spMkLst>
            <pc:docMk/>
            <pc:sldMk cId="1867460667" sldId="314"/>
            <ac:spMk id="2" creationId="{3C9C4BD4-D4B8-5125-4F3D-E84EBC409A1D}"/>
          </ac:spMkLst>
        </pc:spChg>
      </pc:sldChg>
      <pc:sldChg chg="addSp modSp">
        <pc:chgData name="Paul Winser" userId="c3146a91-e6bd-4264-bd86-e164e04bc32d" providerId="ADAL" clId="{E9B6C32E-A7BD-4CDF-963A-3C9AA5B605C4}" dt="2024-11-26T16:21:42.661" v="9"/>
        <pc:sldMkLst>
          <pc:docMk/>
          <pc:sldMk cId="1995033342" sldId="315"/>
        </pc:sldMkLst>
        <pc:spChg chg="add mod">
          <ac:chgData name="Paul Winser" userId="c3146a91-e6bd-4264-bd86-e164e04bc32d" providerId="ADAL" clId="{E9B6C32E-A7BD-4CDF-963A-3C9AA5B605C4}" dt="2024-11-26T16:21:42.661" v="9"/>
          <ac:spMkLst>
            <pc:docMk/>
            <pc:sldMk cId="1995033342" sldId="315"/>
            <ac:spMk id="2" creationId="{BF8E76E6-5557-3DC4-C701-A7058EC6D8A7}"/>
          </ac:spMkLst>
        </pc:spChg>
      </pc:sldChg>
      <pc:sldChg chg="addSp modSp">
        <pc:chgData name="Paul Winser" userId="c3146a91-e6bd-4264-bd86-e164e04bc32d" providerId="ADAL" clId="{E9B6C32E-A7BD-4CDF-963A-3C9AA5B605C4}" dt="2024-11-26T16:21:44.762" v="10"/>
        <pc:sldMkLst>
          <pc:docMk/>
          <pc:sldMk cId="2359985149" sldId="316"/>
        </pc:sldMkLst>
        <pc:spChg chg="add mod">
          <ac:chgData name="Paul Winser" userId="c3146a91-e6bd-4264-bd86-e164e04bc32d" providerId="ADAL" clId="{E9B6C32E-A7BD-4CDF-963A-3C9AA5B605C4}" dt="2024-11-26T16:21:44.762" v="10"/>
          <ac:spMkLst>
            <pc:docMk/>
            <pc:sldMk cId="2359985149" sldId="316"/>
            <ac:spMk id="2" creationId="{3DCEC289-F19A-F50F-DAA9-B3DE713E9BED}"/>
          </ac:spMkLst>
        </pc:spChg>
      </pc:sldChg>
      <pc:sldChg chg="addSp modSp">
        <pc:chgData name="Paul Winser" userId="c3146a91-e6bd-4264-bd86-e164e04bc32d" providerId="ADAL" clId="{E9B6C32E-A7BD-4CDF-963A-3C9AA5B605C4}" dt="2024-11-26T16:21:45.848" v="11"/>
        <pc:sldMkLst>
          <pc:docMk/>
          <pc:sldMk cId="4151252266" sldId="317"/>
        </pc:sldMkLst>
        <pc:spChg chg="add mod">
          <ac:chgData name="Paul Winser" userId="c3146a91-e6bd-4264-bd86-e164e04bc32d" providerId="ADAL" clId="{E9B6C32E-A7BD-4CDF-963A-3C9AA5B605C4}" dt="2024-11-26T16:21:45.848" v="11"/>
          <ac:spMkLst>
            <pc:docMk/>
            <pc:sldMk cId="4151252266" sldId="317"/>
            <ac:spMk id="2" creationId="{557DECF0-A8D9-4FCA-B483-51FD5945BB8C}"/>
          </ac:spMkLst>
        </pc:spChg>
      </pc:sldChg>
      <pc:sldChg chg="addSp modSp">
        <pc:chgData name="Paul Winser" userId="c3146a91-e6bd-4264-bd86-e164e04bc32d" providerId="ADAL" clId="{E9B6C32E-A7BD-4CDF-963A-3C9AA5B605C4}" dt="2024-11-26T16:21:48.310" v="13"/>
        <pc:sldMkLst>
          <pc:docMk/>
          <pc:sldMk cId="1405751714" sldId="318"/>
        </pc:sldMkLst>
        <pc:spChg chg="add mod">
          <ac:chgData name="Paul Winser" userId="c3146a91-e6bd-4264-bd86-e164e04bc32d" providerId="ADAL" clId="{E9B6C32E-A7BD-4CDF-963A-3C9AA5B605C4}" dt="2024-11-26T16:21:48.310" v="13"/>
          <ac:spMkLst>
            <pc:docMk/>
            <pc:sldMk cId="1405751714" sldId="318"/>
            <ac:spMk id="2" creationId="{B4A821FA-6D38-F9D3-C129-097BF51BFE58}"/>
          </ac:spMkLst>
        </pc:spChg>
      </pc:sldChg>
      <pc:sldChg chg="addSp modSp">
        <pc:chgData name="Paul Winser" userId="c3146a91-e6bd-4264-bd86-e164e04bc32d" providerId="ADAL" clId="{E9B6C32E-A7BD-4CDF-963A-3C9AA5B605C4}" dt="2024-11-26T16:21:46.920" v="12"/>
        <pc:sldMkLst>
          <pc:docMk/>
          <pc:sldMk cId="2880396178" sldId="319"/>
        </pc:sldMkLst>
        <pc:spChg chg="add mod">
          <ac:chgData name="Paul Winser" userId="c3146a91-e6bd-4264-bd86-e164e04bc32d" providerId="ADAL" clId="{E9B6C32E-A7BD-4CDF-963A-3C9AA5B605C4}" dt="2024-11-26T16:21:46.920" v="12"/>
          <ac:spMkLst>
            <pc:docMk/>
            <pc:sldMk cId="2880396178" sldId="319"/>
            <ac:spMk id="3" creationId="{6533B444-C040-AC96-7F2A-E2BB20222BB8}"/>
          </ac:spMkLst>
        </pc:spChg>
      </pc:sldChg>
      <pc:sldChg chg="addSp modSp">
        <pc:chgData name="Paul Winser" userId="c3146a91-e6bd-4264-bd86-e164e04bc32d" providerId="ADAL" clId="{E9B6C32E-A7BD-4CDF-963A-3C9AA5B605C4}" dt="2024-11-26T16:21:49.528" v="14"/>
        <pc:sldMkLst>
          <pc:docMk/>
          <pc:sldMk cId="234056378" sldId="320"/>
        </pc:sldMkLst>
        <pc:spChg chg="add mod">
          <ac:chgData name="Paul Winser" userId="c3146a91-e6bd-4264-bd86-e164e04bc32d" providerId="ADAL" clId="{E9B6C32E-A7BD-4CDF-963A-3C9AA5B605C4}" dt="2024-11-26T16:21:49.528" v="14"/>
          <ac:spMkLst>
            <pc:docMk/>
            <pc:sldMk cId="234056378" sldId="320"/>
            <ac:spMk id="2" creationId="{82181869-2706-617F-496B-C006885600AE}"/>
          </ac:spMkLst>
        </pc:spChg>
      </pc:sldChg>
      <pc:sldChg chg="addSp modSp">
        <pc:chgData name="Paul Winser" userId="c3146a91-e6bd-4264-bd86-e164e04bc32d" providerId="ADAL" clId="{E9B6C32E-A7BD-4CDF-963A-3C9AA5B605C4}" dt="2024-11-26T16:21:50.925" v="15"/>
        <pc:sldMkLst>
          <pc:docMk/>
          <pc:sldMk cId="4090406834" sldId="321"/>
        </pc:sldMkLst>
        <pc:spChg chg="add mod">
          <ac:chgData name="Paul Winser" userId="c3146a91-e6bd-4264-bd86-e164e04bc32d" providerId="ADAL" clId="{E9B6C32E-A7BD-4CDF-963A-3C9AA5B605C4}" dt="2024-11-26T16:21:50.925" v="15"/>
          <ac:spMkLst>
            <pc:docMk/>
            <pc:sldMk cId="4090406834" sldId="321"/>
            <ac:spMk id="2" creationId="{BB219812-8266-C5BA-FB92-2E172C648C01}"/>
          </ac:spMkLst>
        </pc:spChg>
      </pc:sldChg>
      <pc:sldChg chg="addSp modSp">
        <pc:chgData name="Paul Winser" userId="c3146a91-e6bd-4264-bd86-e164e04bc32d" providerId="ADAL" clId="{E9B6C32E-A7BD-4CDF-963A-3C9AA5B605C4}" dt="2024-11-26T16:21:53.240" v="16"/>
        <pc:sldMkLst>
          <pc:docMk/>
          <pc:sldMk cId="2121003336" sldId="322"/>
        </pc:sldMkLst>
        <pc:spChg chg="add mod">
          <ac:chgData name="Paul Winser" userId="c3146a91-e6bd-4264-bd86-e164e04bc32d" providerId="ADAL" clId="{E9B6C32E-A7BD-4CDF-963A-3C9AA5B605C4}" dt="2024-11-26T16:21:53.240" v="16"/>
          <ac:spMkLst>
            <pc:docMk/>
            <pc:sldMk cId="2121003336" sldId="322"/>
            <ac:spMk id="2" creationId="{F395F434-6738-FF40-6618-28274D8CC9D0}"/>
          </ac:spMkLst>
        </pc:spChg>
      </pc:sldChg>
      <pc:sldChg chg="addSp modSp">
        <pc:chgData name="Paul Winser" userId="c3146a91-e6bd-4264-bd86-e164e04bc32d" providerId="ADAL" clId="{E9B6C32E-A7BD-4CDF-963A-3C9AA5B605C4}" dt="2024-11-26T16:21:54.892" v="17"/>
        <pc:sldMkLst>
          <pc:docMk/>
          <pc:sldMk cId="566252964" sldId="323"/>
        </pc:sldMkLst>
        <pc:spChg chg="add mod">
          <ac:chgData name="Paul Winser" userId="c3146a91-e6bd-4264-bd86-e164e04bc32d" providerId="ADAL" clId="{E9B6C32E-A7BD-4CDF-963A-3C9AA5B605C4}" dt="2024-11-26T16:21:54.892" v="17"/>
          <ac:spMkLst>
            <pc:docMk/>
            <pc:sldMk cId="566252964" sldId="323"/>
            <ac:spMk id="2" creationId="{EF700E94-AA66-A90E-95CD-B1BF0CD7E213}"/>
          </ac:spMkLst>
        </pc:spChg>
      </pc:sldChg>
      <pc:sldChg chg="addSp modSp">
        <pc:chgData name="Paul Winser" userId="c3146a91-e6bd-4264-bd86-e164e04bc32d" providerId="ADAL" clId="{E9B6C32E-A7BD-4CDF-963A-3C9AA5B605C4}" dt="2024-11-26T16:21:57.948" v="19"/>
        <pc:sldMkLst>
          <pc:docMk/>
          <pc:sldMk cId="1978053977" sldId="324"/>
        </pc:sldMkLst>
        <pc:spChg chg="add mod">
          <ac:chgData name="Paul Winser" userId="c3146a91-e6bd-4264-bd86-e164e04bc32d" providerId="ADAL" clId="{E9B6C32E-A7BD-4CDF-963A-3C9AA5B605C4}" dt="2024-11-26T16:21:56.440" v="18"/>
          <ac:spMkLst>
            <pc:docMk/>
            <pc:sldMk cId="1978053977" sldId="324"/>
            <ac:spMk id="2" creationId="{EF4C763D-17EA-5036-EDB3-8312DF572F6E}"/>
          </ac:spMkLst>
        </pc:spChg>
        <pc:spChg chg="add mod">
          <ac:chgData name="Paul Winser" userId="c3146a91-e6bd-4264-bd86-e164e04bc32d" providerId="ADAL" clId="{E9B6C32E-A7BD-4CDF-963A-3C9AA5B605C4}" dt="2024-11-26T16:21:57.948" v="19"/>
          <ac:spMkLst>
            <pc:docMk/>
            <pc:sldMk cId="1978053977" sldId="324"/>
            <ac:spMk id="5" creationId="{9F77136A-794D-A0EA-758B-B14FA7525733}"/>
          </ac:spMkLst>
        </pc:spChg>
      </pc:sldChg>
      <pc:sldChg chg="addSp modSp">
        <pc:chgData name="Paul Winser" userId="c3146a91-e6bd-4264-bd86-e164e04bc32d" providerId="ADAL" clId="{E9B6C32E-A7BD-4CDF-963A-3C9AA5B605C4}" dt="2024-11-26T16:22:03.352" v="23"/>
        <pc:sldMkLst>
          <pc:docMk/>
          <pc:sldMk cId="3239018500" sldId="325"/>
        </pc:sldMkLst>
        <pc:spChg chg="add mod">
          <ac:chgData name="Paul Winser" userId="c3146a91-e6bd-4264-bd86-e164e04bc32d" providerId="ADAL" clId="{E9B6C32E-A7BD-4CDF-963A-3C9AA5B605C4}" dt="2024-11-26T16:22:03.352" v="23"/>
          <ac:spMkLst>
            <pc:docMk/>
            <pc:sldMk cId="3239018500" sldId="325"/>
            <ac:spMk id="2" creationId="{EF1D21D5-2B1C-D3A1-1AC9-50DC34613C4A}"/>
          </ac:spMkLst>
        </pc:spChg>
      </pc:sldChg>
      <pc:sldChg chg="addSp modSp">
        <pc:chgData name="Paul Winser" userId="c3146a91-e6bd-4264-bd86-e164e04bc32d" providerId="ADAL" clId="{E9B6C32E-A7BD-4CDF-963A-3C9AA5B605C4}" dt="2024-11-26T16:22:05.910" v="25"/>
        <pc:sldMkLst>
          <pc:docMk/>
          <pc:sldMk cId="4203936660" sldId="326"/>
        </pc:sldMkLst>
        <pc:spChg chg="add mod">
          <ac:chgData name="Paul Winser" userId="c3146a91-e6bd-4264-bd86-e164e04bc32d" providerId="ADAL" clId="{E9B6C32E-A7BD-4CDF-963A-3C9AA5B605C4}" dt="2024-11-26T16:22:05.910" v="25"/>
          <ac:spMkLst>
            <pc:docMk/>
            <pc:sldMk cId="4203936660" sldId="326"/>
            <ac:spMk id="2" creationId="{797B07F2-0DDD-F525-6239-1EB4786DCB53}"/>
          </ac:spMkLst>
        </pc:spChg>
      </pc:sldChg>
      <pc:sldChg chg="addSp modSp">
        <pc:chgData name="Paul Winser" userId="c3146a91-e6bd-4264-bd86-e164e04bc32d" providerId="ADAL" clId="{E9B6C32E-A7BD-4CDF-963A-3C9AA5B605C4}" dt="2024-11-26T16:22:10.522" v="29"/>
        <pc:sldMkLst>
          <pc:docMk/>
          <pc:sldMk cId="2578946870" sldId="327"/>
        </pc:sldMkLst>
        <pc:spChg chg="add mod">
          <ac:chgData name="Paul Winser" userId="c3146a91-e6bd-4264-bd86-e164e04bc32d" providerId="ADAL" clId="{E9B6C32E-A7BD-4CDF-963A-3C9AA5B605C4}" dt="2024-11-26T16:22:10.522" v="29"/>
          <ac:spMkLst>
            <pc:docMk/>
            <pc:sldMk cId="2578946870" sldId="327"/>
            <ac:spMk id="2" creationId="{59ABD34B-15CC-D1DF-943A-E0C6806B3717}"/>
          </ac:spMkLst>
        </pc:spChg>
      </pc:sldChg>
      <pc:sldChg chg="addSp modSp">
        <pc:chgData name="Paul Winser" userId="c3146a91-e6bd-4264-bd86-e164e04bc32d" providerId="ADAL" clId="{E9B6C32E-A7BD-4CDF-963A-3C9AA5B605C4}" dt="2024-11-26T16:22:11.588" v="30"/>
        <pc:sldMkLst>
          <pc:docMk/>
          <pc:sldMk cId="1408710130" sldId="328"/>
        </pc:sldMkLst>
        <pc:spChg chg="add mod">
          <ac:chgData name="Paul Winser" userId="c3146a91-e6bd-4264-bd86-e164e04bc32d" providerId="ADAL" clId="{E9B6C32E-A7BD-4CDF-963A-3C9AA5B605C4}" dt="2024-11-26T16:22:11.588" v="30"/>
          <ac:spMkLst>
            <pc:docMk/>
            <pc:sldMk cId="1408710130" sldId="328"/>
            <ac:spMk id="2" creationId="{4087AFD8-0420-6E2C-28F0-AF6E9C7FA5FC}"/>
          </ac:spMkLst>
        </pc:spChg>
      </pc:sldChg>
      <pc:sldChg chg="addSp modSp">
        <pc:chgData name="Paul Winser" userId="c3146a91-e6bd-4264-bd86-e164e04bc32d" providerId="ADAL" clId="{E9B6C32E-A7BD-4CDF-963A-3C9AA5B605C4}" dt="2024-11-26T16:22:14.166" v="31"/>
        <pc:sldMkLst>
          <pc:docMk/>
          <pc:sldMk cId="4178868141" sldId="329"/>
        </pc:sldMkLst>
        <pc:spChg chg="add mod">
          <ac:chgData name="Paul Winser" userId="c3146a91-e6bd-4264-bd86-e164e04bc32d" providerId="ADAL" clId="{E9B6C32E-A7BD-4CDF-963A-3C9AA5B605C4}" dt="2024-11-26T16:22:14.166" v="31"/>
          <ac:spMkLst>
            <pc:docMk/>
            <pc:sldMk cId="4178868141" sldId="329"/>
            <ac:spMk id="2" creationId="{8863FC3D-FADB-2872-00F8-BCA896546FCF}"/>
          </ac:spMkLst>
        </pc:spChg>
      </pc:sldChg>
      <pc:sldChg chg="addSp modSp">
        <pc:chgData name="Paul Winser" userId="c3146a91-e6bd-4264-bd86-e164e04bc32d" providerId="ADAL" clId="{E9B6C32E-A7BD-4CDF-963A-3C9AA5B605C4}" dt="2024-11-26T16:22:04.820" v="24"/>
        <pc:sldMkLst>
          <pc:docMk/>
          <pc:sldMk cId="758176650" sldId="330"/>
        </pc:sldMkLst>
        <pc:spChg chg="add mod">
          <ac:chgData name="Paul Winser" userId="c3146a91-e6bd-4264-bd86-e164e04bc32d" providerId="ADAL" clId="{E9B6C32E-A7BD-4CDF-963A-3C9AA5B605C4}" dt="2024-11-26T16:22:04.820" v="24"/>
          <ac:spMkLst>
            <pc:docMk/>
            <pc:sldMk cId="758176650" sldId="330"/>
            <ac:spMk id="2" creationId="{18859B0F-311D-0310-54D8-18EE222E8CD2}"/>
          </ac:spMkLst>
        </pc:spChg>
      </pc:sldChg>
      <pc:sldChg chg="addSp modSp">
        <pc:chgData name="Paul Winser" userId="c3146a91-e6bd-4264-bd86-e164e04bc32d" providerId="ADAL" clId="{E9B6C32E-A7BD-4CDF-963A-3C9AA5B605C4}" dt="2024-11-26T16:22:07.030" v="26"/>
        <pc:sldMkLst>
          <pc:docMk/>
          <pc:sldMk cId="369030228" sldId="331"/>
        </pc:sldMkLst>
        <pc:spChg chg="add mod">
          <ac:chgData name="Paul Winser" userId="c3146a91-e6bd-4264-bd86-e164e04bc32d" providerId="ADAL" clId="{E9B6C32E-A7BD-4CDF-963A-3C9AA5B605C4}" dt="2024-11-26T16:22:07.030" v="26"/>
          <ac:spMkLst>
            <pc:docMk/>
            <pc:sldMk cId="369030228" sldId="331"/>
            <ac:spMk id="2" creationId="{DF69056B-8468-3D78-51D3-19AFCDCD0926}"/>
          </ac:spMkLst>
        </pc:spChg>
      </pc:sldChg>
      <pc:sldChg chg="addSp modSp">
        <pc:chgData name="Paul Winser" userId="c3146a91-e6bd-4264-bd86-e164e04bc32d" providerId="ADAL" clId="{E9B6C32E-A7BD-4CDF-963A-3C9AA5B605C4}" dt="2024-11-26T16:22:15.778" v="32"/>
        <pc:sldMkLst>
          <pc:docMk/>
          <pc:sldMk cId="1265169585" sldId="332"/>
        </pc:sldMkLst>
        <pc:spChg chg="add mod">
          <ac:chgData name="Paul Winser" userId="c3146a91-e6bd-4264-bd86-e164e04bc32d" providerId="ADAL" clId="{E9B6C32E-A7BD-4CDF-963A-3C9AA5B605C4}" dt="2024-11-26T16:22:15.778" v="32"/>
          <ac:spMkLst>
            <pc:docMk/>
            <pc:sldMk cId="1265169585" sldId="332"/>
            <ac:spMk id="3" creationId="{DEC10373-50AC-8281-EBED-5084FD72068D}"/>
          </ac:spMkLst>
        </pc:spChg>
      </pc:sldChg>
      <pc:sldChg chg="addSp modSp">
        <pc:chgData name="Paul Winser" userId="c3146a91-e6bd-4264-bd86-e164e04bc32d" providerId="ADAL" clId="{E9B6C32E-A7BD-4CDF-963A-3C9AA5B605C4}" dt="2024-11-26T16:21:59.549" v="20"/>
        <pc:sldMkLst>
          <pc:docMk/>
          <pc:sldMk cId="4072222298" sldId="333"/>
        </pc:sldMkLst>
        <pc:spChg chg="add mod">
          <ac:chgData name="Paul Winser" userId="c3146a91-e6bd-4264-bd86-e164e04bc32d" providerId="ADAL" clId="{E9B6C32E-A7BD-4CDF-963A-3C9AA5B605C4}" dt="2024-11-26T16:21:59.549" v="20"/>
          <ac:spMkLst>
            <pc:docMk/>
            <pc:sldMk cId="4072222298" sldId="333"/>
            <ac:spMk id="2" creationId="{D6207E58-A6F7-424E-8A21-59E8DE40CDBF}"/>
          </ac:spMkLst>
        </pc:spChg>
      </pc:sldChg>
      <pc:sldChg chg="addSp modSp">
        <pc:chgData name="Paul Winser" userId="c3146a91-e6bd-4264-bd86-e164e04bc32d" providerId="ADAL" clId="{E9B6C32E-A7BD-4CDF-963A-3C9AA5B605C4}" dt="2024-11-26T16:22:19.405" v="33"/>
        <pc:sldMkLst>
          <pc:docMk/>
          <pc:sldMk cId="0" sldId="341"/>
        </pc:sldMkLst>
        <pc:spChg chg="add mod">
          <ac:chgData name="Paul Winser" userId="c3146a91-e6bd-4264-bd86-e164e04bc32d" providerId="ADAL" clId="{E9B6C32E-A7BD-4CDF-963A-3C9AA5B605C4}" dt="2024-11-26T16:22:19.405" v="33"/>
          <ac:spMkLst>
            <pc:docMk/>
            <pc:sldMk cId="0" sldId="341"/>
            <ac:spMk id="3" creationId="{6AB4CAC7-BC59-6A3E-5C86-E635EBF3DCA0}"/>
          </ac:spMkLst>
        </pc:spChg>
      </pc:sldChg>
    </pc:docChg>
  </pc:docChgLst>
  <pc:docChgLst>
    <pc:chgData name="Paul Winser" userId="c3146a91-e6bd-4264-bd86-e164e04bc32d" providerId="ADAL" clId="{80E0D401-99E2-4A96-A3A1-85CD508B5C51}"/>
    <pc:docChg chg="undo custSel modSld">
      <pc:chgData name="Paul Winser" userId="c3146a91-e6bd-4264-bd86-e164e04bc32d" providerId="ADAL" clId="{80E0D401-99E2-4A96-A3A1-85CD508B5C51}" dt="2024-11-13T14:03:41.546" v="14" actId="208"/>
      <pc:docMkLst>
        <pc:docMk/>
      </pc:docMkLst>
      <pc:sldChg chg="modSp mod">
        <pc:chgData name="Paul Winser" userId="c3146a91-e6bd-4264-bd86-e164e04bc32d" providerId="ADAL" clId="{80E0D401-99E2-4A96-A3A1-85CD508B5C51}" dt="2024-11-13T14:02:16.325" v="0" actId="20577"/>
        <pc:sldMkLst>
          <pc:docMk/>
          <pc:sldMk cId="1867460667" sldId="314"/>
        </pc:sldMkLst>
        <pc:spChg chg="mod">
          <ac:chgData name="Paul Winser" userId="c3146a91-e6bd-4264-bd86-e164e04bc32d" providerId="ADAL" clId="{80E0D401-99E2-4A96-A3A1-85CD508B5C51}" dt="2024-11-13T14:02:16.325" v="0" actId="20577"/>
          <ac:spMkLst>
            <pc:docMk/>
            <pc:sldMk cId="1867460667" sldId="314"/>
            <ac:spMk id="34819" creationId="{22E0B9A7-3DE9-58C4-7EDC-003364E6052B}"/>
          </ac:spMkLst>
        </pc:spChg>
      </pc:sldChg>
      <pc:sldChg chg="modSp mod">
        <pc:chgData name="Paul Winser" userId="c3146a91-e6bd-4264-bd86-e164e04bc32d" providerId="ADAL" clId="{80E0D401-99E2-4A96-A3A1-85CD508B5C51}" dt="2024-11-13T14:02:32.391" v="5" actId="208"/>
        <pc:sldMkLst>
          <pc:docMk/>
          <pc:sldMk cId="1995033342" sldId="315"/>
        </pc:sldMkLst>
        <pc:spChg chg="mod">
          <ac:chgData name="Paul Winser" userId="c3146a91-e6bd-4264-bd86-e164e04bc32d" providerId="ADAL" clId="{80E0D401-99E2-4A96-A3A1-85CD508B5C51}" dt="2024-11-13T14:02:32.391" v="5" actId="208"/>
          <ac:spMkLst>
            <pc:docMk/>
            <pc:sldMk cId="1995033342" sldId="315"/>
            <ac:spMk id="4" creationId="{770CF14F-CA87-966B-AD26-1B7CE3C1A120}"/>
          </ac:spMkLst>
        </pc:spChg>
      </pc:sldChg>
      <pc:sldChg chg="modSp">
        <pc:chgData name="Paul Winser" userId="c3146a91-e6bd-4264-bd86-e164e04bc32d" providerId="ADAL" clId="{80E0D401-99E2-4A96-A3A1-85CD508B5C51}" dt="2024-11-13T14:02:42.373" v="6" actId="208"/>
        <pc:sldMkLst>
          <pc:docMk/>
          <pc:sldMk cId="2880396178" sldId="319"/>
        </pc:sldMkLst>
        <pc:spChg chg="mod">
          <ac:chgData name="Paul Winser" userId="c3146a91-e6bd-4264-bd86-e164e04bc32d" providerId="ADAL" clId="{80E0D401-99E2-4A96-A3A1-85CD508B5C51}" dt="2024-11-13T14:02:42.373" v="6" actId="208"/>
          <ac:spMkLst>
            <pc:docMk/>
            <pc:sldMk cId="2880396178" sldId="319"/>
            <ac:spMk id="34819" creationId="{652C5658-5CB6-2E8C-A282-BDD30CD2DA99}"/>
          </ac:spMkLst>
        </pc:spChg>
      </pc:sldChg>
      <pc:sldChg chg="modSp mod">
        <pc:chgData name="Paul Winser" userId="c3146a91-e6bd-4264-bd86-e164e04bc32d" providerId="ADAL" clId="{80E0D401-99E2-4A96-A3A1-85CD508B5C51}" dt="2024-11-13T14:02:52.350" v="7" actId="208"/>
        <pc:sldMkLst>
          <pc:docMk/>
          <pc:sldMk cId="4090406834" sldId="321"/>
        </pc:sldMkLst>
        <pc:spChg chg="mod">
          <ac:chgData name="Paul Winser" userId="c3146a91-e6bd-4264-bd86-e164e04bc32d" providerId="ADAL" clId="{80E0D401-99E2-4A96-A3A1-85CD508B5C51}" dt="2024-11-13T14:02:52.350" v="7" actId="208"/>
          <ac:spMkLst>
            <pc:docMk/>
            <pc:sldMk cId="4090406834" sldId="321"/>
            <ac:spMk id="9" creationId="{8D9F34CD-533B-A91B-DDDE-D2E92F2D046C}"/>
          </ac:spMkLst>
        </pc:spChg>
      </pc:sldChg>
      <pc:sldChg chg="modSp mod">
        <pc:chgData name="Paul Winser" userId="c3146a91-e6bd-4264-bd86-e164e04bc32d" providerId="ADAL" clId="{80E0D401-99E2-4A96-A3A1-85CD508B5C51}" dt="2024-11-13T14:03:08.607" v="9" actId="208"/>
        <pc:sldMkLst>
          <pc:docMk/>
          <pc:sldMk cId="3239018500" sldId="325"/>
        </pc:sldMkLst>
        <pc:spChg chg="mod">
          <ac:chgData name="Paul Winser" userId="c3146a91-e6bd-4264-bd86-e164e04bc32d" providerId="ADAL" clId="{80E0D401-99E2-4A96-A3A1-85CD508B5C51}" dt="2024-11-13T14:03:08.607" v="9" actId="208"/>
          <ac:spMkLst>
            <pc:docMk/>
            <pc:sldMk cId="3239018500" sldId="325"/>
            <ac:spMk id="4" creationId="{7B615794-6711-D5E0-36CD-1210C3FFA224}"/>
          </ac:spMkLst>
        </pc:spChg>
      </pc:sldChg>
      <pc:sldChg chg="modSp mod">
        <pc:chgData name="Paul Winser" userId="c3146a91-e6bd-4264-bd86-e164e04bc32d" providerId="ADAL" clId="{80E0D401-99E2-4A96-A3A1-85CD508B5C51}" dt="2024-11-13T14:03:29.164" v="13" actId="12"/>
        <pc:sldMkLst>
          <pc:docMk/>
          <pc:sldMk cId="2578946870" sldId="327"/>
        </pc:sldMkLst>
        <pc:spChg chg="mod">
          <ac:chgData name="Paul Winser" userId="c3146a91-e6bd-4264-bd86-e164e04bc32d" providerId="ADAL" clId="{80E0D401-99E2-4A96-A3A1-85CD508B5C51}" dt="2024-11-13T14:03:29.164" v="13" actId="12"/>
          <ac:spMkLst>
            <pc:docMk/>
            <pc:sldMk cId="2578946870" sldId="327"/>
            <ac:spMk id="34819" creationId="{7144A177-5387-B424-AA56-FDDCFBE94034}"/>
          </ac:spMkLst>
        </pc:spChg>
      </pc:sldChg>
      <pc:sldChg chg="modSp mod">
        <pc:chgData name="Paul Winser" userId="c3146a91-e6bd-4264-bd86-e164e04bc32d" providerId="ADAL" clId="{80E0D401-99E2-4A96-A3A1-85CD508B5C51}" dt="2024-11-13T14:03:18.899" v="11" actId="1076"/>
        <pc:sldMkLst>
          <pc:docMk/>
          <pc:sldMk cId="369030228" sldId="331"/>
        </pc:sldMkLst>
        <pc:picChg chg="mod">
          <ac:chgData name="Paul Winser" userId="c3146a91-e6bd-4264-bd86-e164e04bc32d" providerId="ADAL" clId="{80E0D401-99E2-4A96-A3A1-85CD508B5C51}" dt="2024-11-13T14:03:18.899" v="11" actId="1076"/>
          <ac:picMkLst>
            <pc:docMk/>
            <pc:sldMk cId="369030228" sldId="331"/>
            <ac:picMk id="4" creationId="{DF32261C-E0C9-8B32-FDA4-E9914E87FCFA}"/>
          </ac:picMkLst>
        </pc:picChg>
      </pc:sldChg>
      <pc:sldChg chg="modSp mod">
        <pc:chgData name="Paul Winser" userId="c3146a91-e6bd-4264-bd86-e164e04bc32d" providerId="ADAL" clId="{80E0D401-99E2-4A96-A3A1-85CD508B5C51}" dt="2024-11-13T14:03:41.546" v="14" actId="208"/>
        <pc:sldMkLst>
          <pc:docMk/>
          <pc:sldMk cId="1265169585" sldId="332"/>
        </pc:sldMkLst>
        <pc:spChg chg="mod">
          <ac:chgData name="Paul Winser" userId="c3146a91-e6bd-4264-bd86-e164e04bc32d" providerId="ADAL" clId="{80E0D401-99E2-4A96-A3A1-85CD508B5C51}" dt="2024-11-13T14:03:41.546" v="14" actId="208"/>
          <ac:spMkLst>
            <pc:docMk/>
            <pc:sldMk cId="1265169585" sldId="332"/>
            <ac:spMk id="2" creationId="{D58FB1BD-95D3-4CD2-9C7C-94855CFA59EA}"/>
          </ac:spMkLst>
        </pc:spChg>
      </pc:sldChg>
      <pc:sldChg chg="modSp mod">
        <pc:chgData name="Paul Winser" userId="c3146a91-e6bd-4264-bd86-e164e04bc32d" providerId="ADAL" clId="{80E0D401-99E2-4A96-A3A1-85CD508B5C51}" dt="2024-11-13T14:03:01.751" v="8" actId="208"/>
        <pc:sldMkLst>
          <pc:docMk/>
          <pc:sldMk cId="4072222298" sldId="333"/>
        </pc:sldMkLst>
        <pc:spChg chg="mod">
          <ac:chgData name="Paul Winser" userId="c3146a91-e6bd-4264-bd86-e164e04bc32d" providerId="ADAL" clId="{80E0D401-99E2-4A96-A3A1-85CD508B5C51}" dt="2024-11-13T14:03:01.751" v="8" actId="208"/>
          <ac:spMkLst>
            <pc:docMk/>
            <pc:sldMk cId="4072222298" sldId="333"/>
            <ac:spMk id="5" creationId="{80E99A8E-F165-9552-3FE9-20FE892F3284}"/>
          </ac:spMkLst>
        </pc:spChg>
      </pc:sldChg>
    </pc:docChg>
  </pc:docChgLst>
  <pc:docChgLst>
    <pc:chgData name="Sarah Langley" userId="239c5547-87b3-47be-8ff1-783a9a4cc887" providerId="ADAL" clId="{D0714FD3-DA51-4D1B-8255-4C0EFC6B86E1}"/>
    <pc:docChg chg="custSel addSld modSld">
      <pc:chgData name="Sarah Langley" userId="239c5547-87b3-47be-8ff1-783a9a4cc887" providerId="ADAL" clId="{D0714FD3-DA51-4D1B-8255-4C0EFC6B86E1}" dt="2024-10-28T08:16:47.974" v="125" actId="1076"/>
      <pc:docMkLst>
        <pc:docMk/>
      </pc:docMkLst>
      <pc:sldChg chg="addSp delSp modSp mod">
        <pc:chgData name="Sarah Langley" userId="239c5547-87b3-47be-8ff1-783a9a4cc887" providerId="ADAL" clId="{D0714FD3-DA51-4D1B-8255-4C0EFC6B86E1}" dt="2024-10-28T08:09:57.946" v="22" actId="1076"/>
        <pc:sldMkLst>
          <pc:docMk/>
          <pc:sldMk cId="1504820053" sldId="313"/>
        </pc:sldMkLst>
        <pc:picChg chg="del">
          <ac:chgData name="Sarah Langley" userId="239c5547-87b3-47be-8ff1-783a9a4cc887" providerId="ADAL" clId="{D0714FD3-DA51-4D1B-8255-4C0EFC6B86E1}" dt="2024-10-28T08:09:31.658" v="17" actId="478"/>
          <ac:picMkLst>
            <pc:docMk/>
            <pc:sldMk cId="1504820053" sldId="313"/>
            <ac:picMk id="3" creationId="{508A7DE0-1511-64A6-DAC7-CF0EB971D699}"/>
          </ac:picMkLst>
        </pc:picChg>
        <pc:picChg chg="add mod modCrop">
          <ac:chgData name="Sarah Langley" userId="239c5547-87b3-47be-8ff1-783a9a4cc887" providerId="ADAL" clId="{D0714FD3-DA51-4D1B-8255-4C0EFC6B86E1}" dt="2024-10-28T08:09:57.946" v="22" actId="1076"/>
          <ac:picMkLst>
            <pc:docMk/>
            <pc:sldMk cId="1504820053" sldId="313"/>
            <ac:picMk id="4" creationId="{B03A2C88-21B7-59E7-0219-9BE024356ADC}"/>
          </ac:picMkLst>
        </pc:picChg>
      </pc:sldChg>
      <pc:sldChg chg="addSp delSp modSp mod">
        <pc:chgData name="Sarah Langley" userId="239c5547-87b3-47be-8ff1-783a9a4cc887" providerId="ADAL" clId="{D0714FD3-DA51-4D1B-8255-4C0EFC6B86E1}" dt="2024-10-28T08:10:50.350" v="34" actId="1076"/>
        <pc:sldMkLst>
          <pc:docMk/>
          <pc:sldMk cId="2359985149" sldId="316"/>
        </pc:sldMkLst>
        <pc:picChg chg="del">
          <ac:chgData name="Sarah Langley" userId="239c5547-87b3-47be-8ff1-783a9a4cc887" providerId="ADAL" clId="{D0714FD3-DA51-4D1B-8255-4C0EFC6B86E1}" dt="2024-10-28T08:10:43.972" v="31" actId="478"/>
          <ac:picMkLst>
            <pc:docMk/>
            <pc:sldMk cId="2359985149" sldId="316"/>
            <ac:picMk id="3" creationId="{F34DF469-6648-020A-D754-E081C4650D8A}"/>
          </ac:picMkLst>
        </pc:picChg>
        <pc:picChg chg="add mod modCrop">
          <ac:chgData name="Sarah Langley" userId="239c5547-87b3-47be-8ff1-783a9a4cc887" providerId="ADAL" clId="{D0714FD3-DA51-4D1B-8255-4C0EFC6B86E1}" dt="2024-10-28T08:10:50.350" v="34" actId="1076"/>
          <ac:picMkLst>
            <pc:docMk/>
            <pc:sldMk cId="2359985149" sldId="316"/>
            <ac:picMk id="4" creationId="{DAB75EA9-6535-F81E-1DB2-3F1648963D10}"/>
          </ac:picMkLst>
        </pc:picChg>
      </pc:sldChg>
      <pc:sldChg chg="addSp delSp modSp mod">
        <pc:chgData name="Sarah Langley" userId="239c5547-87b3-47be-8ff1-783a9a4cc887" providerId="ADAL" clId="{D0714FD3-DA51-4D1B-8255-4C0EFC6B86E1}" dt="2024-10-28T08:12:41.006" v="60" actId="1076"/>
        <pc:sldMkLst>
          <pc:docMk/>
          <pc:sldMk cId="4090406834" sldId="321"/>
        </pc:sldMkLst>
        <pc:spChg chg="mod">
          <ac:chgData name="Sarah Langley" userId="239c5547-87b3-47be-8ff1-783a9a4cc887" providerId="ADAL" clId="{D0714FD3-DA51-4D1B-8255-4C0EFC6B86E1}" dt="2024-10-28T08:12:41.006" v="60" actId="1076"/>
          <ac:spMkLst>
            <pc:docMk/>
            <pc:sldMk cId="4090406834" sldId="321"/>
            <ac:spMk id="9" creationId="{8D9F34CD-533B-A91B-DDDE-D2E92F2D046C}"/>
          </ac:spMkLst>
        </pc:spChg>
        <pc:spChg chg="mod">
          <ac:chgData name="Sarah Langley" userId="239c5547-87b3-47be-8ff1-783a9a4cc887" providerId="ADAL" clId="{D0714FD3-DA51-4D1B-8255-4C0EFC6B86E1}" dt="2024-10-28T08:12:32.239" v="58" actId="1076"/>
          <ac:spMkLst>
            <pc:docMk/>
            <pc:sldMk cId="4090406834" sldId="321"/>
            <ac:spMk id="34819" creationId="{A292496D-05FC-76CC-3134-13D5A6FE5079}"/>
          </ac:spMkLst>
        </pc:spChg>
        <pc:picChg chg="del">
          <ac:chgData name="Sarah Langley" userId="239c5547-87b3-47be-8ff1-783a9a4cc887" providerId="ADAL" clId="{D0714FD3-DA51-4D1B-8255-4C0EFC6B86E1}" dt="2024-10-28T08:11:32.750" v="43" actId="478"/>
          <ac:picMkLst>
            <pc:docMk/>
            <pc:sldMk cId="4090406834" sldId="321"/>
            <ac:picMk id="3" creationId="{83AE24C2-B8EB-77EA-3D76-CA501755E8D5}"/>
          </ac:picMkLst>
        </pc:picChg>
        <pc:picChg chg="add mod modCrop">
          <ac:chgData name="Sarah Langley" userId="239c5547-87b3-47be-8ff1-783a9a4cc887" providerId="ADAL" clId="{D0714FD3-DA51-4D1B-8255-4C0EFC6B86E1}" dt="2024-10-28T08:12:36.228" v="59" actId="14100"/>
          <ac:picMkLst>
            <pc:docMk/>
            <pc:sldMk cId="4090406834" sldId="321"/>
            <ac:picMk id="4" creationId="{D89C3218-169A-05DC-3894-35735F13939D}"/>
          </ac:picMkLst>
        </pc:picChg>
      </pc:sldChg>
      <pc:sldChg chg="addSp delSp modSp mod">
        <pc:chgData name="Sarah Langley" userId="239c5547-87b3-47be-8ff1-783a9a4cc887" providerId="ADAL" clId="{D0714FD3-DA51-4D1B-8255-4C0EFC6B86E1}" dt="2024-10-28T08:13:37.604" v="74" actId="14100"/>
        <pc:sldMkLst>
          <pc:docMk/>
          <pc:sldMk cId="1978053977" sldId="324"/>
        </pc:sldMkLst>
        <pc:picChg chg="add mod modCrop">
          <ac:chgData name="Sarah Langley" userId="239c5547-87b3-47be-8ff1-783a9a4cc887" providerId="ADAL" clId="{D0714FD3-DA51-4D1B-8255-4C0EFC6B86E1}" dt="2024-10-28T08:13:37.604" v="74" actId="14100"/>
          <ac:picMkLst>
            <pc:docMk/>
            <pc:sldMk cId="1978053977" sldId="324"/>
            <ac:picMk id="3" creationId="{24C24263-F4BB-C1F2-3275-4E76C99360E3}"/>
          </ac:picMkLst>
        </pc:picChg>
        <pc:picChg chg="del mod">
          <ac:chgData name="Sarah Langley" userId="239c5547-87b3-47be-8ff1-783a9a4cc887" providerId="ADAL" clId="{D0714FD3-DA51-4D1B-8255-4C0EFC6B86E1}" dt="2024-10-28T08:13:27.050" v="71" actId="478"/>
          <ac:picMkLst>
            <pc:docMk/>
            <pc:sldMk cId="1978053977" sldId="324"/>
            <ac:picMk id="5" creationId="{3139FD77-0307-AD17-3C14-32694A58857C}"/>
          </ac:picMkLst>
        </pc:picChg>
      </pc:sldChg>
      <pc:sldChg chg="addSp delSp modSp mod">
        <pc:chgData name="Sarah Langley" userId="239c5547-87b3-47be-8ff1-783a9a4cc887" providerId="ADAL" clId="{D0714FD3-DA51-4D1B-8255-4C0EFC6B86E1}" dt="2024-10-28T08:14:29.703" v="86" actId="14100"/>
        <pc:sldMkLst>
          <pc:docMk/>
          <pc:sldMk cId="3239018500" sldId="325"/>
        </pc:sldMkLst>
        <pc:spChg chg="mod">
          <ac:chgData name="Sarah Langley" userId="239c5547-87b3-47be-8ff1-783a9a4cc887" providerId="ADAL" clId="{D0714FD3-DA51-4D1B-8255-4C0EFC6B86E1}" dt="2024-10-28T08:14:29.703" v="86" actId="14100"/>
          <ac:spMkLst>
            <pc:docMk/>
            <pc:sldMk cId="3239018500" sldId="325"/>
            <ac:spMk id="4" creationId="{7B615794-6711-D5E0-36CD-1210C3FFA224}"/>
          </ac:spMkLst>
        </pc:spChg>
        <pc:spChg chg="mod">
          <ac:chgData name="Sarah Langley" userId="239c5547-87b3-47be-8ff1-783a9a4cc887" providerId="ADAL" clId="{D0714FD3-DA51-4D1B-8255-4C0EFC6B86E1}" dt="2024-10-28T08:14:24.837" v="85" actId="14100"/>
          <ac:spMkLst>
            <pc:docMk/>
            <pc:sldMk cId="3239018500" sldId="325"/>
            <ac:spMk id="34819" creationId="{C0E6C725-2D89-CBA4-71D8-A21E6F14C7D9}"/>
          </ac:spMkLst>
        </pc:spChg>
        <pc:picChg chg="del">
          <ac:chgData name="Sarah Langley" userId="239c5547-87b3-47be-8ff1-783a9a4cc887" providerId="ADAL" clId="{D0714FD3-DA51-4D1B-8255-4C0EFC6B86E1}" dt="2024-10-28T08:14:12.703" v="81" actId="478"/>
          <ac:picMkLst>
            <pc:docMk/>
            <pc:sldMk cId="3239018500" sldId="325"/>
            <ac:picMk id="3" creationId="{743E9677-CEB9-FE8D-BAB0-96F8C5BF13CA}"/>
          </ac:picMkLst>
        </pc:picChg>
        <pc:picChg chg="add mod modCrop">
          <ac:chgData name="Sarah Langley" userId="239c5547-87b3-47be-8ff1-783a9a4cc887" providerId="ADAL" clId="{D0714FD3-DA51-4D1B-8255-4C0EFC6B86E1}" dt="2024-10-28T08:14:19.979" v="84" actId="1076"/>
          <ac:picMkLst>
            <pc:docMk/>
            <pc:sldMk cId="3239018500" sldId="325"/>
            <ac:picMk id="5" creationId="{4B642C4F-6AA6-4E10-6F71-BD9BF6CC1F1A}"/>
          </ac:picMkLst>
        </pc:picChg>
      </pc:sldChg>
      <pc:sldChg chg="addSp delSp modSp mod">
        <pc:chgData name="Sarah Langley" userId="239c5547-87b3-47be-8ff1-783a9a4cc887" providerId="ADAL" clId="{D0714FD3-DA51-4D1B-8255-4C0EFC6B86E1}" dt="2024-10-28T08:16:09.682" v="115" actId="1076"/>
        <pc:sldMkLst>
          <pc:docMk/>
          <pc:sldMk cId="2578946870" sldId="327"/>
        </pc:sldMkLst>
        <pc:spChg chg="mod">
          <ac:chgData name="Sarah Langley" userId="239c5547-87b3-47be-8ff1-783a9a4cc887" providerId="ADAL" clId="{D0714FD3-DA51-4D1B-8255-4C0EFC6B86E1}" dt="2024-10-28T08:16:09.682" v="115" actId="1076"/>
          <ac:spMkLst>
            <pc:docMk/>
            <pc:sldMk cId="2578946870" sldId="327"/>
            <ac:spMk id="34819" creationId="{7144A177-5387-B424-AA56-FDDCFBE94034}"/>
          </ac:spMkLst>
        </pc:spChg>
        <pc:picChg chg="del">
          <ac:chgData name="Sarah Langley" userId="239c5547-87b3-47be-8ff1-783a9a4cc887" providerId="ADAL" clId="{D0714FD3-DA51-4D1B-8255-4C0EFC6B86E1}" dt="2024-10-28T08:16:00.380" v="111" actId="478"/>
          <ac:picMkLst>
            <pc:docMk/>
            <pc:sldMk cId="2578946870" sldId="327"/>
            <ac:picMk id="3" creationId="{5011D0EE-656F-0EC2-BEA1-D745341B55F3}"/>
          </ac:picMkLst>
        </pc:picChg>
        <pc:picChg chg="add mod modCrop">
          <ac:chgData name="Sarah Langley" userId="239c5547-87b3-47be-8ff1-783a9a4cc887" providerId="ADAL" clId="{D0714FD3-DA51-4D1B-8255-4C0EFC6B86E1}" dt="2024-10-28T08:16:06.217" v="114" actId="1076"/>
          <ac:picMkLst>
            <pc:docMk/>
            <pc:sldMk cId="2578946870" sldId="327"/>
            <ac:picMk id="4" creationId="{942CDDB3-A3A1-C474-C32C-D5B35ACF0184}"/>
          </ac:picMkLst>
        </pc:picChg>
      </pc:sldChg>
      <pc:sldChg chg="addSp delSp modSp mod">
        <pc:chgData name="Sarah Langley" userId="239c5547-87b3-47be-8ff1-783a9a4cc887" providerId="ADAL" clId="{D0714FD3-DA51-4D1B-8255-4C0EFC6B86E1}" dt="2024-10-28T08:16:47.974" v="125" actId="1076"/>
        <pc:sldMkLst>
          <pc:docMk/>
          <pc:sldMk cId="4178868141" sldId="329"/>
        </pc:sldMkLst>
        <pc:picChg chg="del">
          <ac:chgData name="Sarah Langley" userId="239c5547-87b3-47be-8ff1-783a9a4cc887" providerId="ADAL" clId="{D0714FD3-DA51-4D1B-8255-4C0EFC6B86E1}" dt="2024-10-28T08:16:28.455" v="120" actId="478"/>
          <ac:picMkLst>
            <pc:docMk/>
            <pc:sldMk cId="4178868141" sldId="329"/>
            <ac:picMk id="3" creationId="{0A1EF852-BB43-DE5F-AE36-8D0BFA07DF3C}"/>
          </ac:picMkLst>
        </pc:picChg>
        <pc:picChg chg="add mod modCrop">
          <ac:chgData name="Sarah Langley" userId="239c5547-87b3-47be-8ff1-783a9a4cc887" providerId="ADAL" clId="{D0714FD3-DA51-4D1B-8255-4C0EFC6B86E1}" dt="2024-10-28T08:16:47.974" v="125" actId="1076"/>
          <ac:picMkLst>
            <pc:docMk/>
            <pc:sldMk cId="4178868141" sldId="329"/>
            <ac:picMk id="4" creationId="{7DEDBD7E-1F03-5962-D97E-37FEFF26481B}"/>
          </ac:picMkLst>
        </pc:picChg>
      </pc:sldChg>
      <pc:sldChg chg="addSp delSp modSp mod">
        <pc:chgData name="Sarah Langley" userId="239c5547-87b3-47be-8ff1-783a9a4cc887" providerId="ADAL" clId="{D0714FD3-DA51-4D1B-8255-4C0EFC6B86E1}" dt="2024-10-28T08:15:16.835" v="102" actId="1076"/>
        <pc:sldMkLst>
          <pc:docMk/>
          <pc:sldMk cId="369030228" sldId="331"/>
        </pc:sldMkLst>
        <pc:spChg chg="mod">
          <ac:chgData name="Sarah Langley" userId="239c5547-87b3-47be-8ff1-783a9a4cc887" providerId="ADAL" clId="{D0714FD3-DA51-4D1B-8255-4C0EFC6B86E1}" dt="2024-10-28T08:15:16.835" v="102" actId="1076"/>
          <ac:spMkLst>
            <pc:docMk/>
            <pc:sldMk cId="369030228" sldId="331"/>
            <ac:spMk id="34819" creationId="{A88447CC-85FD-2313-6FDA-7A30DDBB0E71}"/>
          </ac:spMkLst>
        </pc:spChg>
        <pc:picChg chg="del">
          <ac:chgData name="Sarah Langley" userId="239c5547-87b3-47be-8ff1-783a9a4cc887" providerId="ADAL" clId="{D0714FD3-DA51-4D1B-8255-4C0EFC6B86E1}" dt="2024-10-28T08:14:54.030" v="95" actId="478"/>
          <ac:picMkLst>
            <pc:docMk/>
            <pc:sldMk cId="369030228" sldId="331"/>
            <ac:picMk id="3" creationId="{25866412-B995-B0CE-25ED-BC34E110EA11}"/>
          </ac:picMkLst>
        </pc:picChg>
        <pc:picChg chg="add mod modCrop">
          <ac:chgData name="Sarah Langley" userId="239c5547-87b3-47be-8ff1-783a9a4cc887" providerId="ADAL" clId="{D0714FD3-DA51-4D1B-8255-4C0EFC6B86E1}" dt="2024-10-28T08:15:12.255" v="101" actId="1076"/>
          <ac:picMkLst>
            <pc:docMk/>
            <pc:sldMk cId="369030228" sldId="331"/>
            <ac:picMk id="4" creationId="{DF32261C-E0C9-8B32-FDA4-E9914E87FCFA}"/>
          </ac:picMkLst>
        </pc:picChg>
      </pc:sldChg>
      <pc:sldChg chg="delSp modSp add mod modTransition">
        <pc:chgData name="Sarah Langley" userId="239c5547-87b3-47be-8ff1-783a9a4cc887" providerId="ADAL" clId="{D0714FD3-DA51-4D1B-8255-4C0EFC6B86E1}" dt="2024-10-28T08:08:49.821" v="10" actId="478"/>
        <pc:sldMkLst>
          <pc:docMk/>
          <pc:sldMk cId="0" sldId="341"/>
        </pc:sldMkLst>
        <pc:spChg chg="mod">
          <ac:chgData name="Sarah Langley" userId="239c5547-87b3-47be-8ff1-783a9a4cc887" providerId="ADAL" clId="{D0714FD3-DA51-4D1B-8255-4C0EFC6B86E1}" dt="2024-10-28T08:08:46.859" v="9" actId="5793"/>
          <ac:spMkLst>
            <pc:docMk/>
            <pc:sldMk cId="0" sldId="341"/>
            <ac:spMk id="2" creationId="{571ED6DB-1193-D7D6-14BD-76307D6EBFD2}"/>
          </ac:spMkLst>
        </pc:spChg>
        <pc:spChg chg="del">
          <ac:chgData name="Sarah Langley" userId="239c5547-87b3-47be-8ff1-783a9a4cc887" providerId="ADAL" clId="{D0714FD3-DA51-4D1B-8255-4C0EFC6B86E1}" dt="2024-10-28T08:08:49.821" v="10" actId="478"/>
          <ac:spMkLst>
            <pc:docMk/>
            <pc:sldMk cId="0" sldId="341"/>
            <ac:spMk id="3" creationId="{7491D1AA-3CE3-1D27-6DD9-E2D4CEDA7D8F}"/>
          </ac:spMkLst>
        </pc:spChg>
      </pc:sldChg>
    </pc:docChg>
  </pc:docChgLst>
  <pc:docChgLst>
    <pc:chgData name="Sarah Langley" userId="239c5547-87b3-47be-8ff1-783a9a4cc887" providerId="ADAL" clId="{3247894B-A550-4217-A194-9AF920704E38}"/>
    <pc:docChg chg="custSel modSld">
      <pc:chgData name="Sarah Langley" userId="239c5547-87b3-47be-8ff1-783a9a4cc887" providerId="ADAL" clId="{3247894B-A550-4217-A194-9AF920704E38}" dt="2024-10-25T16:00:17.378" v="66" actId="20577"/>
      <pc:docMkLst>
        <pc:docMk/>
      </pc:docMkLst>
      <pc:sldChg chg="delSp modSp mod">
        <pc:chgData name="Sarah Langley" userId="239c5547-87b3-47be-8ff1-783a9a4cc887" providerId="ADAL" clId="{3247894B-A550-4217-A194-9AF920704E38}" dt="2024-10-25T16:00:17.378" v="66" actId="20577"/>
        <pc:sldMkLst>
          <pc:docMk/>
          <pc:sldMk cId="0" sldId="257"/>
        </pc:sldMkLst>
        <pc:spChg chg="del">
          <ac:chgData name="Sarah Langley" userId="239c5547-87b3-47be-8ff1-783a9a4cc887" providerId="ADAL" clId="{3247894B-A550-4217-A194-9AF920704E38}" dt="2024-10-25T15:54:48.891" v="0" actId="478"/>
          <ac:spMkLst>
            <pc:docMk/>
            <pc:sldMk cId="0" sldId="257"/>
            <ac:spMk id="3" creationId="{3A07CAD9-AA91-329D-C099-37E533B85578}"/>
          </ac:spMkLst>
        </pc:spChg>
        <pc:graphicFrameChg chg="mod">
          <ac:chgData name="Sarah Langley" userId="239c5547-87b3-47be-8ff1-783a9a4cc887" providerId="ADAL" clId="{3247894B-A550-4217-A194-9AF920704E38}" dt="2024-10-25T16:00:17.378" v="66" actId="20577"/>
          <ac:graphicFrameMkLst>
            <pc:docMk/>
            <pc:sldMk cId="0" sldId="257"/>
            <ac:graphicFrameMk id="2" creationId="{F44B6E50-1ADC-08A4-D031-D3BFAEB93312}"/>
          </ac:graphicFrameMkLst>
        </pc:graphicFrameChg>
      </pc:sldChg>
      <pc:sldChg chg="delSp mod">
        <pc:chgData name="Sarah Langley" userId="239c5547-87b3-47be-8ff1-783a9a4cc887" providerId="ADAL" clId="{3247894B-A550-4217-A194-9AF920704E38}" dt="2024-10-25T15:54:54.149" v="1" actId="478"/>
        <pc:sldMkLst>
          <pc:docMk/>
          <pc:sldMk cId="0" sldId="258"/>
        </pc:sldMkLst>
        <pc:spChg chg="del">
          <ac:chgData name="Sarah Langley" userId="239c5547-87b3-47be-8ff1-783a9a4cc887" providerId="ADAL" clId="{3247894B-A550-4217-A194-9AF920704E38}" dt="2024-10-25T15:54:54.149" v="1" actId="478"/>
          <ac:spMkLst>
            <pc:docMk/>
            <pc:sldMk cId="0" sldId="258"/>
            <ac:spMk id="2" creationId="{41908D1F-3188-D6A7-EB68-3E8E8DD65556}"/>
          </ac:spMkLst>
        </pc:spChg>
      </pc:sldChg>
      <pc:sldChg chg="delSp mod">
        <pc:chgData name="Sarah Langley" userId="239c5547-87b3-47be-8ff1-783a9a4cc887" providerId="ADAL" clId="{3247894B-A550-4217-A194-9AF920704E38}" dt="2024-10-25T15:55:03.549" v="3" actId="478"/>
        <pc:sldMkLst>
          <pc:docMk/>
          <pc:sldMk cId="884549766" sldId="305"/>
        </pc:sldMkLst>
        <pc:spChg chg="del">
          <ac:chgData name="Sarah Langley" userId="239c5547-87b3-47be-8ff1-783a9a4cc887" providerId="ADAL" clId="{3247894B-A550-4217-A194-9AF920704E38}" dt="2024-10-25T15:55:03.549" v="3" actId="478"/>
          <ac:spMkLst>
            <pc:docMk/>
            <pc:sldMk cId="884549766" sldId="305"/>
            <ac:spMk id="2" creationId="{4CA6D348-5B23-1503-8F69-825AC02AA75C}"/>
          </ac:spMkLst>
        </pc:spChg>
      </pc:sldChg>
      <pc:sldChg chg="delSp mod">
        <pc:chgData name="Sarah Langley" userId="239c5547-87b3-47be-8ff1-783a9a4cc887" providerId="ADAL" clId="{3247894B-A550-4217-A194-9AF920704E38}" dt="2024-10-25T15:57:28.018" v="36" actId="478"/>
        <pc:sldMkLst>
          <pc:docMk/>
          <pc:sldMk cId="3621417310" sldId="307"/>
        </pc:sldMkLst>
        <pc:spChg chg="del">
          <ac:chgData name="Sarah Langley" userId="239c5547-87b3-47be-8ff1-783a9a4cc887" providerId="ADAL" clId="{3247894B-A550-4217-A194-9AF920704E38}" dt="2024-10-25T15:57:28.018" v="36" actId="478"/>
          <ac:spMkLst>
            <pc:docMk/>
            <pc:sldMk cId="3621417310" sldId="307"/>
            <ac:spMk id="2" creationId="{F4CC1B79-C979-0B25-9931-5568FC6A181B}"/>
          </ac:spMkLst>
        </pc:spChg>
      </pc:sldChg>
      <pc:sldChg chg="delSp mod">
        <pc:chgData name="Sarah Langley" userId="239c5547-87b3-47be-8ff1-783a9a4cc887" providerId="ADAL" clId="{3247894B-A550-4217-A194-9AF920704E38}" dt="2024-10-25T15:58:58.817" v="57" actId="478"/>
        <pc:sldMkLst>
          <pc:docMk/>
          <pc:sldMk cId="47175209" sldId="309"/>
        </pc:sldMkLst>
        <pc:spChg chg="del">
          <ac:chgData name="Sarah Langley" userId="239c5547-87b3-47be-8ff1-783a9a4cc887" providerId="ADAL" clId="{3247894B-A550-4217-A194-9AF920704E38}" dt="2024-10-25T15:58:58.817" v="57" actId="478"/>
          <ac:spMkLst>
            <pc:docMk/>
            <pc:sldMk cId="47175209" sldId="309"/>
            <ac:spMk id="2" creationId="{CEAD6D71-8CF9-EB26-26CC-9FFA14705E38}"/>
          </ac:spMkLst>
        </pc:spChg>
      </pc:sldChg>
      <pc:sldChg chg="delSp mod">
        <pc:chgData name="Sarah Langley" userId="239c5547-87b3-47be-8ff1-783a9a4cc887" providerId="ADAL" clId="{3247894B-A550-4217-A194-9AF920704E38}" dt="2024-10-25T15:54:58.718" v="2" actId="478"/>
        <pc:sldMkLst>
          <pc:docMk/>
          <pc:sldMk cId="190181986" sldId="310"/>
        </pc:sldMkLst>
        <pc:spChg chg="del">
          <ac:chgData name="Sarah Langley" userId="239c5547-87b3-47be-8ff1-783a9a4cc887" providerId="ADAL" clId="{3247894B-A550-4217-A194-9AF920704E38}" dt="2024-10-25T15:54:58.718" v="2" actId="478"/>
          <ac:spMkLst>
            <pc:docMk/>
            <pc:sldMk cId="190181986" sldId="310"/>
            <ac:spMk id="3" creationId="{143B5B2F-4903-68B6-8E50-D2046F3D0759}"/>
          </ac:spMkLst>
        </pc:spChg>
      </pc:sldChg>
      <pc:sldChg chg="delSp mod">
        <pc:chgData name="Sarah Langley" userId="239c5547-87b3-47be-8ff1-783a9a4cc887" providerId="ADAL" clId="{3247894B-A550-4217-A194-9AF920704E38}" dt="2024-10-25T15:57:24.698" v="35" actId="478"/>
        <pc:sldMkLst>
          <pc:docMk/>
          <pc:sldMk cId="2951234326" sldId="311"/>
        </pc:sldMkLst>
        <pc:spChg chg="del">
          <ac:chgData name="Sarah Langley" userId="239c5547-87b3-47be-8ff1-783a9a4cc887" providerId="ADAL" clId="{3247894B-A550-4217-A194-9AF920704E38}" dt="2024-10-25T15:57:24.698" v="35" actId="478"/>
          <ac:spMkLst>
            <pc:docMk/>
            <pc:sldMk cId="2951234326" sldId="311"/>
            <ac:spMk id="3" creationId="{BD695302-59CD-4D85-42E0-DA931992A758}"/>
          </ac:spMkLst>
        </pc:spChg>
      </pc:sldChg>
      <pc:sldChg chg="delSp mod">
        <pc:chgData name="Sarah Langley" userId="239c5547-87b3-47be-8ff1-783a9a4cc887" providerId="ADAL" clId="{3247894B-A550-4217-A194-9AF920704E38}" dt="2024-10-25T15:58:54.016" v="56" actId="478"/>
        <pc:sldMkLst>
          <pc:docMk/>
          <pc:sldMk cId="2662291374" sldId="312"/>
        </pc:sldMkLst>
        <pc:spChg chg="del">
          <ac:chgData name="Sarah Langley" userId="239c5547-87b3-47be-8ff1-783a9a4cc887" providerId="ADAL" clId="{3247894B-A550-4217-A194-9AF920704E38}" dt="2024-10-25T15:58:54.016" v="56" actId="478"/>
          <ac:spMkLst>
            <pc:docMk/>
            <pc:sldMk cId="2662291374" sldId="312"/>
            <ac:spMk id="34826" creationId="{46C8CE7C-ABFE-B6BF-CC65-5A739811D961}"/>
          </ac:spMkLst>
        </pc:spChg>
      </pc:sldChg>
      <pc:sldChg chg="delSp mod">
        <pc:chgData name="Sarah Langley" userId="239c5547-87b3-47be-8ff1-783a9a4cc887" providerId="ADAL" clId="{3247894B-A550-4217-A194-9AF920704E38}" dt="2024-10-25T15:55:09.496" v="4" actId="478"/>
        <pc:sldMkLst>
          <pc:docMk/>
          <pc:sldMk cId="1504820053" sldId="313"/>
        </pc:sldMkLst>
        <pc:spChg chg="del">
          <ac:chgData name="Sarah Langley" userId="239c5547-87b3-47be-8ff1-783a9a4cc887" providerId="ADAL" clId="{3247894B-A550-4217-A194-9AF920704E38}" dt="2024-10-25T15:55:09.496" v="4" actId="478"/>
          <ac:spMkLst>
            <pc:docMk/>
            <pc:sldMk cId="1504820053" sldId="313"/>
            <ac:spMk id="2" creationId="{3D39B72F-14A2-A7B6-C2C7-798F7AB8102C}"/>
          </ac:spMkLst>
        </pc:spChg>
      </pc:sldChg>
      <pc:sldChg chg="delSp mod">
        <pc:chgData name="Sarah Langley" userId="239c5547-87b3-47be-8ff1-783a9a4cc887" providerId="ADAL" clId="{3247894B-A550-4217-A194-9AF920704E38}" dt="2024-10-25T15:55:13.033" v="5" actId="478"/>
        <pc:sldMkLst>
          <pc:docMk/>
          <pc:sldMk cId="1867460667" sldId="314"/>
        </pc:sldMkLst>
        <pc:spChg chg="del">
          <ac:chgData name="Sarah Langley" userId="239c5547-87b3-47be-8ff1-783a9a4cc887" providerId="ADAL" clId="{3247894B-A550-4217-A194-9AF920704E38}" dt="2024-10-25T15:55:13.033" v="5" actId="478"/>
          <ac:spMkLst>
            <pc:docMk/>
            <pc:sldMk cId="1867460667" sldId="314"/>
            <ac:spMk id="2" creationId="{BE6DFC22-0887-7F78-BA54-0B4FC5B5A04E}"/>
          </ac:spMkLst>
        </pc:spChg>
      </pc:sldChg>
      <pc:sldChg chg="delSp mod">
        <pc:chgData name="Sarah Langley" userId="239c5547-87b3-47be-8ff1-783a9a4cc887" providerId="ADAL" clId="{3247894B-A550-4217-A194-9AF920704E38}" dt="2024-10-25T15:55:18.242" v="6" actId="478"/>
        <pc:sldMkLst>
          <pc:docMk/>
          <pc:sldMk cId="1995033342" sldId="315"/>
        </pc:sldMkLst>
        <pc:spChg chg="del">
          <ac:chgData name="Sarah Langley" userId="239c5547-87b3-47be-8ff1-783a9a4cc887" providerId="ADAL" clId="{3247894B-A550-4217-A194-9AF920704E38}" dt="2024-10-25T15:55:18.242" v="6" actId="478"/>
          <ac:spMkLst>
            <pc:docMk/>
            <pc:sldMk cId="1995033342" sldId="315"/>
            <ac:spMk id="2" creationId="{B667238D-48C4-A1B6-2539-951C7C77B406}"/>
          </ac:spMkLst>
        </pc:spChg>
      </pc:sldChg>
      <pc:sldChg chg="delSp mod">
        <pc:chgData name="Sarah Langley" userId="239c5547-87b3-47be-8ff1-783a9a4cc887" providerId="ADAL" clId="{3247894B-A550-4217-A194-9AF920704E38}" dt="2024-10-25T15:55:22.480" v="7" actId="478"/>
        <pc:sldMkLst>
          <pc:docMk/>
          <pc:sldMk cId="2359985149" sldId="316"/>
        </pc:sldMkLst>
        <pc:spChg chg="del">
          <ac:chgData name="Sarah Langley" userId="239c5547-87b3-47be-8ff1-783a9a4cc887" providerId="ADAL" clId="{3247894B-A550-4217-A194-9AF920704E38}" dt="2024-10-25T15:55:22.480" v="7" actId="478"/>
          <ac:spMkLst>
            <pc:docMk/>
            <pc:sldMk cId="2359985149" sldId="316"/>
            <ac:spMk id="34825" creationId="{752ADB5A-4168-E2EA-6BD2-36599B210980}"/>
          </ac:spMkLst>
        </pc:spChg>
      </pc:sldChg>
      <pc:sldChg chg="delSp mod">
        <pc:chgData name="Sarah Langley" userId="239c5547-87b3-47be-8ff1-783a9a4cc887" providerId="ADAL" clId="{3247894B-A550-4217-A194-9AF920704E38}" dt="2024-10-25T15:55:26.201" v="8" actId="478"/>
        <pc:sldMkLst>
          <pc:docMk/>
          <pc:sldMk cId="4151252266" sldId="317"/>
        </pc:sldMkLst>
        <pc:spChg chg="del">
          <ac:chgData name="Sarah Langley" userId="239c5547-87b3-47be-8ff1-783a9a4cc887" providerId="ADAL" clId="{3247894B-A550-4217-A194-9AF920704E38}" dt="2024-10-25T15:55:26.201" v="8" actId="478"/>
          <ac:spMkLst>
            <pc:docMk/>
            <pc:sldMk cId="4151252266" sldId="317"/>
            <ac:spMk id="34826" creationId="{D97E7508-3399-F4E6-7E11-52DB39AFE93B}"/>
          </ac:spMkLst>
        </pc:spChg>
      </pc:sldChg>
      <pc:sldChg chg="delSp mod">
        <pc:chgData name="Sarah Langley" userId="239c5547-87b3-47be-8ff1-783a9a4cc887" providerId="ADAL" clId="{3247894B-A550-4217-A194-9AF920704E38}" dt="2024-10-25T15:56:17.287" v="20" actId="478"/>
        <pc:sldMkLst>
          <pc:docMk/>
          <pc:sldMk cId="1405751714" sldId="318"/>
        </pc:sldMkLst>
        <pc:spChg chg="del">
          <ac:chgData name="Sarah Langley" userId="239c5547-87b3-47be-8ff1-783a9a4cc887" providerId="ADAL" clId="{3247894B-A550-4217-A194-9AF920704E38}" dt="2024-10-25T15:56:17.287" v="20" actId="478"/>
          <ac:spMkLst>
            <pc:docMk/>
            <pc:sldMk cId="1405751714" sldId="318"/>
            <ac:spMk id="2" creationId="{091DB55C-C757-0134-28F9-B53557128048}"/>
          </ac:spMkLst>
        </pc:spChg>
      </pc:sldChg>
      <pc:sldChg chg="delSp modSp mod">
        <pc:chgData name="Sarah Langley" userId="239c5547-87b3-47be-8ff1-783a9a4cc887" providerId="ADAL" clId="{3247894B-A550-4217-A194-9AF920704E38}" dt="2024-10-25T15:56:11.809" v="19" actId="1582"/>
        <pc:sldMkLst>
          <pc:docMk/>
          <pc:sldMk cId="2880396178" sldId="319"/>
        </pc:sldMkLst>
        <pc:spChg chg="del">
          <ac:chgData name="Sarah Langley" userId="239c5547-87b3-47be-8ff1-783a9a4cc887" providerId="ADAL" clId="{3247894B-A550-4217-A194-9AF920704E38}" dt="2024-10-25T15:55:29.888" v="9" actId="478"/>
          <ac:spMkLst>
            <pc:docMk/>
            <pc:sldMk cId="2880396178" sldId="319"/>
            <ac:spMk id="3" creationId="{882569E6-8A4A-62CF-A622-6519BD5FB1E2}"/>
          </ac:spMkLst>
        </pc:spChg>
        <pc:spChg chg="mod">
          <ac:chgData name="Sarah Langley" userId="239c5547-87b3-47be-8ff1-783a9a4cc887" providerId="ADAL" clId="{3247894B-A550-4217-A194-9AF920704E38}" dt="2024-10-25T15:56:11.809" v="19" actId="1582"/>
          <ac:spMkLst>
            <pc:docMk/>
            <pc:sldMk cId="2880396178" sldId="319"/>
            <ac:spMk id="34819" creationId="{652C5658-5CB6-2E8C-A282-BDD30CD2DA99}"/>
          </ac:spMkLst>
        </pc:spChg>
      </pc:sldChg>
      <pc:sldChg chg="delSp mod">
        <pc:chgData name="Sarah Langley" userId="239c5547-87b3-47be-8ff1-783a9a4cc887" providerId="ADAL" clId="{3247894B-A550-4217-A194-9AF920704E38}" dt="2024-10-25T15:56:21.328" v="21" actId="478"/>
        <pc:sldMkLst>
          <pc:docMk/>
          <pc:sldMk cId="234056378" sldId="320"/>
        </pc:sldMkLst>
        <pc:spChg chg="del">
          <ac:chgData name="Sarah Langley" userId="239c5547-87b3-47be-8ff1-783a9a4cc887" providerId="ADAL" clId="{3247894B-A550-4217-A194-9AF920704E38}" dt="2024-10-25T15:56:21.328" v="21" actId="478"/>
          <ac:spMkLst>
            <pc:docMk/>
            <pc:sldMk cId="234056378" sldId="320"/>
            <ac:spMk id="4" creationId="{7BB42859-47B6-F3AE-9D50-8A7D73A015E9}"/>
          </ac:spMkLst>
        </pc:spChg>
      </pc:sldChg>
      <pc:sldChg chg="delSp modSp mod">
        <pc:chgData name="Sarah Langley" userId="239c5547-87b3-47be-8ff1-783a9a4cc887" providerId="ADAL" clId="{3247894B-A550-4217-A194-9AF920704E38}" dt="2024-10-25T15:56:49.351" v="28" actId="1582"/>
        <pc:sldMkLst>
          <pc:docMk/>
          <pc:sldMk cId="4090406834" sldId="321"/>
        </pc:sldMkLst>
        <pc:spChg chg="mod">
          <ac:chgData name="Sarah Langley" userId="239c5547-87b3-47be-8ff1-783a9a4cc887" providerId="ADAL" clId="{3247894B-A550-4217-A194-9AF920704E38}" dt="2024-10-25T15:56:49.351" v="28" actId="1582"/>
          <ac:spMkLst>
            <pc:docMk/>
            <pc:sldMk cId="4090406834" sldId="321"/>
            <ac:spMk id="9" creationId="{8D9F34CD-533B-A91B-DDDE-D2E92F2D046C}"/>
          </ac:spMkLst>
        </pc:spChg>
        <pc:spChg chg="del">
          <ac:chgData name="Sarah Langley" userId="239c5547-87b3-47be-8ff1-783a9a4cc887" providerId="ADAL" clId="{3247894B-A550-4217-A194-9AF920704E38}" dt="2024-10-25T15:56:25.211" v="22" actId="478"/>
          <ac:spMkLst>
            <pc:docMk/>
            <pc:sldMk cId="4090406834" sldId="321"/>
            <ac:spMk id="10" creationId="{000A6C47-E572-1B9F-9CC0-7A9022E2195C}"/>
          </ac:spMkLst>
        </pc:spChg>
      </pc:sldChg>
      <pc:sldChg chg="delSp mod">
        <pc:chgData name="Sarah Langley" userId="239c5547-87b3-47be-8ff1-783a9a4cc887" providerId="ADAL" clId="{3247894B-A550-4217-A194-9AF920704E38}" dt="2024-10-25T15:56:54.143" v="29" actId="478"/>
        <pc:sldMkLst>
          <pc:docMk/>
          <pc:sldMk cId="2121003336" sldId="322"/>
        </pc:sldMkLst>
        <pc:spChg chg="del">
          <ac:chgData name="Sarah Langley" userId="239c5547-87b3-47be-8ff1-783a9a4cc887" providerId="ADAL" clId="{3247894B-A550-4217-A194-9AF920704E38}" dt="2024-10-25T15:56:54.143" v="29" actId="478"/>
          <ac:spMkLst>
            <pc:docMk/>
            <pc:sldMk cId="2121003336" sldId="322"/>
            <ac:spMk id="2" creationId="{D790C5E3-3FD0-5515-729D-A6EAF9B68378}"/>
          </ac:spMkLst>
        </pc:spChg>
      </pc:sldChg>
      <pc:sldChg chg="delSp mod">
        <pc:chgData name="Sarah Langley" userId="239c5547-87b3-47be-8ff1-783a9a4cc887" providerId="ADAL" clId="{3247894B-A550-4217-A194-9AF920704E38}" dt="2024-10-25T15:56:57.117" v="30" actId="478"/>
        <pc:sldMkLst>
          <pc:docMk/>
          <pc:sldMk cId="566252964" sldId="323"/>
        </pc:sldMkLst>
        <pc:spChg chg="del">
          <ac:chgData name="Sarah Langley" userId="239c5547-87b3-47be-8ff1-783a9a4cc887" providerId="ADAL" clId="{3247894B-A550-4217-A194-9AF920704E38}" dt="2024-10-25T15:56:57.117" v="30" actId="478"/>
          <ac:spMkLst>
            <pc:docMk/>
            <pc:sldMk cId="566252964" sldId="323"/>
            <ac:spMk id="3" creationId="{FAC5DADA-45A4-A93A-0691-AEF9B998DB36}"/>
          </ac:spMkLst>
        </pc:spChg>
      </pc:sldChg>
      <pc:sldChg chg="delSp mod">
        <pc:chgData name="Sarah Langley" userId="239c5547-87b3-47be-8ff1-783a9a4cc887" providerId="ADAL" clId="{3247894B-A550-4217-A194-9AF920704E38}" dt="2024-10-25T15:57:00.198" v="31" actId="478"/>
        <pc:sldMkLst>
          <pc:docMk/>
          <pc:sldMk cId="1978053977" sldId="324"/>
        </pc:sldMkLst>
        <pc:spChg chg="del">
          <ac:chgData name="Sarah Langley" userId="239c5547-87b3-47be-8ff1-783a9a4cc887" providerId="ADAL" clId="{3247894B-A550-4217-A194-9AF920704E38}" dt="2024-10-25T15:57:00.198" v="31" actId="478"/>
          <ac:spMkLst>
            <pc:docMk/>
            <pc:sldMk cId="1978053977" sldId="324"/>
            <ac:spMk id="2" creationId="{7E1F944B-1F90-4132-40FA-C36B78E0E6FE}"/>
          </ac:spMkLst>
        </pc:spChg>
      </pc:sldChg>
      <pc:sldChg chg="addSp delSp modSp mod">
        <pc:chgData name="Sarah Langley" userId="239c5547-87b3-47be-8ff1-783a9a4cc887" providerId="ADAL" clId="{3247894B-A550-4217-A194-9AF920704E38}" dt="2024-10-25T15:58:35.889" v="52" actId="1582"/>
        <pc:sldMkLst>
          <pc:docMk/>
          <pc:sldMk cId="3239018500" sldId="325"/>
        </pc:sldMkLst>
        <pc:spChg chg="del">
          <ac:chgData name="Sarah Langley" userId="239c5547-87b3-47be-8ff1-783a9a4cc887" providerId="ADAL" clId="{3247894B-A550-4217-A194-9AF920704E38}" dt="2024-10-25T15:57:32.152" v="37" actId="478"/>
          <ac:spMkLst>
            <pc:docMk/>
            <pc:sldMk cId="3239018500" sldId="325"/>
            <ac:spMk id="2" creationId="{CC77CF20-B69C-9844-B3ED-7A2111013596}"/>
          </ac:spMkLst>
        </pc:spChg>
        <pc:spChg chg="add mod">
          <ac:chgData name="Sarah Langley" userId="239c5547-87b3-47be-8ff1-783a9a4cc887" providerId="ADAL" clId="{3247894B-A550-4217-A194-9AF920704E38}" dt="2024-10-25T15:58:35.889" v="52" actId="1582"/>
          <ac:spMkLst>
            <pc:docMk/>
            <pc:sldMk cId="3239018500" sldId="325"/>
            <ac:spMk id="4" creationId="{7B615794-6711-D5E0-36CD-1210C3FFA224}"/>
          </ac:spMkLst>
        </pc:spChg>
        <pc:spChg chg="mod">
          <ac:chgData name="Sarah Langley" userId="239c5547-87b3-47be-8ff1-783a9a4cc887" providerId="ADAL" clId="{3247894B-A550-4217-A194-9AF920704E38}" dt="2024-10-25T15:58:15.105" v="46" actId="14100"/>
          <ac:spMkLst>
            <pc:docMk/>
            <pc:sldMk cId="3239018500" sldId="325"/>
            <ac:spMk id="34819" creationId="{C0E6C725-2D89-CBA4-71D8-A21E6F14C7D9}"/>
          </ac:spMkLst>
        </pc:spChg>
        <pc:picChg chg="mod">
          <ac:chgData name="Sarah Langley" userId="239c5547-87b3-47be-8ff1-783a9a4cc887" providerId="ADAL" clId="{3247894B-A550-4217-A194-9AF920704E38}" dt="2024-10-25T15:58:18.187" v="47" actId="1076"/>
          <ac:picMkLst>
            <pc:docMk/>
            <pc:sldMk cId="3239018500" sldId="325"/>
            <ac:picMk id="3" creationId="{743E9677-CEB9-FE8D-BAB0-96F8C5BF13CA}"/>
          </ac:picMkLst>
        </pc:picChg>
      </pc:sldChg>
      <pc:sldChg chg="delSp mod">
        <pc:chgData name="Sarah Langley" userId="239c5547-87b3-47be-8ff1-783a9a4cc887" providerId="ADAL" clId="{3247894B-A550-4217-A194-9AF920704E38}" dt="2024-10-25T15:58:43.968" v="54" actId="478"/>
        <pc:sldMkLst>
          <pc:docMk/>
          <pc:sldMk cId="4203936660" sldId="326"/>
        </pc:sldMkLst>
        <pc:spChg chg="del">
          <ac:chgData name="Sarah Langley" userId="239c5547-87b3-47be-8ff1-783a9a4cc887" providerId="ADAL" clId="{3247894B-A550-4217-A194-9AF920704E38}" dt="2024-10-25T15:58:43.968" v="54" actId="478"/>
          <ac:spMkLst>
            <pc:docMk/>
            <pc:sldMk cId="4203936660" sldId="326"/>
            <ac:spMk id="2" creationId="{BED9BB35-E4C8-1DB1-A90F-59A15DA72BFA}"/>
          </ac:spMkLst>
        </pc:spChg>
      </pc:sldChg>
      <pc:sldChg chg="delSp mod">
        <pc:chgData name="Sarah Langley" userId="239c5547-87b3-47be-8ff1-783a9a4cc887" providerId="ADAL" clId="{3247894B-A550-4217-A194-9AF920704E38}" dt="2024-10-25T15:59:01.952" v="58" actId="478"/>
        <pc:sldMkLst>
          <pc:docMk/>
          <pc:sldMk cId="2578946870" sldId="327"/>
        </pc:sldMkLst>
        <pc:spChg chg="del">
          <ac:chgData name="Sarah Langley" userId="239c5547-87b3-47be-8ff1-783a9a4cc887" providerId="ADAL" clId="{3247894B-A550-4217-A194-9AF920704E38}" dt="2024-10-25T15:59:01.952" v="58" actId="478"/>
          <ac:spMkLst>
            <pc:docMk/>
            <pc:sldMk cId="2578946870" sldId="327"/>
            <ac:spMk id="2" creationId="{78FDAF68-2F65-508B-61F1-84128B731B33}"/>
          </ac:spMkLst>
        </pc:spChg>
      </pc:sldChg>
      <pc:sldChg chg="delSp mod">
        <pc:chgData name="Sarah Langley" userId="239c5547-87b3-47be-8ff1-783a9a4cc887" providerId="ADAL" clId="{3247894B-A550-4217-A194-9AF920704E38}" dt="2024-10-25T15:59:05.287" v="59" actId="478"/>
        <pc:sldMkLst>
          <pc:docMk/>
          <pc:sldMk cId="1408710130" sldId="328"/>
        </pc:sldMkLst>
        <pc:spChg chg="del">
          <ac:chgData name="Sarah Langley" userId="239c5547-87b3-47be-8ff1-783a9a4cc887" providerId="ADAL" clId="{3247894B-A550-4217-A194-9AF920704E38}" dt="2024-10-25T15:59:05.287" v="59" actId="478"/>
          <ac:spMkLst>
            <pc:docMk/>
            <pc:sldMk cId="1408710130" sldId="328"/>
            <ac:spMk id="2" creationId="{DB52127C-6CA5-81F0-9E3D-94B186AE8019}"/>
          </ac:spMkLst>
        </pc:spChg>
      </pc:sldChg>
      <pc:sldChg chg="delSp mod delCm">
        <pc:chgData name="Sarah Langley" userId="239c5547-87b3-47be-8ff1-783a9a4cc887" providerId="ADAL" clId="{3247894B-A550-4217-A194-9AF920704E38}" dt="2024-10-25T15:59:13.832" v="61" actId="478"/>
        <pc:sldMkLst>
          <pc:docMk/>
          <pc:sldMk cId="4178868141" sldId="329"/>
        </pc:sldMkLst>
        <pc:spChg chg="del">
          <ac:chgData name="Sarah Langley" userId="239c5547-87b3-47be-8ff1-783a9a4cc887" providerId="ADAL" clId="{3247894B-A550-4217-A194-9AF920704E38}" dt="2024-10-25T15:59:13.832" v="61" actId="478"/>
          <ac:spMkLst>
            <pc:docMk/>
            <pc:sldMk cId="4178868141" sldId="329"/>
            <ac:spMk id="2" creationId="{D5E8D07D-B3E3-8E67-636E-AE620A88A3D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arah Langley" userId="239c5547-87b3-47be-8ff1-783a9a4cc887" providerId="ADAL" clId="{3247894B-A550-4217-A194-9AF920704E38}" dt="2024-10-25T15:59:10.779" v="60"/>
              <pc2:cmMkLst xmlns:pc2="http://schemas.microsoft.com/office/powerpoint/2019/9/main/command">
                <pc:docMk/>
                <pc:sldMk cId="4178868141" sldId="329"/>
                <pc2:cmMk id="{23CBA439-6763-45FC-B8B1-152EF26D1C2B}"/>
              </pc2:cmMkLst>
            </pc226:cmChg>
          </p:ext>
        </pc:extLst>
      </pc:sldChg>
      <pc:sldChg chg="delSp mod">
        <pc:chgData name="Sarah Langley" userId="239c5547-87b3-47be-8ff1-783a9a4cc887" providerId="ADAL" clId="{3247894B-A550-4217-A194-9AF920704E38}" dt="2024-10-25T15:58:40.656" v="53" actId="478"/>
        <pc:sldMkLst>
          <pc:docMk/>
          <pc:sldMk cId="758176650" sldId="330"/>
        </pc:sldMkLst>
        <pc:spChg chg="del">
          <ac:chgData name="Sarah Langley" userId="239c5547-87b3-47be-8ff1-783a9a4cc887" providerId="ADAL" clId="{3247894B-A550-4217-A194-9AF920704E38}" dt="2024-10-25T15:58:40.656" v="53" actId="478"/>
          <ac:spMkLst>
            <pc:docMk/>
            <pc:sldMk cId="758176650" sldId="330"/>
            <ac:spMk id="2" creationId="{437C9668-EF4F-0563-2BF8-11E549BE04B7}"/>
          </ac:spMkLst>
        </pc:spChg>
      </pc:sldChg>
      <pc:sldChg chg="delSp mod">
        <pc:chgData name="Sarah Langley" userId="239c5547-87b3-47be-8ff1-783a9a4cc887" providerId="ADAL" clId="{3247894B-A550-4217-A194-9AF920704E38}" dt="2024-10-25T15:58:49.659" v="55" actId="478"/>
        <pc:sldMkLst>
          <pc:docMk/>
          <pc:sldMk cId="369030228" sldId="331"/>
        </pc:sldMkLst>
        <pc:spChg chg="del">
          <ac:chgData name="Sarah Langley" userId="239c5547-87b3-47be-8ff1-783a9a4cc887" providerId="ADAL" clId="{3247894B-A550-4217-A194-9AF920704E38}" dt="2024-10-25T15:58:49.659" v="55" actId="478"/>
          <ac:spMkLst>
            <pc:docMk/>
            <pc:sldMk cId="369030228" sldId="331"/>
            <ac:spMk id="2" creationId="{061C880C-436D-2D5A-BBFB-DF4A98FEDAA8}"/>
          </ac:spMkLst>
        </pc:spChg>
      </pc:sldChg>
      <pc:sldChg chg="delSp modSp mod">
        <pc:chgData name="Sarah Langley" userId="239c5547-87b3-47be-8ff1-783a9a4cc887" providerId="ADAL" clId="{3247894B-A550-4217-A194-9AF920704E38}" dt="2024-10-25T15:59:27.033" v="63" actId="14100"/>
        <pc:sldMkLst>
          <pc:docMk/>
          <pc:sldMk cId="1265169585" sldId="332"/>
        </pc:sldMkLst>
        <pc:spChg chg="del">
          <ac:chgData name="Sarah Langley" userId="239c5547-87b3-47be-8ff1-783a9a4cc887" providerId="ADAL" clId="{3247894B-A550-4217-A194-9AF920704E38}" dt="2024-10-25T15:59:18.749" v="62" actId="478"/>
          <ac:spMkLst>
            <pc:docMk/>
            <pc:sldMk cId="1265169585" sldId="332"/>
            <ac:spMk id="34825" creationId="{9EC03F9B-25E7-25F9-6DA8-AC34E5B06D8F}"/>
          </ac:spMkLst>
        </pc:spChg>
        <pc:graphicFrameChg chg="mod">
          <ac:chgData name="Sarah Langley" userId="239c5547-87b3-47be-8ff1-783a9a4cc887" providerId="ADAL" clId="{3247894B-A550-4217-A194-9AF920704E38}" dt="2024-10-25T15:59:27.033" v="63" actId="14100"/>
          <ac:graphicFrameMkLst>
            <pc:docMk/>
            <pc:sldMk cId="1265169585" sldId="332"/>
            <ac:graphicFrameMk id="34828" creationId="{2EAF89CF-7414-8543-6126-7AD7568BE238}"/>
          </ac:graphicFrameMkLst>
        </pc:graphicFrameChg>
      </pc:sldChg>
      <pc:sldChg chg="delSp modSp mod">
        <pc:chgData name="Sarah Langley" userId="239c5547-87b3-47be-8ff1-783a9a4cc887" providerId="ADAL" clId="{3247894B-A550-4217-A194-9AF920704E38}" dt="2024-10-25T15:57:18.714" v="34" actId="1582"/>
        <pc:sldMkLst>
          <pc:docMk/>
          <pc:sldMk cId="4072222298" sldId="333"/>
        </pc:sldMkLst>
        <pc:spChg chg="del">
          <ac:chgData name="Sarah Langley" userId="239c5547-87b3-47be-8ff1-783a9a4cc887" providerId="ADAL" clId="{3247894B-A550-4217-A194-9AF920704E38}" dt="2024-10-25T15:57:03.425" v="32" actId="478"/>
          <ac:spMkLst>
            <pc:docMk/>
            <pc:sldMk cId="4072222298" sldId="333"/>
            <ac:spMk id="2" creationId="{4C1E2C4A-D43B-5432-8CE6-22921AC398A1}"/>
          </ac:spMkLst>
        </pc:spChg>
        <pc:spChg chg="mod">
          <ac:chgData name="Sarah Langley" userId="239c5547-87b3-47be-8ff1-783a9a4cc887" providerId="ADAL" clId="{3247894B-A550-4217-A194-9AF920704E38}" dt="2024-10-25T15:57:18.714" v="34" actId="1582"/>
          <ac:spMkLst>
            <pc:docMk/>
            <pc:sldMk cId="4072222298" sldId="333"/>
            <ac:spMk id="5" creationId="{80E99A8E-F165-9552-3FE9-20FE892F3284}"/>
          </ac:spMkLst>
        </pc:spChg>
      </pc:sldChg>
    </pc:docChg>
  </pc:docChgLst>
  <pc:docChgLst>
    <pc:chgData name="Paul Winser" userId="S::paul.winser@pearson.com::c3146a91-e6bd-4264-bd86-e164e04bc32d" providerId="AD" clId="Web-{A80A8A87-750A-30CF-6F92-46551C0FAD9D}"/>
    <pc:docChg chg="modSld">
      <pc:chgData name="Paul Winser" userId="S::paul.winser@pearson.com::c3146a91-e6bd-4264-bd86-e164e04bc32d" providerId="AD" clId="Web-{A80A8A87-750A-30CF-6F92-46551C0FAD9D}" dt="2024-11-13T14:37:46.990" v="0" actId="20577"/>
      <pc:docMkLst>
        <pc:docMk/>
      </pc:docMkLst>
      <pc:sldChg chg="modSp">
        <pc:chgData name="Paul Winser" userId="S::paul.winser@pearson.com::c3146a91-e6bd-4264-bd86-e164e04bc32d" providerId="AD" clId="Web-{A80A8A87-750A-30CF-6F92-46551C0FAD9D}" dt="2024-11-13T14:37:46.990" v="0" actId="20577"/>
        <pc:sldMkLst>
          <pc:docMk/>
          <pc:sldMk cId="0" sldId="256"/>
        </pc:sldMkLst>
        <pc:spChg chg="mod">
          <ac:chgData name="Paul Winser" userId="S::paul.winser@pearson.com::c3146a91-e6bd-4264-bd86-e164e04bc32d" providerId="AD" clId="Web-{A80A8A87-750A-30CF-6F92-46551C0FAD9D}" dt="2024-11-13T14:37:46.990" v="0" actId="20577"/>
          <ac:spMkLst>
            <pc:docMk/>
            <pc:sldMk cId="0" sldId="256"/>
            <ac:spMk id="28680" creationId="{250B1923-7747-07CF-317E-05CAA217CFCA}"/>
          </ac:spMkLst>
        </pc:sp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A5D617-28BC-B143-BCB1-D4CF3496BC7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GB"/>
        </a:p>
      </dgm:t>
    </dgm:pt>
    <dgm:pt modelId="{710ECD20-0EF5-F847-B86B-A2353746B1E6}">
      <dgm:prSet custT="1"/>
      <dgm:spPr/>
      <dgm:t>
        <a:bodyPr rtlCol="1"/>
        <a:lstStyle/>
        <a:p>
          <a:pPr rtl="1"/>
          <a:r>
            <a:rPr lang="ar" sz="67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تتناول هذه الوحدة:</a:t>
          </a:r>
        </a:p>
      </dgm:t>
    </dgm:pt>
    <dgm:pt modelId="{4D01D4FD-B504-044C-8D0D-61E1E1D35A90}" type="parTrans" cxnId="{3291C5A3-523A-4D48-9784-EB364DD40365}">
      <dgm:prSet/>
      <dgm:spPr/>
      <dgm:t>
        <a:bodyPr rtlCol="1"/>
        <a:lstStyle/>
        <a:p>
          <a:pPr rtl="1"/>
          <a:endParaRPr lang="en-GB"/>
        </a:p>
      </dgm:t>
    </dgm:pt>
    <dgm:pt modelId="{C9024FE9-E7B7-9B43-8173-BCBA09305F0D}" type="sibTrans" cxnId="{3291C5A3-523A-4D48-9784-EB364DD40365}">
      <dgm:prSet/>
      <dgm:spPr/>
      <dgm:t>
        <a:bodyPr rtlCol="1"/>
        <a:lstStyle/>
        <a:p>
          <a:pPr rtl="1"/>
          <a:endParaRPr lang="en-GB"/>
        </a:p>
      </dgm:t>
    </dgm:pt>
    <dgm:pt modelId="{274ECDAE-C916-4C4D-8440-3FC7F20BC550}">
      <dgm:prSet custT="1"/>
      <dgm:spPr/>
      <dgm:t>
        <a:bodyPr rtlCol="1"/>
        <a:lstStyle/>
        <a:p>
          <a:pPr rtl="1">
            <a:lnSpc>
              <a:spcPct val="100000"/>
            </a:lnSpc>
          </a:pPr>
          <a:r>
            <a:rPr lang="ar" sz="3300" dirty="0">
              <a:latin typeface="Sakkal Majalla" panose="02000000000000000000" pitchFamily="2" charset="-78"/>
              <a:cs typeface="Sakkal Majalla" panose="02000000000000000000" pitchFamily="2" charset="-78"/>
            </a:rPr>
            <a:t>أهمية وهيكل عمليات الإقامة في شركة ضيافة والإشراف عليها.</a:t>
          </a:r>
        </a:p>
      </dgm:t>
    </dgm:pt>
    <dgm:pt modelId="{19125F61-E3AF-B74C-9ED4-B398ED50C1D1}" type="parTrans" cxnId="{141CC52C-D553-B84A-BA37-A9053ADBF9DE}">
      <dgm:prSet/>
      <dgm:spPr/>
      <dgm:t>
        <a:bodyPr rtlCol="1"/>
        <a:lstStyle/>
        <a:p>
          <a:pPr rtl="1"/>
          <a:endParaRPr lang="en-GB"/>
        </a:p>
      </dgm:t>
    </dgm:pt>
    <dgm:pt modelId="{AF3F9D18-7D68-114D-A25C-BFA856C7F52B}" type="sibTrans" cxnId="{141CC52C-D553-B84A-BA37-A9053ADBF9DE}">
      <dgm:prSet/>
      <dgm:spPr/>
      <dgm:t>
        <a:bodyPr rtlCol="1"/>
        <a:lstStyle/>
        <a:p>
          <a:pPr rtl="1"/>
          <a:endParaRPr lang="en-GB"/>
        </a:p>
      </dgm:t>
    </dgm:pt>
    <dgm:pt modelId="{D190EF5F-4D0F-044E-B294-31BA5960B7C4}">
      <dgm:prSet custT="1"/>
      <dgm:spPr/>
      <dgm:t>
        <a:bodyPr rtlCol="1"/>
        <a:lstStyle/>
        <a:p>
          <a:pPr rtl="1">
            <a:lnSpc>
              <a:spcPct val="100000"/>
            </a:lnSpc>
          </a:pPr>
          <a:r>
            <a:rPr lang="ar" sz="3300" dirty="0">
              <a:latin typeface="Sakkal Majalla" panose="02000000000000000000" pitchFamily="2" charset="-78"/>
              <a:cs typeface="Sakkal Majalla" panose="02000000000000000000" pitchFamily="2" charset="-78"/>
            </a:rPr>
            <a:t>الأنظمة والإجراءات المستخدمة في خدمة الأماكن العامة وغرف الضيوف في شركات الضيافة.</a:t>
          </a:r>
        </a:p>
      </dgm:t>
    </dgm:pt>
    <dgm:pt modelId="{A8093947-10B6-F24B-8C5E-584475262CF4}" type="parTrans" cxnId="{DBF6EB95-2662-3141-952F-18EFC3F2443B}">
      <dgm:prSet/>
      <dgm:spPr/>
      <dgm:t>
        <a:bodyPr rtlCol="1"/>
        <a:lstStyle/>
        <a:p>
          <a:pPr rtl="1"/>
          <a:endParaRPr lang="en-GB"/>
        </a:p>
      </dgm:t>
    </dgm:pt>
    <dgm:pt modelId="{09559A8A-BA6A-5D45-B459-63D717269936}" type="sibTrans" cxnId="{DBF6EB95-2662-3141-952F-18EFC3F2443B}">
      <dgm:prSet/>
      <dgm:spPr/>
      <dgm:t>
        <a:bodyPr rtlCol="1"/>
        <a:lstStyle/>
        <a:p>
          <a:pPr rtl="1"/>
          <a:endParaRPr lang="en-GB"/>
        </a:p>
      </dgm:t>
    </dgm:pt>
    <dgm:pt modelId="{3E1DDBC8-BF8B-3F4E-81BE-E9D7D7B2739B}" type="pres">
      <dgm:prSet presAssocID="{31A5D617-28BC-B143-BCB1-D4CF3496BC7F}" presName="Name0" presStyleCnt="0">
        <dgm:presLayoutVars>
          <dgm:dir val="rev"/>
          <dgm:animLvl val="lvl"/>
          <dgm:resizeHandles val="exact"/>
        </dgm:presLayoutVars>
      </dgm:prSet>
      <dgm:spPr/>
    </dgm:pt>
    <dgm:pt modelId="{C6780329-6097-8B4B-ABFF-CE8C6C465352}" type="pres">
      <dgm:prSet presAssocID="{710ECD20-0EF5-F847-B86B-A2353746B1E6}" presName="linNode" presStyleCnt="0"/>
      <dgm:spPr/>
    </dgm:pt>
    <dgm:pt modelId="{34024C55-7592-B046-8D62-093C52BCBF38}" type="pres">
      <dgm:prSet presAssocID="{710ECD20-0EF5-F847-B86B-A2353746B1E6}" presName="parentText" presStyleLbl="node1" presStyleIdx="0" presStyleCnt="1" custLinFactNeighborX="5" custLinFactNeighborY="2">
        <dgm:presLayoutVars>
          <dgm:chMax val="1"/>
          <dgm:bulletEnabled val="1"/>
        </dgm:presLayoutVars>
      </dgm:prSet>
      <dgm:spPr/>
    </dgm:pt>
    <dgm:pt modelId="{34E42151-C088-0749-AE95-71E7367FDB8A}" type="pres">
      <dgm:prSet presAssocID="{710ECD20-0EF5-F847-B86B-A2353746B1E6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141CC52C-D553-B84A-BA37-A9053ADBF9DE}" srcId="{710ECD20-0EF5-F847-B86B-A2353746B1E6}" destId="{274ECDAE-C916-4C4D-8440-3FC7F20BC550}" srcOrd="0" destOrd="0" parTransId="{19125F61-E3AF-B74C-9ED4-B398ED50C1D1}" sibTransId="{AF3F9D18-7D68-114D-A25C-BFA856C7F52B}"/>
    <dgm:cxn modelId="{FB7E225D-E1F7-B749-9452-3F4A8EDEE272}" type="presOf" srcId="{31A5D617-28BC-B143-BCB1-D4CF3496BC7F}" destId="{3E1DDBC8-BF8B-3F4E-81BE-E9D7D7B2739B}" srcOrd="0" destOrd="0" presId="urn:microsoft.com/office/officeart/2005/8/layout/vList5"/>
    <dgm:cxn modelId="{20DD275F-7334-B94C-9604-D45E0997B476}" type="presOf" srcId="{274ECDAE-C916-4C4D-8440-3FC7F20BC550}" destId="{34E42151-C088-0749-AE95-71E7367FDB8A}" srcOrd="0" destOrd="0" presId="urn:microsoft.com/office/officeart/2005/8/layout/vList5"/>
    <dgm:cxn modelId="{DBF6EB95-2662-3141-952F-18EFC3F2443B}" srcId="{710ECD20-0EF5-F847-B86B-A2353746B1E6}" destId="{D190EF5F-4D0F-044E-B294-31BA5960B7C4}" srcOrd="1" destOrd="0" parTransId="{A8093947-10B6-F24B-8C5E-584475262CF4}" sibTransId="{09559A8A-BA6A-5D45-B459-63D717269936}"/>
    <dgm:cxn modelId="{DA020CA3-CA52-E14D-B364-0934FEA82839}" type="presOf" srcId="{D190EF5F-4D0F-044E-B294-31BA5960B7C4}" destId="{34E42151-C088-0749-AE95-71E7367FDB8A}" srcOrd="0" destOrd="1" presId="urn:microsoft.com/office/officeart/2005/8/layout/vList5"/>
    <dgm:cxn modelId="{3291C5A3-523A-4D48-9784-EB364DD40365}" srcId="{31A5D617-28BC-B143-BCB1-D4CF3496BC7F}" destId="{710ECD20-0EF5-F847-B86B-A2353746B1E6}" srcOrd="0" destOrd="0" parTransId="{4D01D4FD-B504-044C-8D0D-61E1E1D35A90}" sibTransId="{C9024FE9-E7B7-9B43-8173-BCBA09305F0D}"/>
    <dgm:cxn modelId="{2D1712C8-F252-F446-BEB0-3CE15625BA27}" type="presOf" srcId="{710ECD20-0EF5-F847-B86B-A2353746B1E6}" destId="{34024C55-7592-B046-8D62-093C52BCBF38}" srcOrd="0" destOrd="0" presId="urn:microsoft.com/office/officeart/2005/8/layout/vList5"/>
    <dgm:cxn modelId="{FCBF3367-1F4E-194F-8BDF-7E5BB9B89F29}" type="presParOf" srcId="{3E1DDBC8-BF8B-3F4E-81BE-E9D7D7B2739B}" destId="{C6780329-6097-8B4B-ABFF-CE8C6C465352}" srcOrd="0" destOrd="0" presId="urn:microsoft.com/office/officeart/2005/8/layout/vList5"/>
    <dgm:cxn modelId="{FB871113-9CFE-C740-912A-CDE90C9DA635}" type="presParOf" srcId="{C6780329-6097-8B4B-ABFF-CE8C6C465352}" destId="{34024C55-7592-B046-8D62-093C52BCBF38}" srcOrd="0" destOrd="0" presId="urn:microsoft.com/office/officeart/2005/8/layout/vList5"/>
    <dgm:cxn modelId="{8E529EDF-DE58-8A4E-8715-D54247B114B8}" type="presParOf" srcId="{C6780329-6097-8B4B-ABFF-CE8C6C465352}" destId="{34E42151-C088-0749-AE95-71E7367FDB8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09D8C6-D4C5-4C49-A847-C1A7E663F13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ACC72F36-F854-4199-BFF4-82405330E6F9}">
      <dgm:prSet custT="1"/>
      <dgm:spPr/>
      <dgm:t>
        <a:bodyPr rtlCol="1"/>
        <a:lstStyle/>
        <a:p>
          <a:pPr rtl="1"/>
          <a:r>
            <a:rPr lang="ar" sz="2700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أ </a:t>
          </a:r>
          <a:r>
            <a:rPr lang="ar" sz="27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دراسة هيكل عمليات الإقامة ومتطلباتها والإشراف عليها </a:t>
          </a:r>
          <a:endParaRPr lang="en-US" sz="27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124C55A4-FF64-4FF0-9B2C-0920D8587DD4}" type="parTrans" cxnId="{DAC8C933-F1D1-49AE-A986-0E996D0CB334}">
      <dgm:prSet/>
      <dgm:spPr/>
      <dgm:t>
        <a:bodyPr rtlCol="1"/>
        <a:lstStyle/>
        <a:p>
          <a:pPr rtl="1"/>
          <a:endParaRPr lang="en-US"/>
        </a:p>
      </dgm:t>
    </dgm:pt>
    <dgm:pt modelId="{29CB24A1-7D28-4A9D-B689-69D27D3BD230}" type="sibTrans" cxnId="{DAC8C933-F1D1-49AE-A986-0E996D0CB334}">
      <dgm:prSet/>
      <dgm:spPr/>
      <dgm:t>
        <a:bodyPr rtlCol="1"/>
        <a:lstStyle/>
        <a:p>
          <a:pPr rtl="1"/>
          <a:endParaRPr lang="en-US"/>
        </a:p>
      </dgm:t>
    </dgm:pt>
    <dgm:pt modelId="{70717F91-CF36-41CC-8EDA-9F3E8F924A69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ب</a:t>
          </a:r>
          <a:r>
            <a:rPr lang="ar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 القدرة على تنظيف الأماكن العامة باستخدام مواد التنظيف والمعدات والموارد والطرق المناسبة </a:t>
          </a:r>
          <a:endParaRPr lang="en-US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FEFACABD-EB87-4D1E-A8EE-03C915A09DA8}" type="parTrans" cxnId="{33E67352-0E76-45D1-AEF0-FAEFC73FDFEE}">
      <dgm:prSet/>
      <dgm:spPr/>
      <dgm:t>
        <a:bodyPr rtlCol="1"/>
        <a:lstStyle/>
        <a:p>
          <a:pPr rtl="1"/>
          <a:endParaRPr lang="en-US"/>
        </a:p>
      </dgm:t>
    </dgm:pt>
    <dgm:pt modelId="{79155E41-7849-4294-B529-7E03A217A1F3}" type="sibTrans" cxnId="{33E67352-0E76-45D1-AEF0-FAEFC73FDFEE}">
      <dgm:prSet/>
      <dgm:spPr/>
      <dgm:t>
        <a:bodyPr rtlCol="1"/>
        <a:lstStyle/>
        <a:p>
          <a:pPr rtl="1"/>
          <a:endParaRPr lang="en-US"/>
        </a:p>
      </dgm:t>
    </dgm:pt>
    <dgm:pt modelId="{C5F60318-8D57-4945-AEFD-8EAEC8E41C41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ج</a:t>
          </a:r>
          <a:r>
            <a:rPr lang="ar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 القدرة على تقديم خدمة غرف الضيوف باستخدام مواد التنظيف والمعدات والموارد والوسائل المناسبة</a:t>
          </a:r>
          <a:endParaRPr lang="en-US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A9F598DF-27AD-4075-B539-E930B373EE65}" type="parTrans" cxnId="{87E59004-931C-42F4-B185-152E92DCAA67}">
      <dgm:prSet/>
      <dgm:spPr/>
      <dgm:t>
        <a:bodyPr rtlCol="1"/>
        <a:lstStyle/>
        <a:p>
          <a:pPr rtl="1"/>
          <a:endParaRPr lang="en-US"/>
        </a:p>
      </dgm:t>
    </dgm:pt>
    <dgm:pt modelId="{4AFC3F45-A61E-4D75-AA7D-6ED4FCC37D0C}" type="sibTrans" cxnId="{87E59004-931C-42F4-B185-152E92DCAA67}">
      <dgm:prSet/>
      <dgm:spPr/>
      <dgm:t>
        <a:bodyPr rtlCol="1"/>
        <a:lstStyle/>
        <a:p>
          <a:pPr rtl="1"/>
          <a:endParaRPr lang="en-US"/>
        </a:p>
      </dgm:t>
    </dgm:pt>
    <dgm:pt modelId="{FFAA8E9F-A42D-0349-AFB6-235AAEBBA306}" type="pres">
      <dgm:prSet presAssocID="{8209D8C6-D4C5-4C49-A847-C1A7E663F13F}" presName="linear" presStyleCnt="0">
        <dgm:presLayoutVars>
          <dgm:animLvl val="lvl"/>
          <dgm:resizeHandles val="exact"/>
        </dgm:presLayoutVars>
      </dgm:prSet>
      <dgm:spPr/>
    </dgm:pt>
    <dgm:pt modelId="{F8600B48-FA50-134F-A5B5-A531DF1F2952}" type="pres">
      <dgm:prSet presAssocID="{ACC72F36-F854-4199-BFF4-82405330E6F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18C2668-1099-9B47-AB32-704C919142FC}" type="pres">
      <dgm:prSet presAssocID="{29CB24A1-7D28-4A9D-B689-69D27D3BD230}" presName="spacer" presStyleCnt="0"/>
      <dgm:spPr/>
    </dgm:pt>
    <dgm:pt modelId="{76D985FF-9E2F-7445-9CB7-EA2B22468165}" type="pres">
      <dgm:prSet presAssocID="{70717F91-CF36-41CC-8EDA-9F3E8F924A6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AC09CF6-530A-B946-B552-67D991DE0430}" type="pres">
      <dgm:prSet presAssocID="{79155E41-7849-4294-B529-7E03A217A1F3}" presName="spacer" presStyleCnt="0"/>
      <dgm:spPr/>
    </dgm:pt>
    <dgm:pt modelId="{8C0B34FF-323B-714E-BB79-0A7D014F7602}" type="pres">
      <dgm:prSet presAssocID="{C5F60318-8D57-4945-AEFD-8EAEC8E41C4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7E59004-931C-42F4-B185-152E92DCAA67}" srcId="{8209D8C6-D4C5-4C49-A847-C1A7E663F13F}" destId="{C5F60318-8D57-4945-AEFD-8EAEC8E41C41}" srcOrd="2" destOrd="0" parTransId="{A9F598DF-27AD-4075-B539-E930B373EE65}" sibTransId="{4AFC3F45-A61E-4D75-AA7D-6ED4FCC37D0C}"/>
    <dgm:cxn modelId="{DAC8C933-F1D1-49AE-A986-0E996D0CB334}" srcId="{8209D8C6-D4C5-4C49-A847-C1A7E663F13F}" destId="{ACC72F36-F854-4199-BFF4-82405330E6F9}" srcOrd="0" destOrd="0" parTransId="{124C55A4-FF64-4FF0-9B2C-0920D8587DD4}" sibTransId="{29CB24A1-7D28-4A9D-B689-69D27D3BD230}"/>
    <dgm:cxn modelId="{C658FD66-18C8-894C-913C-10EA5D4966A0}" type="presOf" srcId="{70717F91-CF36-41CC-8EDA-9F3E8F924A69}" destId="{76D985FF-9E2F-7445-9CB7-EA2B22468165}" srcOrd="0" destOrd="0" presId="urn:microsoft.com/office/officeart/2005/8/layout/vList2"/>
    <dgm:cxn modelId="{6297F14B-90E9-D74A-8624-8B227536C961}" type="presOf" srcId="{C5F60318-8D57-4945-AEFD-8EAEC8E41C41}" destId="{8C0B34FF-323B-714E-BB79-0A7D014F7602}" srcOrd="0" destOrd="0" presId="urn:microsoft.com/office/officeart/2005/8/layout/vList2"/>
    <dgm:cxn modelId="{33E67352-0E76-45D1-AEF0-FAEFC73FDFEE}" srcId="{8209D8C6-D4C5-4C49-A847-C1A7E663F13F}" destId="{70717F91-CF36-41CC-8EDA-9F3E8F924A69}" srcOrd="1" destOrd="0" parTransId="{FEFACABD-EB87-4D1E-A8EE-03C915A09DA8}" sibTransId="{79155E41-7849-4294-B529-7E03A217A1F3}"/>
    <dgm:cxn modelId="{313FCC72-4535-DC48-A959-72C96B5E2CCD}" type="presOf" srcId="{ACC72F36-F854-4199-BFF4-82405330E6F9}" destId="{F8600B48-FA50-134F-A5B5-A531DF1F2952}" srcOrd="0" destOrd="0" presId="urn:microsoft.com/office/officeart/2005/8/layout/vList2"/>
    <dgm:cxn modelId="{30CB5F9E-012F-414D-A098-822E28B7BC0D}" type="presOf" srcId="{8209D8C6-D4C5-4C49-A847-C1A7E663F13F}" destId="{FFAA8E9F-A42D-0349-AFB6-235AAEBBA306}" srcOrd="0" destOrd="0" presId="urn:microsoft.com/office/officeart/2005/8/layout/vList2"/>
    <dgm:cxn modelId="{4D0F55BD-645A-874B-BDD0-FC550FF3E037}" type="presParOf" srcId="{FFAA8E9F-A42D-0349-AFB6-235AAEBBA306}" destId="{F8600B48-FA50-134F-A5B5-A531DF1F2952}" srcOrd="0" destOrd="0" presId="urn:microsoft.com/office/officeart/2005/8/layout/vList2"/>
    <dgm:cxn modelId="{48A9D988-A801-D44D-9ADD-410C662689F4}" type="presParOf" srcId="{FFAA8E9F-A42D-0349-AFB6-235AAEBBA306}" destId="{E18C2668-1099-9B47-AB32-704C919142FC}" srcOrd="1" destOrd="0" presId="urn:microsoft.com/office/officeart/2005/8/layout/vList2"/>
    <dgm:cxn modelId="{7B4FE185-8BEE-A74C-8098-5E2EF3C56296}" type="presParOf" srcId="{FFAA8E9F-A42D-0349-AFB6-235AAEBBA306}" destId="{76D985FF-9E2F-7445-9CB7-EA2B22468165}" srcOrd="2" destOrd="0" presId="urn:microsoft.com/office/officeart/2005/8/layout/vList2"/>
    <dgm:cxn modelId="{92A8A135-02AA-BF4E-804A-2CAAB2E8BC28}" type="presParOf" srcId="{FFAA8E9F-A42D-0349-AFB6-235AAEBBA306}" destId="{9AC09CF6-530A-B946-B552-67D991DE0430}" srcOrd="3" destOrd="0" presId="urn:microsoft.com/office/officeart/2005/8/layout/vList2"/>
    <dgm:cxn modelId="{DB7B434E-D086-EF43-9338-D1874D0F5931}" type="presParOf" srcId="{FFAA8E9F-A42D-0349-AFB6-235AAEBBA306}" destId="{8C0B34FF-323B-714E-BB79-0A7D014F760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B7ED250-64BE-440A-A0A0-FA697844966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0C6CFDC4-8A60-41C6-B1B5-FA64D854CADF}">
      <dgm:prSet custT="1"/>
      <dgm:spPr/>
      <dgm:t>
        <a:bodyPr rtlCol="1"/>
        <a:lstStyle/>
        <a:p>
          <a:pPr rtl="1"/>
          <a:r>
            <a:rPr lang="ar" sz="3200" b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عمليات الإقامة في مجال الضيافة </a:t>
          </a:r>
          <a:endParaRPr lang="en-US" sz="3200" b="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F2EF438A-A6F9-43BA-B074-42DE529E2F39}" type="parTrans" cxnId="{5670FAEB-F4B5-4632-9599-4B3369C0700C}">
      <dgm:prSet/>
      <dgm:spPr/>
      <dgm:t>
        <a:bodyPr rtlCol="1"/>
        <a:lstStyle/>
        <a:p>
          <a:pPr rtl="1"/>
          <a:endParaRPr lang="en-US"/>
        </a:p>
      </dgm:t>
    </dgm:pt>
    <dgm:pt modelId="{7C70515C-78E4-4549-A0A3-05557B8E1DC0}" type="sibTrans" cxnId="{5670FAEB-F4B5-4632-9599-4B3369C0700C}">
      <dgm:prSet/>
      <dgm:spPr/>
      <dgm:t>
        <a:bodyPr rtlCol="1"/>
        <a:lstStyle/>
        <a:p>
          <a:pPr rtl="1"/>
          <a:endParaRPr lang="en-US"/>
        </a:p>
      </dgm:t>
    </dgm:pt>
    <dgm:pt modelId="{D30DD0E3-46E4-48CB-82E6-F44BA4568645}">
      <dgm:prSet custT="1"/>
      <dgm:spPr/>
      <dgm:t>
        <a:bodyPr rtlCol="1"/>
        <a:lstStyle/>
        <a:p>
          <a:pPr rtl="1"/>
          <a:r>
            <a:rPr lang="ar" sz="3200" b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مسؤوليات المشرف ومهاراته </a:t>
          </a:r>
          <a:br>
            <a:rPr lang="en-US" sz="3200" b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</a:br>
          <a:r>
            <a:rPr lang="ar" sz="3200" b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في عمليات الإقامة </a:t>
          </a:r>
          <a:endParaRPr lang="en-US" sz="3200" b="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E894967B-7E29-46A1-AAD4-9E2846415351}" type="parTrans" cxnId="{ACD3DD71-D08D-46D2-9E48-1AE2907F9DFB}">
      <dgm:prSet/>
      <dgm:spPr/>
      <dgm:t>
        <a:bodyPr rtlCol="1"/>
        <a:lstStyle/>
        <a:p>
          <a:pPr rtl="1"/>
          <a:endParaRPr lang="en-US"/>
        </a:p>
      </dgm:t>
    </dgm:pt>
    <dgm:pt modelId="{79FB171D-6F3B-492D-AC00-F5F268E04A6D}" type="sibTrans" cxnId="{ACD3DD71-D08D-46D2-9E48-1AE2907F9DFB}">
      <dgm:prSet/>
      <dgm:spPr/>
      <dgm:t>
        <a:bodyPr rtlCol="1"/>
        <a:lstStyle/>
        <a:p>
          <a:pPr rtl="1"/>
          <a:endParaRPr lang="en-US"/>
        </a:p>
      </dgm:t>
    </dgm:pt>
    <dgm:pt modelId="{05DE46B6-4579-DC40-A74D-E5F256075258}" type="pres">
      <dgm:prSet presAssocID="{EB7ED250-64BE-440A-A0A0-FA6978449661}" presName="diagram" presStyleCnt="0">
        <dgm:presLayoutVars>
          <dgm:dir val="rev"/>
          <dgm:resizeHandles val="exact"/>
        </dgm:presLayoutVars>
      </dgm:prSet>
      <dgm:spPr/>
    </dgm:pt>
    <dgm:pt modelId="{A43ADA8F-FB50-5340-9822-4BA4D69049A1}" type="pres">
      <dgm:prSet presAssocID="{0C6CFDC4-8A60-41C6-B1B5-FA64D854CADF}" presName="node" presStyleLbl="node1" presStyleIdx="0" presStyleCnt="2">
        <dgm:presLayoutVars>
          <dgm:bulletEnabled val="1"/>
        </dgm:presLayoutVars>
      </dgm:prSet>
      <dgm:spPr/>
    </dgm:pt>
    <dgm:pt modelId="{FB2FAF43-7D67-6441-9720-A6C35070DA88}" type="pres">
      <dgm:prSet presAssocID="{7C70515C-78E4-4549-A0A3-05557B8E1DC0}" presName="sibTrans" presStyleCnt="0"/>
      <dgm:spPr/>
    </dgm:pt>
    <dgm:pt modelId="{499BA10F-8C48-9B46-9AA3-E6F62B5D9B82}" type="pres">
      <dgm:prSet presAssocID="{D30DD0E3-46E4-48CB-82E6-F44BA4568645}" presName="node" presStyleLbl="node1" presStyleIdx="1" presStyleCnt="2">
        <dgm:presLayoutVars>
          <dgm:bulletEnabled val="1"/>
        </dgm:presLayoutVars>
      </dgm:prSet>
      <dgm:spPr/>
    </dgm:pt>
  </dgm:ptLst>
  <dgm:cxnLst>
    <dgm:cxn modelId="{F7467E39-A3BC-6549-B681-4CD4B44E7A39}" type="presOf" srcId="{D30DD0E3-46E4-48CB-82E6-F44BA4568645}" destId="{499BA10F-8C48-9B46-9AA3-E6F62B5D9B82}" srcOrd="0" destOrd="0" presId="urn:microsoft.com/office/officeart/2005/8/layout/default"/>
    <dgm:cxn modelId="{765F935F-2454-DD4D-9DCB-44E7F3889537}" type="presOf" srcId="{EB7ED250-64BE-440A-A0A0-FA6978449661}" destId="{05DE46B6-4579-DC40-A74D-E5F256075258}" srcOrd="0" destOrd="0" presId="urn:microsoft.com/office/officeart/2005/8/layout/default"/>
    <dgm:cxn modelId="{ACD3DD71-D08D-46D2-9E48-1AE2907F9DFB}" srcId="{EB7ED250-64BE-440A-A0A0-FA6978449661}" destId="{D30DD0E3-46E4-48CB-82E6-F44BA4568645}" srcOrd="1" destOrd="0" parTransId="{E894967B-7E29-46A1-AAD4-9E2846415351}" sibTransId="{79FB171D-6F3B-492D-AC00-F5F268E04A6D}"/>
    <dgm:cxn modelId="{6F3D2EA9-2FC8-B148-A559-92D27CE47087}" type="presOf" srcId="{0C6CFDC4-8A60-41C6-B1B5-FA64D854CADF}" destId="{A43ADA8F-FB50-5340-9822-4BA4D69049A1}" srcOrd="0" destOrd="0" presId="urn:microsoft.com/office/officeart/2005/8/layout/default"/>
    <dgm:cxn modelId="{5670FAEB-F4B5-4632-9599-4B3369C0700C}" srcId="{EB7ED250-64BE-440A-A0A0-FA6978449661}" destId="{0C6CFDC4-8A60-41C6-B1B5-FA64D854CADF}" srcOrd="0" destOrd="0" parTransId="{F2EF438A-A6F9-43BA-B074-42DE529E2F39}" sibTransId="{7C70515C-78E4-4549-A0A3-05557B8E1DC0}"/>
    <dgm:cxn modelId="{87EE863D-9E78-2B4D-894A-82441B5D7331}" type="presParOf" srcId="{05DE46B6-4579-DC40-A74D-E5F256075258}" destId="{A43ADA8F-FB50-5340-9822-4BA4D69049A1}" srcOrd="0" destOrd="0" presId="urn:microsoft.com/office/officeart/2005/8/layout/default"/>
    <dgm:cxn modelId="{09BAA230-FA2C-5848-9990-5A097793C2F5}" type="presParOf" srcId="{05DE46B6-4579-DC40-A74D-E5F256075258}" destId="{FB2FAF43-7D67-6441-9720-A6C35070DA88}" srcOrd="1" destOrd="0" presId="urn:microsoft.com/office/officeart/2005/8/layout/default"/>
    <dgm:cxn modelId="{9484204B-7363-1A4A-BC79-F1335EE30AC3}" type="presParOf" srcId="{05DE46B6-4579-DC40-A74D-E5F256075258}" destId="{499BA10F-8C48-9B46-9AA3-E6F62B5D9B82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2A1B73-6336-4699-A09D-FC7771BCDA2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5970EE8F-C763-4F82-A3A0-4AF8F2827632}">
      <dgm:prSet custT="1"/>
      <dgm:spPr/>
      <dgm:t>
        <a:bodyPr rtlCol="1"/>
        <a:lstStyle/>
        <a:p>
          <a:pPr rtl="1"/>
          <a:r>
            <a:rPr lang="ar" sz="1300" dirty="0">
              <a:latin typeface="Sakkal Majalla" panose="02000000000000000000" pitchFamily="2" charset="-78"/>
              <a:cs typeface="Sakkal Majalla" panose="02000000000000000000" pitchFamily="2" charset="-78"/>
            </a:rPr>
            <a:t>منافذ الأطعمة والمشروبات (المطاعم والمقاهي) </a:t>
          </a:r>
          <a:endParaRPr lang="en-US" sz="1300" dirty="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A7FEAE0C-03E1-41C4-8327-0F9B0D223C95}" type="parTrans" cxnId="{B1433101-05F5-41EC-A49F-78D306A56B4E}">
      <dgm:prSet/>
      <dgm:spPr/>
      <dgm:t>
        <a:bodyPr rtlCol="1"/>
        <a:lstStyle/>
        <a:p>
          <a:pPr rtl="1"/>
          <a:endParaRPr lang="en-US"/>
        </a:p>
      </dgm:t>
    </dgm:pt>
    <dgm:pt modelId="{BBCDF146-A4AE-42BF-942D-6E0A6346CC69}" type="sibTrans" cxnId="{B1433101-05F5-41EC-A49F-78D306A56B4E}">
      <dgm:prSet/>
      <dgm:spPr/>
      <dgm:t>
        <a:bodyPr rtlCol="1"/>
        <a:lstStyle/>
        <a:p>
          <a:pPr rtl="1"/>
          <a:endParaRPr lang="en-US"/>
        </a:p>
      </dgm:t>
    </dgm:pt>
    <dgm:pt modelId="{3A62216C-7040-45E4-BF01-AC0FEDC77E28}">
      <dgm:prSet custT="1"/>
      <dgm:spPr/>
      <dgm:t>
        <a:bodyPr rtlCol="1"/>
        <a:lstStyle/>
        <a:p>
          <a:pPr rtl="1"/>
          <a:r>
            <a:rPr lang="ar" sz="1300" dirty="0">
              <a:latin typeface="Sakkal Majalla" panose="02000000000000000000" pitchFamily="2" charset="-78"/>
              <a:cs typeface="Sakkal Majalla" panose="02000000000000000000" pitchFamily="2" charset="-78"/>
            </a:rPr>
            <a:t>مقدمو الخدمات الغذائية بموجب العقود</a:t>
          </a:r>
          <a:endParaRPr lang="en-US" sz="1300" dirty="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E79CF1F8-321B-4084-B8C9-BA7E51DE7DBB}" type="parTrans" cxnId="{33FDE6D6-BE34-4C21-AFA2-CFFEE251E7F3}">
      <dgm:prSet/>
      <dgm:spPr/>
      <dgm:t>
        <a:bodyPr rtlCol="1"/>
        <a:lstStyle/>
        <a:p>
          <a:pPr rtl="1"/>
          <a:endParaRPr lang="en-US"/>
        </a:p>
      </dgm:t>
    </dgm:pt>
    <dgm:pt modelId="{F00F80E9-FAB9-4242-A463-1EF4C49547ED}" type="sibTrans" cxnId="{33FDE6D6-BE34-4C21-AFA2-CFFEE251E7F3}">
      <dgm:prSet/>
      <dgm:spPr/>
      <dgm:t>
        <a:bodyPr rtlCol="1"/>
        <a:lstStyle/>
        <a:p>
          <a:pPr rtl="1"/>
          <a:endParaRPr lang="en-US"/>
        </a:p>
      </dgm:t>
    </dgm:pt>
    <dgm:pt modelId="{A2FA65C4-225A-42C5-9645-1F317977738E}">
      <dgm:prSet/>
      <dgm:spPr/>
      <dgm:t>
        <a:bodyPr rtlCol="1"/>
        <a:lstStyle/>
        <a:p>
          <a:pPr rtl="1"/>
          <a:r>
            <a:rPr lang="ar" dirty="0">
              <a:latin typeface="Sakkal Majalla" panose="02000000000000000000" pitchFamily="2" charset="-78"/>
              <a:cs typeface="Sakkal Majalla" panose="02000000000000000000" pitchFamily="2" charset="-78"/>
            </a:rPr>
            <a:t>خدمات الضيافة، بما في ذلك خدمات البيع بالتجزئة والتعليم والحكومة والسلطة المحلية</a:t>
          </a:r>
          <a:endParaRPr lang="en-US" dirty="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8E37BE89-4277-43E4-BF4F-F6E98AA3D9A4}" type="parTrans" cxnId="{E2B782A1-CFA6-44E1-AF2E-F962D04C2851}">
      <dgm:prSet/>
      <dgm:spPr/>
      <dgm:t>
        <a:bodyPr rtlCol="1"/>
        <a:lstStyle/>
        <a:p>
          <a:pPr rtl="1"/>
          <a:endParaRPr lang="en-US"/>
        </a:p>
      </dgm:t>
    </dgm:pt>
    <dgm:pt modelId="{66020383-7BDE-40D5-8ABE-B5A156BBB385}" type="sibTrans" cxnId="{E2B782A1-CFA6-44E1-AF2E-F962D04C2851}">
      <dgm:prSet/>
      <dgm:spPr/>
      <dgm:t>
        <a:bodyPr rtlCol="1"/>
        <a:lstStyle/>
        <a:p>
          <a:pPr rtl="1"/>
          <a:endParaRPr lang="en-US"/>
        </a:p>
      </dgm:t>
    </dgm:pt>
    <dgm:pt modelId="{7A1132D8-D938-4408-98AD-0C33FEBC7872}">
      <dgm:prSet custT="1"/>
      <dgm:spPr/>
      <dgm:t>
        <a:bodyPr rtlCol="1"/>
        <a:lstStyle/>
        <a:p>
          <a:pPr rtl="1"/>
          <a:r>
            <a:rPr lang="ar" sz="1300" b="1" dirty="0">
              <a:latin typeface="Sakkal Majalla" panose="02000000000000000000" pitchFamily="2" charset="-78"/>
              <a:cs typeface="Sakkal Majalla" panose="02000000000000000000" pitchFamily="2" charset="-78"/>
            </a:rPr>
            <a:t>سؤال: </a:t>
          </a:r>
          <a:r>
            <a:rPr lang="ar" sz="1300" dirty="0">
              <a:latin typeface="Sakkal Majalla" panose="02000000000000000000" pitchFamily="2" charset="-78"/>
              <a:cs typeface="Sakkal Majalla" panose="02000000000000000000" pitchFamily="2" charset="-78"/>
            </a:rPr>
            <a:t>ما خدمات الضيافة المحلية التي يمكنك ذكرها والتي لديها عمليات إقامة؟</a:t>
          </a:r>
          <a:endParaRPr lang="en-US" sz="1300" dirty="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E907933C-D1A4-481A-A6DA-3F19693F7F13}" type="parTrans" cxnId="{74F88B9D-21DC-47A1-808A-AF384D5C1727}">
      <dgm:prSet/>
      <dgm:spPr/>
      <dgm:t>
        <a:bodyPr rtlCol="1"/>
        <a:lstStyle/>
        <a:p>
          <a:pPr rtl="1"/>
          <a:endParaRPr lang="en-US"/>
        </a:p>
      </dgm:t>
    </dgm:pt>
    <dgm:pt modelId="{82E2B510-B8ED-4FC3-B91F-4A62CCD45F76}" type="sibTrans" cxnId="{74F88B9D-21DC-47A1-808A-AF384D5C1727}">
      <dgm:prSet/>
      <dgm:spPr/>
      <dgm:t>
        <a:bodyPr rtlCol="1"/>
        <a:lstStyle/>
        <a:p>
          <a:pPr rtl="1"/>
          <a:endParaRPr lang="en-US"/>
        </a:p>
      </dgm:t>
    </dgm:pt>
    <dgm:pt modelId="{2502207F-5ADA-42C2-A8F8-A3CF328E95BC}" type="pres">
      <dgm:prSet presAssocID="{902A1B73-6336-4699-A09D-FC7771BCDA2F}" presName="root" presStyleCnt="0">
        <dgm:presLayoutVars>
          <dgm:dir/>
          <dgm:resizeHandles val="exact"/>
        </dgm:presLayoutVars>
      </dgm:prSet>
      <dgm:spPr/>
    </dgm:pt>
    <dgm:pt modelId="{1B60D1DF-9927-409A-8B33-2973B6BAEA32}" type="pres">
      <dgm:prSet presAssocID="{5970EE8F-C763-4F82-A3A0-4AF8F2827632}" presName="compNode" presStyleCnt="0"/>
      <dgm:spPr/>
    </dgm:pt>
    <dgm:pt modelId="{2F4A232B-B3CA-4433-A1C0-C8B373C9A20B}" type="pres">
      <dgm:prSet presAssocID="{5970EE8F-C763-4F82-A3A0-4AF8F282763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ffee"/>
        </a:ext>
      </dgm:extLst>
    </dgm:pt>
    <dgm:pt modelId="{2127C02F-F4C8-49A0-A393-20DF21EFEB0E}" type="pres">
      <dgm:prSet presAssocID="{5970EE8F-C763-4F82-A3A0-4AF8F2827632}" presName="spaceRect" presStyleCnt="0"/>
      <dgm:spPr/>
    </dgm:pt>
    <dgm:pt modelId="{E4638760-C3B7-4C35-8D3A-44D90E84007B}" type="pres">
      <dgm:prSet presAssocID="{5970EE8F-C763-4F82-A3A0-4AF8F2827632}" presName="textRect" presStyleLbl="revTx" presStyleIdx="0" presStyleCnt="4">
        <dgm:presLayoutVars>
          <dgm:chMax val="1"/>
          <dgm:chPref val="1"/>
        </dgm:presLayoutVars>
      </dgm:prSet>
      <dgm:spPr/>
    </dgm:pt>
    <dgm:pt modelId="{9991E707-375F-4315-B114-D332C65C55A8}" type="pres">
      <dgm:prSet presAssocID="{BBCDF146-A4AE-42BF-942D-6E0A6346CC69}" presName="sibTrans" presStyleCnt="0"/>
      <dgm:spPr/>
    </dgm:pt>
    <dgm:pt modelId="{F724322B-77AA-421B-A180-892267BF5A85}" type="pres">
      <dgm:prSet presAssocID="{3A62216C-7040-45E4-BF01-AC0FEDC77E28}" presName="compNode" presStyleCnt="0"/>
      <dgm:spPr/>
    </dgm:pt>
    <dgm:pt modelId="{61BF6257-C87A-4BAC-A634-127A67CCDF32}" type="pres">
      <dgm:prSet presAssocID="{3A62216C-7040-45E4-BF01-AC0FEDC77E2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CC9CA1F1-0AF0-465A-9A22-AC9D650B7D6F}" type="pres">
      <dgm:prSet presAssocID="{3A62216C-7040-45E4-BF01-AC0FEDC77E28}" presName="spaceRect" presStyleCnt="0"/>
      <dgm:spPr/>
    </dgm:pt>
    <dgm:pt modelId="{DAA964D1-1E1F-4FC0-91C5-AFC227C77618}" type="pres">
      <dgm:prSet presAssocID="{3A62216C-7040-45E4-BF01-AC0FEDC77E28}" presName="textRect" presStyleLbl="revTx" presStyleIdx="1" presStyleCnt="4">
        <dgm:presLayoutVars>
          <dgm:chMax val="1"/>
          <dgm:chPref val="1"/>
        </dgm:presLayoutVars>
      </dgm:prSet>
      <dgm:spPr/>
    </dgm:pt>
    <dgm:pt modelId="{E0312BD0-7EAD-4FA3-BDEB-11123439D7A5}" type="pres">
      <dgm:prSet presAssocID="{F00F80E9-FAB9-4242-A463-1EF4C49547ED}" presName="sibTrans" presStyleCnt="0"/>
      <dgm:spPr/>
    </dgm:pt>
    <dgm:pt modelId="{05F3B485-7BC3-4519-98A3-108E2EBD862F}" type="pres">
      <dgm:prSet presAssocID="{A2FA65C4-225A-42C5-9645-1F317977738E}" presName="compNode" presStyleCnt="0"/>
      <dgm:spPr/>
    </dgm:pt>
    <dgm:pt modelId="{C08B865C-7A74-41AF-BBDA-87A1D53CFC7C}" type="pres">
      <dgm:prSet presAssocID="{A2FA65C4-225A-42C5-9645-1F317977738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1A9F9B06-5645-492F-8522-955F82FF1846}" type="pres">
      <dgm:prSet presAssocID="{A2FA65C4-225A-42C5-9645-1F317977738E}" presName="spaceRect" presStyleCnt="0"/>
      <dgm:spPr/>
    </dgm:pt>
    <dgm:pt modelId="{7B334041-4A9A-4783-B365-A75706DCD132}" type="pres">
      <dgm:prSet presAssocID="{A2FA65C4-225A-42C5-9645-1F317977738E}" presName="textRect" presStyleLbl="revTx" presStyleIdx="2" presStyleCnt="4">
        <dgm:presLayoutVars>
          <dgm:chMax val="1"/>
          <dgm:chPref val="1"/>
        </dgm:presLayoutVars>
      </dgm:prSet>
      <dgm:spPr/>
    </dgm:pt>
    <dgm:pt modelId="{86A14722-61EF-47AB-B1E3-DB6BFB8D9F6C}" type="pres">
      <dgm:prSet presAssocID="{66020383-7BDE-40D5-8ABE-B5A156BBB385}" presName="sibTrans" presStyleCnt="0"/>
      <dgm:spPr/>
    </dgm:pt>
    <dgm:pt modelId="{8923940C-D2E8-47CD-A8C2-769823D10461}" type="pres">
      <dgm:prSet presAssocID="{7A1132D8-D938-4408-98AD-0C33FEBC7872}" presName="compNode" presStyleCnt="0"/>
      <dgm:spPr/>
    </dgm:pt>
    <dgm:pt modelId="{879CF352-6518-4D2F-9818-1BEB28DA4CD8}" type="pres">
      <dgm:prSet presAssocID="{7A1132D8-D938-4408-98AD-0C33FEBC787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B1A4618B-D853-4406-9A64-D05380DC6625}" type="pres">
      <dgm:prSet presAssocID="{7A1132D8-D938-4408-98AD-0C33FEBC7872}" presName="spaceRect" presStyleCnt="0"/>
      <dgm:spPr/>
    </dgm:pt>
    <dgm:pt modelId="{FB6B6EA8-63A3-4DD9-A0B1-AF9A400772BF}" type="pres">
      <dgm:prSet presAssocID="{7A1132D8-D938-4408-98AD-0C33FEBC787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1433101-05F5-41EC-A49F-78D306A56B4E}" srcId="{902A1B73-6336-4699-A09D-FC7771BCDA2F}" destId="{5970EE8F-C763-4F82-A3A0-4AF8F2827632}" srcOrd="0" destOrd="0" parTransId="{A7FEAE0C-03E1-41C4-8327-0F9B0D223C95}" sibTransId="{BBCDF146-A4AE-42BF-942D-6E0A6346CC69}"/>
    <dgm:cxn modelId="{575E1826-2095-4B76-80B5-C66C997B32D8}" type="presOf" srcId="{902A1B73-6336-4699-A09D-FC7771BCDA2F}" destId="{2502207F-5ADA-42C2-A8F8-A3CF328E95BC}" srcOrd="0" destOrd="0" presId="urn:microsoft.com/office/officeart/2018/2/layout/IconLabelList"/>
    <dgm:cxn modelId="{D3DC9E34-6228-49C7-B02F-8B2BE3EF5F12}" type="presOf" srcId="{3A62216C-7040-45E4-BF01-AC0FEDC77E28}" destId="{DAA964D1-1E1F-4FC0-91C5-AFC227C77618}" srcOrd="0" destOrd="0" presId="urn:microsoft.com/office/officeart/2018/2/layout/IconLabelList"/>
    <dgm:cxn modelId="{203D5057-62F3-4026-82F2-213DDE5B4923}" type="presOf" srcId="{A2FA65C4-225A-42C5-9645-1F317977738E}" destId="{7B334041-4A9A-4783-B365-A75706DCD132}" srcOrd="0" destOrd="0" presId="urn:microsoft.com/office/officeart/2018/2/layout/IconLabelList"/>
    <dgm:cxn modelId="{89D0F89C-8A26-4B44-AAE4-929280394E71}" type="presOf" srcId="{7A1132D8-D938-4408-98AD-0C33FEBC7872}" destId="{FB6B6EA8-63A3-4DD9-A0B1-AF9A400772BF}" srcOrd="0" destOrd="0" presId="urn:microsoft.com/office/officeart/2018/2/layout/IconLabelList"/>
    <dgm:cxn modelId="{74F88B9D-21DC-47A1-808A-AF384D5C1727}" srcId="{902A1B73-6336-4699-A09D-FC7771BCDA2F}" destId="{7A1132D8-D938-4408-98AD-0C33FEBC7872}" srcOrd="3" destOrd="0" parTransId="{E907933C-D1A4-481A-A6DA-3F19693F7F13}" sibTransId="{82E2B510-B8ED-4FC3-B91F-4A62CCD45F76}"/>
    <dgm:cxn modelId="{E2B782A1-CFA6-44E1-AF2E-F962D04C2851}" srcId="{902A1B73-6336-4699-A09D-FC7771BCDA2F}" destId="{A2FA65C4-225A-42C5-9645-1F317977738E}" srcOrd="2" destOrd="0" parTransId="{8E37BE89-4277-43E4-BF4F-F6E98AA3D9A4}" sibTransId="{66020383-7BDE-40D5-8ABE-B5A156BBB385}"/>
    <dgm:cxn modelId="{14C5E4AE-E728-4B69-962E-9C44E00D6969}" type="presOf" srcId="{5970EE8F-C763-4F82-A3A0-4AF8F2827632}" destId="{E4638760-C3B7-4C35-8D3A-44D90E84007B}" srcOrd="0" destOrd="0" presId="urn:microsoft.com/office/officeart/2018/2/layout/IconLabelList"/>
    <dgm:cxn modelId="{33FDE6D6-BE34-4C21-AFA2-CFFEE251E7F3}" srcId="{902A1B73-6336-4699-A09D-FC7771BCDA2F}" destId="{3A62216C-7040-45E4-BF01-AC0FEDC77E28}" srcOrd="1" destOrd="0" parTransId="{E79CF1F8-321B-4084-B8C9-BA7E51DE7DBB}" sibTransId="{F00F80E9-FAB9-4242-A463-1EF4C49547ED}"/>
    <dgm:cxn modelId="{8BB81A0D-394C-4C2B-A244-F77F4E76648D}" type="presParOf" srcId="{2502207F-5ADA-42C2-A8F8-A3CF328E95BC}" destId="{1B60D1DF-9927-409A-8B33-2973B6BAEA32}" srcOrd="0" destOrd="0" presId="urn:microsoft.com/office/officeart/2018/2/layout/IconLabelList"/>
    <dgm:cxn modelId="{E6694CAD-7D15-4179-8537-6FE8F909331F}" type="presParOf" srcId="{1B60D1DF-9927-409A-8B33-2973B6BAEA32}" destId="{2F4A232B-B3CA-4433-A1C0-C8B373C9A20B}" srcOrd="0" destOrd="0" presId="urn:microsoft.com/office/officeart/2018/2/layout/IconLabelList"/>
    <dgm:cxn modelId="{FA6ACBBB-D03C-44AE-A7C0-76FE1A72DDA4}" type="presParOf" srcId="{1B60D1DF-9927-409A-8B33-2973B6BAEA32}" destId="{2127C02F-F4C8-49A0-A393-20DF21EFEB0E}" srcOrd="1" destOrd="0" presId="urn:microsoft.com/office/officeart/2018/2/layout/IconLabelList"/>
    <dgm:cxn modelId="{A61F818D-A394-4199-B52A-E0B7A2448224}" type="presParOf" srcId="{1B60D1DF-9927-409A-8B33-2973B6BAEA32}" destId="{E4638760-C3B7-4C35-8D3A-44D90E84007B}" srcOrd="2" destOrd="0" presId="urn:microsoft.com/office/officeart/2018/2/layout/IconLabelList"/>
    <dgm:cxn modelId="{47F6F983-4FDE-40FE-96D8-BB05D8F5B318}" type="presParOf" srcId="{2502207F-5ADA-42C2-A8F8-A3CF328E95BC}" destId="{9991E707-375F-4315-B114-D332C65C55A8}" srcOrd="1" destOrd="0" presId="urn:microsoft.com/office/officeart/2018/2/layout/IconLabelList"/>
    <dgm:cxn modelId="{B586D6ED-9C0C-46B8-A987-B1A0EAD0743D}" type="presParOf" srcId="{2502207F-5ADA-42C2-A8F8-A3CF328E95BC}" destId="{F724322B-77AA-421B-A180-892267BF5A85}" srcOrd="2" destOrd="0" presId="urn:microsoft.com/office/officeart/2018/2/layout/IconLabelList"/>
    <dgm:cxn modelId="{57EE77DD-0318-4974-953D-60EF0F39932E}" type="presParOf" srcId="{F724322B-77AA-421B-A180-892267BF5A85}" destId="{61BF6257-C87A-4BAC-A634-127A67CCDF32}" srcOrd="0" destOrd="0" presId="urn:microsoft.com/office/officeart/2018/2/layout/IconLabelList"/>
    <dgm:cxn modelId="{A642EC9D-07E0-4992-BF08-61F2AC60898B}" type="presParOf" srcId="{F724322B-77AA-421B-A180-892267BF5A85}" destId="{CC9CA1F1-0AF0-465A-9A22-AC9D650B7D6F}" srcOrd="1" destOrd="0" presId="urn:microsoft.com/office/officeart/2018/2/layout/IconLabelList"/>
    <dgm:cxn modelId="{B1043860-4C8E-4C96-A610-67942D0E2C83}" type="presParOf" srcId="{F724322B-77AA-421B-A180-892267BF5A85}" destId="{DAA964D1-1E1F-4FC0-91C5-AFC227C77618}" srcOrd="2" destOrd="0" presId="urn:microsoft.com/office/officeart/2018/2/layout/IconLabelList"/>
    <dgm:cxn modelId="{27D454DF-85DE-470D-BC77-0AE60E4D716D}" type="presParOf" srcId="{2502207F-5ADA-42C2-A8F8-A3CF328E95BC}" destId="{E0312BD0-7EAD-4FA3-BDEB-11123439D7A5}" srcOrd="3" destOrd="0" presId="urn:microsoft.com/office/officeart/2018/2/layout/IconLabelList"/>
    <dgm:cxn modelId="{22DD9C9E-685A-44B7-B249-1DD2987F6A37}" type="presParOf" srcId="{2502207F-5ADA-42C2-A8F8-A3CF328E95BC}" destId="{05F3B485-7BC3-4519-98A3-108E2EBD862F}" srcOrd="4" destOrd="0" presId="urn:microsoft.com/office/officeart/2018/2/layout/IconLabelList"/>
    <dgm:cxn modelId="{3DF4CF27-0A72-49EA-A6AA-36E0C198AB5B}" type="presParOf" srcId="{05F3B485-7BC3-4519-98A3-108E2EBD862F}" destId="{C08B865C-7A74-41AF-BBDA-87A1D53CFC7C}" srcOrd="0" destOrd="0" presId="urn:microsoft.com/office/officeart/2018/2/layout/IconLabelList"/>
    <dgm:cxn modelId="{F0C4C865-426F-448A-981D-59EDEFA18577}" type="presParOf" srcId="{05F3B485-7BC3-4519-98A3-108E2EBD862F}" destId="{1A9F9B06-5645-492F-8522-955F82FF1846}" srcOrd="1" destOrd="0" presId="urn:microsoft.com/office/officeart/2018/2/layout/IconLabelList"/>
    <dgm:cxn modelId="{570086F0-3B30-494D-867E-103A043C0682}" type="presParOf" srcId="{05F3B485-7BC3-4519-98A3-108E2EBD862F}" destId="{7B334041-4A9A-4783-B365-A75706DCD132}" srcOrd="2" destOrd="0" presId="urn:microsoft.com/office/officeart/2018/2/layout/IconLabelList"/>
    <dgm:cxn modelId="{1FD7B9C1-4FA9-43A1-AFDF-AE4384104AEE}" type="presParOf" srcId="{2502207F-5ADA-42C2-A8F8-A3CF328E95BC}" destId="{86A14722-61EF-47AB-B1E3-DB6BFB8D9F6C}" srcOrd="5" destOrd="0" presId="urn:microsoft.com/office/officeart/2018/2/layout/IconLabelList"/>
    <dgm:cxn modelId="{805C9AA5-B879-4370-8D50-31F87C41A679}" type="presParOf" srcId="{2502207F-5ADA-42C2-A8F8-A3CF328E95BC}" destId="{8923940C-D2E8-47CD-A8C2-769823D10461}" srcOrd="6" destOrd="0" presId="urn:microsoft.com/office/officeart/2018/2/layout/IconLabelList"/>
    <dgm:cxn modelId="{294EFDD3-FF86-4B13-90E4-E717114C52B2}" type="presParOf" srcId="{8923940C-D2E8-47CD-A8C2-769823D10461}" destId="{879CF352-6518-4D2F-9818-1BEB28DA4CD8}" srcOrd="0" destOrd="0" presId="urn:microsoft.com/office/officeart/2018/2/layout/IconLabelList"/>
    <dgm:cxn modelId="{FBDE54AD-07E1-497B-B723-C94E59CBBC84}" type="presParOf" srcId="{8923940C-D2E8-47CD-A8C2-769823D10461}" destId="{B1A4618B-D853-4406-9A64-D05380DC6625}" srcOrd="1" destOrd="0" presId="urn:microsoft.com/office/officeart/2018/2/layout/IconLabelList"/>
    <dgm:cxn modelId="{1DC73233-BB1F-46C9-A37D-2481EAECE735}" type="presParOf" srcId="{8923940C-D2E8-47CD-A8C2-769823D10461}" destId="{FB6B6EA8-63A3-4DD9-A0B1-AF9A400772B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18607BF-31B1-D64C-8C33-DC5E7C806964}" type="doc">
      <dgm:prSet loTypeId="urn:microsoft.com/office/officeart/2008/layout/HalfCircleOrganizationChart" loCatId="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GB"/>
        </a:p>
      </dgm:t>
    </dgm:pt>
    <dgm:pt modelId="{F4382153-86A9-D04F-B3E3-CB6DEA1DF608}" type="asst">
      <dgm:prSet phldrT="[Text]" custT="1"/>
      <dgm:spPr/>
      <dgm:t>
        <a:bodyPr rtlCol="1"/>
        <a:lstStyle/>
        <a:p>
          <a:pPr rtl="1"/>
          <a:r>
            <a:rPr lang="ar" sz="1800" b="1" i="0" dirty="0">
              <a:latin typeface="Sakkal Majalla" panose="02000000000000000000" pitchFamily="2" charset="-78"/>
              <a:cs typeface="Sakkal Majalla" panose="02000000000000000000" pitchFamily="2" charset="-78"/>
            </a:rPr>
            <a:t> مدير عمليات الإقامة</a:t>
          </a:r>
        </a:p>
      </dgm:t>
    </dgm:pt>
    <dgm:pt modelId="{47E3C65D-1786-F941-A9BD-5BBCA37A9899}" type="parTrans" cxnId="{4F85DE2A-0DCC-2946-83B4-5A527257147C}">
      <dgm:prSet/>
      <dgm:spPr/>
      <dgm:t>
        <a:bodyPr rtlCol="1"/>
        <a:lstStyle/>
        <a:p>
          <a:pPr rtl="1"/>
          <a:endParaRPr lang="en-GB"/>
        </a:p>
      </dgm:t>
    </dgm:pt>
    <dgm:pt modelId="{B42A9D8B-1E77-1840-A7FE-0C6C84A5D064}" type="sibTrans" cxnId="{4F85DE2A-0DCC-2946-83B4-5A527257147C}">
      <dgm:prSet/>
      <dgm:spPr/>
      <dgm:t>
        <a:bodyPr rtlCol="1"/>
        <a:lstStyle/>
        <a:p>
          <a:pPr rtl="1"/>
          <a:endParaRPr lang="en-GB"/>
        </a:p>
      </dgm:t>
    </dgm:pt>
    <dgm:pt modelId="{B344220E-5BB3-8244-B6B0-B1EB419B638E}" type="asst">
      <dgm:prSet phldrT="[Text]" custT="1"/>
      <dgm:spPr/>
      <dgm:t>
        <a:bodyPr rtlCol="1"/>
        <a:lstStyle/>
        <a:p>
          <a:pPr rtl="1"/>
          <a:r>
            <a:rPr lang="ar" sz="1800" b="1" i="0" dirty="0">
              <a:latin typeface="Sakkal Majalla" panose="02000000000000000000" pitchFamily="2" charset="-78"/>
              <a:cs typeface="Sakkal Majalla" panose="02000000000000000000" pitchFamily="2" charset="-78"/>
            </a:rPr>
            <a:t>عمال النظافة </a:t>
          </a:r>
        </a:p>
      </dgm:t>
    </dgm:pt>
    <dgm:pt modelId="{1785980A-8232-4B48-9CE6-2A7BD5C1C9A7}" type="parTrans" cxnId="{810C2497-3983-0C47-BEBE-6E39A80B9EB2}">
      <dgm:prSet/>
      <dgm:spPr/>
      <dgm:t>
        <a:bodyPr rtlCol="1"/>
        <a:lstStyle/>
        <a:p>
          <a:pPr rtl="1"/>
          <a:endParaRPr lang="en-GB"/>
        </a:p>
      </dgm:t>
    </dgm:pt>
    <dgm:pt modelId="{509BEF87-BE6B-1E4B-8427-A1EC7F064E8C}" type="sibTrans" cxnId="{810C2497-3983-0C47-BEBE-6E39A80B9EB2}">
      <dgm:prSet/>
      <dgm:spPr/>
      <dgm:t>
        <a:bodyPr rtlCol="1"/>
        <a:lstStyle/>
        <a:p>
          <a:pPr rtl="1"/>
          <a:endParaRPr lang="en-GB"/>
        </a:p>
      </dgm:t>
    </dgm:pt>
    <dgm:pt modelId="{9E9160E3-E992-954C-B077-D845AECAFEC1}" type="asst">
      <dgm:prSet phldrT="[Text]" custT="1"/>
      <dgm:spPr/>
      <dgm:t>
        <a:bodyPr rtlCol="1"/>
        <a:lstStyle/>
        <a:p>
          <a:pPr rtl="1"/>
          <a:r>
            <a:rPr lang="ar" sz="1800" b="1" i="0" dirty="0">
              <a:latin typeface="Sakkal Majalla" panose="02000000000000000000" pitchFamily="2" charset="-78"/>
              <a:cs typeface="Sakkal Majalla" panose="02000000000000000000" pitchFamily="2" charset="-78"/>
            </a:rPr>
            <a:t>عمال الغرف</a:t>
          </a:r>
        </a:p>
      </dgm:t>
    </dgm:pt>
    <dgm:pt modelId="{2510A306-EE9B-1746-BBD5-F1D1C6413511}" type="parTrans" cxnId="{6DF971A1-AF98-F240-96B1-0AD3A481C09C}">
      <dgm:prSet/>
      <dgm:spPr/>
      <dgm:t>
        <a:bodyPr rtlCol="1"/>
        <a:lstStyle/>
        <a:p>
          <a:pPr rtl="1"/>
          <a:endParaRPr lang="en-GB"/>
        </a:p>
      </dgm:t>
    </dgm:pt>
    <dgm:pt modelId="{6D12DF98-1072-D34E-BCE7-B315C7C827B9}" type="sibTrans" cxnId="{6DF971A1-AF98-F240-96B1-0AD3A481C09C}">
      <dgm:prSet/>
      <dgm:spPr/>
      <dgm:t>
        <a:bodyPr rtlCol="1"/>
        <a:lstStyle/>
        <a:p>
          <a:pPr rtl="1"/>
          <a:endParaRPr lang="en-GB"/>
        </a:p>
      </dgm:t>
    </dgm:pt>
    <dgm:pt modelId="{4EA902E7-5306-1146-AAD2-0724CF5B2881}" type="asst">
      <dgm:prSet phldrT="[Text]" custT="1"/>
      <dgm:spPr/>
      <dgm:t>
        <a:bodyPr rtlCol="1"/>
        <a:lstStyle/>
        <a:p>
          <a:pPr rtl="1"/>
          <a:r>
            <a:rPr lang="ar" sz="1800" b="1" i="0" dirty="0">
              <a:latin typeface="Sakkal Majalla" panose="02000000000000000000" pitchFamily="2" charset="-78"/>
              <a:cs typeface="Sakkal Majalla" panose="02000000000000000000" pitchFamily="2" charset="-78"/>
            </a:rPr>
            <a:t>المدير العام</a:t>
          </a:r>
        </a:p>
      </dgm:t>
    </dgm:pt>
    <dgm:pt modelId="{F5597FD6-A2BD-D346-8346-1DC771B61F58}" type="parTrans" cxnId="{BD4D2FBE-337C-CE4A-A126-358D2170CA1D}">
      <dgm:prSet/>
      <dgm:spPr/>
      <dgm:t>
        <a:bodyPr rtlCol="1"/>
        <a:lstStyle/>
        <a:p>
          <a:pPr rtl="1"/>
          <a:endParaRPr lang="en-GB"/>
        </a:p>
      </dgm:t>
    </dgm:pt>
    <dgm:pt modelId="{B56E5D80-3770-2044-8C88-92C2118E51BA}" type="sibTrans" cxnId="{BD4D2FBE-337C-CE4A-A126-358D2170CA1D}">
      <dgm:prSet/>
      <dgm:spPr/>
      <dgm:t>
        <a:bodyPr rtlCol="1"/>
        <a:lstStyle/>
        <a:p>
          <a:pPr rtl="1"/>
          <a:endParaRPr lang="en-GB"/>
        </a:p>
      </dgm:t>
    </dgm:pt>
    <dgm:pt modelId="{32984951-4916-DC4F-975C-97B549065788}" type="asst">
      <dgm:prSet phldrT="[Text]" custT="1"/>
      <dgm:spPr/>
      <dgm:t>
        <a:bodyPr rtlCol="1"/>
        <a:lstStyle/>
        <a:p>
          <a:pPr rtl="1"/>
          <a:r>
            <a:rPr lang="ar" sz="1800" b="1" i="0" dirty="0">
              <a:latin typeface="Sakkal Majalla" panose="02000000000000000000" pitchFamily="2" charset="-78"/>
              <a:cs typeface="Sakkal Majalla" panose="02000000000000000000" pitchFamily="2" charset="-78"/>
            </a:rPr>
            <a:t>مشرف عمليات الإقامة</a:t>
          </a:r>
        </a:p>
      </dgm:t>
    </dgm:pt>
    <dgm:pt modelId="{842E5300-10C3-5D4A-A85D-506168430FB2}" type="parTrans" cxnId="{AA456FB4-76A0-E448-A8E6-CDD1E7B2FC67}">
      <dgm:prSet/>
      <dgm:spPr/>
      <dgm:t>
        <a:bodyPr rtlCol="1"/>
        <a:lstStyle/>
        <a:p>
          <a:pPr rtl="1"/>
          <a:endParaRPr lang="en-GB"/>
        </a:p>
      </dgm:t>
    </dgm:pt>
    <dgm:pt modelId="{2F9AC66C-300A-E54E-B82F-7F31E96E3F54}" type="sibTrans" cxnId="{AA456FB4-76A0-E448-A8E6-CDD1E7B2FC67}">
      <dgm:prSet/>
      <dgm:spPr/>
      <dgm:t>
        <a:bodyPr rtlCol="1"/>
        <a:lstStyle/>
        <a:p>
          <a:pPr rtl="1"/>
          <a:endParaRPr lang="en-GB"/>
        </a:p>
      </dgm:t>
    </dgm:pt>
    <dgm:pt modelId="{E23AFEB4-5855-7D4A-B8FE-4ECA0E1E7986}" type="pres">
      <dgm:prSet presAssocID="{918607BF-31B1-D64C-8C33-DC5E7C806964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ACBF120-DDE1-6F47-A822-57CE00185A15}" type="pres">
      <dgm:prSet presAssocID="{4EA902E7-5306-1146-AAD2-0724CF5B2881}" presName="hierRoot1" presStyleCnt="0">
        <dgm:presLayoutVars>
          <dgm:hierBranch val="init"/>
        </dgm:presLayoutVars>
      </dgm:prSet>
      <dgm:spPr/>
    </dgm:pt>
    <dgm:pt modelId="{475AD6D9-6AB9-A449-B9E3-2686344D537E}" type="pres">
      <dgm:prSet presAssocID="{4EA902E7-5306-1146-AAD2-0724CF5B2881}" presName="rootComposite1" presStyleCnt="0"/>
      <dgm:spPr/>
    </dgm:pt>
    <dgm:pt modelId="{5279C33C-C58A-194B-AD01-431EFB0AB1C5}" type="pres">
      <dgm:prSet presAssocID="{4EA902E7-5306-1146-AAD2-0724CF5B2881}" presName="rootText1" presStyleLbl="alignAcc1" presStyleIdx="0" presStyleCnt="0" custScaleX="170396" custLinFactX="-100000" custLinFactNeighborX="-105928" custLinFactNeighborY="27224">
        <dgm:presLayoutVars>
          <dgm:chPref val="3"/>
        </dgm:presLayoutVars>
      </dgm:prSet>
      <dgm:spPr/>
    </dgm:pt>
    <dgm:pt modelId="{D41692EF-D2BB-8A48-9976-06FAD738E39A}" type="pres">
      <dgm:prSet presAssocID="{4EA902E7-5306-1146-AAD2-0724CF5B2881}" presName="topArc1" presStyleLbl="parChTrans1D1" presStyleIdx="0" presStyleCnt="10"/>
      <dgm:spPr/>
    </dgm:pt>
    <dgm:pt modelId="{308657AD-23E5-9C4F-BD45-CBF201F899D4}" type="pres">
      <dgm:prSet presAssocID="{4EA902E7-5306-1146-AAD2-0724CF5B2881}" presName="bottomArc1" presStyleLbl="parChTrans1D1" presStyleIdx="1" presStyleCnt="10"/>
      <dgm:spPr/>
    </dgm:pt>
    <dgm:pt modelId="{2D5D0B6B-B537-AA44-B784-8EDC56ABF0F4}" type="pres">
      <dgm:prSet presAssocID="{4EA902E7-5306-1146-AAD2-0724CF5B2881}" presName="topConnNode1" presStyleLbl="asst0" presStyleIdx="0" presStyleCnt="0"/>
      <dgm:spPr/>
    </dgm:pt>
    <dgm:pt modelId="{64065CAD-D0EC-CB45-9CBF-529B04FF862D}" type="pres">
      <dgm:prSet presAssocID="{4EA902E7-5306-1146-AAD2-0724CF5B2881}" presName="hierChild2" presStyleCnt="0"/>
      <dgm:spPr/>
    </dgm:pt>
    <dgm:pt modelId="{B7358B6D-6E3C-1F40-A522-A32A118A5960}" type="pres">
      <dgm:prSet presAssocID="{4EA902E7-5306-1146-AAD2-0724CF5B2881}" presName="hierChild3" presStyleCnt="0"/>
      <dgm:spPr/>
    </dgm:pt>
    <dgm:pt modelId="{AC15E3D0-6742-254A-8A17-12F0B39ECCF1}" type="pres">
      <dgm:prSet presAssocID="{47E3C65D-1786-F941-A9BD-5BBCA37A9899}" presName="Name101" presStyleLbl="parChTrans1D2" presStyleIdx="0" presStyleCnt="1"/>
      <dgm:spPr/>
    </dgm:pt>
    <dgm:pt modelId="{2C9847ED-B129-1046-AB58-4E83FDE2890B}" type="pres">
      <dgm:prSet presAssocID="{F4382153-86A9-D04F-B3E3-CB6DEA1DF608}" presName="hierRoot3" presStyleCnt="0">
        <dgm:presLayoutVars>
          <dgm:hierBranch val="init"/>
        </dgm:presLayoutVars>
      </dgm:prSet>
      <dgm:spPr/>
    </dgm:pt>
    <dgm:pt modelId="{CB809FD6-A5D9-0249-B2FF-C6026189A6CC}" type="pres">
      <dgm:prSet presAssocID="{F4382153-86A9-D04F-B3E3-CB6DEA1DF608}" presName="rootComposite3" presStyleCnt="0"/>
      <dgm:spPr/>
    </dgm:pt>
    <dgm:pt modelId="{3E9C9927-4257-1249-ABD1-2B61897AFF71}" type="pres">
      <dgm:prSet presAssocID="{F4382153-86A9-D04F-B3E3-CB6DEA1DF608}" presName="rootText3" presStyleLbl="alignAcc1" presStyleIdx="0" presStyleCnt="0" custScaleX="135971" custLinFactX="-28509" custLinFactNeighborX="-100000" custLinFactNeighborY="18686">
        <dgm:presLayoutVars>
          <dgm:chPref val="3"/>
        </dgm:presLayoutVars>
      </dgm:prSet>
      <dgm:spPr/>
    </dgm:pt>
    <dgm:pt modelId="{DCE1536F-CDF6-9844-85B4-7A6E301D682F}" type="pres">
      <dgm:prSet presAssocID="{F4382153-86A9-D04F-B3E3-CB6DEA1DF608}" presName="topArc3" presStyleLbl="parChTrans1D1" presStyleIdx="2" presStyleCnt="10"/>
      <dgm:spPr/>
    </dgm:pt>
    <dgm:pt modelId="{DC3AC91E-06FD-074A-827B-E85590FB8CFD}" type="pres">
      <dgm:prSet presAssocID="{F4382153-86A9-D04F-B3E3-CB6DEA1DF608}" presName="bottomArc3" presStyleLbl="parChTrans1D1" presStyleIdx="3" presStyleCnt="10"/>
      <dgm:spPr/>
    </dgm:pt>
    <dgm:pt modelId="{1F85EB8F-9378-0949-8ED4-FACDE1A3F678}" type="pres">
      <dgm:prSet presAssocID="{F4382153-86A9-D04F-B3E3-CB6DEA1DF608}" presName="topConnNode3" presStyleLbl="asst0" presStyleIdx="0" presStyleCnt="0"/>
      <dgm:spPr/>
    </dgm:pt>
    <dgm:pt modelId="{F600E343-6F3F-1F40-A4F8-152C325B96F5}" type="pres">
      <dgm:prSet presAssocID="{F4382153-86A9-D04F-B3E3-CB6DEA1DF608}" presName="hierChild6" presStyleCnt="0"/>
      <dgm:spPr/>
    </dgm:pt>
    <dgm:pt modelId="{77427380-C8C9-F040-8D2E-3521D014D0F3}" type="pres">
      <dgm:prSet presAssocID="{F4382153-86A9-D04F-B3E3-CB6DEA1DF608}" presName="hierChild7" presStyleCnt="0"/>
      <dgm:spPr/>
    </dgm:pt>
    <dgm:pt modelId="{1E79AF24-F09C-6645-8429-79C6195A6ADB}" type="pres">
      <dgm:prSet presAssocID="{842E5300-10C3-5D4A-A85D-506168430FB2}" presName="Name101" presStyleLbl="parChTrans1D3" presStyleIdx="0" presStyleCnt="1"/>
      <dgm:spPr/>
    </dgm:pt>
    <dgm:pt modelId="{88425EAA-5EE5-B94A-811F-3F85046FB018}" type="pres">
      <dgm:prSet presAssocID="{32984951-4916-DC4F-975C-97B549065788}" presName="hierRoot3" presStyleCnt="0">
        <dgm:presLayoutVars>
          <dgm:hierBranch val="init"/>
        </dgm:presLayoutVars>
      </dgm:prSet>
      <dgm:spPr/>
    </dgm:pt>
    <dgm:pt modelId="{CEC41E5F-79EA-3A41-86E1-96A71D96E2AD}" type="pres">
      <dgm:prSet presAssocID="{32984951-4916-DC4F-975C-97B549065788}" presName="rootComposite3" presStyleCnt="0"/>
      <dgm:spPr/>
    </dgm:pt>
    <dgm:pt modelId="{DD0D8F5E-9F67-9B4E-ADA2-2ABC99700B07}" type="pres">
      <dgm:prSet presAssocID="{32984951-4916-DC4F-975C-97B549065788}" presName="rootText3" presStyleLbl="alignAcc1" presStyleIdx="0" presStyleCnt="0" custScaleX="174994">
        <dgm:presLayoutVars>
          <dgm:chPref val="3"/>
        </dgm:presLayoutVars>
      </dgm:prSet>
      <dgm:spPr/>
    </dgm:pt>
    <dgm:pt modelId="{C3CED631-9BA6-EE48-A696-A09A27AE2C80}" type="pres">
      <dgm:prSet presAssocID="{32984951-4916-DC4F-975C-97B549065788}" presName="topArc3" presStyleLbl="parChTrans1D1" presStyleIdx="4" presStyleCnt="10"/>
      <dgm:spPr/>
    </dgm:pt>
    <dgm:pt modelId="{7F7B8F08-7C76-1E46-BFB5-97FA7A0357C2}" type="pres">
      <dgm:prSet presAssocID="{32984951-4916-DC4F-975C-97B549065788}" presName="bottomArc3" presStyleLbl="parChTrans1D1" presStyleIdx="5" presStyleCnt="10"/>
      <dgm:spPr/>
    </dgm:pt>
    <dgm:pt modelId="{52CEE744-482A-0F44-AA06-9C79B0AC7248}" type="pres">
      <dgm:prSet presAssocID="{32984951-4916-DC4F-975C-97B549065788}" presName="topConnNode3" presStyleLbl="asst0" presStyleIdx="0" presStyleCnt="0"/>
      <dgm:spPr/>
    </dgm:pt>
    <dgm:pt modelId="{3049A6D1-38FE-B94A-BD66-BC333172CAF2}" type="pres">
      <dgm:prSet presAssocID="{32984951-4916-DC4F-975C-97B549065788}" presName="hierChild6" presStyleCnt="0"/>
      <dgm:spPr/>
    </dgm:pt>
    <dgm:pt modelId="{7D075C06-9410-DC48-BB44-8C048E011C0C}" type="pres">
      <dgm:prSet presAssocID="{32984951-4916-DC4F-975C-97B549065788}" presName="hierChild7" presStyleCnt="0"/>
      <dgm:spPr/>
    </dgm:pt>
    <dgm:pt modelId="{C45DAD5C-2CE6-4945-B090-5FBDBD68F4E6}" type="pres">
      <dgm:prSet presAssocID="{1785980A-8232-4B48-9CE6-2A7BD5C1C9A7}" presName="Name101" presStyleLbl="parChTrans1D4" presStyleIdx="0" presStyleCnt="2"/>
      <dgm:spPr/>
    </dgm:pt>
    <dgm:pt modelId="{A4166F2E-92BA-BF43-81F6-8071B9C8CBD8}" type="pres">
      <dgm:prSet presAssocID="{B344220E-5BB3-8244-B6B0-B1EB419B638E}" presName="hierRoot3" presStyleCnt="0">
        <dgm:presLayoutVars>
          <dgm:hierBranch val="init"/>
        </dgm:presLayoutVars>
      </dgm:prSet>
      <dgm:spPr/>
    </dgm:pt>
    <dgm:pt modelId="{7E2BB81A-4A78-5840-A19F-267FFAEE4F0B}" type="pres">
      <dgm:prSet presAssocID="{B344220E-5BB3-8244-B6B0-B1EB419B638E}" presName="rootComposite3" presStyleCnt="0"/>
      <dgm:spPr/>
    </dgm:pt>
    <dgm:pt modelId="{8250B45F-227F-E243-9F53-7CC8EC85027B}" type="pres">
      <dgm:prSet presAssocID="{B344220E-5BB3-8244-B6B0-B1EB419B638E}" presName="rootText3" presStyleLbl="alignAcc1" presStyleIdx="0" presStyleCnt="0">
        <dgm:presLayoutVars>
          <dgm:chPref val="3"/>
        </dgm:presLayoutVars>
      </dgm:prSet>
      <dgm:spPr/>
    </dgm:pt>
    <dgm:pt modelId="{3F0B8CBF-E37B-8441-868D-33C8DD858D3A}" type="pres">
      <dgm:prSet presAssocID="{B344220E-5BB3-8244-B6B0-B1EB419B638E}" presName="topArc3" presStyleLbl="parChTrans1D1" presStyleIdx="6" presStyleCnt="10"/>
      <dgm:spPr/>
    </dgm:pt>
    <dgm:pt modelId="{CE3C9A16-BE53-6C49-BC69-9D026679AEE6}" type="pres">
      <dgm:prSet presAssocID="{B344220E-5BB3-8244-B6B0-B1EB419B638E}" presName="bottomArc3" presStyleLbl="parChTrans1D1" presStyleIdx="7" presStyleCnt="10"/>
      <dgm:spPr/>
    </dgm:pt>
    <dgm:pt modelId="{68603308-0B41-D640-8C3F-8D9BE0AF0701}" type="pres">
      <dgm:prSet presAssocID="{B344220E-5BB3-8244-B6B0-B1EB419B638E}" presName="topConnNode3" presStyleLbl="asst0" presStyleIdx="0" presStyleCnt="0"/>
      <dgm:spPr/>
    </dgm:pt>
    <dgm:pt modelId="{056220F0-37AF-134C-931B-70CD11593B6D}" type="pres">
      <dgm:prSet presAssocID="{B344220E-5BB3-8244-B6B0-B1EB419B638E}" presName="hierChild6" presStyleCnt="0"/>
      <dgm:spPr/>
    </dgm:pt>
    <dgm:pt modelId="{1EF8B92A-79B5-C443-800A-13B7A212323F}" type="pres">
      <dgm:prSet presAssocID="{B344220E-5BB3-8244-B6B0-B1EB419B638E}" presName="hierChild7" presStyleCnt="0"/>
      <dgm:spPr/>
    </dgm:pt>
    <dgm:pt modelId="{01CAE578-60D4-D04E-B1D5-75393BE54470}" type="pres">
      <dgm:prSet presAssocID="{2510A306-EE9B-1746-BBD5-F1D1C6413511}" presName="Name101" presStyleLbl="parChTrans1D4" presStyleIdx="1" presStyleCnt="2"/>
      <dgm:spPr/>
    </dgm:pt>
    <dgm:pt modelId="{1D4CA750-82E5-BE40-8AC8-14653E9E51FB}" type="pres">
      <dgm:prSet presAssocID="{9E9160E3-E992-954C-B077-D845AECAFEC1}" presName="hierRoot3" presStyleCnt="0">
        <dgm:presLayoutVars>
          <dgm:hierBranch val="init"/>
        </dgm:presLayoutVars>
      </dgm:prSet>
      <dgm:spPr/>
    </dgm:pt>
    <dgm:pt modelId="{9D93DDB2-C30D-E043-AB30-4323B4475310}" type="pres">
      <dgm:prSet presAssocID="{9E9160E3-E992-954C-B077-D845AECAFEC1}" presName="rootComposite3" presStyleCnt="0"/>
      <dgm:spPr/>
    </dgm:pt>
    <dgm:pt modelId="{E33D608C-7F33-374C-B246-965B98CA30CC}" type="pres">
      <dgm:prSet presAssocID="{9E9160E3-E992-954C-B077-D845AECAFEC1}" presName="rootText3" presStyleLbl="alignAcc1" presStyleIdx="0" presStyleCnt="0">
        <dgm:presLayoutVars>
          <dgm:chPref val="3"/>
        </dgm:presLayoutVars>
      </dgm:prSet>
      <dgm:spPr/>
    </dgm:pt>
    <dgm:pt modelId="{8A82C6C1-3DD7-8143-A0CD-021B7DD8D986}" type="pres">
      <dgm:prSet presAssocID="{9E9160E3-E992-954C-B077-D845AECAFEC1}" presName="topArc3" presStyleLbl="parChTrans1D1" presStyleIdx="8" presStyleCnt="10"/>
      <dgm:spPr/>
    </dgm:pt>
    <dgm:pt modelId="{0BB8B8B3-C7AB-0E44-8F76-6F98AFD4F91C}" type="pres">
      <dgm:prSet presAssocID="{9E9160E3-E992-954C-B077-D845AECAFEC1}" presName="bottomArc3" presStyleLbl="parChTrans1D1" presStyleIdx="9" presStyleCnt="10"/>
      <dgm:spPr/>
    </dgm:pt>
    <dgm:pt modelId="{A547FEBB-ED74-EC46-849B-787C98825CCC}" type="pres">
      <dgm:prSet presAssocID="{9E9160E3-E992-954C-B077-D845AECAFEC1}" presName="topConnNode3" presStyleLbl="asst0" presStyleIdx="0" presStyleCnt="0"/>
      <dgm:spPr/>
    </dgm:pt>
    <dgm:pt modelId="{F68E22E5-51B7-0B4C-BE01-F4140259D5D6}" type="pres">
      <dgm:prSet presAssocID="{9E9160E3-E992-954C-B077-D845AECAFEC1}" presName="hierChild6" presStyleCnt="0"/>
      <dgm:spPr/>
    </dgm:pt>
    <dgm:pt modelId="{41172972-82B5-E847-882F-0C776F16CD7E}" type="pres">
      <dgm:prSet presAssocID="{9E9160E3-E992-954C-B077-D845AECAFEC1}" presName="hierChild7" presStyleCnt="0"/>
      <dgm:spPr/>
    </dgm:pt>
  </dgm:ptLst>
  <dgm:cxnLst>
    <dgm:cxn modelId="{FAC1F208-1DC9-DE40-AE2F-D7F38898E05B}" type="presOf" srcId="{B344220E-5BB3-8244-B6B0-B1EB419B638E}" destId="{8250B45F-227F-E243-9F53-7CC8EC85027B}" srcOrd="0" destOrd="0" presId="urn:microsoft.com/office/officeart/2008/layout/HalfCircleOrganizationChart"/>
    <dgm:cxn modelId="{07B7180E-8DAB-F34A-9A73-0898E0FF67CC}" type="presOf" srcId="{47E3C65D-1786-F941-A9BD-5BBCA37A9899}" destId="{AC15E3D0-6742-254A-8A17-12F0B39ECCF1}" srcOrd="0" destOrd="0" presId="urn:microsoft.com/office/officeart/2008/layout/HalfCircleOrganizationChart"/>
    <dgm:cxn modelId="{3018A819-642B-0743-AE94-AB8657175804}" type="presOf" srcId="{F4382153-86A9-D04F-B3E3-CB6DEA1DF608}" destId="{1F85EB8F-9378-0949-8ED4-FACDE1A3F678}" srcOrd="1" destOrd="0" presId="urn:microsoft.com/office/officeart/2008/layout/HalfCircleOrganizationChart"/>
    <dgm:cxn modelId="{4F85DE2A-0DCC-2946-83B4-5A527257147C}" srcId="{4EA902E7-5306-1146-AAD2-0724CF5B2881}" destId="{F4382153-86A9-D04F-B3E3-CB6DEA1DF608}" srcOrd="0" destOrd="0" parTransId="{47E3C65D-1786-F941-A9BD-5BBCA37A9899}" sibTransId="{B42A9D8B-1E77-1840-A7FE-0C6C84A5D064}"/>
    <dgm:cxn modelId="{99399432-4126-3C46-8272-06E33E01707F}" type="presOf" srcId="{842E5300-10C3-5D4A-A85D-506168430FB2}" destId="{1E79AF24-F09C-6645-8429-79C6195A6ADB}" srcOrd="0" destOrd="0" presId="urn:microsoft.com/office/officeart/2008/layout/HalfCircleOrganizationChart"/>
    <dgm:cxn modelId="{C8B09062-F4C5-BF4B-8E3F-C4367931AB0D}" type="presOf" srcId="{B344220E-5BB3-8244-B6B0-B1EB419B638E}" destId="{68603308-0B41-D640-8C3F-8D9BE0AF0701}" srcOrd="1" destOrd="0" presId="urn:microsoft.com/office/officeart/2008/layout/HalfCircleOrganizationChart"/>
    <dgm:cxn modelId="{EEDA626D-641B-4549-A3D3-3C0D9E51361F}" type="presOf" srcId="{9E9160E3-E992-954C-B077-D845AECAFEC1}" destId="{E33D608C-7F33-374C-B246-965B98CA30CC}" srcOrd="0" destOrd="0" presId="urn:microsoft.com/office/officeart/2008/layout/HalfCircleOrganizationChart"/>
    <dgm:cxn modelId="{76794A6D-53A2-4F40-9F83-22101867EFE9}" type="presOf" srcId="{32984951-4916-DC4F-975C-97B549065788}" destId="{52CEE744-482A-0F44-AA06-9C79B0AC7248}" srcOrd="1" destOrd="0" presId="urn:microsoft.com/office/officeart/2008/layout/HalfCircleOrganizationChart"/>
    <dgm:cxn modelId="{810C2497-3983-0C47-BEBE-6E39A80B9EB2}" srcId="{32984951-4916-DC4F-975C-97B549065788}" destId="{B344220E-5BB3-8244-B6B0-B1EB419B638E}" srcOrd="0" destOrd="0" parTransId="{1785980A-8232-4B48-9CE6-2A7BD5C1C9A7}" sibTransId="{509BEF87-BE6B-1E4B-8427-A1EC7F064E8C}"/>
    <dgm:cxn modelId="{DB30329E-82D5-8F4C-A2BB-544C947E7B6C}" type="presOf" srcId="{9E9160E3-E992-954C-B077-D845AECAFEC1}" destId="{A547FEBB-ED74-EC46-849B-787C98825CCC}" srcOrd="1" destOrd="0" presId="urn:microsoft.com/office/officeart/2008/layout/HalfCircleOrganizationChart"/>
    <dgm:cxn modelId="{0F27F99E-B87A-234D-A3CD-BCD38F6B62DE}" type="presOf" srcId="{1785980A-8232-4B48-9CE6-2A7BD5C1C9A7}" destId="{C45DAD5C-2CE6-4945-B090-5FBDBD68F4E6}" srcOrd="0" destOrd="0" presId="urn:microsoft.com/office/officeart/2008/layout/HalfCircleOrganizationChart"/>
    <dgm:cxn modelId="{25848E9F-7D98-D34A-B81D-4DF6A4C218B1}" type="presOf" srcId="{2510A306-EE9B-1746-BBD5-F1D1C6413511}" destId="{01CAE578-60D4-D04E-B1D5-75393BE54470}" srcOrd="0" destOrd="0" presId="urn:microsoft.com/office/officeart/2008/layout/HalfCircleOrganizationChart"/>
    <dgm:cxn modelId="{6DF971A1-AF98-F240-96B1-0AD3A481C09C}" srcId="{32984951-4916-DC4F-975C-97B549065788}" destId="{9E9160E3-E992-954C-B077-D845AECAFEC1}" srcOrd="1" destOrd="0" parTransId="{2510A306-EE9B-1746-BBD5-F1D1C6413511}" sibTransId="{6D12DF98-1072-D34E-BCE7-B315C7C827B9}"/>
    <dgm:cxn modelId="{347B35AE-106C-2548-88AD-29716558B8F4}" type="presOf" srcId="{32984951-4916-DC4F-975C-97B549065788}" destId="{DD0D8F5E-9F67-9B4E-ADA2-2ABC99700B07}" srcOrd="0" destOrd="0" presId="urn:microsoft.com/office/officeart/2008/layout/HalfCircleOrganizationChart"/>
    <dgm:cxn modelId="{AA456FB4-76A0-E448-A8E6-CDD1E7B2FC67}" srcId="{F4382153-86A9-D04F-B3E3-CB6DEA1DF608}" destId="{32984951-4916-DC4F-975C-97B549065788}" srcOrd="0" destOrd="0" parTransId="{842E5300-10C3-5D4A-A85D-506168430FB2}" sibTransId="{2F9AC66C-300A-E54E-B82F-7F31E96E3F54}"/>
    <dgm:cxn modelId="{BD4D2FBE-337C-CE4A-A126-358D2170CA1D}" srcId="{918607BF-31B1-D64C-8C33-DC5E7C806964}" destId="{4EA902E7-5306-1146-AAD2-0724CF5B2881}" srcOrd="0" destOrd="0" parTransId="{F5597FD6-A2BD-D346-8346-1DC771B61F58}" sibTransId="{B56E5D80-3770-2044-8C88-92C2118E51BA}"/>
    <dgm:cxn modelId="{451F33C6-1F10-2742-8D9F-3051F11A9C35}" type="presOf" srcId="{918607BF-31B1-D64C-8C33-DC5E7C806964}" destId="{E23AFEB4-5855-7D4A-B8FE-4ECA0E1E7986}" srcOrd="0" destOrd="0" presId="urn:microsoft.com/office/officeart/2008/layout/HalfCircleOrganizationChart"/>
    <dgm:cxn modelId="{D4FF1ACD-6A35-694E-B4B7-06AA3175B6EC}" type="presOf" srcId="{4EA902E7-5306-1146-AAD2-0724CF5B2881}" destId="{5279C33C-C58A-194B-AD01-431EFB0AB1C5}" srcOrd="0" destOrd="0" presId="urn:microsoft.com/office/officeart/2008/layout/HalfCircleOrganizationChart"/>
    <dgm:cxn modelId="{0C8E37CF-3F7A-B34D-8EC3-7727A0B4D260}" type="presOf" srcId="{F4382153-86A9-D04F-B3E3-CB6DEA1DF608}" destId="{3E9C9927-4257-1249-ABD1-2B61897AFF71}" srcOrd="0" destOrd="0" presId="urn:microsoft.com/office/officeart/2008/layout/HalfCircleOrganizationChart"/>
    <dgm:cxn modelId="{58C4F4EC-990D-B846-8FF3-8B0173969D65}" type="presOf" srcId="{4EA902E7-5306-1146-AAD2-0724CF5B2881}" destId="{2D5D0B6B-B537-AA44-B784-8EDC56ABF0F4}" srcOrd="1" destOrd="0" presId="urn:microsoft.com/office/officeart/2008/layout/HalfCircleOrganizationChart"/>
    <dgm:cxn modelId="{27D78F06-AE02-8743-B24A-B7B0A960E675}" type="presParOf" srcId="{E23AFEB4-5855-7D4A-B8FE-4ECA0E1E7986}" destId="{6ACBF120-DDE1-6F47-A822-57CE00185A15}" srcOrd="0" destOrd="0" presId="urn:microsoft.com/office/officeart/2008/layout/HalfCircleOrganizationChart"/>
    <dgm:cxn modelId="{33BA81F8-43C8-B147-AEEC-A9C391079ADA}" type="presParOf" srcId="{6ACBF120-DDE1-6F47-A822-57CE00185A15}" destId="{475AD6D9-6AB9-A449-B9E3-2686344D537E}" srcOrd="0" destOrd="0" presId="urn:microsoft.com/office/officeart/2008/layout/HalfCircleOrganizationChart"/>
    <dgm:cxn modelId="{2BE5771C-7ACF-6B4A-87E9-811D4C158932}" type="presParOf" srcId="{475AD6D9-6AB9-A449-B9E3-2686344D537E}" destId="{5279C33C-C58A-194B-AD01-431EFB0AB1C5}" srcOrd="0" destOrd="0" presId="urn:microsoft.com/office/officeart/2008/layout/HalfCircleOrganizationChart"/>
    <dgm:cxn modelId="{12C806DE-2D0E-3443-AEA6-AE256F099A68}" type="presParOf" srcId="{475AD6D9-6AB9-A449-B9E3-2686344D537E}" destId="{D41692EF-D2BB-8A48-9976-06FAD738E39A}" srcOrd="1" destOrd="0" presId="urn:microsoft.com/office/officeart/2008/layout/HalfCircleOrganizationChart"/>
    <dgm:cxn modelId="{624AABC0-2689-3E4B-A1A9-FE1CF37B3A0B}" type="presParOf" srcId="{475AD6D9-6AB9-A449-B9E3-2686344D537E}" destId="{308657AD-23E5-9C4F-BD45-CBF201F899D4}" srcOrd="2" destOrd="0" presId="urn:microsoft.com/office/officeart/2008/layout/HalfCircleOrganizationChart"/>
    <dgm:cxn modelId="{630E4E00-6F55-6946-A0AA-96E22BC6F823}" type="presParOf" srcId="{475AD6D9-6AB9-A449-B9E3-2686344D537E}" destId="{2D5D0B6B-B537-AA44-B784-8EDC56ABF0F4}" srcOrd="3" destOrd="0" presId="urn:microsoft.com/office/officeart/2008/layout/HalfCircleOrganizationChart"/>
    <dgm:cxn modelId="{6C855CDB-C1C0-AA46-AFA0-EEACDB3A964B}" type="presParOf" srcId="{6ACBF120-DDE1-6F47-A822-57CE00185A15}" destId="{64065CAD-D0EC-CB45-9CBF-529B04FF862D}" srcOrd="1" destOrd="0" presId="urn:microsoft.com/office/officeart/2008/layout/HalfCircleOrganizationChart"/>
    <dgm:cxn modelId="{ED06909A-DF74-8343-8AB3-C1A461942C09}" type="presParOf" srcId="{6ACBF120-DDE1-6F47-A822-57CE00185A15}" destId="{B7358B6D-6E3C-1F40-A522-A32A118A5960}" srcOrd="2" destOrd="0" presId="urn:microsoft.com/office/officeart/2008/layout/HalfCircleOrganizationChart"/>
    <dgm:cxn modelId="{2746A62D-DD5C-C24B-A8ED-F469DB3BE4B1}" type="presParOf" srcId="{B7358B6D-6E3C-1F40-A522-A32A118A5960}" destId="{AC15E3D0-6742-254A-8A17-12F0B39ECCF1}" srcOrd="0" destOrd="0" presId="urn:microsoft.com/office/officeart/2008/layout/HalfCircleOrganizationChart"/>
    <dgm:cxn modelId="{128E04A5-C303-3040-B101-387272EED808}" type="presParOf" srcId="{B7358B6D-6E3C-1F40-A522-A32A118A5960}" destId="{2C9847ED-B129-1046-AB58-4E83FDE2890B}" srcOrd="1" destOrd="0" presId="urn:microsoft.com/office/officeart/2008/layout/HalfCircleOrganizationChart"/>
    <dgm:cxn modelId="{D3561010-CDEB-6647-9233-E54F3F170600}" type="presParOf" srcId="{2C9847ED-B129-1046-AB58-4E83FDE2890B}" destId="{CB809FD6-A5D9-0249-B2FF-C6026189A6CC}" srcOrd="0" destOrd="0" presId="urn:microsoft.com/office/officeart/2008/layout/HalfCircleOrganizationChart"/>
    <dgm:cxn modelId="{21A3026F-3A99-A043-A0DA-5DF2A21AC280}" type="presParOf" srcId="{CB809FD6-A5D9-0249-B2FF-C6026189A6CC}" destId="{3E9C9927-4257-1249-ABD1-2B61897AFF71}" srcOrd="0" destOrd="0" presId="urn:microsoft.com/office/officeart/2008/layout/HalfCircleOrganizationChart"/>
    <dgm:cxn modelId="{F720CFC5-B0AE-EC47-81F5-57A0BD3FDA57}" type="presParOf" srcId="{CB809FD6-A5D9-0249-B2FF-C6026189A6CC}" destId="{DCE1536F-CDF6-9844-85B4-7A6E301D682F}" srcOrd="1" destOrd="0" presId="urn:microsoft.com/office/officeart/2008/layout/HalfCircleOrganizationChart"/>
    <dgm:cxn modelId="{54ACC5D9-A2B5-B848-B82D-4F32DC07C24D}" type="presParOf" srcId="{CB809FD6-A5D9-0249-B2FF-C6026189A6CC}" destId="{DC3AC91E-06FD-074A-827B-E85590FB8CFD}" srcOrd="2" destOrd="0" presId="urn:microsoft.com/office/officeart/2008/layout/HalfCircleOrganizationChart"/>
    <dgm:cxn modelId="{3509BFB4-D957-834E-A00D-DFF0D0AB07B0}" type="presParOf" srcId="{CB809FD6-A5D9-0249-B2FF-C6026189A6CC}" destId="{1F85EB8F-9378-0949-8ED4-FACDE1A3F678}" srcOrd="3" destOrd="0" presId="urn:microsoft.com/office/officeart/2008/layout/HalfCircleOrganizationChart"/>
    <dgm:cxn modelId="{3DCF553E-5F73-134B-A37E-40BE14966ABE}" type="presParOf" srcId="{2C9847ED-B129-1046-AB58-4E83FDE2890B}" destId="{F600E343-6F3F-1F40-A4F8-152C325B96F5}" srcOrd="1" destOrd="0" presId="urn:microsoft.com/office/officeart/2008/layout/HalfCircleOrganizationChart"/>
    <dgm:cxn modelId="{2A813CDF-5643-0840-A929-9445A55A6786}" type="presParOf" srcId="{2C9847ED-B129-1046-AB58-4E83FDE2890B}" destId="{77427380-C8C9-F040-8D2E-3521D014D0F3}" srcOrd="2" destOrd="0" presId="urn:microsoft.com/office/officeart/2008/layout/HalfCircleOrganizationChart"/>
    <dgm:cxn modelId="{7CC4FBD4-D81C-B94C-9976-B69AF3A6E1AF}" type="presParOf" srcId="{77427380-C8C9-F040-8D2E-3521D014D0F3}" destId="{1E79AF24-F09C-6645-8429-79C6195A6ADB}" srcOrd="0" destOrd="0" presId="urn:microsoft.com/office/officeart/2008/layout/HalfCircleOrganizationChart"/>
    <dgm:cxn modelId="{3EE9DCF3-BBCA-7C40-BFE2-68B4200B79F4}" type="presParOf" srcId="{77427380-C8C9-F040-8D2E-3521D014D0F3}" destId="{88425EAA-5EE5-B94A-811F-3F85046FB018}" srcOrd="1" destOrd="0" presId="urn:microsoft.com/office/officeart/2008/layout/HalfCircleOrganizationChart"/>
    <dgm:cxn modelId="{9C07CEC5-09BD-B546-981B-7E79D119E1F2}" type="presParOf" srcId="{88425EAA-5EE5-B94A-811F-3F85046FB018}" destId="{CEC41E5F-79EA-3A41-86E1-96A71D96E2AD}" srcOrd="0" destOrd="0" presId="urn:microsoft.com/office/officeart/2008/layout/HalfCircleOrganizationChart"/>
    <dgm:cxn modelId="{5FC9A2A4-FEFC-E445-B673-2066BAF9837D}" type="presParOf" srcId="{CEC41E5F-79EA-3A41-86E1-96A71D96E2AD}" destId="{DD0D8F5E-9F67-9B4E-ADA2-2ABC99700B07}" srcOrd="0" destOrd="0" presId="urn:microsoft.com/office/officeart/2008/layout/HalfCircleOrganizationChart"/>
    <dgm:cxn modelId="{752A5FD2-9627-424A-AD58-7CB7D431308C}" type="presParOf" srcId="{CEC41E5F-79EA-3A41-86E1-96A71D96E2AD}" destId="{C3CED631-9BA6-EE48-A696-A09A27AE2C80}" srcOrd="1" destOrd="0" presId="urn:microsoft.com/office/officeart/2008/layout/HalfCircleOrganizationChart"/>
    <dgm:cxn modelId="{83AB2B2E-47DC-AD44-AA62-1084747769B1}" type="presParOf" srcId="{CEC41E5F-79EA-3A41-86E1-96A71D96E2AD}" destId="{7F7B8F08-7C76-1E46-BFB5-97FA7A0357C2}" srcOrd="2" destOrd="0" presId="urn:microsoft.com/office/officeart/2008/layout/HalfCircleOrganizationChart"/>
    <dgm:cxn modelId="{7681E876-C19E-3F45-A07E-F7CFE5EFFF68}" type="presParOf" srcId="{CEC41E5F-79EA-3A41-86E1-96A71D96E2AD}" destId="{52CEE744-482A-0F44-AA06-9C79B0AC7248}" srcOrd="3" destOrd="0" presId="urn:microsoft.com/office/officeart/2008/layout/HalfCircleOrganizationChart"/>
    <dgm:cxn modelId="{E9772155-6006-4241-B6BB-CC936933C91F}" type="presParOf" srcId="{88425EAA-5EE5-B94A-811F-3F85046FB018}" destId="{3049A6D1-38FE-B94A-BD66-BC333172CAF2}" srcOrd="1" destOrd="0" presId="urn:microsoft.com/office/officeart/2008/layout/HalfCircleOrganizationChart"/>
    <dgm:cxn modelId="{DAF73F2E-27E2-B046-8E92-0F655AF99909}" type="presParOf" srcId="{88425EAA-5EE5-B94A-811F-3F85046FB018}" destId="{7D075C06-9410-DC48-BB44-8C048E011C0C}" srcOrd="2" destOrd="0" presId="urn:microsoft.com/office/officeart/2008/layout/HalfCircleOrganizationChart"/>
    <dgm:cxn modelId="{21A06288-D2F9-984D-85B5-28D5983EE447}" type="presParOf" srcId="{7D075C06-9410-DC48-BB44-8C048E011C0C}" destId="{C45DAD5C-2CE6-4945-B090-5FBDBD68F4E6}" srcOrd="0" destOrd="0" presId="urn:microsoft.com/office/officeart/2008/layout/HalfCircleOrganizationChart"/>
    <dgm:cxn modelId="{6520908C-9CFC-6E4D-8806-DB3AD6C1DE86}" type="presParOf" srcId="{7D075C06-9410-DC48-BB44-8C048E011C0C}" destId="{A4166F2E-92BA-BF43-81F6-8071B9C8CBD8}" srcOrd="1" destOrd="0" presId="urn:microsoft.com/office/officeart/2008/layout/HalfCircleOrganizationChart"/>
    <dgm:cxn modelId="{6E4EABB4-2485-6941-AD0D-ECE7C0C5FA11}" type="presParOf" srcId="{A4166F2E-92BA-BF43-81F6-8071B9C8CBD8}" destId="{7E2BB81A-4A78-5840-A19F-267FFAEE4F0B}" srcOrd="0" destOrd="0" presId="urn:microsoft.com/office/officeart/2008/layout/HalfCircleOrganizationChart"/>
    <dgm:cxn modelId="{92B808F2-810E-EE4B-92F8-C59AF342F9DE}" type="presParOf" srcId="{7E2BB81A-4A78-5840-A19F-267FFAEE4F0B}" destId="{8250B45F-227F-E243-9F53-7CC8EC85027B}" srcOrd="0" destOrd="0" presId="urn:microsoft.com/office/officeart/2008/layout/HalfCircleOrganizationChart"/>
    <dgm:cxn modelId="{5DD9FA9E-1D1B-384C-B18B-81169E80C78F}" type="presParOf" srcId="{7E2BB81A-4A78-5840-A19F-267FFAEE4F0B}" destId="{3F0B8CBF-E37B-8441-868D-33C8DD858D3A}" srcOrd="1" destOrd="0" presId="urn:microsoft.com/office/officeart/2008/layout/HalfCircleOrganizationChart"/>
    <dgm:cxn modelId="{4864E9EB-F29C-A242-830D-0BCF1CE0E045}" type="presParOf" srcId="{7E2BB81A-4A78-5840-A19F-267FFAEE4F0B}" destId="{CE3C9A16-BE53-6C49-BC69-9D026679AEE6}" srcOrd="2" destOrd="0" presId="urn:microsoft.com/office/officeart/2008/layout/HalfCircleOrganizationChart"/>
    <dgm:cxn modelId="{8BF52FEB-945A-BD49-B701-0000C9C2F9D3}" type="presParOf" srcId="{7E2BB81A-4A78-5840-A19F-267FFAEE4F0B}" destId="{68603308-0B41-D640-8C3F-8D9BE0AF0701}" srcOrd="3" destOrd="0" presId="urn:microsoft.com/office/officeart/2008/layout/HalfCircleOrganizationChart"/>
    <dgm:cxn modelId="{4A65A3B4-E338-654E-A6A1-37DDE076133F}" type="presParOf" srcId="{A4166F2E-92BA-BF43-81F6-8071B9C8CBD8}" destId="{056220F0-37AF-134C-931B-70CD11593B6D}" srcOrd="1" destOrd="0" presId="urn:microsoft.com/office/officeart/2008/layout/HalfCircleOrganizationChart"/>
    <dgm:cxn modelId="{82BFCEE0-32A9-444D-AC60-8EC7A2861D10}" type="presParOf" srcId="{A4166F2E-92BA-BF43-81F6-8071B9C8CBD8}" destId="{1EF8B92A-79B5-C443-800A-13B7A212323F}" srcOrd="2" destOrd="0" presId="urn:microsoft.com/office/officeart/2008/layout/HalfCircleOrganizationChart"/>
    <dgm:cxn modelId="{1E5CEFB0-BD6E-1641-8E65-ADC6E3B983BB}" type="presParOf" srcId="{7D075C06-9410-DC48-BB44-8C048E011C0C}" destId="{01CAE578-60D4-D04E-B1D5-75393BE54470}" srcOrd="2" destOrd="0" presId="urn:microsoft.com/office/officeart/2008/layout/HalfCircleOrganizationChart"/>
    <dgm:cxn modelId="{94C5205E-4E1A-3747-83B6-EF00655127C0}" type="presParOf" srcId="{7D075C06-9410-DC48-BB44-8C048E011C0C}" destId="{1D4CA750-82E5-BE40-8AC8-14653E9E51FB}" srcOrd="3" destOrd="0" presId="urn:microsoft.com/office/officeart/2008/layout/HalfCircleOrganizationChart"/>
    <dgm:cxn modelId="{54A94886-5D47-B54B-9E9A-674F2D58C93B}" type="presParOf" srcId="{1D4CA750-82E5-BE40-8AC8-14653E9E51FB}" destId="{9D93DDB2-C30D-E043-AB30-4323B4475310}" srcOrd="0" destOrd="0" presId="urn:microsoft.com/office/officeart/2008/layout/HalfCircleOrganizationChart"/>
    <dgm:cxn modelId="{A99024AC-B6F7-1141-86A3-D914B56F3F72}" type="presParOf" srcId="{9D93DDB2-C30D-E043-AB30-4323B4475310}" destId="{E33D608C-7F33-374C-B246-965B98CA30CC}" srcOrd="0" destOrd="0" presId="urn:microsoft.com/office/officeart/2008/layout/HalfCircleOrganizationChart"/>
    <dgm:cxn modelId="{AB1D440F-68F3-F344-A4D3-F8EF9808B6B3}" type="presParOf" srcId="{9D93DDB2-C30D-E043-AB30-4323B4475310}" destId="{8A82C6C1-3DD7-8143-A0CD-021B7DD8D986}" srcOrd="1" destOrd="0" presId="urn:microsoft.com/office/officeart/2008/layout/HalfCircleOrganizationChart"/>
    <dgm:cxn modelId="{5B41F221-E0EB-B541-9891-53952250ED0E}" type="presParOf" srcId="{9D93DDB2-C30D-E043-AB30-4323B4475310}" destId="{0BB8B8B3-C7AB-0E44-8F76-6F98AFD4F91C}" srcOrd="2" destOrd="0" presId="urn:microsoft.com/office/officeart/2008/layout/HalfCircleOrganizationChart"/>
    <dgm:cxn modelId="{C5EE6B31-B4F2-AD47-AE3A-E6E35AEF4419}" type="presParOf" srcId="{9D93DDB2-C30D-E043-AB30-4323B4475310}" destId="{A547FEBB-ED74-EC46-849B-787C98825CCC}" srcOrd="3" destOrd="0" presId="urn:microsoft.com/office/officeart/2008/layout/HalfCircleOrganizationChart"/>
    <dgm:cxn modelId="{D58D8BE1-0D5A-FA42-BA71-0E038E6D635F}" type="presParOf" srcId="{1D4CA750-82E5-BE40-8AC8-14653E9E51FB}" destId="{F68E22E5-51B7-0B4C-BE01-F4140259D5D6}" srcOrd="1" destOrd="0" presId="urn:microsoft.com/office/officeart/2008/layout/HalfCircleOrganizationChart"/>
    <dgm:cxn modelId="{70E6A373-37C0-264C-B6D3-40E182DB649D}" type="presParOf" srcId="{1D4CA750-82E5-BE40-8AC8-14653E9E51FB}" destId="{41172972-82B5-E847-882F-0C776F16CD7E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1D859B0-74CF-E948-A360-1EB73C58F636}" type="doc">
      <dgm:prSet loTypeId="urn:microsoft.com/office/officeart/2005/8/layout/radial1" loCatId="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GB"/>
        </a:p>
      </dgm:t>
    </dgm:pt>
    <dgm:pt modelId="{4E92B8CF-A477-794B-A963-6208F0AC0B07}">
      <dgm:prSet phldrT="[Text]" custT="1"/>
      <dgm:spPr/>
      <dgm:t>
        <a:bodyPr rtlCol="1"/>
        <a:lstStyle/>
        <a:p>
          <a:pPr rtl="1"/>
          <a:r>
            <a:rPr lang="ar" sz="14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الأدوار الوظيفية للإقامة</a:t>
          </a:r>
        </a:p>
      </dgm:t>
    </dgm:pt>
    <dgm:pt modelId="{2845AA94-B475-C744-8DD5-4242FC13F73F}" type="parTrans" cxnId="{E25920C2-3351-EA44-8ACA-A1EF7299E796}">
      <dgm:prSet/>
      <dgm:spPr/>
      <dgm:t>
        <a:bodyPr rtlCol="1"/>
        <a:lstStyle/>
        <a:p>
          <a:pPr rtl="1"/>
          <a:endParaRPr lang="en-GB"/>
        </a:p>
      </dgm:t>
    </dgm:pt>
    <dgm:pt modelId="{14E516F1-06F1-3B4F-8369-0F9DC1F0E6E5}" type="sibTrans" cxnId="{E25920C2-3351-EA44-8ACA-A1EF7299E796}">
      <dgm:prSet/>
      <dgm:spPr/>
      <dgm:t>
        <a:bodyPr rtlCol="1"/>
        <a:lstStyle/>
        <a:p>
          <a:pPr rtl="1"/>
          <a:endParaRPr lang="en-GB"/>
        </a:p>
      </dgm:t>
    </dgm:pt>
    <dgm:pt modelId="{111D1336-7ADC-BC46-994F-B40C26474814}">
      <dgm:prSet phldrT="[Text]" custT="1"/>
      <dgm:spPr/>
      <dgm:t>
        <a:bodyPr rtlCol="1"/>
        <a:lstStyle/>
        <a:p>
          <a:pPr rtl="1"/>
          <a:r>
            <a:rPr lang="ar" sz="14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المدير</a:t>
          </a:r>
        </a:p>
      </dgm:t>
    </dgm:pt>
    <dgm:pt modelId="{7E60949C-04F1-3743-916E-E9B87B294FE0}" type="parTrans" cxnId="{72E760BC-F3B2-DD44-AB74-6295D1170A59}">
      <dgm:prSet/>
      <dgm:spPr/>
      <dgm:t>
        <a:bodyPr rtlCol="1"/>
        <a:lstStyle/>
        <a:p>
          <a:pPr rtl="1"/>
          <a:endParaRPr lang="en-GB"/>
        </a:p>
      </dgm:t>
    </dgm:pt>
    <dgm:pt modelId="{6ABCE5D8-5309-4447-B03E-2015B581EAE0}" type="sibTrans" cxnId="{72E760BC-F3B2-DD44-AB74-6295D1170A59}">
      <dgm:prSet/>
      <dgm:spPr/>
      <dgm:t>
        <a:bodyPr rtlCol="1"/>
        <a:lstStyle/>
        <a:p>
          <a:pPr rtl="1"/>
          <a:endParaRPr lang="en-GB"/>
        </a:p>
      </dgm:t>
    </dgm:pt>
    <dgm:pt modelId="{0FD5E375-80A4-7A40-B4A9-EAA472DCED94}">
      <dgm:prSet phldrT="[Text]" custT="1"/>
      <dgm:spPr/>
      <dgm:t>
        <a:bodyPr rtlCol="1"/>
        <a:lstStyle/>
        <a:p>
          <a:pPr rtl="1"/>
          <a:r>
            <a:rPr lang="ar" sz="14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مشرف الطابق</a:t>
          </a:r>
        </a:p>
      </dgm:t>
    </dgm:pt>
    <dgm:pt modelId="{3493DB7D-32EB-DC49-BC68-65AD0576F29B}" type="parTrans" cxnId="{943D8A37-EF12-EB4E-A279-A3E8DD7D4442}">
      <dgm:prSet/>
      <dgm:spPr/>
      <dgm:t>
        <a:bodyPr rtlCol="1"/>
        <a:lstStyle/>
        <a:p>
          <a:pPr rtl="1"/>
          <a:endParaRPr lang="en-GB"/>
        </a:p>
      </dgm:t>
    </dgm:pt>
    <dgm:pt modelId="{A5CB087F-2E75-D242-A519-7A85CC6E8A7D}" type="sibTrans" cxnId="{943D8A37-EF12-EB4E-A279-A3E8DD7D4442}">
      <dgm:prSet/>
      <dgm:spPr/>
      <dgm:t>
        <a:bodyPr rtlCol="1"/>
        <a:lstStyle/>
        <a:p>
          <a:pPr rtl="1"/>
          <a:endParaRPr lang="en-GB"/>
        </a:p>
      </dgm:t>
    </dgm:pt>
    <dgm:pt modelId="{612979DB-F5B9-DE48-97A7-76751F0655FC}">
      <dgm:prSet phldrT="[Text]" custT="1"/>
      <dgm:spPr/>
      <dgm:t>
        <a:bodyPr rtlCol="1"/>
        <a:lstStyle/>
        <a:p>
          <a:pPr rtl="1"/>
          <a:r>
            <a:rPr lang="ar" sz="14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عمال الغرف</a:t>
          </a:r>
        </a:p>
      </dgm:t>
    </dgm:pt>
    <dgm:pt modelId="{9CE9F970-ED10-D04D-B37D-C6F9463FFF99}" type="parTrans" cxnId="{5A8DCF3A-A220-F74D-B187-B87AC1D2FC3E}">
      <dgm:prSet/>
      <dgm:spPr/>
      <dgm:t>
        <a:bodyPr rtlCol="1"/>
        <a:lstStyle/>
        <a:p>
          <a:pPr rtl="1"/>
          <a:endParaRPr lang="en-GB"/>
        </a:p>
      </dgm:t>
    </dgm:pt>
    <dgm:pt modelId="{3DC800B4-DBB8-6A46-A5EE-5C6B7DFD638E}" type="sibTrans" cxnId="{5A8DCF3A-A220-F74D-B187-B87AC1D2FC3E}">
      <dgm:prSet/>
      <dgm:spPr/>
      <dgm:t>
        <a:bodyPr rtlCol="1"/>
        <a:lstStyle/>
        <a:p>
          <a:pPr rtl="1"/>
          <a:endParaRPr lang="en-GB"/>
        </a:p>
      </dgm:t>
    </dgm:pt>
    <dgm:pt modelId="{2C901002-2105-1544-A885-AAF9F58F6ACD}">
      <dgm:prSet phldrT="[Text]" custT="1"/>
      <dgm:spPr/>
      <dgm:t>
        <a:bodyPr rtlCol="1"/>
        <a:lstStyle/>
        <a:p>
          <a:pPr rtl="1"/>
          <a:r>
            <a:rPr lang="ar" sz="14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المسؤول التنفيذي لخدمات النظافة</a:t>
          </a:r>
        </a:p>
      </dgm:t>
    </dgm:pt>
    <dgm:pt modelId="{82B9898C-F96A-F74B-AA3A-E4EF5151457F}" type="parTrans" cxnId="{2BA9F1AE-1281-3B48-AA24-4779E4008DA0}">
      <dgm:prSet/>
      <dgm:spPr/>
      <dgm:t>
        <a:bodyPr rtlCol="1"/>
        <a:lstStyle/>
        <a:p>
          <a:pPr rtl="1"/>
          <a:endParaRPr lang="en-GB"/>
        </a:p>
      </dgm:t>
    </dgm:pt>
    <dgm:pt modelId="{6453040F-4F56-4D40-8EC5-1661D72A72EF}" type="sibTrans" cxnId="{2BA9F1AE-1281-3B48-AA24-4779E4008DA0}">
      <dgm:prSet/>
      <dgm:spPr/>
      <dgm:t>
        <a:bodyPr rtlCol="1"/>
        <a:lstStyle/>
        <a:p>
          <a:pPr rtl="1"/>
          <a:endParaRPr lang="en-GB"/>
        </a:p>
      </dgm:t>
    </dgm:pt>
    <dgm:pt modelId="{A0036B65-B271-7440-B43A-C7E6EB67F64E}">
      <dgm:prSet phldrT="[Text]" custT="1"/>
      <dgm:spPr/>
      <dgm:t>
        <a:bodyPr rtlCol="1"/>
        <a:lstStyle/>
        <a:p>
          <a:pPr rtl="1"/>
          <a:r>
            <a:rPr lang="ar" sz="14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عمال النظافة</a:t>
          </a:r>
        </a:p>
      </dgm:t>
    </dgm:pt>
    <dgm:pt modelId="{29D3C6D0-A2ED-FF47-A063-739A5D65CAE5}" type="parTrans" cxnId="{EFFC7EDF-AEAC-2F4B-881D-E527641CE505}">
      <dgm:prSet/>
      <dgm:spPr/>
      <dgm:t>
        <a:bodyPr rtlCol="1"/>
        <a:lstStyle/>
        <a:p>
          <a:pPr rtl="1"/>
          <a:endParaRPr lang="en-GB"/>
        </a:p>
      </dgm:t>
    </dgm:pt>
    <dgm:pt modelId="{591F7EB3-B9BD-8A43-8F01-71F8D9562A3E}" type="sibTrans" cxnId="{EFFC7EDF-AEAC-2F4B-881D-E527641CE505}">
      <dgm:prSet/>
      <dgm:spPr/>
      <dgm:t>
        <a:bodyPr rtlCol="1"/>
        <a:lstStyle/>
        <a:p>
          <a:pPr rtl="1"/>
          <a:endParaRPr lang="en-GB"/>
        </a:p>
      </dgm:t>
    </dgm:pt>
    <dgm:pt modelId="{2CA70F79-F21A-D844-BA9D-5DC0D42DA28B}">
      <dgm:prSet phldrT="[Text]" custT="1"/>
      <dgm:spPr/>
      <dgm:t>
        <a:bodyPr rtlCol="1"/>
        <a:lstStyle/>
        <a:p>
          <a:pPr rtl="1"/>
          <a:r>
            <a:rPr lang="ar" sz="14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حاملو الشراشف</a:t>
          </a:r>
        </a:p>
      </dgm:t>
    </dgm:pt>
    <dgm:pt modelId="{25FA01BC-0C73-734A-A8A7-7DCBB7E550E5}" type="parTrans" cxnId="{B6192B2B-761A-454F-B551-748F362BA4E5}">
      <dgm:prSet/>
      <dgm:spPr/>
      <dgm:t>
        <a:bodyPr rtlCol="1"/>
        <a:lstStyle/>
        <a:p>
          <a:pPr rtl="1"/>
          <a:endParaRPr lang="en-GB"/>
        </a:p>
      </dgm:t>
    </dgm:pt>
    <dgm:pt modelId="{9244945C-59F4-BC4B-A56B-4E55D291D2A0}" type="sibTrans" cxnId="{B6192B2B-761A-454F-B551-748F362BA4E5}">
      <dgm:prSet/>
      <dgm:spPr/>
      <dgm:t>
        <a:bodyPr rtlCol="1"/>
        <a:lstStyle/>
        <a:p>
          <a:pPr rtl="1"/>
          <a:endParaRPr lang="en-GB"/>
        </a:p>
      </dgm:t>
    </dgm:pt>
    <dgm:pt modelId="{510A698C-2DCC-1148-9D2D-8AA8473188EE}">
      <dgm:prSet phldrT="[Text]" custT="1"/>
      <dgm:spPr/>
      <dgm:t>
        <a:bodyPr rtlCol="1"/>
        <a:lstStyle/>
        <a:p>
          <a:pPr rtl="1"/>
          <a:r>
            <a:rPr lang="ar" sz="14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عمال الصيانة</a:t>
          </a:r>
        </a:p>
      </dgm:t>
    </dgm:pt>
    <dgm:pt modelId="{4BCA16B3-A8B2-6543-8489-EA489F011A12}" type="parTrans" cxnId="{79AC88C2-C6B8-3D48-9225-74DBC3F03630}">
      <dgm:prSet/>
      <dgm:spPr/>
      <dgm:t>
        <a:bodyPr rtlCol="1"/>
        <a:lstStyle/>
        <a:p>
          <a:pPr rtl="1"/>
          <a:endParaRPr lang="en-GB"/>
        </a:p>
      </dgm:t>
    </dgm:pt>
    <dgm:pt modelId="{B291602F-EF8D-3849-9B70-EA9A11B5DA86}" type="sibTrans" cxnId="{79AC88C2-C6B8-3D48-9225-74DBC3F03630}">
      <dgm:prSet/>
      <dgm:spPr/>
      <dgm:t>
        <a:bodyPr rtlCol="1"/>
        <a:lstStyle/>
        <a:p>
          <a:pPr rtl="1"/>
          <a:endParaRPr lang="en-GB"/>
        </a:p>
      </dgm:t>
    </dgm:pt>
    <dgm:pt modelId="{B8E80982-A43C-9442-AFAA-D9E4F39A313E}">
      <dgm:prSet phldrT="[Text]" custT="1"/>
      <dgm:spPr/>
      <dgm:t>
        <a:bodyPr rtlCol="1"/>
        <a:lstStyle/>
        <a:p>
          <a:pPr rtl="1"/>
          <a:r>
            <a:rPr lang="ar" sz="14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منسقو الزهور</a:t>
          </a:r>
        </a:p>
      </dgm:t>
    </dgm:pt>
    <dgm:pt modelId="{632A232D-7F20-9F41-8D19-3603349AFA3C}" type="parTrans" cxnId="{1E1E4177-DAA3-2443-A02B-FAAC31900621}">
      <dgm:prSet/>
      <dgm:spPr/>
      <dgm:t>
        <a:bodyPr rtlCol="1"/>
        <a:lstStyle/>
        <a:p>
          <a:pPr rtl="1"/>
          <a:endParaRPr lang="en-GB"/>
        </a:p>
      </dgm:t>
    </dgm:pt>
    <dgm:pt modelId="{99C998B2-3AFF-204A-BEA4-1B78C733FD22}" type="sibTrans" cxnId="{1E1E4177-DAA3-2443-A02B-FAAC31900621}">
      <dgm:prSet/>
      <dgm:spPr/>
      <dgm:t>
        <a:bodyPr rtlCol="1"/>
        <a:lstStyle/>
        <a:p>
          <a:pPr rtl="1"/>
          <a:endParaRPr lang="en-GB"/>
        </a:p>
      </dgm:t>
    </dgm:pt>
    <dgm:pt modelId="{6E5DB04E-68EB-9745-8F91-42293BE08ECB}" type="pres">
      <dgm:prSet presAssocID="{B1D859B0-74CF-E948-A360-1EB73C58F636}" presName="cycle" presStyleCnt="0">
        <dgm:presLayoutVars>
          <dgm:chMax val="1"/>
          <dgm:dir val="rev"/>
          <dgm:animLvl val="ctr"/>
          <dgm:resizeHandles val="exact"/>
        </dgm:presLayoutVars>
      </dgm:prSet>
      <dgm:spPr/>
    </dgm:pt>
    <dgm:pt modelId="{A596462B-8A85-6449-832A-B6F3EA17AF9C}" type="pres">
      <dgm:prSet presAssocID="{4E92B8CF-A477-794B-A963-6208F0AC0B07}" presName="centerShape" presStyleLbl="node0" presStyleIdx="0" presStyleCnt="1" custScaleX="189552"/>
      <dgm:spPr/>
    </dgm:pt>
    <dgm:pt modelId="{03E222C7-FC16-504F-B7C5-D107C4C37FA3}" type="pres">
      <dgm:prSet presAssocID="{7E60949C-04F1-3743-916E-E9B87B294FE0}" presName="Name9" presStyleLbl="parChTrans1D2" presStyleIdx="0" presStyleCnt="8"/>
      <dgm:spPr/>
    </dgm:pt>
    <dgm:pt modelId="{A2B97248-04CC-3A46-89FB-A9B1DCC2BA64}" type="pres">
      <dgm:prSet presAssocID="{7E60949C-04F1-3743-916E-E9B87B294FE0}" presName="connTx" presStyleLbl="parChTrans1D2" presStyleIdx="0" presStyleCnt="8"/>
      <dgm:spPr/>
    </dgm:pt>
    <dgm:pt modelId="{40E843EE-7F3A-724F-8736-9D4657278603}" type="pres">
      <dgm:prSet presAssocID="{111D1336-7ADC-BC46-994F-B40C26474814}" presName="node" presStyleLbl="node1" presStyleIdx="0" presStyleCnt="8">
        <dgm:presLayoutVars>
          <dgm:bulletEnabled val="1"/>
        </dgm:presLayoutVars>
      </dgm:prSet>
      <dgm:spPr/>
    </dgm:pt>
    <dgm:pt modelId="{BF31C5BA-825C-C44C-86AC-ABAEECF0F691}" type="pres">
      <dgm:prSet presAssocID="{3493DB7D-32EB-DC49-BC68-65AD0576F29B}" presName="Name9" presStyleLbl="parChTrans1D2" presStyleIdx="1" presStyleCnt="8"/>
      <dgm:spPr/>
    </dgm:pt>
    <dgm:pt modelId="{CC8899C7-4838-004F-94F3-FE5A389C0E70}" type="pres">
      <dgm:prSet presAssocID="{3493DB7D-32EB-DC49-BC68-65AD0576F29B}" presName="connTx" presStyleLbl="parChTrans1D2" presStyleIdx="1" presStyleCnt="8"/>
      <dgm:spPr/>
    </dgm:pt>
    <dgm:pt modelId="{2CF150E9-2F4D-DE48-9601-7AD1E098F307}" type="pres">
      <dgm:prSet presAssocID="{0FD5E375-80A4-7A40-B4A9-EAA472DCED94}" presName="node" presStyleLbl="node1" presStyleIdx="1" presStyleCnt="8" custScaleX="170020">
        <dgm:presLayoutVars>
          <dgm:bulletEnabled val="1"/>
        </dgm:presLayoutVars>
      </dgm:prSet>
      <dgm:spPr/>
    </dgm:pt>
    <dgm:pt modelId="{7A7EEB48-F08F-C846-910E-127427CB0E97}" type="pres">
      <dgm:prSet presAssocID="{9CE9F970-ED10-D04D-B37D-C6F9463FFF99}" presName="Name9" presStyleLbl="parChTrans1D2" presStyleIdx="2" presStyleCnt="8"/>
      <dgm:spPr/>
    </dgm:pt>
    <dgm:pt modelId="{DAEBCFAE-EAA1-954F-9BFD-4771AB3080F9}" type="pres">
      <dgm:prSet presAssocID="{9CE9F970-ED10-D04D-B37D-C6F9463FFF99}" presName="connTx" presStyleLbl="parChTrans1D2" presStyleIdx="2" presStyleCnt="8"/>
      <dgm:spPr/>
    </dgm:pt>
    <dgm:pt modelId="{A679DA24-004B-054E-A723-82F2A43E61DE}" type="pres">
      <dgm:prSet presAssocID="{612979DB-F5B9-DE48-97A7-76751F0655FC}" presName="node" presStyleLbl="node1" presStyleIdx="2" presStyleCnt="8" custScaleX="137327">
        <dgm:presLayoutVars>
          <dgm:bulletEnabled val="1"/>
        </dgm:presLayoutVars>
      </dgm:prSet>
      <dgm:spPr/>
    </dgm:pt>
    <dgm:pt modelId="{A018ACD3-7247-F344-A59D-786ECABC3125}" type="pres">
      <dgm:prSet presAssocID="{29D3C6D0-A2ED-FF47-A063-739A5D65CAE5}" presName="Name9" presStyleLbl="parChTrans1D2" presStyleIdx="3" presStyleCnt="8"/>
      <dgm:spPr/>
    </dgm:pt>
    <dgm:pt modelId="{28DE58D8-243B-434B-B2AF-192D39299AEC}" type="pres">
      <dgm:prSet presAssocID="{29D3C6D0-A2ED-FF47-A063-739A5D65CAE5}" presName="connTx" presStyleLbl="parChTrans1D2" presStyleIdx="3" presStyleCnt="8"/>
      <dgm:spPr/>
    </dgm:pt>
    <dgm:pt modelId="{C2B345CD-E6AC-FD41-B907-84072EBFBFCD}" type="pres">
      <dgm:prSet presAssocID="{A0036B65-B271-7440-B43A-C7E6EB67F64E}" presName="node" presStyleLbl="node1" presStyleIdx="3" presStyleCnt="8">
        <dgm:presLayoutVars>
          <dgm:bulletEnabled val="1"/>
        </dgm:presLayoutVars>
      </dgm:prSet>
      <dgm:spPr/>
    </dgm:pt>
    <dgm:pt modelId="{258EB59D-F21D-8B48-BE68-A9527BAC98FE}" type="pres">
      <dgm:prSet presAssocID="{25FA01BC-0C73-734A-A8A7-7DCBB7E550E5}" presName="Name9" presStyleLbl="parChTrans1D2" presStyleIdx="4" presStyleCnt="8"/>
      <dgm:spPr/>
    </dgm:pt>
    <dgm:pt modelId="{CA0BDD47-F082-AE4A-8E00-FFD95C3E0136}" type="pres">
      <dgm:prSet presAssocID="{25FA01BC-0C73-734A-A8A7-7DCBB7E550E5}" presName="connTx" presStyleLbl="parChTrans1D2" presStyleIdx="4" presStyleCnt="8"/>
      <dgm:spPr/>
    </dgm:pt>
    <dgm:pt modelId="{36CCC1C6-5813-F64C-AB97-AB31FD4F0D11}" type="pres">
      <dgm:prSet presAssocID="{2CA70F79-F21A-D844-BA9D-5DC0D42DA28B}" presName="node" presStyleLbl="node1" presStyleIdx="4" presStyleCnt="8">
        <dgm:presLayoutVars>
          <dgm:bulletEnabled val="1"/>
        </dgm:presLayoutVars>
      </dgm:prSet>
      <dgm:spPr/>
    </dgm:pt>
    <dgm:pt modelId="{9CE5A00B-A944-2A4F-BA3D-882FB8FD9E80}" type="pres">
      <dgm:prSet presAssocID="{82B9898C-F96A-F74B-AA3A-E4EF5151457F}" presName="Name9" presStyleLbl="parChTrans1D2" presStyleIdx="5" presStyleCnt="8"/>
      <dgm:spPr/>
    </dgm:pt>
    <dgm:pt modelId="{7475F43E-68E1-3C41-953D-6DA120C37395}" type="pres">
      <dgm:prSet presAssocID="{82B9898C-F96A-F74B-AA3A-E4EF5151457F}" presName="connTx" presStyleLbl="parChTrans1D2" presStyleIdx="5" presStyleCnt="8"/>
      <dgm:spPr/>
    </dgm:pt>
    <dgm:pt modelId="{87D6F9C4-A145-3E40-A87D-2DD614C0556F}" type="pres">
      <dgm:prSet presAssocID="{2C901002-2105-1544-A885-AAF9F58F6ACD}" presName="node" presStyleLbl="node1" presStyleIdx="5" presStyleCnt="8" custScaleX="149637">
        <dgm:presLayoutVars>
          <dgm:bulletEnabled val="1"/>
        </dgm:presLayoutVars>
      </dgm:prSet>
      <dgm:spPr/>
    </dgm:pt>
    <dgm:pt modelId="{0905A1A7-D156-0A47-8FA5-E2E95257D084}" type="pres">
      <dgm:prSet presAssocID="{4BCA16B3-A8B2-6543-8489-EA489F011A12}" presName="Name9" presStyleLbl="parChTrans1D2" presStyleIdx="6" presStyleCnt="8"/>
      <dgm:spPr/>
    </dgm:pt>
    <dgm:pt modelId="{8A631F7C-D0CE-BD4C-AC28-0F3530D39C47}" type="pres">
      <dgm:prSet presAssocID="{4BCA16B3-A8B2-6543-8489-EA489F011A12}" presName="connTx" presStyleLbl="parChTrans1D2" presStyleIdx="6" presStyleCnt="8"/>
      <dgm:spPr/>
    </dgm:pt>
    <dgm:pt modelId="{27DF9E2C-67F4-8B45-B686-2CF6803D8F44}" type="pres">
      <dgm:prSet presAssocID="{510A698C-2DCC-1148-9D2D-8AA8473188EE}" presName="node" presStyleLbl="node1" presStyleIdx="6" presStyleCnt="8" custScaleX="145311">
        <dgm:presLayoutVars>
          <dgm:bulletEnabled val="1"/>
        </dgm:presLayoutVars>
      </dgm:prSet>
      <dgm:spPr/>
    </dgm:pt>
    <dgm:pt modelId="{BFD5B982-06FC-D54A-AEA8-6C0453F38498}" type="pres">
      <dgm:prSet presAssocID="{632A232D-7F20-9F41-8D19-3603349AFA3C}" presName="Name9" presStyleLbl="parChTrans1D2" presStyleIdx="7" presStyleCnt="8"/>
      <dgm:spPr/>
    </dgm:pt>
    <dgm:pt modelId="{A3763BDB-80D8-4A4C-9154-CFEEAB11EF91}" type="pres">
      <dgm:prSet presAssocID="{632A232D-7F20-9F41-8D19-3603349AFA3C}" presName="connTx" presStyleLbl="parChTrans1D2" presStyleIdx="7" presStyleCnt="8"/>
      <dgm:spPr/>
    </dgm:pt>
    <dgm:pt modelId="{FE4A6F2F-3019-9144-A5C4-04EE00F43196}" type="pres">
      <dgm:prSet presAssocID="{B8E80982-A43C-9442-AFAA-D9E4F39A313E}" presName="node" presStyleLbl="node1" presStyleIdx="7" presStyleCnt="8">
        <dgm:presLayoutVars>
          <dgm:bulletEnabled val="1"/>
        </dgm:presLayoutVars>
      </dgm:prSet>
      <dgm:spPr/>
    </dgm:pt>
  </dgm:ptLst>
  <dgm:cxnLst>
    <dgm:cxn modelId="{C875D507-A137-BA4E-BF7B-62D2F9FD71E1}" type="presOf" srcId="{25FA01BC-0C73-734A-A8A7-7DCBB7E550E5}" destId="{CA0BDD47-F082-AE4A-8E00-FFD95C3E0136}" srcOrd="1" destOrd="0" presId="urn:microsoft.com/office/officeart/2005/8/layout/radial1"/>
    <dgm:cxn modelId="{4E1FFA07-5507-2E43-9A8C-A9EE5E3E450A}" type="presOf" srcId="{632A232D-7F20-9F41-8D19-3603349AFA3C}" destId="{A3763BDB-80D8-4A4C-9154-CFEEAB11EF91}" srcOrd="1" destOrd="0" presId="urn:microsoft.com/office/officeart/2005/8/layout/radial1"/>
    <dgm:cxn modelId="{CE586917-6F8E-B349-B041-05DAF8EF70C4}" type="presOf" srcId="{7E60949C-04F1-3743-916E-E9B87B294FE0}" destId="{A2B97248-04CC-3A46-89FB-A9B1DCC2BA64}" srcOrd="1" destOrd="0" presId="urn:microsoft.com/office/officeart/2005/8/layout/radial1"/>
    <dgm:cxn modelId="{336FC81B-C487-D546-91BA-4DA79D520668}" type="presOf" srcId="{2C901002-2105-1544-A885-AAF9F58F6ACD}" destId="{87D6F9C4-A145-3E40-A87D-2DD614C0556F}" srcOrd="0" destOrd="0" presId="urn:microsoft.com/office/officeart/2005/8/layout/radial1"/>
    <dgm:cxn modelId="{4E97581F-F082-F042-8BE6-E318C576E501}" type="presOf" srcId="{A0036B65-B271-7440-B43A-C7E6EB67F64E}" destId="{C2B345CD-E6AC-FD41-B907-84072EBFBFCD}" srcOrd="0" destOrd="0" presId="urn:microsoft.com/office/officeart/2005/8/layout/radial1"/>
    <dgm:cxn modelId="{4BCC981F-B5F3-1C45-A5AA-E1F4E650537E}" type="presOf" srcId="{82B9898C-F96A-F74B-AA3A-E4EF5151457F}" destId="{9CE5A00B-A944-2A4F-BA3D-882FB8FD9E80}" srcOrd="0" destOrd="0" presId="urn:microsoft.com/office/officeart/2005/8/layout/radial1"/>
    <dgm:cxn modelId="{B6192B2B-761A-454F-B551-748F362BA4E5}" srcId="{4E92B8CF-A477-794B-A963-6208F0AC0B07}" destId="{2CA70F79-F21A-D844-BA9D-5DC0D42DA28B}" srcOrd="4" destOrd="0" parTransId="{25FA01BC-0C73-734A-A8A7-7DCBB7E550E5}" sibTransId="{9244945C-59F4-BC4B-A56B-4E55D291D2A0}"/>
    <dgm:cxn modelId="{943D8A37-EF12-EB4E-A279-A3E8DD7D4442}" srcId="{4E92B8CF-A477-794B-A963-6208F0AC0B07}" destId="{0FD5E375-80A4-7A40-B4A9-EAA472DCED94}" srcOrd="1" destOrd="0" parTransId="{3493DB7D-32EB-DC49-BC68-65AD0576F29B}" sibTransId="{A5CB087F-2E75-D242-A519-7A85CC6E8A7D}"/>
    <dgm:cxn modelId="{5A8DCF3A-A220-F74D-B187-B87AC1D2FC3E}" srcId="{4E92B8CF-A477-794B-A963-6208F0AC0B07}" destId="{612979DB-F5B9-DE48-97A7-76751F0655FC}" srcOrd="2" destOrd="0" parTransId="{9CE9F970-ED10-D04D-B37D-C6F9463FFF99}" sibTransId="{3DC800B4-DBB8-6A46-A5EE-5C6B7DFD638E}"/>
    <dgm:cxn modelId="{7BF8665E-8D67-EE46-89AE-55DE8CFC2801}" type="presOf" srcId="{510A698C-2DCC-1148-9D2D-8AA8473188EE}" destId="{27DF9E2C-67F4-8B45-B686-2CF6803D8F44}" srcOrd="0" destOrd="0" presId="urn:microsoft.com/office/officeart/2005/8/layout/radial1"/>
    <dgm:cxn modelId="{33F46743-C654-B44B-A00A-0A4D4654F32F}" type="presOf" srcId="{29D3C6D0-A2ED-FF47-A063-739A5D65CAE5}" destId="{28DE58D8-243B-434B-B2AF-192D39299AEC}" srcOrd="1" destOrd="0" presId="urn:microsoft.com/office/officeart/2005/8/layout/radial1"/>
    <dgm:cxn modelId="{BD748F64-5998-744E-A838-D68F1F3AD5ED}" type="presOf" srcId="{3493DB7D-32EB-DC49-BC68-65AD0576F29B}" destId="{CC8899C7-4838-004F-94F3-FE5A389C0E70}" srcOrd="1" destOrd="0" presId="urn:microsoft.com/office/officeart/2005/8/layout/radial1"/>
    <dgm:cxn modelId="{A6BA9650-9E30-FD4D-8ECF-7CEEA8B22D53}" type="presOf" srcId="{4BCA16B3-A8B2-6543-8489-EA489F011A12}" destId="{8A631F7C-D0CE-BD4C-AC28-0F3530D39C47}" srcOrd="1" destOrd="0" presId="urn:microsoft.com/office/officeart/2005/8/layout/radial1"/>
    <dgm:cxn modelId="{53341555-D8F7-6B40-ADCA-1409EBBDED68}" type="presOf" srcId="{B1D859B0-74CF-E948-A360-1EB73C58F636}" destId="{6E5DB04E-68EB-9745-8F91-42293BE08ECB}" srcOrd="0" destOrd="0" presId="urn:microsoft.com/office/officeart/2005/8/layout/radial1"/>
    <dgm:cxn modelId="{1E1E4177-DAA3-2443-A02B-FAAC31900621}" srcId="{4E92B8CF-A477-794B-A963-6208F0AC0B07}" destId="{B8E80982-A43C-9442-AFAA-D9E4F39A313E}" srcOrd="7" destOrd="0" parTransId="{632A232D-7F20-9F41-8D19-3603349AFA3C}" sibTransId="{99C998B2-3AFF-204A-BEA4-1B78C733FD22}"/>
    <dgm:cxn modelId="{F14DE67E-E61A-C34B-82AD-1E29DF672EEA}" type="presOf" srcId="{111D1336-7ADC-BC46-994F-B40C26474814}" destId="{40E843EE-7F3A-724F-8736-9D4657278603}" srcOrd="0" destOrd="0" presId="urn:microsoft.com/office/officeart/2005/8/layout/radial1"/>
    <dgm:cxn modelId="{C7B39089-91B2-F140-90D3-F0185B1D3520}" type="presOf" srcId="{25FA01BC-0C73-734A-A8A7-7DCBB7E550E5}" destId="{258EB59D-F21D-8B48-BE68-A9527BAC98FE}" srcOrd="0" destOrd="0" presId="urn:microsoft.com/office/officeart/2005/8/layout/radial1"/>
    <dgm:cxn modelId="{76747094-30F0-9D4F-8A4D-29F5C32F0C80}" type="presOf" srcId="{29D3C6D0-A2ED-FF47-A063-739A5D65CAE5}" destId="{A018ACD3-7247-F344-A59D-786ECABC3125}" srcOrd="0" destOrd="0" presId="urn:microsoft.com/office/officeart/2005/8/layout/radial1"/>
    <dgm:cxn modelId="{7D553199-199D-CF4D-BFFF-8AC53533B515}" type="presOf" srcId="{7E60949C-04F1-3743-916E-E9B87B294FE0}" destId="{03E222C7-FC16-504F-B7C5-D107C4C37FA3}" srcOrd="0" destOrd="0" presId="urn:microsoft.com/office/officeart/2005/8/layout/radial1"/>
    <dgm:cxn modelId="{B294209C-D99D-4744-B8F3-661F6EA91395}" type="presOf" srcId="{632A232D-7F20-9F41-8D19-3603349AFA3C}" destId="{BFD5B982-06FC-D54A-AEA8-6C0453F38498}" srcOrd="0" destOrd="0" presId="urn:microsoft.com/office/officeart/2005/8/layout/radial1"/>
    <dgm:cxn modelId="{4E0C9BA3-20AA-934D-878C-9DA275AB66C0}" type="presOf" srcId="{4BCA16B3-A8B2-6543-8489-EA489F011A12}" destId="{0905A1A7-D156-0A47-8FA5-E2E95257D084}" srcOrd="0" destOrd="0" presId="urn:microsoft.com/office/officeart/2005/8/layout/radial1"/>
    <dgm:cxn modelId="{A8A0C1A5-0A1D-3A40-9B74-77D649E2528B}" type="presOf" srcId="{9CE9F970-ED10-D04D-B37D-C6F9463FFF99}" destId="{DAEBCFAE-EAA1-954F-9BFD-4771AB3080F9}" srcOrd="1" destOrd="0" presId="urn:microsoft.com/office/officeart/2005/8/layout/radial1"/>
    <dgm:cxn modelId="{5CA129A6-68CE-154A-9DF8-DC0AAF68A64D}" type="presOf" srcId="{2CA70F79-F21A-D844-BA9D-5DC0D42DA28B}" destId="{36CCC1C6-5813-F64C-AB97-AB31FD4F0D11}" srcOrd="0" destOrd="0" presId="urn:microsoft.com/office/officeart/2005/8/layout/radial1"/>
    <dgm:cxn modelId="{822C91AA-D291-A648-81E1-BD78461E584B}" type="presOf" srcId="{B8E80982-A43C-9442-AFAA-D9E4F39A313E}" destId="{FE4A6F2F-3019-9144-A5C4-04EE00F43196}" srcOrd="0" destOrd="0" presId="urn:microsoft.com/office/officeart/2005/8/layout/radial1"/>
    <dgm:cxn modelId="{2BA9F1AE-1281-3B48-AA24-4779E4008DA0}" srcId="{4E92B8CF-A477-794B-A963-6208F0AC0B07}" destId="{2C901002-2105-1544-A885-AAF9F58F6ACD}" srcOrd="5" destOrd="0" parTransId="{82B9898C-F96A-F74B-AA3A-E4EF5151457F}" sibTransId="{6453040F-4F56-4D40-8EC5-1661D72A72EF}"/>
    <dgm:cxn modelId="{72E760BC-F3B2-DD44-AB74-6295D1170A59}" srcId="{4E92B8CF-A477-794B-A963-6208F0AC0B07}" destId="{111D1336-7ADC-BC46-994F-B40C26474814}" srcOrd="0" destOrd="0" parTransId="{7E60949C-04F1-3743-916E-E9B87B294FE0}" sibTransId="{6ABCE5D8-5309-4447-B03E-2015B581EAE0}"/>
    <dgm:cxn modelId="{16F902BF-3571-384D-8C3A-75D9C1CD3902}" type="presOf" srcId="{0FD5E375-80A4-7A40-B4A9-EAA472DCED94}" destId="{2CF150E9-2F4D-DE48-9601-7AD1E098F307}" srcOrd="0" destOrd="0" presId="urn:microsoft.com/office/officeart/2005/8/layout/radial1"/>
    <dgm:cxn modelId="{7A9D5BC1-F992-9241-A7E1-86DB7124F318}" type="presOf" srcId="{3493DB7D-32EB-DC49-BC68-65AD0576F29B}" destId="{BF31C5BA-825C-C44C-86AC-ABAEECF0F691}" srcOrd="0" destOrd="0" presId="urn:microsoft.com/office/officeart/2005/8/layout/radial1"/>
    <dgm:cxn modelId="{E25920C2-3351-EA44-8ACA-A1EF7299E796}" srcId="{B1D859B0-74CF-E948-A360-1EB73C58F636}" destId="{4E92B8CF-A477-794B-A963-6208F0AC0B07}" srcOrd="0" destOrd="0" parTransId="{2845AA94-B475-C744-8DD5-4242FC13F73F}" sibTransId="{14E516F1-06F1-3B4F-8369-0F9DC1F0E6E5}"/>
    <dgm:cxn modelId="{79AC88C2-C6B8-3D48-9225-74DBC3F03630}" srcId="{4E92B8CF-A477-794B-A963-6208F0AC0B07}" destId="{510A698C-2DCC-1148-9D2D-8AA8473188EE}" srcOrd="6" destOrd="0" parTransId="{4BCA16B3-A8B2-6543-8489-EA489F011A12}" sibTransId="{B291602F-EF8D-3849-9B70-EA9A11B5DA86}"/>
    <dgm:cxn modelId="{8C07ABD0-8A17-1249-9972-1FD9E04DB1E4}" type="presOf" srcId="{9CE9F970-ED10-D04D-B37D-C6F9463FFF99}" destId="{7A7EEB48-F08F-C846-910E-127427CB0E97}" srcOrd="0" destOrd="0" presId="urn:microsoft.com/office/officeart/2005/8/layout/radial1"/>
    <dgm:cxn modelId="{FF44B7D2-8014-9848-A372-BC73D7B95F90}" type="presOf" srcId="{612979DB-F5B9-DE48-97A7-76751F0655FC}" destId="{A679DA24-004B-054E-A723-82F2A43E61DE}" srcOrd="0" destOrd="0" presId="urn:microsoft.com/office/officeart/2005/8/layout/radial1"/>
    <dgm:cxn modelId="{EFFC7EDF-AEAC-2F4B-881D-E527641CE505}" srcId="{4E92B8CF-A477-794B-A963-6208F0AC0B07}" destId="{A0036B65-B271-7440-B43A-C7E6EB67F64E}" srcOrd="3" destOrd="0" parTransId="{29D3C6D0-A2ED-FF47-A063-739A5D65CAE5}" sibTransId="{591F7EB3-B9BD-8A43-8F01-71F8D9562A3E}"/>
    <dgm:cxn modelId="{713664E7-5274-6C4F-8C40-B3CCA847EC71}" type="presOf" srcId="{82B9898C-F96A-F74B-AA3A-E4EF5151457F}" destId="{7475F43E-68E1-3C41-953D-6DA120C37395}" srcOrd="1" destOrd="0" presId="urn:microsoft.com/office/officeart/2005/8/layout/radial1"/>
    <dgm:cxn modelId="{6499D4E9-D411-F04D-8D66-13D9BADEB953}" type="presOf" srcId="{4E92B8CF-A477-794B-A963-6208F0AC0B07}" destId="{A596462B-8A85-6449-832A-B6F3EA17AF9C}" srcOrd="0" destOrd="0" presId="urn:microsoft.com/office/officeart/2005/8/layout/radial1"/>
    <dgm:cxn modelId="{91D32ADF-A2D3-BB43-B1AE-2AD64F44223D}" type="presParOf" srcId="{6E5DB04E-68EB-9745-8F91-42293BE08ECB}" destId="{A596462B-8A85-6449-832A-B6F3EA17AF9C}" srcOrd="0" destOrd="0" presId="urn:microsoft.com/office/officeart/2005/8/layout/radial1"/>
    <dgm:cxn modelId="{15181C18-C68A-BF41-A9C1-EE318FD8C459}" type="presParOf" srcId="{6E5DB04E-68EB-9745-8F91-42293BE08ECB}" destId="{03E222C7-FC16-504F-B7C5-D107C4C37FA3}" srcOrd="1" destOrd="0" presId="urn:microsoft.com/office/officeart/2005/8/layout/radial1"/>
    <dgm:cxn modelId="{BA91307D-AF72-4544-841A-2D97A42EE636}" type="presParOf" srcId="{03E222C7-FC16-504F-B7C5-D107C4C37FA3}" destId="{A2B97248-04CC-3A46-89FB-A9B1DCC2BA64}" srcOrd="0" destOrd="0" presId="urn:microsoft.com/office/officeart/2005/8/layout/radial1"/>
    <dgm:cxn modelId="{8144B804-D270-634A-AAD9-BBC6150FD7DD}" type="presParOf" srcId="{6E5DB04E-68EB-9745-8F91-42293BE08ECB}" destId="{40E843EE-7F3A-724F-8736-9D4657278603}" srcOrd="2" destOrd="0" presId="urn:microsoft.com/office/officeart/2005/8/layout/radial1"/>
    <dgm:cxn modelId="{858B9088-896E-6148-B6B4-D77ED1561BF0}" type="presParOf" srcId="{6E5DB04E-68EB-9745-8F91-42293BE08ECB}" destId="{BF31C5BA-825C-C44C-86AC-ABAEECF0F691}" srcOrd="3" destOrd="0" presId="urn:microsoft.com/office/officeart/2005/8/layout/radial1"/>
    <dgm:cxn modelId="{0DB3303F-BB04-4A43-9D96-46DDB5BDF0AD}" type="presParOf" srcId="{BF31C5BA-825C-C44C-86AC-ABAEECF0F691}" destId="{CC8899C7-4838-004F-94F3-FE5A389C0E70}" srcOrd="0" destOrd="0" presId="urn:microsoft.com/office/officeart/2005/8/layout/radial1"/>
    <dgm:cxn modelId="{B7129E54-956D-E440-B6AF-88B257E49213}" type="presParOf" srcId="{6E5DB04E-68EB-9745-8F91-42293BE08ECB}" destId="{2CF150E9-2F4D-DE48-9601-7AD1E098F307}" srcOrd="4" destOrd="0" presId="urn:microsoft.com/office/officeart/2005/8/layout/radial1"/>
    <dgm:cxn modelId="{D5F92E18-1EDB-E849-934E-DDDC1E690282}" type="presParOf" srcId="{6E5DB04E-68EB-9745-8F91-42293BE08ECB}" destId="{7A7EEB48-F08F-C846-910E-127427CB0E97}" srcOrd="5" destOrd="0" presId="urn:microsoft.com/office/officeart/2005/8/layout/radial1"/>
    <dgm:cxn modelId="{A5946EE2-C691-8747-97FF-4881216C3B9B}" type="presParOf" srcId="{7A7EEB48-F08F-C846-910E-127427CB0E97}" destId="{DAEBCFAE-EAA1-954F-9BFD-4771AB3080F9}" srcOrd="0" destOrd="0" presId="urn:microsoft.com/office/officeart/2005/8/layout/radial1"/>
    <dgm:cxn modelId="{1B08D5B8-7766-504C-BB53-816887940567}" type="presParOf" srcId="{6E5DB04E-68EB-9745-8F91-42293BE08ECB}" destId="{A679DA24-004B-054E-A723-82F2A43E61DE}" srcOrd="6" destOrd="0" presId="urn:microsoft.com/office/officeart/2005/8/layout/radial1"/>
    <dgm:cxn modelId="{1DC9EF26-373D-344A-AD85-CACF78A7FDD1}" type="presParOf" srcId="{6E5DB04E-68EB-9745-8F91-42293BE08ECB}" destId="{A018ACD3-7247-F344-A59D-786ECABC3125}" srcOrd="7" destOrd="0" presId="urn:microsoft.com/office/officeart/2005/8/layout/radial1"/>
    <dgm:cxn modelId="{84962781-49AC-F34D-9485-C96DF446943D}" type="presParOf" srcId="{A018ACD3-7247-F344-A59D-786ECABC3125}" destId="{28DE58D8-243B-434B-B2AF-192D39299AEC}" srcOrd="0" destOrd="0" presId="urn:microsoft.com/office/officeart/2005/8/layout/radial1"/>
    <dgm:cxn modelId="{68F4201F-DAB0-9B48-97B1-F639BAE747D8}" type="presParOf" srcId="{6E5DB04E-68EB-9745-8F91-42293BE08ECB}" destId="{C2B345CD-E6AC-FD41-B907-84072EBFBFCD}" srcOrd="8" destOrd="0" presId="urn:microsoft.com/office/officeart/2005/8/layout/radial1"/>
    <dgm:cxn modelId="{1497CC0F-BCCF-DB44-BB0F-BA6DE291777E}" type="presParOf" srcId="{6E5DB04E-68EB-9745-8F91-42293BE08ECB}" destId="{258EB59D-F21D-8B48-BE68-A9527BAC98FE}" srcOrd="9" destOrd="0" presId="urn:microsoft.com/office/officeart/2005/8/layout/radial1"/>
    <dgm:cxn modelId="{A97B5556-4AE5-EE4B-B132-24E2403C1697}" type="presParOf" srcId="{258EB59D-F21D-8B48-BE68-A9527BAC98FE}" destId="{CA0BDD47-F082-AE4A-8E00-FFD95C3E0136}" srcOrd="0" destOrd="0" presId="urn:microsoft.com/office/officeart/2005/8/layout/radial1"/>
    <dgm:cxn modelId="{3A1CA7B5-44D8-8145-8F8E-4392B15D6F4C}" type="presParOf" srcId="{6E5DB04E-68EB-9745-8F91-42293BE08ECB}" destId="{36CCC1C6-5813-F64C-AB97-AB31FD4F0D11}" srcOrd="10" destOrd="0" presId="urn:microsoft.com/office/officeart/2005/8/layout/radial1"/>
    <dgm:cxn modelId="{908EA80F-7890-0D43-BF99-0CE6B5FE54C5}" type="presParOf" srcId="{6E5DB04E-68EB-9745-8F91-42293BE08ECB}" destId="{9CE5A00B-A944-2A4F-BA3D-882FB8FD9E80}" srcOrd="11" destOrd="0" presId="urn:microsoft.com/office/officeart/2005/8/layout/radial1"/>
    <dgm:cxn modelId="{F7797D59-F5AC-FC43-A469-FE8B9F13284A}" type="presParOf" srcId="{9CE5A00B-A944-2A4F-BA3D-882FB8FD9E80}" destId="{7475F43E-68E1-3C41-953D-6DA120C37395}" srcOrd="0" destOrd="0" presId="urn:microsoft.com/office/officeart/2005/8/layout/radial1"/>
    <dgm:cxn modelId="{C613E8E6-DE53-FF49-BDD5-6C3788CEFB79}" type="presParOf" srcId="{6E5DB04E-68EB-9745-8F91-42293BE08ECB}" destId="{87D6F9C4-A145-3E40-A87D-2DD614C0556F}" srcOrd="12" destOrd="0" presId="urn:microsoft.com/office/officeart/2005/8/layout/radial1"/>
    <dgm:cxn modelId="{14DFC2B5-BC39-6548-A301-D6E6A359B816}" type="presParOf" srcId="{6E5DB04E-68EB-9745-8F91-42293BE08ECB}" destId="{0905A1A7-D156-0A47-8FA5-E2E95257D084}" srcOrd="13" destOrd="0" presId="urn:microsoft.com/office/officeart/2005/8/layout/radial1"/>
    <dgm:cxn modelId="{BBAAD303-A7D7-4341-9028-69BAF1B97101}" type="presParOf" srcId="{0905A1A7-D156-0A47-8FA5-E2E95257D084}" destId="{8A631F7C-D0CE-BD4C-AC28-0F3530D39C47}" srcOrd="0" destOrd="0" presId="urn:microsoft.com/office/officeart/2005/8/layout/radial1"/>
    <dgm:cxn modelId="{718E2D63-A5BF-E241-978F-2FBE63E80806}" type="presParOf" srcId="{6E5DB04E-68EB-9745-8F91-42293BE08ECB}" destId="{27DF9E2C-67F4-8B45-B686-2CF6803D8F44}" srcOrd="14" destOrd="0" presId="urn:microsoft.com/office/officeart/2005/8/layout/radial1"/>
    <dgm:cxn modelId="{AC34D51B-35B2-334F-B2F8-85058B351FA8}" type="presParOf" srcId="{6E5DB04E-68EB-9745-8F91-42293BE08ECB}" destId="{BFD5B982-06FC-D54A-AEA8-6C0453F38498}" srcOrd="15" destOrd="0" presId="urn:microsoft.com/office/officeart/2005/8/layout/radial1"/>
    <dgm:cxn modelId="{AFBCE733-15B2-E349-8390-6BA32520BB4A}" type="presParOf" srcId="{BFD5B982-06FC-D54A-AEA8-6C0453F38498}" destId="{A3763BDB-80D8-4A4C-9154-CFEEAB11EF91}" srcOrd="0" destOrd="0" presId="urn:microsoft.com/office/officeart/2005/8/layout/radial1"/>
    <dgm:cxn modelId="{5DA14D26-596B-564D-819B-77031B01EF38}" type="presParOf" srcId="{6E5DB04E-68EB-9745-8F91-42293BE08ECB}" destId="{FE4A6F2F-3019-9144-A5C4-04EE00F43196}" srcOrd="1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D8F0AA8-5367-4ACF-9483-C67547EC497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B3750CEC-A868-4FB2-A554-4303C2DBBD27}">
      <dgm:prSet custT="1"/>
      <dgm:spPr/>
      <dgm:t>
        <a:bodyPr rtlCol="1"/>
        <a:lstStyle/>
        <a:p>
          <a:pPr rtl="1"/>
          <a:r>
            <a:rPr lang="ar" sz="2000" b="1" i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المسؤول التنفيذي لخدمات النظافة </a:t>
          </a:r>
        </a:p>
        <a:p>
          <a:pPr rtl="1"/>
          <a:r>
            <a:rPr lang="ar" sz="1600" b="0" i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يتولى الإشراف على فريق عمليات الإقامة</a:t>
          </a:r>
        </a:p>
      </dgm:t>
    </dgm:pt>
    <dgm:pt modelId="{B0E4AFA0-5DB3-4641-A48E-8FB92AB97C0C}" type="parTrans" cxnId="{4ABFE278-9755-43EE-AFD1-C81BEE1E945B}">
      <dgm:prSet/>
      <dgm:spPr/>
      <dgm:t>
        <a:bodyPr rtlCol="1"/>
        <a:lstStyle/>
        <a:p>
          <a:pPr rtl="1"/>
          <a:endParaRPr lang="en-US"/>
        </a:p>
      </dgm:t>
    </dgm:pt>
    <dgm:pt modelId="{C3BF5479-DBFC-42D6-9289-14F598537C16}" type="sibTrans" cxnId="{4ABFE278-9755-43EE-AFD1-C81BEE1E945B}">
      <dgm:prSet/>
      <dgm:spPr/>
      <dgm:t>
        <a:bodyPr rtlCol="1"/>
        <a:lstStyle/>
        <a:p>
          <a:pPr rtl="1"/>
          <a:endParaRPr lang="en-US"/>
        </a:p>
      </dgm:t>
    </dgm:pt>
    <dgm:pt modelId="{03535596-F697-452E-8C76-2231FBF96E54}">
      <dgm:prSet custT="1"/>
      <dgm:spPr/>
      <dgm:t>
        <a:bodyPr rtlCol="1"/>
        <a:lstStyle/>
        <a:p>
          <a:pPr rtl="1"/>
          <a:r>
            <a:rPr lang="ar" sz="2000" b="1" i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مشرف الطابق </a:t>
          </a:r>
        </a:p>
        <a:p>
          <a:pPr rtl="1"/>
          <a:r>
            <a:rPr lang="ar" sz="1600" b="0" i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يتولى المسؤولية عن فريق عمال الغرف في طابق معين من شركة الضيافة</a:t>
          </a:r>
          <a:endParaRPr lang="en-US" sz="1600" b="0" i="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331574FE-85F0-4760-A82A-B4F3D1A184E9}" type="parTrans" cxnId="{76489728-059C-46C3-A2BB-6746BC68D7F4}">
      <dgm:prSet/>
      <dgm:spPr/>
      <dgm:t>
        <a:bodyPr rtlCol="1"/>
        <a:lstStyle/>
        <a:p>
          <a:pPr rtl="1"/>
          <a:endParaRPr lang="en-US"/>
        </a:p>
      </dgm:t>
    </dgm:pt>
    <dgm:pt modelId="{59E7B038-900F-4B19-A12C-EFD89BB23611}" type="sibTrans" cxnId="{76489728-059C-46C3-A2BB-6746BC68D7F4}">
      <dgm:prSet/>
      <dgm:spPr/>
      <dgm:t>
        <a:bodyPr rtlCol="1"/>
        <a:lstStyle/>
        <a:p>
          <a:pPr rtl="1"/>
          <a:endParaRPr lang="en-US"/>
        </a:p>
      </dgm:t>
    </dgm:pt>
    <dgm:pt modelId="{8C9F1347-3B72-4CDA-BADD-49A2C2B5CCE2}">
      <dgm:prSet custT="1"/>
      <dgm:spPr/>
      <dgm:t>
        <a:bodyPr rtlCol="1"/>
        <a:lstStyle/>
        <a:p>
          <a:pPr rtl="1"/>
          <a:r>
            <a:rPr lang="ar" sz="2000" b="1" i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عمال الغرف وعمال التنظيف </a:t>
          </a:r>
        </a:p>
        <a:p>
          <a:pPr rtl="1"/>
          <a:r>
            <a:rPr lang="ar" sz="1600" b="0" i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الموظفون التنفيذيون المسؤولون عن أداء مهام التنظيف في الأماكن العامة والغرف</a:t>
          </a:r>
          <a:endParaRPr lang="en-US" sz="1600" b="0" i="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0502A7DE-8C9B-443E-92E7-E785787268E6}" type="parTrans" cxnId="{74D5292B-C6A6-4C3B-B842-D1DE5F9A0C19}">
      <dgm:prSet/>
      <dgm:spPr/>
      <dgm:t>
        <a:bodyPr rtlCol="1"/>
        <a:lstStyle/>
        <a:p>
          <a:pPr rtl="1"/>
          <a:endParaRPr lang="en-US"/>
        </a:p>
      </dgm:t>
    </dgm:pt>
    <dgm:pt modelId="{33894B35-12F9-46A1-84D2-62C9FA2B55AF}" type="sibTrans" cxnId="{74D5292B-C6A6-4C3B-B842-D1DE5F9A0C19}">
      <dgm:prSet/>
      <dgm:spPr/>
      <dgm:t>
        <a:bodyPr rtlCol="1"/>
        <a:lstStyle/>
        <a:p>
          <a:pPr rtl="1"/>
          <a:endParaRPr lang="en-US"/>
        </a:p>
      </dgm:t>
    </dgm:pt>
    <dgm:pt modelId="{1D8AE6D7-6FB3-46B3-AAF6-11FB6E098F44}">
      <dgm:prSet custT="1"/>
      <dgm:spPr/>
      <dgm:t>
        <a:bodyPr rtlCol="1"/>
        <a:lstStyle/>
        <a:p>
          <a:pPr rtl="1"/>
          <a:r>
            <a:rPr lang="ar" sz="2000" b="1" i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حاملو الشراشف</a:t>
          </a:r>
        </a:p>
        <a:p>
          <a:pPr rtl="1"/>
          <a:r>
            <a:rPr lang="ar" sz="1600" b="1" i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lang="ar" sz="1600" b="0" i="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الموظفون التنفيذيون المسؤولون عن ضمان توفير الشراشف لخدمة غرف الضيوف</a:t>
          </a:r>
          <a:endParaRPr lang="en-US" sz="1600" b="0" i="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A515750C-F685-4568-B0CB-29B675F81C16}" type="parTrans" cxnId="{F4A03F7B-21ED-428A-870C-8E89626D23A2}">
      <dgm:prSet/>
      <dgm:spPr/>
      <dgm:t>
        <a:bodyPr rtlCol="1"/>
        <a:lstStyle/>
        <a:p>
          <a:pPr rtl="1"/>
          <a:endParaRPr lang="en-US"/>
        </a:p>
      </dgm:t>
    </dgm:pt>
    <dgm:pt modelId="{AA6C0E1E-2618-400F-952B-1ACC9DF37381}" type="sibTrans" cxnId="{F4A03F7B-21ED-428A-870C-8E89626D23A2}">
      <dgm:prSet/>
      <dgm:spPr/>
      <dgm:t>
        <a:bodyPr rtlCol="1"/>
        <a:lstStyle/>
        <a:p>
          <a:pPr rtl="1"/>
          <a:endParaRPr lang="en-US"/>
        </a:p>
      </dgm:t>
    </dgm:pt>
    <dgm:pt modelId="{63CF5014-4ECA-2E45-ADCD-EEA712A9E6A3}" type="pres">
      <dgm:prSet presAssocID="{AD8F0AA8-5367-4ACF-9483-C67547EC4979}" presName="diagram" presStyleCnt="0">
        <dgm:presLayoutVars>
          <dgm:dir val="rev"/>
          <dgm:resizeHandles val="exact"/>
        </dgm:presLayoutVars>
      </dgm:prSet>
      <dgm:spPr/>
    </dgm:pt>
    <dgm:pt modelId="{C244ACCE-944D-CE48-8952-6E32E906A4E5}" type="pres">
      <dgm:prSet presAssocID="{B3750CEC-A868-4FB2-A554-4303C2DBBD27}" presName="node" presStyleLbl="node1" presStyleIdx="0" presStyleCnt="4">
        <dgm:presLayoutVars>
          <dgm:bulletEnabled val="1"/>
        </dgm:presLayoutVars>
      </dgm:prSet>
      <dgm:spPr/>
    </dgm:pt>
    <dgm:pt modelId="{1B4144BC-33F2-E845-BA73-BA766DC75A07}" type="pres">
      <dgm:prSet presAssocID="{C3BF5479-DBFC-42D6-9289-14F598537C16}" presName="sibTrans" presStyleCnt="0"/>
      <dgm:spPr/>
    </dgm:pt>
    <dgm:pt modelId="{A0D16B0B-E171-DE4D-8B84-EBAEFD32EA49}" type="pres">
      <dgm:prSet presAssocID="{03535596-F697-452E-8C76-2231FBF96E54}" presName="node" presStyleLbl="node1" presStyleIdx="1" presStyleCnt="4" custLinFactNeighborX="-183" custLinFactNeighborY="-1763">
        <dgm:presLayoutVars>
          <dgm:bulletEnabled val="1"/>
        </dgm:presLayoutVars>
      </dgm:prSet>
      <dgm:spPr/>
    </dgm:pt>
    <dgm:pt modelId="{ABCDFBA7-82B9-D74B-811A-0D634DC9DA0A}" type="pres">
      <dgm:prSet presAssocID="{59E7B038-900F-4B19-A12C-EFD89BB23611}" presName="sibTrans" presStyleCnt="0"/>
      <dgm:spPr/>
    </dgm:pt>
    <dgm:pt modelId="{4DBA500E-098B-D742-9034-042CD607C50F}" type="pres">
      <dgm:prSet presAssocID="{8C9F1347-3B72-4CDA-BADD-49A2C2B5CCE2}" presName="node" presStyleLbl="node1" presStyleIdx="2" presStyleCnt="4">
        <dgm:presLayoutVars>
          <dgm:bulletEnabled val="1"/>
        </dgm:presLayoutVars>
      </dgm:prSet>
      <dgm:spPr/>
    </dgm:pt>
    <dgm:pt modelId="{CBF50EC0-5C2F-CD4F-B9DD-7959C3150A21}" type="pres">
      <dgm:prSet presAssocID="{33894B35-12F9-46A1-84D2-62C9FA2B55AF}" presName="sibTrans" presStyleCnt="0"/>
      <dgm:spPr/>
    </dgm:pt>
    <dgm:pt modelId="{61A9D7A7-81F9-A349-9C52-39BC6B8E31A3}" type="pres">
      <dgm:prSet presAssocID="{1D8AE6D7-6FB3-46B3-AAF6-11FB6E098F44}" presName="node" presStyleLbl="node1" presStyleIdx="3" presStyleCnt="4">
        <dgm:presLayoutVars>
          <dgm:bulletEnabled val="1"/>
        </dgm:presLayoutVars>
      </dgm:prSet>
      <dgm:spPr/>
    </dgm:pt>
  </dgm:ptLst>
  <dgm:cxnLst>
    <dgm:cxn modelId="{F43AE522-73D1-EB43-ABAF-95B817389C27}" type="presOf" srcId="{AD8F0AA8-5367-4ACF-9483-C67547EC4979}" destId="{63CF5014-4ECA-2E45-ADCD-EEA712A9E6A3}" srcOrd="0" destOrd="0" presId="urn:microsoft.com/office/officeart/2005/8/layout/default"/>
    <dgm:cxn modelId="{76489728-059C-46C3-A2BB-6746BC68D7F4}" srcId="{AD8F0AA8-5367-4ACF-9483-C67547EC4979}" destId="{03535596-F697-452E-8C76-2231FBF96E54}" srcOrd="1" destOrd="0" parTransId="{331574FE-85F0-4760-A82A-B4F3D1A184E9}" sibTransId="{59E7B038-900F-4B19-A12C-EFD89BB23611}"/>
    <dgm:cxn modelId="{6361EC29-AC3B-4B43-80A8-09C8D21506E3}" type="presOf" srcId="{8C9F1347-3B72-4CDA-BADD-49A2C2B5CCE2}" destId="{4DBA500E-098B-D742-9034-042CD607C50F}" srcOrd="0" destOrd="0" presId="urn:microsoft.com/office/officeart/2005/8/layout/default"/>
    <dgm:cxn modelId="{74D5292B-C6A6-4C3B-B842-D1DE5F9A0C19}" srcId="{AD8F0AA8-5367-4ACF-9483-C67547EC4979}" destId="{8C9F1347-3B72-4CDA-BADD-49A2C2B5CCE2}" srcOrd="2" destOrd="0" parTransId="{0502A7DE-8C9B-443E-92E7-E785787268E6}" sibTransId="{33894B35-12F9-46A1-84D2-62C9FA2B55AF}"/>
    <dgm:cxn modelId="{4ABFE278-9755-43EE-AFD1-C81BEE1E945B}" srcId="{AD8F0AA8-5367-4ACF-9483-C67547EC4979}" destId="{B3750CEC-A868-4FB2-A554-4303C2DBBD27}" srcOrd="0" destOrd="0" parTransId="{B0E4AFA0-5DB3-4641-A48E-8FB92AB97C0C}" sibTransId="{C3BF5479-DBFC-42D6-9289-14F598537C16}"/>
    <dgm:cxn modelId="{F4A03F7B-21ED-428A-870C-8E89626D23A2}" srcId="{AD8F0AA8-5367-4ACF-9483-C67547EC4979}" destId="{1D8AE6D7-6FB3-46B3-AAF6-11FB6E098F44}" srcOrd="3" destOrd="0" parTransId="{A515750C-F685-4568-B0CB-29B675F81C16}" sibTransId="{AA6C0E1E-2618-400F-952B-1ACC9DF37381}"/>
    <dgm:cxn modelId="{87343398-B9D8-8D4D-AA7A-F97064AFA7DC}" type="presOf" srcId="{1D8AE6D7-6FB3-46B3-AAF6-11FB6E098F44}" destId="{61A9D7A7-81F9-A349-9C52-39BC6B8E31A3}" srcOrd="0" destOrd="0" presId="urn:microsoft.com/office/officeart/2005/8/layout/default"/>
    <dgm:cxn modelId="{EE15C3C6-3228-C74A-B4AC-B15DB00FF78E}" type="presOf" srcId="{B3750CEC-A868-4FB2-A554-4303C2DBBD27}" destId="{C244ACCE-944D-CE48-8952-6E32E906A4E5}" srcOrd="0" destOrd="0" presId="urn:microsoft.com/office/officeart/2005/8/layout/default"/>
    <dgm:cxn modelId="{8BD680CB-BAD1-F149-812C-BF3A09D32384}" type="presOf" srcId="{03535596-F697-452E-8C76-2231FBF96E54}" destId="{A0D16B0B-E171-DE4D-8B84-EBAEFD32EA49}" srcOrd="0" destOrd="0" presId="urn:microsoft.com/office/officeart/2005/8/layout/default"/>
    <dgm:cxn modelId="{4A31300A-712E-8547-8130-BD508831B9D2}" type="presParOf" srcId="{63CF5014-4ECA-2E45-ADCD-EEA712A9E6A3}" destId="{C244ACCE-944D-CE48-8952-6E32E906A4E5}" srcOrd="0" destOrd="0" presId="urn:microsoft.com/office/officeart/2005/8/layout/default"/>
    <dgm:cxn modelId="{E353741F-F73A-8740-9AC5-AA7C4FA45087}" type="presParOf" srcId="{63CF5014-4ECA-2E45-ADCD-EEA712A9E6A3}" destId="{1B4144BC-33F2-E845-BA73-BA766DC75A07}" srcOrd="1" destOrd="0" presId="urn:microsoft.com/office/officeart/2005/8/layout/default"/>
    <dgm:cxn modelId="{AAE07659-1099-6B4E-9A85-B28BD6FCDF55}" type="presParOf" srcId="{63CF5014-4ECA-2E45-ADCD-EEA712A9E6A3}" destId="{A0D16B0B-E171-DE4D-8B84-EBAEFD32EA49}" srcOrd="2" destOrd="0" presId="urn:microsoft.com/office/officeart/2005/8/layout/default"/>
    <dgm:cxn modelId="{0B3ADF64-A40A-2444-BC07-CE39FF6E33FF}" type="presParOf" srcId="{63CF5014-4ECA-2E45-ADCD-EEA712A9E6A3}" destId="{ABCDFBA7-82B9-D74B-811A-0D634DC9DA0A}" srcOrd="3" destOrd="0" presId="urn:microsoft.com/office/officeart/2005/8/layout/default"/>
    <dgm:cxn modelId="{33E6FD17-83AF-DD43-AB83-57D5B8FFD133}" type="presParOf" srcId="{63CF5014-4ECA-2E45-ADCD-EEA712A9E6A3}" destId="{4DBA500E-098B-D742-9034-042CD607C50F}" srcOrd="4" destOrd="0" presId="urn:microsoft.com/office/officeart/2005/8/layout/default"/>
    <dgm:cxn modelId="{BBC90405-31F4-FA46-9C27-CF75270EDE56}" type="presParOf" srcId="{63CF5014-4ECA-2E45-ADCD-EEA712A9E6A3}" destId="{CBF50EC0-5C2F-CD4F-B9DD-7959C3150A21}" srcOrd="5" destOrd="0" presId="urn:microsoft.com/office/officeart/2005/8/layout/default"/>
    <dgm:cxn modelId="{CDF2F9FE-63C8-9043-9CCF-CFEA810C154B}" type="presParOf" srcId="{63CF5014-4ECA-2E45-ADCD-EEA712A9E6A3}" destId="{61A9D7A7-81F9-A349-9C52-39BC6B8E31A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5936A16-FD0A-4F05-AED9-575926F07662}" type="doc">
      <dgm:prSet loTypeId="urn:microsoft.com/office/officeart/2005/8/layout/list1" loCatId="list" qsTypeId="urn:microsoft.com/office/officeart/2005/8/quickstyle/simple5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980F4422-FD07-4174-8232-B21F450AD89E}">
      <dgm:prSet custT="1"/>
      <dgm:spPr/>
      <dgm:t>
        <a:bodyPr rtlCol="1"/>
        <a:lstStyle/>
        <a:p>
          <a:pPr rtl="1"/>
          <a:r>
            <a:rPr lang="ar" sz="18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جداول العمل أو المناوبات</a:t>
          </a:r>
          <a:endParaRPr lang="en-US" sz="18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C8DF82E4-503C-4D29-8861-70BB49053A3A}" type="parTrans" cxnId="{23EA127F-7787-4340-9B2D-2BA11D39B071}">
      <dgm:prSet/>
      <dgm:spPr/>
      <dgm:t>
        <a:bodyPr rtlCol="1"/>
        <a:lstStyle/>
        <a:p>
          <a:pPr rtl="1"/>
          <a:endParaRPr lang="en-US"/>
        </a:p>
      </dgm:t>
    </dgm:pt>
    <dgm:pt modelId="{499E22B7-C12F-4CD9-B0A7-5147B7701384}" type="sibTrans" cxnId="{23EA127F-7787-4340-9B2D-2BA11D39B071}">
      <dgm:prSet/>
      <dgm:spPr/>
      <dgm:t>
        <a:bodyPr rtlCol="1"/>
        <a:lstStyle/>
        <a:p>
          <a:pPr rtl="1"/>
          <a:endParaRPr lang="en-US"/>
        </a:p>
      </dgm:t>
    </dgm:pt>
    <dgm:pt modelId="{24C53C82-ACA7-4A7F-BF37-6D5BD962FD52}">
      <dgm:prSet custT="1"/>
      <dgm:spPr/>
      <dgm:t>
        <a:bodyPr rtlCol="1"/>
        <a:lstStyle/>
        <a:p>
          <a:pPr rtl="1"/>
          <a:r>
            <a:rPr lang="ar" sz="18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تُظهر توزيعات ورديات أعضاء الفريق</a:t>
          </a:r>
          <a:endParaRPr lang="en-US" sz="18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105C4686-C4F5-428A-8F45-C41E436B26FC}" type="parTrans" cxnId="{94E347A2-CD44-46C1-85D4-9BF5EE214A1C}">
      <dgm:prSet/>
      <dgm:spPr/>
      <dgm:t>
        <a:bodyPr rtlCol="1"/>
        <a:lstStyle/>
        <a:p>
          <a:pPr rtl="1"/>
          <a:endParaRPr lang="en-US"/>
        </a:p>
      </dgm:t>
    </dgm:pt>
    <dgm:pt modelId="{1A6A40B3-EAA8-4A55-A212-13E19B55BE02}" type="sibTrans" cxnId="{94E347A2-CD44-46C1-85D4-9BF5EE214A1C}">
      <dgm:prSet/>
      <dgm:spPr/>
      <dgm:t>
        <a:bodyPr rtlCol="1"/>
        <a:lstStyle/>
        <a:p>
          <a:pPr rtl="1"/>
          <a:endParaRPr lang="en-US"/>
        </a:p>
      </dgm:t>
    </dgm:pt>
    <dgm:pt modelId="{060F4D59-A836-4182-B460-D33E7BA995BA}">
      <dgm:prSet custT="1"/>
      <dgm:spPr/>
      <dgm:t>
        <a:bodyPr rtlCol="1"/>
        <a:lstStyle/>
        <a:p>
          <a:pPr rtl="1"/>
          <a:r>
            <a:rPr lang="ar" sz="18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تحليل المهمة</a:t>
          </a:r>
          <a:endParaRPr lang="en-US" sz="18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097AF4AE-71B9-45F6-A1AE-A38B9546714F}" type="parTrans" cxnId="{D758BF00-089A-44F3-A04F-97AA3112EFC0}">
      <dgm:prSet/>
      <dgm:spPr/>
      <dgm:t>
        <a:bodyPr rtlCol="1"/>
        <a:lstStyle/>
        <a:p>
          <a:pPr rtl="1"/>
          <a:endParaRPr lang="en-US"/>
        </a:p>
      </dgm:t>
    </dgm:pt>
    <dgm:pt modelId="{21536CCC-F9B0-4B19-A92C-264773DEF6FB}" type="sibTrans" cxnId="{D758BF00-089A-44F3-A04F-97AA3112EFC0}">
      <dgm:prSet/>
      <dgm:spPr/>
      <dgm:t>
        <a:bodyPr rtlCol="1"/>
        <a:lstStyle/>
        <a:p>
          <a:pPr rtl="1"/>
          <a:endParaRPr lang="en-US"/>
        </a:p>
      </dgm:t>
    </dgm:pt>
    <dgm:pt modelId="{2607E502-67E8-4098-BD13-68D554D607EB}">
      <dgm:prSet custT="1"/>
      <dgm:spPr/>
      <dgm:t>
        <a:bodyPr rtlCol="1"/>
        <a:lstStyle/>
        <a:p>
          <a:pPr rtl="1"/>
          <a:r>
            <a:rPr lang="ar" sz="18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يُظهر مدى نجاح الموظفين في إتمام المهام</a:t>
          </a:r>
          <a:endParaRPr lang="en-US" sz="18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6CB4CD89-6BBA-43B9-8846-5E18500365B2}" type="parTrans" cxnId="{0A028BA5-4CC1-44F2-9009-34AB13D39F68}">
      <dgm:prSet/>
      <dgm:spPr/>
      <dgm:t>
        <a:bodyPr rtlCol="1"/>
        <a:lstStyle/>
        <a:p>
          <a:pPr rtl="1"/>
          <a:endParaRPr lang="en-US"/>
        </a:p>
      </dgm:t>
    </dgm:pt>
    <dgm:pt modelId="{053126A0-5F21-47D8-834D-2EE37011C6CA}" type="sibTrans" cxnId="{0A028BA5-4CC1-44F2-9009-34AB13D39F68}">
      <dgm:prSet/>
      <dgm:spPr/>
      <dgm:t>
        <a:bodyPr rtlCol="1"/>
        <a:lstStyle/>
        <a:p>
          <a:pPr rtl="1"/>
          <a:endParaRPr lang="en-US"/>
        </a:p>
      </dgm:t>
    </dgm:pt>
    <dgm:pt modelId="{3F9539B5-16FD-4DF8-A012-3D286D63778C}">
      <dgm:prSet custT="1"/>
      <dgm:spPr/>
      <dgm:t>
        <a:bodyPr rtlCol="1"/>
        <a:lstStyle/>
        <a:p>
          <a:pPr rtl="1"/>
          <a:r>
            <a:rPr lang="ar" sz="18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بطاقات إجراءات العمل</a:t>
          </a:r>
          <a:endParaRPr lang="en-US" sz="18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84919532-BC71-4FC7-B275-5164874462D0}" type="parTrans" cxnId="{041219D6-F986-45B1-8D2E-AF2DC2BDDA7E}">
      <dgm:prSet/>
      <dgm:spPr/>
      <dgm:t>
        <a:bodyPr rtlCol="1"/>
        <a:lstStyle/>
        <a:p>
          <a:pPr rtl="1"/>
          <a:endParaRPr lang="en-US"/>
        </a:p>
      </dgm:t>
    </dgm:pt>
    <dgm:pt modelId="{BEB17E0B-4B6D-4BE2-AE22-2F53DAEA91E7}" type="sibTrans" cxnId="{041219D6-F986-45B1-8D2E-AF2DC2BDDA7E}">
      <dgm:prSet/>
      <dgm:spPr/>
      <dgm:t>
        <a:bodyPr rtlCol="1"/>
        <a:lstStyle/>
        <a:p>
          <a:pPr rtl="1"/>
          <a:endParaRPr lang="en-US"/>
        </a:p>
      </dgm:t>
    </dgm:pt>
    <dgm:pt modelId="{A0E97314-D0CD-4C07-AE3F-152401A14AA3}">
      <dgm:prSet custT="1"/>
      <dgm:spPr/>
      <dgm:t>
        <a:bodyPr rtlCol="1"/>
        <a:lstStyle/>
        <a:p>
          <a:pPr rtl="1"/>
          <a:r>
            <a:rPr lang="ar" sz="18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توضح بالتفصيل كيفية تنفيذ مهام محددة</a:t>
          </a:r>
          <a:endParaRPr lang="en-US" sz="18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BD42CFCF-3E37-4107-B47C-1336CFE3813C}" type="parTrans" cxnId="{CA672697-F334-4F94-A65A-96D050F2EDB8}">
      <dgm:prSet/>
      <dgm:spPr/>
      <dgm:t>
        <a:bodyPr rtlCol="1"/>
        <a:lstStyle/>
        <a:p>
          <a:pPr rtl="1"/>
          <a:endParaRPr lang="en-US"/>
        </a:p>
      </dgm:t>
    </dgm:pt>
    <dgm:pt modelId="{4BEDB215-BBBD-40EA-96C2-969E422051FE}" type="sibTrans" cxnId="{CA672697-F334-4F94-A65A-96D050F2EDB8}">
      <dgm:prSet/>
      <dgm:spPr/>
      <dgm:t>
        <a:bodyPr rtlCol="1"/>
        <a:lstStyle/>
        <a:p>
          <a:pPr rtl="1"/>
          <a:endParaRPr lang="en-US"/>
        </a:p>
      </dgm:t>
    </dgm:pt>
    <dgm:pt modelId="{532F2A0D-396C-4C6A-9D90-081C42A14A06}">
      <dgm:prSet custT="1"/>
      <dgm:spPr/>
      <dgm:t>
        <a:bodyPr rtlCol="1"/>
        <a:lstStyle/>
        <a:p>
          <a:pPr rtl="1"/>
          <a:r>
            <a:rPr lang="ar" sz="18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جداول التنظيف</a:t>
          </a:r>
          <a:endParaRPr lang="en-US" sz="18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693D3342-246B-46B7-BC70-628342F6122B}" type="parTrans" cxnId="{1ADFAE5E-2834-45C0-AC67-0B5554413945}">
      <dgm:prSet/>
      <dgm:spPr/>
      <dgm:t>
        <a:bodyPr rtlCol="1"/>
        <a:lstStyle/>
        <a:p>
          <a:pPr rtl="1"/>
          <a:endParaRPr lang="en-US"/>
        </a:p>
      </dgm:t>
    </dgm:pt>
    <dgm:pt modelId="{8B06AF4B-DA14-4C23-B411-BA860A345F67}" type="sibTrans" cxnId="{1ADFAE5E-2834-45C0-AC67-0B5554413945}">
      <dgm:prSet/>
      <dgm:spPr/>
      <dgm:t>
        <a:bodyPr rtlCol="1"/>
        <a:lstStyle/>
        <a:p>
          <a:pPr rtl="1"/>
          <a:endParaRPr lang="en-US"/>
        </a:p>
      </dgm:t>
    </dgm:pt>
    <dgm:pt modelId="{A553DBFD-BB04-449E-B9F7-04D8BD389C82}">
      <dgm:prSet custT="1"/>
      <dgm:spPr/>
      <dgm:t>
        <a:bodyPr rtlCol="1"/>
        <a:lstStyle/>
        <a:p>
          <a:pPr rtl="1"/>
          <a:r>
            <a:rPr lang="ar" sz="18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تقدّم التفاصيل حول توقيت تنظيف المناطق أو العناصر</a:t>
          </a:r>
          <a:endParaRPr lang="en-US" sz="18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6CE61D28-ACB9-42C5-8706-A62004E1585F}" type="parTrans" cxnId="{F30180CA-6CBE-41C3-B014-8683EDA58010}">
      <dgm:prSet/>
      <dgm:spPr/>
      <dgm:t>
        <a:bodyPr rtlCol="1"/>
        <a:lstStyle/>
        <a:p>
          <a:pPr rtl="1"/>
          <a:endParaRPr lang="en-US"/>
        </a:p>
      </dgm:t>
    </dgm:pt>
    <dgm:pt modelId="{E6CD9E48-943B-4220-92C8-2BFA06306F07}" type="sibTrans" cxnId="{F30180CA-6CBE-41C3-B014-8683EDA58010}">
      <dgm:prSet/>
      <dgm:spPr/>
      <dgm:t>
        <a:bodyPr rtlCol="1"/>
        <a:lstStyle/>
        <a:p>
          <a:pPr rtl="1"/>
          <a:endParaRPr lang="en-US"/>
        </a:p>
      </dgm:t>
    </dgm:pt>
    <dgm:pt modelId="{3DE886DD-6F17-4A24-B881-8AD69A408444}">
      <dgm:prSet custT="1"/>
      <dgm:spPr/>
      <dgm:t>
        <a:bodyPr rtlCol="1"/>
        <a:lstStyle/>
        <a:p>
          <a:pPr rtl="1"/>
          <a:r>
            <a:rPr lang="ar" sz="18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القوائم المرجعية</a:t>
          </a:r>
          <a:endParaRPr lang="en-US" sz="18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0585D04E-36BF-42F5-996C-0DA7F925EEC6}" type="parTrans" cxnId="{1FBF40EE-B8B5-40A3-9630-1253011CD4DC}">
      <dgm:prSet/>
      <dgm:spPr/>
      <dgm:t>
        <a:bodyPr rtlCol="1"/>
        <a:lstStyle/>
        <a:p>
          <a:pPr rtl="1"/>
          <a:endParaRPr lang="en-US"/>
        </a:p>
      </dgm:t>
    </dgm:pt>
    <dgm:pt modelId="{DFB64D14-AFBD-4134-B8D5-F01AA6557008}" type="sibTrans" cxnId="{1FBF40EE-B8B5-40A3-9630-1253011CD4DC}">
      <dgm:prSet/>
      <dgm:spPr/>
      <dgm:t>
        <a:bodyPr rtlCol="1"/>
        <a:lstStyle/>
        <a:p>
          <a:pPr rtl="1"/>
          <a:endParaRPr lang="en-US"/>
        </a:p>
      </dgm:t>
    </dgm:pt>
    <dgm:pt modelId="{8F9AB2BC-5A22-4E5A-B756-B7DB3DF86AB0}">
      <dgm:prSet custT="1"/>
      <dgm:spPr/>
      <dgm:t>
        <a:bodyPr rtlCol="1"/>
        <a:lstStyle/>
        <a:p>
          <a:pPr rtl="1"/>
          <a:r>
            <a:rPr lang="ar" sz="18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تُستخدم لمراقبة إنجاز جميع الوظائف </a:t>
          </a:r>
          <a:endParaRPr lang="en-US" sz="18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6B41B040-E85B-40C6-81E7-B3A4B94E7747}" type="parTrans" cxnId="{EB549BDD-4C5D-4427-9D6C-8BF080B87F76}">
      <dgm:prSet/>
      <dgm:spPr/>
      <dgm:t>
        <a:bodyPr rtlCol="1"/>
        <a:lstStyle/>
        <a:p>
          <a:pPr rtl="1"/>
          <a:endParaRPr lang="en-US"/>
        </a:p>
      </dgm:t>
    </dgm:pt>
    <dgm:pt modelId="{6CE53434-62A8-42A8-937C-265D29589E71}" type="sibTrans" cxnId="{EB549BDD-4C5D-4427-9D6C-8BF080B87F76}">
      <dgm:prSet/>
      <dgm:spPr/>
      <dgm:t>
        <a:bodyPr rtlCol="1"/>
        <a:lstStyle/>
        <a:p>
          <a:pPr rtl="1"/>
          <a:endParaRPr lang="en-US"/>
        </a:p>
      </dgm:t>
    </dgm:pt>
    <dgm:pt modelId="{C3B8442F-9635-B44A-A4FF-10E4DC9C04A6}" type="pres">
      <dgm:prSet presAssocID="{D5936A16-FD0A-4F05-AED9-575926F07662}" presName="linear" presStyleCnt="0">
        <dgm:presLayoutVars>
          <dgm:dir val="rev"/>
          <dgm:animLvl val="lvl"/>
          <dgm:resizeHandles val="exact"/>
        </dgm:presLayoutVars>
      </dgm:prSet>
      <dgm:spPr/>
    </dgm:pt>
    <dgm:pt modelId="{FBF54196-97FE-E745-9624-1116213C72AE}" type="pres">
      <dgm:prSet presAssocID="{980F4422-FD07-4174-8232-B21F450AD89E}" presName="parentLin" presStyleCnt="0"/>
      <dgm:spPr/>
    </dgm:pt>
    <dgm:pt modelId="{7ABF057D-A121-6640-80DC-DB55B6453687}" type="pres">
      <dgm:prSet presAssocID="{980F4422-FD07-4174-8232-B21F450AD89E}" presName="parentLeftMargin" presStyleLbl="node1" presStyleIdx="0" presStyleCnt="5"/>
      <dgm:spPr/>
    </dgm:pt>
    <dgm:pt modelId="{E4DB3FEB-89FE-1845-BDA3-2A2C8A7E6E43}" type="pres">
      <dgm:prSet presAssocID="{980F4422-FD07-4174-8232-B21F450AD89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1CBA648-B4C1-9F4C-B9D1-E8730333F7AF}" type="pres">
      <dgm:prSet presAssocID="{980F4422-FD07-4174-8232-B21F450AD89E}" presName="negativeSpace" presStyleCnt="0"/>
      <dgm:spPr/>
    </dgm:pt>
    <dgm:pt modelId="{C34EC9AD-ADA6-1D41-9951-79468F1F3DB6}" type="pres">
      <dgm:prSet presAssocID="{980F4422-FD07-4174-8232-B21F450AD89E}" presName="childText" presStyleLbl="conFgAcc1" presStyleIdx="0" presStyleCnt="5">
        <dgm:presLayoutVars>
          <dgm:bulletEnabled val="1"/>
        </dgm:presLayoutVars>
      </dgm:prSet>
      <dgm:spPr/>
    </dgm:pt>
    <dgm:pt modelId="{BAADBFF6-8DEA-7D48-BD75-8ED0A1EB3F7E}" type="pres">
      <dgm:prSet presAssocID="{499E22B7-C12F-4CD9-B0A7-5147B7701384}" presName="spaceBetweenRectangles" presStyleCnt="0"/>
      <dgm:spPr/>
    </dgm:pt>
    <dgm:pt modelId="{F5D4ADF3-ABF3-3940-A762-8953FA81F1C3}" type="pres">
      <dgm:prSet presAssocID="{060F4D59-A836-4182-B460-D33E7BA995BA}" presName="parentLin" presStyleCnt="0"/>
      <dgm:spPr/>
    </dgm:pt>
    <dgm:pt modelId="{0D741040-7CAB-C94A-B7F1-56B1B0288B2E}" type="pres">
      <dgm:prSet presAssocID="{060F4D59-A836-4182-B460-D33E7BA995BA}" presName="parentLeftMargin" presStyleLbl="node1" presStyleIdx="0" presStyleCnt="5"/>
      <dgm:spPr/>
    </dgm:pt>
    <dgm:pt modelId="{374AA771-9C67-7F4E-8F2A-D9779A9DB814}" type="pres">
      <dgm:prSet presAssocID="{060F4D59-A836-4182-B460-D33E7BA995B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A93BF0A-D98A-7B4B-BC90-C3C46F124E0A}" type="pres">
      <dgm:prSet presAssocID="{060F4D59-A836-4182-B460-D33E7BA995BA}" presName="negativeSpace" presStyleCnt="0"/>
      <dgm:spPr/>
    </dgm:pt>
    <dgm:pt modelId="{B6480279-7DD4-7A41-8B10-E088C1C73E18}" type="pres">
      <dgm:prSet presAssocID="{060F4D59-A836-4182-B460-D33E7BA995BA}" presName="childText" presStyleLbl="conFgAcc1" presStyleIdx="1" presStyleCnt="5">
        <dgm:presLayoutVars>
          <dgm:bulletEnabled val="1"/>
        </dgm:presLayoutVars>
      </dgm:prSet>
      <dgm:spPr/>
    </dgm:pt>
    <dgm:pt modelId="{8D8D0FD6-598E-984F-B1EB-DF8E898F6046}" type="pres">
      <dgm:prSet presAssocID="{21536CCC-F9B0-4B19-A92C-264773DEF6FB}" presName="spaceBetweenRectangles" presStyleCnt="0"/>
      <dgm:spPr/>
    </dgm:pt>
    <dgm:pt modelId="{BB65FD51-C15D-8848-B2ED-EEBE446AE616}" type="pres">
      <dgm:prSet presAssocID="{3F9539B5-16FD-4DF8-A012-3D286D63778C}" presName="parentLin" presStyleCnt="0"/>
      <dgm:spPr/>
    </dgm:pt>
    <dgm:pt modelId="{ECDBFB3B-81CC-2543-BC17-B5619475055B}" type="pres">
      <dgm:prSet presAssocID="{3F9539B5-16FD-4DF8-A012-3D286D63778C}" presName="parentLeftMargin" presStyleLbl="node1" presStyleIdx="1" presStyleCnt="5"/>
      <dgm:spPr/>
    </dgm:pt>
    <dgm:pt modelId="{A82FCA49-EAE0-A14D-BA01-A16BFAED15A5}" type="pres">
      <dgm:prSet presAssocID="{3F9539B5-16FD-4DF8-A012-3D286D63778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C2B3CA4-60A0-E64B-9731-E00AB0A27D8E}" type="pres">
      <dgm:prSet presAssocID="{3F9539B5-16FD-4DF8-A012-3D286D63778C}" presName="negativeSpace" presStyleCnt="0"/>
      <dgm:spPr/>
    </dgm:pt>
    <dgm:pt modelId="{2F9A1AEB-5AB6-A842-B983-B9FD0F8D1BDE}" type="pres">
      <dgm:prSet presAssocID="{3F9539B5-16FD-4DF8-A012-3D286D63778C}" presName="childText" presStyleLbl="conFgAcc1" presStyleIdx="2" presStyleCnt="5">
        <dgm:presLayoutVars>
          <dgm:bulletEnabled val="1"/>
        </dgm:presLayoutVars>
      </dgm:prSet>
      <dgm:spPr/>
    </dgm:pt>
    <dgm:pt modelId="{32117D71-B0C2-0546-8D3B-643A22A680F1}" type="pres">
      <dgm:prSet presAssocID="{BEB17E0B-4B6D-4BE2-AE22-2F53DAEA91E7}" presName="spaceBetweenRectangles" presStyleCnt="0"/>
      <dgm:spPr/>
    </dgm:pt>
    <dgm:pt modelId="{AB37C98B-28B5-1C43-98E5-9661F18A967A}" type="pres">
      <dgm:prSet presAssocID="{532F2A0D-396C-4C6A-9D90-081C42A14A06}" presName="parentLin" presStyleCnt="0"/>
      <dgm:spPr/>
    </dgm:pt>
    <dgm:pt modelId="{F34468DF-EEA4-3F45-A927-53202EC951CC}" type="pres">
      <dgm:prSet presAssocID="{532F2A0D-396C-4C6A-9D90-081C42A14A06}" presName="parentLeftMargin" presStyleLbl="node1" presStyleIdx="2" presStyleCnt="5"/>
      <dgm:spPr/>
    </dgm:pt>
    <dgm:pt modelId="{A5671440-6DB2-2C4D-8E3D-C1127E0E405A}" type="pres">
      <dgm:prSet presAssocID="{532F2A0D-396C-4C6A-9D90-081C42A14A0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42BB40A-7F30-1B4B-ABCD-05B294EB9C2A}" type="pres">
      <dgm:prSet presAssocID="{532F2A0D-396C-4C6A-9D90-081C42A14A06}" presName="negativeSpace" presStyleCnt="0"/>
      <dgm:spPr/>
    </dgm:pt>
    <dgm:pt modelId="{7A2506CD-7EBD-6E40-A6AF-D33466E74180}" type="pres">
      <dgm:prSet presAssocID="{532F2A0D-396C-4C6A-9D90-081C42A14A06}" presName="childText" presStyleLbl="conFgAcc1" presStyleIdx="3" presStyleCnt="5">
        <dgm:presLayoutVars>
          <dgm:bulletEnabled val="1"/>
        </dgm:presLayoutVars>
      </dgm:prSet>
      <dgm:spPr/>
    </dgm:pt>
    <dgm:pt modelId="{0CD03883-8996-9747-AFF8-A4F4EE2240B6}" type="pres">
      <dgm:prSet presAssocID="{8B06AF4B-DA14-4C23-B411-BA860A345F67}" presName="spaceBetweenRectangles" presStyleCnt="0"/>
      <dgm:spPr/>
    </dgm:pt>
    <dgm:pt modelId="{B47126EA-97EE-2743-879C-6798B4838F1F}" type="pres">
      <dgm:prSet presAssocID="{3DE886DD-6F17-4A24-B881-8AD69A408444}" presName="parentLin" presStyleCnt="0"/>
      <dgm:spPr/>
    </dgm:pt>
    <dgm:pt modelId="{B6460744-C22A-024B-A260-A89332868D78}" type="pres">
      <dgm:prSet presAssocID="{3DE886DD-6F17-4A24-B881-8AD69A408444}" presName="parentLeftMargin" presStyleLbl="node1" presStyleIdx="3" presStyleCnt="5"/>
      <dgm:spPr/>
    </dgm:pt>
    <dgm:pt modelId="{2689C36A-1C17-A744-A7FF-D6A97FC07A10}" type="pres">
      <dgm:prSet presAssocID="{3DE886DD-6F17-4A24-B881-8AD69A408444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1008AFC7-6AC8-744B-A46B-C9E0F04AFF33}" type="pres">
      <dgm:prSet presAssocID="{3DE886DD-6F17-4A24-B881-8AD69A408444}" presName="negativeSpace" presStyleCnt="0"/>
      <dgm:spPr/>
    </dgm:pt>
    <dgm:pt modelId="{E44ED783-D428-1A4D-B738-709C050A7C0B}" type="pres">
      <dgm:prSet presAssocID="{3DE886DD-6F17-4A24-B881-8AD69A408444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D758BF00-089A-44F3-A04F-97AA3112EFC0}" srcId="{D5936A16-FD0A-4F05-AED9-575926F07662}" destId="{060F4D59-A836-4182-B460-D33E7BA995BA}" srcOrd="1" destOrd="0" parTransId="{097AF4AE-71B9-45F6-A1AE-A38B9546714F}" sibTransId="{21536CCC-F9B0-4B19-A92C-264773DEF6FB}"/>
    <dgm:cxn modelId="{D312A20C-6383-0340-A4EA-EAF0D0B9943C}" type="presOf" srcId="{8F9AB2BC-5A22-4E5A-B756-B7DB3DF86AB0}" destId="{E44ED783-D428-1A4D-B738-709C050A7C0B}" srcOrd="0" destOrd="0" presId="urn:microsoft.com/office/officeart/2005/8/layout/list1"/>
    <dgm:cxn modelId="{06FB610E-31C9-E34C-B55D-7D73B370B9BC}" type="presOf" srcId="{24C53C82-ACA7-4A7F-BF37-6D5BD962FD52}" destId="{C34EC9AD-ADA6-1D41-9951-79468F1F3DB6}" srcOrd="0" destOrd="0" presId="urn:microsoft.com/office/officeart/2005/8/layout/list1"/>
    <dgm:cxn modelId="{B57A370F-EA4F-1E42-8B9F-0F67CE794F82}" type="presOf" srcId="{3F9539B5-16FD-4DF8-A012-3D286D63778C}" destId="{ECDBFB3B-81CC-2543-BC17-B5619475055B}" srcOrd="0" destOrd="0" presId="urn:microsoft.com/office/officeart/2005/8/layout/list1"/>
    <dgm:cxn modelId="{9D949126-83CE-9C45-83D2-EE09632981DD}" type="presOf" srcId="{3DE886DD-6F17-4A24-B881-8AD69A408444}" destId="{B6460744-C22A-024B-A260-A89332868D78}" srcOrd="0" destOrd="0" presId="urn:microsoft.com/office/officeart/2005/8/layout/list1"/>
    <dgm:cxn modelId="{AEA01D29-D587-9243-8684-2FC4EB340F1D}" type="presOf" srcId="{980F4422-FD07-4174-8232-B21F450AD89E}" destId="{7ABF057D-A121-6640-80DC-DB55B6453687}" srcOrd="0" destOrd="0" presId="urn:microsoft.com/office/officeart/2005/8/layout/list1"/>
    <dgm:cxn modelId="{699BD22B-7124-E24E-9C69-4DD7DDF23CB1}" type="presOf" srcId="{532F2A0D-396C-4C6A-9D90-081C42A14A06}" destId="{F34468DF-EEA4-3F45-A927-53202EC951CC}" srcOrd="0" destOrd="0" presId="urn:microsoft.com/office/officeart/2005/8/layout/list1"/>
    <dgm:cxn modelId="{1ADFAE5E-2834-45C0-AC67-0B5554413945}" srcId="{D5936A16-FD0A-4F05-AED9-575926F07662}" destId="{532F2A0D-396C-4C6A-9D90-081C42A14A06}" srcOrd="3" destOrd="0" parTransId="{693D3342-246B-46B7-BC70-628342F6122B}" sibTransId="{8B06AF4B-DA14-4C23-B411-BA860A345F67}"/>
    <dgm:cxn modelId="{81EBF941-8631-904C-9582-A039C8BD0DC3}" type="presOf" srcId="{2607E502-67E8-4098-BD13-68D554D607EB}" destId="{B6480279-7DD4-7A41-8B10-E088C1C73E18}" srcOrd="0" destOrd="0" presId="urn:microsoft.com/office/officeart/2005/8/layout/list1"/>
    <dgm:cxn modelId="{B5618262-B9EC-DE45-87CC-B0A7E204EEFE}" type="presOf" srcId="{060F4D59-A836-4182-B460-D33E7BA995BA}" destId="{0D741040-7CAB-C94A-B7F1-56B1B0288B2E}" srcOrd="0" destOrd="0" presId="urn:microsoft.com/office/officeart/2005/8/layout/list1"/>
    <dgm:cxn modelId="{5548C26C-9D53-644B-ADD5-126CFD7CC3FC}" type="presOf" srcId="{980F4422-FD07-4174-8232-B21F450AD89E}" destId="{E4DB3FEB-89FE-1845-BDA3-2A2C8A7E6E43}" srcOrd="1" destOrd="0" presId="urn:microsoft.com/office/officeart/2005/8/layout/list1"/>
    <dgm:cxn modelId="{EC19744D-47E0-2A42-BBE4-9CB6831FCE32}" type="presOf" srcId="{3F9539B5-16FD-4DF8-A012-3D286D63778C}" destId="{A82FCA49-EAE0-A14D-BA01-A16BFAED15A5}" srcOrd="1" destOrd="0" presId="urn:microsoft.com/office/officeart/2005/8/layout/list1"/>
    <dgm:cxn modelId="{A927B26F-FC97-A341-B8BA-DD34D871BD8D}" type="presOf" srcId="{A0E97314-D0CD-4C07-AE3F-152401A14AA3}" destId="{2F9A1AEB-5AB6-A842-B983-B9FD0F8D1BDE}" srcOrd="0" destOrd="0" presId="urn:microsoft.com/office/officeart/2005/8/layout/list1"/>
    <dgm:cxn modelId="{C85EDB6F-04B0-174C-9C26-F9EE7DE02BA3}" type="presOf" srcId="{A553DBFD-BB04-449E-B9F7-04D8BD389C82}" destId="{7A2506CD-7EBD-6E40-A6AF-D33466E74180}" srcOrd="0" destOrd="0" presId="urn:microsoft.com/office/officeart/2005/8/layout/list1"/>
    <dgm:cxn modelId="{23EA127F-7787-4340-9B2D-2BA11D39B071}" srcId="{D5936A16-FD0A-4F05-AED9-575926F07662}" destId="{980F4422-FD07-4174-8232-B21F450AD89E}" srcOrd="0" destOrd="0" parTransId="{C8DF82E4-503C-4D29-8861-70BB49053A3A}" sibTransId="{499E22B7-C12F-4CD9-B0A7-5147B7701384}"/>
    <dgm:cxn modelId="{CA672697-F334-4F94-A65A-96D050F2EDB8}" srcId="{3F9539B5-16FD-4DF8-A012-3D286D63778C}" destId="{A0E97314-D0CD-4C07-AE3F-152401A14AA3}" srcOrd="0" destOrd="0" parTransId="{BD42CFCF-3E37-4107-B47C-1336CFE3813C}" sibTransId="{4BEDB215-BBBD-40EA-96C2-969E422051FE}"/>
    <dgm:cxn modelId="{5E2118A0-F84A-6446-9483-D1C2BBF4D70C}" type="presOf" srcId="{060F4D59-A836-4182-B460-D33E7BA995BA}" destId="{374AA771-9C67-7F4E-8F2A-D9779A9DB814}" srcOrd="1" destOrd="0" presId="urn:microsoft.com/office/officeart/2005/8/layout/list1"/>
    <dgm:cxn modelId="{5C8AD7A0-0B45-B745-ACA3-C2A91EE28A9A}" type="presOf" srcId="{532F2A0D-396C-4C6A-9D90-081C42A14A06}" destId="{A5671440-6DB2-2C4D-8E3D-C1127E0E405A}" srcOrd="1" destOrd="0" presId="urn:microsoft.com/office/officeart/2005/8/layout/list1"/>
    <dgm:cxn modelId="{94E347A2-CD44-46C1-85D4-9BF5EE214A1C}" srcId="{980F4422-FD07-4174-8232-B21F450AD89E}" destId="{24C53C82-ACA7-4A7F-BF37-6D5BD962FD52}" srcOrd="0" destOrd="0" parTransId="{105C4686-C4F5-428A-8F45-C41E436B26FC}" sibTransId="{1A6A40B3-EAA8-4A55-A212-13E19B55BE02}"/>
    <dgm:cxn modelId="{0A028BA5-4CC1-44F2-9009-34AB13D39F68}" srcId="{060F4D59-A836-4182-B460-D33E7BA995BA}" destId="{2607E502-67E8-4098-BD13-68D554D607EB}" srcOrd="0" destOrd="0" parTransId="{6CB4CD89-6BBA-43B9-8846-5E18500365B2}" sibTransId="{053126A0-5F21-47D8-834D-2EE37011C6CA}"/>
    <dgm:cxn modelId="{D1F75CAA-381B-A745-91D4-500A2584C5C7}" type="presOf" srcId="{D5936A16-FD0A-4F05-AED9-575926F07662}" destId="{C3B8442F-9635-B44A-A4FF-10E4DC9C04A6}" srcOrd="0" destOrd="0" presId="urn:microsoft.com/office/officeart/2005/8/layout/list1"/>
    <dgm:cxn modelId="{F30180CA-6CBE-41C3-B014-8683EDA58010}" srcId="{532F2A0D-396C-4C6A-9D90-081C42A14A06}" destId="{A553DBFD-BB04-449E-B9F7-04D8BD389C82}" srcOrd="0" destOrd="0" parTransId="{6CE61D28-ACB9-42C5-8706-A62004E1585F}" sibTransId="{E6CD9E48-943B-4220-92C8-2BFA06306F07}"/>
    <dgm:cxn modelId="{041219D6-F986-45B1-8D2E-AF2DC2BDDA7E}" srcId="{D5936A16-FD0A-4F05-AED9-575926F07662}" destId="{3F9539B5-16FD-4DF8-A012-3D286D63778C}" srcOrd="2" destOrd="0" parTransId="{84919532-BC71-4FC7-B275-5164874462D0}" sibTransId="{BEB17E0B-4B6D-4BE2-AE22-2F53DAEA91E7}"/>
    <dgm:cxn modelId="{EB549BDD-4C5D-4427-9D6C-8BF080B87F76}" srcId="{3DE886DD-6F17-4A24-B881-8AD69A408444}" destId="{8F9AB2BC-5A22-4E5A-B756-B7DB3DF86AB0}" srcOrd="0" destOrd="0" parTransId="{6B41B040-E85B-40C6-81E7-B3A4B94E7747}" sibTransId="{6CE53434-62A8-42A8-937C-265D29589E71}"/>
    <dgm:cxn modelId="{1FBF40EE-B8B5-40A3-9630-1253011CD4DC}" srcId="{D5936A16-FD0A-4F05-AED9-575926F07662}" destId="{3DE886DD-6F17-4A24-B881-8AD69A408444}" srcOrd="4" destOrd="0" parTransId="{0585D04E-36BF-42F5-996C-0DA7F925EEC6}" sibTransId="{DFB64D14-AFBD-4134-B8D5-F01AA6557008}"/>
    <dgm:cxn modelId="{C95B39FC-A2B1-6A40-BF61-9607EF9E6F72}" type="presOf" srcId="{3DE886DD-6F17-4A24-B881-8AD69A408444}" destId="{2689C36A-1C17-A744-A7FF-D6A97FC07A10}" srcOrd="1" destOrd="0" presId="urn:microsoft.com/office/officeart/2005/8/layout/list1"/>
    <dgm:cxn modelId="{5D0204B1-EBDE-8B40-9751-E9F34C00739C}" type="presParOf" srcId="{C3B8442F-9635-B44A-A4FF-10E4DC9C04A6}" destId="{FBF54196-97FE-E745-9624-1116213C72AE}" srcOrd="0" destOrd="0" presId="urn:microsoft.com/office/officeart/2005/8/layout/list1"/>
    <dgm:cxn modelId="{4CA884A0-3305-9248-9519-7DB3CD28571F}" type="presParOf" srcId="{FBF54196-97FE-E745-9624-1116213C72AE}" destId="{7ABF057D-A121-6640-80DC-DB55B6453687}" srcOrd="0" destOrd="0" presId="urn:microsoft.com/office/officeart/2005/8/layout/list1"/>
    <dgm:cxn modelId="{537C5389-3F2A-7F4D-90DD-6DDE06C45AFA}" type="presParOf" srcId="{FBF54196-97FE-E745-9624-1116213C72AE}" destId="{E4DB3FEB-89FE-1845-BDA3-2A2C8A7E6E43}" srcOrd="1" destOrd="0" presId="urn:microsoft.com/office/officeart/2005/8/layout/list1"/>
    <dgm:cxn modelId="{3108943B-F2A4-D746-8D2D-CAF587AFC0EF}" type="presParOf" srcId="{C3B8442F-9635-B44A-A4FF-10E4DC9C04A6}" destId="{C1CBA648-B4C1-9F4C-B9D1-E8730333F7AF}" srcOrd="1" destOrd="0" presId="urn:microsoft.com/office/officeart/2005/8/layout/list1"/>
    <dgm:cxn modelId="{DB818388-B510-6746-B92D-6D71CCA9EE44}" type="presParOf" srcId="{C3B8442F-9635-B44A-A4FF-10E4DC9C04A6}" destId="{C34EC9AD-ADA6-1D41-9951-79468F1F3DB6}" srcOrd="2" destOrd="0" presId="urn:microsoft.com/office/officeart/2005/8/layout/list1"/>
    <dgm:cxn modelId="{855CD347-2201-2E43-AE01-766260E68368}" type="presParOf" srcId="{C3B8442F-9635-B44A-A4FF-10E4DC9C04A6}" destId="{BAADBFF6-8DEA-7D48-BD75-8ED0A1EB3F7E}" srcOrd="3" destOrd="0" presId="urn:microsoft.com/office/officeart/2005/8/layout/list1"/>
    <dgm:cxn modelId="{D6BA336B-DF01-AF4B-8503-C7DFFDD1FF90}" type="presParOf" srcId="{C3B8442F-9635-B44A-A4FF-10E4DC9C04A6}" destId="{F5D4ADF3-ABF3-3940-A762-8953FA81F1C3}" srcOrd="4" destOrd="0" presId="urn:microsoft.com/office/officeart/2005/8/layout/list1"/>
    <dgm:cxn modelId="{A3C738D8-E283-5A4F-90A6-0E2F67661584}" type="presParOf" srcId="{F5D4ADF3-ABF3-3940-A762-8953FA81F1C3}" destId="{0D741040-7CAB-C94A-B7F1-56B1B0288B2E}" srcOrd="0" destOrd="0" presId="urn:microsoft.com/office/officeart/2005/8/layout/list1"/>
    <dgm:cxn modelId="{05474D7F-C120-1043-A109-CDA7D8F0F4D1}" type="presParOf" srcId="{F5D4ADF3-ABF3-3940-A762-8953FA81F1C3}" destId="{374AA771-9C67-7F4E-8F2A-D9779A9DB814}" srcOrd="1" destOrd="0" presId="urn:microsoft.com/office/officeart/2005/8/layout/list1"/>
    <dgm:cxn modelId="{679065DF-253D-5449-AFF0-E22DFD4B57D2}" type="presParOf" srcId="{C3B8442F-9635-B44A-A4FF-10E4DC9C04A6}" destId="{9A93BF0A-D98A-7B4B-BC90-C3C46F124E0A}" srcOrd="5" destOrd="0" presId="urn:microsoft.com/office/officeart/2005/8/layout/list1"/>
    <dgm:cxn modelId="{3DA9CEB9-6112-5F4E-B015-5C749A0C2FC0}" type="presParOf" srcId="{C3B8442F-9635-B44A-A4FF-10E4DC9C04A6}" destId="{B6480279-7DD4-7A41-8B10-E088C1C73E18}" srcOrd="6" destOrd="0" presId="urn:microsoft.com/office/officeart/2005/8/layout/list1"/>
    <dgm:cxn modelId="{2C182887-370D-0A40-90E7-4EE88C48DD7C}" type="presParOf" srcId="{C3B8442F-9635-B44A-A4FF-10E4DC9C04A6}" destId="{8D8D0FD6-598E-984F-B1EB-DF8E898F6046}" srcOrd="7" destOrd="0" presId="urn:microsoft.com/office/officeart/2005/8/layout/list1"/>
    <dgm:cxn modelId="{874EA947-3E26-7140-975E-CB232E7AEEB7}" type="presParOf" srcId="{C3B8442F-9635-B44A-A4FF-10E4DC9C04A6}" destId="{BB65FD51-C15D-8848-B2ED-EEBE446AE616}" srcOrd="8" destOrd="0" presId="urn:microsoft.com/office/officeart/2005/8/layout/list1"/>
    <dgm:cxn modelId="{98CD94CF-8F95-F747-BF45-7E64559F6EC1}" type="presParOf" srcId="{BB65FD51-C15D-8848-B2ED-EEBE446AE616}" destId="{ECDBFB3B-81CC-2543-BC17-B5619475055B}" srcOrd="0" destOrd="0" presId="urn:microsoft.com/office/officeart/2005/8/layout/list1"/>
    <dgm:cxn modelId="{204C2BD8-6989-9F4F-9D30-F2E227343643}" type="presParOf" srcId="{BB65FD51-C15D-8848-B2ED-EEBE446AE616}" destId="{A82FCA49-EAE0-A14D-BA01-A16BFAED15A5}" srcOrd="1" destOrd="0" presId="urn:microsoft.com/office/officeart/2005/8/layout/list1"/>
    <dgm:cxn modelId="{0CE47206-2838-CD45-A8C0-FF39EF95E4F8}" type="presParOf" srcId="{C3B8442F-9635-B44A-A4FF-10E4DC9C04A6}" destId="{AC2B3CA4-60A0-E64B-9731-E00AB0A27D8E}" srcOrd="9" destOrd="0" presId="urn:microsoft.com/office/officeart/2005/8/layout/list1"/>
    <dgm:cxn modelId="{89676D11-0441-6A4B-B94A-A149EC7AF5ED}" type="presParOf" srcId="{C3B8442F-9635-B44A-A4FF-10E4DC9C04A6}" destId="{2F9A1AEB-5AB6-A842-B983-B9FD0F8D1BDE}" srcOrd="10" destOrd="0" presId="urn:microsoft.com/office/officeart/2005/8/layout/list1"/>
    <dgm:cxn modelId="{E95840F5-5CD4-D24A-9EF9-992877D44B58}" type="presParOf" srcId="{C3B8442F-9635-B44A-A4FF-10E4DC9C04A6}" destId="{32117D71-B0C2-0546-8D3B-643A22A680F1}" srcOrd="11" destOrd="0" presId="urn:microsoft.com/office/officeart/2005/8/layout/list1"/>
    <dgm:cxn modelId="{627328C4-00CF-3341-8748-AC414487100B}" type="presParOf" srcId="{C3B8442F-9635-B44A-A4FF-10E4DC9C04A6}" destId="{AB37C98B-28B5-1C43-98E5-9661F18A967A}" srcOrd="12" destOrd="0" presId="urn:microsoft.com/office/officeart/2005/8/layout/list1"/>
    <dgm:cxn modelId="{405D59A4-CF66-BA4B-A28F-C530F66585D0}" type="presParOf" srcId="{AB37C98B-28B5-1C43-98E5-9661F18A967A}" destId="{F34468DF-EEA4-3F45-A927-53202EC951CC}" srcOrd="0" destOrd="0" presId="urn:microsoft.com/office/officeart/2005/8/layout/list1"/>
    <dgm:cxn modelId="{E0E91D0A-02B8-E44D-A100-4110F2D34D14}" type="presParOf" srcId="{AB37C98B-28B5-1C43-98E5-9661F18A967A}" destId="{A5671440-6DB2-2C4D-8E3D-C1127E0E405A}" srcOrd="1" destOrd="0" presId="urn:microsoft.com/office/officeart/2005/8/layout/list1"/>
    <dgm:cxn modelId="{E6A9B87C-0046-7942-BB0C-DF23D387DEA2}" type="presParOf" srcId="{C3B8442F-9635-B44A-A4FF-10E4DC9C04A6}" destId="{B42BB40A-7F30-1B4B-ABCD-05B294EB9C2A}" srcOrd="13" destOrd="0" presId="urn:microsoft.com/office/officeart/2005/8/layout/list1"/>
    <dgm:cxn modelId="{D70CCD65-AAC9-4E41-85C5-F4560194CFB6}" type="presParOf" srcId="{C3B8442F-9635-B44A-A4FF-10E4DC9C04A6}" destId="{7A2506CD-7EBD-6E40-A6AF-D33466E74180}" srcOrd="14" destOrd="0" presId="urn:microsoft.com/office/officeart/2005/8/layout/list1"/>
    <dgm:cxn modelId="{4E52794A-FFC2-9548-A1AF-57D138FCE63E}" type="presParOf" srcId="{C3B8442F-9635-B44A-A4FF-10E4DC9C04A6}" destId="{0CD03883-8996-9747-AFF8-A4F4EE2240B6}" srcOrd="15" destOrd="0" presId="urn:microsoft.com/office/officeart/2005/8/layout/list1"/>
    <dgm:cxn modelId="{C8ECC623-67C9-6245-BB8B-A3B679270A3B}" type="presParOf" srcId="{C3B8442F-9635-B44A-A4FF-10E4DC9C04A6}" destId="{B47126EA-97EE-2743-879C-6798B4838F1F}" srcOrd="16" destOrd="0" presId="urn:microsoft.com/office/officeart/2005/8/layout/list1"/>
    <dgm:cxn modelId="{F34D589C-CE59-D448-B313-46F0EC36A239}" type="presParOf" srcId="{B47126EA-97EE-2743-879C-6798B4838F1F}" destId="{B6460744-C22A-024B-A260-A89332868D78}" srcOrd="0" destOrd="0" presId="urn:microsoft.com/office/officeart/2005/8/layout/list1"/>
    <dgm:cxn modelId="{945CCC3C-22A5-7742-A327-A455DE54F1C6}" type="presParOf" srcId="{B47126EA-97EE-2743-879C-6798B4838F1F}" destId="{2689C36A-1C17-A744-A7FF-D6A97FC07A10}" srcOrd="1" destOrd="0" presId="urn:microsoft.com/office/officeart/2005/8/layout/list1"/>
    <dgm:cxn modelId="{165F4B51-239E-1B44-92F9-1C016FB097C9}" type="presParOf" srcId="{C3B8442F-9635-B44A-A4FF-10E4DC9C04A6}" destId="{1008AFC7-6AC8-744B-A46B-C9E0F04AFF33}" srcOrd="17" destOrd="0" presId="urn:microsoft.com/office/officeart/2005/8/layout/list1"/>
    <dgm:cxn modelId="{8F31CBBF-BBF8-AE4D-B4E8-38E267B0140A}" type="presParOf" srcId="{C3B8442F-9635-B44A-A4FF-10E4DC9C04A6}" destId="{E44ED783-D428-1A4D-B738-709C050A7C0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8658B03-A271-4B66-924D-343D50998F53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46DE7D08-1032-47B7-B4AD-31F47FBCC737}">
      <dgm:prSet custT="1"/>
      <dgm:spPr/>
      <dgm:t>
        <a:bodyPr rtlCol="1"/>
        <a:lstStyle/>
        <a:p>
          <a:pPr rtl="1"/>
          <a:r>
            <a:rPr lang="ar" sz="2000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المهنية</a:t>
          </a:r>
          <a:endParaRPr lang="en-US" sz="2000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823051AC-37B4-4C85-87A0-7E29A3FB9796}" type="parTrans" cxnId="{9764B576-C457-494D-BBC1-47FC6B19AB1B}">
      <dgm:prSet/>
      <dgm:spPr/>
      <dgm:t>
        <a:bodyPr rtlCol="1"/>
        <a:lstStyle/>
        <a:p>
          <a:pPr rtl="1"/>
          <a:endParaRPr lang="en-US"/>
        </a:p>
      </dgm:t>
    </dgm:pt>
    <dgm:pt modelId="{F2F776A5-3AE0-4421-A1E3-94319CD37005}" type="sibTrans" cxnId="{9764B576-C457-494D-BBC1-47FC6B19AB1B}">
      <dgm:prSet/>
      <dgm:spPr/>
      <dgm:t>
        <a:bodyPr rtlCol="1"/>
        <a:lstStyle/>
        <a:p>
          <a:pPr rtl="1"/>
          <a:endParaRPr lang="en-US"/>
        </a:p>
      </dgm:t>
    </dgm:pt>
    <dgm:pt modelId="{29C694DE-51FA-4CDA-A0C2-A0F6B1F2466A}">
      <dgm:prSet custT="1"/>
      <dgm:spPr/>
      <dgm:t>
        <a:bodyPr rtlCol="1"/>
        <a:lstStyle/>
        <a:p>
          <a:pPr rtl="1"/>
          <a:r>
            <a:rPr lang="ar" sz="2000" dirty="0">
              <a:latin typeface="Sakkal Majalla" panose="02000000000000000000" pitchFamily="2" charset="-78"/>
              <a:cs typeface="Sakkal Majalla" panose="02000000000000000000" pitchFamily="2" charset="-78"/>
            </a:rPr>
            <a:t> مثال يحتذى به للموظفين </a:t>
          </a:r>
          <a:endParaRPr lang="en-US" sz="2000" dirty="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6D7042B9-D606-4989-A6FB-636D240CA441}" type="parTrans" cxnId="{88CD1CC9-18F0-4355-B89D-257F24CD62AC}">
      <dgm:prSet/>
      <dgm:spPr/>
      <dgm:t>
        <a:bodyPr rtlCol="1"/>
        <a:lstStyle/>
        <a:p>
          <a:pPr rtl="1"/>
          <a:endParaRPr lang="en-US"/>
        </a:p>
      </dgm:t>
    </dgm:pt>
    <dgm:pt modelId="{E20D0451-2B76-4AD4-B842-FC8D55B09959}" type="sibTrans" cxnId="{88CD1CC9-18F0-4355-B89D-257F24CD62AC}">
      <dgm:prSet/>
      <dgm:spPr/>
      <dgm:t>
        <a:bodyPr rtlCol="1"/>
        <a:lstStyle/>
        <a:p>
          <a:pPr rtl="1"/>
          <a:endParaRPr lang="en-US"/>
        </a:p>
      </dgm:t>
    </dgm:pt>
    <dgm:pt modelId="{9B71DDFD-7414-41F9-8B38-D3B0E1694202}">
      <dgm:prSet custT="1"/>
      <dgm:spPr/>
      <dgm:t>
        <a:bodyPr rtlCol="1"/>
        <a:lstStyle/>
        <a:p>
          <a:pPr rtl="1"/>
          <a:r>
            <a:rPr lang="ar" sz="2000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المسائل التنظيمية والإدارة</a:t>
          </a:r>
          <a:endParaRPr lang="en-US" sz="2000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FB509433-DAF5-4D37-85EB-E7993576EF84}" type="parTrans" cxnId="{306557EC-23FC-4FA3-8010-0F22DB5E8973}">
      <dgm:prSet/>
      <dgm:spPr/>
      <dgm:t>
        <a:bodyPr rtlCol="1"/>
        <a:lstStyle/>
        <a:p>
          <a:pPr rtl="1"/>
          <a:endParaRPr lang="en-US"/>
        </a:p>
      </dgm:t>
    </dgm:pt>
    <dgm:pt modelId="{0FCFF226-8261-47F3-B997-2C75F1D247F8}" type="sibTrans" cxnId="{306557EC-23FC-4FA3-8010-0F22DB5E8973}">
      <dgm:prSet/>
      <dgm:spPr/>
      <dgm:t>
        <a:bodyPr rtlCol="1"/>
        <a:lstStyle/>
        <a:p>
          <a:pPr rtl="1"/>
          <a:endParaRPr lang="en-US"/>
        </a:p>
      </dgm:t>
    </dgm:pt>
    <dgm:pt modelId="{7EC7A25D-4505-4059-A4F8-E004CF0DBBC9}">
      <dgm:prSet custT="1"/>
      <dgm:spPr/>
      <dgm:t>
        <a:bodyPr rtlCol="1"/>
        <a:lstStyle/>
        <a:p>
          <a:pPr rtl="1"/>
          <a:r>
            <a:rPr lang="ar" sz="2000" dirty="0">
              <a:latin typeface="Sakkal Majalla" panose="02000000000000000000" pitchFamily="2" charset="-78"/>
              <a:cs typeface="Sakkal Majalla" panose="02000000000000000000" pitchFamily="2" charset="-78"/>
            </a:rPr>
            <a:t>توزيع جدول المناوبات وتخصيص المهام وعقد الاجتماعات وتنمية الموظفين </a:t>
          </a:r>
          <a:endParaRPr lang="en-US" sz="2000" dirty="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912ACAB9-15F0-47AF-A9DE-06314840067F}" type="parTrans" cxnId="{CC47C0F2-C6D0-48E0-B6DB-9A8A527EA984}">
      <dgm:prSet/>
      <dgm:spPr/>
      <dgm:t>
        <a:bodyPr rtlCol="1"/>
        <a:lstStyle/>
        <a:p>
          <a:pPr rtl="1"/>
          <a:endParaRPr lang="en-US"/>
        </a:p>
      </dgm:t>
    </dgm:pt>
    <dgm:pt modelId="{A7DA1B00-6776-4573-B6A0-51784736280B}" type="sibTrans" cxnId="{CC47C0F2-C6D0-48E0-B6DB-9A8A527EA984}">
      <dgm:prSet/>
      <dgm:spPr/>
      <dgm:t>
        <a:bodyPr rtlCol="1"/>
        <a:lstStyle/>
        <a:p>
          <a:pPr rtl="1"/>
          <a:endParaRPr lang="en-US"/>
        </a:p>
      </dgm:t>
    </dgm:pt>
    <dgm:pt modelId="{E3A9678D-1B52-4F04-BC31-0261FEC400C0}">
      <dgm:prSet custT="1"/>
      <dgm:spPr/>
      <dgm:t>
        <a:bodyPr rtlCol="1"/>
        <a:lstStyle/>
        <a:p>
          <a:pPr rtl="1"/>
          <a:r>
            <a:rPr lang="ar" sz="2000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إدارة الوقت</a:t>
          </a:r>
          <a:endParaRPr lang="en-US" sz="2000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B4314D10-7B6E-4411-9350-9B6C0B527AE3}" type="parTrans" cxnId="{9839D26D-1BBF-4634-9D02-797B6842CAC6}">
      <dgm:prSet/>
      <dgm:spPr/>
      <dgm:t>
        <a:bodyPr rtlCol="1"/>
        <a:lstStyle/>
        <a:p>
          <a:pPr rtl="1"/>
          <a:endParaRPr lang="en-US"/>
        </a:p>
      </dgm:t>
    </dgm:pt>
    <dgm:pt modelId="{57A62894-FE6F-4044-9A59-BFA9145ED785}" type="sibTrans" cxnId="{9839D26D-1BBF-4634-9D02-797B6842CAC6}">
      <dgm:prSet/>
      <dgm:spPr/>
      <dgm:t>
        <a:bodyPr rtlCol="1"/>
        <a:lstStyle/>
        <a:p>
          <a:pPr rtl="1"/>
          <a:endParaRPr lang="en-US"/>
        </a:p>
      </dgm:t>
    </dgm:pt>
    <dgm:pt modelId="{770FDBE1-62D8-4A6E-B4A2-9A11FB62AE99}">
      <dgm:prSet custT="1"/>
      <dgm:spPr/>
      <dgm:t>
        <a:bodyPr rtlCol="1"/>
        <a:lstStyle/>
        <a:p>
          <a:pPr rtl="1"/>
          <a:r>
            <a:rPr lang="ar" sz="2000" dirty="0">
              <a:latin typeface="Sakkal Majalla" panose="02000000000000000000" pitchFamily="2" charset="-78"/>
              <a:cs typeface="Sakkal Majalla" panose="02000000000000000000" pitchFamily="2" charset="-78"/>
            </a:rPr>
            <a:t>الكفاءة والقدرة على العمل الجيد تحت ضغط </a:t>
          </a:r>
          <a:endParaRPr lang="en-US" sz="2000" dirty="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FDD2AEA3-78CB-47C2-A8F7-2C13DFBD35F4}" type="parTrans" cxnId="{0A8BD024-9672-4E0A-A4BA-ADC0E07DED21}">
      <dgm:prSet/>
      <dgm:spPr/>
      <dgm:t>
        <a:bodyPr rtlCol="1"/>
        <a:lstStyle/>
        <a:p>
          <a:pPr rtl="1"/>
          <a:endParaRPr lang="en-US"/>
        </a:p>
      </dgm:t>
    </dgm:pt>
    <dgm:pt modelId="{55782C78-C2DA-4AF1-98DC-5D10BCD2D104}" type="sibTrans" cxnId="{0A8BD024-9672-4E0A-A4BA-ADC0E07DED21}">
      <dgm:prSet/>
      <dgm:spPr/>
      <dgm:t>
        <a:bodyPr rtlCol="1"/>
        <a:lstStyle/>
        <a:p>
          <a:pPr rtl="1"/>
          <a:endParaRPr lang="en-US"/>
        </a:p>
      </dgm:t>
    </dgm:pt>
    <dgm:pt modelId="{2F886CAF-19EE-3047-9C32-099C7F1BFA88}" type="pres">
      <dgm:prSet presAssocID="{38658B03-A271-4B66-924D-343D50998F53}" presName="Name0" presStyleCnt="0">
        <dgm:presLayoutVars>
          <dgm:dir val="rev"/>
          <dgm:animLvl val="lvl"/>
          <dgm:resizeHandles val="exact"/>
        </dgm:presLayoutVars>
      </dgm:prSet>
      <dgm:spPr/>
    </dgm:pt>
    <dgm:pt modelId="{C8885E9B-3412-224C-88F7-D6F3942CC6D6}" type="pres">
      <dgm:prSet presAssocID="{46DE7D08-1032-47B7-B4AD-31F47FBCC737}" presName="linNode" presStyleCnt="0"/>
      <dgm:spPr/>
    </dgm:pt>
    <dgm:pt modelId="{9BD3DF9E-EB31-FC44-9520-CD8C7120E0E6}" type="pres">
      <dgm:prSet presAssocID="{46DE7D08-1032-47B7-B4AD-31F47FBCC737}" presName="parentText" presStyleLbl="node1" presStyleIdx="0" presStyleCnt="3" custLinFactNeighborX="-212" custLinFactNeighborY="-1502">
        <dgm:presLayoutVars>
          <dgm:chMax val="1"/>
          <dgm:bulletEnabled val="1"/>
        </dgm:presLayoutVars>
      </dgm:prSet>
      <dgm:spPr/>
    </dgm:pt>
    <dgm:pt modelId="{E8A2E3E7-A34B-F74E-8C60-B07DE136588A}" type="pres">
      <dgm:prSet presAssocID="{46DE7D08-1032-47B7-B4AD-31F47FBCC737}" presName="descendantText" presStyleLbl="alignAccFollowNode1" presStyleIdx="0" presStyleCnt="3">
        <dgm:presLayoutVars>
          <dgm:bulletEnabled val="1"/>
        </dgm:presLayoutVars>
      </dgm:prSet>
      <dgm:spPr/>
    </dgm:pt>
    <dgm:pt modelId="{772052EB-219D-EB42-97CD-48585B947E04}" type="pres">
      <dgm:prSet presAssocID="{F2F776A5-3AE0-4421-A1E3-94319CD37005}" presName="sp" presStyleCnt="0"/>
      <dgm:spPr/>
    </dgm:pt>
    <dgm:pt modelId="{1A3E7E6E-80F3-A540-BFD9-92F4C442948F}" type="pres">
      <dgm:prSet presAssocID="{9B71DDFD-7414-41F9-8B38-D3B0E1694202}" presName="linNode" presStyleCnt="0"/>
      <dgm:spPr/>
    </dgm:pt>
    <dgm:pt modelId="{5E04A510-CDB0-554D-A504-AD2070AEEBC4}" type="pres">
      <dgm:prSet presAssocID="{9B71DDFD-7414-41F9-8B38-D3B0E1694202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D22C935-8EC2-E74E-8334-27F5A8B77545}" type="pres">
      <dgm:prSet presAssocID="{9B71DDFD-7414-41F9-8B38-D3B0E1694202}" presName="descendantText" presStyleLbl="alignAccFollowNode1" presStyleIdx="1" presStyleCnt="3">
        <dgm:presLayoutVars>
          <dgm:bulletEnabled val="1"/>
        </dgm:presLayoutVars>
      </dgm:prSet>
      <dgm:spPr/>
    </dgm:pt>
    <dgm:pt modelId="{75B7EB6D-F3ED-DC4C-BF88-66B0B9B8A647}" type="pres">
      <dgm:prSet presAssocID="{0FCFF226-8261-47F3-B997-2C75F1D247F8}" presName="sp" presStyleCnt="0"/>
      <dgm:spPr/>
    </dgm:pt>
    <dgm:pt modelId="{9B86F9CF-FBA5-4749-B1C8-1293500FAFEF}" type="pres">
      <dgm:prSet presAssocID="{E3A9678D-1B52-4F04-BC31-0261FEC400C0}" presName="linNode" presStyleCnt="0"/>
      <dgm:spPr/>
    </dgm:pt>
    <dgm:pt modelId="{E39BFA29-2A38-9340-86B0-1238937B2DCA}" type="pres">
      <dgm:prSet presAssocID="{E3A9678D-1B52-4F04-BC31-0261FEC400C0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28F37C55-ABCA-F947-A3FB-34B02C76F0F4}" type="pres">
      <dgm:prSet presAssocID="{E3A9678D-1B52-4F04-BC31-0261FEC400C0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0218F213-03C4-E14C-A033-CD858C7EF2BA}" type="presOf" srcId="{E3A9678D-1B52-4F04-BC31-0261FEC400C0}" destId="{E39BFA29-2A38-9340-86B0-1238937B2DCA}" srcOrd="0" destOrd="0" presId="urn:microsoft.com/office/officeart/2005/8/layout/vList5"/>
    <dgm:cxn modelId="{B1641216-9FCA-B94D-8C2A-B79CCBC6C06A}" type="presOf" srcId="{7EC7A25D-4505-4059-A4F8-E004CF0DBBC9}" destId="{AD22C935-8EC2-E74E-8334-27F5A8B77545}" srcOrd="0" destOrd="0" presId="urn:microsoft.com/office/officeart/2005/8/layout/vList5"/>
    <dgm:cxn modelId="{0A8BD024-9672-4E0A-A4BA-ADC0E07DED21}" srcId="{E3A9678D-1B52-4F04-BC31-0261FEC400C0}" destId="{770FDBE1-62D8-4A6E-B4A2-9A11FB62AE99}" srcOrd="0" destOrd="0" parTransId="{FDD2AEA3-78CB-47C2-A8F7-2C13DFBD35F4}" sibTransId="{55782C78-C2DA-4AF1-98DC-5D10BCD2D104}"/>
    <dgm:cxn modelId="{30FDD842-75B2-6249-A67D-EEFC18ED0F68}" type="presOf" srcId="{9B71DDFD-7414-41F9-8B38-D3B0E1694202}" destId="{5E04A510-CDB0-554D-A504-AD2070AEEBC4}" srcOrd="0" destOrd="0" presId="urn:microsoft.com/office/officeart/2005/8/layout/vList5"/>
    <dgm:cxn modelId="{02B6934A-38E0-AE43-AF10-14DF1EB2A7C2}" type="presOf" srcId="{29C694DE-51FA-4CDA-A0C2-A0F6B1F2466A}" destId="{E8A2E3E7-A34B-F74E-8C60-B07DE136588A}" srcOrd="0" destOrd="0" presId="urn:microsoft.com/office/officeart/2005/8/layout/vList5"/>
    <dgm:cxn modelId="{F4C0856C-CB8C-3D4A-B49D-5F0730354A4C}" type="presOf" srcId="{46DE7D08-1032-47B7-B4AD-31F47FBCC737}" destId="{9BD3DF9E-EB31-FC44-9520-CD8C7120E0E6}" srcOrd="0" destOrd="0" presId="urn:microsoft.com/office/officeart/2005/8/layout/vList5"/>
    <dgm:cxn modelId="{9839D26D-1BBF-4634-9D02-797B6842CAC6}" srcId="{38658B03-A271-4B66-924D-343D50998F53}" destId="{E3A9678D-1B52-4F04-BC31-0261FEC400C0}" srcOrd="2" destOrd="0" parTransId="{B4314D10-7B6E-4411-9350-9B6C0B527AE3}" sibTransId="{57A62894-FE6F-4044-9A59-BFA9145ED785}"/>
    <dgm:cxn modelId="{9764B576-C457-494D-BBC1-47FC6B19AB1B}" srcId="{38658B03-A271-4B66-924D-343D50998F53}" destId="{46DE7D08-1032-47B7-B4AD-31F47FBCC737}" srcOrd="0" destOrd="0" parTransId="{823051AC-37B4-4C85-87A0-7E29A3FB9796}" sibTransId="{F2F776A5-3AE0-4421-A1E3-94319CD37005}"/>
    <dgm:cxn modelId="{3759A5BB-6FF4-0548-81CF-BC853F69D960}" type="presOf" srcId="{770FDBE1-62D8-4A6E-B4A2-9A11FB62AE99}" destId="{28F37C55-ABCA-F947-A3FB-34B02C76F0F4}" srcOrd="0" destOrd="0" presId="urn:microsoft.com/office/officeart/2005/8/layout/vList5"/>
    <dgm:cxn modelId="{88CD1CC9-18F0-4355-B89D-257F24CD62AC}" srcId="{46DE7D08-1032-47B7-B4AD-31F47FBCC737}" destId="{29C694DE-51FA-4CDA-A0C2-A0F6B1F2466A}" srcOrd="0" destOrd="0" parTransId="{6D7042B9-D606-4989-A6FB-636D240CA441}" sibTransId="{E20D0451-2B76-4AD4-B842-FC8D55B09959}"/>
    <dgm:cxn modelId="{967AE3EB-B69B-4A43-9BC7-A2952CF098B0}" type="presOf" srcId="{38658B03-A271-4B66-924D-343D50998F53}" destId="{2F886CAF-19EE-3047-9C32-099C7F1BFA88}" srcOrd="0" destOrd="0" presId="urn:microsoft.com/office/officeart/2005/8/layout/vList5"/>
    <dgm:cxn modelId="{306557EC-23FC-4FA3-8010-0F22DB5E8973}" srcId="{38658B03-A271-4B66-924D-343D50998F53}" destId="{9B71DDFD-7414-41F9-8B38-D3B0E1694202}" srcOrd="1" destOrd="0" parTransId="{FB509433-DAF5-4D37-85EB-E7993576EF84}" sibTransId="{0FCFF226-8261-47F3-B997-2C75F1D247F8}"/>
    <dgm:cxn modelId="{CC47C0F2-C6D0-48E0-B6DB-9A8A527EA984}" srcId="{9B71DDFD-7414-41F9-8B38-D3B0E1694202}" destId="{7EC7A25D-4505-4059-A4F8-E004CF0DBBC9}" srcOrd="0" destOrd="0" parTransId="{912ACAB9-15F0-47AF-A9DE-06314840067F}" sibTransId="{A7DA1B00-6776-4573-B6A0-51784736280B}"/>
    <dgm:cxn modelId="{DBF8C2D3-CCEC-2D44-A707-9E3BD7DB5253}" type="presParOf" srcId="{2F886CAF-19EE-3047-9C32-099C7F1BFA88}" destId="{C8885E9B-3412-224C-88F7-D6F3942CC6D6}" srcOrd="0" destOrd="0" presId="urn:microsoft.com/office/officeart/2005/8/layout/vList5"/>
    <dgm:cxn modelId="{B36BE8E3-2BA4-AC4F-8B97-7A186486C6D8}" type="presParOf" srcId="{C8885E9B-3412-224C-88F7-D6F3942CC6D6}" destId="{9BD3DF9E-EB31-FC44-9520-CD8C7120E0E6}" srcOrd="0" destOrd="0" presId="urn:microsoft.com/office/officeart/2005/8/layout/vList5"/>
    <dgm:cxn modelId="{54077509-C4E0-9F42-85E5-66FA1E29AF1A}" type="presParOf" srcId="{C8885E9B-3412-224C-88F7-D6F3942CC6D6}" destId="{E8A2E3E7-A34B-F74E-8C60-B07DE136588A}" srcOrd="1" destOrd="0" presId="urn:microsoft.com/office/officeart/2005/8/layout/vList5"/>
    <dgm:cxn modelId="{BA7AF587-9BC0-3F47-AA44-536A3303FB37}" type="presParOf" srcId="{2F886CAF-19EE-3047-9C32-099C7F1BFA88}" destId="{772052EB-219D-EB42-97CD-48585B947E04}" srcOrd="1" destOrd="0" presId="urn:microsoft.com/office/officeart/2005/8/layout/vList5"/>
    <dgm:cxn modelId="{F2BE8B4F-0F81-984C-86AF-AE8977F42391}" type="presParOf" srcId="{2F886CAF-19EE-3047-9C32-099C7F1BFA88}" destId="{1A3E7E6E-80F3-A540-BFD9-92F4C442948F}" srcOrd="2" destOrd="0" presId="urn:microsoft.com/office/officeart/2005/8/layout/vList5"/>
    <dgm:cxn modelId="{1088F399-5647-7A4D-ADD4-24F0365B435D}" type="presParOf" srcId="{1A3E7E6E-80F3-A540-BFD9-92F4C442948F}" destId="{5E04A510-CDB0-554D-A504-AD2070AEEBC4}" srcOrd="0" destOrd="0" presId="urn:microsoft.com/office/officeart/2005/8/layout/vList5"/>
    <dgm:cxn modelId="{071961CF-27FE-9042-8304-E5FEF3A0D812}" type="presParOf" srcId="{1A3E7E6E-80F3-A540-BFD9-92F4C442948F}" destId="{AD22C935-8EC2-E74E-8334-27F5A8B77545}" srcOrd="1" destOrd="0" presId="urn:microsoft.com/office/officeart/2005/8/layout/vList5"/>
    <dgm:cxn modelId="{997D4C81-3CB1-6E43-B96B-5AA8D6147746}" type="presParOf" srcId="{2F886CAF-19EE-3047-9C32-099C7F1BFA88}" destId="{75B7EB6D-F3ED-DC4C-BF88-66B0B9B8A647}" srcOrd="3" destOrd="0" presId="urn:microsoft.com/office/officeart/2005/8/layout/vList5"/>
    <dgm:cxn modelId="{9FB06C36-D37D-5149-B4A1-64ED68D32374}" type="presParOf" srcId="{2F886CAF-19EE-3047-9C32-099C7F1BFA88}" destId="{9B86F9CF-FBA5-4749-B1C8-1293500FAFEF}" srcOrd="4" destOrd="0" presId="urn:microsoft.com/office/officeart/2005/8/layout/vList5"/>
    <dgm:cxn modelId="{040395DE-55A7-1D49-ACAB-D0A4841AB47C}" type="presParOf" srcId="{9B86F9CF-FBA5-4749-B1C8-1293500FAFEF}" destId="{E39BFA29-2A38-9340-86B0-1238937B2DCA}" srcOrd="0" destOrd="0" presId="urn:microsoft.com/office/officeart/2005/8/layout/vList5"/>
    <dgm:cxn modelId="{DCFD0111-8BB4-D54E-A57F-8AB5AF993E21}" type="presParOf" srcId="{9B86F9CF-FBA5-4749-B1C8-1293500FAFEF}" destId="{28F37C55-ABCA-F947-A3FB-34B02C76F0F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997964B-43BA-4C30-A584-5A091A0ED5AE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193C56CD-75A6-41B4-A980-7538C06A0CE6}">
      <dgm:prSet custT="1"/>
      <dgm:spPr/>
      <dgm:t>
        <a:bodyPr rtlCol="1"/>
        <a:lstStyle/>
        <a:p>
          <a:pPr rtl="1"/>
          <a:r>
            <a:rPr lang="ar" sz="2000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التعامل والتواصل مع الآخرين</a:t>
          </a:r>
          <a:endParaRPr lang="en-US" sz="2000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02DE2368-F0E0-46E0-AD60-D23C19A9045C}" type="parTrans" cxnId="{8A54689C-1710-45EE-8115-F76BD47F18BF}">
      <dgm:prSet/>
      <dgm:spPr/>
      <dgm:t>
        <a:bodyPr rtlCol="1"/>
        <a:lstStyle/>
        <a:p>
          <a:pPr rtl="1"/>
          <a:endParaRPr lang="en-US"/>
        </a:p>
      </dgm:t>
    </dgm:pt>
    <dgm:pt modelId="{9FA649DE-D6D1-4AA3-815C-BEEB384E595F}" type="sibTrans" cxnId="{8A54689C-1710-45EE-8115-F76BD47F18BF}">
      <dgm:prSet/>
      <dgm:spPr/>
      <dgm:t>
        <a:bodyPr rtlCol="1"/>
        <a:lstStyle/>
        <a:p>
          <a:pPr rtl="1"/>
          <a:endParaRPr lang="en-US"/>
        </a:p>
      </dgm:t>
    </dgm:pt>
    <dgm:pt modelId="{C044CDE8-CE63-4009-8D15-13ACDFD67340}">
      <dgm:prSet custT="1"/>
      <dgm:spPr/>
      <dgm:t>
        <a:bodyPr rtlCol="1"/>
        <a:lstStyle/>
        <a:p>
          <a:pPr rtl="1"/>
          <a:r>
            <a:rPr lang="ar" sz="20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التعليمات الكتابية واللفظية الموجهة إلى الموظفين</a:t>
          </a:r>
          <a:endParaRPr lang="en-US" sz="20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2A248951-AD4A-4616-B832-7649919E9784}" type="parTrans" cxnId="{6EF5C97E-E61C-4D24-A7F8-5D5A70739EBD}">
      <dgm:prSet/>
      <dgm:spPr/>
      <dgm:t>
        <a:bodyPr rtlCol="1"/>
        <a:lstStyle/>
        <a:p>
          <a:pPr rtl="1"/>
          <a:endParaRPr lang="en-US"/>
        </a:p>
      </dgm:t>
    </dgm:pt>
    <dgm:pt modelId="{5AE0F37C-2F2F-4C2D-AFCC-2CCE4BB0493F}" type="sibTrans" cxnId="{6EF5C97E-E61C-4D24-A7F8-5D5A70739EBD}">
      <dgm:prSet/>
      <dgm:spPr/>
      <dgm:t>
        <a:bodyPr rtlCol="1"/>
        <a:lstStyle/>
        <a:p>
          <a:pPr rtl="1"/>
          <a:endParaRPr lang="en-US"/>
        </a:p>
      </dgm:t>
    </dgm:pt>
    <dgm:pt modelId="{9036E36E-734E-4DBF-8EC2-F9A3674DD259}">
      <dgm:prSet custT="1"/>
      <dgm:spPr/>
      <dgm:t>
        <a:bodyPr rtlCol="1"/>
        <a:lstStyle/>
        <a:p>
          <a:pPr rtl="1"/>
          <a:r>
            <a:rPr lang="ar" sz="2000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التفاعلات الكتابية أو اللفظية</a:t>
          </a:r>
          <a:endParaRPr lang="en-US" sz="2000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1F41AEA5-1AC9-4100-9357-52E6CD10CCB9}" type="parTrans" cxnId="{C8177DD4-D19C-46AC-9441-DA2965257E41}">
      <dgm:prSet/>
      <dgm:spPr/>
      <dgm:t>
        <a:bodyPr rtlCol="1"/>
        <a:lstStyle/>
        <a:p>
          <a:pPr rtl="1"/>
          <a:endParaRPr lang="en-US"/>
        </a:p>
      </dgm:t>
    </dgm:pt>
    <dgm:pt modelId="{8B4C4220-CBFE-431B-9C95-337D60BD2FE2}" type="sibTrans" cxnId="{C8177DD4-D19C-46AC-9441-DA2965257E41}">
      <dgm:prSet/>
      <dgm:spPr/>
      <dgm:t>
        <a:bodyPr rtlCol="1"/>
        <a:lstStyle/>
        <a:p>
          <a:pPr rtl="1"/>
          <a:endParaRPr lang="en-US"/>
        </a:p>
      </dgm:t>
    </dgm:pt>
    <dgm:pt modelId="{C17FF14D-94E8-4CD2-8874-2189D4C6BBCE}">
      <dgm:prSet custT="1"/>
      <dgm:spPr/>
      <dgm:t>
        <a:bodyPr rtlCol="1"/>
        <a:lstStyle/>
        <a:p>
          <a:pPr rtl="1"/>
          <a:r>
            <a:rPr lang="ar" sz="20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عبر الهاتف أو البريد الإلكتروني أو وجهًا لوجه </a:t>
          </a:r>
          <a:endParaRPr lang="en-US" sz="20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C6B2099D-6F15-4269-9200-7DC37B2D397B}" type="parTrans" cxnId="{C22AC144-3BC8-4B00-A189-95EBC5AC7884}">
      <dgm:prSet/>
      <dgm:spPr/>
      <dgm:t>
        <a:bodyPr rtlCol="1"/>
        <a:lstStyle/>
        <a:p>
          <a:pPr rtl="1"/>
          <a:endParaRPr lang="en-US"/>
        </a:p>
      </dgm:t>
    </dgm:pt>
    <dgm:pt modelId="{C19058AE-80A4-4CA0-A67F-9B99F5E96414}" type="sibTrans" cxnId="{C22AC144-3BC8-4B00-A189-95EBC5AC7884}">
      <dgm:prSet/>
      <dgm:spPr/>
      <dgm:t>
        <a:bodyPr rtlCol="1"/>
        <a:lstStyle/>
        <a:p>
          <a:pPr rtl="1"/>
          <a:endParaRPr lang="en-US"/>
        </a:p>
      </dgm:t>
    </dgm:pt>
    <dgm:pt modelId="{2AA67674-48B3-4845-A2A1-913A22225797}">
      <dgm:prSet custT="1"/>
      <dgm:spPr/>
      <dgm:t>
        <a:bodyPr rtlCol="1"/>
        <a:lstStyle/>
        <a:p>
          <a:pPr rtl="1"/>
          <a:r>
            <a:rPr lang="ar" sz="2000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التواصل مع الأقسام الأخرى</a:t>
          </a:r>
          <a:endParaRPr lang="en-US" sz="2000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7D4EF027-E805-43E8-ACB9-7D36731EDD59}" type="parTrans" cxnId="{56E8C7AB-5713-4444-A1C1-462D610F2022}">
      <dgm:prSet/>
      <dgm:spPr/>
      <dgm:t>
        <a:bodyPr rtlCol="1"/>
        <a:lstStyle/>
        <a:p>
          <a:pPr rtl="1"/>
          <a:endParaRPr lang="en-US"/>
        </a:p>
      </dgm:t>
    </dgm:pt>
    <dgm:pt modelId="{7F95559C-D99E-4A92-894C-56479E1519FE}" type="sibTrans" cxnId="{56E8C7AB-5713-4444-A1C1-462D610F2022}">
      <dgm:prSet/>
      <dgm:spPr/>
      <dgm:t>
        <a:bodyPr rtlCol="1"/>
        <a:lstStyle/>
        <a:p>
          <a:pPr rtl="1"/>
          <a:endParaRPr lang="en-US"/>
        </a:p>
      </dgm:t>
    </dgm:pt>
    <dgm:pt modelId="{2AE5C3A1-56EC-4C38-B19D-F33B7727A130}">
      <dgm:prSet custT="1"/>
      <dgm:spPr/>
      <dgm:t>
        <a:bodyPr rtlCol="1"/>
        <a:lstStyle/>
        <a:p>
          <a:pPr rtl="1"/>
          <a:r>
            <a:rPr lang="ar" sz="20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خدمات الصيانة والنظافة والأطعمة والمشروبات</a:t>
          </a:r>
          <a:endParaRPr lang="en-US" sz="20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5F78620F-7FB4-4335-8A30-056E9E3446F4}" type="parTrans" cxnId="{329B00CE-97ED-445B-962A-D9E220E1317E}">
      <dgm:prSet/>
      <dgm:spPr/>
      <dgm:t>
        <a:bodyPr rtlCol="1"/>
        <a:lstStyle/>
        <a:p>
          <a:pPr rtl="1"/>
          <a:endParaRPr lang="en-US"/>
        </a:p>
      </dgm:t>
    </dgm:pt>
    <dgm:pt modelId="{0105A1B2-C98E-404C-A2B4-4E306079C0BB}" type="sibTrans" cxnId="{329B00CE-97ED-445B-962A-D9E220E1317E}">
      <dgm:prSet/>
      <dgm:spPr/>
      <dgm:t>
        <a:bodyPr rtlCol="1"/>
        <a:lstStyle/>
        <a:p>
          <a:pPr rtl="1"/>
          <a:endParaRPr lang="en-US"/>
        </a:p>
      </dgm:t>
    </dgm:pt>
    <dgm:pt modelId="{E65F0536-B1FD-AB46-9912-1E31AFBE5055}">
      <dgm:prSet custT="1"/>
      <dgm:spPr/>
      <dgm:t>
        <a:bodyPr rtlCol="1"/>
        <a:lstStyle/>
        <a:p>
          <a:pPr rtl="1"/>
          <a:r>
            <a:rPr lang="ar" sz="20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عبر الإحاطات يومية والاجتماعات شهرية </a:t>
          </a:r>
          <a:endParaRPr lang="en-US" sz="20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7895EAB2-D2C1-704B-9461-97308858D95C}" type="parTrans" cxnId="{5BC13129-8659-534E-BD72-13FFDE9185CA}">
      <dgm:prSet/>
      <dgm:spPr/>
      <dgm:t>
        <a:bodyPr/>
        <a:lstStyle/>
        <a:p>
          <a:endParaRPr lang="en-US"/>
        </a:p>
      </dgm:t>
    </dgm:pt>
    <dgm:pt modelId="{8B4EAFA7-28EF-BF4A-8930-878716D7B2FB}" type="sibTrans" cxnId="{5BC13129-8659-534E-BD72-13FFDE9185CA}">
      <dgm:prSet/>
      <dgm:spPr/>
      <dgm:t>
        <a:bodyPr/>
        <a:lstStyle/>
        <a:p>
          <a:endParaRPr lang="en-US"/>
        </a:p>
      </dgm:t>
    </dgm:pt>
    <dgm:pt modelId="{288DA2A8-57E2-C54B-941B-9D246A756FF8}" type="pres">
      <dgm:prSet presAssocID="{B997964B-43BA-4C30-A584-5A091A0ED5AE}" presName="Name0" presStyleCnt="0">
        <dgm:presLayoutVars>
          <dgm:dir val="rev"/>
          <dgm:animLvl val="lvl"/>
          <dgm:resizeHandles val="exact"/>
        </dgm:presLayoutVars>
      </dgm:prSet>
      <dgm:spPr/>
    </dgm:pt>
    <dgm:pt modelId="{ECEB641F-1ED8-054C-B823-C408060F7C66}" type="pres">
      <dgm:prSet presAssocID="{193C56CD-75A6-41B4-A980-7538C06A0CE6}" presName="linNode" presStyleCnt="0"/>
      <dgm:spPr/>
    </dgm:pt>
    <dgm:pt modelId="{A7C43EAF-2B11-B140-893D-956AB8C397DD}" type="pres">
      <dgm:prSet presAssocID="{193C56CD-75A6-41B4-A980-7538C06A0CE6}" presName="parentText" presStyleLbl="node1" presStyleIdx="0" presStyleCnt="3" custLinFactNeighborX="-212" custLinFactNeighborY="-1502">
        <dgm:presLayoutVars>
          <dgm:chMax val="1"/>
          <dgm:bulletEnabled val="1"/>
        </dgm:presLayoutVars>
      </dgm:prSet>
      <dgm:spPr/>
    </dgm:pt>
    <dgm:pt modelId="{4572247E-5A10-FB4D-B31D-BD644BEE4C43}" type="pres">
      <dgm:prSet presAssocID="{193C56CD-75A6-41B4-A980-7538C06A0CE6}" presName="descendantText" presStyleLbl="alignAccFollowNode1" presStyleIdx="0" presStyleCnt="3">
        <dgm:presLayoutVars>
          <dgm:bulletEnabled val="1"/>
        </dgm:presLayoutVars>
      </dgm:prSet>
      <dgm:spPr/>
    </dgm:pt>
    <dgm:pt modelId="{CE219EFF-7655-D747-8D99-16FAD22B3647}" type="pres">
      <dgm:prSet presAssocID="{9FA649DE-D6D1-4AA3-815C-BEEB384E595F}" presName="sp" presStyleCnt="0"/>
      <dgm:spPr/>
    </dgm:pt>
    <dgm:pt modelId="{2992CE02-9132-1F4D-B04A-CC09CD81F99E}" type="pres">
      <dgm:prSet presAssocID="{9036E36E-734E-4DBF-8EC2-F9A3674DD259}" presName="linNode" presStyleCnt="0"/>
      <dgm:spPr/>
    </dgm:pt>
    <dgm:pt modelId="{88537CFD-46E1-154D-B263-8D3CFB8CB86B}" type="pres">
      <dgm:prSet presAssocID="{9036E36E-734E-4DBF-8EC2-F9A3674DD259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A1B1478-4972-2649-87AF-F77C4207B1E0}" type="pres">
      <dgm:prSet presAssocID="{9036E36E-734E-4DBF-8EC2-F9A3674DD259}" presName="descendantText" presStyleLbl="alignAccFollowNode1" presStyleIdx="1" presStyleCnt="3">
        <dgm:presLayoutVars>
          <dgm:bulletEnabled val="1"/>
        </dgm:presLayoutVars>
      </dgm:prSet>
      <dgm:spPr/>
    </dgm:pt>
    <dgm:pt modelId="{43DE7E34-0E96-6340-82DB-10D0A0D1ACDC}" type="pres">
      <dgm:prSet presAssocID="{8B4C4220-CBFE-431B-9C95-337D60BD2FE2}" presName="sp" presStyleCnt="0"/>
      <dgm:spPr/>
    </dgm:pt>
    <dgm:pt modelId="{6AE886FB-3E2F-7042-B842-7F9F968C9E76}" type="pres">
      <dgm:prSet presAssocID="{2AA67674-48B3-4845-A2A1-913A22225797}" presName="linNode" presStyleCnt="0"/>
      <dgm:spPr/>
    </dgm:pt>
    <dgm:pt modelId="{3AFEB71F-4A11-F042-AABF-65999786AD6A}" type="pres">
      <dgm:prSet presAssocID="{2AA67674-48B3-4845-A2A1-913A22225797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C526B867-D478-8F43-9354-40C545B0D5CD}" type="pres">
      <dgm:prSet presAssocID="{2AA67674-48B3-4845-A2A1-913A22225797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9F2A231C-4C1B-B748-A0A1-8AFDAA6B4561}" type="presOf" srcId="{C044CDE8-CE63-4009-8D15-13ACDFD67340}" destId="{4572247E-5A10-FB4D-B31D-BD644BEE4C43}" srcOrd="0" destOrd="0" presId="urn:microsoft.com/office/officeart/2005/8/layout/vList5"/>
    <dgm:cxn modelId="{51188F1C-37FE-B84C-AA66-C5B9B1DE28E8}" type="presOf" srcId="{9036E36E-734E-4DBF-8EC2-F9A3674DD259}" destId="{88537CFD-46E1-154D-B263-8D3CFB8CB86B}" srcOrd="0" destOrd="0" presId="urn:microsoft.com/office/officeart/2005/8/layout/vList5"/>
    <dgm:cxn modelId="{5BC13129-8659-534E-BD72-13FFDE9185CA}" srcId="{193C56CD-75A6-41B4-A980-7538C06A0CE6}" destId="{E65F0536-B1FD-AB46-9912-1E31AFBE5055}" srcOrd="1" destOrd="0" parTransId="{7895EAB2-D2C1-704B-9461-97308858D95C}" sibTransId="{8B4EAFA7-28EF-BF4A-8930-878716D7B2FB}"/>
    <dgm:cxn modelId="{78CB0438-2288-2246-9456-2BD57E353F75}" type="presOf" srcId="{2AA67674-48B3-4845-A2A1-913A22225797}" destId="{3AFEB71F-4A11-F042-AABF-65999786AD6A}" srcOrd="0" destOrd="0" presId="urn:microsoft.com/office/officeart/2005/8/layout/vList5"/>
    <dgm:cxn modelId="{3DAFB63A-4DF2-F74A-86AD-789D9160C58A}" type="presOf" srcId="{E65F0536-B1FD-AB46-9912-1E31AFBE5055}" destId="{4572247E-5A10-FB4D-B31D-BD644BEE4C43}" srcOrd="0" destOrd="1" presId="urn:microsoft.com/office/officeart/2005/8/layout/vList5"/>
    <dgm:cxn modelId="{FA370A5C-13D5-CB44-A74B-896A34E38E3F}" type="presOf" srcId="{2AE5C3A1-56EC-4C38-B19D-F33B7727A130}" destId="{C526B867-D478-8F43-9354-40C545B0D5CD}" srcOrd="0" destOrd="0" presId="urn:microsoft.com/office/officeart/2005/8/layout/vList5"/>
    <dgm:cxn modelId="{C22AC144-3BC8-4B00-A189-95EBC5AC7884}" srcId="{9036E36E-734E-4DBF-8EC2-F9A3674DD259}" destId="{C17FF14D-94E8-4CD2-8874-2189D4C6BBCE}" srcOrd="0" destOrd="0" parTransId="{C6B2099D-6F15-4269-9200-7DC37B2D397B}" sibTransId="{C19058AE-80A4-4CA0-A67F-9B99F5E96414}"/>
    <dgm:cxn modelId="{81A60E55-9584-8548-818E-4828D741C821}" type="presOf" srcId="{C17FF14D-94E8-4CD2-8874-2189D4C6BBCE}" destId="{AA1B1478-4972-2649-87AF-F77C4207B1E0}" srcOrd="0" destOrd="0" presId="urn:microsoft.com/office/officeart/2005/8/layout/vList5"/>
    <dgm:cxn modelId="{6EF5C97E-E61C-4D24-A7F8-5D5A70739EBD}" srcId="{193C56CD-75A6-41B4-A980-7538C06A0CE6}" destId="{C044CDE8-CE63-4009-8D15-13ACDFD67340}" srcOrd="0" destOrd="0" parTransId="{2A248951-AD4A-4616-B832-7649919E9784}" sibTransId="{5AE0F37C-2F2F-4C2D-AFCC-2CCE4BB0493F}"/>
    <dgm:cxn modelId="{8A54689C-1710-45EE-8115-F76BD47F18BF}" srcId="{B997964B-43BA-4C30-A584-5A091A0ED5AE}" destId="{193C56CD-75A6-41B4-A980-7538C06A0CE6}" srcOrd="0" destOrd="0" parTransId="{02DE2368-F0E0-46E0-AD60-D23C19A9045C}" sibTransId="{9FA649DE-D6D1-4AA3-815C-BEEB384E595F}"/>
    <dgm:cxn modelId="{15F2E89C-523F-2749-8EE0-BB3B432EA509}" type="presOf" srcId="{193C56CD-75A6-41B4-A980-7538C06A0CE6}" destId="{A7C43EAF-2B11-B140-893D-956AB8C397DD}" srcOrd="0" destOrd="0" presId="urn:microsoft.com/office/officeart/2005/8/layout/vList5"/>
    <dgm:cxn modelId="{56E8C7AB-5713-4444-A1C1-462D610F2022}" srcId="{B997964B-43BA-4C30-A584-5A091A0ED5AE}" destId="{2AA67674-48B3-4845-A2A1-913A22225797}" srcOrd="2" destOrd="0" parTransId="{7D4EF027-E805-43E8-ACB9-7D36731EDD59}" sibTransId="{7F95559C-D99E-4A92-894C-56479E1519FE}"/>
    <dgm:cxn modelId="{329B00CE-97ED-445B-962A-D9E220E1317E}" srcId="{2AA67674-48B3-4845-A2A1-913A22225797}" destId="{2AE5C3A1-56EC-4C38-B19D-F33B7727A130}" srcOrd="0" destOrd="0" parTransId="{5F78620F-7FB4-4335-8A30-056E9E3446F4}" sibTransId="{0105A1B2-C98E-404C-A2B4-4E306079C0BB}"/>
    <dgm:cxn modelId="{C8177DD4-D19C-46AC-9441-DA2965257E41}" srcId="{B997964B-43BA-4C30-A584-5A091A0ED5AE}" destId="{9036E36E-734E-4DBF-8EC2-F9A3674DD259}" srcOrd="1" destOrd="0" parTransId="{1F41AEA5-1AC9-4100-9357-52E6CD10CCB9}" sibTransId="{8B4C4220-CBFE-431B-9C95-337D60BD2FE2}"/>
    <dgm:cxn modelId="{2AEFCEF7-E28D-A14D-BB30-7B2D0D69B348}" type="presOf" srcId="{B997964B-43BA-4C30-A584-5A091A0ED5AE}" destId="{288DA2A8-57E2-C54B-941B-9D246A756FF8}" srcOrd="0" destOrd="0" presId="urn:microsoft.com/office/officeart/2005/8/layout/vList5"/>
    <dgm:cxn modelId="{A17164E2-F4A2-D048-B651-9A30BD30C3CD}" type="presParOf" srcId="{288DA2A8-57E2-C54B-941B-9D246A756FF8}" destId="{ECEB641F-1ED8-054C-B823-C408060F7C66}" srcOrd="0" destOrd="0" presId="urn:microsoft.com/office/officeart/2005/8/layout/vList5"/>
    <dgm:cxn modelId="{9F42DE96-090E-084C-B757-F738F88E7933}" type="presParOf" srcId="{ECEB641F-1ED8-054C-B823-C408060F7C66}" destId="{A7C43EAF-2B11-B140-893D-956AB8C397DD}" srcOrd="0" destOrd="0" presId="urn:microsoft.com/office/officeart/2005/8/layout/vList5"/>
    <dgm:cxn modelId="{8882C419-290E-0347-8E57-8BE8BB464225}" type="presParOf" srcId="{ECEB641F-1ED8-054C-B823-C408060F7C66}" destId="{4572247E-5A10-FB4D-B31D-BD644BEE4C43}" srcOrd="1" destOrd="0" presId="urn:microsoft.com/office/officeart/2005/8/layout/vList5"/>
    <dgm:cxn modelId="{5C1B3659-AA26-F14F-A316-3453AD0C6A02}" type="presParOf" srcId="{288DA2A8-57E2-C54B-941B-9D246A756FF8}" destId="{CE219EFF-7655-D747-8D99-16FAD22B3647}" srcOrd="1" destOrd="0" presId="urn:microsoft.com/office/officeart/2005/8/layout/vList5"/>
    <dgm:cxn modelId="{DFDD9A23-9AE8-0E4F-B826-D832F4A73CD2}" type="presParOf" srcId="{288DA2A8-57E2-C54B-941B-9D246A756FF8}" destId="{2992CE02-9132-1F4D-B04A-CC09CD81F99E}" srcOrd="2" destOrd="0" presId="urn:microsoft.com/office/officeart/2005/8/layout/vList5"/>
    <dgm:cxn modelId="{9204BB63-72BB-5948-92E6-BCF5482C3565}" type="presParOf" srcId="{2992CE02-9132-1F4D-B04A-CC09CD81F99E}" destId="{88537CFD-46E1-154D-B263-8D3CFB8CB86B}" srcOrd="0" destOrd="0" presId="urn:microsoft.com/office/officeart/2005/8/layout/vList5"/>
    <dgm:cxn modelId="{27F78C6E-F6F0-F940-8A4D-269B7157AB75}" type="presParOf" srcId="{2992CE02-9132-1F4D-B04A-CC09CD81F99E}" destId="{AA1B1478-4972-2649-87AF-F77C4207B1E0}" srcOrd="1" destOrd="0" presId="urn:microsoft.com/office/officeart/2005/8/layout/vList5"/>
    <dgm:cxn modelId="{DA2C18A4-C2B1-B74A-8CB4-ED3AC33875CC}" type="presParOf" srcId="{288DA2A8-57E2-C54B-941B-9D246A756FF8}" destId="{43DE7E34-0E96-6340-82DB-10D0A0D1ACDC}" srcOrd="3" destOrd="0" presId="urn:microsoft.com/office/officeart/2005/8/layout/vList5"/>
    <dgm:cxn modelId="{B03B2DDF-4EE4-4844-A3C4-7A2318EC4452}" type="presParOf" srcId="{288DA2A8-57E2-C54B-941B-9D246A756FF8}" destId="{6AE886FB-3E2F-7042-B842-7F9F968C9E76}" srcOrd="4" destOrd="0" presId="urn:microsoft.com/office/officeart/2005/8/layout/vList5"/>
    <dgm:cxn modelId="{599D9235-122E-0C4B-9970-ADDAC66886DB}" type="presParOf" srcId="{6AE886FB-3E2F-7042-B842-7F9F968C9E76}" destId="{3AFEB71F-4A11-F042-AABF-65999786AD6A}" srcOrd="0" destOrd="0" presId="urn:microsoft.com/office/officeart/2005/8/layout/vList5"/>
    <dgm:cxn modelId="{6ED3E132-0AD8-6848-809A-F3EB5B2ABCF1}" type="presParOf" srcId="{6AE886FB-3E2F-7042-B842-7F9F968C9E76}" destId="{C526B867-D478-8F43-9354-40C545B0D5C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A2C0E6A-27B3-4867-ADCD-E0C714D89780}" type="doc">
      <dgm:prSet loTypeId="urn:microsoft.com/office/officeart/2005/8/layout/vProcess5" loCatId="process" qsTypeId="urn:microsoft.com/office/officeart/2005/8/quickstyle/simple2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015A0D04-023B-48B1-B303-D36088660AA3}">
      <dgm:prSet custT="1"/>
      <dgm:spPr/>
      <dgm:t>
        <a:bodyPr rtlCol="1"/>
        <a:lstStyle/>
        <a:p>
          <a:pPr algn="r" rtl="1"/>
          <a:r>
            <a:rPr lang="ar" sz="30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إجراءات التشغيل القياسية للتنظيف في الأماكن العامة </a:t>
          </a:r>
          <a:endParaRPr lang="en-US" sz="30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30E64E72-5200-4C0C-BD68-C8A1F73C5E60}" type="parTrans" cxnId="{403F892A-EC4F-4102-876B-3D60B2BF516B}">
      <dgm:prSet/>
      <dgm:spPr/>
      <dgm:t>
        <a:bodyPr rtlCol="1"/>
        <a:lstStyle/>
        <a:p>
          <a:pPr rtl="1"/>
          <a:endParaRPr lang="en-US"/>
        </a:p>
      </dgm:t>
    </dgm:pt>
    <dgm:pt modelId="{EAE3FA01-D6EA-406B-A202-51DC613A79CF}" type="sibTrans" cxnId="{403F892A-EC4F-4102-876B-3D60B2BF516B}">
      <dgm:prSet/>
      <dgm:spPr/>
      <dgm:t>
        <a:bodyPr rtlCol="1"/>
        <a:lstStyle/>
        <a:p>
          <a:pPr rtl="1"/>
          <a:endParaRPr lang="en-US"/>
        </a:p>
      </dgm:t>
    </dgm:pt>
    <dgm:pt modelId="{E7EE2A36-627A-4B36-9DF3-C79B95EBCDFF}">
      <dgm:prSet custT="1"/>
      <dgm:spPr/>
      <dgm:t>
        <a:bodyPr rtlCol="1"/>
        <a:lstStyle/>
        <a:p>
          <a:pPr algn="r" rtl="1"/>
          <a:r>
            <a:rPr lang="ar" sz="30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تخزين الإمدادات </a:t>
          </a:r>
          <a:endParaRPr lang="en-US" sz="30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52C44FA7-2D0E-4D4E-865B-BB5AF7DF0B2B}" type="parTrans" cxnId="{255C788C-2846-4D4E-9152-7EBA30332FE3}">
      <dgm:prSet/>
      <dgm:spPr/>
      <dgm:t>
        <a:bodyPr rtlCol="1"/>
        <a:lstStyle/>
        <a:p>
          <a:pPr rtl="1"/>
          <a:endParaRPr lang="en-US"/>
        </a:p>
      </dgm:t>
    </dgm:pt>
    <dgm:pt modelId="{924EDCE4-5417-45C9-BC5F-259EF6EBABDB}" type="sibTrans" cxnId="{255C788C-2846-4D4E-9152-7EBA30332FE3}">
      <dgm:prSet/>
      <dgm:spPr/>
      <dgm:t>
        <a:bodyPr rtlCol="1"/>
        <a:lstStyle/>
        <a:p>
          <a:pPr rtl="1"/>
          <a:endParaRPr lang="en-US"/>
        </a:p>
      </dgm:t>
    </dgm:pt>
    <dgm:pt modelId="{38E73F2B-740C-8447-B477-376900F94377}" type="pres">
      <dgm:prSet presAssocID="{1A2C0E6A-27B3-4867-ADCD-E0C714D89780}" presName="outerComposite" presStyleCnt="0">
        <dgm:presLayoutVars>
          <dgm:chMax val="5"/>
          <dgm:dir val="rev"/>
          <dgm:resizeHandles val="exact"/>
        </dgm:presLayoutVars>
      </dgm:prSet>
      <dgm:spPr/>
    </dgm:pt>
    <dgm:pt modelId="{D5EB5544-E2C5-3449-8C2A-7393D65FECBD}" type="pres">
      <dgm:prSet presAssocID="{1A2C0E6A-27B3-4867-ADCD-E0C714D89780}" presName="dummyMaxCanvas" presStyleCnt="0">
        <dgm:presLayoutVars/>
      </dgm:prSet>
      <dgm:spPr/>
    </dgm:pt>
    <dgm:pt modelId="{5BF7F38B-8503-DE49-B4E5-CC7594C5B070}" type="pres">
      <dgm:prSet presAssocID="{1A2C0E6A-27B3-4867-ADCD-E0C714D89780}" presName="TwoNodes_1" presStyleLbl="node1" presStyleIdx="0" presStyleCnt="2">
        <dgm:presLayoutVars>
          <dgm:bulletEnabled val="1"/>
        </dgm:presLayoutVars>
      </dgm:prSet>
      <dgm:spPr/>
    </dgm:pt>
    <dgm:pt modelId="{7C11F6D2-D1DA-F149-B899-51DD2D1B408F}" type="pres">
      <dgm:prSet presAssocID="{1A2C0E6A-27B3-4867-ADCD-E0C714D89780}" presName="TwoNodes_2" presStyleLbl="node1" presStyleIdx="1" presStyleCnt="2">
        <dgm:presLayoutVars>
          <dgm:bulletEnabled val="1"/>
        </dgm:presLayoutVars>
      </dgm:prSet>
      <dgm:spPr/>
    </dgm:pt>
    <dgm:pt modelId="{2D335108-9DD1-C04D-831F-B9F16BD7339C}" type="pres">
      <dgm:prSet presAssocID="{1A2C0E6A-27B3-4867-ADCD-E0C714D89780}" presName="TwoConn_1-2" presStyleLbl="fgAccFollowNode1" presStyleIdx="0" presStyleCnt="1">
        <dgm:presLayoutVars>
          <dgm:bulletEnabled val="1"/>
        </dgm:presLayoutVars>
      </dgm:prSet>
      <dgm:spPr/>
    </dgm:pt>
    <dgm:pt modelId="{B53D502B-07AA-3C4E-B346-99D368218383}" type="pres">
      <dgm:prSet presAssocID="{1A2C0E6A-27B3-4867-ADCD-E0C714D89780}" presName="TwoNodes_1_text" presStyleLbl="node1" presStyleIdx="1" presStyleCnt="2">
        <dgm:presLayoutVars>
          <dgm:bulletEnabled val="1"/>
        </dgm:presLayoutVars>
      </dgm:prSet>
      <dgm:spPr/>
    </dgm:pt>
    <dgm:pt modelId="{98B8BB2C-4BCF-D246-9666-AACD02B2D6BE}" type="pres">
      <dgm:prSet presAssocID="{1A2C0E6A-27B3-4867-ADCD-E0C714D89780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02CDFE06-658D-E041-8569-164F638A188A}" type="presOf" srcId="{015A0D04-023B-48B1-B303-D36088660AA3}" destId="{5BF7F38B-8503-DE49-B4E5-CC7594C5B070}" srcOrd="0" destOrd="0" presId="urn:microsoft.com/office/officeart/2005/8/layout/vProcess5"/>
    <dgm:cxn modelId="{7D098916-6F2D-5742-BDA0-6F512B32D3B9}" type="presOf" srcId="{1A2C0E6A-27B3-4867-ADCD-E0C714D89780}" destId="{38E73F2B-740C-8447-B477-376900F94377}" srcOrd="0" destOrd="0" presId="urn:microsoft.com/office/officeart/2005/8/layout/vProcess5"/>
    <dgm:cxn modelId="{403F892A-EC4F-4102-876B-3D60B2BF516B}" srcId="{1A2C0E6A-27B3-4867-ADCD-E0C714D89780}" destId="{015A0D04-023B-48B1-B303-D36088660AA3}" srcOrd="0" destOrd="0" parTransId="{30E64E72-5200-4C0C-BD68-C8A1F73C5E60}" sibTransId="{EAE3FA01-D6EA-406B-A202-51DC613A79CF}"/>
    <dgm:cxn modelId="{D831682D-029C-8242-AFA0-6B87D49FF42A}" type="presOf" srcId="{EAE3FA01-D6EA-406B-A202-51DC613A79CF}" destId="{2D335108-9DD1-C04D-831F-B9F16BD7339C}" srcOrd="0" destOrd="0" presId="urn:microsoft.com/office/officeart/2005/8/layout/vProcess5"/>
    <dgm:cxn modelId="{7633D35B-4202-0C44-AA6D-2E42A30896C3}" type="presOf" srcId="{E7EE2A36-627A-4B36-9DF3-C79B95EBCDFF}" destId="{7C11F6D2-D1DA-F149-B899-51DD2D1B408F}" srcOrd="0" destOrd="0" presId="urn:microsoft.com/office/officeart/2005/8/layout/vProcess5"/>
    <dgm:cxn modelId="{0ADC745D-23C8-C047-94D3-7966B8CD7148}" type="presOf" srcId="{E7EE2A36-627A-4B36-9DF3-C79B95EBCDFF}" destId="{98B8BB2C-4BCF-D246-9666-AACD02B2D6BE}" srcOrd="1" destOrd="0" presId="urn:microsoft.com/office/officeart/2005/8/layout/vProcess5"/>
    <dgm:cxn modelId="{255C788C-2846-4D4E-9152-7EBA30332FE3}" srcId="{1A2C0E6A-27B3-4867-ADCD-E0C714D89780}" destId="{E7EE2A36-627A-4B36-9DF3-C79B95EBCDFF}" srcOrd="1" destOrd="0" parTransId="{52C44FA7-2D0E-4D4E-865B-BB5AF7DF0B2B}" sibTransId="{924EDCE4-5417-45C9-BC5F-259EF6EBABDB}"/>
    <dgm:cxn modelId="{E75A968D-A646-D043-A476-40EC11B8DCAA}" type="presOf" srcId="{015A0D04-023B-48B1-B303-D36088660AA3}" destId="{B53D502B-07AA-3C4E-B346-99D368218383}" srcOrd="1" destOrd="0" presId="urn:microsoft.com/office/officeart/2005/8/layout/vProcess5"/>
    <dgm:cxn modelId="{6FC2F5F2-21B6-7543-A768-0D2E2B9D81A1}" type="presParOf" srcId="{38E73F2B-740C-8447-B477-376900F94377}" destId="{D5EB5544-E2C5-3449-8C2A-7393D65FECBD}" srcOrd="0" destOrd="0" presId="urn:microsoft.com/office/officeart/2005/8/layout/vProcess5"/>
    <dgm:cxn modelId="{3081FFA3-A187-9542-8370-032BD91123F5}" type="presParOf" srcId="{38E73F2B-740C-8447-B477-376900F94377}" destId="{5BF7F38B-8503-DE49-B4E5-CC7594C5B070}" srcOrd="1" destOrd="0" presId="urn:microsoft.com/office/officeart/2005/8/layout/vProcess5"/>
    <dgm:cxn modelId="{7AEEBA55-9B94-C043-9AFE-17D3C9F8B36C}" type="presParOf" srcId="{38E73F2B-740C-8447-B477-376900F94377}" destId="{7C11F6D2-D1DA-F149-B899-51DD2D1B408F}" srcOrd="2" destOrd="0" presId="urn:microsoft.com/office/officeart/2005/8/layout/vProcess5"/>
    <dgm:cxn modelId="{A1DD218A-8557-204B-BFA7-234CAB75E5E9}" type="presParOf" srcId="{38E73F2B-740C-8447-B477-376900F94377}" destId="{2D335108-9DD1-C04D-831F-B9F16BD7339C}" srcOrd="3" destOrd="0" presId="urn:microsoft.com/office/officeart/2005/8/layout/vProcess5"/>
    <dgm:cxn modelId="{9FCBDCFF-4A60-134D-A710-A9D512DC9CEE}" type="presParOf" srcId="{38E73F2B-740C-8447-B477-376900F94377}" destId="{B53D502B-07AA-3C4E-B346-99D368218383}" srcOrd="4" destOrd="0" presId="urn:microsoft.com/office/officeart/2005/8/layout/vProcess5"/>
    <dgm:cxn modelId="{1034973A-7DBE-DE4A-B798-31749B938E6F}" type="presParOf" srcId="{38E73F2B-740C-8447-B477-376900F94377}" destId="{98B8BB2C-4BCF-D246-9666-AACD02B2D6BE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01C1FD6-8A45-4220-8946-AEF3D5F984C7}" type="doc">
      <dgm:prSet loTypeId="urn:microsoft.com/office/officeart/2005/8/layout/vProcess5" loCatId="process" qsTypeId="urn:microsoft.com/office/officeart/2005/8/quickstyle/simple4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ABF606E2-4F97-4C78-BBDF-9B91B730A559}">
      <dgm:prSet custT="1"/>
      <dgm:spPr/>
      <dgm:t>
        <a:bodyPr rtlCol="1"/>
        <a:lstStyle/>
        <a:p>
          <a:pPr algn="r" rtl="1"/>
          <a:r>
            <a:rPr lang="ar" sz="16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تنظيف التركيبات والأجهزة والجدران والمرايا بأمان وبطريقة صحية باستخدام المواد الكيميائية الصحيحة</a:t>
          </a:r>
          <a:endParaRPr lang="en-US" sz="16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CF2314F9-5716-41EC-B2C2-E34D506B4C9E}" type="parTrans" cxnId="{6FE26449-26FE-43CB-BED9-DFC58C048C5C}">
      <dgm:prSet/>
      <dgm:spPr/>
      <dgm:t>
        <a:bodyPr rtlCol="1"/>
        <a:lstStyle/>
        <a:p>
          <a:pPr rtl="1"/>
          <a:endParaRPr lang="en-US"/>
        </a:p>
      </dgm:t>
    </dgm:pt>
    <dgm:pt modelId="{159472E0-EDAB-41D3-BFAB-F4E7ABEBAF06}" type="sibTrans" cxnId="{6FE26449-26FE-43CB-BED9-DFC58C048C5C}">
      <dgm:prSet/>
      <dgm:spPr/>
      <dgm:t>
        <a:bodyPr rtlCol="1"/>
        <a:lstStyle/>
        <a:p>
          <a:pPr rtl="1"/>
          <a:endParaRPr lang="en-US"/>
        </a:p>
      </dgm:t>
    </dgm:pt>
    <dgm:pt modelId="{3FEA9A99-38E5-4467-B1DE-2EB8B71FC2C5}">
      <dgm:prSet custT="1"/>
      <dgm:spPr/>
      <dgm:t>
        <a:bodyPr rtlCol="1"/>
        <a:lstStyle/>
        <a:p>
          <a:pPr algn="r" rtl="1"/>
          <a:r>
            <a:rPr lang="ar" sz="16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إعادة تخزين وترتيب مستلزمات العملاء والملحقات </a:t>
          </a:r>
          <a:endParaRPr lang="en-US" sz="16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C6608707-3357-4119-BBCD-7326C9637A45}" type="parTrans" cxnId="{61187FB1-2FB6-41D1-A327-BB63E302C57D}">
      <dgm:prSet/>
      <dgm:spPr/>
      <dgm:t>
        <a:bodyPr rtlCol="1"/>
        <a:lstStyle/>
        <a:p>
          <a:pPr rtl="1"/>
          <a:endParaRPr lang="en-US"/>
        </a:p>
      </dgm:t>
    </dgm:pt>
    <dgm:pt modelId="{AF07385B-971F-4716-B9AC-B050F23BF13A}" type="sibTrans" cxnId="{61187FB1-2FB6-41D1-A327-BB63E302C57D}">
      <dgm:prSet/>
      <dgm:spPr/>
      <dgm:t>
        <a:bodyPr rtlCol="1"/>
        <a:lstStyle/>
        <a:p>
          <a:pPr rtl="1"/>
          <a:endParaRPr lang="en-US"/>
        </a:p>
      </dgm:t>
    </dgm:pt>
    <dgm:pt modelId="{5A0ECF79-E5B0-41CF-AF7A-C00E436BA457}">
      <dgm:prSet custT="1"/>
      <dgm:spPr/>
      <dgm:t>
        <a:bodyPr rtlCol="1"/>
        <a:lstStyle/>
        <a:p>
          <a:pPr algn="r" rtl="1"/>
          <a:r>
            <a:rPr lang="ar" sz="16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تفريغ وتنظيف صناديق النفايات</a:t>
          </a:r>
          <a:endParaRPr lang="en-US" sz="16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2A37293B-CC56-4D71-A1C3-01AE236B1F32}" type="parTrans" cxnId="{FD4A14A4-502D-4F74-B641-B20B5F1FC10F}">
      <dgm:prSet/>
      <dgm:spPr/>
      <dgm:t>
        <a:bodyPr rtlCol="1"/>
        <a:lstStyle/>
        <a:p>
          <a:pPr rtl="1"/>
          <a:endParaRPr lang="en-US"/>
        </a:p>
      </dgm:t>
    </dgm:pt>
    <dgm:pt modelId="{9CA3FE96-289D-4DD8-A4C3-BFF1E689EEA4}" type="sibTrans" cxnId="{FD4A14A4-502D-4F74-B641-B20B5F1FC10F}">
      <dgm:prSet/>
      <dgm:spPr/>
      <dgm:t>
        <a:bodyPr rtlCol="1"/>
        <a:lstStyle/>
        <a:p>
          <a:pPr rtl="1"/>
          <a:endParaRPr lang="en-US"/>
        </a:p>
      </dgm:t>
    </dgm:pt>
    <dgm:pt modelId="{73D629CB-393B-2D48-903D-A22C5B565EB8}" type="pres">
      <dgm:prSet presAssocID="{901C1FD6-8A45-4220-8946-AEF3D5F984C7}" presName="outerComposite" presStyleCnt="0">
        <dgm:presLayoutVars>
          <dgm:chMax val="5"/>
          <dgm:dir val="rev"/>
          <dgm:resizeHandles val="exact"/>
        </dgm:presLayoutVars>
      </dgm:prSet>
      <dgm:spPr/>
    </dgm:pt>
    <dgm:pt modelId="{B5207F69-AB2E-3A45-91C9-8D9732053461}" type="pres">
      <dgm:prSet presAssocID="{901C1FD6-8A45-4220-8946-AEF3D5F984C7}" presName="dummyMaxCanvas" presStyleCnt="0">
        <dgm:presLayoutVars/>
      </dgm:prSet>
      <dgm:spPr/>
    </dgm:pt>
    <dgm:pt modelId="{4ED169E3-9AFB-E24D-B2A5-02624F68D916}" type="pres">
      <dgm:prSet presAssocID="{901C1FD6-8A45-4220-8946-AEF3D5F984C7}" presName="ThreeNodes_1" presStyleLbl="node1" presStyleIdx="0" presStyleCnt="3">
        <dgm:presLayoutVars>
          <dgm:bulletEnabled val="1"/>
        </dgm:presLayoutVars>
      </dgm:prSet>
      <dgm:spPr/>
    </dgm:pt>
    <dgm:pt modelId="{787C0D88-593F-1640-B1E4-E467BF42FB45}" type="pres">
      <dgm:prSet presAssocID="{901C1FD6-8A45-4220-8946-AEF3D5F984C7}" presName="ThreeNodes_2" presStyleLbl="node1" presStyleIdx="1" presStyleCnt="3">
        <dgm:presLayoutVars>
          <dgm:bulletEnabled val="1"/>
        </dgm:presLayoutVars>
      </dgm:prSet>
      <dgm:spPr/>
    </dgm:pt>
    <dgm:pt modelId="{0F481017-A4B4-2942-B651-652EAABA8741}" type="pres">
      <dgm:prSet presAssocID="{901C1FD6-8A45-4220-8946-AEF3D5F984C7}" presName="ThreeNodes_3" presStyleLbl="node1" presStyleIdx="2" presStyleCnt="3">
        <dgm:presLayoutVars>
          <dgm:bulletEnabled val="1"/>
        </dgm:presLayoutVars>
      </dgm:prSet>
      <dgm:spPr/>
    </dgm:pt>
    <dgm:pt modelId="{93AC2637-169D-694D-BB6D-697B5B3FDBB7}" type="pres">
      <dgm:prSet presAssocID="{901C1FD6-8A45-4220-8946-AEF3D5F984C7}" presName="ThreeConn_1-2" presStyleLbl="fgAccFollowNode1" presStyleIdx="0" presStyleCnt="2">
        <dgm:presLayoutVars>
          <dgm:bulletEnabled val="1"/>
        </dgm:presLayoutVars>
      </dgm:prSet>
      <dgm:spPr/>
    </dgm:pt>
    <dgm:pt modelId="{19E7D89E-E55A-8341-A351-E5F9A534A2D2}" type="pres">
      <dgm:prSet presAssocID="{901C1FD6-8A45-4220-8946-AEF3D5F984C7}" presName="ThreeConn_2-3" presStyleLbl="fgAccFollowNode1" presStyleIdx="1" presStyleCnt="2">
        <dgm:presLayoutVars>
          <dgm:bulletEnabled val="1"/>
        </dgm:presLayoutVars>
      </dgm:prSet>
      <dgm:spPr/>
    </dgm:pt>
    <dgm:pt modelId="{0F600E07-E0C6-3E4A-9FAF-FFCBF03DC3A0}" type="pres">
      <dgm:prSet presAssocID="{901C1FD6-8A45-4220-8946-AEF3D5F984C7}" presName="ThreeNodes_1_text" presStyleLbl="node1" presStyleIdx="2" presStyleCnt="3">
        <dgm:presLayoutVars>
          <dgm:bulletEnabled val="1"/>
        </dgm:presLayoutVars>
      </dgm:prSet>
      <dgm:spPr/>
    </dgm:pt>
    <dgm:pt modelId="{9B9D1A24-ACC7-E146-96EE-F39836BEDE8A}" type="pres">
      <dgm:prSet presAssocID="{901C1FD6-8A45-4220-8946-AEF3D5F984C7}" presName="ThreeNodes_2_text" presStyleLbl="node1" presStyleIdx="2" presStyleCnt="3">
        <dgm:presLayoutVars>
          <dgm:bulletEnabled val="1"/>
        </dgm:presLayoutVars>
      </dgm:prSet>
      <dgm:spPr/>
    </dgm:pt>
    <dgm:pt modelId="{946A258B-6CD2-1D48-A500-47C6A81E672C}" type="pres">
      <dgm:prSet presAssocID="{901C1FD6-8A45-4220-8946-AEF3D5F984C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A8D00A39-E56D-D744-B11B-FC898E97755F}" type="presOf" srcId="{3FEA9A99-38E5-4467-B1DE-2EB8B71FC2C5}" destId="{9B9D1A24-ACC7-E146-96EE-F39836BEDE8A}" srcOrd="1" destOrd="0" presId="urn:microsoft.com/office/officeart/2005/8/layout/vProcess5"/>
    <dgm:cxn modelId="{C1FFF264-AAE8-934F-AD47-CF4F56FAA2A5}" type="presOf" srcId="{ABF606E2-4F97-4C78-BBDF-9B91B730A559}" destId="{0F600E07-E0C6-3E4A-9FAF-FFCBF03DC3A0}" srcOrd="1" destOrd="0" presId="urn:microsoft.com/office/officeart/2005/8/layout/vProcess5"/>
    <dgm:cxn modelId="{6FE26449-26FE-43CB-BED9-DFC58C048C5C}" srcId="{901C1FD6-8A45-4220-8946-AEF3D5F984C7}" destId="{ABF606E2-4F97-4C78-BBDF-9B91B730A559}" srcOrd="0" destOrd="0" parTransId="{CF2314F9-5716-41EC-B2C2-E34D506B4C9E}" sibTransId="{159472E0-EDAB-41D3-BFAB-F4E7ABEBAF06}"/>
    <dgm:cxn modelId="{2D8AA080-B765-3942-917B-B380CED04488}" type="presOf" srcId="{5A0ECF79-E5B0-41CF-AF7A-C00E436BA457}" destId="{0F481017-A4B4-2942-B651-652EAABA8741}" srcOrd="0" destOrd="0" presId="urn:microsoft.com/office/officeart/2005/8/layout/vProcess5"/>
    <dgm:cxn modelId="{D25A4A90-A1DC-F247-AE71-ABCD54BC3FCC}" type="presOf" srcId="{5A0ECF79-E5B0-41CF-AF7A-C00E436BA457}" destId="{946A258B-6CD2-1D48-A500-47C6A81E672C}" srcOrd="1" destOrd="0" presId="urn:microsoft.com/office/officeart/2005/8/layout/vProcess5"/>
    <dgm:cxn modelId="{E9108C9C-E999-C143-9DE9-2C67280BD4AB}" type="presOf" srcId="{AF07385B-971F-4716-B9AC-B050F23BF13A}" destId="{19E7D89E-E55A-8341-A351-E5F9A534A2D2}" srcOrd="0" destOrd="0" presId="urn:microsoft.com/office/officeart/2005/8/layout/vProcess5"/>
    <dgm:cxn modelId="{FD4A14A4-502D-4F74-B641-B20B5F1FC10F}" srcId="{901C1FD6-8A45-4220-8946-AEF3D5F984C7}" destId="{5A0ECF79-E5B0-41CF-AF7A-C00E436BA457}" srcOrd="2" destOrd="0" parTransId="{2A37293B-CC56-4D71-A1C3-01AE236B1F32}" sibTransId="{9CA3FE96-289D-4DD8-A4C3-BFF1E689EEA4}"/>
    <dgm:cxn modelId="{266158A5-E8BC-A84D-94B8-0E3CD327C04F}" type="presOf" srcId="{3FEA9A99-38E5-4467-B1DE-2EB8B71FC2C5}" destId="{787C0D88-593F-1640-B1E4-E467BF42FB45}" srcOrd="0" destOrd="0" presId="urn:microsoft.com/office/officeart/2005/8/layout/vProcess5"/>
    <dgm:cxn modelId="{61187FB1-2FB6-41D1-A327-BB63E302C57D}" srcId="{901C1FD6-8A45-4220-8946-AEF3D5F984C7}" destId="{3FEA9A99-38E5-4467-B1DE-2EB8B71FC2C5}" srcOrd="1" destOrd="0" parTransId="{C6608707-3357-4119-BBCD-7326C9637A45}" sibTransId="{AF07385B-971F-4716-B9AC-B050F23BF13A}"/>
    <dgm:cxn modelId="{572D2CCA-4FF8-AE4D-815F-13A2B5D5AAC3}" type="presOf" srcId="{159472E0-EDAB-41D3-BFAB-F4E7ABEBAF06}" destId="{93AC2637-169D-694D-BB6D-697B5B3FDBB7}" srcOrd="0" destOrd="0" presId="urn:microsoft.com/office/officeart/2005/8/layout/vProcess5"/>
    <dgm:cxn modelId="{44E93EE0-5381-B849-B3C8-BAED0368E374}" type="presOf" srcId="{ABF606E2-4F97-4C78-BBDF-9B91B730A559}" destId="{4ED169E3-9AFB-E24D-B2A5-02624F68D916}" srcOrd="0" destOrd="0" presId="urn:microsoft.com/office/officeart/2005/8/layout/vProcess5"/>
    <dgm:cxn modelId="{97A9B3F5-9CE7-4144-8C00-72B22EF79D1E}" type="presOf" srcId="{901C1FD6-8A45-4220-8946-AEF3D5F984C7}" destId="{73D629CB-393B-2D48-903D-A22C5B565EB8}" srcOrd="0" destOrd="0" presId="urn:microsoft.com/office/officeart/2005/8/layout/vProcess5"/>
    <dgm:cxn modelId="{B97A0E12-DCF3-2E44-97B3-13142A23115C}" type="presParOf" srcId="{73D629CB-393B-2D48-903D-A22C5B565EB8}" destId="{B5207F69-AB2E-3A45-91C9-8D9732053461}" srcOrd="0" destOrd="0" presId="urn:microsoft.com/office/officeart/2005/8/layout/vProcess5"/>
    <dgm:cxn modelId="{45BACEF1-F885-DB41-B714-DA97DC261E3E}" type="presParOf" srcId="{73D629CB-393B-2D48-903D-A22C5B565EB8}" destId="{4ED169E3-9AFB-E24D-B2A5-02624F68D916}" srcOrd="1" destOrd="0" presId="urn:microsoft.com/office/officeart/2005/8/layout/vProcess5"/>
    <dgm:cxn modelId="{CDDACA1E-BC60-8F40-80AB-D0AD8C010193}" type="presParOf" srcId="{73D629CB-393B-2D48-903D-A22C5B565EB8}" destId="{787C0D88-593F-1640-B1E4-E467BF42FB45}" srcOrd="2" destOrd="0" presId="urn:microsoft.com/office/officeart/2005/8/layout/vProcess5"/>
    <dgm:cxn modelId="{335754AC-39C7-9E4E-9CC2-6C6B508ABB6F}" type="presParOf" srcId="{73D629CB-393B-2D48-903D-A22C5B565EB8}" destId="{0F481017-A4B4-2942-B651-652EAABA8741}" srcOrd="3" destOrd="0" presId="urn:microsoft.com/office/officeart/2005/8/layout/vProcess5"/>
    <dgm:cxn modelId="{75C50133-CD76-174F-BA6A-714D1E2153CF}" type="presParOf" srcId="{73D629CB-393B-2D48-903D-A22C5B565EB8}" destId="{93AC2637-169D-694D-BB6D-697B5B3FDBB7}" srcOrd="4" destOrd="0" presId="urn:microsoft.com/office/officeart/2005/8/layout/vProcess5"/>
    <dgm:cxn modelId="{110326DC-5514-5143-94C1-A59F7D28CA14}" type="presParOf" srcId="{73D629CB-393B-2D48-903D-A22C5B565EB8}" destId="{19E7D89E-E55A-8341-A351-E5F9A534A2D2}" srcOrd="5" destOrd="0" presId="urn:microsoft.com/office/officeart/2005/8/layout/vProcess5"/>
    <dgm:cxn modelId="{D3E8D8B3-0F03-9C4C-8CFC-0CF2FCB3AD5A}" type="presParOf" srcId="{73D629CB-393B-2D48-903D-A22C5B565EB8}" destId="{0F600E07-E0C6-3E4A-9FAF-FFCBF03DC3A0}" srcOrd="6" destOrd="0" presId="urn:microsoft.com/office/officeart/2005/8/layout/vProcess5"/>
    <dgm:cxn modelId="{624E0858-6ADB-664B-B77B-CD124BF3A989}" type="presParOf" srcId="{73D629CB-393B-2D48-903D-A22C5B565EB8}" destId="{9B9D1A24-ACC7-E146-96EE-F39836BEDE8A}" srcOrd="7" destOrd="0" presId="urn:microsoft.com/office/officeart/2005/8/layout/vProcess5"/>
    <dgm:cxn modelId="{AC290FB6-3564-AE4E-AF2E-AA4CD65CB76D}" type="presParOf" srcId="{73D629CB-393B-2D48-903D-A22C5B565EB8}" destId="{946A258B-6CD2-1D48-A500-47C6A81E672C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A2C0E6A-27B3-4867-ADCD-E0C714D89780}" type="doc">
      <dgm:prSet loTypeId="urn:microsoft.com/office/officeart/2005/8/layout/vProcess5" loCatId="process" qsTypeId="urn:microsoft.com/office/officeart/2005/8/quickstyle/simple2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015A0D04-023B-48B1-B303-D36088660AA3}">
      <dgm:prSet custT="1"/>
      <dgm:spPr/>
      <dgm:t>
        <a:bodyPr rtlCol="1"/>
        <a:lstStyle/>
        <a:p>
          <a:pPr algn="r" rtl="1"/>
          <a:r>
            <a:rPr lang="ar" sz="26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الإجراءات التشغيلية القياسية للتنظيف الخاصة بتقديم خدمات الغرف </a:t>
          </a:r>
          <a:endParaRPr lang="en-US" sz="26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30E64E72-5200-4C0C-BD68-C8A1F73C5E60}" type="parTrans" cxnId="{403F892A-EC4F-4102-876B-3D60B2BF516B}">
      <dgm:prSet/>
      <dgm:spPr/>
      <dgm:t>
        <a:bodyPr rtlCol="1"/>
        <a:lstStyle/>
        <a:p>
          <a:pPr rtl="1"/>
          <a:endParaRPr lang="en-US"/>
        </a:p>
      </dgm:t>
    </dgm:pt>
    <dgm:pt modelId="{EAE3FA01-D6EA-406B-A202-51DC613A79CF}" type="sibTrans" cxnId="{403F892A-EC4F-4102-876B-3D60B2BF516B}">
      <dgm:prSet/>
      <dgm:spPr/>
      <dgm:t>
        <a:bodyPr rtlCol="1"/>
        <a:lstStyle/>
        <a:p>
          <a:pPr rtl="1"/>
          <a:endParaRPr lang="en-US"/>
        </a:p>
      </dgm:t>
    </dgm:pt>
    <dgm:pt modelId="{E7EE2A36-627A-4B36-9DF3-C79B95EBCDFF}">
      <dgm:prSet custT="1"/>
      <dgm:spPr/>
      <dgm:t>
        <a:bodyPr rtlCol="1"/>
        <a:lstStyle/>
        <a:p>
          <a:pPr algn="r" rtl="1"/>
          <a:r>
            <a:rPr lang="ar" sz="26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التعامل مع غسيل الملابس </a:t>
          </a:r>
          <a:endParaRPr lang="en-US" sz="26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52C44FA7-2D0E-4D4E-865B-BB5AF7DF0B2B}" type="parTrans" cxnId="{255C788C-2846-4D4E-9152-7EBA30332FE3}">
      <dgm:prSet/>
      <dgm:spPr/>
      <dgm:t>
        <a:bodyPr rtlCol="1"/>
        <a:lstStyle/>
        <a:p>
          <a:pPr rtl="1"/>
          <a:endParaRPr lang="en-US"/>
        </a:p>
      </dgm:t>
    </dgm:pt>
    <dgm:pt modelId="{924EDCE4-5417-45C9-BC5F-259EF6EBABDB}" type="sibTrans" cxnId="{255C788C-2846-4D4E-9152-7EBA30332FE3}">
      <dgm:prSet/>
      <dgm:spPr/>
      <dgm:t>
        <a:bodyPr rtlCol="1"/>
        <a:lstStyle/>
        <a:p>
          <a:pPr rtl="1"/>
          <a:endParaRPr lang="en-US"/>
        </a:p>
      </dgm:t>
    </dgm:pt>
    <dgm:pt modelId="{38E73F2B-740C-8447-B477-376900F94377}" type="pres">
      <dgm:prSet presAssocID="{1A2C0E6A-27B3-4867-ADCD-E0C714D89780}" presName="outerComposite" presStyleCnt="0">
        <dgm:presLayoutVars>
          <dgm:chMax val="5"/>
          <dgm:dir val="rev"/>
          <dgm:resizeHandles val="exact"/>
        </dgm:presLayoutVars>
      </dgm:prSet>
      <dgm:spPr/>
    </dgm:pt>
    <dgm:pt modelId="{D5EB5544-E2C5-3449-8C2A-7393D65FECBD}" type="pres">
      <dgm:prSet presAssocID="{1A2C0E6A-27B3-4867-ADCD-E0C714D89780}" presName="dummyMaxCanvas" presStyleCnt="0">
        <dgm:presLayoutVars/>
      </dgm:prSet>
      <dgm:spPr/>
    </dgm:pt>
    <dgm:pt modelId="{5BF7F38B-8503-DE49-B4E5-CC7594C5B070}" type="pres">
      <dgm:prSet presAssocID="{1A2C0E6A-27B3-4867-ADCD-E0C714D89780}" presName="TwoNodes_1" presStyleLbl="node1" presStyleIdx="0" presStyleCnt="2">
        <dgm:presLayoutVars>
          <dgm:bulletEnabled val="1"/>
        </dgm:presLayoutVars>
      </dgm:prSet>
      <dgm:spPr/>
    </dgm:pt>
    <dgm:pt modelId="{7C11F6D2-D1DA-F149-B899-51DD2D1B408F}" type="pres">
      <dgm:prSet presAssocID="{1A2C0E6A-27B3-4867-ADCD-E0C714D89780}" presName="TwoNodes_2" presStyleLbl="node1" presStyleIdx="1" presStyleCnt="2">
        <dgm:presLayoutVars>
          <dgm:bulletEnabled val="1"/>
        </dgm:presLayoutVars>
      </dgm:prSet>
      <dgm:spPr/>
    </dgm:pt>
    <dgm:pt modelId="{2D335108-9DD1-C04D-831F-B9F16BD7339C}" type="pres">
      <dgm:prSet presAssocID="{1A2C0E6A-27B3-4867-ADCD-E0C714D89780}" presName="TwoConn_1-2" presStyleLbl="fgAccFollowNode1" presStyleIdx="0" presStyleCnt="1">
        <dgm:presLayoutVars>
          <dgm:bulletEnabled val="1"/>
        </dgm:presLayoutVars>
      </dgm:prSet>
      <dgm:spPr/>
    </dgm:pt>
    <dgm:pt modelId="{B53D502B-07AA-3C4E-B346-99D368218383}" type="pres">
      <dgm:prSet presAssocID="{1A2C0E6A-27B3-4867-ADCD-E0C714D89780}" presName="TwoNodes_1_text" presStyleLbl="node1" presStyleIdx="1" presStyleCnt="2">
        <dgm:presLayoutVars>
          <dgm:bulletEnabled val="1"/>
        </dgm:presLayoutVars>
      </dgm:prSet>
      <dgm:spPr/>
    </dgm:pt>
    <dgm:pt modelId="{98B8BB2C-4BCF-D246-9666-AACD02B2D6BE}" type="pres">
      <dgm:prSet presAssocID="{1A2C0E6A-27B3-4867-ADCD-E0C714D89780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02CDFE06-658D-E041-8569-164F638A188A}" type="presOf" srcId="{015A0D04-023B-48B1-B303-D36088660AA3}" destId="{5BF7F38B-8503-DE49-B4E5-CC7594C5B070}" srcOrd="0" destOrd="0" presId="urn:microsoft.com/office/officeart/2005/8/layout/vProcess5"/>
    <dgm:cxn modelId="{7D098916-6F2D-5742-BDA0-6F512B32D3B9}" type="presOf" srcId="{1A2C0E6A-27B3-4867-ADCD-E0C714D89780}" destId="{38E73F2B-740C-8447-B477-376900F94377}" srcOrd="0" destOrd="0" presId="urn:microsoft.com/office/officeart/2005/8/layout/vProcess5"/>
    <dgm:cxn modelId="{403F892A-EC4F-4102-876B-3D60B2BF516B}" srcId="{1A2C0E6A-27B3-4867-ADCD-E0C714D89780}" destId="{015A0D04-023B-48B1-B303-D36088660AA3}" srcOrd="0" destOrd="0" parTransId="{30E64E72-5200-4C0C-BD68-C8A1F73C5E60}" sibTransId="{EAE3FA01-D6EA-406B-A202-51DC613A79CF}"/>
    <dgm:cxn modelId="{D831682D-029C-8242-AFA0-6B87D49FF42A}" type="presOf" srcId="{EAE3FA01-D6EA-406B-A202-51DC613A79CF}" destId="{2D335108-9DD1-C04D-831F-B9F16BD7339C}" srcOrd="0" destOrd="0" presId="urn:microsoft.com/office/officeart/2005/8/layout/vProcess5"/>
    <dgm:cxn modelId="{7633D35B-4202-0C44-AA6D-2E42A30896C3}" type="presOf" srcId="{E7EE2A36-627A-4B36-9DF3-C79B95EBCDFF}" destId="{7C11F6D2-D1DA-F149-B899-51DD2D1B408F}" srcOrd="0" destOrd="0" presId="urn:microsoft.com/office/officeart/2005/8/layout/vProcess5"/>
    <dgm:cxn modelId="{0ADC745D-23C8-C047-94D3-7966B8CD7148}" type="presOf" srcId="{E7EE2A36-627A-4B36-9DF3-C79B95EBCDFF}" destId="{98B8BB2C-4BCF-D246-9666-AACD02B2D6BE}" srcOrd="1" destOrd="0" presId="urn:microsoft.com/office/officeart/2005/8/layout/vProcess5"/>
    <dgm:cxn modelId="{255C788C-2846-4D4E-9152-7EBA30332FE3}" srcId="{1A2C0E6A-27B3-4867-ADCD-E0C714D89780}" destId="{E7EE2A36-627A-4B36-9DF3-C79B95EBCDFF}" srcOrd="1" destOrd="0" parTransId="{52C44FA7-2D0E-4D4E-865B-BB5AF7DF0B2B}" sibTransId="{924EDCE4-5417-45C9-BC5F-259EF6EBABDB}"/>
    <dgm:cxn modelId="{E75A968D-A646-D043-A476-40EC11B8DCAA}" type="presOf" srcId="{015A0D04-023B-48B1-B303-D36088660AA3}" destId="{B53D502B-07AA-3C4E-B346-99D368218383}" srcOrd="1" destOrd="0" presId="urn:microsoft.com/office/officeart/2005/8/layout/vProcess5"/>
    <dgm:cxn modelId="{6FC2F5F2-21B6-7543-A768-0D2E2B9D81A1}" type="presParOf" srcId="{38E73F2B-740C-8447-B477-376900F94377}" destId="{D5EB5544-E2C5-3449-8C2A-7393D65FECBD}" srcOrd="0" destOrd="0" presId="urn:microsoft.com/office/officeart/2005/8/layout/vProcess5"/>
    <dgm:cxn modelId="{3081FFA3-A187-9542-8370-032BD91123F5}" type="presParOf" srcId="{38E73F2B-740C-8447-B477-376900F94377}" destId="{5BF7F38B-8503-DE49-B4E5-CC7594C5B070}" srcOrd="1" destOrd="0" presId="urn:microsoft.com/office/officeart/2005/8/layout/vProcess5"/>
    <dgm:cxn modelId="{7AEEBA55-9B94-C043-9AFE-17D3C9F8B36C}" type="presParOf" srcId="{38E73F2B-740C-8447-B477-376900F94377}" destId="{7C11F6D2-D1DA-F149-B899-51DD2D1B408F}" srcOrd="2" destOrd="0" presId="urn:microsoft.com/office/officeart/2005/8/layout/vProcess5"/>
    <dgm:cxn modelId="{A1DD218A-8557-204B-BFA7-234CAB75E5E9}" type="presParOf" srcId="{38E73F2B-740C-8447-B477-376900F94377}" destId="{2D335108-9DD1-C04D-831F-B9F16BD7339C}" srcOrd="3" destOrd="0" presId="urn:microsoft.com/office/officeart/2005/8/layout/vProcess5"/>
    <dgm:cxn modelId="{9FCBDCFF-4A60-134D-A710-A9D512DC9CEE}" type="presParOf" srcId="{38E73F2B-740C-8447-B477-376900F94377}" destId="{B53D502B-07AA-3C4E-B346-99D368218383}" srcOrd="4" destOrd="0" presId="urn:microsoft.com/office/officeart/2005/8/layout/vProcess5"/>
    <dgm:cxn modelId="{1034973A-7DBE-DE4A-B798-31749B938E6F}" type="presParOf" srcId="{38E73F2B-740C-8447-B477-376900F94377}" destId="{98B8BB2C-4BCF-D246-9666-AACD02B2D6BE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66A454C-3EE2-4D4F-96CC-69EC118F4AA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A9363B51-5BF4-433A-8131-9B9AAE97CBA5}">
      <dgm:prSet custT="1"/>
      <dgm:spPr/>
      <dgm:t>
        <a:bodyPr rtlCol="1"/>
        <a:lstStyle/>
        <a:p>
          <a:pPr rtl="1"/>
          <a:r>
            <a:rPr lang="ar" sz="21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تنظيف الغرف</a:t>
          </a:r>
          <a:endParaRPr lang="en-US" sz="21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0942D127-E54E-4EBD-B8F0-9CA8F2B0CE2E}" type="parTrans" cxnId="{BD493ECE-7296-4180-9372-5F114FAC65B1}">
      <dgm:prSet/>
      <dgm:spPr/>
      <dgm:t>
        <a:bodyPr rtlCol="1"/>
        <a:lstStyle/>
        <a:p>
          <a:pPr rtl="1"/>
          <a:endParaRPr lang="en-US"/>
        </a:p>
      </dgm:t>
    </dgm:pt>
    <dgm:pt modelId="{3D1E8D4D-D2AB-4ACD-8089-48F04F78FFF3}" type="sibTrans" cxnId="{BD493ECE-7296-4180-9372-5F114FAC65B1}">
      <dgm:prSet/>
      <dgm:spPr/>
      <dgm:t>
        <a:bodyPr rtlCol="1"/>
        <a:lstStyle/>
        <a:p>
          <a:pPr rtl="1"/>
          <a:endParaRPr lang="en-US"/>
        </a:p>
      </dgm:t>
    </dgm:pt>
    <dgm:pt modelId="{CD197F9D-3908-4A81-9565-3D168BB2F599}">
      <dgm:prSet custT="1"/>
      <dgm:spPr/>
      <dgm:t>
        <a:bodyPr rtlCol="1"/>
        <a:lstStyle/>
        <a:p>
          <a:pPr rtl="1"/>
          <a:r>
            <a:rPr lang="ar" sz="21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أنواع الأسرّة</a:t>
          </a:r>
          <a:endParaRPr lang="en-US" sz="21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5C2A7B9B-A359-4074-BA5E-2FC6ACECC080}" type="parTrans" cxnId="{4FEC3CFB-EE63-4E1B-89D8-957DF394DDBB}">
      <dgm:prSet/>
      <dgm:spPr/>
      <dgm:t>
        <a:bodyPr rtlCol="1"/>
        <a:lstStyle/>
        <a:p>
          <a:pPr rtl="1"/>
          <a:endParaRPr lang="en-US"/>
        </a:p>
      </dgm:t>
    </dgm:pt>
    <dgm:pt modelId="{E5EE38BF-BFEB-485B-93F2-EF7A720D733F}" type="sibTrans" cxnId="{4FEC3CFB-EE63-4E1B-89D8-957DF394DDBB}">
      <dgm:prSet/>
      <dgm:spPr/>
      <dgm:t>
        <a:bodyPr rtlCol="1"/>
        <a:lstStyle/>
        <a:p>
          <a:pPr rtl="1"/>
          <a:endParaRPr lang="en-US"/>
        </a:p>
      </dgm:t>
    </dgm:pt>
    <dgm:pt modelId="{84F3E15D-726C-4B64-8472-901DB3CB7FAB}">
      <dgm:prSet custT="1"/>
      <dgm:spPr/>
      <dgm:t>
        <a:bodyPr rtlCol="1"/>
        <a:lstStyle/>
        <a:p>
          <a:pPr rtl="1"/>
          <a:r>
            <a:rPr lang="ar" sz="16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سرير مزدوج وسرير فردي وأسرّة أطفال وأسرّة قابلة للطي وأسرّة بسحاب وربطة </a:t>
          </a:r>
          <a:br>
            <a:rPr lang="en-US" sz="16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</a:br>
          <a:r>
            <a:rPr lang="ar" sz="16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وأرائك نوم </a:t>
          </a:r>
          <a:endParaRPr lang="en-US" sz="16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E869BD5E-B372-4442-80C9-A2B9AFAF41BC}" type="parTrans" cxnId="{1D4B29A9-D2B6-4CAA-ABCD-779E718D6D33}">
      <dgm:prSet/>
      <dgm:spPr/>
      <dgm:t>
        <a:bodyPr rtlCol="1"/>
        <a:lstStyle/>
        <a:p>
          <a:pPr rtl="1"/>
          <a:endParaRPr lang="en-US"/>
        </a:p>
      </dgm:t>
    </dgm:pt>
    <dgm:pt modelId="{129615CE-178A-4C2C-A134-40BBBC93466A}" type="sibTrans" cxnId="{1D4B29A9-D2B6-4CAA-ABCD-779E718D6D33}">
      <dgm:prSet/>
      <dgm:spPr/>
      <dgm:t>
        <a:bodyPr rtlCol="1"/>
        <a:lstStyle/>
        <a:p>
          <a:pPr rtl="1"/>
          <a:endParaRPr lang="en-US"/>
        </a:p>
      </dgm:t>
    </dgm:pt>
    <dgm:pt modelId="{0993A38C-F246-4E5F-BE60-33D46A00B172}">
      <dgm:prSet custT="1"/>
      <dgm:spPr/>
      <dgm:t>
        <a:bodyPr rtlCol="1"/>
        <a:lstStyle/>
        <a:p>
          <a:pPr rtl="1"/>
          <a:r>
            <a:rPr lang="ar" sz="21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البحث عن مخزون من الشراشف وأغطية الأسرة</a:t>
          </a:r>
          <a:endParaRPr lang="en-US" sz="21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DCAF9216-BD01-418C-9175-B7B59C5452F3}" type="parTrans" cxnId="{E9DBD6D1-B282-4F0D-810C-08AD59B6404D}">
      <dgm:prSet/>
      <dgm:spPr/>
      <dgm:t>
        <a:bodyPr rtlCol="1"/>
        <a:lstStyle/>
        <a:p>
          <a:pPr rtl="1"/>
          <a:endParaRPr lang="en-US"/>
        </a:p>
      </dgm:t>
    </dgm:pt>
    <dgm:pt modelId="{8BAC2EB2-8ED6-46A0-AF97-9061471F6063}" type="sibTrans" cxnId="{E9DBD6D1-B282-4F0D-810C-08AD59B6404D}">
      <dgm:prSet/>
      <dgm:spPr/>
      <dgm:t>
        <a:bodyPr rtlCol="1"/>
        <a:lstStyle/>
        <a:p>
          <a:pPr rtl="1"/>
          <a:endParaRPr lang="en-US"/>
        </a:p>
      </dgm:t>
    </dgm:pt>
    <dgm:pt modelId="{EE5E7FB1-E3B6-44F0-8195-A392DBDC38C3}">
      <dgm:prSet custT="1"/>
      <dgm:spPr/>
      <dgm:t>
        <a:bodyPr rtlCol="1"/>
        <a:lstStyle/>
        <a:p>
          <a:pPr rtl="1"/>
          <a:r>
            <a:rPr lang="ar" sz="16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الجودة والكمية المطلوبتان</a:t>
          </a:r>
          <a:endParaRPr lang="en-US" sz="16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13751B0F-3CEB-4DA8-80D9-7AFFB7EB7445}" type="parTrans" cxnId="{850A87AC-D8DB-4DC5-95B5-8DDEBFE44E4D}">
      <dgm:prSet/>
      <dgm:spPr/>
      <dgm:t>
        <a:bodyPr rtlCol="1"/>
        <a:lstStyle/>
        <a:p>
          <a:pPr rtl="1"/>
          <a:endParaRPr lang="en-US"/>
        </a:p>
      </dgm:t>
    </dgm:pt>
    <dgm:pt modelId="{77E1C2E7-B5B8-4936-986C-DA9BA2985213}" type="sibTrans" cxnId="{850A87AC-D8DB-4DC5-95B5-8DDEBFE44E4D}">
      <dgm:prSet/>
      <dgm:spPr/>
      <dgm:t>
        <a:bodyPr rtlCol="1"/>
        <a:lstStyle/>
        <a:p>
          <a:pPr rtl="1"/>
          <a:endParaRPr lang="en-US"/>
        </a:p>
      </dgm:t>
    </dgm:pt>
    <dgm:pt modelId="{146FFBDE-675E-42AD-90E4-AB2ED56A52FB}">
      <dgm:prSet custT="1"/>
      <dgm:spPr/>
      <dgm:t>
        <a:bodyPr rtlCol="1"/>
        <a:lstStyle/>
        <a:p>
          <a:pPr rtl="1"/>
          <a:r>
            <a:rPr lang="ar" sz="21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أهمية استخدام أغطية الأسرّة/الشراشف الملائمة</a:t>
          </a:r>
          <a:endParaRPr lang="en-US" sz="21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87317582-AC6A-462C-AE3C-B710F6016D63}" type="parTrans" cxnId="{824DD3DC-CF81-4553-A3B8-F03A12784B2C}">
      <dgm:prSet/>
      <dgm:spPr/>
      <dgm:t>
        <a:bodyPr rtlCol="1"/>
        <a:lstStyle/>
        <a:p>
          <a:pPr rtl="1"/>
          <a:endParaRPr lang="en-US"/>
        </a:p>
      </dgm:t>
    </dgm:pt>
    <dgm:pt modelId="{71A6410B-CBB7-408E-9603-ABF51F140E9A}" type="sibTrans" cxnId="{824DD3DC-CF81-4553-A3B8-F03A12784B2C}">
      <dgm:prSet/>
      <dgm:spPr/>
      <dgm:t>
        <a:bodyPr rtlCol="1"/>
        <a:lstStyle/>
        <a:p>
          <a:pPr rtl="1"/>
          <a:endParaRPr lang="en-US"/>
        </a:p>
      </dgm:t>
    </dgm:pt>
    <dgm:pt modelId="{CA55DCD8-ADB5-3F4A-B902-66C41B157B0B}">
      <dgm:prSet custT="1"/>
      <dgm:spPr/>
      <dgm:t>
        <a:bodyPr rtlCol="1"/>
        <a:lstStyle/>
        <a:p>
          <a:pPr rtl="1"/>
          <a:r>
            <a:rPr lang="ar" sz="16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بما في ذلك الحمامات والمراحيض</a:t>
          </a:r>
          <a:endParaRPr lang="en-US" sz="16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8C5C34A6-CF10-994D-A7BC-DDC848AC66E2}" type="parTrans" cxnId="{310681B1-003B-4147-A840-D3CF4F7B664B}">
      <dgm:prSet/>
      <dgm:spPr/>
      <dgm:t>
        <a:bodyPr/>
        <a:lstStyle/>
        <a:p>
          <a:endParaRPr lang="en-US"/>
        </a:p>
      </dgm:t>
    </dgm:pt>
    <dgm:pt modelId="{38658173-53E6-6347-AB57-501CD690395F}" type="sibTrans" cxnId="{310681B1-003B-4147-A840-D3CF4F7B664B}">
      <dgm:prSet/>
      <dgm:spPr/>
      <dgm:t>
        <a:bodyPr/>
        <a:lstStyle/>
        <a:p>
          <a:endParaRPr lang="en-US"/>
        </a:p>
      </dgm:t>
    </dgm:pt>
    <dgm:pt modelId="{92BDC0FB-0575-7C49-A739-56969BBBA2E1}">
      <dgm:prSet custT="1"/>
      <dgm:spPr/>
      <dgm:t>
        <a:bodyPr rtlCol="1"/>
        <a:lstStyle/>
        <a:p>
          <a:pPr rtl="1"/>
          <a:r>
            <a:rPr lang="ar" sz="16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الملاءات المقاومة للماء، والستائر، وواقيات المراتب، وملاءات الأسرّة، والوسائد، وأغطية الوسائد، والوسائد الداعمة، والبطانيات، والألحفة</a:t>
          </a:r>
          <a:endParaRPr lang="en-US" sz="16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A6914992-8300-9D4B-A061-7AF7357F3C75}" type="parTrans" cxnId="{EFC7B8C3-714D-1F41-AE07-DA94EF34A3BA}">
      <dgm:prSet/>
      <dgm:spPr/>
      <dgm:t>
        <a:bodyPr/>
        <a:lstStyle/>
        <a:p>
          <a:endParaRPr lang="en-US"/>
        </a:p>
      </dgm:t>
    </dgm:pt>
    <dgm:pt modelId="{D867D8AF-B80B-8B4D-95F9-3D5A5C220EFA}" type="sibTrans" cxnId="{EFC7B8C3-714D-1F41-AE07-DA94EF34A3BA}">
      <dgm:prSet/>
      <dgm:spPr/>
      <dgm:t>
        <a:bodyPr/>
        <a:lstStyle/>
        <a:p>
          <a:endParaRPr lang="en-US"/>
        </a:p>
      </dgm:t>
    </dgm:pt>
    <dgm:pt modelId="{0F81C1BF-378A-FA43-AB22-181E85A4F668}">
      <dgm:prSet custT="1"/>
      <dgm:spPr/>
      <dgm:t>
        <a:bodyPr rtlCol="1"/>
        <a:lstStyle/>
        <a:p>
          <a:pPr rtl="1"/>
          <a:r>
            <a:rPr lang="ar" sz="16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ترتيب الغرف التي سيتم تنظيفها بحسب الأولوية </a:t>
          </a:r>
          <a:endParaRPr lang="en-US" sz="16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2DE6872F-BB3A-0047-8969-91A353536766}" type="parTrans" cxnId="{D5353F96-BF97-8546-9C3E-912B3DD60C06}">
      <dgm:prSet/>
      <dgm:spPr/>
      <dgm:t>
        <a:bodyPr/>
        <a:lstStyle/>
        <a:p>
          <a:endParaRPr lang="en-US"/>
        </a:p>
      </dgm:t>
    </dgm:pt>
    <dgm:pt modelId="{F889F2A7-D376-D748-BF75-45D99EE8B084}" type="sibTrans" cxnId="{D5353F96-BF97-8546-9C3E-912B3DD60C06}">
      <dgm:prSet/>
      <dgm:spPr/>
      <dgm:t>
        <a:bodyPr/>
        <a:lstStyle/>
        <a:p>
          <a:endParaRPr lang="en-US"/>
        </a:p>
      </dgm:t>
    </dgm:pt>
    <dgm:pt modelId="{AB2E937A-D373-C142-B7A2-6E82DE604F3C}">
      <dgm:prSet custT="1"/>
      <dgm:spPr/>
      <dgm:t>
        <a:bodyPr rtlCol="1"/>
        <a:lstStyle/>
        <a:p>
          <a:pPr rtl="1"/>
          <a:r>
            <a:rPr lang="ar" sz="16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معدلات الإشغال المتوقعة</a:t>
          </a:r>
          <a:endParaRPr lang="en-US" sz="16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7A840C88-F7D3-1A44-9236-9E9C082E09EB}" type="parTrans" cxnId="{4849F1E9-C3BC-4B4A-BDAE-84C61FE09006}">
      <dgm:prSet/>
      <dgm:spPr/>
      <dgm:t>
        <a:bodyPr/>
        <a:lstStyle/>
        <a:p>
          <a:endParaRPr lang="en-US"/>
        </a:p>
      </dgm:t>
    </dgm:pt>
    <dgm:pt modelId="{698B058B-8BE4-A248-83D7-AF985FB7EAE6}" type="sibTrans" cxnId="{4849F1E9-C3BC-4B4A-BDAE-84C61FE09006}">
      <dgm:prSet/>
      <dgm:spPr/>
      <dgm:t>
        <a:bodyPr/>
        <a:lstStyle/>
        <a:p>
          <a:endParaRPr lang="en-US"/>
        </a:p>
      </dgm:t>
    </dgm:pt>
    <dgm:pt modelId="{3BBFE31C-17FE-014F-B89D-4BAADF86FAB3}">
      <dgm:prSet custT="1"/>
      <dgm:spPr/>
      <dgm:t>
        <a:bodyPr rtlCol="1"/>
        <a:lstStyle/>
        <a:p>
          <a:pPr rtl="1"/>
          <a:r>
            <a:rPr lang="ar" sz="16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تنظيف الغرفة بدءًا من السقف وانتهاءً بالأرضيات ومن ثم ترتيب السرير</a:t>
          </a:r>
          <a:endParaRPr lang="en-US" sz="16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480503AC-0CF5-CC45-940A-DF29D8A0AAD4}" type="parTrans" cxnId="{132657C9-9187-9B4A-A937-3DEA668AA3E0}">
      <dgm:prSet/>
      <dgm:spPr/>
      <dgm:t>
        <a:bodyPr/>
        <a:lstStyle/>
        <a:p>
          <a:endParaRPr lang="en-US"/>
        </a:p>
      </dgm:t>
    </dgm:pt>
    <dgm:pt modelId="{29043F26-0EC8-C84F-A014-75F0D0FA6F92}" type="sibTrans" cxnId="{132657C9-9187-9B4A-A937-3DEA668AA3E0}">
      <dgm:prSet/>
      <dgm:spPr/>
      <dgm:t>
        <a:bodyPr/>
        <a:lstStyle/>
        <a:p>
          <a:endParaRPr lang="en-US"/>
        </a:p>
      </dgm:t>
    </dgm:pt>
    <dgm:pt modelId="{A8A8A0AD-2712-3C4B-8025-D43EBED8892E}">
      <dgm:prSet custT="1"/>
      <dgm:spPr/>
      <dgm:t>
        <a:bodyPr rtlCol="1"/>
        <a:lstStyle/>
        <a:p>
          <a:pPr rtl="1"/>
          <a:r>
            <a:rPr lang="ar" sz="16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الحجم والجودة المناسبان</a:t>
          </a:r>
          <a:endParaRPr lang="en-US" sz="16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964E4427-036E-4449-BB96-1B59D11DE346}" type="parTrans" cxnId="{9447A911-401B-054B-8905-DBC2050DC0E3}">
      <dgm:prSet/>
      <dgm:spPr/>
      <dgm:t>
        <a:bodyPr/>
        <a:lstStyle/>
        <a:p>
          <a:endParaRPr lang="en-US"/>
        </a:p>
      </dgm:t>
    </dgm:pt>
    <dgm:pt modelId="{B13AE6B1-3F8D-1A49-8214-A2971405B2C3}" type="sibTrans" cxnId="{9447A911-401B-054B-8905-DBC2050DC0E3}">
      <dgm:prSet/>
      <dgm:spPr/>
      <dgm:t>
        <a:bodyPr/>
        <a:lstStyle/>
        <a:p>
          <a:endParaRPr lang="en-US"/>
        </a:p>
      </dgm:t>
    </dgm:pt>
    <dgm:pt modelId="{9E9A9969-AAC4-8348-9BC7-D5F50814CD9E}" type="pres">
      <dgm:prSet presAssocID="{066A454C-3EE2-4D4F-96CC-69EC118F4AA8}" presName="Name0" presStyleCnt="0">
        <dgm:presLayoutVars>
          <dgm:dir val="rev"/>
          <dgm:animLvl val="lvl"/>
          <dgm:resizeHandles val="exact"/>
        </dgm:presLayoutVars>
      </dgm:prSet>
      <dgm:spPr/>
    </dgm:pt>
    <dgm:pt modelId="{54E1D91E-01EA-2A48-93B2-DE176CC5CBDA}" type="pres">
      <dgm:prSet presAssocID="{A9363B51-5BF4-433A-8131-9B9AAE97CBA5}" presName="linNode" presStyleCnt="0"/>
      <dgm:spPr/>
    </dgm:pt>
    <dgm:pt modelId="{2268B2F1-1E14-A449-B01E-DC4E53572EC1}" type="pres">
      <dgm:prSet presAssocID="{A9363B51-5BF4-433A-8131-9B9AAE97CBA5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5DB651EF-BD67-5742-8AAD-44B51D4C8D15}" type="pres">
      <dgm:prSet presAssocID="{A9363B51-5BF4-433A-8131-9B9AAE97CBA5}" presName="descendantText" presStyleLbl="alignAccFollowNode1" presStyleIdx="0" presStyleCnt="4">
        <dgm:presLayoutVars>
          <dgm:bulletEnabled val="1"/>
        </dgm:presLayoutVars>
      </dgm:prSet>
      <dgm:spPr/>
    </dgm:pt>
    <dgm:pt modelId="{B5350551-0232-7C41-B222-E4EB638875E8}" type="pres">
      <dgm:prSet presAssocID="{3D1E8D4D-D2AB-4ACD-8089-48F04F78FFF3}" presName="sp" presStyleCnt="0"/>
      <dgm:spPr/>
    </dgm:pt>
    <dgm:pt modelId="{D9977BD3-10F5-BD48-AB29-F19037E7ACEA}" type="pres">
      <dgm:prSet presAssocID="{CD197F9D-3908-4A81-9565-3D168BB2F599}" presName="linNode" presStyleCnt="0"/>
      <dgm:spPr/>
    </dgm:pt>
    <dgm:pt modelId="{033746C1-A2CA-584E-8047-85DD87D369AA}" type="pres">
      <dgm:prSet presAssocID="{CD197F9D-3908-4A81-9565-3D168BB2F599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6790004F-69C6-1B4C-A64B-157EBCB35163}" type="pres">
      <dgm:prSet presAssocID="{CD197F9D-3908-4A81-9565-3D168BB2F599}" presName="descendantText" presStyleLbl="alignAccFollowNode1" presStyleIdx="1" presStyleCnt="4">
        <dgm:presLayoutVars>
          <dgm:bulletEnabled val="1"/>
        </dgm:presLayoutVars>
      </dgm:prSet>
      <dgm:spPr/>
    </dgm:pt>
    <dgm:pt modelId="{5CBCB7A1-3209-6F4A-99FE-1C9AA45AC014}" type="pres">
      <dgm:prSet presAssocID="{E5EE38BF-BFEB-485B-93F2-EF7A720D733F}" presName="sp" presStyleCnt="0"/>
      <dgm:spPr/>
    </dgm:pt>
    <dgm:pt modelId="{69A64177-C874-7243-A6C4-C58DB4B95000}" type="pres">
      <dgm:prSet presAssocID="{0993A38C-F246-4E5F-BE60-33D46A00B172}" presName="linNode" presStyleCnt="0"/>
      <dgm:spPr/>
    </dgm:pt>
    <dgm:pt modelId="{1CC58718-A888-184C-ADC9-BDA477F1E9F0}" type="pres">
      <dgm:prSet presAssocID="{0993A38C-F246-4E5F-BE60-33D46A00B172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BE4818DA-3BB5-994A-BE2A-F88FB0C765DC}" type="pres">
      <dgm:prSet presAssocID="{0993A38C-F246-4E5F-BE60-33D46A00B172}" presName="descendantText" presStyleLbl="alignAccFollowNode1" presStyleIdx="2" presStyleCnt="4" custScaleY="118864">
        <dgm:presLayoutVars>
          <dgm:bulletEnabled val="1"/>
        </dgm:presLayoutVars>
      </dgm:prSet>
      <dgm:spPr/>
    </dgm:pt>
    <dgm:pt modelId="{5F8AC0B1-2B3D-FF41-A898-45DAF8123234}" type="pres">
      <dgm:prSet presAssocID="{8BAC2EB2-8ED6-46A0-AF97-9061471F6063}" presName="sp" presStyleCnt="0"/>
      <dgm:spPr/>
    </dgm:pt>
    <dgm:pt modelId="{5A12FFA8-8708-4C4B-A48B-DCCFE25019D0}" type="pres">
      <dgm:prSet presAssocID="{146FFBDE-675E-42AD-90E4-AB2ED56A52FB}" presName="linNode" presStyleCnt="0"/>
      <dgm:spPr/>
    </dgm:pt>
    <dgm:pt modelId="{ACCB387B-4ECC-3042-B2EE-5A67717BF511}" type="pres">
      <dgm:prSet presAssocID="{146FFBDE-675E-42AD-90E4-AB2ED56A52FB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246303E5-A2D6-614B-96B7-A4053F4DBF6C}" type="pres">
      <dgm:prSet presAssocID="{146FFBDE-675E-42AD-90E4-AB2ED56A52FB}" presName="descendantText" presStyleLbl="alignAccFollowNode1" presStyleIdx="3" presStyleCnt="4" custScaleY="109476">
        <dgm:presLayoutVars>
          <dgm:bulletEnabled val="1"/>
        </dgm:presLayoutVars>
      </dgm:prSet>
      <dgm:spPr/>
    </dgm:pt>
  </dgm:ptLst>
  <dgm:cxnLst>
    <dgm:cxn modelId="{5F53230E-0F26-FB42-9FC9-B5F20D1E02FC}" type="presOf" srcId="{EE5E7FB1-E3B6-44F0-8195-A392DBDC38C3}" destId="{BE4818DA-3BB5-994A-BE2A-F88FB0C765DC}" srcOrd="0" destOrd="0" presId="urn:microsoft.com/office/officeart/2005/8/layout/vList5"/>
    <dgm:cxn modelId="{9447A911-401B-054B-8905-DBC2050DC0E3}" srcId="{146FFBDE-675E-42AD-90E4-AB2ED56A52FB}" destId="{A8A8A0AD-2712-3C4B-8025-D43EBED8892E}" srcOrd="1" destOrd="0" parTransId="{964E4427-036E-4449-BB96-1B59D11DE346}" sibTransId="{B13AE6B1-3F8D-1A49-8214-A2971405B2C3}"/>
    <dgm:cxn modelId="{EDE19213-6776-8C4F-AA9C-28DA6DD4725D}" type="presOf" srcId="{CD197F9D-3908-4A81-9565-3D168BB2F599}" destId="{033746C1-A2CA-584E-8047-85DD87D369AA}" srcOrd="0" destOrd="0" presId="urn:microsoft.com/office/officeart/2005/8/layout/vList5"/>
    <dgm:cxn modelId="{F0FBBA39-2B93-4446-8384-35DB0BD5EFEF}" type="presOf" srcId="{3BBFE31C-17FE-014F-B89D-4BAADF86FAB3}" destId="{5DB651EF-BD67-5742-8AAD-44B51D4C8D15}" srcOrd="0" destOrd="1" presId="urn:microsoft.com/office/officeart/2005/8/layout/vList5"/>
    <dgm:cxn modelId="{888EB06A-5C0C-1D4C-966B-194D894235CB}" type="presOf" srcId="{A8A8A0AD-2712-3C4B-8025-D43EBED8892E}" destId="{246303E5-A2D6-614B-96B7-A4053F4DBF6C}" srcOrd="0" destOrd="1" presId="urn:microsoft.com/office/officeart/2005/8/layout/vList5"/>
    <dgm:cxn modelId="{2D584C6E-AE7F-5641-9F2E-F978EFF1014B}" type="presOf" srcId="{066A454C-3EE2-4D4F-96CC-69EC118F4AA8}" destId="{9E9A9969-AAC4-8348-9BC7-D5F50814CD9E}" srcOrd="0" destOrd="0" presId="urn:microsoft.com/office/officeart/2005/8/layout/vList5"/>
    <dgm:cxn modelId="{FC5D9E58-3C70-DA42-A649-234D34B0FCF4}" type="presOf" srcId="{146FFBDE-675E-42AD-90E4-AB2ED56A52FB}" destId="{ACCB387B-4ECC-3042-B2EE-5A67717BF511}" srcOrd="0" destOrd="0" presId="urn:microsoft.com/office/officeart/2005/8/layout/vList5"/>
    <dgm:cxn modelId="{201D7A95-387D-734E-90A5-53A681AB3642}" type="presOf" srcId="{AB2E937A-D373-C142-B7A2-6E82DE604F3C}" destId="{BE4818DA-3BB5-994A-BE2A-F88FB0C765DC}" srcOrd="0" destOrd="1" presId="urn:microsoft.com/office/officeart/2005/8/layout/vList5"/>
    <dgm:cxn modelId="{D5353F96-BF97-8546-9C3E-912B3DD60C06}" srcId="{0993A38C-F246-4E5F-BE60-33D46A00B172}" destId="{0F81C1BF-378A-FA43-AB22-181E85A4F668}" srcOrd="2" destOrd="0" parTransId="{2DE6872F-BB3A-0047-8969-91A353536766}" sibTransId="{F889F2A7-D376-D748-BF75-45D99EE8B084}"/>
    <dgm:cxn modelId="{75711CA3-3685-3B4A-8103-FA078A5550FD}" type="presOf" srcId="{92BDC0FB-0575-7C49-A739-56969BBBA2E1}" destId="{246303E5-A2D6-614B-96B7-A4053F4DBF6C}" srcOrd="0" destOrd="0" presId="urn:microsoft.com/office/officeart/2005/8/layout/vList5"/>
    <dgm:cxn modelId="{1D4B29A9-D2B6-4CAA-ABCD-779E718D6D33}" srcId="{CD197F9D-3908-4A81-9565-3D168BB2F599}" destId="{84F3E15D-726C-4B64-8472-901DB3CB7FAB}" srcOrd="0" destOrd="0" parTransId="{E869BD5E-B372-4442-80C9-A2B9AFAF41BC}" sibTransId="{129615CE-178A-4C2C-A134-40BBBC93466A}"/>
    <dgm:cxn modelId="{850A87AC-D8DB-4DC5-95B5-8DDEBFE44E4D}" srcId="{0993A38C-F246-4E5F-BE60-33D46A00B172}" destId="{EE5E7FB1-E3B6-44F0-8195-A392DBDC38C3}" srcOrd="0" destOrd="0" parTransId="{13751B0F-3CEB-4DA8-80D9-7AFFB7EB7445}" sibTransId="{77E1C2E7-B5B8-4936-986C-DA9BA2985213}"/>
    <dgm:cxn modelId="{F77060AF-6210-A24F-A1B2-A1A883150000}" type="presOf" srcId="{0F81C1BF-378A-FA43-AB22-181E85A4F668}" destId="{BE4818DA-3BB5-994A-BE2A-F88FB0C765DC}" srcOrd="0" destOrd="2" presId="urn:microsoft.com/office/officeart/2005/8/layout/vList5"/>
    <dgm:cxn modelId="{310681B1-003B-4147-A840-D3CF4F7B664B}" srcId="{A9363B51-5BF4-433A-8131-9B9AAE97CBA5}" destId="{CA55DCD8-ADB5-3F4A-B902-66C41B157B0B}" srcOrd="0" destOrd="0" parTransId="{8C5C34A6-CF10-994D-A7BC-DDC848AC66E2}" sibTransId="{38658173-53E6-6347-AB57-501CD690395F}"/>
    <dgm:cxn modelId="{AFA41FBC-6EF9-3741-9ED3-588CB8065504}" type="presOf" srcId="{84F3E15D-726C-4B64-8472-901DB3CB7FAB}" destId="{6790004F-69C6-1B4C-A64B-157EBCB35163}" srcOrd="0" destOrd="0" presId="urn:microsoft.com/office/officeart/2005/8/layout/vList5"/>
    <dgm:cxn modelId="{AF2D05BE-38F2-E443-9575-DE4ED711ECF8}" type="presOf" srcId="{0993A38C-F246-4E5F-BE60-33D46A00B172}" destId="{1CC58718-A888-184C-ADC9-BDA477F1E9F0}" srcOrd="0" destOrd="0" presId="urn:microsoft.com/office/officeart/2005/8/layout/vList5"/>
    <dgm:cxn modelId="{EFC7B8C3-714D-1F41-AE07-DA94EF34A3BA}" srcId="{146FFBDE-675E-42AD-90E4-AB2ED56A52FB}" destId="{92BDC0FB-0575-7C49-A739-56969BBBA2E1}" srcOrd="0" destOrd="0" parTransId="{A6914992-8300-9D4B-A061-7AF7357F3C75}" sibTransId="{D867D8AF-B80B-8B4D-95F9-3D5A5C220EFA}"/>
    <dgm:cxn modelId="{132657C9-9187-9B4A-A937-3DEA668AA3E0}" srcId="{A9363B51-5BF4-433A-8131-9B9AAE97CBA5}" destId="{3BBFE31C-17FE-014F-B89D-4BAADF86FAB3}" srcOrd="1" destOrd="0" parTransId="{480503AC-0CF5-CC45-940A-DF29D8A0AAD4}" sibTransId="{29043F26-0EC8-C84F-A014-75F0D0FA6F92}"/>
    <dgm:cxn modelId="{BD493ECE-7296-4180-9372-5F114FAC65B1}" srcId="{066A454C-3EE2-4D4F-96CC-69EC118F4AA8}" destId="{A9363B51-5BF4-433A-8131-9B9AAE97CBA5}" srcOrd="0" destOrd="0" parTransId="{0942D127-E54E-4EBD-B8F0-9CA8F2B0CE2E}" sibTransId="{3D1E8D4D-D2AB-4ACD-8089-48F04F78FFF3}"/>
    <dgm:cxn modelId="{E9DBD6D1-B282-4F0D-810C-08AD59B6404D}" srcId="{066A454C-3EE2-4D4F-96CC-69EC118F4AA8}" destId="{0993A38C-F246-4E5F-BE60-33D46A00B172}" srcOrd="2" destOrd="0" parTransId="{DCAF9216-BD01-418C-9175-B7B59C5452F3}" sibTransId="{8BAC2EB2-8ED6-46A0-AF97-9061471F6063}"/>
    <dgm:cxn modelId="{601801D4-DD8F-F64D-805A-590931EA5E93}" type="presOf" srcId="{A9363B51-5BF4-433A-8131-9B9AAE97CBA5}" destId="{2268B2F1-1E14-A449-B01E-DC4E53572EC1}" srcOrd="0" destOrd="0" presId="urn:microsoft.com/office/officeart/2005/8/layout/vList5"/>
    <dgm:cxn modelId="{824DD3DC-CF81-4553-A3B8-F03A12784B2C}" srcId="{066A454C-3EE2-4D4F-96CC-69EC118F4AA8}" destId="{146FFBDE-675E-42AD-90E4-AB2ED56A52FB}" srcOrd="3" destOrd="0" parTransId="{87317582-AC6A-462C-AE3C-B710F6016D63}" sibTransId="{71A6410B-CBB7-408E-9603-ABF51F140E9A}"/>
    <dgm:cxn modelId="{4849F1E9-C3BC-4B4A-BDAE-84C61FE09006}" srcId="{0993A38C-F246-4E5F-BE60-33D46A00B172}" destId="{AB2E937A-D373-C142-B7A2-6E82DE604F3C}" srcOrd="1" destOrd="0" parTransId="{7A840C88-F7D3-1A44-9236-9E9C082E09EB}" sibTransId="{698B058B-8BE4-A248-83D7-AF985FB7EAE6}"/>
    <dgm:cxn modelId="{4FEC3CFB-EE63-4E1B-89D8-957DF394DDBB}" srcId="{066A454C-3EE2-4D4F-96CC-69EC118F4AA8}" destId="{CD197F9D-3908-4A81-9565-3D168BB2F599}" srcOrd="1" destOrd="0" parTransId="{5C2A7B9B-A359-4074-BA5E-2FC6ACECC080}" sibTransId="{E5EE38BF-BFEB-485B-93F2-EF7A720D733F}"/>
    <dgm:cxn modelId="{5E4942FF-1305-C44C-BA3C-8A294667AE55}" type="presOf" srcId="{CA55DCD8-ADB5-3F4A-B902-66C41B157B0B}" destId="{5DB651EF-BD67-5742-8AAD-44B51D4C8D15}" srcOrd="0" destOrd="0" presId="urn:microsoft.com/office/officeart/2005/8/layout/vList5"/>
    <dgm:cxn modelId="{A66FFC37-E9D7-FC41-8B1C-69F376B963FA}" type="presParOf" srcId="{9E9A9969-AAC4-8348-9BC7-D5F50814CD9E}" destId="{54E1D91E-01EA-2A48-93B2-DE176CC5CBDA}" srcOrd="0" destOrd="0" presId="urn:microsoft.com/office/officeart/2005/8/layout/vList5"/>
    <dgm:cxn modelId="{265EAF83-E508-A543-B065-92E1BDC36B57}" type="presParOf" srcId="{54E1D91E-01EA-2A48-93B2-DE176CC5CBDA}" destId="{2268B2F1-1E14-A449-B01E-DC4E53572EC1}" srcOrd="0" destOrd="0" presId="urn:microsoft.com/office/officeart/2005/8/layout/vList5"/>
    <dgm:cxn modelId="{A5110FCF-6B9B-7B40-B271-A3CF027C7D6B}" type="presParOf" srcId="{54E1D91E-01EA-2A48-93B2-DE176CC5CBDA}" destId="{5DB651EF-BD67-5742-8AAD-44B51D4C8D15}" srcOrd="1" destOrd="0" presId="urn:microsoft.com/office/officeart/2005/8/layout/vList5"/>
    <dgm:cxn modelId="{62E1303D-A146-484F-9A0E-C02EB99DD7B2}" type="presParOf" srcId="{9E9A9969-AAC4-8348-9BC7-D5F50814CD9E}" destId="{B5350551-0232-7C41-B222-E4EB638875E8}" srcOrd="1" destOrd="0" presId="urn:microsoft.com/office/officeart/2005/8/layout/vList5"/>
    <dgm:cxn modelId="{636C4DA2-B153-2646-9C94-0507D324BAF1}" type="presParOf" srcId="{9E9A9969-AAC4-8348-9BC7-D5F50814CD9E}" destId="{D9977BD3-10F5-BD48-AB29-F19037E7ACEA}" srcOrd="2" destOrd="0" presId="urn:microsoft.com/office/officeart/2005/8/layout/vList5"/>
    <dgm:cxn modelId="{3BAD2D72-8AFF-6746-8233-C63210B11745}" type="presParOf" srcId="{D9977BD3-10F5-BD48-AB29-F19037E7ACEA}" destId="{033746C1-A2CA-584E-8047-85DD87D369AA}" srcOrd="0" destOrd="0" presId="urn:microsoft.com/office/officeart/2005/8/layout/vList5"/>
    <dgm:cxn modelId="{95DEDDEA-C820-0C4D-A841-ABDD346D12BE}" type="presParOf" srcId="{D9977BD3-10F5-BD48-AB29-F19037E7ACEA}" destId="{6790004F-69C6-1B4C-A64B-157EBCB35163}" srcOrd="1" destOrd="0" presId="urn:microsoft.com/office/officeart/2005/8/layout/vList5"/>
    <dgm:cxn modelId="{8FB756FB-84AC-1347-99B2-FFD7F822247F}" type="presParOf" srcId="{9E9A9969-AAC4-8348-9BC7-D5F50814CD9E}" destId="{5CBCB7A1-3209-6F4A-99FE-1C9AA45AC014}" srcOrd="3" destOrd="0" presId="urn:microsoft.com/office/officeart/2005/8/layout/vList5"/>
    <dgm:cxn modelId="{0DAF1534-A443-9E4E-B6EB-5952A2F80D9A}" type="presParOf" srcId="{9E9A9969-AAC4-8348-9BC7-D5F50814CD9E}" destId="{69A64177-C874-7243-A6C4-C58DB4B95000}" srcOrd="4" destOrd="0" presId="urn:microsoft.com/office/officeart/2005/8/layout/vList5"/>
    <dgm:cxn modelId="{349C3CC8-A3AF-0349-AFA4-7E2B20530531}" type="presParOf" srcId="{69A64177-C874-7243-A6C4-C58DB4B95000}" destId="{1CC58718-A888-184C-ADC9-BDA477F1E9F0}" srcOrd="0" destOrd="0" presId="urn:microsoft.com/office/officeart/2005/8/layout/vList5"/>
    <dgm:cxn modelId="{AC4B7AC1-A78B-6E4B-BBEE-B05E4CAFBFDE}" type="presParOf" srcId="{69A64177-C874-7243-A6C4-C58DB4B95000}" destId="{BE4818DA-3BB5-994A-BE2A-F88FB0C765DC}" srcOrd="1" destOrd="0" presId="urn:microsoft.com/office/officeart/2005/8/layout/vList5"/>
    <dgm:cxn modelId="{6E84E4ED-138C-5641-AAD0-70487995D40E}" type="presParOf" srcId="{9E9A9969-AAC4-8348-9BC7-D5F50814CD9E}" destId="{5F8AC0B1-2B3D-FF41-A898-45DAF8123234}" srcOrd="5" destOrd="0" presId="urn:microsoft.com/office/officeart/2005/8/layout/vList5"/>
    <dgm:cxn modelId="{B7D8B403-7A5F-7D40-9385-AC740A8B7F33}" type="presParOf" srcId="{9E9A9969-AAC4-8348-9BC7-D5F50814CD9E}" destId="{5A12FFA8-8708-4C4B-A48B-DCCFE25019D0}" srcOrd="6" destOrd="0" presId="urn:microsoft.com/office/officeart/2005/8/layout/vList5"/>
    <dgm:cxn modelId="{09C97497-63FA-FA4F-9939-DF1DB8114967}" type="presParOf" srcId="{5A12FFA8-8708-4C4B-A48B-DCCFE25019D0}" destId="{ACCB387B-4ECC-3042-B2EE-5A67717BF511}" srcOrd="0" destOrd="0" presId="urn:microsoft.com/office/officeart/2005/8/layout/vList5"/>
    <dgm:cxn modelId="{05113509-E8F1-6D44-A0F1-200396CED55C}" type="presParOf" srcId="{5A12FFA8-8708-4C4B-A48B-DCCFE25019D0}" destId="{246303E5-A2D6-614B-96B7-A4053F4DBF6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D6E1B924-60B9-4309-8BA6-4623D3A63E05}" type="doc">
      <dgm:prSet loTypeId="urn:microsoft.com/office/officeart/2005/8/layout/hList1" loCatId="list" qsTypeId="urn:microsoft.com/office/officeart/2005/8/quickstyle/simple5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7A7C5E96-246D-45F9-8920-DEC4C2208505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الشراشف المتسخة</a:t>
          </a:r>
          <a:endParaRPr lang="en-US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5DB0B630-2D38-4DE8-8EEF-05BCCDA6BE7C}" type="parTrans" cxnId="{283FE182-A14E-48AC-9E2B-EC277B9DC463}">
      <dgm:prSet/>
      <dgm:spPr/>
      <dgm:t>
        <a:bodyPr rtlCol="1"/>
        <a:lstStyle/>
        <a:p>
          <a:pPr rtl="1"/>
          <a:endParaRPr lang="en-US"/>
        </a:p>
      </dgm:t>
    </dgm:pt>
    <dgm:pt modelId="{C5B8DD64-CFC3-4DDF-B76C-DF2F44391AB9}" type="sibTrans" cxnId="{283FE182-A14E-48AC-9E2B-EC277B9DC463}">
      <dgm:prSet/>
      <dgm:spPr/>
      <dgm:t>
        <a:bodyPr rtlCol="1"/>
        <a:lstStyle/>
        <a:p>
          <a:pPr rtl="1"/>
          <a:endParaRPr lang="en-US"/>
        </a:p>
      </dgm:t>
    </dgm:pt>
    <dgm:pt modelId="{824686AE-1F88-47E0-8EB6-4B84E78E89F0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أغطية السرير</a:t>
          </a:r>
          <a:endParaRPr lang="en-US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93B08B12-109F-4294-96E7-EFDD2B551A91}" type="parTrans" cxnId="{CBED4E1C-BD67-47FB-AC34-F395DADFB668}">
      <dgm:prSet/>
      <dgm:spPr/>
      <dgm:t>
        <a:bodyPr rtlCol="1"/>
        <a:lstStyle/>
        <a:p>
          <a:pPr rtl="1"/>
          <a:endParaRPr lang="en-US"/>
        </a:p>
      </dgm:t>
    </dgm:pt>
    <dgm:pt modelId="{D7B0D231-3166-4794-90A5-8E2DD99A0844}" type="sibTrans" cxnId="{CBED4E1C-BD67-47FB-AC34-F395DADFB668}">
      <dgm:prSet/>
      <dgm:spPr/>
      <dgm:t>
        <a:bodyPr rtlCol="1"/>
        <a:lstStyle/>
        <a:p>
          <a:pPr rtl="1"/>
          <a:endParaRPr lang="en-US"/>
        </a:p>
      </dgm:t>
    </dgm:pt>
    <dgm:pt modelId="{DA1FF27F-F1E8-4ADB-9D71-4C2E1B5B5693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فرز الشراشف</a:t>
          </a:r>
          <a:endParaRPr lang="en-US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A44FD1BC-8EE4-4FFE-8357-F48C65A06F42}" type="parTrans" cxnId="{5AB3522A-A11B-4EE6-AD95-2950B5EAE5D3}">
      <dgm:prSet/>
      <dgm:spPr/>
      <dgm:t>
        <a:bodyPr rtlCol="1"/>
        <a:lstStyle/>
        <a:p>
          <a:pPr rtl="1"/>
          <a:endParaRPr lang="en-US"/>
        </a:p>
      </dgm:t>
    </dgm:pt>
    <dgm:pt modelId="{A0FADE65-0014-41F8-A2A9-B107E0C692CB}" type="sibTrans" cxnId="{5AB3522A-A11B-4EE6-AD95-2950B5EAE5D3}">
      <dgm:prSet/>
      <dgm:spPr/>
      <dgm:t>
        <a:bodyPr rtlCol="1"/>
        <a:lstStyle/>
        <a:p>
          <a:pPr rtl="1"/>
          <a:endParaRPr lang="en-US"/>
        </a:p>
      </dgm:t>
    </dgm:pt>
    <dgm:pt modelId="{4AAEECE4-B5AD-47CF-B1CD-258A28802905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اللون</a:t>
          </a:r>
          <a:endParaRPr lang="en-US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C0F3A448-10D7-4F16-BB97-03ECDC6E8D8E}" type="parTrans" cxnId="{FEDF5E9D-99CB-4A59-B137-723FE08396F2}">
      <dgm:prSet/>
      <dgm:spPr/>
      <dgm:t>
        <a:bodyPr rtlCol="1"/>
        <a:lstStyle/>
        <a:p>
          <a:pPr rtl="1"/>
          <a:endParaRPr lang="en-US"/>
        </a:p>
      </dgm:t>
    </dgm:pt>
    <dgm:pt modelId="{98DC488F-C0C2-4E47-A109-39D81D2F9C9C}" type="sibTrans" cxnId="{FEDF5E9D-99CB-4A59-B137-723FE08396F2}">
      <dgm:prSet/>
      <dgm:spPr/>
      <dgm:t>
        <a:bodyPr rtlCol="1"/>
        <a:lstStyle/>
        <a:p>
          <a:pPr rtl="1"/>
          <a:endParaRPr lang="en-US"/>
        </a:p>
      </dgm:t>
    </dgm:pt>
    <dgm:pt modelId="{55E6B1C0-8702-4410-AFFF-04366CD49EDC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استخدام المنظفات</a:t>
          </a:r>
          <a:endParaRPr lang="en-US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20FD1512-0975-42B2-8763-FAF1D842B0E3}" type="parTrans" cxnId="{C09A0B99-A18E-4E31-9CBC-E22AF7BC5244}">
      <dgm:prSet/>
      <dgm:spPr/>
      <dgm:t>
        <a:bodyPr rtlCol="1"/>
        <a:lstStyle/>
        <a:p>
          <a:pPr rtl="1"/>
          <a:endParaRPr lang="en-US"/>
        </a:p>
      </dgm:t>
    </dgm:pt>
    <dgm:pt modelId="{FC3D428F-F38F-4250-B403-59FAF4A071FC}" type="sibTrans" cxnId="{C09A0B99-A18E-4E31-9CBC-E22AF7BC5244}">
      <dgm:prSet/>
      <dgm:spPr/>
      <dgm:t>
        <a:bodyPr rtlCol="1"/>
        <a:lstStyle/>
        <a:p>
          <a:pPr rtl="1"/>
          <a:endParaRPr lang="en-US"/>
        </a:p>
      </dgm:t>
    </dgm:pt>
    <dgm:pt modelId="{B9F74710-4D42-4D42-8B84-A7AF0F0A500C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المساحيق</a:t>
          </a:r>
          <a:endParaRPr lang="en-US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36F00C6F-359C-4C1D-AFCD-F7570260624A}" type="parTrans" cxnId="{BEF59274-A9E7-42B7-92E2-5E7E49DEA43B}">
      <dgm:prSet/>
      <dgm:spPr/>
      <dgm:t>
        <a:bodyPr rtlCol="1"/>
        <a:lstStyle/>
        <a:p>
          <a:pPr rtl="1"/>
          <a:endParaRPr lang="en-US"/>
        </a:p>
      </dgm:t>
    </dgm:pt>
    <dgm:pt modelId="{259B6271-9324-4D33-AE23-38856EC9A4E5}" type="sibTrans" cxnId="{BEF59274-A9E7-42B7-92E2-5E7E49DEA43B}">
      <dgm:prSet/>
      <dgm:spPr/>
      <dgm:t>
        <a:bodyPr rtlCol="1"/>
        <a:lstStyle/>
        <a:p>
          <a:pPr rtl="1"/>
          <a:endParaRPr lang="en-US"/>
        </a:p>
      </dgm:t>
    </dgm:pt>
    <dgm:pt modelId="{1AE0559D-8C78-4265-9B54-414A1C25552D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مواعيد الغسيل والتجفيف ودرجات الحرارة المستخدمة</a:t>
          </a:r>
          <a:endParaRPr lang="en-US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2B3A4B45-8834-4F49-8C2A-D4AF3D259B25}" type="parTrans" cxnId="{C56EA67F-A9A9-43A4-9470-EC749F6E3B01}">
      <dgm:prSet/>
      <dgm:spPr/>
      <dgm:t>
        <a:bodyPr rtlCol="1"/>
        <a:lstStyle/>
        <a:p>
          <a:pPr rtl="1"/>
          <a:endParaRPr lang="en-US"/>
        </a:p>
      </dgm:t>
    </dgm:pt>
    <dgm:pt modelId="{6083FAAB-DC00-448B-BC6E-1D47D61C87FD}" type="sibTrans" cxnId="{C56EA67F-A9A9-43A4-9470-EC749F6E3B01}">
      <dgm:prSet/>
      <dgm:spPr/>
      <dgm:t>
        <a:bodyPr rtlCol="1"/>
        <a:lstStyle/>
        <a:p>
          <a:pPr rtl="1"/>
          <a:endParaRPr lang="en-US"/>
        </a:p>
      </dgm:t>
    </dgm:pt>
    <dgm:pt modelId="{6272EB99-3828-499D-95FD-BA88E854CE2F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اللون</a:t>
          </a:r>
          <a:endParaRPr lang="en-US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0FF5923F-1474-4266-A1AD-86424B954EB8}" type="parTrans" cxnId="{B21345D5-B040-4CA8-9E55-D221D96CFEC5}">
      <dgm:prSet/>
      <dgm:spPr/>
      <dgm:t>
        <a:bodyPr rtlCol="1"/>
        <a:lstStyle/>
        <a:p>
          <a:pPr rtl="1"/>
          <a:endParaRPr lang="en-US"/>
        </a:p>
      </dgm:t>
    </dgm:pt>
    <dgm:pt modelId="{E5DCB811-0580-47A6-9607-FAFA6C1E670D}" type="sibTrans" cxnId="{B21345D5-B040-4CA8-9E55-D221D96CFEC5}">
      <dgm:prSet/>
      <dgm:spPr/>
      <dgm:t>
        <a:bodyPr rtlCol="1"/>
        <a:lstStyle/>
        <a:p>
          <a:pPr rtl="1"/>
          <a:endParaRPr lang="en-US"/>
        </a:p>
      </dgm:t>
    </dgm:pt>
    <dgm:pt modelId="{827C84C7-6459-457A-8C8F-EC30E38B5FAE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اعتبارات الاستدامة</a:t>
          </a:r>
          <a:endParaRPr lang="en-US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BC173D07-9932-4A4E-93F9-3B4DCD9CDB29}" type="parTrans" cxnId="{8F4C3890-154C-4E0A-BF7C-D2868FF4607C}">
      <dgm:prSet/>
      <dgm:spPr/>
      <dgm:t>
        <a:bodyPr rtlCol="1"/>
        <a:lstStyle/>
        <a:p>
          <a:pPr rtl="1"/>
          <a:endParaRPr lang="en-US"/>
        </a:p>
      </dgm:t>
    </dgm:pt>
    <dgm:pt modelId="{5AC69C24-938D-49E1-88F8-BD32B8E2234B}" type="sibTrans" cxnId="{8F4C3890-154C-4E0A-BF7C-D2868FF4607C}">
      <dgm:prSet/>
      <dgm:spPr/>
      <dgm:t>
        <a:bodyPr rtlCol="1"/>
        <a:lstStyle/>
        <a:p>
          <a:pPr rtl="1"/>
          <a:endParaRPr lang="en-US"/>
        </a:p>
      </dgm:t>
    </dgm:pt>
    <dgm:pt modelId="{1A4D044F-A00B-244B-8223-85A41D437646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المناشف</a:t>
          </a:r>
          <a:endParaRPr lang="en-US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77B53C42-4312-DC42-9E6C-8039F77C7BCB}" type="parTrans" cxnId="{632B676B-B2F9-5A4B-913F-CE59AB9F4B18}">
      <dgm:prSet/>
      <dgm:spPr/>
      <dgm:t>
        <a:bodyPr rtlCol="1"/>
        <a:lstStyle/>
        <a:p>
          <a:pPr rtl="1"/>
          <a:endParaRPr lang="en-GB"/>
        </a:p>
      </dgm:t>
    </dgm:pt>
    <dgm:pt modelId="{8D8A756A-8B6A-3349-8658-F7976A48C05F}" type="sibTrans" cxnId="{632B676B-B2F9-5A4B-913F-CE59AB9F4B18}">
      <dgm:prSet/>
      <dgm:spPr/>
      <dgm:t>
        <a:bodyPr rtlCol="1"/>
        <a:lstStyle/>
        <a:p>
          <a:pPr rtl="1"/>
          <a:endParaRPr lang="en-GB"/>
        </a:p>
      </dgm:t>
    </dgm:pt>
    <dgm:pt modelId="{962C3199-E231-464D-B454-B58D4CB4D7C3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المطبخ</a:t>
          </a:r>
          <a:endParaRPr lang="en-US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F8BF1C36-BDB6-2D4E-A33E-BD30DB9D09B3}" type="parTrans" cxnId="{CA695B41-C4F6-2641-BB6F-218F28733408}">
      <dgm:prSet/>
      <dgm:spPr/>
      <dgm:t>
        <a:bodyPr rtlCol="1"/>
        <a:lstStyle/>
        <a:p>
          <a:pPr rtl="1"/>
          <a:endParaRPr lang="en-GB"/>
        </a:p>
      </dgm:t>
    </dgm:pt>
    <dgm:pt modelId="{D7424263-7315-C941-A0FA-F9B0A08921BF}" type="sibTrans" cxnId="{CA695B41-C4F6-2641-BB6F-218F28733408}">
      <dgm:prSet/>
      <dgm:spPr/>
      <dgm:t>
        <a:bodyPr rtlCol="1"/>
        <a:lstStyle/>
        <a:p>
          <a:pPr rtl="1"/>
          <a:endParaRPr lang="en-GB"/>
        </a:p>
      </dgm:t>
    </dgm:pt>
    <dgm:pt modelId="{461A238E-C42D-704C-A447-189DB71FF336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مفارش المائدة </a:t>
          </a:r>
          <a:endParaRPr lang="en-US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78D0CA0E-6A47-284F-A883-9D06E34DECC8}" type="parTrans" cxnId="{98044B4D-4BB7-4B4C-97BD-451BD37E8CAC}">
      <dgm:prSet/>
      <dgm:spPr/>
      <dgm:t>
        <a:bodyPr rtlCol="1"/>
        <a:lstStyle/>
        <a:p>
          <a:pPr rtl="1"/>
          <a:endParaRPr lang="en-GB"/>
        </a:p>
      </dgm:t>
    </dgm:pt>
    <dgm:pt modelId="{C1BB8A6C-86F3-BD43-959C-F0018BDDDBDC}" type="sibTrans" cxnId="{98044B4D-4BB7-4B4C-97BD-451BD37E8CAC}">
      <dgm:prSet/>
      <dgm:spPr/>
      <dgm:t>
        <a:bodyPr rtlCol="1"/>
        <a:lstStyle/>
        <a:p>
          <a:pPr rtl="1"/>
          <a:endParaRPr lang="en-GB"/>
        </a:p>
      </dgm:t>
    </dgm:pt>
    <dgm:pt modelId="{67AA63F1-ED91-784E-9F2E-046DBA9B4014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تصنيفات أنواع الاتساخ</a:t>
          </a:r>
          <a:endParaRPr lang="en-US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7BB3FF32-40F6-DC4E-AE55-BA13AA6100BA}" type="parTrans" cxnId="{81705913-D421-AD4C-9A39-441DA093C071}">
      <dgm:prSet/>
      <dgm:spPr/>
      <dgm:t>
        <a:bodyPr rtlCol="1"/>
        <a:lstStyle/>
        <a:p>
          <a:pPr rtl="1"/>
          <a:endParaRPr lang="en-GB"/>
        </a:p>
      </dgm:t>
    </dgm:pt>
    <dgm:pt modelId="{8A38520F-732E-4244-9815-ABE64E31B78D}" type="sibTrans" cxnId="{81705913-D421-AD4C-9A39-441DA093C071}">
      <dgm:prSet/>
      <dgm:spPr/>
      <dgm:t>
        <a:bodyPr rtlCol="1"/>
        <a:lstStyle/>
        <a:p>
          <a:pPr rtl="1"/>
          <a:endParaRPr lang="en-GB"/>
        </a:p>
      </dgm:t>
    </dgm:pt>
    <dgm:pt modelId="{4F3C5E92-19CB-6C4F-98BD-5104D0E7CED1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 النوع</a:t>
          </a:r>
          <a:endParaRPr lang="en-US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B14184CB-3F4B-CC47-B92F-352D36653021}" type="parTrans" cxnId="{4C8F9586-0842-B847-AD0E-256083BB1461}">
      <dgm:prSet/>
      <dgm:spPr/>
      <dgm:t>
        <a:bodyPr rtlCol="1"/>
        <a:lstStyle/>
        <a:p>
          <a:pPr rtl="1"/>
          <a:endParaRPr lang="en-GB"/>
        </a:p>
      </dgm:t>
    </dgm:pt>
    <dgm:pt modelId="{429446EF-572A-0247-8CCC-9612B545166F}" type="sibTrans" cxnId="{4C8F9586-0842-B847-AD0E-256083BB1461}">
      <dgm:prSet/>
      <dgm:spPr/>
      <dgm:t>
        <a:bodyPr rtlCol="1"/>
        <a:lstStyle/>
        <a:p>
          <a:pPr rtl="1"/>
          <a:endParaRPr lang="en-GB"/>
        </a:p>
      </dgm:t>
    </dgm:pt>
    <dgm:pt modelId="{ED02895B-5FAF-DB4C-BBE3-CF543BE4B03E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النوع</a:t>
          </a:r>
          <a:endParaRPr lang="en-US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70619482-F7A9-4247-81DC-B0AF63320CB3}" type="parTrans" cxnId="{A6E26867-5D50-454F-934F-B2E269DD5611}">
      <dgm:prSet/>
      <dgm:spPr/>
      <dgm:t>
        <a:bodyPr rtlCol="1"/>
        <a:lstStyle/>
        <a:p>
          <a:pPr rtl="1"/>
          <a:endParaRPr lang="en-GB"/>
        </a:p>
      </dgm:t>
    </dgm:pt>
    <dgm:pt modelId="{796F637D-FC4A-084D-A2B0-933039EE82D4}" type="sibTrans" cxnId="{A6E26867-5D50-454F-934F-B2E269DD5611}">
      <dgm:prSet/>
      <dgm:spPr/>
      <dgm:t>
        <a:bodyPr rtlCol="1"/>
        <a:lstStyle/>
        <a:p>
          <a:pPr rtl="1"/>
          <a:endParaRPr lang="en-GB"/>
        </a:p>
      </dgm:t>
    </dgm:pt>
    <dgm:pt modelId="{54C7DB5B-80AA-8E48-8498-924E63F3F069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 المبيضات </a:t>
          </a:r>
          <a:endParaRPr lang="en-US" b="1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1B46350C-8876-D84F-98DC-B0325E40C23A}" type="parTrans" cxnId="{B598AB32-BBDC-C149-BDC0-336A8950DEBF}">
      <dgm:prSet/>
      <dgm:spPr/>
      <dgm:t>
        <a:bodyPr rtlCol="1"/>
        <a:lstStyle/>
        <a:p>
          <a:pPr rtl="1"/>
          <a:endParaRPr lang="en-GB"/>
        </a:p>
      </dgm:t>
    </dgm:pt>
    <dgm:pt modelId="{49CDD2EF-0E01-5842-8C00-603605F86B2F}" type="sibTrans" cxnId="{B598AB32-BBDC-C149-BDC0-336A8950DEBF}">
      <dgm:prSet/>
      <dgm:spPr/>
      <dgm:t>
        <a:bodyPr rtlCol="1"/>
        <a:lstStyle/>
        <a:p>
          <a:pPr rtl="1"/>
          <a:endParaRPr lang="en-GB"/>
        </a:p>
      </dgm:t>
    </dgm:pt>
    <dgm:pt modelId="{04FC6A24-E45F-3E40-9CF4-1A91803FB5F1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استخدام المواد الكيميائية الضارة</a:t>
          </a:r>
        </a:p>
      </dgm:t>
    </dgm:pt>
    <dgm:pt modelId="{7952EE46-0C1A-B342-9459-A784653026E0}" type="parTrans" cxnId="{D019E617-946E-3441-8891-A62B7BEAEC3A}">
      <dgm:prSet/>
      <dgm:spPr/>
      <dgm:t>
        <a:bodyPr rtlCol="1"/>
        <a:lstStyle/>
        <a:p>
          <a:pPr rtl="1"/>
          <a:endParaRPr lang="en-GB"/>
        </a:p>
      </dgm:t>
    </dgm:pt>
    <dgm:pt modelId="{6B3B2519-95E7-6144-BF9F-68358D0B6767}" type="sibTrans" cxnId="{D019E617-946E-3441-8891-A62B7BEAEC3A}">
      <dgm:prSet/>
      <dgm:spPr/>
      <dgm:t>
        <a:bodyPr rtlCol="1"/>
        <a:lstStyle/>
        <a:p>
          <a:pPr rtl="1"/>
          <a:endParaRPr lang="en-GB"/>
        </a:p>
      </dgm:t>
    </dgm:pt>
    <dgm:pt modelId="{003DC2BF-0B18-AC45-B70E-A52D1F625300}">
      <dgm:prSet/>
      <dgm:spPr/>
      <dgm:t>
        <a:bodyPr rtlCol="1"/>
        <a:lstStyle/>
        <a:p>
          <a:pPr rtl="1"/>
          <a:r>
            <a:rPr lang="ar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استخدام الموارد</a:t>
          </a:r>
        </a:p>
      </dgm:t>
    </dgm:pt>
    <dgm:pt modelId="{48587A0B-BAFF-DF48-BEFD-E5889DE8E337}" type="parTrans" cxnId="{3FE27C98-51F2-6D45-A7B4-62ACFF69ADD4}">
      <dgm:prSet/>
      <dgm:spPr/>
      <dgm:t>
        <a:bodyPr rtlCol="1"/>
        <a:lstStyle/>
        <a:p>
          <a:pPr rtl="1"/>
          <a:endParaRPr lang="en-GB"/>
        </a:p>
      </dgm:t>
    </dgm:pt>
    <dgm:pt modelId="{01C57436-C420-BF42-99D2-CDEE8F4E7986}" type="sibTrans" cxnId="{3FE27C98-51F2-6D45-A7B4-62ACFF69ADD4}">
      <dgm:prSet/>
      <dgm:spPr/>
      <dgm:t>
        <a:bodyPr rtlCol="1"/>
        <a:lstStyle/>
        <a:p>
          <a:pPr rtl="1"/>
          <a:endParaRPr lang="en-GB"/>
        </a:p>
      </dgm:t>
    </dgm:pt>
    <dgm:pt modelId="{1B754CA9-1736-A145-841A-0B1079415B37}" type="pres">
      <dgm:prSet presAssocID="{D6E1B924-60B9-4309-8BA6-4623D3A63E05}" presName="Name0" presStyleCnt="0">
        <dgm:presLayoutVars>
          <dgm:dir/>
          <dgm:animLvl val="lvl"/>
          <dgm:resizeHandles val="exact"/>
        </dgm:presLayoutVars>
      </dgm:prSet>
      <dgm:spPr/>
    </dgm:pt>
    <dgm:pt modelId="{16030ABE-45E0-2847-8997-E13FCE0F1815}" type="pres">
      <dgm:prSet presAssocID="{7A7C5E96-246D-45F9-8920-DEC4C2208505}" presName="composite" presStyleCnt="0"/>
      <dgm:spPr/>
    </dgm:pt>
    <dgm:pt modelId="{A752E222-B26A-7C4E-B630-ED6AADB5B91C}" type="pres">
      <dgm:prSet presAssocID="{7A7C5E96-246D-45F9-8920-DEC4C2208505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E1D08C69-657D-6C41-8D29-BBA3B6C8A28D}" type="pres">
      <dgm:prSet presAssocID="{7A7C5E96-246D-45F9-8920-DEC4C2208505}" presName="desTx" presStyleLbl="alignAccFollowNode1" presStyleIdx="0" presStyleCnt="5">
        <dgm:presLayoutVars>
          <dgm:bulletEnabled val="1"/>
        </dgm:presLayoutVars>
      </dgm:prSet>
      <dgm:spPr/>
    </dgm:pt>
    <dgm:pt modelId="{63E90396-5174-5B45-B493-B96B5D3FC2BB}" type="pres">
      <dgm:prSet presAssocID="{C5B8DD64-CFC3-4DDF-B76C-DF2F44391AB9}" presName="space" presStyleCnt="0"/>
      <dgm:spPr/>
    </dgm:pt>
    <dgm:pt modelId="{2A3C0336-75BC-E24D-B817-456292E19445}" type="pres">
      <dgm:prSet presAssocID="{DA1FF27F-F1E8-4ADB-9D71-4C2E1B5B5693}" presName="composite" presStyleCnt="0"/>
      <dgm:spPr/>
    </dgm:pt>
    <dgm:pt modelId="{90D69BBA-0952-8449-AF5F-37FEC8F6368B}" type="pres">
      <dgm:prSet presAssocID="{DA1FF27F-F1E8-4ADB-9D71-4C2E1B5B5693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CC7AF333-1B17-FC47-8A5E-6D6A69FF2826}" type="pres">
      <dgm:prSet presAssocID="{DA1FF27F-F1E8-4ADB-9D71-4C2E1B5B5693}" presName="desTx" presStyleLbl="alignAccFollowNode1" presStyleIdx="1" presStyleCnt="5">
        <dgm:presLayoutVars>
          <dgm:bulletEnabled val="1"/>
        </dgm:presLayoutVars>
      </dgm:prSet>
      <dgm:spPr/>
    </dgm:pt>
    <dgm:pt modelId="{2F004403-2F36-2C46-B3A1-02C49B910CB7}" type="pres">
      <dgm:prSet presAssocID="{A0FADE65-0014-41F8-A2A9-B107E0C692CB}" presName="space" presStyleCnt="0"/>
      <dgm:spPr/>
    </dgm:pt>
    <dgm:pt modelId="{C2EEC92C-814B-234C-BA49-E62DC9FB0824}" type="pres">
      <dgm:prSet presAssocID="{55E6B1C0-8702-4410-AFFF-04366CD49EDC}" presName="composite" presStyleCnt="0"/>
      <dgm:spPr/>
    </dgm:pt>
    <dgm:pt modelId="{FEA341C0-720D-4547-987D-8436BB73E69A}" type="pres">
      <dgm:prSet presAssocID="{55E6B1C0-8702-4410-AFFF-04366CD49EDC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4DB0A14C-A0DA-7C48-9088-3B893B17C8F6}" type="pres">
      <dgm:prSet presAssocID="{55E6B1C0-8702-4410-AFFF-04366CD49EDC}" presName="desTx" presStyleLbl="alignAccFollowNode1" presStyleIdx="2" presStyleCnt="5">
        <dgm:presLayoutVars>
          <dgm:bulletEnabled val="1"/>
        </dgm:presLayoutVars>
      </dgm:prSet>
      <dgm:spPr/>
    </dgm:pt>
    <dgm:pt modelId="{48C5B36B-32C3-A04E-AF75-53859EBDC01A}" type="pres">
      <dgm:prSet presAssocID="{FC3D428F-F38F-4250-B403-59FAF4A071FC}" presName="space" presStyleCnt="0"/>
      <dgm:spPr/>
    </dgm:pt>
    <dgm:pt modelId="{B31CF206-BBBA-8149-B133-B4DA1277A11A}" type="pres">
      <dgm:prSet presAssocID="{1AE0559D-8C78-4265-9B54-414A1C25552D}" presName="composite" presStyleCnt="0"/>
      <dgm:spPr/>
    </dgm:pt>
    <dgm:pt modelId="{02ACE8F0-12C0-5944-ADC2-8970D252E8BA}" type="pres">
      <dgm:prSet presAssocID="{1AE0559D-8C78-4265-9B54-414A1C25552D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CFD611A1-E31C-C94F-8E8B-7DBE5E22282A}" type="pres">
      <dgm:prSet presAssocID="{1AE0559D-8C78-4265-9B54-414A1C25552D}" presName="desTx" presStyleLbl="alignAccFollowNode1" presStyleIdx="3" presStyleCnt="5">
        <dgm:presLayoutVars>
          <dgm:bulletEnabled val="1"/>
        </dgm:presLayoutVars>
      </dgm:prSet>
      <dgm:spPr/>
    </dgm:pt>
    <dgm:pt modelId="{9BD0627D-2AB9-E44F-8A62-172ED5D63846}" type="pres">
      <dgm:prSet presAssocID="{6083FAAB-DC00-448B-BC6E-1D47D61C87FD}" presName="space" presStyleCnt="0"/>
      <dgm:spPr/>
    </dgm:pt>
    <dgm:pt modelId="{218EFC7A-1AFC-934D-AECD-A0658D0EA168}" type="pres">
      <dgm:prSet presAssocID="{827C84C7-6459-457A-8C8F-EC30E38B5FAE}" presName="composite" presStyleCnt="0"/>
      <dgm:spPr/>
    </dgm:pt>
    <dgm:pt modelId="{8FAE052C-1802-364C-B3F0-45BD102D1D19}" type="pres">
      <dgm:prSet presAssocID="{827C84C7-6459-457A-8C8F-EC30E38B5FAE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70FF5772-521D-E546-9622-8D2142BB0143}" type="pres">
      <dgm:prSet presAssocID="{827C84C7-6459-457A-8C8F-EC30E38B5FAE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4897CF04-4636-0444-976F-BF753E32446D}" type="presOf" srcId="{1AE0559D-8C78-4265-9B54-414A1C25552D}" destId="{02ACE8F0-12C0-5944-ADC2-8970D252E8BA}" srcOrd="0" destOrd="0" presId="urn:microsoft.com/office/officeart/2005/8/layout/hList1"/>
    <dgm:cxn modelId="{AEF2810E-25E1-3F4E-B5CC-9B0B1FC5DFBD}" type="presOf" srcId="{962C3199-E231-464D-B454-B58D4CB4D7C3}" destId="{E1D08C69-657D-6C41-8D29-BBA3B6C8A28D}" srcOrd="0" destOrd="2" presId="urn:microsoft.com/office/officeart/2005/8/layout/hList1"/>
    <dgm:cxn modelId="{81705913-D421-AD4C-9A39-441DA093C071}" srcId="{DA1FF27F-F1E8-4ADB-9D71-4C2E1B5B5693}" destId="{67AA63F1-ED91-784E-9F2E-046DBA9B4014}" srcOrd="1" destOrd="0" parTransId="{7BB3FF32-40F6-DC4E-AE55-BA13AA6100BA}" sibTransId="{8A38520F-732E-4244-9815-ABE64E31B78D}"/>
    <dgm:cxn modelId="{D019E617-946E-3441-8891-A62B7BEAEC3A}" srcId="{827C84C7-6459-457A-8C8F-EC30E38B5FAE}" destId="{04FC6A24-E45F-3E40-9CF4-1A91803FB5F1}" srcOrd="0" destOrd="0" parTransId="{7952EE46-0C1A-B342-9459-A784653026E0}" sibTransId="{6B3B2519-95E7-6144-BF9F-68358D0B6767}"/>
    <dgm:cxn modelId="{CBED4E1C-BD67-47FB-AC34-F395DADFB668}" srcId="{7A7C5E96-246D-45F9-8920-DEC4C2208505}" destId="{824686AE-1F88-47E0-8EB6-4B84E78E89F0}" srcOrd="0" destOrd="0" parTransId="{93B08B12-109F-4294-96E7-EFDD2B551A91}" sibTransId="{D7B0D231-3166-4794-90A5-8E2DD99A0844}"/>
    <dgm:cxn modelId="{DCC38C20-1257-5149-A9E1-5B01F75D2534}" type="presOf" srcId="{55E6B1C0-8702-4410-AFFF-04366CD49EDC}" destId="{FEA341C0-720D-4547-987D-8436BB73E69A}" srcOrd="0" destOrd="0" presId="urn:microsoft.com/office/officeart/2005/8/layout/hList1"/>
    <dgm:cxn modelId="{5AB3522A-A11B-4EE6-AD95-2950B5EAE5D3}" srcId="{D6E1B924-60B9-4309-8BA6-4623D3A63E05}" destId="{DA1FF27F-F1E8-4ADB-9D71-4C2E1B5B5693}" srcOrd="1" destOrd="0" parTransId="{A44FD1BC-8EE4-4FFE-8357-F48C65A06F42}" sibTransId="{A0FADE65-0014-41F8-A2A9-B107E0C692CB}"/>
    <dgm:cxn modelId="{B598AB32-BBDC-C149-BDC0-336A8950DEBF}" srcId="{55E6B1C0-8702-4410-AFFF-04366CD49EDC}" destId="{54C7DB5B-80AA-8E48-8498-924E63F3F069}" srcOrd="1" destOrd="0" parTransId="{1B46350C-8876-D84F-98DC-B0325E40C23A}" sibTransId="{49CDD2EF-0E01-5842-8C00-603605F86B2F}"/>
    <dgm:cxn modelId="{F6E04039-7D9A-1946-8DBB-3E036EC88429}" type="presOf" srcId="{ED02895B-5FAF-DB4C-BBE3-CF543BE4B03E}" destId="{CFD611A1-E31C-C94F-8E8B-7DBE5E22282A}" srcOrd="0" destOrd="1" presId="urn:microsoft.com/office/officeart/2005/8/layout/hList1"/>
    <dgm:cxn modelId="{1D6C0B61-F4F1-D34D-9997-08C3A9D5F8AC}" type="presOf" srcId="{04FC6A24-E45F-3E40-9CF4-1A91803FB5F1}" destId="{70FF5772-521D-E546-9622-8D2142BB0143}" srcOrd="0" destOrd="0" presId="urn:microsoft.com/office/officeart/2005/8/layout/hList1"/>
    <dgm:cxn modelId="{CA695B41-C4F6-2641-BB6F-218F28733408}" srcId="{7A7C5E96-246D-45F9-8920-DEC4C2208505}" destId="{962C3199-E231-464D-B454-B58D4CB4D7C3}" srcOrd="2" destOrd="0" parTransId="{F8BF1C36-BDB6-2D4E-A33E-BD30DB9D09B3}" sibTransId="{D7424263-7315-C941-A0FA-F9B0A08921BF}"/>
    <dgm:cxn modelId="{A6E26867-5D50-454F-934F-B2E269DD5611}" srcId="{1AE0559D-8C78-4265-9B54-414A1C25552D}" destId="{ED02895B-5FAF-DB4C-BBE3-CF543BE4B03E}" srcOrd="1" destOrd="0" parTransId="{70619482-F7A9-4247-81DC-B0AF63320CB3}" sibTransId="{796F637D-FC4A-084D-A2B0-933039EE82D4}"/>
    <dgm:cxn modelId="{632B676B-B2F9-5A4B-913F-CE59AB9F4B18}" srcId="{7A7C5E96-246D-45F9-8920-DEC4C2208505}" destId="{1A4D044F-A00B-244B-8223-85A41D437646}" srcOrd="1" destOrd="0" parTransId="{77B53C42-4312-DC42-9E6C-8039F77C7BCB}" sibTransId="{8D8A756A-8B6A-3349-8658-F7976A48C05F}"/>
    <dgm:cxn modelId="{98044B4D-4BB7-4B4C-97BD-451BD37E8CAC}" srcId="{7A7C5E96-246D-45F9-8920-DEC4C2208505}" destId="{461A238E-C42D-704C-A447-189DB71FF336}" srcOrd="3" destOrd="0" parTransId="{78D0CA0E-6A47-284F-A883-9D06E34DECC8}" sibTransId="{C1BB8A6C-86F3-BD43-959C-F0018BDDDBDC}"/>
    <dgm:cxn modelId="{60FEF450-A7A9-B949-BC47-63A7873BCBDA}" type="presOf" srcId="{54C7DB5B-80AA-8E48-8498-924E63F3F069}" destId="{4DB0A14C-A0DA-7C48-9088-3B893B17C8F6}" srcOrd="0" destOrd="1" presId="urn:microsoft.com/office/officeart/2005/8/layout/hList1"/>
    <dgm:cxn modelId="{0BA4E371-4F89-8541-9594-F67C3AA7C2CA}" type="presOf" srcId="{D6E1B924-60B9-4309-8BA6-4623D3A63E05}" destId="{1B754CA9-1736-A145-841A-0B1079415B37}" srcOrd="0" destOrd="0" presId="urn:microsoft.com/office/officeart/2005/8/layout/hList1"/>
    <dgm:cxn modelId="{BEF59274-A9E7-42B7-92E2-5E7E49DEA43B}" srcId="{55E6B1C0-8702-4410-AFFF-04366CD49EDC}" destId="{B9F74710-4D42-4D42-8B84-A7AF0F0A500C}" srcOrd="0" destOrd="0" parTransId="{36F00C6F-359C-4C1D-AFCD-F7570260624A}" sibTransId="{259B6271-9324-4D33-AE23-38856EC9A4E5}"/>
    <dgm:cxn modelId="{BD9C4E75-F5C0-EA4B-B624-1D909D16F892}" type="presOf" srcId="{4F3C5E92-19CB-6C4F-98BD-5104D0E7CED1}" destId="{CC7AF333-1B17-FC47-8A5E-6D6A69FF2826}" srcOrd="0" destOrd="2" presId="urn:microsoft.com/office/officeart/2005/8/layout/hList1"/>
    <dgm:cxn modelId="{76E94B7A-07E8-FE44-B986-7C1DB0B97A63}" type="presOf" srcId="{003DC2BF-0B18-AC45-B70E-A52D1F625300}" destId="{70FF5772-521D-E546-9622-8D2142BB0143}" srcOrd="0" destOrd="1" presId="urn:microsoft.com/office/officeart/2005/8/layout/hList1"/>
    <dgm:cxn modelId="{E7608B7F-8305-A941-8259-69C52BCD2503}" type="presOf" srcId="{4AAEECE4-B5AD-47CF-B1CD-258A28802905}" destId="{CC7AF333-1B17-FC47-8A5E-6D6A69FF2826}" srcOrd="0" destOrd="0" presId="urn:microsoft.com/office/officeart/2005/8/layout/hList1"/>
    <dgm:cxn modelId="{C56EA67F-A9A9-43A4-9470-EC749F6E3B01}" srcId="{D6E1B924-60B9-4309-8BA6-4623D3A63E05}" destId="{1AE0559D-8C78-4265-9B54-414A1C25552D}" srcOrd="3" destOrd="0" parTransId="{2B3A4B45-8834-4F49-8C2A-D4AF3D259B25}" sibTransId="{6083FAAB-DC00-448B-BC6E-1D47D61C87FD}"/>
    <dgm:cxn modelId="{283FE182-A14E-48AC-9E2B-EC277B9DC463}" srcId="{D6E1B924-60B9-4309-8BA6-4623D3A63E05}" destId="{7A7C5E96-246D-45F9-8920-DEC4C2208505}" srcOrd="0" destOrd="0" parTransId="{5DB0B630-2D38-4DE8-8EEF-05BCCDA6BE7C}" sibTransId="{C5B8DD64-CFC3-4DDF-B76C-DF2F44391AB9}"/>
    <dgm:cxn modelId="{4C8F9586-0842-B847-AD0E-256083BB1461}" srcId="{DA1FF27F-F1E8-4ADB-9D71-4C2E1B5B5693}" destId="{4F3C5E92-19CB-6C4F-98BD-5104D0E7CED1}" srcOrd="2" destOrd="0" parTransId="{B14184CB-3F4B-CC47-B92F-352D36653021}" sibTransId="{429446EF-572A-0247-8CCC-9612B545166F}"/>
    <dgm:cxn modelId="{2570778E-E182-AA4E-B4BF-0CB8033C09A8}" type="presOf" srcId="{B9F74710-4D42-4D42-8B84-A7AF0F0A500C}" destId="{4DB0A14C-A0DA-7C48-9088-3B893B17C8F6}" srcOrd="0" destOrd="0" presId="urn:microsoft.com/office/officeart/2005/8/layout/hList1"/>
    <dgm:cxn modelId="{8F4C3890-154C-4E0A-BF7C-D2868FF4607C}" srcId="{D6E1B924-60B9-4309-8BA6-4623D3A63E05}" destId="{827C84C7-6459-457A-8C8F-EC30E38B5FAE}" srcOrd="4" destOrd="0" parTransId="{BC173D07-9932-4A4E-93F9-3B4DCD9CDB29}" sibTransId="{5AC69C24-938D-49E1-88F8-BD32B8E2234B}"/>
    <dgm:cxn modelId="{3FE27C98-51F2-6D45-A7B4-62ACFF69ADD4}" srcId="{827C84C7-6459-457A-8C8F-EC30E38B5FAE}" destId="{003DC2BF-0B18-AC45-B70E-A52D1F625300}" srcOrd="1" destOrd="0" parTransId="{48587A0B-BAFF-DF48-BEFD-E5889DE8E337}" sibTransId="{01C57436-C420-BF42-99D2-CDEE8F4E7986}"/>
    <dgm:cxn modelId="{C09A0B99-A18E-4E31-9CBC-E22AF7BC5244}" srcId="{D6E1B924-60B9-4309-8BA6-4623D3A63E05}" destId="{55E6B1C0-8702-4410-AFFF-04366CD49EDC}" srcOrd="2" destOrd="0" parTransId="{20FD1512-0975-42B2-8763-FAF1D842B0E3}" sibTransId="{FC3D428F-F38F-4250-B403-59FAF4A071FC}"/>
    <dgm:cxn modelId="{1203C29B-A144-A242-8555-AE8F17E8550F}" type="presOf" srcId="{461A238E-C42D-704C-A447-189DB71FF336}" destId="{E1D08C69-657D-6C41-8D29-BBA3B6C8A28D}" srcOrd="0" destOrd="3" presId="urn:microsoft.com/office/officeart/2005/8/layout/hList1"/>
    <dgm:cxn modelId="{FEDF5E9D-99CB-4A59-B137-723FE08396F2}" srcId="{DA1FF27F-F1E8-4ADB-9D71-4C2E1B5B5693}" destId="{4AAEECE4-B5AD-47CF-B1CD-258A28802905}" srcOrd="0" destOrd="0" parTransId="{C0F3A448-10D7-4F16-BB97-03ECDC6E8D8E}" sibTransId="{98DC488F-C0C2-4E47-A109-39D81D2F9C9C}"/>
    <dgm:cxn modelId="{F03452B1-D674-9D45-A7C8-947163DAD47E}" type="presOf" srcId="{827C84C7-6459-457A-8C8F-EC30E38B5FAE}" destId="{8FAE052C-1802-364C-B3F0-45BD102D1D19}" srcOrd="0" destOrd="0" presId="urn:microsoft.com/office/officeart/2005/8/layout/hList1"/>
    <dgm:cxn modelId="{875691C3-350F-334B-8209-256CB44E745D}" type="presOf" srcId="{824686AE-1F88-47E0-8EB6-4B84E78E89F0}" destId="{E1D08C69-657D-6C41-8D29-BBA3B6C8A28D}" srcOrd="0" destOrd="0" presId="urn:microsoft.com/office/officeart/2005/8/layout/hList1"/>
    <dgm:cxn modelId="{F26F50C5-C7D1-FD44-A22B-9FB479A46CA1}" type="presOf" srcId="{67AA63F1-ED91-784E-9F2E-046DBA9B4014}" destId="{CC7AF333-1B17-FC47-8A5E-6D6A69FF2826}" srcOrd="0" destOrd="1" presId="urn:microsoft.com/office/officeart/2005/8/layout/hList1"/>
    <dgm:cxn modelId="{B21345D5-B040-4CA8-9E55-D221D96CFEC5}" srcId="{1AE0559D-8C78-4265-9B54-414A1C25552D}" destId="{6272EB99-3828-499D-95FD-BA88E854CE2F}" srcOrd="0" destOrd="0" parTransId="{0FF5923F-1474-4266-A1AD-86424B954EB8}" sibTransId="{E5DCB811-0580-47A6-9607-FAFA6C1E670D}"/>
    <dgm:cxn modelId="{930CF5DA-99BB-444F-B788-3913DD91C4FB}" type="presOf" srcId="{DA1FF27F-F1E8-4ADB-9D71-4C2E1B5B5693}" destId="{90D69BBA-0952-8449-AF5F-37FEC8F6368B}" srcOrd="0" destOrd="0" presId="urn:microsoft.com/office/officeart/2005/8/layout/hList1"/>
    <dgm:cxn modelId="{5F48A1E4-1475-FD46-9258-E2CC420B80B0}" type="presOf" srcId="{1A4D044F-A00B-244B-8223-85A41D437646}" destId="{E1D08C69-657D-6C41-8D29-BBA3B6C8A28D}" srcOrd="0" destOrd="1" presId="urn:microsoft.com/office/officeart/2005/8/layout/hList1"/>
    <dgm:cxn modelId="{0345B0F5-187B-EC4F-AFC5-5FF5B06161E9}" type="presOf" srcId="{7A7C5E96-246D-45F9-8920-DEC4C2208505}" destId="{A752E222-B26A-7C4E-B630-ED6AADB5B91C}" srcOrd="0" destOrd="0" presId="urn:microsoft.com/office/officeart/2005/8/layout/hList1"/>
    <dgm:cxn modelId="{022160FF-A561-824E-8DCA-8335937195F6}" type="presOf" srcId="{6272EB99-3828-499D-95FD-BA88E854CE2F}" destId="{CFD611A1-E31C-C94F-8E8B-7DBE5E22282A}" srcOrd="0" destOrd="0" presId="urn:microsoft.com/office/officeart/2005/8/layout/hList1"/>
    <dgm:cxn modelId="{CC8DDBFC-095F-3847-B199-E0C3290F4AC7}" type="presParOf" srcId="{1B754CA9-1736-A145-841A-0B1079415B37}" destId="{16030ABE-45E0-2847-8997-E13FCE0F1815}" srcOrd="0" destOrd="0" presId="urn:microsoft.com/office/officeart/2005/8/layout/hList1"/>
    <dgm:cxn modelId="{1F495297-C6B3-7445-BAA3-4EB4AF288F5F}" type="presParOf" srcId="{16030ABE-45E0-2847-8997-E13FCE0F1815}" destId="{A752E222-B26A-7C4E-B630-ED6AADB5B91C}" srcOrd="0" destOrd="0" presId="urn:microsoft.com/office/officeart/2005/8/layout/hList1"/>
    <dgm:cxn modelId="{38AFB9FE-E0A3-BD45-9881-0AC10A09FE09}" type="presParOf" srcId="{16030ABE-45E0-2847-8997-E13FCE0F1815}" destId="{E1D08C69-657D-6C41-8D29-BBA3B6C8A28D}" srcOrd="1" destOrd="0" presId="urn:microsoft.com/office/officeart/2005/8/layout/hList1"/>
    <dgm:cxn modelId="{1C021D98-A34A-B242-B1A3-7A8BC521FCB8}" type="presParOf" srcId="{1B754CA9-1736-A145-841A-0B1079415B37}" destId="{63E90396-5174-5B45-B493-B96B5D3FC2BB}" srcOrd="1" destOrd="0" presId="urn:microsoft.com/office/officeart/2005/8/layout/hList1"/>
    <dgm:cxn modelId="{2E7B0375-E689-DE4E-A9AC-24933A091EE1}" type="presParOf" srcId="{1B754CA9-1736-A145-841A-0B1079415B37}" destId="{2A3C0336-75BC-E24D-B817-456292E19445}" srcOrd="2" destOrd="0" presId="urn:microsoft.com/office/officeart/2005/8/layout/hList1"/>
    <dgm:cxn modelId="{EDB1BD09-2EB0-7144-8324-1F8D648C8281}" type="presParOf" srcId="{2A3C0336-75BC-E24D-B817-456292E19445}" destId="{90D69BBA-0952-8449-AF5F-37FEC8F6368B}" srcOrd="0" destOrd="0" presId="urn:microsoft.com/office/officeart/2005/8/layout/hList1"/>
    <dgm:cxn modelId="{A681FD40-7CDF-E945-9853-A5BB6F974F56}" type="presParOf" srcId="{2A3C0336-75BC-E24D-B817-456292E19445}" destId="{CC7AF333-1B17-FC47-8A5E-6D6A69FF2826}" srcOrd="1" destOrd="0" presId="urn:microsoft.com/office/officeart/2005/8/layout/hList1"/>
    <dgm:cxn modelId="{4C9F64EA-CA23-874F-B88C-7B52B80DA14F}" type="presParOf" srcId="{1B754CA9-1736-A145-841A-0B1079415B37}" destId="{2F004403-2F36-2C46-B3A1-02C49B910CB7}" srcOrd="3" destOrd="0" presId="urn:microsoft.com/office/officeart/2005/8/layout/hList1"/>
    <dgm:cxn modelId="{969E86B7-D7E1-6C40-B138-F4307FB02A48}" type="presParOf" srcId="{1B754CA9-1736-A145-841A-0B1079415B37}" destId="{C2EEC92C-814B-234C-BA49-E62DC9FB0824}" srcOrd="4" destOrd="0" presId="urn:microsoft.com/office/officeart/2005/8/layout/hList1"/>
    <dgm:cxn modelId="{D95EDD20-E5C8-414A-8014-3737EBC1A090}" type="presParOf" srcId="{C2EEC92C-814B-234C-BA49-E62DC9FB0824}" destId="{FEA341C0-720D-4547-987D-8436BB73E69A}" srcOrd="0" destOrd="0" presId="urn:microsoft.com/office/officeart/2005/8/layout/hList1"/>
    <dgm:cxn modelId="{0E5AF2BD-B793-A547-BF0D-5EB77352E22F}" type="presParOf" srcId="{C2EEC92C-814B-234C-BA49-E62DC9FB0824}" destId="{4DB0A14C-A0DA-7C48-9088-3B893B17C8F6}" srcOrd="1" destOrd="0" presId="urn:microsoft.com/office/officeart/2005/8/layout/hList1"/>
    <dgm:cxn modelId="{E06415B0-5638-AC4D-A218-98BB43535574}" type="presParOf" srcId="{1B754CA9-1736-A145-841A-0B1079415B37}" destId="{48C5B36B-32C3-A04E-AF75-53859EBDC01A}" srcOrd="5" destOrd="0" presId="urn:microsoft.com/office/officeart/2005/8/layout/hList1"/>
    <dgm:cxn modelId="{790D582F-8407-CC41-B928-1FF52F2C2B21}" type="presParOf" srcId="{1B754CA9-1736-A145-841A-0B1079415B37}" destId="{B31CF206-BBBA-8149-B133-B4DA1277A11A}" srcOrd="6" destOrd="0" presId="urn:microsoft.com/office/officeart/2005/8/layout/hList1"/>
    <dgm:cxn modelId="{B70951AD-5D3A-9249-8D94-41757474C6B2}" type="presParOf" srcId="{B31CF206-BBBA-8149-B133-B4DA1277A11A}" destId="{02ACE8F0-12C0-5944-ADC2-8970D252E8BA}" srcOrd="0" destOrd="0" presId="urn:microsoft.com/office/officeart/2005/8/layout/hList1"/>
    <dgm:cxn modelId="{BA33FB6B-C63B-2F4D-82BB-4D9B3C9BA40B}" type="presParOf" srcId="{B31CF206-BBBA-8149-B133-B4DA1277A11A}" destId="{CFD611A1-E31C-C94F-8E8B-7DBE5E22282A}" srcOrd="1" destOrd="0" presId="urn:microsoft.com/office/officeart/2005/8/layout/hList1"/>
    <dgm:cxn modelId="{9136878A-2B9A-D04B-9FB5-8F5C799B0954}" type="presParOf" srcId="{1B754CA9-1736-A145-841A-0B1079415B37}" destId="{9BD0627D-2AB9-E44F-8A62-172ED5D63846}" srcOrd="7" destOrd="0" presId="urn:microsoft.com/office/officeart/2005/8/layout/hList1"/>
    <dgm:cxn modelId="{AB8E9F39-B91D-D04B-A81D-EF81633748EA}" type="presParOf" srcId="{1B754CA9-1736-A145-841A-0B1079415B37}" destId="{218EFC7A-1AFC-934D-AECD-A0658D0EA168}" srcOrd="8" destOrd="0" presId="urn:microsoft.com/office/officeart/2005/8/layout/hList1"/>
    <dgm:cxn modelId="{8BCDFC77-9D63-264D-9145-09EB7184EA69}" type="presParOf" srcId="{218EFC7A-1AFC-934D-AECD-A0658D0EA168}" destId="{8FAE052C-1802-364C-B3F0-45BD102D1D19}" srcOrd="0" destOrd="0" presId="urn:microsoft.com/office/officeart/2005/8/layout/hList1"/>
    <dgm:cxn modelId="{AA66A5C8-82E3-634D-843A-423B536ABE37}" type="presParOf" srcId="{218EFC7A-1AFC-934D-AECD-A0658D0EA168}" destId="{70FF5772-521D-E546-9622-8D2142BB014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42151-C088-0749-AE95-71E7367FDB8A}">
      <dsp:nvSpPr>
        <dsp:cNvPr id="0" name=""/>
        <dsp:cNvSpPr/>
      </dsp:nvSpPr>
      <dsp:spPr>
        <a:xfrm rot="16200000">
          <a:off x="1167100" y="-783018"/>
          <a:ext cx="3057711" cy="539191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1" anchor="ctr" anchorCtr="0">
          <a:noAutofit/>
        </a:bodyPr>
        <a:lstStyle/>
        <a:p>
          <a:pPr marL="285750" lvl="1" indent="-285750" algn="r" defTabSz="14668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33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أهمية وهيكل عمليات الإقامة في شركة ضيافة والإشراف عليها.</a:t>
          </a:r>
        </a:p>
        <a:p>
          <a:pPr marL="285750" lvl="1" indent="-285750" algn="r" defTabSz="14668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33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الأنظمة والإجراءات المستخدمة في خدمة الأماكن العامة وغرف الضيوف في شركات الضيافة.</a:t>
          </a:r>
        </a:p>
      </dsp:txBody>
      <dsp:txXfrm rot="5400000">
        <a:off x="149266" y="533346"/>
        <a:ext cx="5242646" cy="2759181"/>
      </dsp:txXfrm>
    </dsp:sp>
    <dsp:sp modelId="{34024C55-7592-B046-8D62-093C52BCBF38}">
      <dsp:nvSpPr>
        <dsp:cNvPr id="0" name=""/>
        <dsp:cNvSpPr/>
      </dsp:nvSpPr>
      <dsp:spPr>
        <a:xfrm>
          <a:off x="5391911" y="1944"/>
          <a:ext cx="3032950" cy="38221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5270" tIns="127635" rIns="255270" bIns="127635" numCol="1" spcCol="1270" rtlCol="1" anchor="ctr" anchorCtr="0">
          <a:noAutofit/>
        </a:bodyPr>
        <a:lstStyle/>
        <a:p>
          <a:pPr marL="0" lvl="0" indent="0" algn="ctr" defTabSz="29781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67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تتناول هذه الوحدة:</a:t>
          </a:r>
        </a:p>
      </dsp:txBody>
      <dsp:txXfrm>
        <a:off x="5539967" y="150000"/>
        <a:ext cx="2736838" cy="35260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600B48-FA50-134F-A5B5-A531DF1F2952}">
      <dsp:nvSpPr>
        <dsp:cNvPr id="0" name=""/>
        <dsp:cNvSpPr/>
      </dsp:nvSpPr>
      <dsp:spPr>
        <a:xfrm>
          <a:off x="0" y="56385"/>
          <a:ext cx="8207375" cy="12033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rtlCol="1" anchor="ctr" anchorCtr="0">
          <a:noAutofit/>
        </a:bodyPr>
        <a:lstStyle/>
        <a:p>
          <a:pPr marL="0" lvl="0" indent="0" algn="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7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أ </a:t>
          </a:r>
          <a:r>
            <a:rPr lang="ar" sz="27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دراسة هيكل عمليات الإقامة ومتطلباتها والإشراف عليها </a:t>
          </a:r>
          <a:endParaRPr lang="en-US" sz="27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58744" y="115129"/>
        <a:ext cx="8089887" cy="1085893"/>
      </dsp:txXfrm>
    </dsp:sp>
    <dsp:sp modelId="{76D985FF-9E2F-7445-9CB7-EA2B22468165}">
      <dsp:nvSpPr>
        <dsp:cNvPr id="0" name=""/>
        <dsp:cNvSpPr/>
      </dsp:nvSpPr>
      <dsp:spPr>
        <a:xfrm>
          <a:off x="0" y="1337527"/>
          <a:ext cx="8207375" cy="12033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rtlCol="1" anchor="ctr" anchorCtr="0">
          <a:noAutofit/>
        </a:bodyPr>
        <a:lstStyle/>
        <a:p>
          <a:pPr marL="0" lvl="0" indent="0" algn="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7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ب</a:t>
          </a:r>
          <a:r>
            <a:rPr lang="ar" sz="27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 القدرة على تنظيف الأماكن العامة باستخدام مواد التنظيف والمعدات والموارد والطرق المناسبة </a:t>
          </a:r>
          <a:endParaRPr lang="en-US" sz="27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58744" y="1396271"/>
        <a:ext cx="8089887" cy="1085893"/>
      </dsp:txXfrm>
    </dsp:sp>
    <dsp:sp modelId="{8C0B34FF-323B-714E-BB79-0A7D014F7602}">
      <dsp:nvSpPr>
        <dsp:cNvPr id="0" name=""/>
        <dsp:cNvSpPr/>
      </dsp:nvSpPr>
      <dsp:spPr>
        <a:xfrm>
          <a:off x="0" y="2618668"/>
          <a:ext cx="8207375" cy="12033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rtlCol="1" anchor="ctr" anchorCtr="0">
          <a:noAutofit/>
        </a:bodyPr>
        <a:lstStyle/>
        <a:p>
          <a:pPr marL="0" lvl="0" indent="0" algn="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7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ج</a:t>
          </a:r>
          <a:r>
            <a:rPr lang="ar" sz="27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 القدرة على تقديم خدمة غرف الضيوف باستخدام مواد التنظيف والمعدات والموارد والوسائل المناسبة</a:t>
          </a:r>
          <a:endParaRPr lang="en-US" sz="27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58744" y="2677412"/>
        <a:ext cx="8089887" cy="10858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3ADA8F-FB50-5340-9822-4BA4D69049A1}">
      <dsp:nvSpPr>
        <dsp:cNvPr id="0" name=""/>
        <dsp:cNvSpPr/>
      </dsp:nvSpPr>
      <dsp:spPr>
        <a:xfrm>
          <a:off x="4413842" y="254"/>
          <a:ext cx="3672521" cy="2203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rtlCol="1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200" b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عمليات الإقامة في مجال الضيافة </a:t>
          </a:r>
          <a:endParaRPr lang="en-US" sz="3200" b="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4413842" y="254"/>
        <a:ext cx="3672521" cy="2203512"/>
      </dsp:txXfrm>
    </dsp:sp>
    <dsp:sp modelId="{499BA10F-8C48-9B46-9AA3-E6F62B5D9B82}">
      <dsp:nvSpPr>
        <dsp:cNvPr id="0" name=""/>
        <dsp:cNvSpPr/>
      </dsp:nvSpPr>
      <dsp:spPr>
        <a:xfrm>
          <a:off x="374068" y="254"/>
          <a:ext cx="3672521" cy="2203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rtlCol="1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200" b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مسؤوليات المشرف ومهاراته </a:t>
          </a:r>
          <a:br>
            <a:rPr lang="en-US" sz="3200" b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</a:br>
          <a:r>
            <a:rPr lang="ar" sz="3200" b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في عمليات الإقامة </a:t>
          </a:r>
          <a:endParaRPr lang="en-US" sz="3200" b="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374068" y="254"/>
        <a:ext cx="3672521" cy="22035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4A232B-B3CA-4433-A1C0-C8B373C9A20B}">
      <dsp:nvSpPr>
        <dsp:cNvPr id="0" name=""/>
        <dsp:cNvSpPr/>
      </dsp:nvSpPr>
      <dsp:spPr>
        <a:xfrm>
          <a:off x="678355" y="162950"/>
          <a:ext cx="739599" cy="7395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38760-C3B7-4C35-8D3A-44D90E84007B}">
      <dsp:nvSpPr>
        <dsp:cNvPr id="0" name=""/>
        <dsp:cNvSpPr/>
      </dsp:nvSpPr>
      <dsp:spPr>
        <a:xfrm>
          <a:off x="226378" y="1149183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1" anchor="t" anchorCtr="0">
          <a:noAutofit/>
        </a:bodyPr>
        <a:lstStyle/>
        <a:p>
          <a:pPr marL="0" lvl="0" indent="0" algn="ctr" defTabSz="577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3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منافذ الأطعمة والمشروبات (المطاعم والمقاهي) </a:t>
          </a:r>
          <a:endParaRPr lang="en-US" sz="1300" kern="1200" dirty="0"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226378" y="1149183"/>
        <a:ext cx="1643554" cy="657421"/>
      </dsp:txXfrm>
    </dsp:sp>
    <dsp:sp modelId="{61BF6257-C87A-4BAC-A634-127A67CCDF32}">
      <dsp:nvSpPr>
        <dsp:cNvPr id="0" name=""/>
        <dsp:cNvSpPr/>
      </dsp:nvSpPr>
      <dsp:spPr>
        <a:xfrm>
          <a:off x="2609532" y="162950"/>
          <a:ext cx="739599" cy="7395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A964D1-1E1F-4FC0-91C5-AFC227C77618}">
      <dsp:nvSpPr>
        <dsp:cNvPr id="0" name=""/>
        <dsp:cNvSpPr/>
      </dsp:nvSpPr>
      <dsp:spPr>
        <a:xfrm>
          <a:off x="2157555" y="1149183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1" anchor="t" anchorCtr="0">
          <a:noAutofit/>
        </a:bodyPr>
        <a:lstStyle/>
        <a:p>
          <a:pPr marL="0" lvl="0" indent="0" algn="ctr" defTabSz="577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3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مقدمو الخدمات الغذائية بموجب العقود</a:t>
          </a:r>
          <a:endParaRPr lang="en-US" sz="1300" kern="1200" dirty="0"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2157555" y="1149183"/>
        <a:ext cx="1643554" cy="657421"/>
      </dsp:txXfrm>
    </dsp:sp>
    <dsp:sp modelId="{C08B865C-7A74-41AF-BBDA-87A1D53CFC7C}">
      <dsp:nvSpPr>
        <dsp:cNvPr id="0" name=""/>
        <dsp:cNvSpPr/>
      </dsp:nvSpPr>
      <dsp:spPr>
        <a:xfrm>
          <a:off x="678355" y="2217494"/>
          <a:ext cx="739599" cy="7395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334041-4A9A-4783-B365-A75706DCD132}">
      <dsp:nvSpPr>
        <dsp:cNvPr id="0" name=""/>
        <dsp:cNvSpPr/>
      </dsp:nvSpPr>
      <dsp:spPr>
        <a:xfrm>
          <a:off x="226378" y="3203727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1" anchor="t" anchorCtr="0">
          <a:noAutofit/>
        </a:bodyPr>
        <a:lstStyle/>
        <a:p>
          <a:pPr marL="0" lvl="0" indent="0" algn="ctr" defTabSz="577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3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خدمات الضيافة، بما في ذلك خدمات البيع بالتجزئة والتعليم والحكومة والسلطة المحلية</a:t>
          </a:r>
          <a:endParaRPr lang="en-US" sz="1300" kern="1200" dirty="0"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226378" y="3203727"/>
        <a:ext cx="1643554" cy="657421"/>
      </dsp:txXfrm>
    </dsp:sp>
    <dsp:sp modelId="{879CF352-6518-4D2F-9818-1BEB28DA4CD8}">
      <dsp:nvSpPr>
        <dsp:cNvPr id="0" name=""/>
        <dsp:cNvSpPr/>
      </dsp:nvSpPr>
      <dsp:spPr>
        <a:xfrm>
          <a:off x="2609532" y="2217494"/>
          <a:ext cx="739599" cy="7395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6B6EA8-63A3-4DD9-A0B1-AF9A400772BF}">
      <dsp:nvSpPr>
        <dsp:cNvPr id="0" name=""/>
        <dsp:cNvSpPr/>
      </dsp:nvSpPr>
      <dsp:spPr>
        <a:xfrm>
          <a:off x="2157555" y="3203727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1" anchor="t" anchorCtr="0">
          <a:noAutofit/>
        </a:bodyPr>
        <a:lstStyle/>
        <a:p>
          <a:pPr marL="0" lvl="0" indent="0" algn="ctr" defTabSz="577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300" b="1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سؤال: </a:t>
          </a:r>
          <a:r>
            <a:rPr lang="ar" sz="13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ما خدمات الضيافة المحلية التي يمكنك ذكرها والتي لديها عمليات إقامة؟</a:t>
          </a:r>
          <a:endParaRPr lang="en-US" sz="1300" kern="1200" dirty="0"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2157555" y="3203727"/>
        <a:ext cx="1643554" cy="6574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CAE578-60D4-D04E-B1D5-75393BE54470}">
      <dsp:nvSpPr>
        <dsp:cNvPr id="0" name=""/>
        <dsp:cNvSpPr/>
      </dsp:nvSpPr>
      <dsp:spPr>
        <a:xfrm>
          <a:off x="1512802" y="3528247"/>
          <a:ext cx="567930" cy="4105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0552"/>
              </a:lnTo>
              <a:lnTo>
                <a:pt x="567930" y="41055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5DAD5C-2CE6-4945-B090-5FBDBD68F4E6}">
      <dsp:nvSpPr>
        <dsp:cNvPr id="0" name=""/>
        <dsp:cNvSpPr/>
      </dsp:nvSpPr>
      <dsp:spPr>
        <a:xfrm>
          <a:off x="944872" y="3528247"/>
          <a:ext cx="567930" cy="410552"/>
        </a:xfrm>
        <a:custGeom>
          <a:avLst/>
          <a:gdLst/>
          <a:ahLst/>
          <a:cxnLst/>
          <a:rect l="0" t="0" r="0" b="0"/>
          <a:pathLst>
            <a:path>
              <a:moveTo>
                <a:pt x="567930" y="0"/>
              </a:moveTo>
              <a:lnTo>
                <a:pt x="567930" y="410552"/>
              </a:lnTo>
              <a:lnTo>
                <a:pt x="0" y="41055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79AF24-F09C-6645-8429-79C6195A6ADB}">
      <dsp:nvSpPr>
        <dsp:cNvPr id="0" name=""/>
        <dsp:cNvSpPr/>
      </dsp:nvSpPr>
      <dsp:spPr>
        <a:xfrm>
          <a:off x="1057789" y="2638436"/>
          <a:ext cx="352252" cy="328722"/>
        </a:xfrm>
        <a:custGeom>
          <a:avLst/>
          <a:gdLst/>
          <a:ahLst/>
          <a:cxnLst/>
          <a:rect l="0" t="0" r="0" b="0"/>
          <a:pathLst>
            <a:path>
              <a:moveTo>
                <a:pt x="352252" y="0"/>
              </a:moveTo>
              <a:lnTo>
                <a:pt x="0" y="32872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15E3D0-6742-254A-8A17-12F0B39ECCF1}">
      <dsp:nvSpPr>
        <dsp:cNvPr id="0" name=""/>
        <dsp:cNvSpPr/>
      </dsp:nvSpPr>
      <dsp:spPr>
        <a:xfrm>
          <a:off x="1424636" y="1704185"/>
          <a:ext cx="338951" cy="3731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8951" y="3731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1692EF-D2BB-8A48-9976-06FAD738E39A}">
      <dsp:nvSpPr>
        <dsp:cNvPr id="0" name=""/>
        <dsp:cNvSpPr/>
      </dsp:nvSpPr>
      <dsp:spPr>
        <a:xfrm>
          <a:off x="841666" y="1019931"/>
          <a:ext cx="1165941" cy="68425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8657AD-23E5-9C4F-BD45-CBF201F899D4}">
      <dsp:nvSpPr>
        <dsp:cNvPr id="0" name=""/>
        <dsp:cNvSpPr/>
      </dsp:nvSpPr>
      <dsp:spPr>
        <a:xfrm>
          <a:off x="841666" y="1019931"/>
          <a:ext cx="1165941" cy="68425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79C33C-C58A-194B-AD01-431EFB0AB1C5}">
      <dsp:nvSpPr>
        <dsp:cNvPr id="0" name=""/>
        <dsp:cNvSpPr/>
      </dsp:nvSpPr>
      <dsp:spPr>
        <a:xfrm>
          <a:off x="258695" y="1143097"/>
          <a:ext cx="2331882" cy="43792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rtlCol="1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i="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المدير العام</a:t>
          </a:r>
        </a:p>
      </dsp:txBody>
      <dsp:txXfrm>
        <a:off x="258695" y="1143097"/>
        <a:ext cx="2331882" cy="437922"/>
      </dsp:txXfrm>
    </dsp:sp>
    <dsp:sp modelId="{DCE1536F-CDF6-9844-85B4-7A6E301D682F}">
      <dsp:nvSpPr>
        <dsp:cNvPr id="0" name=""/>
        <dsp:cNvSpPr/>
      </dsp:nvSpPr>
      <dsp:spPr>
        <a:xfrm>
          <a:off x="944848" y="1954182"/>
          <a:ext cx="930387" cy="68425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3AC91E-06FD-074A-827B-E85590FB8CFD}">
      <dsp:nvSpPr>
        <dsp:cNvPr id="0" name=""/>
        <dsp:cNvSpPr/>
      </dsp:nvSpPr>
      <dsp:spPr>
        <a:xfrm>
          <a:off x="944848" y="1954182"/>
          <a:ext cx="930387" cy="68425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9C9927-4257-1249-ABD1-2B61897AFF71}">
      <dsp:nvSpPr>
        <dsp:cNvPr id="0" name=""/>
        <dsp:cNvSpPr/>
      </dsp:nvSpPr>
      <dsp:spPr>
        <a:xfrm>
          <a:off x="479654" y="2077348"/>
          <a:ext cx="1860774" cy="43792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rtlCol="1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i="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 مدير عمليات الإقامة</a:t>
          </a:r>
        </a:p>
      </dsp:txBody>
      <dsp:txXfrm>
        <a:off x="479654" y="2077348"/>
        <a:ext cx="1860774" cy="437922"/>
      </dsp:txXfrm>
    </dsp:sp>
    <dsp:sp modelId="{C3CED631-9BA6-EE48-A696-A09A27AE2C80}">
      <dsp:nvSpPr>
        <dsp:cNvPr id="0" name=""/>
        <dsp:cNvSpPr/>
      </dsp:nvSpPr>
      <dsp:spPr>
        <a:xfrm>
          <a:off x="914101" y="2843993"/>
          <a:ext cx="1197403" cy="68425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7B8F08-7C76-1E46-BFB5-97FA7A0357C2}">
      <dsp:nvSpPr>
        <dsp:cNvPr id="0" name=""/>
        <dsp:cNvSpPr/>
      </dsp:nvSpPr>
      <dsp:spPr>
        <a:xfrm>
          <a:off x="914101" y="2843993"/>
          <a:ext cx="1197403" cy="68425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0D8F5E-9F67-9B4E-ADA2-2ABC99700B07}">
      <dsp:nvSpPr>
        <dsp:cNvPr id="0" name=""/>
        <dsp:cNvSpPr/>
      </dsp:nvSpPr>
      <dsp:spPr>
        <a:xfrm>
          <a:off x="315399" y="2967159"/>
          <a:ext cx="2394806" cy="43792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rtlCol="1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i="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مشرف عمليات الإقامة</a:t>
          </a:r>
        </a:p>
      </dsp:txBody>
      <dsp:txXfrm>
        <a:off x="315399" y="2967159"/>
        <a:ext cx="2394806" cy="437922"/>
      </dsp:txXfrm>
    </dsp:sp>
    <dsp:sp modelId="{3F0B8CBF-E37B-8441-868D-33C8DD858D3A}">
      <dsp:nvSpPr>
        <dsp:cNvPr id="0" name=""/>
        <dsp:cNvSpPr/>
      </dsp:nvSpPr>
      <dsp:spPr>
        <a:xfrm>
          <a:off x="342728" y="3815634"/>
          <a:ext cx="684254" cy="68425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3C9A16-BE53-6C49-BC69-9D026679AEE6}">
      <dsp:nvSpPr>
        <dsp:cNvPr id="0" name=""/>
        <dsp:cNvSpPr/>
      </dsp:nvSpPr>
      <dsp:spPr>
        <a:xfrm>
          <a:off x="342728" y="3815634"/>
          <a:ext cx="684254" cy="68425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50B45F-227F-E243-9F53-7CC8EC85027B}">
      <dsp:nvSpPr>
        <dsp:cNvPr id="0" name=""/>
        <dsp:cNvSpPr/>
      </dsp:nvSpPr>
      <dsp:spPr>
        <a:xfrm>
          <a:off x="601" y="3938799"/>
          <a:ext cx="1368508" cy="43792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rtlCol="1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i="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عمال النظافة </a:t>
          </a:r>
        </a:p>
      </dsp:txBody>
      <dsp:txXfrm>
        <a:off x="601" y="3938799"/>
        <a:ext cx="1368508" cy="437922"/>
      </dsp:txXfrm>
    </dsp:sp>
    <dsp:sp modelId="{8A82C6C1-3DD7-8143-A0CD-021B7DD8D986}">
      <dsp:nvSpPr>
        <dsp:cNvPr id="0" name=""/>
        <dsp:cNvSpPr/>
      </dsp:nvSpPr>
      <dsp:spPr>
        <a:xfrm>
          <a:off x="1998623" y="3815634"/>
          <a:ext cx="684254" cy="68425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B8B8B3-C7AB-0E44-8F76-6F98AFD4F91C}">
      <dsp:nvSpPr>
        <dsp:cNvPr id="0" name=""/>
        <dsp:cNvSpPr/>
      </dsp:nvSpPr>
      <dsp:spPr>
        <a:xfrm>
          <a:off x="1998623" y="3815634"/>
          <a:ext cx="684254" cy="68425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3D608C-7F33-374C-B246-965B98CA30CC}">
      <dsp:nvSpPr>
        <dsp:cNvPr id="0" name=""/>
        <dsp:cNvSpPr/>
      </dsp:nvSpPr>
      <dsp:spPr>
        <a:xfrm>
          <a:off x="1656496" y="3938799"/>
          <a:ext cx="1368508" cy="43792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rtlCol="1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i="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عمال الغرف</a:t>
          </a:r>
        </a:p>
      </dsp:txBody>
      <dsp:txXfrm>
        <a:off x="1656496" y="3938799"/>
        <a:ext cx="1368508" cy="43792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96462B-8A85-6449-832A-B6F3EA17AF9C}">
      <dsp:nvSpPr>
        <dsp:cNvPr id="0" name=""/>
        <dsp:cNvSpPr/>
      </dsp:nvSpPr>
      <dsp:spPr>
        <a:xfrm>
          <a:off x="2835664" y="1718194"/>
          <a:ext cx="1896889" cy="10007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rtlCol="1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4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الأدوار الوظيفية للإقامة</a:t>
          </a:r>
        </a:p>
      </dsp:txBody>
      <dsp:txXfrm>
        <a:off x="3113457" y="1864746"/>
        <a:ext cx="1341303" cy="707618"/>
      </dsp:txXfrm>
    </dsp:sp>
    <dsp:sp modelId="{03E222C7-FC16-504F-B7C5-D107C4C37FA3}">
      <dsp:nvSpPr>
        <dsp:cNvPr id="0" name=""/>
        <dsp:cNvSpPr/>
      </dsp:nvSpPr>
      <dsp:spPr>
        <a:xfrm rot="16200000">
          <a:off x="3433734" y="1355982"/>
          <a:ext cx="700749" cy="23675"/>
        </a:xfrm>
        <a:custGeom>
          <a:avLst/>
          <a:gdLst/>
          <a:ahLst/>
          <a:cxnLst/>
          <a:rect l="0" t="0" r="0" b="0"/>
          <a:pathLst>
            <a:path>
              <a:moveTo>
                <a:pt x="0" y="11837"/>
              </a:moveTo>
              <a:lnTo>
                <a:pt x="700749" y="11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1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766590" y="1350301"/>
        <a:ext cx="35037" cy="35037"/>
      </dsp:txXfrm>
    </dsp:sp>
    <dsp:sp modelId="{40E843EE-7F3A-724F-8736-9D4657278603}">
      <dsp:nvSpPr>
        <dsp:cNvPr id="0" name=""/>
        <dsp:cNvSpPr/>
      </dsp:nvSpPr>
      <dsp:spPr>
        <a:xfrm>
          <a:off x="3283748" y="16722"/>
          <a:ext cx="1000722" cy="10007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rtlCol="1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4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المدير</a:t>
          </a:r>
        </a:p>
      </dsp:txBody>
      <dsp:txXfrm>
        <a:off x="3430300" y="163274"/>
        <a:ext cx="707618" cy="707618"/>
      </dsp:txXfrm>
    </dsp:sp>
    <dsp:sp modelId="{BF31C5BA-825C-C44C-86AC-ABAEECF0F691}">
      <dsp:nvSpPr>
        <dsp:cNvPr id="0" name=""/>
        <dsp:cNvSpPr/>
      </dsp:nvSpPr>
      <dsp:spPr>
        <a:xfrm rot="13500000">
          <a:off x="2944082" y="1599526"/>
          <a:ext cx="465670" cy="23675"/>
        </a:xfrm>
        <a:custGeom>
          <a:avLst/>
          <a:gdLst/>
          <a:ahLst/>
          <a:cxnLst/>
          <a:rect l="0" t="0" r="0" b="0"/>
          <a:pathLst>
            <a:path>
              <a:moveTo>
                <a:pt x="0" y="11837"/>
              </a:moveTo>
              <a:lnTo>
                <a:pt x="465670" y="11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1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 rot="10800000">
        <a:off x="3165276" y="1599722"/>
        <a:ext cx="23283" cy="23283"/>
      </dsp:txXfrm>
    </dsp:sp>
    <dsp:sp modelId="{2CF150E9-2F4D-DE48-9601-7AD1E098F307}">
      <dsp:nvSpPr>
        <dsp:cNvPr id="0" name=""/>
        <dsp:cNvSpPr/>
      </dsp:nvSpPr>
      <dsp:spPr>
        <a:xfrm>
          <a:off x="1730272" y="515072"/>
          <a:ext cx="1701428" cy="10007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rtlCol="1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4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مشرف الطابق</a:t>
          </a:r>
        </a:p>
      </dsp:txBody>
      <dsp:txXfrm>
        <a:off x="1979440" y="661624"/>
        <a:ext cx="1203092" cy="707618"/>
      </dsp:txXfrm>
    </dsp:sp>
    <dsp:sp modelId="{7A7EEB48-F08F-C846-910E-127427CB0E97}">
      <dsp:nvSpPr>
        <dsp:cNvPr id="0" name=""/>
        <dsp:cNvSpPr/>
      </dsp:nvSpPr>
      <dsp:spPr>
        <a:xfrm rot="10800000">
          <a:off x="2769768" y="2206718"/>
          <a:ext cx="65895" cy="23675"/>
        </a:xfrm>
        <a:custGeom>
          <a:avLst/>
          <a:gdLst/>
          <a:ahLst/>
          <a:cxnLst/>
          <a:rect l="0" t="0" r="0" b="0"/>
          <a:pathLst>
            <a:path>
              <a:moveTo>
                <a:pt x="0" y="11837"/>
              </a:moveTo>
              <a:lnTo>
                <a:pt x="65895" y="11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1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 rot="10800000">
        <a:off x="2801069" y="2216908"/>
        <a:ext cx="3294" cy="3294"/>
      </dsp:txXfrm>
    </dsp:sp>
    <dsp:sp modelId="{A679DA24-004B-054E-A723-82F2A43E61DE}">
      <dsp:nvSpPr>
        <dsp:cNvPr id="0" name=""/>
        <dsp:cNvSpPr/>
      </dsp:nvSpPr>
      <dsp:spPr>
        <a:xfrm>
          <a:off x="1395506" y="1718194"/>
          <a:ext cx="1374262" cy="10007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rtlCol="1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4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عمال الغرف</a:t>
          </a:r>
        </a:p>
      </dsp:txBody>
      <dsp:txXfrm>
        <a:off x="1596762" y="1864746"/>
        <a:ext cx="971750" cy="707618"/>
      </dsp:txXfrm>
    </dsp:sp>
    <dsp:sp modelId="{A018ACD3-7247-F344-A59D-786ECABC3125}">
      <dsp:nvSpPr>
        <dsp:cNvPr id="0" name=""/>
        <dsp:cNvSpPr/>
      </dsp:nvSpPr>
      <dsp:spPr>
        <a:xfrm rot="8100000">
          <a:off x="2850552" y="2852650"/>
          <a:ext cx="575248" cy="23675"/>
        </a:xfrm>
        <a:custGeom>
          <a:avLst/>
          <a:gdLst/>
          <a:ahLst/>
          <a:cxnLst/>
          <a:rect l="0" t="0" r="0" b="0"/>
          <a:pathLst>
            <a:path>
              <a:moveTo>
                <a:pt x="0" y="11837"/>
              </a:moveTo>
              <a:lnTo>
                <a:pt x="575248" y="11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1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 rot="10800000">
        <a:off x="3123795" y="2850107"/>
        <a:ext cx="28762" cy="28762"/>
      </dsp:txXfrm>
    </dsp:sp>
    <dsp:sp modelId="{C2B345CD-E6AC-FD41-B907-84072EBFBFCD}">
      <dsp:nvSpPr>
        <dsp:cNvPr id="0" name=""/>
        <dsp:cNvSpPr/>
      </dsp:nvSpPr>
      <dsp:spPr>
        <a:xfrm>
          <a:off x="2080625" y="2921317"/>
          <a:ext cx="1000722" cy="10007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rtlCol="1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4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عمال النظافة</a:t>
          </a:r>
        </a:p>
      </dsp:txBody>
      <dsp:txXfrm>
        <a:off x="2227177" y="3067869"/>
        <a:ext cx="707618" cy="707618"/>
      </dsp:txXfrm>
    </dsp:sp>
    <dsp:sp modelId="{258EB59D-F21D-8B48-BE68-A9527BAC98FE}">
      <dsp:nvSpPr>
        <dsp:cNvPr id="0" name=""/>
        <dsp:cNvSpPr/>
      </dsp:nvSpPr>
      <dsp:spPr>
        <a:xfrm rot="5400000">
          <a:off x="3433734" y="3057454"/>
          <a:ext cx="700749" cy="23675"/>
        </a:xfrm>
        <a:custGeom>
          <a:avLst/>
          <a:gdLst/>
          <a:ahLst/>
          <a:cxnLst/>
          <a:rect l="0" t="0" r="0" b="0"/>
          <a:pathLst>
            <a:path>
              <a:moveTo>
                <a:pt x="0" y="11837"/>
              </a:moveTo>
              <a:lnTo>
                <a:pt x="700749" y="11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1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766590" y="3051773"/>
        <a:ext cx="35037" cy="35037"/>
      </dsp:txXfrm>
    </dsp:sp>
    <dsp:sp modelId="{36CCC1C6-5813-F64C-AB97-AB31FD4F0D11}">
      <dsp:nvSpPr>
        <dsp:cNvPr id="0" name=""/>
        <dsp:cNvSpPr/>
      </dsp:nvSpPr>
      <dsp:spPr>
        <a:xfrm>
          <a:off x="3283748" y="3419666"/>
          <a:ext cx="1000722" cy="10007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rtlCol="1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4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حاملو الشراشف</a:t>
          </a:r>
        </a:p>
      </dsp:txBody>
      <dsp:txXfrm>
        <a:off x="3430300" y="3566218"/>
        <a:ext cx="707618" cy="707618"/>
      </dsp:txXfrm>
    </dsp:sp>
    <dsp:sp modelId="{9CE5A00B-A944-2A4F-BA3D-882FB8FD9E80}">
      <dsp:nvSpPr>
        <dsp:cNvPr id="0" name=""/>
        <dsp:cNvSpPr/>
      </dsp:nvSpPr>
      <dsp:spPr>
        <a:xfrm rot="2700000">
          <a:off x="4155301" y="2821547"/>
          <a:ext cx="487275" cy="23675"/>
        </a:xfrm>
        <a:custGeom>
          <a:avLst/>
          <a:gdLst/>
          <a:ahLst/>
          <a:cxnLst/>
          <a:rect l="0" t="0" r="0" b="0"/>
          <a:pathLst>
            <a:path>
              <a:moveTo>
                <a:pt x="0" y="11837"/>
              </a:moveTo>
              <a:lnTo>
                <a:pt x="487275" y="11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1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386757" y="2821203"/>
        <a:ext cx="24363" cy="24363"/>
      </dsp:txXfrm>
    </dsp:sp>
    <dsp:sp modelId="{87D6F9C4-A145-3E40-A87D-2DD614C0556F}">
      <dsp:nvSpPr>
        <dsp:cNvPr id="0" name=""/>
        <dsp:cNvSpPr/>
      </dsp:nvSpPr>
      <dsp:spPr>
        <a:xfrm>
          <a:off x="4238506" y="2921317"/>
          <a:ext cx="1497451" cy="10007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rtlCol="1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4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المسؤول التنفيذي لخدمات النظافة</a:t>
          </a:r>
        </a:p>
      </dsp:txBody>
      <dsp:txXfrm>
        <a:off x="4457803" y="3067869"/>
        <a:ext cx="1058857" cy="707618"/>
      </dsp:txXfrm>
    </dsp:sp>
    <dsp:sp modelId="{0905A1A7-D156-0A47-8FA5-E2E95257D084}">
      <dsp:nvSpPr>
        <dsp:cNvPr id="0" name=""/>
        <dsp:cNvSpPr/>
      </dsp:nvSpPr>
      <dsp:spPr>
        <a:xfrm>
          <a:off x="4732554" y="2206718"/>
          <a:ext cx="25947" cy="23675"/>
        </a:xfrm>
        <a:custGeom>
          <a:avLst/>
          <a:gdLst/>
          <a:ahLst/>
          <a:cxnLst/>
          <a:rect l="0" t="0" r="0" b="0"/>
          <a:pathLst>
            <a:path>
              <a:moveTo>
                <a:pt x="0" y="11837"/>
              </a:moveTo>
              <a:lnTo>
                <a:pt x="25947" y="11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1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744879" y="2217907"/>
        <a:ext cx="1297" cy="1297"/>
      </dsp:txXfrm>
    </dsp:sp>
    <dsp:sp modelId="{27DF9E2C-67F4-8B45-B686-2CF6803D8F44}">
      <dsp:nvSpPr>
        <dsp:cNvPr id="0" name=""/>
        <dsp:cNvSpPr/>
      </dsp:nvSpPr>
      <dsp:spPr>
        <a:xfrm>
          <a:off x="4758501" y="1718194"/>
          <a:ext cx="1454160" cy="10007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rtlCol="1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4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عمال الصيانة</a:t>
          </a:r>
        </a:p>
      </dsp:txBody>
      <dsp:txXfrm>
        <a:off x="4971458" y="1864746"/>
        <a:ext cx="1028246" cy="707618"/>
      </dsp:txXfrm>
    </dsp:sp>
    <dsp:sp modelId="{BFD5B982-06FC-D54A-AEA8-6C0453F38498}">
      <dsp:nvSpPr>
        <dsp:cNvPr id="0" name=""/>
        <dsp:cNvSpPr/>
      </dsp:nvSpPr>
      <dsp:spPr>
        <a:xfrm rot="18900000">
          <a:off x="4142418" y="1560785"/>
          <a:ext cx="575248" cy="23675"/>
        </a:xfrm>
        <a:custGeom>
          <a:avLst/>
          <a:gdLst/>
          <a:ahLst/>
          <a:cxnLst/>
          <a:rect l="0" t="0" r="0" b="0"/>
          <a:pathLst>
            <a:path>
              <a:moveTo>
                <a:pt x="0" y="11837"/>
              </a:moveTo>
              <a:lnTo>
                <a:pt x="575248" y="11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1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415661" y="1558242"/>
        <a:ext cx="28762" cy="28762"/>
      </dsp:txXfrm>
    </dsp:sp>
    <dsp:sp modelId="{FE4A6F2F-3019-9144-A5C4-04EE00F43196}">
      <dsp:nvSpPr>
        <dsp:cNvPr id="0" name=""/>
        <dsp:cNvSpPr/>
      </dsp:nvSpPr>
      <dsp:spPr>
        <a:xfrm>
          <a:off x="4486870" y="515072"/>
          <a:ext cx="1000722" cy="10007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rtlCol="1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4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منسقو الزهور</a:t>
          </a:r>
        </a:p>
      </dsp:txBody>
      <dsp:txXfrm>
        <a:off x="4633422" y="661624"/>
        <a:ext cx="707618" cy="70761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44ACCE-944D-CE48-8952-6E32E906A4E5}">
      <dsp:nvSpPr>
        <dsp:cNvPr id="0" name=""/>
        <dsp:cNvSpPr/>
      </dsp:nvSpPr>
      <dsp:spPr>
        <a:xfrm>
          <a:off x="4717463" y="1060"/>
          <a:ext cx="3014752" cy="18088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rtlCol="1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i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المسؤول التنفيذي لخدمات النظافة </a:t>
          </a:r>
        </a:p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b="0" i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يتولى الإشراف على فريق عمليات الإقامة</a:t>
          </a:r>
        </a:p>
      </dsp:txBody>
      <dsp:txXfrm>
        <a:off x="4717463" y="1060"/>
        <a:ext cx="3014752" cy="1808851"/>
      </dsp:txXfrm>
    </dsp:sp>
    <dsp:sp modelId="{A0D16B0B-E171-DE4D-8B84-EBAEFD32EA49}">
      <dsp:nvSpPr>
        <dsp:cNvPr id="0" name=""/>
        <dsp:cNvSpPr/>
      </dsp:nvSpPr>
      <dsp:spPr>
        <a:xfrm>
          <a:off x="1395718" y="0"/>
          <a:ext cx="3014752" cy="18088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rtlCol="1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i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مشرف الطابق </a:t>
          </a:r>
        </a:p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b="0" i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يتولى المسؤولية عن فريق عمال الغرف في طابق معين من شركة الضيافة</a:t>
          </a:r>
          <a:endParaRPr lang="en-US" sz="1600" b="0" i="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1395718" y="0"/>
        <a:ext cx="3014752" cy="1808851"/>
      </dsp:txXfrm>
    </dsp:sp>
    <dsp:sp modelId="{4DBA500E-098B-D742-9034-042CD607C50F}">
      <dsp:nvSpPr>
        <dsp:cNvPr id="0" name=""/>
        <dsp:cNvSpPr/>
      </dsp:nvSpPr>
      <dsp:spPr>
        <a:xfrm>
          <a:off x="4717463" y="2111387"/>
          <a:ext cx="3014752" cy="18088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rtlCol="1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i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عمال الغرف وعمال التنظيف </a:t>
          </a:r>
        </a:p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b="0" i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الموظفون التنفيذيون المسؤولون عن أداء مهام التنظيف في الأماكن العامة والغرف</a:t>
          </a:r>
          <a:endParaRPr lang="en-US" sz="1600" b="0" i="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4717463" y="2111387"/>
        <a:ext cx="3014752" cy="1808851"/>
      </dsp:txXfrm>
    </dsp:sp>
    <dsp:sp modelId="{61A9D7A7-81F9-A349-9C52-39BC6B8E31A3}">
      <dsp:nvSpPr>
        <dsp:cNvPr id="0" name=""/>
        <dsp:cNvSpPr/>
      </dsp:nvSpPr>
      <dsp:spPr>
        <a:xfrm>
          <a:off x="1401235" y="2111387"/>
          <a:ext cx="3014752" cy="18088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rtlCol="1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i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حاملو الشراشف</a:t>
          </a:r>
        </a:p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b="1" i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 </a:t>
          </a:r>
          <a:r>
            <a:rPr lang="ar" sz="1600" b="0" i="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الموظفون التنفيذيون المسؤولون عن ضمان توفير الشراشف لخدمة غرف الضيوف</a:t>
          </a:r>
          <a:endParaRPr lang="en-US" sz="1600" b="0" i="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1401235" y="2111387"/>
        <a:ext cx="3014752" cy="180885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EC9AD-ADA6-1D41-9951-79468F1F3DB6}">
      <dsp:nvSpPr>
        <dsp:cNvPr id="0" name=""/>
        <dsp:cNvSpPr/>
      </dsp:nvSpPr>
      <dsp:spPr>
        <a:xfrm>
          <a:off x="0" y="184892"/>
          <a:ext cx="8640960" cy="64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70635" tIns="208280" rIns="670635" bIns="128016" numCol="1" spcCol="1270" rtlCol="1" anchor="t" anchorCtr="0">
          <a:noAutofit/>
        </a:bodyPr>
        <a:lstStyle/>
        <a:p>
          <a:pPr marL="171450" lvl="1" indent="-171450" algn="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8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تُظهر توزيعات ورديات أعضاء الفريق</a:t>
          </a:r>
          <a:endParaRPr lang="en-US" sz="18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0" y="184892"/>
        <a:ext cx="8640960" cy="645750"/>
      </dsp:txXfrm>
    </dsp:sp>
    <dsp:sp modelId="{E4DB3FEB-89FE-1845-BDA3-2A2C8A7E6E43}">
      <dsp:nvSpPr>
        <dsp:cNvPr id="0" name=""/>
        <dsp:cNvSpPr/>
      </dsp:nvSpPr>
      <dsp:spPr>
        <a:xfrm>
          <a:off x="2160239" y="37292"/>
          <a:ext cx="6048672" cy="295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25" tIns="0" rIns="228625" bIns="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جداول العمل أو المناوبات</a:t>
          </a:r>
          <a:endParaRPr lang="en-US" sz="18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2174649" y="51702"/>
        <a:ext cx="6019852" cy="266380"/>
      </dsp:txXfrm>
    </dsp:sp>
    <dsp:sp modelId="{B6480279-7DD4-7A41-8B10-E088C1C73E18}">
      <dsp:nvSpPr>
        <dsp:cNvPr id="0" name=""/>
        <dsp:cNvSpPr/>
      </dsp:nvSpPr>
      <dsp:spPr>
        <a:xfrm>
          <a:off x="0" y="1032242"/>
          <a:ext cx="8640960" cy="64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70635" tIns="208280" rIns="670635" bIns="128016" numCol="1" spcCol="1270" rtlCol="1" anchor="t" anchorCtr="0">
          <a:noAutofit/>
        </a:bodyPr>
        <a:lstStyle/>
        <a:p>
          <a:pPr marL="171450" lvl="1" indent="-171450" algn="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8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يُظهر مدى نجاح الموظفين في إتمام المهام</a:t>
          </a:r>
          <a:endParaRPr lang="en-US" sz="18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0" y="1032242"/>
        <a:ext cx="8640960" cy="645750"/>
      </dsp:txXfrm>
    </dsp:sp>
    <dsp:sp modelId="{374AA771-9C67-7F4E-8F2A-D9779A9DB814}">
      <dsp:nvSpPr>
        <dsp:cNvPr id="0" name=""/>
        <dsp:cNvSpPr/>
      </dsp:nvSpPr>
      <dsp:spPr>
        <a:xfrm>
          <a:off x="2160239" y="884642"/>
          <a:ext cx="6048672" cy="295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25" tIns="0" rIns="228625" bIns="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تحليل المهمة</a:t>
          </a:r>
          <a:endParaRPr lang="en-US" sz="18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2174649" y="899052"/>
        <a:ext cx="6019852" cy="266380"/>
      </dsp:txXfrm>
    </dsp:sp>
    <dsp:sp modelId="{2F9A1AEB-5AB6-A842-B983-B9FD0F8D1BDE}">
      <dsp:nvSpPr>
        <dsp:cNvPr id="0" name=""/>
        <dsp:cNvSpPr/>
      </dsp:nvSpPr>
      <dsp:spPr>
        <a:xfrm>
          <a:off x="0" y="1879592"/>
          <a:ext cx="8640960" cy="64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70635" tIns="208280" rIns="670635" bIns="128016" numCol="1" spcCol="1270" rtlCol="1" anchor="t" anchorCtr="0">
          <a:noAutofit/>
        </a:bodyPr>
        <a:lstStyle/>
        <a:p>
          <a:pPr marL="171450" lvl="1" indent="-171450" algn="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8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توضح بالتفصيل كيفية تنفيذ مهام محددة</a:t>
          </a:r>
          <a:endParaRPr lang="en-US" sz="18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0" y="1879592"/>
        <a:ext cx="8640960" cy="645750"/>
      </dsp:txXfrm>
    </dsp:sp>
    <dsp:sp modelId="{A82FCA49-EAE0-A14D-BA01-A16BFAED15A5}">
      <dsp:nvSpPr>
        <dsp:cNvPr id="0" name=""/>
        <dsp:cNvSpPr/>
      </dsp:nvSpPr>
      <dsp:spPr>
        <a:xfrm>
          <a:off x="2160239" y="1731992"/>
          <a:ext cx="6048672" cy="295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25" tIns="0" rIns="228625" bIns="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بطاقات إجراءات العمل</a:t>
          </a:r>
          <a:endParaRPr lang="en-US" sz="18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2174649" y="1746402"/>
        <a:ext cx="6019852" cy="266380"/>
      </dsp:txXfrm>
    </dsp:sp>
    <dsp:sp modelId="{7A2506CD-7EBD-6E40-A6AF-D33466E74180}">
      <dsp:nvSpPr>
        <dsp:cNvPr id="0" name=""/>
        <dsp:cNvSpPr/>
      </dsp:nvSpPr>
      <dsp:spPr>
        <a:xfrm>
          <a:off x="0" y="2726943"/>
          <a:ext cx="8640960" cy="64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70635" tIns="208280" rIns="670635" bIns="128016" numCol="1" spcCol="1270" rtlCol="1" anchor="t" anchorCtr="0">
          <a:noAutofit/>
        </a:bodyPr>
        <a:lstStyle/>
        <a:p>
          <a:pPr marL="171450" lvl="1" indent="-171450" algn="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8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تقدّم التفاصيل حول توقيت تنظيف المناطق أو العناصر</a:t>
          </a:r>
          <a:endParaRPr lang="en-US" sz="18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0" y="2726943"/>
        <a:ext cx="8640960" cy="645750"/>
      </dsp:txXfrm>
    </dsp:sp>
    <dsp:sp modelId="{A5671440-6DB2-2C4D-8E3D-C1127E0E405A}">
      <dsp:nvSpPr>
        <dsp:cNvPr id="0" name=""/>
        <dsp:cNvSpPr/>
      </dsp:nvSpPr>
      <dsp:spPr>
        <a:xfrm>
          <a:off x="2160239" y="2579343"/>
          <a:ext cx="6048672" cy="295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25" tIns="0" rIns="228625" bIns="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جداول التنظيف</a:t>
          </a:r>
          <a:endParaRPr lang="en-US" sz="18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2174649" y="2593753"/>
        <a:ext cx="6019852" cy="266380"/>
      </dsp:txXfrm>
    </dsp:sp>
    <dsp:sp modelId="{E44ED783-D428-1A4D-B738-709C050A7C0B}">
      <dsp:nvSpPr>
        <dsp:cNvPr id="0" name=""/>
        <dsp:cNvSpPr/>
      </dsp:nvSpPr>
      <dsp:spPr>
        <a:xfrm>
          <a:off x="0" y="3574293"/>
          <a:ext cx="8640960" cy="64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70635" tIns="208280" rIns="670635" bIns="128016" numCol="1" spcCol="1270" rtlCol="1" anchor="t" anchorCtr="0">
          <a:noAutofit/>
        </a:bodyPr>
        <a:lstStyle/>
        <a:p>
          <a:pPr marL="171450" lvl="1" indent="-171450" algn="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8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تُستخدم لمراقبة إنجاز جميع الوظائف </a:t>
          </a:r>
          <a:endParaRPr lang="en-US" sz="18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0" y="3574293"/>
        <a:ext cx="8640960" cy="645750"/>
      </dsp:txXfrm>
    </dsp:sp>
    <dsp:sp modelId="{2689C36A-1C17-A744-A7FF-D6A97FC07A10}">
      <dsp:nvSpPr>
        <dsp:cNvPr id="0" name=""/>
        <dsp:cNvSpPr/>
      </dsp:nvSpPr>
      <dsp:spPr>
        <a:xfrm>
          <a:off x="2160239" y="3426693"/>
          <a:ext cx="6048672" cy="295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25" tIns="0" rIns="228625" bIns="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القوائم المرجعية</a:t>
          </a:r>
          <a:endParaRPr lang="en-US" sz="18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2174649" y="3441103"/>
        <a:ext cx="6019852" cy="26638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2E3E7-A34B-F74E-8C60-B07DE136588A}">
      <dsp:nvSpPr>
        <dsp:cNvPr id="0" name=""/>
        <dsp:cNvSpPr/>
      </dsp:nvSpPr>
      <dsp:spPr>
        <a:xfrm rot="16200000">
          <a:off x="1159109" y="-1032226"/>
          <a:ext cx="999909" cy="331812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1" anchor="ctr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0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 مثال يحتذى به للموظفين </a:t>
          </a:r>
          <a:endParaRPr lang="en-US" sz="2000" kern="1200" dirty="0"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 rot="5400000">
        <a:off x="48812" y="175695"/>
        <a:ext cx="3269316" cy="902285"/>
      </dsp:txXfrm>
    </dsp:sp>
    <dsp:sp modelId="{9BD3DF9E-EB31-FC44-9520-CD8C7120E0E6}">
      <dsp:nvSpPr>
        <dsp:cNvPr id="0" name=""/>
        <dsp:cNvSpPr/>
      </dsp:nvSpPr>
      <dsp:spPr>
        <a:xfrm>
          <a:off x="3311093" y="0"/>
          <a:ext cx="1866447" cy="12498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rtlCol="1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المهنية</a:t>
          </a:r>
          <a:endParaRPr lang="en-US" sz="20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3372107" y="61014"/>
        <a:ext cx="1744419" cy="1127858"/>
      </dsp:txXfrm>
    </dsp:sp>
    <dsp:sp modelId="{AD22C935-8EC2-E74E-8334-27F5A8B77545}">
      <dsp:nvSpPr>
        <dsp:cNvPr id="0" name=""/>
        <dsp:cNvSpPr/>
      </dsp:nvSpPr>
      <dsp:spPr>
        <a:xfrm rot="16200000">
          <a:off x="1159109" y="280153"/>
          <a:ext cx="999909" cy="331812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1" anchor="ctr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0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توزيع جدول المناوبات وتخصيص المهام وعقد الاجتماعات وتنمية الموظفين </a:t>
          </a:r>
          <a:endParaRPr lang="en-US" sz="2000" kern="1200" dirty="0"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 rot="5400000">
        <a:off x="48812" y="1488074"/>
        <a:ext cx="3269316" cy="902285"/>
      </dsp:txXfrm>
    </dsp:sp>
    <dsp:sp modelId="{5E04A510-CDB0-554D-A504-AD2070AEEBC4}">
      <dsp:nvSpPr>
        <dsp:cNvPr id="0" name=""/>
        <dsp:cNvSpPr/>
      </dsp:nvSpPr>
      <dsp:spPr>
        <a:xfrm>
          <a:off x="3318128" y="1314274"/>
          <a:ext cx="1866447" cy="12498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rtlCol="1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المسائل التنظيمية والإدارة</a:t>
          </a:r>
          <a:endParaRPr lang="en-US" sz="20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3379142" y="1375288"/>
        <a:ext cx="1744419" cy="1127858"/>
      </dsp:txXfrm>
    </dsp:sp>
    <dsp:sp modelId="{28F37C55-ABCA-F947-A3FB-34B02C76F0F4}">
      <dsp:nvSpPr>
        <dsp:cNvPr id="0" name=""/>
        <dsp:cNvSpPr/>
      </dsp:nvSpPr>
      <dsp:spPr>
        <a:xfrm rot="16200000">
          <a:off x="1159109" y="1592534"/>
          <a:ext cx="999909" cy="331812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1" anchor="ctr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000" kern="1200" dirty="0">
              <a:latin typeface="Sakkal Majalla" panose="02000000000000000000" pitchFamily="2" charset="-78"/>
              <a:cs typeface="Sakkal Majalla" panose="02000000000000000000" pitchFamily="2" charset="-78"/>
            </a:rPr>
            <a:t>الكفاءة والقدرة على العمل الجيد تحت ضغط </a:t>
          </a:r>
          <a:endParaRPr lang="en-US" sz="2000" kern="1200" dirty="0"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 rot="5400000">
        <a:off x="48812" y="2800455"/>
        <a:ext cx="3269316" cy="902285"/>
      </dsp:txXfrm>
    </dsp:sp>
    <dsp:sp modelId="{E39BFA29-2A38-9340-86B0-1238937B2DCA}">
      <dsp:nvSpPr>
        <dsp:cNvPr id="0" name=""/>
        <dsp:cNvSpPr/>
      </dsp:nvSpPr>
      <dsp:spPr>
        <a:xfrm>
          <a:off x="3318128" y="2626655"/>
          <a:ext cx="1866447" cy="12498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rtlCol="1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إدارة الوقت</a:t>
          </a:r>
          <a:endParaRPr lang="en-US" sz="20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3379142" y="2687669"/>
        <a:ext cx="1744419" cy="112785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72247E-5A10-FB4D-B31D-BD644BEE4C43}">
      <dsp:nvSpPr>
        <dsp:cNvPr id="0" name=""/>
        <dsp:cNvSpPr/>
      </dsp:nvSpPr>
      <dsp:spPr>
        <a:xfrm rot="16200000">
          <a:off x="2091923" y="-1973823"/>
          <a:ext cx="930696" cy="51145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1" anchor="ctr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0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التعليمات الكتابية واللفظية الموجهة إلى الموظفين</a:t>
          </a:r>
          <a:endParaRPr lang="en-US" sz="20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0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عبر الإحاطات يومية والاجتماعات شهرية </a:t>
          </a:r>
          <a:endParaRPr lang="en-US" sz="20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 rot="5400000">
        <a:off x="45433" y="163533"/>
        <a:ext cx="5069111" cy="839830"/>
      </dsp:txXfrm>
    </dsp:sp>
    <dsp:sp modelId="{A7C43EAF-2B11-B140-893D-956AB8C397DD}">
      <dsp:nvSpPr>
        <dsp:cNvPr id="0" name=""/>
        <dsp:cNvSpPr/>
      </dsp:nvSpPr>
      <dsp:spPr>
        <a:xfrm>
          <a:off x="5103701" y="0"/>
          <a:ext cx="2876931" cy="116337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rtlCol="1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التعامل والتواصل مع الآخرين</a:t>
          </a:r>
          <a:endParaRPr lang="en-US" sz="20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5160492" y="56791"/>
        <a:ext cx="2763349" cy="1049788"/>
      </dsp:txXfrm>
    </dsp:sp>
    <dsp:sp modelId="{AA1B1478-4972-2649-87AF-F77C4207B1E0}">
      <dsp:nvSpPr>
        <dsp:cNvPr id="0" name=""/>
        <dsp:cNvSpPr/>
      </dsp:nvSpPr>
      <dsp:spPr>
        <a:xfrm rot="16200000">
          <a:off x="2091923" y="-752284"/>
          <a:ext cx="930696" cy="51145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1" anchor="ctr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0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عبر الهاتف أو البريد الإلكتروني أو وجهًا لوجه </a:t>
          </a:r>
          <a:endParaRPr lang="en-US" sz="20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 rot="5400000">
        <a:off x="45433" y="1385072"/>
        <a:ext cx="5069111" cy="839830"/>
      </dsp:txXfrm>
    </dsp:sp>
    <dsp:sp modelId="{88537CFD-46E1-154D-B263-8D3CFB8CB86B}">
      <dsp:nvSpPr>
        <dsp:cNvPr id="0" name=""/>
        <dsp:cNvSpPr/>
      </dsp:nvSpPr>
      <dsp:spPr>
        <a:xfrm>
          <a:off x="5114544" y="1223302"/>
          <a:ext cx="2876931" cy="116337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rtlCol="1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التفاعلات الكتابية أو اللفظية</a:t>
          </a:r>
          <a:endParaRPr lang="en-US" sz="20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5171335" y="1280093"/>
        <a:ext cx="2763349" cy="1049788"/>
      </dsp:txXfrm>
    </dsp:sp>
    <dsp:sp modelId="{C526B867-D478-8F43-9354-40C545B0D5CD}">
      <dsp:nvSpPr>
        <dsp:cNvPr id="0" name=""/>
        <dsp:cNvSpPr/>
      </dsp:nvSpPr>
      <dsp:spPr>
        <a:xfrm rot="16200000">
          <a:off x="2091923" y="469254"/>
          <a:ext cx="930696" cy="51145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1" anchor="ctr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20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خدمات الصيانة والنظافة والأطعمة والمشروبات</a:t>
          </a:r>
          <a:endParaRPr lang="en-US" sz="20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 rot="5400000">
        <a:off x="45433" y="2606611"/>
        <a:ext cx="5069111" cy="839830"/>
      </dsp:txXfrm>
    </dsp:sp>
    <dsp:sp modelId="{3AFEB71F-4A11-F042-AABF-65999786AD6A}">
      <dsp:nvSpPr>
        <dsp:cNvPr id="0" name=""/>
        <dsp:cNvSpPr/>
      </dsp:nvSpPr>
      <dsp:spPr>
        <a:xfrm>
          <a:off x="5114544" y="2444841"/>
          <a:ext cx="2876931" cy="116337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rtlCol="1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التواصل مع الأقسام الأخرى</a:t>
          </a:r>
          <a:endParaRPr lang="en-US" sz="20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5171335" y="2501632"/>
        <a:ext cx="2763349" cy="104978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F7F38B-8503-DE49-B4E5-CC7594C5B070}">
      <dsp:nvSpPr>
        <dsp:cNvPr id="0" name=""/>
        <dsp:cNvSpPr/>
      </dsp:nvSpPr>
      <dsp:spPr>
        <a:xfrm>
          <a:off x="1259797" y="0"/>
          <a:ext cx="7138854" cy="12556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rtlCol="1" anchor="ctr" anchorCtr="0">
          <a:noAutofit/>
        </a:bodyPr>
        <a:lstStyle/>
        <a:p>
          <a:pPr marL="0" lvl="0" indent="0" algn="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0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إجراءات التشغيل القياسية للتنظيف في الأماكن العامة </a:t>
          </a:r>
          <a:endParaRPr lang="en-US" sz="30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2520793" y="36776"/>
        <a:ext cx="5841082" cy="1182057"/>
      </dsp:txXfrm>
    </dsp:sp>
    <dsp:sp modelId="{7C11F6D2-D1DA-F149-B899-51DD2D1B408F}">
      <dsp:nvSpPr>
        <dsp:cNvPr id="0" name=""/>
        <dsp:cNvSpPr/>
      </dsp:nvSpPr>
      <dsp:spPr>
        <a:xfrm>
          <a:off x="0" y="1534634"/>
          <a:ext cx="7138854" cy="12556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rtlCol="1" anchor="ctr" anchorCtr="0">
          <a:noAutofit/>
        </a:bodyPr>
        <a:lstStyle/>
        <a:p>
          <a:pPr marL="0" lvl="0" indent="0" algn="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0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تخزين الإمدادات </a:t>
          </a:r>
          <a:endParaRPr lang="en-US" sz="30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2112720" y="1571410"/>
        <a:ext cx="4989358" cy="1182057"/>
      </dsp:txXfrm>
    </dsp:sp>
    <dsp:sp modelId="{2D335108-9DD1-C04D-831F-B9F16BD7339C}">
      <dsp:nvSpPr>
        <dsp:cNvPr id="0" name=""/>
        <dsp:cNvSpPr/>
      </dsp:nvSpPr>
      <dsp:spPr>
        <a:xfrm>
          <a:off x="1259797" y="987048"/>
          <a:ext cx="816146" cy="81614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rtlCol="1" anchor="ctr" anchorCtr="0">
          <a:noAutofit/>
        </a:bodyPr>
        <a:lstStyle/>
        <a:p>
          <a:pPr marL="0" lvl="0" indent="0" algn="ctr" defTabSz="1600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1443430" y="987048"/>
        <a:ext cx="448880" cy="61415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D169E3-9AFB-E24D-B2A5-02624F68D916}">
      <dsp:nvSpPr>
        <dsp:cNvPr id="0" name=""/>
        <dsp:cNvSpPr/>
      </dsp:nvSpPr>
      <dsp:spPr>
        <a:xfrm>
          <a:off x="701962" y="0"/>
          <a:ext cx="3977787" cy="10317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rtlCol="1" anchor="ctr" anchorCtr="0">
          <a:noAutofit/>
        </a:bodyPr>
        <a:lstStyle/>
        <a:p>
          <a:pPr marL="0" lvl="0" indent="0" algn="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تنظيف التركيبات والأجهزة والجدران والمرايا بأمان وبطريقة صحية باستخدام المواد الكيميائية الصحيحة</a:t>
          </a:r>
          <a:endParaRPr lang="en-US" sz="16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1771671" y="30219"/>
        <a:ext cx="2877859" cy="971313"/>
      </dsp:txXfrm>
    </dsp:sp>
    <dsp:sp modelId="{787C0D88-593F-1640-B1E4-E467BF42FB45}">
      <dsp:nvSpPr>
        <dsp:cNvPr id="0" name=""/>
        <dsp:cNvSpPr/>
      </dsp:nvSpPr>
      <dsp:spPr>
        <a:xfrm>
          <a:off x="350981" y="1203710"/>
          <a:ext cx="3977787" cy="10317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rtlCol="1" anchor="ctr" anchorCtr="0">
          <a:noAutofit/>
        </a:bodyPr>
        <a:lstStyle/>
        <a:p>
          <a:pPr marL="0" lvl="0" indent="0" algn="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إعادة تخزين وترتيب مستلزمات العملاء والملحقات </a:t>
          </a:r>
          <a:endParaRPr lang="en-US" sz="16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1402820" y="1233929"/>
        <a:ext cx="2895729" cy="971313"/>
      </dsp:txXfrm>
    </dsp:sp>
    <dsp:sp modelId="{0F481017-A4B4-2942-B651-652EAABA8741}">
      <dsp:nvSpPr>
        <dsp:cNvPr id="0" name=""/>
        <dsp:cNvSpPr/>
      </dsp:nvSpPr>
      <dsp:spPr>
        <a:xfrm>
          <a:off x="0" y="2407421"/>
          <a:ext cx="3977787" cy="10317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rtlCol="1" anchor="ctr" anchorCtr="0">
          <a:noAutofit/>
        </a:bodyPr>
        <a:lstStyle/>
        <a:p>
          <a:pPr marL="0" lvl="0" indent="0" algn="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تفريغ وتنظيف صناديق النفايات</a:t>
          </a:r>
          <a:endParaRPr lang="en-US" sz="16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1051838" y="2437640"/>
        <a:ext cx="2895729" cy="971313"/>
      </dsp:txXfrm>
    </dsp:sp>
    <dsp:sp modelId="{93AC2637-169D-694D-BB6D-697B5B3FDBB7}">
      <dsp:nvSpPr>
        <dsp:cNvPr id="0" name=""/>
        <dsp:cNvSpPr/>
      </dsp:nvSpPr>
      <dsp:spPr>
        <a:xfrm>
          <a:off x="701962" y="782411"/>
          <a:ext cx="670638" cy="67063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rtlCol="1" anchor="ctr" anchorCtr="0">
          <a:noAutofit/>
        </a:bodyPr>
        <a:lstStyle/>
        <a:p>
          <a:pPr marL="0" lvl="0" indent="0" algn="ct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852856" y="782411"/>
        <a:ext cx="368850" cy="504655"/>
      </dsp:txXfrm>
    </dsp:sp>
    <dsp:sp modelId="{19E7D89E-E55A-8341-A351-E5F9A534A2D2}">
      <dsp:nvSpPr>
        <dsp:cNvPr id="0" name=""/>
        <dsp:cNvSpPr/>
      </dsp:nvSpPr>
      <dsp:spPr>
        <a:xfrm>
          <a:off x="350981" y="1979244"/>
          <a:ext cx="670638" cy="67063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rtlCol="1" anchor="ctr" anchorCtr="0">
          <a:noAutofit/>
        </a:bodyPr>
        <a:lstStyle/>
        <a:p>
          <a:pPr marL="0" lvl="0" indent="0" algn="ct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501875" y="1979244"/>
        <a:ext cx="368850" cy="50465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F7F38B-8503-DE49-B4E5-CC7594C5B070}">
      <dsp:nvSpPr>
        <dsp:cNvPr id="0" name=""/>
        <dsp:cNvSpPr/>
      </dsp:nvSpPr>
      <dsp:spPr>
        <a:xfrm>
          <a:off x="1301606" y="0"/>
          <a:ext cx="7375773" cy="11052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rtlCol="1" anchor="ctr" anchorCtr="0">
          <a:noAutofit/>
        </a:bodyPr>
        <a:lstStyle/>
        <a:p>
          <a:pPr marL="0" lvl="0" indent="0" algn="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الإجراءات التشغيلية القياسية للتنظيف الخاصة بتقديم خدمات الغرف </a:t>
          </a:r>
          <a:endParaRPr lang="en-US" sz="26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2411634" y="32373"/>
        <a:ext cx="6233372" cy="1040540"/>
      </dsp:txXfrm>
    </dsp:sp>
    <dsp:sp modelId="{7C11F6D2-D1DA-F149-B899-51DD2D1B408F}">
      <dsp:nvSpPr>
        <dsp:cNvPr id="0" name=""/>
        <dsp:cNvSpPr/>
      </dsp:nvSpPr>
      <dsp:spPr>
        <a:xfrm>
          <a:off x="0" y="1350906"/>
          <a:ext cx="7375773" cy="11052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rtlCol="1" anchor="ctr" anchorCtr="0">
          <a:noAutofit/>
        </a:bodyPr>
        <a:lstStyle/>
        <a:p>
          <a:pPr marL="0" lvl="0" indent="0" algn="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التعامل مع غسيل الملابس </a:t>
          </a:r>
          <a:endParaRPr lang="en-US" sz="26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2052416" y="1383279"/>
        <a:ext cx="5290983" cy="1040540"/>
      </dsp:txXfrm>
    </dsp:sp>
    <dsp:sp modelId="{2D335108-9DD1-C04D-831F-B9F16BD7339C}">
      <dsp:nvSpPr>
        <dsp:cNvPr id="0" name=""/>
        <dsp:cNvSpPr/>
      </dsp:nvSpPr>
      <dsp:spPr>
        <a:xfrm>
          <a:off x="1301606" y="868878"/>
          <a:ext cx="718436" cy="71843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rtlCol="1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1463254" y="868878"/>
        <a:ext cx="395140" cy="54062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B651EF-BD67-5742-8AAD-44B51D4C8D15}">
      <dsp:nvSpPr>
        <dsp:cNvPr id="0" name=""/>
        <dsp:cNvSpPr/>
      </dsp:nvSpPr>
      <dsp:spPr>
        <a:xfrm rot="16200000">
          <a:off x="2252909" y="-2157605"/>
          <a:ext cx="746901" cy="5252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1" anchor="ctr" anchorCtr="0">
          <a:noAutofit/>
        </a:bodyPr>
        <a:lstStyle/>
        <a:p>
          <a:pPr marL="171450" lvl="1" indent="-171450" algn="r" defTabSz="7112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بما في ذلك الحمامات والمراحيض</a:t>
          </a:r>
          <a:endParaRPr lang="en-US" sz="16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  <a:p>
          <a:pPr marL="171450" lvl="1" indent="-171450" algn="r" defTabSz="7112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تنظيف الغرفة بدءًا من السقف وانتهاءً بالأرضيات ومن ثم ترتيب السرير</a:t>
          </a:r>
          <a:endParaRPr lang="en-US" sz="16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 rot="5400000">
        <a:off x="36461" y="131765"/>
        <a:ext cx="5216259" cy="673979"/>
      </dsp:txXfrm>
    </dsp:sp>
    <dsp:sp modelId="{2268B2F1-1E14-A449-B01E-DC4E53572EC1}">
      <dsp:nvSpPr>
        <dsp:cNvPr id="0" name=""/>
        <dsp:cNvSpPr/>
      </dsp:nvSpPr>
      <dsp:spPr>
        <a:xfrm>
          <a:off x="5252720" y="1941"/>
          <a:ext cx="2954655" cy="9336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rtlCol="1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1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تنظيف الغرف</a:t>
          </a:r>
          <a:endParaRPr lang="en-US" sz="21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5298296" y="47517"/>
        <a:ext cx="2863503" cy="842475"/>
      </dsp:txXfrm>
    </dsp:sp>
    <dsp:sp modelId="{6790004F-69C6-1B4C-A64B-157EBCB35163}">
      <dsp:nvSpPr>
        <dsp:cNvPr id="0" name=""/>
        <dsp:cNvSpPr/>
      </dsp:nvSpPr>
      <dsp:spPr>
        <a:xfrm rot="16200000">
          <a:off x="2252909" y="-1177296"/>
          <a:ext cx="746901" cy="5252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1" anchor="ctr" anchorCtr="0">
          <a:noAutofit/>
        </a:bodyPr>
        <a:lstStyle/>
        <a:p>
          <a:pPr marL="171450" lvl="1" indent="-171450" algn="r" defTabSz="7112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سرير مزدوج وسرير فردي وأسرّة أطفال وأسرّة قابلة للطي وأسرّة بسحاب وربطة </a:t>
          </a:r>
          <a:br>
            <a:rPr lang="en-US" sz="1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</a:br>
          <a:r>
            <a:rPr lang="ar" sz="1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وأرائك نوم </a:t>
          </a:r>
          <a:endParaRPr lang="en-US" sz="16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 rot="5400000">
        <a:off x="36461" y="1112074"/>
        <a:ext cx="5216259" cy="673979"/>
      </dsp:txXfrm>
    </dsp:sp>
    <dsp:sp modelId="{033746C1-A2CA-584E-8047-85DD87D369AA}">
      <dsp:nvSpPr>
        <dsp:cNvPr id="0" name=""/>
        <dsp:cNvSpPr/>
      </dsp:nvSpPr>
      <dsp:spPr>
        <a:xfrm>
          <a:off x="5252720" y="982249"/>
          <a:ext cx="2954655" cy="9336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rtlCol="1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1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أنواع الأسرّة</a:t>
          </a:r>
          <a:endParaRPr lang="en-US" sz="21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5298296" y="1027825"/>
        <a:ext cx="2863503" cy="842475"/>
      </dsp:txXfrm>
    </dsp:sp>
    <dsp:sp modelId="{BE4818DA-3BB5-994A-BE2A-F88FB0C765DC}">
      <dsp:nvSpPr>
        <dsp:cNvPr id="0" name=""/>
        <dsp:cNvSpPr/>
      </dsp:nvSpPr>
      <dsp:spPr>
        <a:xfrm rot="16200000">
          <a:off x="2182461" y="-196987"/>
          <a:ext cx="887797" cy="5252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1" anchor="ctr" anchorCtr="0">
          <a:noAutofit/>
        </a:bodyPr>
        <a:lstStyle/>
        <a:p>
          <a:pPr marL="171450" lvl="1" indent="-171450" algn="r" defTabSz="7112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الجودة والكمية المطلوبتان</a:t>
          </a:r>
          <a:endParaRPr lang="en-US" sz="16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  <a:p>
          <a:pPr marL="171450" lvl="1" indent="-171450" algn="r" defTabSz="7112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معدلات الإشغال المتوقعة</a:t>
          </a:r>
          <a:endParaRPr lang="en-US" sz="16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  <a:p>
          <a:pPr marL="171450" lvl="1" indent="-171450" algn="r" defTabSz="7112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ترتيب الغرف التي سيتم تنظيفها بحسب الأولوية </a:t>
          </a:r>
          <a:endParaRPr lang="en-US" sz="16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 rot="5400000">
        <a:off x="43339" y="2028813"/>
        <a:ext cx="5209381" cy="801119"/>
      </dsp:txXfrm>
    </dsp:sp>
    <dsp:sp modelId="{1CC58718-A888-184C-ADC9-BDA477F1E9F0}">
      <dsp:nvSpPr>
        <dsp:cNvPr id="0" name=""/>
        <dsp:cNvSpPr/>
      </dsp:nvSpPr>
      <dsp:spPr>
        <a:xfrm>
          <a:off x="5252720" y="1962558"/>
          <a:ext cx="2954655" cy="9336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rtlCol="1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1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البحث عن مخزون من الشراشف وأغطية الأسرة</a:t>
          </a:r>
          <a:endParaRPr lang="en-US" sz="21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5298296" y="2008134"/>
        <a:ext cx="2863503" cy="842475"/>
      </dsp:txXfrm>
    </dsp:sp>
    <dsp:sp modelId="{246303E5-A2D6-614B-96B7-A4053F4DBF6C}">
      <dsp:nvSpPr>
        <dsp:cNvPr id="0" name=""/>
        <dsp:cNvSpPr/>
      </dsp:nvSpPr>
      <dsp:spPr>
        <a:xfrm rot="16200000">
          <a:off x="2217520" y="783321"/>
          <a:ext cx="817678" cy="5252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1" anchor="ctr" anchorCtr="0">
          <a:noAutofit/>
        </a:bodyPr>
        <a:lstStyle/>
        <a:p>
          <a:pPr marL="171450" lvl="1" indent="-171450" algn="r" defTabSz="7112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الملاءات المقاومة للماء، والستائر، وواقيات المراتب، وملاءات الأسرّة، والوسائد، وأغطية الوسائد، والوسائد الداعمة، والبطانيات، والألحفة</a:t>
          </a:r>
          <a:endParaRPr lang="en-US" sz="16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  <a:p>
          <a:pPr marL="171450" lvl="1" indent="-171450" algn="r" defTabSz="7112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الحجم والجودة المناسبان</a:t>
          </a:r>
          <a:endParaRPr lang="en-US" sz="16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 rot="5400000">
        <a:off x="39915" y="3040758"/>
        <a:ext cx="5212804" cy="737846"/>
      </dsp:txXfrm>
    </dsp:sp>
    <dsp:sp modelId="{ACCB387B-4ECC-3042-B2EE-5A67717BF511}">
      <dsp:nvSpPr>
        <dsp:cNvPr id="0" name=""/>
        <dsp:cNvSpPr/>
      </dsp:nvSpPr>
      <dsp:spPr>
        <a:xfrm>
          <a:off x="5252720" y="2942867"/>
          <a:ext cx="2954655" cy="9336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rtlCol="1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1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أهمية استخدام أغطية الأسرّة/الشراشف الملائمة</a:t>
          </a:r>
          <a:endParaRPr lang="en-US" sz="2100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5298296" y="2988443"/>
        <a:ext cx="2863503" cy="84247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52E222-B26A-7C4E-B630-ED6AADB5B91C}">
      <dsp:nvSpPr>
        <dsp:cNvPr id="0" name=""/>
        <dsp:cNvSpPr/>
      </dsp:nvSpPr>
      <dsp:spPr>
        <a:xfrm>
          <a:off x="3746" y="933762"/>
          <a:ext cx="1435968" cy="4885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rtlCol="1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الشراشف المتسخة</a:t>
          </a:r>
          <a:endParaRPr lang="en-US" sz="12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3746" y="933762"/>
        <a:ext cx="1435968" cy="488592"/>
      </dsp:txXfrm>
    </dsp:sp>
    <dsp:sp modelId="{E1D08C69-657D-6C41-8D29-BBA3B6C8A28D}">
      <dsp:nvSpPr>
        <dsp:cNvPr id="0" name=""/>
        <dsp:cNvSpPr/>
      </dsp:nvSpPr>
      <dsp:spPr>
        <a:xfrm>
          <a:off x="3746" y="1422354"/>
          <a:ext cx="1435968" cy="10376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rtlCol="1" anchor="t" anchorCtr="0">
          <a:noAutofit/>
        </a:bodyPr>
        <a:lstStyle/>
        <a:p>
          <a:pPr marL="114300" lvl="1" indent="-114300" algn="r" defTabSz="5334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أغطية السرير</a:t>
          </a:r>
          <a:endParaRPr lang="en-US" sz="12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  <a:p>
          <a:pPr marL="114300" lvl="1" indent="-114300" algn="r" defTabSz="5334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المناشف</a:t>
          </a:r>
          <a:endParaRPr lang="en-US" sz="12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  <a:p>
          <a:pPr marL="114300" lvl="1" indent="-114300" algn="r" defTabSz="5334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المطبخ</a:t>
          </a:r>
          <a:endParaRPr lang="en-US" sz="12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  <a:p>
          <a:pPr marL="114300" lvl="1" indent="-114300" algn="r" defTabSz="5334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مفارش المائدة </a:t>
          </a:r>
          <a:endParaRPr lang="en-US" sz="12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3746" y="1422354"/>
        <a:ext cx="1435968" cy="1037610"/>
      </dsp:txXfrm>
    </dsp:sp>
    <dsp:sp modelId="{90D69BBA-0952-8449-AF5F-37FEC8F6368B}">
      <dsp:nvSpPr>
        <dsp:cNvPr id="0" name=""/>
        <dsp:cNvSpPr/>
      </dsp:nvSpPr>
      <dsp:spPr>
        <a:xfrm>
          <a:off x="1640749" y="933762"/>
          <a:ext cx="1435968" cy="4885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rtlCol="1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فرز الشراشف</a:t>
          </a:r>
          <a:endParaRPr lang="en-US" sz="12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1640749" y="933762"/>
        <a:ext cx="1435968" cy="488592"/>
      </dsp:txXfrm>
    </dsp:sp>
    <dsp:sp modelId="{CC7AF333-1B17-FC47-8A5E-6D6A69FF2826}">
      <dsp:nvSpPr>
        <dsp:cNvPr id="0" name=""/>
        <dsp:cNvSpPr/>
      </dsp:nvSpPr>
      <dsp:spPr>
        <a:xfrm>
          <a:off x="1640749" y="1422354"/>
          <a:ext cx="1435968" cy="10376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rtlCol="1" anchor="t" anchorCtr="0">
          <a:noAutofit/>
        </a:bodyPr>
        <a:lstStyle/>
        <a:p>
          <a:pPr marL="114300" lvl="1" indent="-114300" algn="r" defTabSz="5334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اللون</a:t>
          </a:r>
          <a:endParaRPr lang="en-US" sz="12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  <a:p>
          <a:pPr marL="114300" lvl="1" indent="-114300" algn="r" defTabSz="5334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تصنيفات أنواع الاتساخ</a:t>
          </a:r>
          <a:endParaRPr lang="en-US" sz="12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  <a:p>
          <a:pPr marL="114300" lvl="1" indent="-114300" algn="r" defTabSz="5334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 النوع</a:t>
          </a:r>
          <a:endParaRPr lang="en-US" sz="12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1640749" y="1422354"/>
        <a:ext cx="1435968" cy="1037610"/>
      </dsp:txXfrm>
    </dsp:sp>
    <dsp:sp modelId="{FEA341C0-720D-4547-987D-8436BB73E69A}">
      <dsp:nvSpPr>
        <dsp:cNvPr id="0" name=""/>
        <dsp:cNvSpPr/>
      </dsp:nvSpPr>
      <dsp:spPr>
        <a:xfrm>
          <a:off x="3277753" y="933762"/>
          <a:ext cx="1435968" cy="4885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rtlCol="1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استخدام المنظفات</a:t>
          </a:r>
          <a:endParaRPr lang="en-US" sz="12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3277753" y="933762"/>
        <a:ext cx="1435968" cy="488592"/>
      </dsp:txXfrm>
    </dsp:sp>
    <dsp:sp modelId="{4DB0A14C-A0DA-7C48-9088-3B893B17C8F6}">
      <dsp:nvSpPr>
        <dsp:cNvPr id="0" name=""/>
        <dsp:cNvSpPr/>
      </dsp:nvSpPr>
      <dsp:spPr>
        <a:xfrm>
          <a:off x="3277753" y="1422354"/>
          <a:ext cx="1435968" cy="10376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rtlCol="1" anchor="t" anchorCtr="0">
          <a:noAutofit/>
        </a:bodyPr>
        <a:lstStyle/>
        <a:p>
          <a:pPr marL="114300" lvl="1" indent="-114300" algn="r" defTabSz="5334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المساحيق</a:t>
          </a:r>
          <a:endParaRPr lang="en-US" sz="12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  <a:p>
          <a:pPr marL="114300" lvl="1" indent="-114300" algn="r" defTabSz="5334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 المبيضات </a:t>
          </a:r>
          <a:endParaRPr lang="en-US" sz="12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3277753" y="1422354"/>
        <a:ext cx="1435968" cy="1037610"/>
      </dsp:txXfrm>
    </dsp:sp>
    <dsp:sp modelId="{02ACE8F0-12C0-5944-ADC2-8970D252E8BA}">
      <dsp:nvSpPr>
        <dsp:cNvPr id="0" name=""/>
        <dsp:cNvSpPr/>
      </dsp:nvSpPr>
      <dsp:spPr>
        <a:xfrm>
          <a:off x="4914757" y="933762"/>
          <a:ext cx="1435968" cy="4885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rtlCol="1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مواعيد الغسيل والتجفيف ودرجات الحرارة المستخدمة</a:t>
          </a:r>
          <a:endParaRPr lang="en-US" sz="12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4914757" y="933762"/>
        <a:ext cx="1435968" cy="488592"/>
      </dsp:txXfrm>
    </dsp:sp>
    <dsp:sp modelId="{CFD611A1-E31C-C94F-8E8B-7DBE5E22282A}">
      <dsp:nvSpPr>
        <dsp:cNvPr id="0" name=""/>
        <dsp:cNvSpPr/>
      </dsp:nvSpPr>
      <dsp:spPr>
        <a:xfrm>
          <a:off x="4914757" y="1422354"/>
          <a:ext cx="1435968" cy="10376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rtlCol="1" anchor="t" anchorCtr="0">
          <a:noAutofit/>
        </a:bodyPr>
        <a:lstStyle/>
        <a:p>
          <a:pPr marL="114300" lvl="1" indent="-114300" algn="r" defTabSz="5334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اللون</a:t>
          </a:r>
          <a:endParaRPr lang="en-US" sz="12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  <a:p>
          <a:pPr marL="114300" lvl="1" indent="-114300" algn="r" defTabSz="5334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النوع</a:t>
          </a:r>
          <a:endParaRPr lang="en-US" sz="12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4914757" y="1422354"/>
        <a:ext cx="1435968" cy="1037610"/>
      </dsp:txXfrm>
    </dsp:sp>
    <dsp:sp modelId="{8FAE052C-1802-364C-B3F0-45BD102D1D19}">
      <dsp:nvSpPr>
        <dsp:cNvPr id="0" name=""/>
        <dsp:cNvSpPr/>
      </dsp:nvSpPr>
      <dsp:spPr>
        <a:xfrm>
          <a:off x="6551760" y="933762"/>
          <a:ext cx="1435968" cy="4885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rtlCol="1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اعتبارات الاستدامة</a:t>
          </a:r>
          <a:endParaRPr lang="en-US" sz="1200" b="1" kern="1200" dirty="0">
            <a:solidFill>
              <a:schemeClr val="tx1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6551760" y="933762"/>
        <a:ext cx="1435968" cy="488592"/>
      </dsp:txXfrm>
    </dsp:sp>
    <dsp:sp modelId="{70FF5772-521D-E546-9622-8D2142BB0143}">
      <dsp:nvSpPr>
        <dsp:cNvPr id="0" name=""/>
        <dsp:cNvSpPr/>
      </dsp:nvSpPr>
      <dsp:spPr>
        <a:xfrm>
          <a:off x="6551760" y="1422354"/>
          <a:ext cx="1435968" cy="10376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rtlCol="1" anchor="t" anchorCtr="0">
          <a:noAutofit/>
        </a:bodyPr>
        <a:lstStyle/>
        <a:p>
          <a:pPr marL="114300" lvl="1" indent="-114300" algn="r" defTabSz="5334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استخدام المواد الكيميائية الضارة</a:t>
          </a:r>
        </a:p>
        <a:p>
          <a:pPr marL="114300" lvl="1" indent="-114300" algn="r" defTabSz="5334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" sz="12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rPr>
            <a:t>استخدام الموارد</a:t>
          </a:r>
        </a:p>
      </dsp:txBody>
      <dsp:txXfrm>
        <a:off x="6551760" y="1422354"/>
        <a:ext cx="1435968" cy="10376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 algn="r" rtl="1"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 dirty="0"/>
              <a:t>Click to edit Master text styles</a:t>
            </a:r>
          </a:p>
          <a:p>
            <a:pPr lvl="1" rtl="1"/>
            <a:r>
              <a:rPr lang="ar" noProof="0" dirty="0"/>
              <a:t>Second level</a:t>
            </a:r>
          </a:p>
          <a:p>
            <a:pPr lvl="2" rtl="1"/>
            <a:r>
              <a:rPr lang="ar" noProof="0" dirty="0"/>
              <a:t>Third level</a:t>
            </a:r>
          </a:p>
          <a:p>
            <a:pPr lvl="3" rtl="1"/>
            <a:r>
              <a:rPr lang="ar" noProof="0" dirty="0"/>
              <a:t>Fourth level</a:t>
            </a:r>
          </a:p>
          <a:p>
            <a:pPr lvl="4" rtl="1"/>
            <a:r>
              <a:rPr lang="ar" noProof="0" dirty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48362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931BF-4678-3565-7160-F3716DDF9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99855D54-674C-F21B-90F6-A855A311D1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6396F452-02C7-8165-F91E-A3A041DEF3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DE6424B-07CB-AB78-A9B5-0C14A5307E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11666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1DD88-2A97-4A86-E287-D7AA44ED3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1EC43A7B-410D-DB1B-B75B-0A7D6CCB7B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90E80046-1607-B023-F1B1-7A69433EFE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AF649397-7B2F-1A3A-FA67-77B4861656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92244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EB603-B4ED-F669-F850-CA5F8628E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A98A9971-FD9F-543C-1A2A-814CF8E60F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CB51058E-D50A-4B73-EF51-2997258A82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72CA4255-A275-62FD-C0A0-07299D2A74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68623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68DCF-A199-4D10-B792-CBCBEA360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4D50757C-1A70-3496-04CB-5C2565C902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07DC4284-640B-06A0-0746-44ADC255F7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1D2FF219-33D3-A9AC-3A2D-9ED6BB8DF6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68762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7E655-D5D4-A297-2C22-904FAD2EA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D9016BA1-74FA-0A11-8437-7B59BE0D2D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94A9199-419B-2802-1056-49DC59476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6590BA3D-FD5B-9218-0645-C39AB0FF85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81798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B53A5-3708-892F-4E72-0DC9D32E4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D64AC53E-4066-B6FF-E6D3-1CD655760E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B2E12EB4-103E-6EBE-78E1-939CE2169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4BCE523D-94C8-342A-9A1A-C5FCED60DF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57108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E87A4-6012-AE01-06B4-F1B5FE3D1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874C97D0-0BE6-EDC8-3B2B-90C8368689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C1D769E5-CFA7-EA43-F530-22D9576BEE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40A0ECE5-9B86-F461-6EC0-89FBE7F003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8127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62912-AE38-AC8F-8427-17FF14B09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B31332E3-CDFC-51DD-913C-14A1BEE08C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B4F921D-1128-69FC-2805-58F51A9F5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8CC479A0-20DF-8C6A-D5DA-20E82847AC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229315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03AA3-3C8B-CD47-6CE0-ABFD7AAE9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651BEB29-7BB3-4BFE-C130-B6709A7DC5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44E92956-35AC-1026-9D7B-B76B2F2B0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24CD86F-F8AF-176E-58EA-1818C69430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189143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FD10B-5296-C1B5-3DF9-833F0B1AC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5EC3E25E-E7F6-64B9-387E-3371FB2E6F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9CAD5013-7128-7415-329D-ABCFCE7AEA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06F8EED4-0D79-5348-330E-31A78D2A2C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942241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4BE7-9897-70C3-ED66-C7691BA5C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1C17E2FE-F306-14BD-B7A7-A91F5FA604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DCE5B750-EF76-4CF7-759C-FE27B35ECB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D301504-CBB9-06E3-4078-8AF29CFF2A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905556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0D43E-AFBA-87A8-E9C9-77795746F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30E530C8-3EA7-D9F5-9068-655E6CA765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56AEF5CE-5B48-4CB6-99E7-5BB04F8F18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E0E51AB2-CD89-A4C1-4598-CEF8497158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691537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DA066-E8A2-E844-0262-EC3A846DD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210C71A0-F159-CC0B-880E-5202F092D5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D276AB72-4ABD-04BD-B10D-7FF2FC2E7C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A4509C54-6E77-F180-4507-63765202DA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597327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787746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D564F-DF7E-C7AF-0A4B-F31CDEC33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218781DC-F7DA-4F63-A6EF-DA778242A8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4E1333A-7CD7-6863-8AE2-FDCA91D309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5AF390A0-A577-D5AC-E5F8-B9F84F7BF7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150787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FF813-4687-A874-5D0B-E8F6D5E47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E6289C9-CBEA-19F4-155A-7EECF12891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7B2D42CE-C653-4AE8-9339-1AA3B931C0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666D7A1A-BC89-5524-CBBB-715C129FA7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918266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E7F2E-252E-7B90-DABB-B2B126ED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B4CDB182-EEA1-DC46-4C0B-A82F52D966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812935C3-4823-DFFC-4EF6-C71A75946E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2346CE75-F465-0CE2-FD7B-0B3C7DD762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740919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07D56-33C1-9F50-188E-86493EC72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B1DC8A17-09F8-5766-E65B-71C5FD865B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A4AC115B-AEEC-19B4-7AA8-FF652A17C1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D47D7530-D40D-84A3-4E4D-9AF4B6C331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830584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544345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019683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ABD9B-644E-2A38-0C50-B9E0E8F3D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B56B8169-1899-661A-89D3-19E0DCFBEB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795FD040-C5A0-6B85-4774-CF73E805A5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9BBD910A-A40B-54C2-0368-AEF386AA69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648093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BE86A-FF18-F721-2487-75C673071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8C20BC90-C99A-0729-9692-B9B018D601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CC1F89BC-23F5-A156-9D4B-A76F92EA66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60556E03-CFD8-B76C-D7F3-5392D650E6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195316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1264B-593C-EB66-FEF5-48218D84F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646236C4-8F99-DA6C-50EF-C7F2B2962C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54CCEEB5-39D7-1925-A073-D20F408DB8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0583BAF5-5478-0567-DA4A-4E5AB9B252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772006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185BC-FD26-FF6F-8154-51188472B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5BE1780D-F9AE-893E-62EE-E21009527E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2E89D0AE-BE16-A23E-F097-275DB03A97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8B42E5EB-87C6-79B8-9CEC-EDBDD6DE53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339819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Blue 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Blue subhead</a:t>
            </a:r>
          </a:p>
          <a:p>
            <a:pPr rtl="1"/>
            <a:r>
              <a:rPr lang="ar" dirty="0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292308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38162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56498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1116912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3501364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494035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6" Type="http://schemas.openxmlformats.org/officeDocument/2006/relationships/image" Target="../media/image7.jpeg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slideLayout" Target="../slideLayouts/slideLayout90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6" Type="http://schemas.openxmlformats.org/officeDocument/2006/relationships/image" Target="../media/image8.jpeg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0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07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2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21.xml"/><Relationship Id="rId12" Type="http://schemas.openxmlformats.org/officeDocument/2006/relationships/slideLayout" Target="../slideLayouts/slideLayout126.xml"/><Relationship Id="rId2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20.xml"/><Relationship Id="rId11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19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18.xml"/><Relationship Id="rId9" Type="http://schemas.openxmlformats.org/officeDocument/2006/relationships/slideLayout" Target="../slideLayouts/slideLayout123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  <p:sldLayoutId id="2147484932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3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063C01-D438-FB5A-6AA0-232AE5AF407E}"/>
              </a:ext>
            </a:extLst>
          </p:cNvPr>
          <p:cNvSpPr/>
          <p:nvPr userDrawn="1"/>
        </p:nvSpPr>
        <p:spPr>
          <a:xfrm>
            <a:off x="189038" y="129909"/>
            <a:ext cx="3744415" cy="8508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1">
            <a:noAutofit/>
          </a:bodyPr>
          <a:lstStyle/>
          <a:p>
            <a:pPr indent="0" algn="l" rtl="1">
              <a:lnSpc>
                <a:spcPct val="110000"/>
              </a:lnSpc>
            </a:pPr>
            <a:r>
              <a:rPr lang="ar" sz="25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شهادة BTEC International </a:t>
            </a:r>
            <a:r>
              <a:rPr lang="ar-EG" sz="25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للمستوى 3</a:t>
            </a:r>
            <a:endParaRPr lang="en-US" sz="25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l">
              <a:lnSpc>
                <a:spcPct val="110000"/>
              </a:lnSpc>
            </a:pPr>
            <a:r>
              <a:rPr lang="ar-EG" sz="25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الضيافة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062459-F751-7FF4-7D6B-7234B4A0E2E8}"/>
              </a:ext>
            </a:extLst>
          </p:cNvPr>
          <p:cNvSpPr/>
          <p:nvPr userDrawn="1"/>
        </p:nvSpPr>
        <p:spPr>
          <a:xfrm>
            <a:off x="5528151" y="155384"/>
            <a:ext cx="3529584" cy="874713"/>
          </a:xfrm>
          <a:prstGeom prst="rect">
            <a:avLst/>
          </a:prstGeom>
          <a:solidFill>
            <a:srgbClr val="33B2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  <p:sldLayoutId id="2147484934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8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0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9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0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0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audio" Target="../media/audio1.bin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0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9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9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30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audio" Target="../media/audio1.bin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33.png"/><Relationship Id="rId11" Type="http://schemas.openxmlformats.org/officeDocument/2006/relationships/image" Target="../media/image36.svg"/><Relationship Id="rId5" Type="http://schemas.openxmlformats.org/officeDocument/2006/relationships/image" Target="../media/image32.svg"/><Relationship Id="rId10" Type="http://schemas.openxmlformats.org/officeDocument/2006/relationships/image" Target="../media/image35.png"/><Relationship Id="rId4" Type="http://schemas.openxmlformats.org/officeDocument/2006/relationships/image" Target="../media/image31.png"/><Relationship Id="rId9" Type="http://schemas.openxmlformats.org/officeDocument/2006/relationships/image" Target="../media/image2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4.svg"/><Relationship Id="rId3" Type="http://schemas.openxmlformats.org/officeDocument/2006/relationships/audio" Target="../media/audio1.bin"/><Relationship Id="rId7" Type="http://schemas.openxmlformats.org/officeDocument/2006/relationships/image" Target="../media/image39.sv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38.png"/><Relationship Id="rId11" Type="http://schemas.openxmlformats.org/officeDocument/2006/relationships/image" Target="../media/image42.svg"/><Relationship Id="rId5" Type="http://schemas.openxmlformats.org/officeDocument/2006/relationships/image" Target="../media/image37.svg"/><Relationship Id="rId15" Type="http://schemas.openxmlformats.org/officeDocument/2006/relationships/image" Target="../media/image46.svg"/><Relationship Id="rId10" Type="http://schemas.openxmlformats.org/officeDocument/2006/relationships/image" Target="../media/image24.png"/><Relationship Id="rId4" Type="http://schemas.openxmlformats.org/officeDocument/2006/relationships/image" Target="../media/image28.png"/><Relationship Id="rId9" Type="http://schemas.openxmlformats.org/officeDocument/2006/relationships/image" Target="../media/image41.svg"/><Relationship Id="rId1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0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Relationship Id="rId9" Type="http://schemas.openxmlformats.org/officeDocument/2006/relationships/image" Target="../media/image47.jpeg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0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1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audio" Target="../media/audio1.bin"/><Relationship Id="rId7" Type="http://schemas.openxmlformats.org/officeDocument/2006/relationships/image" Target="../media/image51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10" Type="http://schemas.openxmlformats.org/officeDocument/2006/relationships/image" Target="../media/image54.svg"/><Relationship Id="rId4" Type="http://schemas.openxmlformats.org/officeDocument/2006/relationships/image" Target="../media/image48.png"/><Relationship Id="rId9" Type="http://schemas.openxmlformats.org/officeDocument/2006/relationships/image" Target="../media/image5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55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audio" Target="../media/audio1.bin"/><Relationship Id="rId7" Type="http://schemas.openxmlformats.org/officeDocument/2006/relationships/image" Target="../media/image59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9.xml"/><Relationship Id="rId6" Type="http://schemas.openxmlformats.org/officeDocument/2006/relationships/image" Target="../media/image58.png"/><Relationship Id="rId11" Type="http://schemas.openxmlformats.org/officeDocument/2006/relationships/image" Target="../media/image63.svg"/><Relationship Id="rId5" Type="http://schemas.openxmlformats.org/officeDocument/2006/relationships/image" Target="../media/image57.sv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svg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1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64.jpeg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1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4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9.xml"/><Relationship Id="rId6" Type="http://schemas.openxmlformats.org/officeDocument/2006/relationships/diagramQuickStyle" Target="../diagrams/quickStyle14.xml"/><Relationship Id="rId5" Type="http://schemas.openxmlformats.org/officeDocument/2006/relationships/diagramLayout" Target="../diagrams/layout14.xml"/><Relationship Id="rId4" Type="http://schemas.openxmlformats.org/officeDocument/2006/relationships/diagramData" Target="../diagrams/data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65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audio" Target="../media/audio1.bin"/><Relationship Id="rId7" Type="http://schemas.openxmlformats.org/officeDocument/2006/relationships/image" Target="../media/image68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38.png"/><Relationship Id="rId11" Type="http://schemas.openxmlformats.org/officeDocument/2006/relationships/image" Target="../media/image29.svg"/><Relationship Id="rId5" Type="http://schemas.openxmlformats.org/officeDocument/2006/relationships/image" Target="../media/image67.svg"/><Relationship Id="rId10" Type="http://schemas.openxmlformats.org/officeDocument/2006/relationships/image" Target="../media/image28.png"/><Relationship Id="rId4" Type="http://schemas.openxmlformats.org/officeDocument/2006/relationships/image" Target="../media/image66.png"/><Relationship Id="rId9" Type="http://schemas.openxmlformats.org/officeDocument/2006/relationships/image" Target="../media/image70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71.jpeg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5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5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0.xml"/><Relationship Id="rId6" Type="http://schemas.openxmlformats.org/officeDocument/2006/relationships/diagramQuickStyle" Target="../diagrams/quickStyle15.xml"/><Relationship Id="rId5" Type="http://schemas.openxmlformats.org/officeDocument/2006/relationships/diagramLayout" Target="../diagrams/layout15.xml"/><Relationship Id="rId4" Type="http://schemas.openxmlformats.org/officeDocument/2006/relationships/diagramData" Target="../diagrams/data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130426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/>
              <a:t>الوحدة 16</a:t>
            </a:r>
            <a:br>
              <a:rPr lang="en-GB" altLang="en-US" sz="4600" dirty="0"/>
            </a:br>
            <a:r>
              <a:rPr lang="ar" sz="4600" dirty="0">
                <a:effectLst/>
              </a:rPr>
              <a:t>عمليات الإقامة </a:t>
            </a:r>
            <a:br>
              <a:rPr lang="en-GB" sz="4600" dirty="0">
                <a:effectLst/>
              </a:rPr>
            </a:br>
            <a:br>
              <a:rPr lang="en-GB" altLang="en-US" sz="4600" dirty="0"/>
            </a:br>
            <a:br>
              <a:rPr lang="en-US" altLang="en-US" sz="4600" dirty="0"/>
            </a:br>
            <a:endParaRPr lang="en-GB" altLang="en-US" sz="4600" dirty="0"/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wrap="square" rtlCol="1" anchor="t">
            <a:noAutofit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600" dirty="0"/>
              <a:t>© شركة بيرسون إيديوكيشن ليمتد 2024. لا يُسمح بالنسخ إلا للمؤسسة المُشترية فقط.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7655975-7644-7EEC-23BC-427C7667E45C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>
                <a:effectLst/>
              </a:rPr>
              <a:t>عمليات الإقامة </a:t>
            </a:r>
            <a:endParaRPr lang="en-GB" altLang="en-US" sz="4600" dirty="0">
              <a:highlight>
                <a:srgbClr val="FFFF00"/>
              </a:highlight>
            </a:endParaRP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F44B6E50-1ADC-08A4-D031-D3BFAEB9331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97172503"/>
              </p:ext>
            </p:extLst>
          </p:nvPr>
        </p:nvGraphicFramePr>
        <p:xfrm>
          <a:off x="305678" y="2276872"/>
          <a:ext cx="8424862" cy="3825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508576-6C00-A84E-D5D2-2C4E757B0FF4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4600" dirty="0"/>
              <a:t>نتاجات التعلم</a:t>
            </a:r>
            <a:endParaRPr lang="en-GB" altLang="en-US" sz="4600" dirty="0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7299C4B8-A7B2-9CA8-DCD9-B26E6DABAC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5763937"/>
              </p:ext>
            </p:extLst>
          </p:nvPr>
        </p:nvGraphicFramePr>
        <p:xfrm>
          <a:off x="468311" y="2196000"/>
          <a:ext cx="8207375" cy="3878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5F08637-9DAA-AE89-7C97-321B46EE1BAE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 fontScale="90000"/>
          </a:bodyPr>
          <a:lstStyle/>
          <a:p>
            <a:pPr rtl="1">
              <a:lnSpc>
                <a:spcPct val="90000"/>
              </a:lnSpc>
            </a:pPr>
            <a:r>
              <a:rPr lang="ar" sz="2700" b="1" dirty="0"/>
              <a:t>نتاج التعلم أ</a:t>
            </a:r>
            <a:br>
              <a:rPr lang="en-US" altLang="en-US" sz="1800" dirty="0"/>
            </a:br>
            <a:br>
              <a:rPr lang="en-US" altLang="en-US" sz="1800" dirty="0"/>
            </a:br>
            <a:endParaRPr lang="en-GB" altLang="en-US" sz="18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5699" y="1627200"/>
            <a:ext cx="8515908" cy="1232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 rtl="1"/>
            <a:r>
              <a:rPr lang="ar" sz="35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دراسة هيكل عمليات الإقامة ومتطلباتها والإشراف عليها </a:t>
            </a:r>
            <a:endParaRPr lang="en-GB" sz="35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indent="-342900" algn="ctr" rtl="1">
              <a:spcBef>
                <a:spcPct val="20000"/>
              </a:spcBef>
              <a:buFont typeface="Wingdings" pitchFamily="2" charset="2"/>
              <a:buChar char="§"/>
            </a:pPr>
            <a:endParaRPr lang="en-US" altLang="en-US" sz="24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2" name="Content Placeholder 8">
            <a:extLst>
              <a:ext uri="{FF2B5EF4-FFF2-40B4-BE49-F238E27FC236}">
                <a16:creationId xmlns:a16="http://schemas.microsoft.com/office/drawing/2014/main" id="{90501574-68AB-F36B-6E30-9D3AF6A353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0373185"/>
              </p:ext>
            </p:extLst>
          </p:nvPr>
        </p:nvGraphicFramePr>
        <p:xfrm>
          <a:off x="341784" y="3717032"/>
          <a:ext cx="8460432" cy="2204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05F4EBC-ED41-6D30-DEC6-5BEFF2C72916}"/>
              </a:ext>
            </a:extLst>
          </p:cNvPr>
          <p:cNvSpPr txBox="1"/>
          <p:nvPr/>
        </p:nvSpPr>
        <p:spPr>
          <a:xfrm>
            <a:off x="371159" y="2617859"/>
            <a:ext cx="8633048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 sz="2000" dirty="0"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 مقدمة عن </a:t>
            </a:r>
            <a:r>
              <a:rPr lang="ar" sz="2000" dirty="0"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عمليات الإقامة في مجال الضيافة</a:t>
            </a:r>
            <a:r>
              <a:rPr lang="ar" sz="2000" dirty="0"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 وأدوار المشرف ومسؤولياته.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BBBFE9-3AAB-9BE3-C453-50C660E3625A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9018198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3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عمليات الإقامة في مجال الضيافة (1)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7E08A0-BB1A-650E-3C4D-B26C94EAE210}"/>
              </a:ext>
            </a:extLst>
          </p:cNvPr>
          <p:cNvSpPr txBox="1"/>
          <p:nvPr/>
        </p:nvSpPr>
        <p:spPr bwMode="auto">
          <a:xfrm>
            <a:off x="4648199" y="2196001"/>
            <a:ext cx="4027487" cy="40241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 rtl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تركز هذه الوحدة بشكل رئيس على منشآت الإقامة في مجال الضيافة، على سبيل المثال، الفنادق والمنتجعات. </a:t>
            </a:r>
          </a:p>
          <a:p>
            <a:pPr marL="342900" indent="-342900" rtl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§"/>
            </a:pP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indent="-342900" rtl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قد يكون لدى شركات الضيافة الأخرى عمليات إقامة، وعلى جميع الشركات الالتزام بتنظيف المكان والنظافة الصحية. وفي ما يأتي بعض الأمثلة على هذه الشركات: </a:t>
            </a:r>
          </a:p>
          <a:p>
            <a:pPr marL="342900" indent="-342900" rtl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§"/>
            </a:pPr>
            <a:endParaRPr 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indent="-342900" rtl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§"/>
            </a:pPr>
            <a:endParaRPr 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803A8693-EA21-EB32-830A-362AC054351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97710146"/>
              </p:ext>
            </p:extLst>
          </p:nvPr>
        </p:nvGraphicFramePr>
        <p:xfrm>
          <a:off x="468312" y="2196001"/>
          <a:ext cx="4027488" cy="402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D29106C-DD64-1870-ECF0-28E24F12413D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845497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7225C-B915-C1F0-1339-80B35AF46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7EEB43E7-2F12-74EA-1A87-138081C03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3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عمليات الإقامة في مجال الضيافة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8790A26C-150A-9A9B-A459-F249F7BCF0D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8312" y="2196001"/>
            <a:ext cx="4027488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90000"/>
              </a:lnSpc>
            </a:pPr>
            <a:endParaRPr lang="en-GB" sz="1600" dirty="0"/>
          </a:p>
          <a:p>
            <a:pPr rtl="1">
              <a:lnSpc>
                <a:spcPct val="90000"/>
              </a:lnSpc>
            </a:pPr>
            <a:r>
              <a:rPr lang="ar" sz="1800" dirty="0">
                <a:effectLst/>
              </a:rPr>
              <a:t>النوادي ذات العضوية، </a:t>
            </a:r>
            <a:r>
              <a:rPr lang="ar" sz="1800" dirty="0"/>
              <a:t>تحتوي على أقسام عمليات الإقامة</a:t>
            </a:r>
            <a:r>
              <a:rPr lang="ar" sz="1800" dirty="0">
                <a:effectLst/>
              </a:rPr>
              <a:t>؛ بعضها يقدم مجموعة الخدمات الكاملة</a:t>
            </a:r>
            <a:r>
              <a:rPr lang="ar" sz="1800" dirty="0"/>
              <a:t> </a:t>
            </a:r>
            <a:r>
              <a:rPr lang="ar" sz="1800" dirty="0">
                <a:effectLst/>
              </a:rPr>
              <a:t>اعتمادًا على حجمها ونوعها.</a:t>
            </a:r>
          </a:p>
          <a:p>
            <a:pPr rtl="1">
              <a:lnSpc>
                <a:spcPct val="90000"/>
              </a:lnSpc>
            </a:pPr>
            <a:r>
              <a:rPr lang="ar" sz="1800" dirty="0">
                <a:effectLst/>
              </a:rPr>
              <a:t>الفعاليات بما في ذلك الاجتماعات والمؤتمرات، يمكن أن تحتوي على جميع خدمات عمليات </a:t>
            </a:r>
            <a:r>
              <a:rPr lang="ar" sz="1800" dirty="0"/>
              <a:t>الإقامة</a:t>
            </a:r>
            <a:r>
              <a:rPr lang="ar" sz="1800" dirty="0">
                <a:effectLst/>
              </a:rPr>
              <a:t>، اعتمادًا على حجم ونطاق العمل.</a:t>
            </a:r>
          </a:p>
          <a:p>
            <a:pPr marL="0" indent="0" rtl="1">
              <a:lnSpc>
                <a:spcPct val="90000"/>
              </a:lnSpc>
              <a:buNone/>
            </a:pPr>
            <a:endParaRPr lang="en-GB" altLang="en-US" sz="1500" dirty="0"/>
          </a:p>
          <a:p>
            <a:pPr marL="0" indent="0" rtl="1">
              <a:lnSpc>
                <a:spcPct val="90000"/>
              </a:lnSpc>
              <a:buNone/>
            </a:pPr>
            <a:r>
              <a:rPr lang="ar" sz="1700" b="1" dirty="0"/>
              <a:t>سؤال:</a:t>
            </a:r>
            <a:r>
              <a:rPr lang="ar" sz="1700" dirty="0"/>
              <a:t> في رأيك، ما أهمية الحفاظ على نظافة وصيانة صالة الفندق، كما تظهر في الصورة، لإرضاء الضيوف؟</a:t>
            </a:r>
          </a:p>
          <a:p>
            <a:pPr indent="0" rtl="1">
              <a:lnSpc>
                <a:spcPct val="90000"/>
              </a:lnSpc>
            </a:pPr>
            <a:endParaRPr lang="en-GB" altLang="en-US" sz="1500" dirty="0"/>
          </a:p>
          <a:p>
            <a:pPr marL="685800" rtl="1">
              <a:lnSpc>
                <a:spcPct val="90000"/>
              </a:lnSpc>
            </a:pPr>
            <a:endParaRPr lang="en-GB" altLang="en-US" sz="1500" dirty="0"/>
          </a:p>
        </p:txBody>
      </p:sp>
      <p:pic>
        <p:nvPicPr>
          <p:cNvPr id="4" name="Picture 3" descr="A room with chairs and tables">
            <a:extLst>
              <a:ext uri="{FF2B5EF4-FFF2-40B4-BE49-F238E27FC236}">
                <a16:creationId xmlns:a16="http://schemas.microsoft.com/office/drawing/2014/main" id="{B03A2C88-21B7-59E7-0219-9BE024356AD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82"/>
          <a:stretch/>
        </p:blipFill>
        <p:spPr>
          <a:xfrm>
            <a:off x="4673315" y="2564904"/>
            <a:ext cx="4030962" cy="3312368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BD7117A-AB6D-1399-0CC8-D7920A3FF051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0482005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2FAA2-7B31-BAD4-85A9-F72311721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22E0B9A7-3DE9-58C4-7EDC-003364E6052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30" y="2096852"/>
            <a:ext cx="8352827" cy="45725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sz="2600" dirty="0">
                <a:effectLst/>
              </a:rPr>
              <a:t>يتحمل الموظفون العاملون في عمليات الإقامة المسؤولية عن المرافق التي يستخدمها الضيوف في منشآت الضيافة. ويقوم الفريق بالحفاظ على نظافة المرافق وصيانتها جيدًا.</a:t>
            </a:r>
          </a:p>
          <a:p>
            <a:pPr marL="0" indent="0" rtl="1">
              <a:buNone/>
            </a:pPr>
            <a:endParaRPr lang="en-GB" dirty="0"/>
          </a:p>
          <a:p>
            <a:pPr marL="0" indent="0" rtl="1">
              <a:buNone/>
            </a:pPr>
            <a:r>
              <a:rPr lang="ar" sz="2600" dirty="0"/>
              <a:t>تشمل هذه المرافق</a:t>
            </a:r>
            <a:r>
              <a:rPr lang="ar" sz="2600" dirty="0">
                <a:effectLst/>
              </a:rPr>
              <a:t> ما يأتي:</a:t>
            </a:r>
          </a:p>
          <a:p>
            <a:pPr rtl="1"/>
            <a:r>
              <a:rPr lang="ar" sz="2600" dirty="0">
                <a:effectLst/>
              </a:rPr>
              <a:t>غرف المؤتمرات</a:t>
            </a:r>
          </a:p>
          <a:p>
            <a:pPr rtl="1"/>
            <a:r>
              <a:rPr lang="ar" sz="2600" dirty="0">
                <a:effectLst/>
              </a:rPr>
              <a:t>المطعم</a:t>
            </a:r>
            <a:endParaRPr lang="en-GB" sz="2600" dirty="0"/>
          </a:p>
          <a:p>
            <a:pPr rtl="1"/>
            <a:r>
              <a:rPr lang="ar" sz="2600" dirty="0">
                <a:effectLst/>
              </a:rPr>
              <a:t>الاستقبال</a:t>
            </a:r>
          </a:p>
          <a:p>
            <a:pPr rtl="1"/>
            <a:r>
              <a:rPr lang="ar" sz="2600" dirty="0">
                <a:effectLst/>
              </a:rPr>
              <a:t>منطقة تقديم المشروبات</a:t>
            </a:r>
            <a:endParaRPr lang="en-GB" sz="2600" dirty="0"/>
          </a:p>
          <a:p>
            <a:pPr rtl="1"/>
            <a:endParaRPr lang="en-GB" altLang="en-US" dirty="0"/>
          </a:p>
          <a:p>
            <a:pPr marL="685800" rtl="1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6B13B284-A67A-C82B-8E59-0BFBE7FD1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مرافق الضيوف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477364-5FE1-8F78-F163-EE6F264CB2FC}"/>
              </a:ext>
            </a:extLst>
          </p:cNvPr>
          <p:cNvSpPr txBox="1"/>
          <p:nvPr/>
        </p:nvSpPr>
        <p:spPr>
          <a:xfrm>
            <a:off x="844407" y="3997886"/>
            <a:ext cx="2664296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buNone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هل يمكنك أن تفكر في أي مرافق أخرى في منشأة الضيافة والتي تحتاج إلى خدمات قسم الإقامة؟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C9C4BD4-D4B8-5125-4F3D-E84EBC409A1D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86746066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0D615-248A-3B15-7C82-2263EE345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48BD1F6-1D9C-39F5-82A2-4FE4F0A6C4A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20178" y="1922984"/>
            <a:ext cx="3635798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sz="2600" dirty="0"/>
              <a:t>يختلف هيكل عمليات الإقامة تبعًا لاختلاف حجم هذه العمليات ونطاقها، ويوضح الرسم البياني مثالاً على هيكل إعداد التقارير.</a:t>
            </a:r>
            <a:endParaRPr lang="en-GB" sz="2600" dirty="0">
              <a:effectLst/>
            </a:endParaRP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algn="ctr" rtl="1">
              <a:buNone/>
            </a:pPr>
            <a:endParaRPr lang="en-GB" altLang="en-US" dirty="0"/>
          </a:p>
          <a:p>
            <a:pPr marL="685800" rtl="1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03DFFC42-B36A-4827-2A6E-40330ECC3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الهيكل</a:t>
            </a:r>
            <a:r>
              <a:rPr lang="ar" sz="3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CF14F-CA87-966B-AD26-1B7CE3C1A120}"/>
              </a:ext>
            </a:extLst>
          </p:cNvPr>
          <p:cNvSpPr txBox="1"/>
          <p:nvPr/>
        </p:nvSpPr>
        <p:spPr>
          <a:xfrm>
            <a:off x="432048" y="4746476"/>
            <a:ext cx="3923928" cy="1323439"/>
          </a:xfrm>
          <a:prstGeom prst="rect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 rtlCol="1">
            <a:spAutoFit/>
          </a:bodyPr>
          <a:lstStyle/>
          <a:p>
            <a:pPr rtl="1"/>
            <a:r>
              <a:rPr lang="ar" sz="2000" b="1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أنماط الورديات</a:t>
            </a: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هي سمة أخرى من سمات هيكل شركات الضيافة،</a:t>
            </a:r>
          </a:p>
          <a:p>
            <a:pPr rtl="1"/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إذ غالبًا ما تُقسم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الورديات إلى فترات زمنية، مثل فترات النهار أو المساء أو عطلات نهاية الأسبوع.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4B73457-5D47-B8D4-240F-BE49747550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7006200"/>
              </p:ext>
            </p:extLst>
          </p:nvPr>
        </p:nvGraphicFramePr>
        <p:xfrm>
          <a:off x="5893431" y="1221007"/>
          <a:ext cx="5409321" cy="54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F8E76E6-5557-3DC4-C701-A7058EC6D8A7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99503334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DC673-80BD-C128-D6B5-4C2C0407C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F09A7DE5-D311-AB8C-AE23-677B49B07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6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دور عمليات الإقامة (1) 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EE02A96A-E50A-3470-9F27-609A461FB12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sz="2600" dirty="0">
                <a:effectLst/>
              </a:rPr>
              <a:t>هناك مجموعة متنوعة من الأدوار التي يقوم بها أعضاء الفريق في عمليات الإقامة مثل:</a:t>
            </a:r>
          </a:p>
          <a:p>
            <a:pPr rtl="1"/>
            <a:r>
              <a:rPr lang="ar" sz="2600" dirty="0">
                <a:effectLst/>
              </a:rPr>
              <a:t>خدمة غرف النوم والحمامات والأماكن العامة</a:t>
            </a:r>
          </a:p>
          <a:p>
            <a:pPr rtl="1"/>
            <a:r>
              <a:rPr lang="ar" sz="2600" dirty="0">
                <a:effectLst/>
              </a:rPr>
              <a:t>أنواع مختلفة من التنظيف (التنظيف العميق أو اليومي)</a:t>
            </a:r>
            <a:endParaRPr lang="en-GB" sz="2600" dirty="0"/>
          </a:p>
          <a:p>
            <a:pPr rtl="1"/>
            <a:r>
              <a:rPr lang="ar" sz="2600" dirty="0">
                <a:effectLst/>
              </a:rPr>
              <a:t>أنظمة التنظيف</a:t>
            </a:r>
            <a:endParaRPr lang="en-GB" sz="2600" dirty="0"/>
          </a:p>
          <a:p>
            <a:pPr rtl="1"/>
            <a:endParaRPr lang="en-GB" altLang="en-US" dirty="0"/>
          </a:p>
        </p:txBody>
      </p:sp>
      <p:pic>
        <p:nvPicPr>
          <p:cNvPr id="4" name="Picture 3" descr="A maid folding a bed">
            <a:extLst>
              <a:ext uri="{FF2B5EF4-FFF2-40B4-BE49-F238E27FC236}">
                <a16:creationId xmlns:a16="http://schemas.microsoft.com/office/drawing/2014/main" id="{DAB75EA9-6535-F81E-1DB2-3F1648963D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7" r="24309"/>
          <a:stretch/>
        </p:blipFill>
        <p:spPr>
          <a:xfrm>
            <a:off x="339817" y="2348880"/>
            <a:ext cx="4144825" cy="4024100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DCEC289-F19A-F50F-DAA9-B3DE713E9BED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35998514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3FF74-3C61-2BE2-9891-B3274AD58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5CC80F06-8451-97DA-37DE-0EBDC1A8B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877404"/>
            <a:ext cx="8435279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6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دور عمليات الإقامة (2)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432663-09C2-4DEC-22A4-F9E3E0320B8D}"/>
              </a:ext>
            </a:extLst>
          </p:cNvPr>
          <p:cNvSpPr txBox="1"/>
          <p:nvPr/>
        </p:nvSpPr>
        <p:spPr bwMode="auto">
          <a:xfrm>
            <a:off x="6732240" y="2226761"/>
            <a:ext cx="2160240" cy="17783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spcBef>
                <a:spcPct val="20000"/>
              </a:spcBef>
            </a:pPr>
            <a:r>
              <a:rPr lang="ar" sz="2200" dirty="0">
                <a:effectLst/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الأدوار الوظيفية في عمليات الإقامة، تابع: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08B0755-DF2F-D4A1-2A72-098A5D10DB10}"/>
              </a:ext>
            </a:extLst>
          </p:cNvPr>
          <p:cNvSpPr/>
          <p:nvPr/>
        </p:nvSpPr>
        <p:spPr>
          <a:xfrm>
            <a:off x="457199" y="2134453"/>
            <a:ext cx="5987009" cy="809377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5" name="Rectangle 4" descr="Bug spray">
            <a:extLst>
              <a:ext uri="{FF2B5EF4-FFF2-40B4-BE49-F238E27FC236}">
                <a16:creationId xmlns:a16="http://schemas.microsoft.com/office/drawing/2014/main" id="{58120815-7DDF-A2A8-C7BF-DD46DEA11569}"/>
              </a:ext>
            </a:extLst>
          </p:cNvPr>
          <p:cNvSpPr/>
          <p:nvPr/>
        </p:nvSpPr>
        <p:spPr>
          <a:xfrm>
            <a:off x="5808526" y="2316563"/>
            <a:ext cx="445157" cy="445157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C75FD62-72B8-73B0-0682-E69CBBFAA5F1}"/>
              </a:ext>
            </a:extLst>
          </p:cNvPr>
          <p:cNvSpPr/>
          <p:nvPr/>
        </p:nvSpPr>
        <p:spPr>
          <a:xfrm>
            <a:off x="2283158" y="2134453"/>
            <a:ext cx="3269920" cy="809377"/>
          </a:xfrm>
          <a:custGeom>
            <a:avLst/>
            <a:gdLst>
              <a:gd name="connsiteX0" fmla="*/ 0 w 3269920"/>
              <a:gd name="connsiteY0" fmla="*/ 0 h 809377"/>
              <a:gd name="connsiteX1" fmla="*/ 3269920 w 3269920"/>
              <a:gd name="connsiteY1" fmla="*/ 0 h 809377"/>
              <a:gd name="connsiteX2" fmla="*/ 3269920 w 3269920"/>
              <a:gd name="connsiteY2" fmla="*/ 809377 h 809377"/>
              <a:gd name="connsiteX3" fmla="*/ 0 w 3269920"/>
              <a:gd name="connsiteY3" fmla="*/ 809377 h 809377"/>
              <a:gd name="connsiteX4" fmla="*/ 0 w 3269920"/>
              <a:gd name="connsiteY4" fmla="*/ 0 h 80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9920" h="809377">
                <a:moveTo>
                  <a:pt x="0" y="0"/>
                </a:moveTo>
                <a:lnTo>
                  <a:pt x="3269920" y="0"/>
                </a:lnTo>
                <a:lnTo>
                  <a:pt x="3269920" y="809377"/>
                </a:lnTo>
                <a:lnTo>
                  <a:pt x="0" y="8093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659" tIns="85659" rIns="85659" bIns="85659" numCol="1" spcCol="1270" rtlCol="1" anchor="ctr" anchorCtr="0">
            <a:noAutofit/>
          </a:bodyPr>
          <a:lstStyle/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التعامل مع الإصابة بالآفات</a:t>
            </a:r>
          </a:p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طرق المكافحة</a:t>
            </a:r>
            <a:endParaRPr lang="en-US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1A8EDE-5D19-5ED5-F632-206B2C85B99D}"/>
              </a:ext>
            </a:extLst>
          </p:cNvPr>
          <p:cNvSpPr/>
          <p:nvPr/>
        </p:nvSpPr>
        <p:spPr>
          <a:xfrm>
            <a:off x="457199" y="3146176"/>
            <a:ext cx="5987009" cy="809377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8" name="Rectangle 7" descr="Firefighter">
            <a:extLst>
              <a:ext uri="{FF2B5EF4-FFF2-40B4-BE49-F238E27FC236}">
                <a16:creationId xmlns:a16="http://schemas.microsoft.com/office/drawing/2014/main" id="{C37E1226-AFB4-77ED-D057-88F02997C33B}"/>
              </a:ext>
            </a:extLst>
          </p:cNvPr>
          <p:cNvSpPr/>
          <p:nvPr/>
        </p:nvSpPr>
        <p:spPr>
          <a:xfrm>
            <a:off x="5808530" y="3328286"/>
            <a:ext cx="445157" cy="445157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ECE61AD-0CA4-2229-6E39-CD99F9BA2944}"/>
              </a:ext>
            </a:extLst>
          </p:cNvPr>
          <p:cNvSpPr/>
          <p:nvPr/>
        </p:nvSpPr>
        <p:spPr>
          <a:xfrm>
            <a:off x="2266941" y="3146176"/>
            <a:ext cx="3302355" cy="809377"/>
          </a:xfrm>
          <a:custGeom>
            <a:avLst/>
            <a:gdLst>
              <a:gd name="connsiteX0" fmla="*/ 0 w 3302355"/>
              <a:gd name="connsiteY0" fmla="*/ 0 h 809377"/>
              <a:gd name="connsiteX1" fmla="*/ 3302355 w 3302355"/>
              <a:gd name="connsiteY1" fmla="*/ 0 h 809377"/>
              <a:gd name="connsiteX2" fmla="*/ 3302355 w 3302355"/>
              <a:gd name="connsiteY2" fmla="*/ 809377 h 809377"/>
              <a:gd name="connsiteX3" fmla="*/ 0 w 3302355"/>
              <a:gd name="connsiteY3" fmla="*/ 809377 h 809377"/>
              <a:gd name="connsiteX4" fmla="*/ 0 w 3302355"/>
              <a:gd name="connsiteY4" fmla="*/ 0 h 80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2355" h="809377">
                <a:moveTo>
                  <a:pt x="0" y="0"/>
                </a:moveTo>
                <a:lnTo>
                  <a:pt x="3302355" y="0"/>
                </a:lnTo>
                <a:lnTo>
                  <a:pt x="3302355" y="809377"/>
                </a:lnTo>
                <a:lnTo>
                  <a:pt x="0" y="8093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659" tIns="85659" rIns="85659" bIns="85659" numCol="1" spcCol="1270" rtlCol="1" anchor="ctr" anchorCtr="0">
            <a:noAutofit/>
          </a:bodyPr>
          <a:lstStyle/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الصيانة </a:t>
            </a:r>
          </a:p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(مخططة، وقائية، طارئة)</a:t>
            </a:r>
            <a:endParaRPr lang="en-US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90DCAF-3EB4-EC4F-4B9B-9377595B2FD5}"/>
              </a:ext>
            </a:extLst>
          </p:cNvPr>
          <p:cNvSpPr/>
          <p:nvPr/>
        </p:nvSpPr>
        <p:spPr>
          <a:xfrm>
            <a:off x="457199" y="4157898"/>
            <a:ext cx="5987009" cy="809377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11" name="Rectangle 10" descr="CheckList">
            <a:extLst>
              <a:ext uri="{FF2B5EF4-FFF2-40B4-BE49-F238E27FC236}">
                <a16:creationId xmlns:a16="http://schemas.microsoft.com/office/drawing/2014/main" id="{6AF7F183-3C91-638A-9650-AE8CD642F203}"/>
              </a:ext>
            </a:extLst>
          </p:cNvPr>
          <p:cNvSpPr/>
          <p:nvPr/>
        </p:nvSpPr>
        <p:spPr>
          <a:xfrm>
            <a:off x="5789486" y="4340008"/>
            <a:ext cx="445157" cy="445157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FA2A8C-05B6-4F2A-A4FE-F95F526A8733}"/>
              </a:ext>
            </a:extLst>
          </p:cNvPr>
          <p:cNvSpPr/>
          <p:nvPr/>
        </p:nvSpPr>
        <p:spPr>
          <a:xfrm>
            <a:off x="2286013" y="4157898"/>
            <a:ext cx="3264211" cy="809377"/>
          </a:xfrm>
          <a:custGeom>
            <a:avLst/>
            <a:gdLst>
              <a:gd name="connsiteX0" fmla="*/ 0 w 3264211"/>
              <a:gd name="connsiteY0" fmla="*/ 0 h 809377"/>
              <a:gd name="connsiteX1" fmla="*/ 3264211 w 3264211"/>
              <a:gd name="connsiteY1" fmla="*/ 0 h 809377"/>
              <a:gd name="connsiteX2" fmla="*/ 3264211 w 3264211"/>
              <a:gd name="connsiteY2" fmla="*/ 809377 h 809377"/>
              <a:gd name="connsiteX3" fmla="*/ 0 w 3264211"/>
              <a:gd name="connsiteY3" fmla="*/ 809377 h 809377"/>
              <a:gd name="connsiteX4" fmla="*/ 0 w 3264211"/>
              <a:gd name="connsiteY4" fmla="*/ 0 h 80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211" h="809377">
                <a:moveTo>
                  <a:pt x="0" y="0"/>
                </a:moveTo>
                <a:lnTo>
                  <a:pt x="3264211" y="0"/>
                </a:lnTo>
                <a:lnTo>
                  <a:pt x="3264211" y="809377"/>
                </a:lnTo>
                <a:lnTo>
                  <a:pt x="0" y="8093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659" tIns="85659" rIns="85659" bIns="85659" numCol="1" spcCol="1270" rtlCol="1" anchor="ctr" anchorCtr="0">
            <a:noAutofit/>
          </a:bodyPr>
          <a:lstStyle/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الاحتفاظ بالسجلات</a:t>
            </a:r>
            <a:endParaRPr lang="en-US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497BDA-835F-282B-8E9C-310C0B6503BD}"/>
              </a:ext>
            </a:extLst>
          </p:cNvPr>
          <p:cNvSpPr/>
          <p:nvPr/>
        </p:nvSpPr>
        <p:spPr>
          <a:xfrm>
            <a:off x="457199" y="5169621"/>
            <a:ext cx="5987009" cy="809377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14" name="Rectangle 13" descr="Chat">
            <a:extLst>
              <a:ext uri="{FF2B5EF4-FFF2-40B4-BE49-F238E27FC236}">
                <a16:creationId xmlns:a16="http://schemas.microsoft.com/office/drawing/2014/main" id="{FD351E6E-D9FD-13DF-0CAD-A64EAAC06246}"/>
              </a:ext>
            </a:extLst>
          </p:cNvPr>
          <p:cNvSpPr/>
          <p:nvPr/>
        </p:nvSpPr>
        <p:spPr>
          <a:xfrm>
            <a:off x="5779969" y="5351731"/>
            <a:ext cx="445157" cy="445157"/>
          </a:xfrm>
          <a:prstGeom prst="rect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0631CD4-D826-A3FE-B7F9-DDB91FB19B9F}"/>
              </a:ext>
            </a:extLst>
          </p:cNvPr>
          <p:cNvSpPr/>
          <p:nvPr/>
        </p:nvSpPr>
        <p:spPr>
          <a:xfrm>
            <a:off x="2333630" y="5169621"/>
            <a:ext cx="3168978" cy="809377"/>
          </a:xfrm>
          <a:custGeom>
            <a:avLst/>
            <a:gdLst>
              <a:gd name="connsiteX0" fmla="*/ 0 w 3168978"/>
              <a:gd name="connsiteY0" fmla="*/ 0 h 809377"/>
              <a:gd name="connsiteX1" fmla="*/ 3168978 w 3168978"/>
              <a:gd name="connsiteY1" fmla="*/ 0 h 809377"/>
              <a:gd name="connsiteX2" fmla="*/ 3168978 w 3168978"/>
              <a:gd name="connsiteY2" fmla="*/ 809377 h 809377"/>
              <a:gd name="connsiteX3" fmla="*/ 0 w 3168978"/>
              <a:gd name="connsiteY3" fmla="*/ 809377 h 809377"/>
              <a:gd name="connsiteX4" fmla="*/ 0 w 3168978"/>
              <a:gd name="connsiteY4" fmla="*/ 0 h 80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8978" h="809377">
                <a:moveTo>
                  <a:pt x="0" y="0"/>
                </a:moveTo>
                <a:lnTo>
                  <a:pt x="3168978" y="0"/>
                </a:lnTo>
                <a:lnTo>
                  <a:pt x="3168978" y="809377"/>
                </a:lnTo>
                <a:lnTo>
                  <a:pt x="0" y="8093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659" tIns="85659" rIns="85659" bIns="85659" numCol="1" spcCol="1270" rtlCol="1" anchor="ctr" anchorCtr="0">
            <a:noAutofit/>
          </a:bodyPr>
          <a:lstStyle/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الاتصالات بين الأقسام</a:t>
            </a:r>
            <a:endParaRPr lang="en-US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57DECF0-A8D9-4FCA-B483-51FD5945BB8C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1512522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55721-A78B-2411-3A89-25D72C2E3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652C5658-5CB6-2E8C-A282-BDD30CD2DA9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148064" y="4869160"/>
            <a:ext cx="3600400" cy="923330"/>
          </a:xfrm>
          <a:noFill/>
          <a:ln w="38100">
            <a:solidFill>
              <a:schemeClr val="accent2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sz="2000" b="1" dirty="0">
                <a:effectLst/>
              </a:rPr>
              <a:t>سؤال: </a:t>
            </a:r>
            <a:r>
              <a:rPr lang="ar" sz="2000" dirty="0">
                <a:effectLst/>
              </a:rPr>
              <a:t>هل يمكنك أن تفكر في مسؤوليات هذه الأدوار الوظيفية؟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069B938-923D-8917-EB5C-CB5D22BF6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الأدوار الوظيفية والمسؤوليات في عمليات الإقامة (1) 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2F06242-D7C0-5CBD-BCD0-D00FB0CD14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7877276"/>
              </p:ext>
            </p:extLst>
          </p:nvPr>
        </p:nvGraphicFramePr>
        <p:xfrm>
          <a:off x="-1121649" y="2022426"/>
          <a:ext cx="7608168" cy="4437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CB65F04-B2AC-FE9B-9B6D-846103B9F356}"/>
              </a:ext>
            </a:extLst>
          </p:cNvPr>
          <p:cNvSpPr txBox="1"/>
          <p:nvPr/>
        </p:nvSpPr>
        <p:spPr>
          <a:xfrm>
            <a:off x="4059224" y="2355267"/>
            <a:ext cx="4833256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ترتبط مجموعة من الأدوار الوظيفية في قطاع الضيافة بعمليات الإقامة. 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33B444-C040-AC96-7F2A-E2BB20222BB8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8039617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CEF5C-B093-886E-1A50-B7031ED8B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EDF75B64-2780-1866-0100-7592C167A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59958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0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الأدوار الوظيفية والمسؤوليات في عمليات الإقامة (2) </a:t>
            </a:r>
          </a:p>
        </p:txBody>
      </p:sp>
      <p:graphicFrame>
        <p:nvGraphicFramePr>
          <p:cNvPr id="34827" name="Content Placeholder 3">
            <a:extLst>
              <a:ext uri="{FF2B5EF4-FFF2-40B4-BE49-F238E27FC236}">
                <a16:creationId xmlns:a16="http://schemas.microsoft.com/office/drawing/2014/main" id="{D288426D-61DF-90D4-72B6-E9C5DDDCD961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639417915"/>
              </p:ext>
            </p:extLst>
          </p:nvPr>
        </p:nvGraphicFramePr>
        <p:xfrm>
          <a:off x="0" y="2483385"/>
          <a:ext cx="9133452" cy="39212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3FD1A67-1566-7F7B-C82B-A6DDC199A120}"/>
              </a:ext>
            </a:extLst>
          </p:cNvPr>
          <p:cNvSpPr txBox="1"/>
          <p:nvPr/>
        </p:nvSpPr>
        <p:spPr>
          <a:xfrm>
            <a:off x="734888" y="2059199"/>
            <a:ext cx="82296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0" rtl="1"/>
            <a:r>
              <a:rPr lang="ar" sz="20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إليكم بعض الأمثلة لبعض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الأدوار الوظيفية الشائعة ومسؤولياتها.</a:t>
            </a:r>
            <a:endParaRPr lang="en-US" sz="20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4A821FA-6D38-F9D3-C129-097BF51BFE58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40575171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0FF62-428B-2374-CF8D-34377FCA6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2DAB6299-98EA-A81E-B3EE-4D3729095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9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وثائق خدمات النظافة (1) </a:t>
            </a:r>
          </a:p>
        </p:txBody>
      </p:sp>
      <p:graphicFrame>
        <p:nvGraphicFramePr>
          <p:cNvPr id="34828" name="Table Placeholder 2">
            <a:extLst>
              <a:ext uri="{FF2B5EF4-FFF2-40B4-BE49-F238E27FC236}">
                <a16:creationId xmlns:a16="http://schemas.microsoft.com/office/drawing/2014/main" id="{BD0515C1-769A-6985-1CA5-C78B0C76C0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6308316"/>
              </p:ext>
            </p:extLst>
          </p:nvPr>
        </p:nvGraphicFramePr>
        <p:xfrm>
          <a:off x="251520" y="2196000"/>
          <a:ext cx="8640960" cy="4257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2181869-2706-617F-496B-C006885600AE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3405637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584CB-547C-2E89-E162-670FDEC7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1B38040F-0896-D10B-03C2-58C6CFB4D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9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وثائق خدمات النظافة (2) 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A292496D-05FC-76CC-3134-13D5A6FE507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771494" y="2276871"/>
            <a:ext cx="5048978" cy="3695511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lvl="0" rtl="1"/>
            <a:r>
              <a:rPr lang="ar" sz="2200" b="1" dirty="0">
                <a:solidFill>
                  <a:schemeClr val="tx1"/>
                </a:solidFill>
              </a:rPr>
              <a:t>تقارير مراقبة المخزون</a:t>
            </a:r>
            <a:endParaRPr lang="en-US" sz="2200" b="1" dirty="0">
              <a:solidFill>
                <a:schemeClr val="tx1"/>
              </a:solidFill>
            </a:endParaRPr>
          </a:p>
          <a:p>
            <a:pPr lvl="1" rtl="1"/>
            <a:r>
              <a:rPr lang="ar" sz="2200" dirty="0">
                <a:solidFill>
                  <a:schemeClr val="tx1"/>
                </a:solidFill>
              </a:rPr>
              <a:t>تسجيل كمية المخزون المستخدمة مثل المناشف أو مستلزمات النظافة</a:t>
            </a:r>
            <a:endParaRPr lang="en-US" sz="2200" dirty="0"/>
          </a:p>
          <a:p>
            <a:pPr rtl="1"/>
            <a:r>
              <a:rPr lang="ar" sz="2200" b="1" dirty="0">
                <a:effectLst/>
              </a:rPr>
              <a:t>قوائم الطلبات </a:t>
            </a:r>
          </a:p>
          <a:p>
            <a:pPr lvl="1" rtl="1"/>
            <a:r>
              <a:rPr lang="ar" sz="2200" dirty="0">
                <a:effectLst/>
              </a:rPr>
              <a:t>طلب المزيد من المستلزمات </a:t>
            </a:r>
          </a:p>
          <a:p>
            <a:pPr rtl="1"/>
            <a:r>
              <a:rPr lang="ar" sz="2200" b="1" dirty="0">
                <a:effectLst/>
              </a:rPr>
              <a:t>استخدام مواد التنظيف</a:t>
            </a:r>
          </a:p>
          <a:p>
            <a:pPr lvl="1" rtl="1"/>
            <a:r>
              <a:rPr lang="ar" sz="2200" dirty="0">
                <a:effectLst/>
              </a:rPr>
              <a:t>تفاصيل منتجات التنظيف المستخدمة للمساعدة </a:t>
            </a:r>
            <a:br>
              <a:rPr lang="en-US" sz="2200" dirty="0">
                <a:effectLst/>
              </a:rPr>
            </a:br>
            <a:r>
              <a:rPr lang="ar" sz="2200" dirty="0">
                <a:effectLst/>
              </a:rPr>
              <a:t>في الطلب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9F34CD-533B-A91B-DDDE-D2E92F2D046C}"/>
              </a:ext>
            </a:extLst>
          </p:cNvPr>
          <p:cNvSpPr txBox="1"/>
          <p:nvPr/>
        </p:nvSpPr>
        <p:spPr>
          <a:xfrm>
            <a:off x="4173623" y="5508307"/>
            <a:ext cx="4513177" cy="707886"/>
          </a:xfrm>
          <a:prstGeom prst="rect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 rtlCol="1">
            <a:spAutoFit/>
          </a:bodyPr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كيف تساعد هذه الوثائق عمليات الإقامة على تحقيق كفاءة أكبر؟</a:t>
            </a:r>
          </a:p>
        </p:txBody>
      </p:sp>
      <p:pic>
        <p:nvPicPr>
          <p:cNvPr id="4" name="Picture 3" descr="A person holding a paper">
            <a:extLst>
              <a:ext uri="{FF2B5EF4-FFF2-40B4-BE49-F238E27FC236}">
                <a16:creationId xmlns:a16="http://schemas.microsoft.com/office/drawing/2014/main" id="{D89C3218-169A-05DC-3894-35735F13939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81" r="15542"/>
          <a:stretch/>
        </p:blipFill>
        <p:spPr>
          <a:xfrm>
            <a:off x="202839" y="2276871"/>
            <a:ext cx="3585874" cy="4163691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B219812-8266-C5BA-FB92-2E172C648C01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09040683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F5F3E-8FBA-00D3-341A-2BBBB8E9A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0448523D-217C-0F3F-61B5-408433DF1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000" b="1" dirty="0">
                <a:solidFill>
                  <a:schemeClr val="tx2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مسؤوليات المشرف في عمليات الإقامة (1)</a:t>
            </a:r>
            <a:endParaRPr lang="en-US" sz="3000" dirty="0">
              <a:solidFill>
                <a:schemeClr val="tx2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D16881-4B89-0FD5-C000-BD93C00A9053}"/>
              </a:ext>
            </a:extLst>
          </p:cNvPr>
          <p:cNvSpPr/>
          <p:nvPr/>
        </p:nvSpPr>
        <p:spPr>
          <a:xfrm>
            <a:off x="468311" y="2197609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4" name="Rectangle 3" descr="Group of People">
            <a:extLst>
              <a:ext uri="{FF2B5EF4-FFF2-40B4-BE49-F238E27FC236}">
                <a16:creationId xmlns:a16="http://schemas.microsoft.com/office/drawing/2014/main" id="{C8BB0E67-DE75-91BB-E0F3-D751EBAC749A}"/>
              </a:ext>
            </a:extLst>
          </p:cNvPr>
          <p:cNvSpPr/>
          <p:nvPr/>
        </p:nvSpPr>
        <p:spPr>
          <a:xfrm>
            <a:off x="8000322" y="2381172"/>
            <a:ext cx="448709" cy="448709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0C9557F-6CF6-6115-DF5D-439FC73F080B}"/>
              </a:ext>
            </a:extLst>
          </p:cNvPr>
          <p:cNvSpPr/>
          <p:nvPr/>
        </p:nvSpPr>
        <p:spPr>
          <a:xfrm>
            <a:off x="1868555" y="2197609"/>
            <a:ext cx="5971101" cy="815835"/>
          </a:xfrm>
          <a:custGeom>
            <a:avLst/>
            <a:gdLst>
              <a:gd name="connsiteX0" fmla="*/ 0 w 5971101"/>
              <a:gd name="connsiteY0" fmla="*/ 0 h 815835"/>
              <a:gd name="connsiteX1" fmla="*/ 5971101 w 5971101"/>
              <a:gd name="connsiteY1" fmla="*/ 0 h 815835"/>
              <a:gd name="connsiteX2" fmla="*/ 5971101 w 5971101"/>
              <a:gd name="connsiteY2" fmla="*/ 815835 h 815835"/>
              <a:gd name="connsiteX3" fmla="*/ 0 w 5971101"/>
              <a:gd name="connsiteY3" fmla="*/ 815835 h 815835"/>
              <a:gd name="connsiteX4" fmla="*/ 0 w 5971101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71101" h="815835">
                <a:moveTo>
                  <a:pt x="0" y="0"/>
                </a:moveTo>
                <a:lnTo>
                  <a:pt x="5971101" y="0"/>
                </a:lnTo>
                <a:lnTo>
                  <a:pt x="5971101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اختيار الموظفين وتوظيفهم وتدريبهم في فريق متنوع </a:t>
            </a:r>
            <a:endParaRPr lang="en-US" sz="22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F49ADE-B0C9-8C7E-6030-124079EDF467}"/>
              </a:ext>
            </a:extLst>
          </p:cNvPr>
          <p:cNvSpPr/>
          <p:nvPr/>
        </p:nvSpPr>
        <p:spPr>
          <a:xfrm>
            <a:off x="468311" y="3217403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7" name="Rectangle 6" descr="Share With Person">
            <a:extLst>
              <a:ext uri="{FF2B5EF4-FFF2-40B4-BE49-F238E27FC236}">
                <a16:creationId xmlns:a16="http://schemas.microsoft.com/office/drawing/2014/main" id="{F750A2CA-8B95-8594-6AE4-8594D7196BDD}"/>
              </a:ext>
            </a:extLst>
          </p:cNvPr>
          <p:cNvSpPr/>
          <p:nvPr/>
        </p:nvSpPr>
        <p:spPr>
          <a:xfrm>
            <a:off x="7988440" y="3400966"/>
            <a:ext cx="448709" cy="448709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22F1E6-92AD-BA91-EFED-3BEE4C98AAD3}"/>
              </a:ext>
            </a:extLst>
          </p:cNvPr>
          <p:cNvSpPr/>
          <p:nvPr/>
        </p:nvSpPr>
        <p:spPr>
          <a:xfrm>
            <a:off x="1709530" y="3217403"/>
            <a:ext cx="6151146" cy="815835"/>
          </a:xfrm>
          <a:custGeom>
            <a:avLst/>
            <a:gdLst>
              <a:gd name="connsiteX0" fmla="*/ 0 w 7265085"/>
              <a:gd name="connsiteY0" fmla="*/ 0 h 815835"/>
              <a:gd name="connsiteX1" fmla="*/ 7265085 w 7265085"/>
              <a:gd name="connsiteY1" fmla="*/ 0 h 815835"/>
              <a:gd name="connsiteX2" fmla="*/ 7265085 w 7265085"/>
              <a:gd name="connsiteY2" fmla="*/ 815835 h 815835"/>
              <a:gd name="connsiteX3" fmla="*/ 0 w 7265085"/>
              <a:gd name="connsiteY3" fmla="*/ 815835 h 815835"/>
              <a:gd name="connsiteX4" fmla="*/ 0 w 7265085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5085" h="815835">
                <a:moveTo>
                  <a:pt x="0" y="0"/>
                </a:moveTo>
                <a:lnTo>
                  <a:pt x="7265085" y="0"/>
                </a:lnTo>
                <a:lnTo>
                  <a:pt x="7265085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ضمان توافر الموظفين وإعداد جداول العمل بنظام المناوبات وجداول العمل </a:t>
            </a:r>
            <a:endParaRPr lang="en-US" sz="22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A067DA-A4F2-B71C-05C6-61A8FC137BD3}"/>
              </a:ext>
            </a:extLst>
          </p:cNvPr>
          <p:cNvSpPr/>
          <p:nvPr/>
        </p:nvSpPr>
        <p:spPr>
          <a:xfrm>
            <a:off x="468311" y="4237197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10" name="Rectangle 9" descr="CheckList">
            <a:extLst>
              <a:ext uri="{FF2B5EF4-FFF2-40B4-BE49-F238E27FC236}">
                <a16:creationId xmlns:a16="http://schemas.microsoft.com/office/drawing/2014/main" id="{437895AA-267A-C3D5-8808-A79A8E73E8F0}"/>
              </a:ext>
            </a:extLst>
          </p:cNvPr>
          <p:cNvSpPr/>
          <p:nvPr/>
        </p:nvSpPr>
        <p:spPr>
          <a:xfrm>
            <a:off x="8000466" y="4420760"/>
            <a:ext cx="448709" cy="44870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6D9B7A-9F3A-488B-25D7-41500BA94AB1}"/>
              </a:ext>
            </a:extLst>
          </p:cNvPr>
          <p:cNvSpPr/>
          <p:nvPr/>
        </p:nvSpPr>
        <p:spPr>
          <a:xfrm>
            <a:off x="1987828" y="4237197"/>
            <a:ext cx="5882789" cy="815835"/>
          </a:xfrm>
          <a:custGeom>
            <a:avLst/>
            <a:gdLst>
              <a:gd name="connsiteX0" fmla="*/ 0 w 7265085"/>
              <a:gd name="connsiteY0" fmla="*/ 0 h 815835"/>
              <a:gd name="connsiteX1" fmla="*/ 7265085 w 7265085"/>
              <a:gd name="connsiteY1" fmla="*/ 0 h 815835"/>
              <a:gd name="connsiteX2" fmla="*/ 7265085 w 7265085"/>
              <a:gd name="connsiteY2" fmla="*/ 815835 h 815835"/>
              <a:gd name="connsiteX3" fmla="*/ 0 w 7265085"/>
              <a:gd name="connsiteY3" fmla="*/ 815835 h 815835"/>
              <a:gd name="connsiteX4" fmla="*/ 0 w 7265085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5085" h="815835">
                <a:moveTo>
                  <a:pt x="0" y="0"/>
                </a:moveTo>
                <a:lnTo>
                  <a:pt x="7265085" y="0"/>
                </a:lnTo>
                <a:lnTo>
                  <a:pt x="7265085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وضع السياسات والإجراءات وتحديثها مثل سياسات الصحة والسلامة</a:t>
            </a:r>
            <a:endParaRPr lang="en-US" sz="22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A091561-5557-232D-A254-9B2D8A7544B5}"/>
              </a:ext>
            </a:extLst>
          </p:cNvPr>
          <p:cNvSpPr/>
          <p:nvPr/>
        </p:nvSpPr>
        <p:spPr>
          <a:xfrm>
            <a:off x="468311" y="5256991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13" name="Rectangle 12" descr="Register">
            <a:extLst>
              <a:ext uri="{FF2B5EF4-FFF2-40B4-BE49-F238E27FC236}">
                <a16:creationId xmlns:a16="http://schemas.microsoft.com/office/drawing/2014/main" id="{3D0DAC86-9889-19A3-88A2-89E0E340D646}"/>
              </a:ext>
            </a:extLst>
          </p:cNvPr>
          <p:cNvSpPr/>
          <p:nvPr/>
        </p:nvSpPr>
        <p:spPr>
          <a:xfrm>
            <a:off x="8020342" y="5440554"/>
            <a:ext cx="448709" cy="448709"/>
          </a:xfrm>
          <a:prstGeom prst="rect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7497649-82C1-29F6-DBB5-689F0A9E2BBB}"/>
              </a:ext>
            </a:extLst>
          </p:cNvPr>
          <p:cNvSpPr/>
          <p:nvPr/>
        </p:nvSpPr>
        <p:spPr>
          <a:xfrm>
            <a:off x="595597" y="5256991"/>
            <a:ext cx="7265085" cy="815835"/>
          </a:xfrm>
          <a:custGeom>
            <a:avLst/>
            <a:gdLst>
              <a:gd name="connsiteX0" fmla="*/ 0 w 7265085"/>
              <a:gd name="connsiteY0" fmla="*/ 0 h 815835"/>
              <a:gd name="connsiteX1" fmla="*/ 7265085 w 7265085"/>
              <a:gd name="connsiteY1" fmla="*/ 0 h 815835"/>
              <a:gd name="connsiteX2" fmla="*/ 7265085 w 7265085"/>
              <a:gd name="connsiteY2" fmla="*/ 815835 h 815835"/>
              <a:gd name="connsiteX3" fmla="*/ 0 w 7265085"/>
              <a:gd name="connsiteY3" fmla="*/ 815835 h 815835"/>
              <a:gd name="connsiteX4" fmla="*/ 0 w 7265085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5085" h="815835">
                <a:moveTo>
                  <a:pt x="0" y="0"/>
                </a:moveTo>
                <a:lnTo>
                  <a:pt x="7265085" y="0"/>
                </a:lnTo>
                <a:lnTo>
                  <a:pt x="7265085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سياسة الأمن واستكمال تقييمات المخاطر وصناديق الأمانات والتعامل مع الممتلكات المفقودة</a:t>
            </a:r>
            <a:endParaRPr lang="en-US" sz="22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395F434-6738-FF40-6618-28274D8CC9D0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12100333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262DA-2E53-5638-7B6C-DE48739E6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3AE2A467-843A-9779-5402-2EA8167B3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000" b="1" dirty="0">
                <a:solidFill>
                  <a:schemeClr val="tx2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مسؤوليات المشرف في عمليات الإقامة (2)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51E98E2-4CF2-5A1E-06FD-1F79505EC386}"/>
              </a:ext>
            </a:extLst>
          </p:cNvPr>
          <p:cNvSpPr/>
          <p:nvPr/>
        </p:nvSpPr>
        <p:spPr>
          <a:xfrm>
            <a:off x="468311" y="2197254"/>
            <a:ext cx="8207375" cy="534610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4" name="Rectangle 3" descr="Chat">
            <a:extLst>
              <a:ext uri="{FF2B5EF4-FFF2-40B4-BE49-F238E27FC236}">
                <a16:creationId xmlns:a16="http://schemas.microsoft.com/office/drawing/2014/main" id="{56EC514E-DDE4-66FD-6F91-8C079B0CF74E}"/>
              </a:ext>
            </a:extLst>
          </p:cNvPr>
          <p:cNvSpPr/>
          <p:nvPr/>
        </p:nvSpPr>
        <p:spPr>
          <a:xfrm>
            <a:off x="8193690" y="2317542"/>
            <a:ext cx="294035" cy="294035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FC3BB0E-C4DE-1458-4F35-7985C84410B0}"/>
              </a:ext>
            </a:extLst>
          </p:cNvPr>
          <p:cNvSpPr/>
          <p:nvPr/>
        </p:nvSpPr>
        <p:spPr>
          <a:xfrm>
            <a:off x="360226" y="2197254"/>
            <a:ext cx="7589899" cy="534610"/>
          </a:xfrm>
          <a:custGeom>
            <a:avLst/>
            <a:gdLst>
              <a:gd name="connsiteX0" fmla="*/ 0 w 7589899"/>
              <a:gd name="connsiteY0" fmla="*/ 0 h 534610"/>
              <a:gd name="connsiteX1" fmla="*/ 7589899 w 7589899"/>
              <a:gd name="connsiteY1" fmla="*/ 0 h 534610"/>
              <a:gd name="connsiteX2" fmla="*/ 7589899 w 7589899"/>
              <a:gd name="connsiteY2" fmla="*/ 534610 h 534610"/>
              <a:gd name="connsiteX3" fmla="*/ 0 w 7589899"/>
              <a:gd name="connsiteY3" fmla="*/ 534610 h 534610"/>
              <a:gd name="connsiteX4" fmla="*/ 0 w 7589899"/>
              <a:gd name="connsiteY4" fmla="*/ 0 h 534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89899" h="534610">
                <a:moveTo>
                  <a:pt x="0" y="0"/>
                </a:moveTo>
                <a:lnTo>
                  <a:pt x="7589899" y="0"/>
                </a:lnTo>
                <a:lnTo>
                  <a:pt x="7589899" y="534610"/>
                </a:lnTo>
                <a:lnTo>
                  <a:pt x="0" y="53461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580" tIns="56580" rIns="56580" bIns="56580" numCol="1" spcCol="1270" rtlCol="1" anchor="ctr" anchorCtr="0">
            <a:noAutofit/>
          </a:bodyPr>
          <a:lstStyle/>
          <a:p>
            <a:pPr marL="0" lvl="0" indent="0" algn="r" defTabSz="9334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1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الاتصالات بين الأقسام</a:t>
            </a:r>
            <a:endParaRPr lang="en-US" sz="21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C66659-ACCB-1D3B-F6C2-ABE1E2E07AF0}"/>
              </a:ext>
            </a:extLst>
          </p:cNvPr>
          <p:cNvSpPr/>
          <p:nvPr/>
        </p:nvSpPr>
        <p:spPr>
          <a:xfrm>
            <a:off x="468311" y="2865517"/>
            <a:ext cx="8207375" cy="534610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7" name="Rectangle 6" descr="Sleep">
            <a:extLst>
              <a:ext uri="{FF2B5EF4-FFF2-40B4-BE49-F238E27FC236}">
                <a16:creationId xmlns:a16="http://schemas.microsoft.com/office/drawing/2014/main" id="{FFACC878-BB9E-064D-B24F-E2B878CEE180}"/>
              </a:ext>
            </a:extLst>
          </p:cNvPr>
          <p:cNvSpPr/>
          <p:nvPr/>
        </p:nvSpPr>
        <p:spPr>
          <a:xfrm>
            <a:off x="8193690" y="2985805"/>
            <a:ext cx="294035" cy="294035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326C644-CCF6-2323-41FA-79077951E710}"/>
              </a:ext>
            </a:extLst>
          </p:cNvPr>
          <p:cNvSpPr/>
          <p:nvPr/>
        </p:nvSpPr>
        <p:spPr>
          <a:xfrm>
            <a:off x="360226" y="2865517"/>
            <a:ext cx="7589899" cy="534610"/>
          </a:xfrm>
          <a:custGeom>
            <a:avLst/>
            <a:gdLst>
              <a:gd name="connsiteX0" fmla="*/ 0 w 7589899"/>
              <a:gd name="connsiteY0" fmla="*/ 0 h 534610"/>
              <a:gd name="connsiteX1" fmla="*/ 7589899 w 7589899"/>
              <a:gd name="connsiteY1" fmla="*/ 0 h 534610"/>
              <a:gd name="connsiteX2" fmla="*/ 7589899 w 7589899"/>
              <a:gd name="connsiteY2" fmla="*/ 534610 h 534610"/>
              <a:gd name="connsiteX3" fmla="*/ 0 w 7589899"/>
              <a:gd name="connsiteY3" fmla="*/ 534610 h 534610"/>
              <a:gd name="connsiteX4" fmla="*/ 0 w 7589899"/>
              <a:gd name="connsiteY4" fmla="*/ 0 h 534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89899" h="534610">
                <a:moveTo>
                  <a:pt x="0" y="0"/>
                </a:moveTo>
                <a:lnTo>
                  <a:pt x="7589899" y="0"/>
                </a:lnTo>
                <a:lnTo>
                  <a:pt x="7589899" y="534610"/>
                </a:lnTo>
                <a:lnTo>
                  <a:pt x="0" y="53461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580" tIns="56580" rIns="56580" bIns="56580" numCol="1" spcCol="1270" rtlCol="1" anchor="ctr" anchorCtr="0">
            <a:noAutofit/>
          </a:bodyPr>
          <a:lstStyle/>
          <a:p>
            <a:pPr marL="0" lvl="0" indent="0" algn="r" defTabSz="9334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1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إدارة الإشغال ومنها مدى توافر الغرف </a:t>
            </a:r>
            <a:endParaRPr lang="en-US" sz="21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9963575-B6B8-EA4A-12C3-75DD76499ADB}"/>
              </a:ext>
            </a:extLst>
          </p:cNvPr>
          <p:cNvSpPr/>
          <p:nvPr/>
        </p:nvSpPr>
        <p:spPr>
          <a:xfrm>
            <a:off x="468311" y="3533781"/>
            <a:ext cx="8207375" cy="534610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10" name="Rectangle 9" descr="Meeting">
            <a:extLst>
              <a:ext uri="{FF2B5EF4-FFF2-40B4-BE49-F238E27FC236}">
                <a16:creationId xmlns:a16="http://schemas.microsoft.com/office/drawing/2014/main" id="{799C1678-A1F5-D739-91C1-B7D684AA6EB7}"/>
              </a:ext>
            </a:extLst>
          </p:cNvPr>
          <p:cNvSpPr/>
          <p:nvPr/>
        </p:nvSpPr>
        <p:spPr>
          <a:xfrm>
            <a:off x="8193690" y="3654068"/>
            <a:ext cx="294035" cy="294035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3A01562-EC11-C5E8-C0D6-72EBBA5CAF81}"/>
              </a:ext>
            </a:extLst>
          </p:cNvPr>
          <p:cNvSpPr/>
          <p:nvPr/>
        </p:nvSpPr>
        <p:spPr>
          <a:xfrm>
            <a:off x="360226" y="3533781"/>
            <a:ext cx="7589899" cy="534610"/>
          </a:xfrm>
          <a:custGeom>
            <a:avLst/>
            <a:gdLst>
              <a:gd name="connsiteX0" fmla="*/ 0 w 7589899"/>
              <a:gd name="connsiteY0" fmla="*/ 0 h 534610"/>
              <a:gd name="connsiteX1" fmla="*/ 7589899 w 7589899"/>
              <a:gd name="connsiteY1" fmla="*/ 0 h 534610"/>
              <a:gd name="connsiteX2" fmla="*/ 7589899 w 7589899"/>
              <a:gd name="connsiteY2" fmla="*/ 534610 h 534610"/>
              <a:gd name="connsiteX3" fmla="*/ 0 w 7589899"/>
              <a:gd name="connsiteY3" fmla="*/ 534610 h 534610"/>
              <a:gd name="connsiteX4" fmla="*/ 0 w 7589899"/>
              <a:gd name="connsiteY4" fmla="*/ 0 h 534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89899" h="534610">
                <a:moveTo>
                  <a:pt x="0" y="0"/>
                </a:moveTo>
                <a:lnTo>
                  <a:pt x="7589899" y="0"/>
                </a:lnTo>
                <a:lnTo>
                  <a:pt x="7589899" y="534610"/>
                </a:lnTo>
                <a:lnTo>
                  <a:pt x="0" y="53461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580" tIns="56580" rIns="56580" bIns="56580" numCol="1" spcCol="1270" rtlCol="1" anchor="ctr" anchorCtr="0">
            <a:noAutofit/>
          </a:bodyPr>
          <a:lstStyle/>
          <a:p>
            <a:pPr marL="0" lvl="0" indent="0" algn="r" defTabSz="9334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1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توجيه الموظفين ومراقبتهم ومساعدتهم</a:t>
            </a:r>
            <a:endParaRPr lang="en-US" sz="21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12E057A-D9C6-402B-A0D2-A9A9CAA29A36}"/>
              </a:ext>
            </a:extLst>
          </p:cNvPr>
          <p:cNvSpPr/>
          <p:nvPr/>
        </p:nvSpPr>
        <p:spPr>
          <a:xfrm>
            <a:off x="468311" y="4202044"/>
            <a:ext cx="8207375" cy="534610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13" name="Rectangle 12" descr="Firefighter">
            <a:extLst>
              <a:ext uri="{FF2B5EF4-FFF2-40B4-BE49-F238E27FC236}">
                <a16:creationId xmlns:a16="http://schemas.microsoft.com/office/drawing/2014/main" id="{01B65C54-65D8-47FE-8E5B-CF89A9A57FCA}"/>
              </a:ext>
            </a:extLst>
          </p:cNvPr>
          <p:cNvSpPr/>
          <p:nvPr/>
        </p:nvSpPr>
        <p:spPr>
          <a:xfrm>
            <a:off x="8193690" y="4322331"/>
            <a:ext cx="294035" cy="294035"/>
          </a:xfrm>
          <a:prstGeom prst="rect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BE8E34-36FF-EBE9-3F7B-FB324128E1FA}"/>
              </a:ext>
            </a:extLst>
          </p:cNvPr>
          <p:cNvSpPr/>
          <p:nvPr/>
        </p:nvSpPr>
        <p:spPr>
          <a:xfrm>
            <a:off x="360226" y="4202044"/>
            <a:ext cx="7589899" cy="534610"/>
          </a:xfrm>
          <a:custGeom>
            <a:avLst/>
            <a:gdLst>
              <a:gd name="connsiteX0" fmla="*/ 0 w 7589899"/>
              <a:gd name="connsiteY0" fmla="*/ 0 h 534610"/>
              <a:gd name="connsiteX1" fmla="*/ 7589899 w 7589899"/>
              <a:gd name="connsiteY1" fmla="*/ 0 h 534610"/>
              <a:gd name="connsiteX2" fmla="*/ 7589899 w 7589899"/>
              <a:gd name="connsiteY2" fmla="*/ 534610 h 534610"/>
              <a:gd name="connsiteX3" fmla="*/ 0 w 7589899"/>
              <a:gd name="connsiteY3" fmla="*/ 534610 h 534610"/>
              <a:gd name="connsiteX4" fmla="*/ 0 w 7589899"/>
              <a:gd name="connsiteY4" fmla="*/ 0 h 534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89899" h="534610">
                <a:moveTo>
                  <a:pt x="0" y="0"/>
                </a:moveTo>
                <a:lnTo>
                  <a:pt x="7589899" y="0"/>
                </a:lnTo>
                <a:lnTo>
                  <a:pt x="7589899" y="534610"/>
                </a:lnTo>
                <a:lnTo>
                  <a:pt x="0" y="53461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580" tIns="56580" rIns="56580" bIns="56580" numCol="1" spcCol="1270" rtlCol="1" anchor="ctr" anchorCtr="0">
            <a:noAutofit/>
          </a:bodyPr>
          <a:lstStyle/>
          <a:p>
            <a:pPr marL="0" lvl="0" indent="0" algn="r" defTabSz="9334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1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الصيانة (المخططة، الوقائية، الطارئة) </a:t>
            </a:r>
            <a:endParaRPr lang="en-US" sz="21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66635DB-0F8B-864A-5225-F7028D8D33D0}"/>
              </a:ext>
            </a:extLst>
          </p:cNvPr>
          <p:cNvSpPr/>
          <p:nvPr/>
        </p:nvSpPr>
        <p:spPr>
          <a:xfrm>
            <a:off x="468311" y="4870307"/>
            <a:ext cx="8207375" cy="534610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Rectangle 15" descr="Money">
            <a:extLst>
              <a:ext uri="{FF2B5EF4-FFF2-40B4-BE49-F238E27FC236}">
                <a16:creationId xmlns:a16="http://schemas.microsoft.com/office/drawing/2014/main" id="{7AF1CD05-0C0A-D11C-9966-78E9DA391BA2}"/>
              </a:ext>
            </a:extLst>
          </p:cNvPr>
          <p:cNvSpPr/>
          <p:nvPr/>
        </p:nvSpPr>
        <p:spPr>
          <a:xfrm>
            <a:off x="8193690" y="4990594"/>
            <a:ext cx="294035" cy="294035"/>
          </a:xfrm>
          <a:prstGeom prst="rect">
            <a:avLst/>
          </a:prstGeom>
          <a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8982AEF-70B8-3401-31B0-D747B904F805}"/>
              </a:ext>
            </a:extLst>
          </p:cNvPr>
          <p:cNvSpPr/>
          <p:nvPr/>
        </p:nvSpPr>
        <p:spPr>
          <a:xfrm>
            <a:off x="360226" y="4870307"/>
            <a:ext cx="7589899" cy="534610"/>
          </a:xfrm>
          <a:custGeom>
            <a:avLst/>
            <a:gdLst>
              <a:gd name="connsiteX0" fmla="*/ 0 w 7589899"/>
              <a:gd name="connsiteY0" fmla="*/ 0 h 534610"/>
              <a:gd name="connsiteX1" fmla="*/ 7589899 w 7589899"/>
              <a:gd name="connsiteY1" fmla="*/ 0 h 534610"/>
              <a:gd name="connsiteX2" fmla="*/ 7589899 w 7589899"/>
              <a:gd name="connsiteY2" fmla="*/ 534610 h 534610"/>
              <a:gd name="connsiteX3" fmla="*/ 0 w 7589899"/>
              <a:gd name="connsiteY3" fmla="*/ 534610 h 534610"/>
              <a:gd name="connsiteX4" fmla="*/ 0 w 7589899"/>
              <a:gd name="connsiteY4" fmla="*/ 0 h 534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89899" h="534610">
                <a:moveTo>
                  <a:pt x="0" y="0"/>
                </a:moveTo>
                <a:lnTo>
                  <a:pt x="7589899" y="0"/>
                </a:lnTo>
                <a:lnTo>
                  <a:pt x="7589899" y="534610"/>
                </a:lnTo>
                <a:lnTo>
                  <a:pt x="0" y="53461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580" tIns="56580" rIns="56580" bIns="56580" numCol="1" spcCol="1270" rtlCol="1" anchor="ctr" anchorCtr="0">
            <a:noAutofit/>
          </a:bodyPr>
          <a:lstStyle/>
          <a:p>
            <a:pPr marL="0" lvl="0" indent="0" algn="r" defTabSz="9334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1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الرقابة على الميزانية </a:t>
            </a:r>
            <a:endParaRPr lang="en-US" sz="21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1AC86FC-16FB-23DC-4C7A-155AF83161C2}"/>
              </a:ext>
            </a:extLst>
          </p:cNvPr>
          <p:cNvSpPr/>
          <p:nvPr/>
        </p:nvSpPr>
        <p:spPr>
          <a:xfrm>
            <a:off x="468311" y="5538570"/>
            <a:ext cx="8207375" cy="534610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19" name="Rectangle 18" descr="Recycle">
            <a:extLst>
              <a:ext uri="{FF2B5EF4-FFF2-40B4-BE49-F238E27FC236}">
                <a16:creationId xmlns:a16="http://schemas.microsoft.com/office/drawing/2014/main" id="{D0BA8146-1C4B-FDC3-A126-DD1CFA72D951}"/>
              </a:ext>
            </a:extLst>
          </p:cNvPr>
          <p:cNvSpPr/>
          <p:nvPr/>
        </p:nvSpPr>
        <p:spPr>
          <a:xfrm>
            <a:off x="8193690" y="5658858"/>
            <a:ext cx="294035" cy="294035"/>
          </a:xfrm>
          <a:prstGeom prst="rect">
            <a:avLst/>
          </a:prstGeom>
          <a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6467595-CB89-999A-2CA7-750D31BE070A}"/>
              </a:ext>
            </a:extLst>
          </p:cNvPr>
          <p:cNvSpPr/>
          <p:nvPr/>
        </p:nvSpPr>
        <p:spPr>
          <a:xfrm>
            <a:off x="360226" y="5538570"/>
            <a:ext cx="7589899" cy="534610"/>
          </a:xfrm>
          <a:custGeom>
            <a:avLst/>
            <a:gdLst>
              <a:gd name="connsiteX0" fmla="*/ 0 w 7589899"/>
              <a:gd name="connsiteY0" fmla="*/ 0 h 534610"/>
              <a:gd name="connsiteX1" fmla="*/ 7589899 w 7589899"/>
              <a:gd name="connsiteY1" fmla="*/ 0 h 534610"/>
              <a:gd name="connsiteX2" fmla="*/ 7589899 w 7589899"/>
              <a:gd name="connsiteY2" fmla="*/ 534610 h 534610"/>
              <a:gd name="connsiteX3" fmla="*/ 0 w 7589899"/>
              <a:gd name="connsiteY3" fmla="*/ 534610 h 534610"/>
              <a:gd name="connsiteX4" fmla="*/ 0 w 7589899"/>
              <a:gd name="connsiteY4" fmla="*/ 0 h 534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89899" h="534610">
                <a:moveTo>
                  <a:pt x="0" y="0"/>
                </a:moveTo>
                <a:lnTo>
                  <a:pt x="7589899" y="0"/>
                </a:lnTo>
                <a:lnTo>
                  <a:pt x="7589899" y="534610"/>
                </a:lnTo>
                <a:lnTo>
                  <a:pt x="0" y="53461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580" tIns="56580" rIns="56580" bIns="56580" numCol="1" spcCol="1270" rtlCol="1" anchor="ctr" anchorCtr="0">
            <a:noAutofit/>
          </a:bodyPr>
          <a:lstStyle/>
          <a:p>
            <a:pPr marL="0" lvl="0" indent="0" algn="r" defTabSz="9334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1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الاستخدام الفعال والمستدام للموارد </a:t>
            </a:r>
            <a:endParaRPr lang="en-US" sz="21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F700E94-AA66-A90E-95CD-B1BF0CD7E213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6625296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F8C74-E993-BA41-786B-456E0521D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4383240C-71C1-5B91-788B-A8E2D6A06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800" b="1" dirty="0">
                <a:solidFill>
                  <a:schemeClr val="tx2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مهارات المشرف في عمليات الإقامة (1)</a:t>
            </a:r>
            <a:endParaRPr lang="en-US" sz="3800" dirty="0">
              <a:solidFill>
                <a:schemeClr val="tx2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AFD4BC-B1F0-1B6B-6CB2-157D538C52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3950637"/>
              </p:ext>
            </p:extLst>
          </p:nvPr>
        </p:nvGraphicFramePr>
        <p:xfrm>
          <a:off x="3779913" y="2196000"/>
          <a:ext cx="5184575" cy="3878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Picture 2" descr="A person in a suit holding a tablet">
            <a:extLst>
              <a:ext uri="{FF2B5EF4-FFF2-40B4-BE49-F238E27FC236}">
                <a16:creationId xmlns:a16="http://schemas.microsoft.com/office/drawing/2014/main" id="{24C24263-F4BB-C1F2-3275-4E76C99360E3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3" r="6748"/>
          <a:stretch/>
        </p:blipFill>
        <p:spPr>
          <a:xfrm>
            <a:off x="179512" y="2911082"/>
            <a:ext cx="3384376" cy="2782444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F4C763D-17EA-5036-EDB3-8312DF572F6E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97805397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92C22-60B7-1070-8932-383131779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A2060674-8F94-28B6-4E6E-2EE82ADD7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800" b="1" dirty="0">
                <a:solidFill>
                  <a:schemeClr val="tx2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مهارات المشرف في عمليات الإقامة (2)</a:t>
            </a:r>
            <a:endParaRPr lang="en-US" sz="3800" dirty="0">
              <a:solidFill>
                <a:schemeClr val="tx2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94AA9E-C325-5DE8-8D89-0785F0742A2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63644833"/>
              </p:ext>
            </p:extLst>
          </p:nvPr>
        </p:nvGraphicFramePr>
        <p:xfrm>
          <a:off x="468312" y="2195513"/>
          <a:ext cx="7991475" cy="3609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0E99A8E-F165-9552-3FE9-20FE892F3284}"/>
              </a:ext>
            </a:extLst>
          </p:cNvPr>
          <p:cNvSpPr txBox="1"/>
          <p:nvPr/>
        </p:nvSpPr>
        <p:spPr>
          <a:xfrm>
            <a:off x="1576812" y="5958079"/>
            <a:ext cx="5690982" cy="400110"/>
          </a:xfrm>
          <a:prstGeom prst="rect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 rtlCol="1">
            <a:spAutoFit/>
          </a:bodyPr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هل تعتقد أن أي من هذه المهارات أكثر أهمية من غيرها؟ وما سبب ذلك؟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6207E58-A6F7-424E-8A21-59E8DE40CDBF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07222229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1159557"/>
            <a:ext cx="8229600" cy="68259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 fontScale="90000"/>
          </a:bodyPr>
          <a:lstStyle/>
          <a:p>
            <a:pPr rtl="1">
              <a:lnSpc>
                <a:spcPct val="90000"/>
              </a:lnSpc>
            </a:pPr>
            <a:r>
              <a:rPr lang="ar" sz="2700" b="1" dirty="0"/>
              <a:t>نتاج التعلُّم ب</a:t>
            </a:r>
            <a:br>
              <a:rPr lang="en-US" altLang="en-US" sz="2800" dirty="0"/>
            </a:br>
            <a:endParaRPr lang="en-GB" altLang="en-US" sz="28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46" y="1526260"/>
            <a:ext cx="8892482" cy="8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8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القدرة على تنظيف الأماكن العامة باستخدام مواد التنظيف والمعدات والموارد والوسائل المناسبة </a:t>
            </a:r>
            <a:endParaRPr lang="en-GB" sz="2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sz="2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5062DE2E-825F-31A5-3993-61B88568EA9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19477573"/>
              </p:ext>
            </p:extLst>
          </p:nvPr>
        </p:nvGraphicFramePr>
        <p:xfrm>
          <a:off x="354419" y="3601070"/>
          <a:ext cx="8398652" cy="2790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7F8B577-8F00-2913-28C3-2354B83A12B1}"/>
              </a:ext>
            </a:extLst>
          </p:cNvPr>
          <p:cNvSpPr txBox="1"/>
          <p:nvPr/>
        </p:nvSpPr>
        <p:spPr>
          <a:xfrm>
            <a:off x="107504" y="2676979"/>
            <a:ext cx="8892482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dirty="0">
                <a:solidFill>
                  <a:srgbClr val="000000"/>
                </a:solidFill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قسم عملي يطبق </a:t>
            </a:r>
            <a:r>
              <a:rPr lang="ar" sz="2000" dirty="0"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المعرفة والمهارات التي تم تعلمها خلال الدروس حتى الآن بما يتعلق بالإشراف على </a:t>
            </a:r>
            <a:r>
              <a:rPr lang="ar" sz="2000" dirty="0"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تنظيف الأماكن العامة وتخزين الإمدادات وإجراءات كل منها</a:t>
            </a:r>
            <a:r>
              <a:rPr lang="ar" sz="2000" dirty="0"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. 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4A9A5C-2280-734B-2035-E5FA61DE2F60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95123432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000" b="1" dirty="0">
                <a:solidFill>
                  <a:schemeClr val="tx2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إجراءات التشغيل القياسية للتنظيف في الأماكن العامة (1)</a:t>
            </a:r>
            <a:endParaRPr lang="en-US" sz="3000" dirty="0">
              <a:solidFill>
                <a:schemeClr val="tx2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C68F53A-B479-5878-A6D5-F3A7C799FD24}"/>
              </a:ext>
            </a:extLst>
          </p:cNvPr>
          <p:cNvSpPr/>
          <p:nvPr/>
        </p:nvSpPr>
        <p:spPr>
          <a:xfrm>
            <a:off x="468311" y="2197609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4" name="Rectangle 3" descr="Sink">
            <a:extLst>
              <a:ext uri="{FF2B5EF4-FFF2-40B4-BE49-F238E27FC236}">
                <a16:creationId xmlns:a16="http://schemas.microsoft.com/office/drawing/2014/main" id="{D2E49569-B3FC-628B-10C8-7D977AA86B80}"/>
              </a:ext>
            </a:extLst>
          </p:cNvPr>
          <p:cNvSpPr/>
          <p:nvPr/>
        </p:nvSpPr>
        <p:spPr>
          <a:xfrm>
            <a:off x="8030284" y="2381172"/>
            <a:ext cx="448709" cy="448709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2FD86E6-12AF-F50E-423D-F3AA97EC0510}"/>
              </a:ext>
            </a:extLst>
          </p:cNvPr>
          <p:cNvSpPr/>
          <p:nvPr/>
        </p:nvSpPr>
        <p:spPr>
          <a:xfrm>
            <a:off x="506136" y="2197609"/>
            <a:ext cx="7265085" cy="815835"/>
          </a:xfrm>
          <a:custGeom>
            <a:avLst/>
            <a:gdLst>
              <a:gd name="connsiteX0" fmla="*/ 0 w 7265085"/>
              <a:gd name="connsiteY0" fmla="*/ 0 h 815835"/>
              <a:gd name="connsiteX1" fmla="*/ 7265085 w 7265085"/>
              <a:gd name="connsiteY1" fmla="*/ 0 h 815835"/>
              <a:gd name="connsiteX2" fmla="*/ 7265085 w 7265085"/>
              <a:gd name="connsiteY2" fmla="*/ 815835 h 815835"/>
              <a:gd name="connsiteX3" fmla="*/ 0 w 7265085"/>
              <a:gd name="connsiteY3" fmla="*/ 815835 h 815835"/>
              <a:gd name="connsiteX4" fmla="*/ 0 w 7265085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5085" h="815835">
                <a:moveTo>
                  <a:pt x="0" y="0"/>
                </a:moveTo>
                <a:lnTo>
                  <a:pt x="7265085" y="0"/>
                </a:lnTo>
                <a:lnTo>
                  <a:pt x="7265085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مجموعة الأماكن العامة التي تتطلب التنظيف</a:t>
            </a:r>
          </a:p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(الممرات، المطاعم)</a:t>
            </a:r>
            <a:endParaRPr lang="en-US" sz="20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6C0186-E4FA-8ECC-52FF-391BF0C4AF15}"/>
              </a:ext>
            </a:extLst>
          </p:cNvPr>
          <p:cNvSpPr/>
          <p:nvPr/>
        </p:nvSpPr>
        <p:spPr>
          <a:xfrm>
            <a:off x="468311" y="3217403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7" name="Rectangle 6" descr="Mittens">
            <a:extLst>
              <a:ext uri="{FF2B5EF4-FFF2-40B4-BE49-F238E27FC236}">
                <a16:creationId xmlns:a16="http://schemas.microsoft.com/office/drawing/2014/main" id="{66154CBD-DF19-D416-2F63-486C90960185}"/>
              </a:ext>
            </a:extLst>
          </p:cNvPr>
          <p:cNvSpPr/>
          <p:nvPr/>
        </p:nvSpPr>
        <p:spPr>
          <a:xfrm>
            <a:off x="8030284" y="3400966"/>
            <a:ext cx="448709" cy="448709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E3C46A3-9445-7079-3C7D-FF2E4089F9AF}"/>
              </a:ext>
            </a:extLst>
          </p:cNvPr>
          <p:cNvSpPr/>
          <p:nvPr/>
        </p:nvSpPr>
        <p:spPr>
          <a:xfrm>
            <a:off x="506136" y="3217403"/>
            <a:ext cx="7265085" cy="815835"/>
          </a:xfrm>
          <a:custGeom>
            <a:avLst/>
            <a:gdLst>
              <a:gd name="connsiteX0" fmla="*/ 0 w 7265085"/>
              <a:gd name="connsiteY0" fmla="*/ 0 h 815835"/>
              <a:gd name="connsiteX1" fmla="*/ 7265085 w 7265085"/>
              <a:gd name="connsiteY1" fmla="*/ 0 h 815835"/>
              <a:gd name="connsiteX2" fmla="*/ 7265085 w 7265085"/>
              <a:gd name="connsiteY2" fmla="*/ 815835 h 815835"/>
              <a:gd name="connsiteX3" fmla="*/ 0 w 7265085"/>
              <a:gd name="connsiteY3" fmla="*/ 815835 h 815835"/>
              <a:gd name="connsiteX4" fmla="*/ 0 w 7265085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5085" h="815835">
                <a:moveTo>
                  <a:pt x="0" y="0"/>
                </a:moveTo>
                <a:lnTo>
                  <a:pt x="7265085" y="0"/>
                </a:lnTo>
                <a:lnTo>
                  <a:pt x="7265085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الملابس الواقية اللازمة لتنفيذ المهام</a:t>
            </a:r>
          </a:p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(ملابس العمل، القفازات) </a:t>
            </a:r>
            <a:endParaRPr lang="en-US" sz="20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6B17FF-DFA6-8ABA-286E-D25185CC344B}"/>
              </a:ext>
            </a:extLst>
          </p:cNvPr>
          <p:cNvSpPr/>
          <p:nvPr/>
        </p:nvSpPr>
        <p:spPr>
          <a:xfrm>
            <a:off x="468311" y="4237197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10" name="Rectangle 9" descr="Mop and bucket">
            <a:extLst>
              <a:ext uri="{FF2B5EF4-FFF2-40B4-BE49-F238E27FC236}">
                <a16:creationId xmlns:a16="http://schemas.microsoft.com/office/drawing/2014/main" id="{FE7B0752-F1A2-6AA4-2B06-704980AA5682}"/>
              </a:ext>
            </a:extLst>
          </p:cNvPr>
          <p:cNvSpPr/>
          <p:nvPr/>
        </p:nvSpPr>
        <p:spPr>
          <a:xfrm>
            <a:off x="8030284" y="4420760"/>
            <a:ext cx="448709" cy="44870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8F83BE3-E768-6340-A369-2274B18CA6DA}"/>
              </a:ext>
            </a:extLst>
          </p:cNvPr>
          <p:cNvSpPr/>
          <p:nvPr/>
        </p:nvSpPr>
        <p:spPr>
          <a:xfrm>
            <a:off x="506136" y="4237197"/>
            <a:ext cx="7265085" cy="815835"/>
          </a:xfrm>
          <a:custGeom>
            <a:avLst/>
            <a:gdLst>
              <a:gd name="connsiteX0" fmla="*/ 0 w 7265085"/>
              <a:gd name="connsiteY0" fmla="*/ 0 h 815835"/>
              <a:gd name="connsiteX1" fmla="*/ 7265085 w 7265085"/>
              <a:gd name="connsiteY1" fmla="*/ 0 h 815835"/>
              <a:gd name="connsiteX2" fmla="*/ 7265085 w 7265085"/>
              <a:gd name="connsiteY2" fmla="*/ 815835 h 815835"/>
              <a:gd name="connsiteX3" fmla="*/ 0 w 7265085"/>
              <a:gd name="connsiteY3" fmla="*/ 815835 h 815835"/>
              <a:gd name="connsiteX4" fmla="*/ 0 w 7265085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5085" h="815835">
                <a:moveTo>
                  <a:pt x="0" y="0"/>
                </a:moveTo>
                <a:lnTo>
                  <a:pt x="7265085" y="0"/>
                </a:lnTo>
                <a:lnTo>
                  <a:pt x="7265085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مواد التنظيف المستخدمة في المناطق المختلفة </a:t>
            </a:r>
          </a:p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(مناشف مرمزة بالألوان) </a:t>
            </a:r>
            <a:endParaRPr lang="en-US" sz="20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D0BD9F-ECBA-7B00-F465-BD8840BFA29A}"/>
              </a:ext>
            </a:extLst>
          </p:cNvPr>
          <p:cNvSpPr/>
          <p:nvPr/>
        </p:nvSpPr>
        <p:spPr>
          <a:xfrm>
            <a:off x="468311" y="5256991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13" name="Rectangle 12" descr="Sink">
            <a:extLst>
              <a:ext uri="{FF2B5EF4-FFF2-40B4-BE49-F238E27FC236}">
                <a16:creationId xmlns:a16="http://schemas.microsoft.com/office/drawing/2014/main" id="{C9678CCC-2E73-E149-11EA-435BF35EFFCA}"/>
              </a:ext>
            </a:extLst>
          </p:cNvPr>
          <p:cNvSpPr/>
          <p:nvPr/>
        </p:nvSpPr>
        <p:spPr>
          <a:xfrm>
            <a:off x="8030284" y="5440554"/>
            <a:ext cx="448709" cy="448709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57AE74B-1C6B-37BD-D54A-05A23F32F061}"/>
              </a:ext>
            </a:extLst>
          </p:cNvPr>
          <p:cNvSpPr/>
          <p:nvPr/>
        </p:nvSpPr>
        <p:spPr>
          <a:xfrm>
            <a:off x="506136" y="5256991"/>
            <a:ext cx="7265085" cy="815835"/>
          </a:xfrm>
          <a:custGeom>
            <a:avLst/>
            <a:gdLst>
              <a:gd name="connsiteX0" fmla="*/ 0 w 7265085"/>
              <a:gd name="connsiteY0" fmla="*/ 0 h 815835"/>
              <a:gd name="connsiteX1" fmla="*/ 7265085 w 7265085"/>
              <a:gd name="connsiteY1" fmla="*/ 0 h 815835"/>
              <a:gd name="connsiteX2" fmla="*/ 7265085 w 7265085"/>
              <a:gd name="connsiteY2" fmla="*/ 815835 h 815835"/>
              <a:gd name="connsiteX3" fmla="*/ 0 w 7265085"/>
              <a:gd name="connsiteY3" fmla="*/ 815835 h 815835"/>
              <a:gd name="connsiteX4" fmla="*/ 0 w 7265085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5085" h="815835">
                <a:moveTo>
                  <a:pt x="0" y="0"/>
                </a:moveTo>
                <a:lnTo>
                  <a:pt x="7265085" y="0"/>
                </a:lnTo>
                <a:lnTo>
                  <a:pt x="7265085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خصائص معدات التنظيف</a:t>
            </a:r>
          </a:p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(المكانس الكهربائية، معدات التنظيف بالبخار) </a:t>
            </a:r>
            <a:endParaRPr lang="en-US" sz="20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19E5A95-DEAE-691D-9DB5-6440BC34DEA8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8225C-7575-EE45-BB6A-6080DDC1E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CDEB7679-91A7-09B2-7FB9-BD45D091B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000" b="1" dirty="0">
                <a:solidFill>
                  <a:schemeClr val="tx2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إجراءات التشغيل القياسية للتنظيف في الأماكن العامة (2)</a:t>
            </a:r>
            <a:endParaRPr lang="en-US" sz="3000" dirty="0">
              <a:solidFill>
                <a:schemeClr val="tx2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C0E6C725-2D89-CBA4-71D8-A21E6F14C7D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427984" y="1916832"/>
            <a:ext cx="4464496" cy="3600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90000"/>
              </a:lnSpc>
            </a:pPr>
            <a:endParaRPr lang="en-GB" sz="1700" dirty="0">
              <a:effectLst/>
            </a:endParaRPr>
          </a:p>
          <a:p>
            <a:pPr rtl="1">
              <a:lnSpc>
                <a:spcPct val="90000"/>
              </a:lnSpc>
            </a:pPr>
            <a:r>
              <a:rPr lang="ar" sz="1900" dirty="0">
                <a:effectLst/>
              </a:rPr>
              <a:t>طرق التنظيف</a:t>
            </a:r>
            <a:endParaRPr lang="en-GB" sz="1900" dirty="0"/>
          </a:p>
          <a:p>
            <a:pPr lvl="1" rt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ar" sz="1900" dirty="0">
                <a:effectLst/>
              </a:rPr>
              <a:t>التحكم بالغبار والمسح بقطعة قماش مبللة والتنظيف بالمسح والتنظيف بأقمشة من المايكروفايبر والفرك والتنظيف بالشفط والتنظيف بالمكنسة الكهربائية وتنظيف البقع </a:t>
            </a:r>
          </a:p>
          <a:p>
            <a:pPr rtl="1">
              <a:lnSpc>
                <a:spcPct val="90000"/>
              </a:lnSpc>
            </a:pPr>
            <a:r>
              <a:rPr lang="ar" sz="1900" dirty="0">
                <a:effectLst/>
              </a:rPr>
              <a:t>أنواع معدات التنظيف</a:t>
            </a:r>
            <a:endParaRPr lang="en-GB" sz="1900" dirty="0"/>
          </a:p>
          <a:p>
            <a:pPr lvl="1" rt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ar" sz="1900" dirty="0">
                <a:effectLst/>
              </a:rPr>
              <a:t>معدات مرمزة بالألوان والدلاء والأقمشة والممسحات والفرش والمكانس الكهربائية </a:t>
            </a:r>
          </a:p>
          <a:p>
            <a:pPr rtl="1">
              <a:lnSpc>
                <a:spcPct val="90000"/>
              </a:lnSpc>
            </a:pPr>
            <a:r>
              <a:rPr lang="ar" sz="1900" dirty="0">
                <a:effectLst/>
              </a:rPr>
              <a:t>مواد التنظيف</a:t>
            </a:r>
          </a:p>
          <a:p>
            <a:pPr lvl="1" rt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ar" sz="1900" dirty="0">
                <a:effectLst/>
              </a:rPr>
              <a:t>مساحيق التنظيف الخفيفة</a:t>
            </a:r>
            <a:r>
              <a:rPr lang="ar" sz="1900" dirty="0"/>
              <a:t> و</a:t>
            </a:r>
            <a:r>
              <a:rPr lang="ar" sz="1900" dirty="0">
                <a:effectLst/>
              </a:rPr>
              <a:t>منظفات الأسطح الصلبة</a:t>
            </a:r>
          </a:p>
          <a:p>
            <a:pPr marL="57150" indent="0" rtl="1">
              <a:lnSpc>
                <a:spcPct val="90000"/>
              </a:lnSpc>
              <a:buNone/>
            </a:pPr>
            <a:endParaRPr lang="en-GB" sz="1700" b="1" dirty="0"/>
          </a:p>
          <a:p>
            <a:pPr marL="57150" indent="0" rtl="1">
              <a:lnSpc>
                <a:spcPct val="90000"/>
              </a:lnSpc>
              <a:buNone/>
            </a:pPr>
            <a:endParaRPr lang="en-GB" sz="1700" b="1" dirty="0"/>
          </a:p>
          <a:p>
            <a:pPr marL="685800" rtl="1">
              <a:lnSpc>
                <a:spcPct val="90000"/>
              </a:lnSpc>
            </a:pPr>
            <a:endParaRPr lang="en-GB" altLang="en-US" sz="1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615794-6711-D5E0-36CD-1210C3FFA224}"/>
              </a:ext>
            </a:extLst>
          </p:cNvPr>
          <p:cNvSpPr txBox="1"/>
          <p:nvPr/>
        </p:nvSpPr>
        <p:spPr>
          <a:xfrm>
            <a:off x="4572000" y="5517232"/>
            <a:ext cx="4114800" cy="654025"/>
          </a:xfrm>
          <a:prstGeom prst="rect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 rtlCol="1">
            <a:spAutoFit/>
          </a:bodyPr>
          <a:lstStyle/>
          <a:p>
            <a:pPr marL="57150" indent="0" rtl="1">
              <a:lnSpc>
                <a:spcPct val="90000"/>
              </a:lnSpc>
              <a:buNone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هل يمكنك أن تفكر في أي معدات ومواد تنظيف أخرى مستخدمة؟</a:t>
            </a:r>
            <a:endParaRPr lang="en-GB" sz="2000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5" name="Picture 4" descr="A person mopping the floor&#10;&#10;Description automatically generated">
            <a:extLst>
              <a:ext uri="{FF2B5EF4-FFF2-40B4-BE49-F238E27FC236}">
                <a16:creationId xmlns:a16="http://schemas.microsoft.com/office/drawing/2014/main" id="{4B642C4F-6AA6-4E10-6F71-BD9BF6CC1F1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" t="23751" r="5735" b="3800"/>
          <a:stretch/>
        </p:blipFill>
        <p:spPr>
          <a:xfrm>
            <a:off x="674169" y="2204864"/>
            <a:ext cx="3608690" cy="4293097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F1D21D5-2B1C-D3A1-1AC9-50DC34613C4A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23901850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A2377-D4FA-FDAA-D526-AEF023C4E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E5694A5A-8F3C-30CB-8CC5-F99730163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000" b="1" dirty="0">
                <a:solidFill>
                  <a:schemeClr val="tx2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إجراءات التشغيل القياسية للتنظيف في الأماكن العامة (3)</a:t>
            </a:r>
            <a:endParaRPr lang="en-US" sz="3000" dirty="0">
              <a:solidFill>
                <a:schemeClr val="tx2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2C7AC6-4097-E21A-5A89-FCCD78DB806F}"/>
              </a:ext>
            </a:extLst>
          </p:cNvPr>
          <p:cNvGrpSpPr/>
          <p:nvPr/>
        </p:nvGrpSpPr>
        <p:grpSpPr>
          <a:xfrm>
            <a:off x="5128591" y="3220371"/>
            <a:ext cx="3456668" cy="2762014"/>
            <a:chOff x="725567" y="3220371"/>
            <a:chExt cx="3456668" cy="2762014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DD2CEB6-F4A9-A1A7-F0B0-8E9427DFDB3B}"/>
                </a:ext>
              </a:extLst>
            </p:cNvPr>
            <p:cNvGrpSpPr/>
            <p:nvPr/>
          </p:nvGrpSpPr>
          <p:grpSpPr>
            <a:xfrm>
              <a:off x="725567" y="3220371"/>
              <a:ext cx="3446728" cy="1102898"/>
              <a:chOff x="725567" y="3220371"/>
              <a:chExt cx="3446728" cy="1102898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84B0CD4-4CE7-BBE1-EC4C-4FBE4EEDB529}"/>
                  </a:ext>
                </a:extLst>
              </p:cNvPr>
              <p:cNvGrpSpPr/>
              <p:nvPr/>
            </p:nvGrpSpPr>
            <p:grpSpPr>
              <a:xfrm>
                <a:off x="3069397" y="3220371"/>
                <a:ext cx="1102898" cy="1102898"/>
                <a:chOff x="3069397" y="3220371"/>
                <a:chExt cx="1102898" cy="1102898"/>
              </a:xfrm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1F263DA7-2180-DC74-83E7-7DCE8AE260F1}"/>
                    </a:ext>
                  </a:extLst>
                </p:cNvPr>
                <p:cNvSpPr/>
                <p:nvPr/>
              </p:nvSpPr>
              <p:spPr>
                <a:xfrm>
                  <a:off x="3069397" y="3220371"/>
                  <a:ext cx="1102898" cy="1102898"/>
                </a:xfrm>
                <a:prstGeom prst="ellipse">
                  <a:avLst/>
                </a:prstGeom>
              </p:spPr>
              <p:style>
                <a:lnRef idx="0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tint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tint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ar-EG"/>
                </a:p>
              </p:txBody>
            </p:sp>
            <p:sp>
              <p:nvSpPr>
                <p:cNvPr id="18" name="Rectangle 17" descr="Welder">
                  <a:extLst>
                    <a:ext uri="{FF2B5EF4-FFF2-40B4-BE49-F238E27FC236}">
                      <a16:creationId xmlns:a16="http://schemas.microsoft.com/office/drawing/2014/main" id="{7F1E8A1D-1EDC-9F80-D0F8-A2C5AD3D9F26}"/>
                    </a:ext>
                  </a:extLst>
                </p:cNvPr>
                <p:cNvSpPr/>
                <p:nvPr/>
              </p:nvSpPr>
              <p:spPr>
                <a:xfrm>
                  <a:off x="3320886" y="3451979"/>
                  <a:ext cx="639681" cy="639681"/>
                </a:xfrm>
                <a:prstGeom prst="rect">
                  <a:avLst/>
                </a:prstGeom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ar-EG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EA445CE-2152-8AD5-0526-3F2B57ED404F}"/>
                  </a:ext>
                </a:extLst>
              </p:cNvPr>
              <p:cNvSpPr/>
              <p:nvPr/>
            </p:nvSpPr>
            <p:spPr>
              <a:xfrm>
                <a:off x="725567" y="3220371"/>
                <a:ext cx="2128204" cy="1102898"/>
              </a:xfrm>
              <a:custGeom>
                <a:avLst/>
                <a:gdLst>
                  <a:gd name="connsiteX0" fmla="*/ 0 w 2599689"/>
                  <a:gd name="connsiteY0" fmla="*/ 0 h 1102898"/>
                  <a:gd name="connsiteX1" fmla="*/ 2599689 w 2599689"/>
                  <a:gd name="connsiteY1" fmla="*/ 0 h 1102898"/>
                  <a:gd name="connsiteX2" fmla="*/ 2599689 w 2599689"/>
                  <a:gd name="connsiteY2" fmla="*/ 1102898 h 1102898"/>
                  <a:gd name="connsiteX3" fmla="*/ 0 w 2599689"/>
                  <a:gd name="connsiteY3" fmla="*/ 1102898 h 1102898"/>
                  <a:gd name="connsiteX4" fmla="*/ 0 w 2599689"/>
                  <a:gd name="connsiteY4" fmla="*/ 0 h 1102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99689" h="1102898">
                    <a:moveTo>
                      <a:pt x="0" y="0"/>
                    </a:moveTo>
                    <a:lnTo>
                      <a:pt x="2599689" y="0"/>
                    </a:lnTo>
                    <a:lnTo>
                      <a:pt x="2599689" y="1102898"/>
                    </a:lnTo>
                    <a:lnTo>
                      <a:pt x="0" y="1102898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rtlCol="1" anchor="ctr" anchorCtr="0">
                <a:noAutofit/>
              </a:bodyPr>
              <a:lstStyle/>
              <a:p>
                <a:pPr marL="0" lvl="0" indent="0" algn="r" defTabSz="622300" rtl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ar" sz="1400" kern="1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استخدام معدات التنظيف وفقًا لتعليمات الشركة المصنعة</a:t>
                </a:r>
              </a:p>
              <a:p>
                <a:pPr marL="0" lvl="0" indent="0" algn="r" defTabSz="622300" rtl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ar" sz="1400" kern="1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يعزز السلامة ويوفر الوقت ويقلل من فرص تعطّل المعدات </a:t>
                </a:r>
                <a:endParaRPr lang="en-US" sz="1400" kern="1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226EE67-C491-851B-BC92-20FA9E321CA2}"/>
                </a:ext>
              </a:extLst>
            </p:cNvPr>
            <p:cNvGrpSpPr/>
            <p:nvPr/>
          </p:nvGrpSpPr>
          <p:grpSpPr>
            <a:xfrm>
              <a:off x="725567" y="4879487"/>
              <a:ext cx="3456668" cy="1102898"/>
              <a:chOff x="725567" y="4879487"/>
              <a:chExt cx="3456668" cy="1102898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5B869EF9-C42C-A87B-AB0D-992DB8CDBC87}"/>
                  </a:ext>
                </a:extLst>
              </p:cNvPr>
              <p:cNvGrpSpPr/>
              <p:nvPr/>
            </p:nvGrpSpPr>
            <p:grpSpPr>
              <a:xfrm>
                <a:off x="3079337" y="4879487"/>
                <a:ext cx="1102898" cy="1102898"/>
                <a:chOff x="256630" y="4879487"/>
                <a:chExt cx="1102898" cy="1102898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1454B1BC-64B4-D58D-38C9-8E446FE8DA65}"/>
                    </a:ext>
                  </a:extLst>
                </p:cNvPr>
                <p:cNvSpPr/>
                <p:nvPr/>
              </p:nvSpPr>
              <p:spPr>
                <a:xfrm>
                  <a:off x="256630" y="4879487"/>
                  <a:ext cx="1102898" cy="1102898"/>
                </a:xfrm>
                <a:prstGeom prst="ellipse">
                  <a:avLst/>
                </a:prstGeom>
              </p:spPr>
              <p:style>
                <a:lnRef idx="0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tint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tint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ar-EG"/>
                </a:p>
              </p:txBody>
            </p:sp>
            <p:sp>
              <p:nvSpPr>
                <p:cNvPr id="24" name="Rectangle 23" descr="Shower">
                  <a:extLst>
                    <a:ext uri="{FF2B5EF4-FFF2-40B4-BE49-F238E27FC236}">
                      <a16:creationId xmlns:a16="http://schemas.microsoft.com/office/drawing/2014/main" id="{95B5809C-7ABD-FE0F-8C86-F205895AA008}"/>
                    </a:ext>
                  </a:extLst>
                </p:cNvPr>
                <p:cNvSpPr/>
                <p:nvPr/>
              </p:nvSpPr>
              <p:spPr>
                <a:xfrm>
                  <a:off x="488239" y="5111095"/>
                  <a:ext cx="639681" cy="639681"/>
                </a:xfrm>
                <a:prstGeom prst="rect">
                  <a:avLst/>
                </a:prstGeom>
                <a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ar-EG"/>
                </a:p>
              </p:txBody>
            </p:sp>
          </p:grp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FF609C3-F589-CC68-5340-BD084FBE5FFD}"/>
                  </a:ext>
                </a:extLst>
              </p:cNvPr>
              <p:cNvSpPr/>
              <p:nvPr/>
            </p:nvSpPr>
            <p:spPr>
              <a:xfrm>
                <a:off x="725567" y="4879487"/>
                <a:ext cx="2058630" cy="1102898"/>
              </a:xfrm>
              <a:custGeom>
                <a:avLst/>
                <a:gdLst>
                  <a:gd name="connsiteX0" fmla="*/ 0 w 2599689"/>
                  <a:gd name="connsiteY0" fmla="*/ 0 h 1102898"/>
                  <a:gd name="connsiteX1" fmla="*/ 2599689 w 2599689"/>
                  <a:gd name="connsiteY1" fmla="*/ 0 h 1102898"/>
                  <a:gd name="connsiteX2" fmla="*/ 2599689 w 2599689"/>
                  <a:gd name="connsiteY2" fmla="*/ 1102898 h 1102898"/>
                  <a:gd name="connsiteX3" fmla="*/ 0 w 2599689"/>
                  <a:gd name="connsiteY3" fmla="*/ 1102898 h 1102898"/>
                  <a:gd name="connsiteX4" fmla="*/ 0 w 2599689"/>
                  <a:gd name="connsiteY4" fmla="*/ 0 h 1102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99689" h="1102898">
                    <a:moveTo>
                      <a:pt x="0" y="0"/>
                    </a:moveTo>
                    <a:lnTo>
                      <a:pt x="2599689" y="0"/>
                    </a:lnTo>
                    <a:lnTo>
                      <a:pt x="2599689" y="1102898"/>
                    </a:lnTo>
                    <a:lnTo>
                      <a:pt x="0" y="1102898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rtlCol="1" anchor="ctr" anchorCtr="0">
                <a:noAutofit/>
              </a:bodyPr>
              <a:lstStyle/>
              <a:p>
                <a:pPr marL="0" lvl="0" indent="0" algn="r" defTabSz="622300" rtl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ar" sz="1400" kern="1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التخلص من النفايات والمياه الملوثة بشكل صحيح وآمن للحفاظ على النظافة </a:t>
                </a:r>
                <a:endParaRPr lang="en-US" sz="1400" kern="1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3F8CB9A-BDCF-1DCF-ADB5-FCAC51A3BEA0}"/>
              </a:ext>
            </a:extLst>
          </p:cNvPr>
          <p:cNvGrpSpPr/>
          <p:nvPr/>
        </p:nvGrpSpPr>
        <p:grpSpPr>
          <a:xfrm>
            <a:off x="342348" y="3220371"/>
            <a:ext cx="4027579" cy="2762014"/>
            <a:chOff x="4516772" y="3220371"/>
            <a:chExt cx="4027579" cy="2762014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5B2B79D-C8CA-F28F-6596-8E7FFE93932B}"/>
                </a:ext>
              </a:extLst>
            </p:cNvPr>
            <p:cNvGrpSpPr/>
            <p:nvPr/>
          </p:nvGrpSpPr>
          <p:grpSpPr>
            <a:xfrm>
              <a:off x="4631624" y="3220371"/>
              <a:ext cx="3912727" cy="1102898"/>
              <a:chOff x="4631624" y="3220371"/>
              <a:chExt cx="3912727" cy="1102898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660C0400-3D49-E3AD-4A63-89BAC9541200}"/>
                  </a:ext>
                </a:extLst>
              </p:cNvPr>
              <p:cNvGrpSpPr/>
              <p:nvPr/>
            </p:nvGrpSpPr>
            <p:grpSpPr>
              <a:xfrm>
                <a:off x="7441453" y="3220371"/>
                <a:ext cx="1102898" cy="1102898"/>
                <a:chOff x="4648563" y="3220371"/>
                <a:chExt cx="1102898" cy="1102898"/>
              </a:xfrm>
            </p:grpSpPr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6590664C-8CEA-56C4-770C-98C0DF27E918}"/>
                    </a:ext>
                  </a:extLst>
                </p:cNvPr>
                <p:cNvSpPr/>
                <p:nvPr/>
              </p:nvSpPr>
              <p:spPr>
                <a:xfrm>
                  <a:off x="4648563" y="3220371"/>
                  <a:ext cx="1102898" cy="1102898"/>
                </a:xfrm>
                <a:prstGeom prst="ellipse">
                  <a:avLst/>
                </a:prstGeom>
              </p:spPr>
              <p:style>
                <a:lnRef idx="0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tint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tint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ar-EG"/>
                </a:p>
              </p:txBody>
            </p:sp>
            <p:sp>
              <p:nvSpPr>
                <p:cNvPr id="21" name="Rectangle 20" descr="Sink">
                  <a:extLst>
                    <a:ext uri="{FF2B5EF4-FFF2-40B4-BE49-F238E27FC236}">
                      <a16:creationId xmlns:a16="http://schemas.microsoft.com/office/drawing/2014/main" id="{363D3F34-7034-0337-904A-4C8013C02E8B}"/>
                    </a:ext>
                  </a:extLst>
                </p:cNvPr>
                <p:cNvSpPr/>
                <p:nvPr/>
              </p:nvSpPr>
              <p:spPr>
                <a:xfrm>
                  <a:off x="4880139" y="3451979"/>
                  <a:ext cx="639681" cy="639681"/>
                </a:xfrm>
                <a:prstGeom prst="rect">
                  <a:avLst/>
                </a:prstGeom>
                <a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ar-EG"/>
                </a:p>
              </p:txBody>
            </p:sp>
          </p:grp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BC47331-94B8-CB8C-31A4-A87056C0594C}"/>
                  </a:ext>
                </a:extLst>
              </p:cNvPr>
              <p:cNvSpPr/>
              <p:nvPr/>
            </p:nvSpPr>
            <p:spPr>
              <a:xfrm>
                <a:off x="4631624" y="3220371"/>
                <a:ext cx="2484838" cy="1102898"/>
              </a:xfrm>
              <a:custGeom>
                <a:avLst/>
                <a:gdLst>
                  <a:gd name="connsiteX0" fmla="*/ 0 w 2599689"/>
                  <a:gd name="connsiteY0" fmla="*/ 0 h 1102898"/>
                  <a:gd name="connsiteX1" fmla="*/ 2599689 w 2599689"/>
                  <a:gd name="connsiteY1" fmla="*/ 0 h 1102898"/>
                  <a:gd name="connsiteX2" fmla="*/ 2599689 w 2599689"/>
                  <a:gd name="connsiteY2" fmla="*/ 1102898 h 1102898"/>
                  <a:gd name="connsiteX3" fmla="*/ 0 w 2599689"/>
                  <a:gd name="connsiteY3" fmla="*/ 1102898 h 1102898"/>
                  <a:gd name="connsiteX4" fmla="*/ 0 w 2599689"/>
                  <a:gd name="connsiteY4" fmla="*/ 0 h 1102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99689" h="1102898">
                    <a:moveTo>
                      <a:pt x="0" y="0"/>
                    </a:moveTo>
                    <a:lnTo>
                      <a:pt x="2599689" y="0"/>
                    </a:lnTo>
                    <a:lnTo>
                      <a:pt x="2599689" y="1102898"/>
                    </a:lnTo>
                    <a:lnTo>
                      <a:pt x="0" y="1102898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rtlCol="1" anchor="ctr" anchorCtr="0">
                <a:noAutofit/>
              </a:bodyPr>
              <a:lstStyle/>
              <a:p>
                <a:pPr marL="0" lvl="0" indent="0" algn="r" defTabSz="622300" rtl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ar" sz="1400" kern="1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التنظيف الآمن للأسطح والمفروشات والتجهيزات والأرضيات باستخدام المنتجات الصحيحة لضمان خلوها من الغبار والحطام وإزالة النفايات </a:t>
                </a:r>
              </a:p>
              <a:p>
                <a:pPr marL="0" lvl="0" indent="0" algn="r" defTabSz="622300" rtl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ar" sz="1400" kern="1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يعزز الجمال والنظافة ويساعد على تجنب الحوادث</a:t>
                </a:r>
                <a:endParaRPr lang="en-US" sz="1400" kern="1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20D380B-1645-D07B-BC8D-F2807E67A979}"/>
                </a:ext>
              </a:extLst>
            </p:cNvPr>
            <p:cNvGrpSpPr/>
            <p:nvPr/>
          </p:nvGrpSpPr>
          <p:grpSpPr>
            <a:xfrm>
              <a:off x="4516772" y="4879487"/>
              <a:ext cx="4027579" cy="1102898"/>
              <a:chOff x="4516772" y="4879487"/>
              <a:chExt cx="4027579" cy="1102898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3514884F-6092-4CC3-FDB0-DFB53EC1509E}"/>
                  </a:ext>
                </a:extLst>
              </p:cNvPr>
              <p:cNvGrpSpPr/>
              <p:nvPr/>
            </p:nvGrpSpPr>
            <p:grpSpPr>
              <a:xfrm>
                <a:off x="7441453" y="4879487"/>
                <a:ext cx="1102898" cy="1102898"/>
                <a:chOff x="4648563" y="4879487"/>
                <a:chExt cx="1102898" cy="1102898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6A92B2A6-66A7-0E08-473B-BF7B7FCB90D3}"/>
                    </a:ext>
                  </a:extLst>
                </p:cNvPr>
                <p:cNvSpPr/>
                <p:nvPr/>
              </p:nvSpPr>
              <p:spPr>
                <a:xfrm>
                  <a:off x="4648563" y="4879487"/>
                  <a:ext cx="1102898" cy="1102898"/>
                </a:xfrm>
                <a:prstGeom prst="ellipse">
                  <a:avLst/>
                </a:prstGeom>
              </p:spPr>
              <p:style>
                <a:lnRef idx="0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tint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tint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ar-EG"/>
                </a:p>
              </p:txBody>
            </p:sp>
            <p:sp>
              <p:nvSpPr>
                <p:cNvPr id="27" name="Rectangle 26" descr="Deciduous tree">
                  <a:extLst>
                    <a:ext uri="{FF2B5EF4-FFF2-40B4-BE49-F238E27FC236}">
                      <a16:creationId xmlns:a16="http://schemas.microsoft.com/office/drawing/2014/main" id="{E0EF94D9-A079-3322-DC64-09F66FFA1A39}"/>
                    </a:ext>
                  </a:extLst>
                </p:cNvPr>
                <p:cNvSpPr/>
                <p:nvPr/>
              </p:nvSpPr>
              <p:spPr>
                <a:xfrm>
                  <a:off x="4880139" y="5111095"/>
                  <a:ext cx="639681" cy="639681"/>
                </a:xfrm>
                <a:prstGeom prst="rect">
                  <a:avLst/>
                </a:prstGeom>
                <a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ar-EG"/>
                </a:p>
              </p:txBody>
            </p:sp>
          </p:grp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1840F37-1FCF-74B5-E1C1-BC1B720A0931}"/>
                  </a:ext>
                </a:extLst>
              </p:cNvPr>
              <p:cNvSpPr/>
              <p:nvPr/>
            </p:nvSpPr>
            <p:spPr>
              <a:xfrm>
                <a:off x="4516772" y="4879487"/>
                <a:ext cx="2599689" cy="1102898"/>
              </a:xfrm>
              <a:custGeom>
                <a:avLst/>
                <a:gdLst>
                  <a:gd name="connsiteX0" fmla="*/ 0 w 2599689"/>
                  <a:gd name="connsiteY0" fmla="*/ 0 h 1102898"/>
                  <a:gd name="connsiteX1" fmla="*/ 2599689 w 2599689"/>
                  <a:gd name="connsiteY1" fmla="*/ 0 h 1102898"/>
                  <a:gd name="connsiteX2" fmla="*/ 2599689 w 2599689"/>
                  <a:gd name="connsiteY2" fmla="*/ 1102898 h 1102898"/>
                  <a:gd name="connsiteX3" fmla="*/ 0 w 2599689"/>
                  <a:gd name="connsiteY3" fmla="*/ 1102898 h 1102898"/>
                  <a:gd name="connsiteX4" fmla="*/ 0 w 2599689"/>
                  <a:gd name="connsiteY4" fmla="*/ 0 h 1102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99689" h="1102898">
                    <a:moveTo>
                      <a:pt x="0" y="0"/>
                    </a:moveTo>
                    <a:lnTo>
                      <a:pt x="2599689" y="0"/>
                    </a:lnTo>
                    <a:lnTo>
                      <a:pt x="2599689" y="1102898"/>
                    </a:lnTo>
                    <a:lnTo>
                      <a:pt x="0" y="1102898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rtlCol="1" anchor="ctr" anchorCtr="0">
                <a:noAutofit/>
              </a:bodyPr>
              <a:lstStyle/>
              <a:p>
                <a:pPr marL="0" lvl="0" indent="0" algn="r" defTabSz="622300" rtl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ar" sz="1400" kern="1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ممارسات العمل المستدامة</a:t>
                </a:r>
                <a:endParaRPr lang="en-US" sz="1400" kern="1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B2F165A-4F9E-2788-4B7A-F551CCE84EAD}"/>
              </a:ext>
            </a:extLst>
          </p:cNvPr>
          <p:cNvSpPr txBox="1"/>
          <p:nvPr/>
        </p:nvSpPr>
        <p:spPr>
          <a:xfrm>
            <a:off x="734890" y="2319114"/>
            <a:ext cx="8229599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0"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تتضمن إجراءات التشغيل القياسية للتنظيف الآمن للأسطح والمفروشات والتجهيزات والأرضيات ما يأتي: </a:t>
            </a: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8859B0F-311D-0310-54D8-18EE222E8CD2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75817665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F92A5-2D9E-7DC1-6040-F9D4CFE6A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D4AFEF7E-CC15-ACE6-2132-39CBAE67B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000" b="1" dirty="0">
                <a:solidFill>
                  <a:schemeClr val="tx2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إجراءات التشغيل القياسية للتنظيف في الأماكن العامة (4)</a:t>
            </a:r>
            <a:endParaRPr lang="en-US" sz="3000" dirty="0">
              <a:solidFill>
                <a:schemeClr val="tx2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6081521C-FB62-97DD-B6BC-D0656F31C77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80280" y="2204864"/>
            <a:ext cx="3527624" cy="401523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sz="2200" dirty="0">
                <a:effectLst/>
              </a:rPr>
              <a:t>إن فحص الأماكن العامة والعناصر بعد التنظيف أمر مهم من أجل:</a:t>
            </a:r>
          </a:p>
          <a:p>
            <a:pPr rtl="1"/>
            <a:r>
              <a:rPr lang="ar" sz="2200" dirty="0">
                <a:effectLst/>
              </a:rPr>
              <a:t>ضمان بيئة آمنة</a:t>
            </a:r>
            <a:endParaRPr lang="en-GB" sz="2200" dirty="0"/>
          </a:p>
          <a:p>
            <a:pPr rtl="1"/>
            <a:r>
              <a:rPr lang="ar" sz="2200" dirty="0">
                <a:effectLst/>
              </a:rPr>
              <a:t>اتباع إرشادات الصحة والسلامة</a:t>
            </a:r>
            <a:endParaRPr lang="en-GB" sz="2200" dirty="0"/>
          </a:p>
          <a:p>
            <a:pPr rtl="1"/>
            <a:r>
              <a:rPr lang="ar" sz="2200" dirty="0">
                <a:effectLst/>
              </a:rPr>
              <a:t>الوفاء باتفاقية مستوى الخدمة</a:t>
            </a:r>
            <a:endParaRPr lang="en-GB" sz="2200" dirty="0"/>
          </a:p>
          <a:p>
            <a:pPr rtl="1"/>
            <a:r>
              <a:rPr lang="ar" sz="2200" dirty="0"/>
              <a:t>الحفاظ على</a:t>
            </a:r>
            <a:r>
              <a:rPr lang="ar" sz="2200" dirty="0">
                <a:effectLst/>
              </a:rPr>
              <a:t> سمعة الشركة</a:t>
            </a:r>
          </a:p>
          <a:p>
            <a:pPr rtl="1"/>
            <a:r>
              <a:rPr lang="ar" sz="2200" dirty="0">
                <a:effectLst/>
              </a:rPr>
              <a:t>إنجاز العمل وفقًا للمعايير المطلوبة</a:t>
            </a:r>
            <a:endParaRPr lang="en-GB" sz="2200" dirty="0"/>
          </a:p>
          <a:p>
            <a:pPr rtl="1"/>
            <a:r>
              <a:rPr lang="ar" sz="2200" dirty="0">
                <a:effectLst/>
              </a:rPr>
              <a:t>التأكد من إمكانية استخدام المنطقة</a:t>
            </a:r>
          </a:p>
          <a:p>
            <a:pPr rtl="1"/>
            <a:r>
              <a:rPr lang="ar" sz="2200" dirty="0">
                <a:effectLst/>
              </a:rPr>
              <a:t>تجديد الموارد </a:t>
            </a:r>
          </a:p>
          <a:p>
            <a:pPr indent="0" rtl="1">
              <a:lnSpc>
                <a:spcPct val="90000"/>
              </a:lnSpc>
            </a:pPr>
            <a:endParaRPr lang="en-GB" altLang="en-US" dirty="0"/>
          </a:p>
          <a:p>
            <a:pPr marL="685800" rtl="1">
              <a:lnSpc>
                <a:spcPct val="90000"/>
              </a:lnSpc>
            </a:pPr>
            <a:endParaRPr lang="en-GB" altLang="en-US" dirty="0"/>
          </a:p>
        </p:txBody>
      </p:sp>
      <p:graphicFrame>
        <p:nvGraphicFramePr>
          <p:cNvPr id="34822" name="TextBox 3">
            <a:extLst>
              <a:ext uri="{FF2B5EF4-FFF2-40B4-BE49-F238E27FC236}">
                <a16:creationId xmlns:a16="http://schemas.microsoft.com/office/drawing/2014/main" id="{DE431460-D75C-70BB-D29E-D15AAE069F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8289367"/>
              </p:ext>
            </p:extLst>
          </p:nvPr>
        </p:nvGraphicFramePr>
        <p:xfrm>
          <a:off x="3995936" y="2780927"/>
          <a:ext cx="4679750" cy="34391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9D353C-B84D-D1A4-B98C-23CBC298D4A2}"/>
              </a:ext>
            </a:extLst>
          </p:cNvPr>
          <p:cNvSpPr txBox="1"/>
          <p:nvPr/>
        </p:nvSpPr>
        <p:spPr>
          <a:xfrm>
            <a:off x="4248472" y="2096898"/>
            <a:ext cx="45720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0" rtl="1"/>
            <a:r>
              <a:rPr lang="ar" sz="20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إجراءات التشغيل القياسية لخدمة المراحيض والحمامات:</a:t>
            </a:r>
            <a:endParaRPr lang="en-US" sz="20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97B07F2-0DDD-F525-6239-1EB4786DCB53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20393666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04AF8-EAB8-AB2D-8148-7B40EDFF5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515D962E-5C12-5A0D-3C92-7A13A89DA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b="1" dirty="0">
                <a:solidFill>
                  <a:schemeClr val="tx2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تخزين الإمدادات </a:t>
            </a:r>
            <a:endParaRPr lang="en-US" sz="4600" dirty="0">
              <a:solidFill>
                <a:schemeClr val="tx2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A88447CC-85FD-2313-6FDA-7A30DDBB0E7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258220"/>
            <a:ext cx="4027487" cy="4160901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1900" dirty="0">
                <a:effectLst/>
              </a:rPr>
              <a:t>المستلزمات المستخدمة في عمليات الإقامة</a:t>
            </a:r>
            <a:endParaRPr lang="en-GB" sz="1900" dirty="0"/>
          </a:p>
          <a:p>
            <a:pPr lvl="1" rtl="1"/>
            <a:r>
              <a:rPr lang="ar" sz="1900" dirty="0">
                <a:effectLst/>
              </a:rPr>
              <a:t>معدات التنظيف </a:t>
            </a:r>
          </a:p>
          <a:p>
            <a:pPr lvl="1" rtl="1"/>
            <a:r>
              <a:rPr lang="ar" sz="1900" dirty="0">
                <a:effectLst/>
              </a:rPr>
              <a:t>المستلزمات والملحقات المقدمة إلى العملاء </a:t>
            </a:r>
          </a:p>
          <a:p>
            <a:pPr lvl="1" rtl="1"/>
            <a:r>
              <a:rPr lang="ar" sz="1900" dirty="0">
                <a:effectLst/>
              </a:rPr>
              <a:t>مواد التنظيف والمنظفات الكيميائية </a:t>
            </a:r>
          </a:p>
          <a:p>
            <a:pPr rtl="1"/>
            <a:r>
              <a:rPr lang="ar" sz="1900" dirty="0">
                <a:effectLst/>
              </a:rPr>
              <a:t>مناطق التخزين المستخدمة</a:t>
            </a:r>
            <a:endParaRPr lang="en-GB" sz="1900" dirty="0"/>
          </a:p>
          <a:p>
            <a:pPr lvl="1" rtl="1"/>
            <a:r>
              <a:rPr lang="ar" sz="1900" dirty="0">
                <a:effectLst/>
              </a:rPr>
              <a:t>مناطق تخزين المعدات ومستلزمات العملاء ومواد التنظيف وعربات النظافة </a:t>
            </a:r>
          </a:p>
          <a:p>
            <a:pPr rtl="1"/>
            <a:r>
              <a:rPr lang="ar" sz="1900" dirty="0">
                <a:effectLst/>
              </a:rPr>
              <a:t>نقاط مهمة يجب تذكرها</a:t>
            </a:r>
          </a:p>
          <a:p>
            <a:pPr lvl="1" rtl="1"/>
            <a:r>
              <a:rPr lang="ar" sz="1900" dirty="0">
                <a:effectLst/>
              </a:rPr>
              <a:t>فصل المخزون</a:t>
            </a:r>
            <a:endParaRPr lang="en-GB" sz="1900" dirty="0"/>
          </a:p>
          <a:p>
            <a:pPr lvl="1" rtl="1"/>
            <a:r>
              <a:rPr lang="ar" sz="1900" dirty="0">
                <a:effectLst/>
              </a:rPr>
              <a:t>الحفاظ على الحد الأدنى من مستويات المخزون</a:t>
            </a:r>
          </a:p>
          <a:p>
            <a:pPr lvl="1" rtl="1"/>
            <a:r>
              <a:rPr lang="ar" sz="1900" dirty="0">
                <a:effectLst/>
              </a:rPr>
              <a:t>تأمين مناطق التخزين</a:t>
            </a:r>
          </a:p>
          <a:p>
            <a:pPr indent="0" rtl="1">
              <a:lnSpc>
                <a:spcPct val="90000"/>
              </a:lnSpc>
            </a:pPr>
            <a:endParaRPr lang="en-GB" altLang="en-US" sz="1700" dirty="0"/>
          </a:p>
          <a:p>
            <a:pPr marL="685800" rtl="1">
              <a:lnSpc>
                <a:spcPct val="90000"/>
              </a:lnSpc>
            </a:pPr>
            <a:endParaRPr lang="en-GB" altLang="en-US" sz="1700" dirty="0"/>
          </a:p>
        </p:txBody>
      </p:sp>
      <p:pic>
        <p:nvPicPr>
          <p:cNvPr id="4" name="Picture 3" descr="A group of cleaning products">
            <a:extLst>
              <a:ext uri="{FF2B5EF4-FFF2-40B4-BE49-F238E27FC236}">
                <a16:creationId xmlns:a16="http://schemas.microsoft.com/office/drawing/2014/main" id="{DF32261C-E0C9-8B32-FDA4-E9914E87FCF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" t="960" r="-359" b="14625"/>
          <a:stretch/>
        </p:blipFill>
        <p:spPr>
          <a:xfrm>
            <a:off x="659903" y="2258220"/>
            <a:ext cx="3102200" cy="3928104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F69056B-8468-3D78-51D3-19AFCDCD0926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903022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45577"/>
            <a:ext cx="8229600" cy="68259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 fontScale="90000"/>
          </a:bodyPr>
          <a:lstStyle/>
          <a:p>
            <a:pPr rtl="1">
              <a:lnSpc>
                <a:spcPct val="90000"/>
              </a:lnSpc>
            </a:pPr>
            <a:r>
              <a:rPr lang="ar" sz="2700" b="1" dirty="0"/>
              <a:t>نتاج التعلُّم ج</a:t>
            </a:r>
            <a:br>
              <a:rPr lang="en-US" altLang="en-US" sz="2800" dirty="0"/>
            </a:br>
            <a:endParaRPr lang="en-GB" altLang="en-US" sz="28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5921"/>
            <a:ext cx="8892482" cy="1188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0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القدرة على تقديم خدمة غرف الضيوف باستخدام مواد التنظيف والمعدات والموارد والوسائل المناسبة. </a:t>
            </a:r>
            <a:endParaRPr lang="en-GB" sz="3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sz="2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5062DE2E-825F-31A5-3993-61B88568EA9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60647508"/>
              </p:ext>
            </p:extLst>
          </p:nvPr>
        </p:nvGraphicFramePr>
        <p:xfrm>
          <a:off x="179512" y="3645482"/>
          <a:ext cx="8677380" cy="2456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7F8B577-8F00-2913-28C3-2354B83A12B1}"/>
              </a:ext>
            </a:extLst>
          </p:cNvPr>
          <p:cNvSpPr txBox="1"/>
          <p:nvPr/>
        </p:nvSpPr>
        <p:spPr>
          <a:xfrm>
            <a:off x="-79921" y="2664116"/>
            <a:ext cx="8892482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dirty="0">
                <a:solidFill>
                  <a:srgbClr val="000000"/>
                </a:solidFill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جزء عملي يطبق </a:t>
            </a:r>
            <a:r>
              <a:rPr lang="ar" sz="2000" dirty="0"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المعارف والمهارات التي تم تعلمها من خلال الدروس حتى الآن حول الإشراف وإجراءات خدمة الغرف وكيفية التعامل مع غسيل الملابس. 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7A98BD-417D-836E-635A-075DC816F613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66229137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2600" b="1" dirty="0">
                <a:solidFill>
                  <a:schemeClr val="tx2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الإجراءات التشغيلية القياسية للتنظيف الخاصة بتقديم خدمات الغرف (1) </a:t>
            </a:r>
            <a:endParaRPr lang="en-US" sz="2600" dirty="0">
              <a:solidFill>
                <a:schemeClr val="tx2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>
              <a:lnSpc>
                <a:spcPct val="90000"/>
              </a:lnSpc>
              <a:spcAft>
                <a:spcPts val="600"/>
              </a:spcAft>
            </a:pPr>
            <a:endParaRPr lang="en-US" altLang="en-US" sz="24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2B59289B-0E85-80FC-B273-1F284D0F99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8311998"/>
              </p:ext>
            </p:extLst>
          </p:nvPr>
        </p:nvGraphicFramePr>
        <p:xfrm>
          <a:off x="468311" y="2196000"/>
          <a:ext cx="8207375" cy="3878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3EC0A46-4D99-E0D5-80C7-01A01A5CFB04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717520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E0F29-543B-3D84-18DA-88198BD3F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2670FBB9-B4F2-3B40-0B39-FA2DC5A9F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2600" b="1" dirty="0">
                <a:solidFill>
                  <a:schemeClr val="tx2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الإجراءات التشغيلية القياسية للتنظيف الخاصة بتقديم خدمات الغرف (2) </a:t>
            </a:r>
            <a:endParaRPr lang="en-US" sz="2600" dirty="0">
              <a:solidFill>
                <a:schemeClr val="tx2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>
              <a:lnSpc>
                <a:spcPct val="90000"/>
              </a:lnSpc>
              <a:spcAft>
                <a:spcPts val="600"/>
              </a:spcAft>
            </a:pPr>
            <a:endParaRPr lang="en-US" altLang="en-US" sz="24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7144A177-5387-B424-AA56-FDDCFBE9403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40363" y="2492895"/>
            <a:ext cx="4027488" cy="334276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" sz="2100" dirty="0">
                <a:effectLst/>
              </a:rPr>
              <a:t>إجراء التشغيل القياسي لترتيب الأسرّة وتغيير المفارش:</a:t>
            </a:r>
            <a:endParaRPr lang="en-GB" sz="2100" dirty="0">
              <a:effectLst/>
            </a:endParaRPr>
          </a:p>
          <a:p>
            <a:pPr rtl="1">
              <a:lnSpc>
                <a:spcPct val="90000"/>
              </a:lnSpc>
            </a:pPr>
            <a:r>
              <a:rPr lang="ar" sz="2100" dirty="0">
                <a:effectLst/>
              </a:rPr>
              <a:t>إزالة شراشف الأسرّة المتسخة، وتخزينها، وغسلها أو التخلص منها</a:t>
            </a:r>
          </a:p>
          <a:p>
            <a:pPr rtl="1">
              <a:lnSpc>
                <a:spcPct val="90000"/>
              </a:lnSpc>
            </a:pPr>
            <a:r>
              <a:rPr lang="ar" sz="2100" dirty="0">
                <a:effectLst/>
              </a:rPr>
              <a:t>فحص المرتبة وقاعدة السرير ورأس السرير بحثًا عن أي تلف أو بقع، وتنظيفها أو كنسها بالمكنسة الكهربائية </a:t>
            </a:r>
          </a:p>
          <a:p>
            <a:pPr rtl="1">
              <a:lnSpc>
                <a:spcPct val="90000"/>
              </a:lnSpc>
            </a:pPr>
            <a:r>
              <a:rPr lang="ar" sz="2100" dirty="0">
                <a:effectLst/>
              </a:rPr>
              <a:t>اختيار شراشف أسرّة بمقاس مناسب</a:t>
            </a:r>
          </a:p>
          <a:p>
            <a:pPr rtl="1">
              <a:lnSpc>
                <a:spcPct val="90000"/>
              </a:lnSpc>
            </a:pPr>
            <a:r>
              <a:rPr lang="ar" sz="2100" dirty="0">
                <a:effectLst/>
              </a:rPr>
              <a:t>فرز شراشف الأسرّة النظيفة والمتسخة</a:t>
            </a:r>
          </a:p>
        </p:txBody>
      </p:sp>
      <p:pic>
        <p:nvPicPr>
          <p:cNvPr id="4" name="Picture 3" descr="A maid making a bed">
            <a:extLst>
              <a:ext uri="{FF2B5EF4-FFF2-40B4-BE49-F238E27FC236}">
                <a16:creationId xmlns:a16="http://schemas.microsoft.com/office/drawing/2014/main" id="{942CDDB3-A3A1-C474-C32C-D5B35ACF018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6" r="16531"/>
          <a:stretch/>
        </p:blipFill>
        <p:spPr>
          <a:xfrm>
            <a:off x="4676147" y="2156242"/>
            <a:ext cx="4027488" cy="3679421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9ABD34B-15CC-D1DF-943A-E0C6806B3717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57894687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6D000-792E-8E73-5DAA-440E9007D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07FCF4C0-B382-D5A3-C3E7-EB7D4C3A1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4" y="13320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2600" b="1" dirty="0">
                <a:solidFill>
                  <a:schemeClr val="tx2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الإجراءات التشغيلية القياسية للتنظيف الخاصة بتقديم خدمات الغرف (3) </a:t>
            </a:r>
            <a:endParaRPr lang="en-US" sz="2600" dirty="0">
              <a:solidFill>
                <a:schemeClr val="tx2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>
              <a:lnSpc>
                <a:spcPct val="90000"/>
              </a:lnSpc>
              <a:spcAft>
                <a:spcPts val="600"/>
              </a:spcAft>
            </a:pPr>
            <a:endParaRPr lang="en-US" altLang="en-US" sz="24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F91C49-FBBD-83E2-A353-9490951B5DDA}"/>
              </a:ext>
            </a:extLst>
          </p:cNvPr>
          <p:cNvSpPr/>
          <p:nvPr/>
        </p:nvSpPr>
        <p:spPr>
          <a:xfrm>
            <a:off x="468311" y="2197609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4" name="Rectangle 3" descr="Bed">
            <a:extLst>
              <a:ext uri="{FF2B5EF4-FFF2-40B4-BE49-F238E27FC236}">
                <a16:creationId xmlns:a16="http://schemas.microsoft.com/office/drawing/2014/main" id="{524A881E-D57D-C4DA-FDA0-1F9B8E91C334}"/>
              </a:ext>
            </a:extLst>
          </p:cNvPr>
          <p:cNvSpPr/>
          <p:nvPr/>
        </p:nvSpPr>
        <p:spPr>
          <a:xfrm>
            <a:off x="7970648" y="2381172"/>
            <a:ext cx="448709" cy="448709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2B2C7FC-AC98-AD80-528F-4A1B9082186C}"/>
              </a:ext>
            </a:extLst>
          </p:cNvPr>
          <p:cNvSpPr/>
          <p:nvPr/>
        </p:nvSpPr>
        <p:spPr>
          <a:xfrm>
            <a:off x="446503" y="2197609"/>
            <a:ext cx="7265085" cy="815835"/>
          </a:xfrm>
          <a:custGeom>
            <a:avLst/>
            <a:gdLst>
              <a:gd name="connsiteX0" fmla="*/ 0 w 7265085"/>
              <a:gd name="connsiteY0" fmla="*/ 0 h 815835"/>
              <a:gd name="connsiteX1" fmla="*/ 7265085 w 7265085"/>
              <a:gd name="connsiteY1" fmla="*/ 0 h 815835"/>
              <a:gd name="connsiteX2" fmla="*/ 7265085 w 7265085"/>
              <a:gd name="connsiteY2" fmla="*/ 815835 h 815835"/>
              <a:gd name="connsiteX3" fmla="*/ 0 w 7265085"/>
              <a:gd name="connsiteY3" fmla="*/ 815835 h 815835"/>
              <a:gd name="connsiteX4" fmla="*/ 0 w 7265085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5085" h="815835">
                <a:moveTo>
                  <a:pt x="0" y="0"/>
                </a:moveTo>
                <a:lnTo>
                  <a:pt x="7265085" y="0"/>
                </a:lnTo>
                <a:lnTo>
                  <a:pt x="7265085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أهمية تلبية احتياجات العملاء</a:t>
            </a:r>
          </a:p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(رضا العملاء وعودتهم لطلب الخدمة)</a:t>
            </a:r>
            <a:endParaRPr lang="en-US" sz="22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DBE177-C031-62AF-40DD-672FF5795963}"/>
              </a:ext>
            </a:extLst>
          </p:cNvPr>
          <p:cNvSpPr/>
          <p:nvPr/>
        </p:nvSpPr>
        <p:spPr>
          <a:xfrm>
            <a:off x="468311" y="3217403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7" name="Rectangle 6" descr="Sleep">
            <a:extLst>
              <a:ext uri="{FF2B5EF4-FFF2-40B4-BE49-F238E27FC236}">
                <a16:creationId xmlns:a16="http://schemas.microsoft.com/office/drawing/2014/main" id="{A869CDC5-7204-EA7E-71CB-5A1E8303EA56}"/>
              </a:ext>
            </a:extLst>
          </p:cNvPr>
          <p:cNvSpPr/>
          <p:nvPr/>
        </p:nvSpPr>
        <p:spPr>
          <a:xfrm>
            <a:off x="7970648" y="3400966"/>
            <a:ext cx="448709" cy="448709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1F14FA8-4513-0C10-6FC5-C08A9175D3D5}"/>
              </a:ext>
            </a:extLst>
          </p:cNvPr>
          <p:cNvSpPr/>
          <p:nvPr/>
        </p:nvSpPr>
        <p:spPr>
          <a:xfrm>
            <a:off x="446503" y="3217403"/>
            <a:ext cx="7265085" cy="815835"/>
          </a:xfrm>
          <a:custGeom>
            <a:avLst/>
            <a:gdLst>
              <a:gd name="connsiteX0" fmla="*/ 0 w 7265085"/>
              <a:gd name="connsiteY0" fmla="*/ 0 h 815835"/>
              <a:gd name="connsiteX1" fmla="*/ 7265085 w 7265085"/>
              <a:gd name="connsiteY1" fmla="*/ 0 h 815835"/>
              <a:gd name="connsiteX2" fmla="*/ 7265085 w 7265085"/>
              <a:gd name="connsiteY2" fmla="*/ 815835 h 815835"/>
              <a:gd name="connsiteX3" fmla="*/ 0 w 7265085"/>
              <a:gd name="connsiteY3" fmla="*/ 815835 h 815835"/>
              <a:gd name="connsiteX4" fmla="*/ 0 w 7265085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5085" h="815835">
                <a:moveTo>
                  <a:pt x="0" y="0"/>
                </a:moveTo>
                <a:lnTo>
                  <a:pt x="7265085" y="0"/>
                </a:lnTo>
                <a:lnTo>
                  <a:pt x="7265085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عواقب عدم الالتزام بالمعايير</a:t>
            </a:r>
          </a:p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(إهدار الوقت بما يؤثر في التوافر، وعدم رضا العملاء)</a:t>
            </a:r>
            <a:endParaRPr lang="en-US" sz="22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8CCBF9-0C6C-8906-8965-F49359F8903C}"/>
              </a:ext>
            </a:extLst>
          </p:cNvPr>
          <p:cNvSpPr/>
          <p:nvPr/>
        </p:nvSpPr>
        <p:spPr>
          <a:xfrm>
            <a:off x="468311" y="4237197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10" name="Rectangle 9" descr="Beetle">
            <a:extLst>
              <a:ext uri="{FF2B5EF4-FFF2-40B4-BE49-F238E27FC236}">
                <a16:creationId xmlns:a16="http://schemas.microsoft.com/office/drawing/2014/main" id="{F3650BED-6379-16B1-DAFE-7455E7A5DF42}"/>
              </a:ext>
            </a:extLst>
          </p:cNvPr>
          <p:cNvSpPr/>
          <p:nvPr/>
        </p:nvSpPr>
        <p:spPr>
          <a:xfrm>
            <a:off x="7970648" y="4420760"/>
            <a:ext cx="448709" cy="44870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1A0A743-5B89-4148-CC30-12053CCF3F35}"/>
              </a:ext>
            </a:extLst>
          </p:cNvPr>
          <p:cNvSpPr/>
          <p:nvPr/>
        </p:nvSpPr>
        <p:spPr>
          <a:xfrm>
            <a:off x="446503" y="4237197"/>
            <a:ext cx="7265085" cy="815835"/>
          </a:xfrm>
          <a:custGeom>
            <a:avLst/>
            <a:gdLst>
              <a:gd name="connsiteX0" fmla="*/ 0 w 7265085"/>
              <a:gd name="connsiteY0" fmla="*/ 0 h 815835"/>
              <a:gd name="connsiteX1" fmla="*/ 7265085 w 7265085"/>
              <a:gd name="connsiteY1" fmla="*/ 0 h 815835"/>
              <a:gd name="connsiteX2" fmla="*/ 7265085 w 7265085"/>
              <a:gd name="connsiteY2" fmla="*/ 815835 h 815835"/>
              <a:gd name="connsiteX3" fmla="*/ 0 w 7265085"/>
              <a:gd name="connsiteY3" fmla="*/ 815835 h 815835"/>
              <a:gd name="connsiteX4" fmla="*/ 0 w 7265085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5085" h="815835">
                <a:moveTo>
                  <a:pt x="0" y="0"/>
                </a:moveTo>
                <a:lnTo>
                  <a:pt x="7265085" y="0"/>
                </a:lnTo>
                <a:lnTo>
                  <a:pt x="7265085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إجراءات التشغيل القياسية للتعامل مع بق الفراش أو غيره من الآفات </a:t>
            </a:r>
            <a:endParaRPr lang="en-US" sz="22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290462E-AED1-E48D-63F6-32CC17604C12}"/>
              </a:ext>
            </a:extLst>
          </p:cNvPr>
          <p:cNvSpPr/>
          <p:nvPr/>
        </p:nvSpPr>
        <p:spPr>
          <a:xfrm>
            <a:off x="468311" y="5256991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ar-EG"/>
          </a:p>
        </p:txBody>
      </p:sp>
      <p:sp>
        <p:nvSpPr>
          <p:cNvPr id="13" name="Rectangle 12" descr="Chat">
            <a:extLst>
              <a:ext uri="{FF2B5EF4-FFF2-40B4-BE49-F238E27FC236}">
                <a16:creationId xmlns:a16="http://schemas.microsoft.com/office/drawing/2014/main" id="{29BF73D7-FE2A-E308-6AA6-A687E951B634}"/>
              </a:ext>
            </a:extLst>
          </p:cNvPr>
          <p:cNvSpPr/>
          <p:nvPr/>
        </p:nvSpPr>
        <p:spPr>
          <a:xfrm>
            <a:off x="7970648" y="5440554"/>
            <a:ext cx="448709" cy="448709"/>
          </a:xfrm>
          <a:prstGeom prst="rect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0C24B5C-15A2-8B53-0D48-4B29FE4C0E83}"/>
              </a:ext>
            </a:extLst>
          </p:cNvPr>
          <p:cNvSpPr/>
          <p:nvPr/>
        </p:nvSpPr>
        <p:spPr>
          <a:xfrm>
            <a:off x="446503" y="5256991"/>
            <a:ext cx="7265085" cy="815835"/>
          </a:xfrm>
          <a:custGeom>
            <a:avLst/>
            <a:gdLst>
              <a:gd name="connsiteX0" fmla="*/ 0 w 7265085"/>
              <a:gd name="connsiteY0" fmla="*/ 0 h 815835"/>
              <a:gd name="connsiteX1" fmla="*/ 7265085 w 7265085"/>
              <a:gd name="connsiteY1" fmla="*/ 0 h 815835"/>
              <a:gd name="connsiteX2" fmla="*/ 7265085 w 7265085"/>
              <a:gd name="connsiteY2" fmla="*/ 815835 h 815835"/>
              <a:gd name="connsiteX3" fmla="*/ 0 w 7265085"/>
              <a:gd name="connsiteY3" fmla="*/ 815835 h 815835"/>
              <a:gd name="connsiteX4" fmla="*/ 0 w 7265085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5085" h="815835">
                <a:moveTo>
                  <a:pt x="0" y="0"/>
                </a:moveTo>
                <a:lnTo>
                  <a:pt x="7265085" y="0"/>
                </a:lnTo>
                <a:lnTo>
                  <a:pt x="7265085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6667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تبليغ الأقسام الأخرى بحالة الغرف</a:t>
            </a:r>
            <a:endParaRPr lang="en-US" sz="22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087AFD8-0420-6E2C-28F0-AF6E9C7FA5FC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40871013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1DEF5-69D5-3846-E699-FB228CC90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6B15F60F-BB26-A10A-3819-7D2C4C705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564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 lnSpcReduction="10000"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b="1" dirty="0">
                <a:solidFill>
                  <a:schemeClr val="tx2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التعامل مع غسيل الملابس (1) </a:t>
            </a:r>
            <a:endParaRPr lang="en-US" sz="4600" dirty="0">
              <a:solidFill>
                <a:schemeClr val="tx2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>
              <a:spcAft>
                <a:spcPts val="600"/>
              </a:spcAft>
            </a:pPr>
            <a:endParaRPr lang="en-US" altLang="en-US" sz="44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981DDACE-FFD3-92A3-F98C-F231256009C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8312" y="2196001"/>
            <a:ext cx="4027488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sz="2600" dirty="0">
                <a:effectLst/>
              </a:rPr>
              <a:t>إجراءات التشغيل القياسية للتعامل مع غسيل الملابس: </a:t>
            </a:r>
          </a:p>
          <a:p>
            <a:pPr rtl="1"/>
            <a:r>
              <a:rPr lang="ar" sz="2600" dirty="0">
                <a:effectLst/>
              </a:rPr>
              <a:t>خدمة غسيل الملابس داخل المنشأة</a:t>
            </a:r>
          </a:p>
          <a:p>
            <a:pPr marL="0" indent="0" rtl="1">
              <a:buNone/>
            </a:pPr>
            <a:r>
              <a:rPr lang="ar" sz="2600" dirty="0">
                <a:effectLst/>
              </a:rPr>
              <a:t>أو</a:t>
            </a:r>
          </a:p>
          <a:p>
            <a:pPr rtl="1"/>
            <a:r>
              <a:rPr lang="ar" sz="2600" dirty="0">
                <a:effectLst/>
              </a:rPr>
              <a:t>الاستعانة بخدمات مغسلة خارجية لغسيل الملابس</a:t>
            </a:r>
            <a:endParaRPr lang="en-GB" sz="2600" dirty="0"/>
          </a:p>
          <a:p>
            <a:pPr marL="0" indent="0" rtl="1">
              <a:buNone/>
            </a:pPr>
            <a:r>
              <a:rPr lang="ar" sz="2600" dirty="0">
                <a:effectLst/>
              </a:rPr>
              <a:t>أو </a:t>
            </a:r>
          </a:p>
          <a:p>
            <a:pPr rtl="1"/>
            <a:r>
              <a:rPr lang="ar" sz="2600" dirty="0"/>
              <a:t>كلاهما</a:t>
            </a:r>
          </a:p>
        </p:txBody>
      </p:sp>
      <p:pic>
        <p:nvPicPr>
          <p:cNvPr id="4" name="Picture 3" descr="A shelf with folded blankets&#10;&#10;Description automatically generated with medium confidence">
            <a:extLst>
              <a:ext uri="{FF2B5EF4-FFF2-40B4-BE49-F238E27FC236}">
                <a16:creationId xmlns:a16="http://schemas.microsoft.com/office/drawing/2014/main" id="{7DEDBD7E-1F03-5962-D97E-37FEFF26481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7" r="5872"/>
          <a:stretch/>
        </p:blipFill>
        <p:spPr>
          <a:xfrm>
            <a:off x="4648200" y="2414933"/>
            <a:ext cx="4027488" cy="3264024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863FC3D-FADB-2872-00F8-BCA896546FCF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17886814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2C29E-8C0F-3E11-1F7C-875C0D01F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9F7505FC-FFA8-B401-6E8A-C76EB02FA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2" y="163544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 lnSpcReduction="10000"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b="1" dirty="0">
                <a:solidFill>
                  <a:schemeClr val="tx2"/>
                </a:solidFill>
                <a:effectLst/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التعامل مع غسيل الملابس (2)</a:t>
            </a:r>
            <a:endParaRPr lang="en-GB" altLang="en-US" sz="4600" dirty="0">
              <a:solidFill>
                <a:schemeClr val="tx2"/>
              </a:solidFill>
              <a:effectLst/>
              <a:latin typeface="Sakkal Majalla" panose="02000000000000000000" pitchFamily="2" charset="-78"/>
              <a:ea typeface="Arial" charset="0"/>
              <a:cs typeface="Sakkal Majalla" panose="02000000000000000000" pitchFamily="2" charset="-78"/>
            </a:endParaRPr>
          </a:p>
          <a:p>
            <a:pPr algn="ctr" rtl="1">
              <a:spcAft>
                <a:spcPts val="600"/>
              </a:spcAft>
            </a:pPr>
            <a:endParaRPr lang="en-GB" altLang="en-US" sz="44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ea typeface="Arial" charset="0"/>
              <a:cs typeface="Sakkal Majalla" panose="02000000000000000000" pitchFamily="2" charset="-78"/>
            </a:endParaRPr>
          </a:p>
        </p:txBody>
      </p:sp>
      <p:graphicFrame>
        <p:nvGraphicFramePr>
          <p:cNvPr id="34828" name="Content Placeholder 3">
            <a:extLst>
              <a:ext uri="{FF2B5EF4-FFF2-40B4-BE49-F238E27FC236}">
                <a16:creationId xmlns:a16="http://schemas.microsoft.com/office/drawing/2014/main" id="{2EAF89CF-7414-8543-6126-7AD7568BE23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0333990"/>
              </p:ext>
            </p:extLst>
          </p:nvPr>
        </p:nvGraphicFramePr>
        <p:xfrm>
          <a:off x="468312" y="2195513"/>
          <a:ext cx="7991475" cy="33937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58FB1BD-95D3-4CD2-9C7C-94855CFA59EA}"/>
              </a:ext>
            </a:extLst>
          </p:cNvPr>
          <p:cNvSpPr txBox="1"/>
          <p:nvPr/>
        </p:nvSpPr>
        <p:spPr>
          <a:xfrm>
            <a:off x="2085461" y="5012567"/>
            <a:ext cx="4757178" cy="707886"/>
          </a:xfrm>
          <a:prstGeom prst="rect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 rtlCol="1">
            <a:spAutoFit/>
          </a:bodyPr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هل يمكنك التفكير في اعتبارات الاستدامة عند التعامل مع غسيل الملابس؟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C10373-50AC-8281-EBED-5084FD72068D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26516958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1268760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/>
              <a:t>شكر وتقدير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1ED6DB-1193-D7D6-14BD-76307D6EB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195513"/>
            <a:ext cx="7991475" cy="3609975"/>
          </a:xfrm>
        </p:spPr>
        <p:txBody>
          <a:bodyPr rtlCol="1"/>
          <a:lstStyle/>
          <a:p>
            <a:pPr marL="0" indent="0" rtl="1">
              <a:buNone/>
            </a:pPr>
            <a:r>
              <a:rPr lang="ar" dirty="0"/>
              <a:t>الصور:</a:t>
            </a:r>
            <a:endParaRPr lang="en-GB" sz="1200" b="1" dirty="0"/>
          </a:p>
          <a:p>
            <a:pPr rtl="1"/>
            <a:r>
              <a:rPr lang="ar" sz="2600" b="1" dirty="0"/>
              <a:t>123RF:</a:t>
            </a:r>
            <a:r>
              <a:rPr lang="ar" sz="2600" dirty="0"/>
              <a:t> أولينا كاشمار (الشريحة 14)؛ </a:t>
            </a:r>
          </a:p>
          <a:p>
            <a:pPr rtl="1"/>
            <a:r>
              <a:rPr lang="ar" sz="2600" b="1" dirty="0"/>
              <a:t>شوترستوك:</a:t>
            </a:r>
            <a:r>
              <a:rPr lang="ar" sz="2600" dirty="0"/>
              <a:t> أغسطس_0802 (الشريحة 6)، ستيفانو لوناردي (الشريحة 9)، </a:t>
            </a:r>
            <a:br>
              <a:rPr lang="en-US" sz="2600" dirty="0"/>
            </a:br>
            <a:r>
              <a:rPr lang="ar" sz="2600" dirty="0"/>
              <a:t>نيو أفريكا (الشريحة 17)، ليفنت كونوك (الشريحة 21)، بيكامانياك (الشريحة 24)، نيو أفريكا (الشريحة 27)، زايريازمال (الشريحة 29).</a:t>
            </a:r>
          </a:p>
          <a:p>
            <a:pPr marL="0" indent="0" rtl="1">
              <a:buNone/>
            </a:pPr>
            <a:endParaRPr lang="en-GB" b="1" dirty="0"/>
          </a:p>
          <a:p>
            <a:pPr marL="0" indent="0" rtl="1">
              <a:buNone/>
            </a:pP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B4CAC7-BC59-6A3E-5C86-E635EBF3DCA0}"/>
              </a:ext>
            </a:extLst>
          </p:cNvPr>
          <p:cNvSpPr txBox="1">
            <a:spLocks/>
          </p:cNvSpPr>
          <p:nvPr/>
        </p:nvSpPr>
        <p:spPr bwMode="auto">
          <a:xfrm>
            <a:off x="59447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A103000400002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1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Land-based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22" ma:contentTypeDescription="Create a new document." ma:contentTypeScope="" ma:versionID="2ce127b3dc80ffa4c6c46b1baef24a92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6ed09ce462a7bdf5841df57885213077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AdditionalInfo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2" nillable="true" ma:displayName="Sign-off status" ma:internalName="Sign_x002d_off_x0020_status" ma:readOnly="false">
      <xsd:simpleType>
        <xsd:restriction base="dms:Text"/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hidden="true" ma:internalName="MediaServiceAutoTags" ma:readOnly="true">
      <xsd:simpleType>
        <xsd:restriction base="dms:Text"/>
      </xsd:simpleType>
    </xsd:element>
    <xsd:element name="MediaServiceOCR" ma:index="16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hidden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" ma:index="27" nillable="true" ma:displayName="Additional Info" ma:format="Dropdown" ma:hidden="true" ma:internalName="AdditionalInfo" ma:readOnly="fals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2" nillable="true" ma:displayName="Taxonomy Catch All Column" ma:hidden="true" ma:list="{68bf6128-19fb-458b-8dd6-b174ec593e06}" ma:internalName="TaxCatchAll" ma:readOnly="false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AdditionalInfo xmlns="f63d1639-2e8e-4dfe-b2d4-ff2deac92409" xsi:nil="true"/>
    <_Flow_SignoffStatus xmlns="f63d1639-2e8e-4dfe-b2d4-ff2deac9240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D6CCA5-875B-4FB7-9F1E-AEEC38DC62E4}"/>
</file>

<file path=customXml/itemProps2.xml><?xml version="1.0" encoding="utf-8"?>
<ds:datastoreItem xmlns:ds="http://schemas.openxmlformats.org/officeDocument/2006/customXml" ds:itemID="{AC23B947-7365-46E6-97D8-39CC3AB7528F}">
  <ds:schemaRefs>
    <ds:schemaRef ds:uri="http://purl.org/dc/dcmitype/"/>
    <ds:schemaRef ds:uri="http://purl.org/dc/elements/1.1/"/>
    <ds:schemaRef ds:uri="http://schemas.microsoft.com/office/2006/metadata/properties"/>
    <ds:schemaRef ds:uri="6125ffc9-2c56-435e-8267-1393444907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c1bd8dc-4e40-424f-a15f-9ffcd522197f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1723</Words>
  <Application>Microsoft Office PowerPoint</Application>
  <PresentationFormat>On-screen Show (4:3)</PresentationFormat>
  <Paragraphs>310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31</vt:i4>
      </vt:variant>
    </vt:vector>
  </HeadingPairs>
  <TitlesOfParts>
    <vt:vector size="46" baseType="lpstr">
      <vt:lpstr>Arial</vt:lpstr>
      <vt:lpstr>Calibri</vt:lpstr>
      <vt:lpstr>Sakkal Majalla</vt:lpstr>
      <vt:lpstr>Verdana</vt:lpstr>
      <vt:lpstr>Wingdings</vt:lpstr>
      <vt:lpstr>1_Art and Design</vt:lpstr>
      <vt:lpstr>2_Beauty Therapy</vt:lpstr>
      <vt:lpstr>3_Business</vt:lpstr>
      <vt:lpstr>4_Construction</vt:lpstr>
      <vt:lpstr>5_Creative Media</vt:lpstr>
      <vt:lpstr>6_Engineering</vt:lpstr>
      <vt:lpstr>7_Hospitality</vt:lpstr>
      <vt:lpstr>8_Information Technology</vt:lpstr>
      <vt:lpstr>9_Land-based</vt:lpstr>
      <vt:lpstr>10_Travel and Tourism</vt:lpstr>
      <vt:lpstr>الوحدة 16 عمليات الإقامة    </vt:lpstr>
      <vt:lpstr>عمليات الإقامة </vt:lpstr>
      <vt:lpstr>نتاجات التعلم</vt:lpstr>
      <vt:lpstr>نتاج التعلم أ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نتاج التعلُّم ب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نتاج التعلُّم ج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شكر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21</cp:revision>
  <dcterms:created xsi:type="dcterms:W3CDTF">2020-07-15T07:14:47Z</dcterms:created>
  <dcterms:modified xsi:type="dcterms:W3CDTF">2024-11-26T16:22:20Z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