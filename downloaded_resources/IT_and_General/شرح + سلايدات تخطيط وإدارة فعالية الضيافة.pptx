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05" r:id="rId18"/>
    <p:sldId id="310" r:id="rId19"/>
    <p:sldId id="340" r:id="rId20"/>
    <p:sldId id="311" r:id="rId21"/>
    <p:sldId id="341" r:id="rId22"/>
    <p:sldId id="334" r:id="rId23"/>
    <p:sldId id="312" r:id="rId24"/>
    <p:sldId id="338" r:id="rId25"/>
    <p:sldId id="339" r:id="rId26"/>
    <p:sldId id="313" r:id="rId27"/>
    <p:sldId id="314" r:id="rId28"/>
    <p:sldId id="342" r:id="rId29"/>
    <p:sldId id="315" r:id="rId30"/>
    <p:sldId id="326" r:id="rId31"/>
    <p:sldId id="328" r:id="rId32"/>
    <p:sldId id="329" r:id="rId33"/>
    <p:sldId id="330" r:id="rId34"/>
    <p:sldId id="332" r:id="rId35"/>
    <p:sldId id="306" r:id="rId36"/>
    <p:sldId id="307" r:id="rId37"/>
    <p:sldId id="323" r:id="rId38"/>
    <p:sldId id="321" r:id="rId39"/>
    <p:sldId id="335" r:id="rId40"/>
    <p:sldId id="336" r:id="rId41"/>
    <p:sldId id="343" r:id="rId42"/>
    <p:sldId id="337" r:id="rId43"/>
    <p:sldId id="308" r:id="rId44"/>
    <p:sldId id="309" r:id="rId45"/>
    <p:sldId id="317" r:id="rId46"/>
    <p:sldId id="318" r:id="rId47"/>
    <p:sldId id="319" r:id="rId48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33922-5948-4101-B2CE-34433F53517D}" v="67" dt="2023-10-18T15:00:10.20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14" autoAdjust="0"/>
  </p:normalViewPr>
  <p:slideViewPr>
    <p:cSldViewPr snapToGrid="0">
      <p:cViewPr varScale="1">
        <p:scale>
          <a:sx n="162" d="100"/>
          <a:sy n="162" d="100"/>
        </p:scale>
        <p:origin x="1764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Relationship Id="rId57" Type="http://schemas.microsoft.com/office/2018/10/relationships/authors" Target="author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S::sam.prince1@pearson.com::b8c1c271-dd5b-4079-a09a-81f4ce8be867" providerId="AD" clId="Web-{2DF65AB3-4405-0005-62C5-918F0B5B4E92}"/>
    <pc:docChg chg="addSld modSld">
      <pc:chgData name="Sam Prince" userId="S::sam.prince1@pearson.com::b8c1c271-dd5b-4079-a09a-81f4ce8be867" providerId="AD" clId="Web-{2DF65AB3-4405-0005-62C5-918F0B5B4E92}" dt="2023-10-12T10:16:12.991" v="35" actId="20577"/>
      <pc:docMkLst>
        <pc:docMk/>
      </pc:docMkLst>
      <pc:sldChg chg="delCm">
        <pc:chgData name="Sam Prince" userId="S::sam.prince1@pearson.com::b8c1c271-dd5b-4079-a09a-81f4ce8be867" providerId="AD" clId="Web-{2DF65AB3-4405-0005-62C5-918F0B5B4E92}" dt="2023-10-12T10:15:04.598" v="0"/>
        <pc:sldMkLst>
          <pc:docMk/>
          <pc:sldMk cId="0" sldId="256"/>
        </pc:sldMkLst>
      </pc:sldChg>
      <pc:sldChg chg="modSp">
        <pc:chgData name="Sam Prince" userId="S::sam.prince1@pearson.com::b8c1c271-dd5b-4079-a09a-81f4ce8be867" providerId="AD" clId="Web-{2DF65AB3-4405-0005-62C5-918F0B5B4E92}" dt="2023-10-12T10:15:49.037" v="26" actId="20577"/>
        <pc:sldMkLst>
          <pc:docMk/>
          <pc:sldMk cId="1100244460" sldId="344"/>
        </pc:sldMkLst>
        <pc:spChg chg="mod">
          <ac:chgData name="Sam Prince" userId="S::sam.prince1@pearson.com::b8c1c271-dd5b-4079-a09a-81f4ce8be867" providerId="AD" clId="Web-{2DF65AB3-4405-0005-62C5-918F0B5B4E92}" dt="2023-10-12T10:15:49.037" v="26" actId="20577"/>
          <ac:spMkLst>
            <pc:docMk/>
            <pc:sldMk cId="1100244460" sldId="344"/>
            <ac:spMk id="3" creationId="{7705ECE7-0067-23FE-880C-B6B0EC26563E}"/>
          </ac:spMkLst>
        </pc:spChg>
      </pc:sldChg>
      <pc:sldChg chg="modSp new">
        <pc:chgData name="Sam Prince" userId="S::sam.prince1@pearson.com::b8c1c271-dd5b-4079-a09a-81f4ce8be867" providerId="AD" clId="Web-{2DF65AB3-4405-0005-62C5-918F0B5B4E92}" dt="2023-10-12T10:16:12.991" v="35" actId="20577"/>
        <pc:sldMkLst>
          <pc:docMk/>
          <pc:sldMk cId="3606443961" sldId="345"/>
        </pc:sldMkLst>
        <pc:spChg chg="mod">
          <ac:chgData name="Sam Prince" userId="S::sam.prince1@pearson.com::b8c1c271-dd5b-4079-a09a-81f4ce8be867" providerId="AD" clId="Web-{2DF65AB3-4405-0005-62C5-918F0B5B4E92}" dt="2023-10-12T10:16:02.256" v="33" actId="20577"/>
          <ac:spMkLst>
            <pc:docMk/>
            <pc:sldMk cId="3606443961" sldId="345"/>
            <ac:spMk id="2" creationId="{6491E407-37EB-80B1-19EA-26D8BC54B662}"/>
          </ac:spMkLst>
        </pc:spChg>
        <pc:spChg chg="mod">
          <ac:chgData name="Sam Prince" userId="S::sam.prince1@pearson.com::b8c1c271-dd5b-4079-a09a-81f4ce8be867" providerId="AD" clId="Web-{2DF65AB3-4405-0005-62C5-918F0B5B4E92}" dt="2023-10-12T10:16:12.991" v="35" actId="20577"/>
          <ac:spMkLst>
            <pc:docMk/>
            <pc:sldMk cId="3606443961" sldId="345"/>
            <ac:spMk id="3" creationId="{9D01F6EA-063B-3516-3671-FBB80511F83A}"/>
          </ac:spMkLst>
        </pc:spChg>
      </pc:sldChg>
    </pc:docChg>
  </pc:docChgLst>
  <pc:docChgLst>
    <pc:chgData name="Andrew Bodmer" userId="e78b4f3cb0d7499b" providerId="LiveId" clId="{D4064434-9263-3D41-A177-4C41BB01FBA6}"/>
    <pc:docChg chg="undo custSel addSld delSld modSld">
      <pc:chgData name="Andrew Bodmer" userId="e78b4f3cb0d7499b" providerId="LiveId" clId="{D4064434-9263-3D41-A177-4C41BB01FBA6}" dt="2023-10-10T11:57:47.533" v="479" actId="313"/>
      <pc:docMkLst>
        <pc:docMk/>
      </pc:docMkLst>
      <pc:sldChg chg="modCm">
        <pc:chgData name="Andrew Bodmer" userId="e78b4f3cb0d7499b" providerId="LiveId" clId="{D4064434-9263-3D41-A177-4C41BB01FBA6}" dt="2023-10-09T16:12:23.530" v="76"/>
        <pc:sldMkLst>
          <pc:docMk/>
          <pc:sldMk cId="0" sldId="256"/>
        </pc:sldMkLst>
      </pc:sldChg>
      <pc:sldChg chg="modSp mod modCm">
        <pc:chgData name="Andrew Bodmer" userId="e78b4f3cb0d7499b" providerId="LiveId" clId="{D4064434-9263-3D41-A177-4C41BB01FBA6}" dt="2023-10-09T16:17:20.076" v="84"/>
        <pc:sldMkLst>
          <pc:docMk/>
          <pc:sldMk cId="884549766" sldId="305"/>
        </pc:sldMkLst>
        <pc:spChg chg="mod">
          <ac:chgData name="Andrew Bodmer" userId="e78b4f3cb0d7499b" providerId="LiveId" clId="{D4064434-9263-3D41-A177-4C41BB01FBA6}" dt="2023-10-09T16:17:14.308" v="83" actId="20577"/>
          <ac:spMkLst>
            <pc:docMk/>
            <pc:sldMk cId="884549766" sldId="305"/>
            <ac:spMk id="2" creationId="{1AC41CD3-861A-897D-A643-9F688AA0CA4F}"/>
          </ac:spMkLst>
        </pc:spChg>
      </pc:sldChg>
      <pc:sldChg chg="modSp mod">
        <pc:chgData name="Andrew Bodmer" userId="e78b4f3cb0d7499b" providerId="LiveId" clId="{D4064434-9263-3D41-A177-4C41BB01FBA6}" dt="2023-10-09T16:34:38.935" v="414" actId="1076"/>
        <pc:sldMkLst>
          <pc:docMk/>
          <pc:sldMk cId="47175209" sldId="309"/>
        </pc:sldMkLst>
        <pc:spChg chg="mod">
          <ac:chgData name="Andrew Bodmer" userId="e78b4f3cb0d7499b" providerId="LiveId" clId="{D4064434-9263-3D41-A177-4C41BB01FBA6}" dt="2023-10-09T16:34:24.612" v="411" actId="14100"/>
          <ac:spMkLst>
            <pc:docMk/>
            <pc:sldMk cId="47175209" sldId="309"/>
            <ac:spMk id="2" creationId="{75BDB47B-0EEF-ABA8-3DD3-1BAC633A06F6}"/>
          </ac:spMkLst>
        </pc:spChg>
        <pc:graphicFrameChg chg="mod">
          <ac:chgData name="Andrew Bodmer" userId="e78b4f3cb0d7499b" providerId="LiveId" clId="{D4064434-9263-3D41-A177-4C41BB01FBA6}" dt="2023-10-09T16:34:38.935" v="414" actId="1076"/>
          <ac:graphicFrameMkLst>
            <pc:docMk/>
            <pc:sldMk cId="47175209" sldId="309"/>
            <ac:graphicFrameMk id="3" creationId="{0B001697-2EEA-B452-789B-3A5EA74F06A7}"/>
          </ac:graphicFrameMkLst>
        </pc:graphicFrameChg>
      </pc:sldChg>
      <pc:sldChg chg="addSp delSp modSp mod modClrScheme chgLayout">
        <pc:chgData name="Andrew Bodmer" userId="e78b4f3cb0d7499b" providerId="LiveId" clId="{D4064434-9263-3D41-A177-4C41BB01FBA6}" dt="2023-10-09T15:51:07.400" v="28" actId="27636"/>
        <pc:sldMkLst>
          <pc:docMk/>
          <pc:sldMk cId="3335309099" sldId="310"/>
        </pc:sldMkLst>
        <pc:spChg chg="mod ord">
          <ac:chgData name="Andrew Bodmer" userId="e78b4f3cb0d7499b" providerId="LiveId" clId="{D4064434-9263-3D41-A177-4C41BB01FBA6}" dt="2023-10-09T15:51:07.400" v="28" actId="27636"/>
          <ac:spMkLst>
            <pc:docMk/>
            <pc:sldMk cId="3335309099" sldId="310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5:50:12.469" v="22" actId="26606"/>
          <ac:spMkLst>
            <pc:docMk/>
            <pc:sldMk cId="3335309099" sldId="310"/>
            <ac:spMk id="34820" creationId="{8DCD7CE1-603D-4D59-3DBB-C13C0B6505F0}"/>
          </ac:spMkLst>
        </pc:spChg>
        <pc:spChg chg="add del mod">
          <ac:chgData name="Andrew Bodmer" userId="e78b4f3cb0d7499b" providerId="LiveId" clId="{D4064434-9263-3D41-A177-4C41BB01FBA6}" dt="2023-10-09T15:50:12.465" v="21" actId="26606"/>
          <ac:spMkLst>
            <pc:docMk/>
            <pc:sldMk cId="3335309099" sldId="310"/>
            <ac:spMk id="34825" creationId="{89360E07-CE7A-0DF2-3B49-167362E45875}"/>
          </ac:spMkLst>
        </pc:spChg>
        <pc:spChg chg="add del mod">
          <ac:chgData name="Andrew Bodmer" userId="e78b4f3cb0d7499b" providerId="LiveId" clId="{D4064434-9263-3D41-A177-4C41BB01FBA6}" dt="2023-10-09T15:50:12.465" v="21" actId="26606"/>
          <ac:spMkLst>
            <pc:docMk/>
            <pc:sldMk cId="3335309099" sldId="310"/>
            <ac:spMk id="34827" creationId="{F8D132FA-127A-A683-DADA-C0D9775D148E}"/>
          </ac:spMkLst>
        </pc:spChg>
        <pc:spChg chg="add del mod">
          <ac:chgData name="Andrew Bodmer" userId="e78b4f3cb0d7499b" providerId="LiveId" clId="{D4064434-9263-3D41-A177-4C41BB01FBA6}" dt="2023-10-09T15:50:12.465" v="21" actId="26606"/>
          <ac:spMkLst>
            <pc:docMk/>
            <pc:sldMk cId="3335309099" sldId="310"/>
            <ac:spMk id="34829" creationId="{B4D61ED9-1B80-A4B6-EA32-048EC35DB9D2}"/>
          </ac:spMkLst>
        </pc:spChg>
        <pc:spChg chg="add del mod">
          <ac:chgData name="Andrew Bodmer" userId="e78b4f3cb0d7499b" providerId="LiveId" clId="{D4064434-9263-3D41-A177-4C41BB01FBA6}" dt="2023-10-09T15:50:54.251" v="24" actId="478"/>
          <ac:spMkLst>
            <pc:docMk/>
            <pc:sldMk cId="3335309099" sldId="310"/>
            <ac:spMk id="34831" creationId="{F0495DF6-C75D-3F87-4BAD-A1EAFD16EB5F}"/>
          </ac:spMkLst>
        </pc:spChg>
        <pc:spChg chg="add del mod">
          <ac:chgData name="Andrew Bodmer" userId="e78b4f3cb0d7499b" providerId="LiveId" clId="{D4064434-9263-3D41-A177-4C41BB01FBA6}" dt="2023-10-09T15:50:52.141" v="23" actId="478"/>
          <ac:spMkLst>
            <pc:docMk/>
            <pc:sldMk cId="3335309099" sldId="310"/>
            <ac:spMk id="34832" creationId="{B20A54E6-5300-54DD-D210-4302A54FFDF1}"/>
          </ac:spMkLst>
        </pc:spChg>
        <pc:spChg chg="add mod">
          <ac:chgData name="Andrew Bodmer" userId="e78b4f3cb0d7499b" providerId="LiveId" clId="{D4064434-9263-3D41-A177-4C41BB01FBA6}" dt="2023-10-09T15:50:12.469" v="22" actId="26606"/>
          <ac:spMkLst>
            <pc:docMk/>
            <pc:sldMk cId="3335309099" sldId="310"/>
            <ac:spMk id="34833" creationId="{9EBE11F2-5786-CCE9-9169-8E9B082AEB20}"/>
          </ac:spMkLst>
        </pc:spChg>
        <pc:picChg chg="add mod">
          <ac:chgData name="Andrew Bodmer" userId="e78b4f3cb0d7499b" providerId="LiveId" clId="{D4064434-9263-3D41-A177-4C41BB01FBA6}" dt="2023-10-09T15:50:59.327" v="25" actId="1076"/>
          <ac:picMkLst>
            <pc:docMk/>
            <pc:sldMk cId="3335309099" sldId="310"/>
            <ac:picMk id="3" creationId="{181E5743-4783-0F71-687E-5391839A94FB}"/>
          </ac:picMkLst>
        </pc:picChg>
      </pc:sldChg>
      <pc:sldChg chg="addSp delSp modSp mod modClrScheme chgLayout">
        <pc:chgData name="Andrew Bodmer" userId="e78b4f3cb0d7499b" providerId="LiveId" clId="{D4064434-9263-3D41-A177-4C41BB01FBA6}" dt="2023-10-09T15:54:58.415" v="30" actId="26606"/>
        <pc:sldMkLst>
          <pc:docMk/>
          <pc:sldMk cId="4006839253" sldId="311"/>
        </pc:sldMkLst>
        <pc:spChg chg="del mod">
          <ac:chgData name="Andrew Bodmer" userId="e78b4f3cb0d7499b" providerId="LiveId" clId="{D4064434-9263-3D41-A177-4C41BB01FBA6}" dt="2023-10-09T15:54:58.415" v="30" actId="26606"/>
          <ac:spMkLst>
            <pc:docMk/>
            <pc:sldMk cId="4006839253" sldId="311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5:54:58.415" v="30" actId="26606"/>
          <ac:spMkLst>
            <pc:docMk/>
            <pc:sldMk cId="4006839253" sldId="311"/>
            <ac:spMk id="34820" creationId="{8DCD7CE1-603D-4D59-3DBB-C13C0B6505F0}"/>
          </ac:spMkLst>
        </pc:spChg>
        <pc:spChg chg="add mod">
          <ac:chgData name="Andrew Bodmer" userId="e78b4f3cb0d7499b" providerId="LiveId" clId="{D4064434-9263-3D41-A177-4C41BB01FBA6}" dt="2023-10-09T15:54:58.415" v="30" actId="26606"/>
          <ac:spMkLst>
            <pc:docMk/>
            <pc:sldMk cId="4006839253" sldId="311"/>
            <ac:spMk id="34826" creationId="{53FBF8B9-4B0A-B6C6-ECF6-3BA6AFD2898D}"/>
          </ac:spMkLst>
        </pc:spChg>
        <pc:graphicFrameChg chg="add mod">
          <ac:chgData name="Andrew Bodmer" userId="e78b4f3cb0d7499b" providerId="LiveId" clId="{D4064434-9263-3D41-A177-4C41BB01FBA6}" dt="2023-10-09T15:54:58.415" v="30" actId="26606"/>
          <ac:graphicFrameMkLst>
            <pc:docMk/>
            <pc:sldMk cId="4006839253" sldId="311"/>
            <ac:graphicFrameMk id="34822" creationId="{4F7916EF-85F0-F7CE-1D38-316057CE0AB2}"/>
          </ac:graphicFrameMkLst>
        </pc:graphicFrameChg>
      </pc:sldChg>
      <pc:sldChg chg="modSp mod">
        <pc:chgData name="Andrew Bodmer" userId="e78b4f3cb0d7499b" providerId="LiveId" clId="{D4064434-9263-3D41-A177-4C41BB01FBA6}" dt="2023-10-09T16:18:42.130" v="157" actId="20577"/>
        <pc:sldMkLst>
          <pc:docMk/>
          <pc:sldMk cId="458275949" sldId="312"/>
        </pc:sldMkLst>
        <pc:spChg chg="mod">
          <ac:chgData name="Andrew Bodmer" userId="e78b4f3cb0d7499b" providerId="LiveId" clId="{D4064434-9263-3D41-A177-4C41BB01FBA6}" dt="2023-10-09T16:18:42.130" v="157" actId="20577"/>
          <ac:spMkLst>
            <pc:docMk/>
            <pc:sldMk cId="458275949" sldId="312"/>
            <ac:spMk id="34820" creationId="{8DCD7CE1-603D-4D59-3DBB-C13C0B6505F0}"/>
          </ac:spMkLst>
        </pc:spChg>
      </pc:sldChg>
      <pc:sldChg chg="delSp modSp mod">
        <pc:chgData name="Andrew Bodmer" userId="e78b4f3cb0d7499b" providerId="LiveId" clId="{D4064434-9263-3D41-A177-4C41BB01FBA6}" dt="2023-10-10T11:57:47.533" v="479" actId="313"/>
        <pc:sldMkLst>
          <pc:docMk/>
          <pc:sldMk cId="2237880569" sldId="313"/>
        </pc:sldMkLst>
        <pc:spChg chg="mod">
          <ac:chgData name="Andrew Bodmer" userId="e78b4f3cb0d7499b" providerId="LiveId" clId="{D4064434-9263-3D41-A177-4C41BB01FBA6}" dt="2023-10-10T11:57:47.533" v="479" actId="313"/>
          <ac:spMkLst>
            <pc:docMk/>
            <pc:sldMk cId="2237880569" sldId="313"/>
            <ac:spMk id="34819" creationId="{453C7683-8588-7ABC-32E0-8A4E68218620}"/>
          </ac:spMkLst>
        </pc:spChg>
        <pc:graphicFrameChg chg="del mod">
          <ac:chgData name="Andrew Bodmer" userId="e78b4f3cb0d7499b" providerId="LiveId" clId="{D4064434-9263-3D41-A177-4C41BB01FBA6}" dt="2023-10-09T16:25:55.635" v="276" actId="478"/>
          <ac:graphicFrameMkLst>
            <pc:docMk/>
            <pc:sldMk cId="2237880569" sldId="313"/>
            <ac:graphicFrameMk id="5" creationId="{BE1A5C97-B1F6-7A82-26B1-FCB133D167C2}"/>
          </ac:graphicFrameMkLst>
        </pc:graphicFrameChg>
      </pc:sldChg>
      <pc:sldChg chg="addSp delSp modSp mod modClrScheme chgLayout">
        <pc:chgData name="Andrew Bodmer" userId="e78b4f3cb0d7499b" providerId="LiveId" clId="{D4064434-9263-3D41-A177-4C41BB01FBA6}" dt="2023-10-09T16:05:01.019" v="64" actId="14100"/>
        <pc:sldMkLst>
          <pc:docMk/>
          <pc:sldMk cId="1335281685" sldId="314"/>
        </pc:sldMkLst>
        <pc:spChg chg="mod ord">
          <ac:chgData name="Andrew Bodmer" userId="e78b4f3cb0d7499b" providerId="LiveId" clId="{D4064434-9263-3D41-A177-4C41BB01FBA6}" dt="2023-10-09T16:05:01.019" v="64" actId="14100"/>
          <ac:spMkLst>
            <pc:docMk/>
            <pc:sldMk cId="1335281685" sldId="314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6:04:06.470" v="55" actId="26606"/>
          <ac:spMkLst>
            <pc:docMk/>
            <pc:sldMk cId="1335281685" sldId="314"/>
            <ac:spMk id="34820" creationId="{8DCD7CE1-603D-4D59-3DBB-C13C0B6505F0}"/>
          </ac:spMkLst>
        </pc:spChg>
        <pc:spChg chg="add del mod">
          <ac:chgData name="Andrew Bodmer" userId="e78b4f3cb0d7499b" providerId="LiveId" clId="{D4064434-9263-3D41-A177-4C41BB01FBA6}" dt="2023-10-09T16:04:11.613" v="56" actId="478"/>
          <ac:spMkLst>
            <pc:docMk/>
            <pc:sldMk cId="1335281685" sldId="314"/>
            <ac:spMk id="34825" creationId="{48755F52-AEA4-4D42-FFEB-AC04AF69B6DA}"/>
          </ac:spMkLst>
        </pc:spChg>
        <pc:spChg chg="add del mod">
          <ac:chgData name="Andrew Bodmer" userId="e78b4f3cb0d7499b" providerId="LiveId" clId="{D4064434-9263-3D41-A177-4C41BB01FBA6}" dt="2023-10-09T16:04:12.769" v="57" actId="478"/>
          <ac:spMkLst>
            <pc:docMk/>
            <pc:sldMk cId="1335281685" sldId="314"/>
            <ac:spMk id="34827" creationId="{4E3FA1CD-7802-BB6C-2909-68E76AA1BD79}"/>
          </ac:spMkLst>
        </pc:spChg>
        <pc:spChg chg="add mod">
          <ac:chgData name="Andrew Bodmer" userId="e78b4f3cb0d7499b" providerId="LiveId" clId="{D4064434-9263-3D41-A177-4C41BB01FBA6}" dt="2023-10-09T16:04:48.073" v="60" actId="26606"/>
          <ac:spMkLst>
            <pc:docMk/>
            <pc:sldMk cId="1335281685" sldId="314"/>
            <ac:spMk id="34829" creationId="{10A69550-BF5F-E049-A04F-D3EC943F8340}"/>
          </ac:spMkLst>
        </pc:spChg>
        <pc:spChg chg="add del">
          <ac:chgData name="Andrew Bodmer" userId="e78b4f3cb0d7499b" providerId="LiveId" clId="{D4064434-9263-3D41-A177-4C41BB01FBA6}" dt="2023-10-09T16:04:54.291" v="62" actId="478"/>
          <ac:spMkLst>
            <pc:docMk/>
            <pc:sldMk cId="1335281685" sldId="314"/>
            <ac:spMk id="34834" creationId="{85C125CC-969C-FF63-403E-0B44F016916B}"/>
          </ac:spMkLst>
        </pc:spChg>
        <pc:spChg chg="add del">
          <ac:chgData name="Andrew Bodmer" userId="e78b4f3cb0d7499b" providerId="LiveId" clId="{D4064434-9263-3D41-A177-4C41BB01FBA6}" dt="2023-10-09T16:04:52.864" v="61" actId="478"/>
          <ac:spMkLst>
            <pc:docMk/>
            <pc:sldMk cId="1335281685" sldId="314"/>
            <ac:spMk id="34836" creationId="{9EE91DC0-5E19-57D4-A0A7-7CB4FC2C65A5}"/>
          </ac:spMkLst>
        </pc:spChg>
        <pc:picChg chg="add mod">
          <ac:chgData name="Andrew Bodmer" userId="e78b4f3cb0d7499b" providerId="LiveId" clId="{D4064434-9263-3D41-A177-4C41BB01FBA6}" dt="2023-10-09T16:04:58.095" v="63" actId="14100"/>
          <ac:picMkLst>
            <pc:docMk/>
            <pc:sldMk cId="1335281685" sldId="314"/>
            <ac:picMk id="3" creationId="{879D7CDA-DCD8-903F-80F4-1EF1607F4EA4}"/>
          </ac:picMkLst>
        </pc:picChg>
      </pc:sldChg>
      <pc:sldChg chg="addSp modSp mod">
        <pc:chgData name="Andrew Bodmer" userId="e78b4f3cb0d7499b" providerId="LiveId" clId="{D4064434-9263-3D41-A177-4C41BB01FBA6}" dt="2023-10-09T16:29:21.161" v="409" actId="113"/>
        <pc:sldMkLst>
          <pc:docMk/>
          <pc:sldMk cId="2116573742" sldId="315"/>
        </pc:sldMkLst>
        <pc:spChg chg="add mod">
          <ac:chgData name="Andrew Bodmer" userId="e78b4f3cb0d7499b" providerId="LiveId" clId="{D4064434-9263-3D41-A177-4C41BB01FBA6}" dt="2023-10-09T16:29:21.161" v="409" actId="113"/>
          <ac:spMkLst>
            <pc:docMk/>
            <pc:sldMk cId="2116573742" sldId="315"/>
            <ac:spMk id="2" creationId="{E5E8687B-0FD9-D5C9-ECAF-BDD19B5E2BDC}"/>
          </ac:spMkLst>
        </pc:spChg>
      </pc:sldChg>
      <pc:sldChg chg="modSp mod">
        <pc:chgData name="Andrew Bodmer" userId="e78b4f3cb0d7499b" providerId="LiveId" clId="{D4064434-9263-3D41-A177-4C41BB01FBA6}" dt="2023-10-09T16:36:24.079" v="466" actId="20577"/>
        <pc:sldMkLst>
          <pc:docMk/>
          <pc:sldMk cId="166266769" sldId="317"/>
        </pc:sldMkLst>
        <pc:spChg chg="mod">
          <ac:chgData name="Andrew Bodmer" userId="e78b4f3cb0d7499b" providerId="LiveId" clId="{D4064434-9263-3D41-A177-4C41BB01FBA6}" dt="2023-10-09T16:36:24.079" v="466" actId="20577"/>
          <ac:spMkLst>
            <pc:docMk/>
            <pc:sldMk cId="166266769" sldId="317"/>
            <ac:spMk id="34819" creationId="{453C7683-8588-7ABC-32E0-8A4E68218620}"/>
          </ac:spMkLst>
        </pc:spChg>
        <pc:picChg chg="mod">
          <ac:chgData name="Andrew Bodmer" userId="e78b4f3cb0d7499b" providerId="LiveId" clId="{D4064434-9263-3D41-A177-4C41BB01FBA6}" dt="2023-10-09T16:35:34.256" v="415" actId="14100"/>
          <ac:picMkLst>
            <pc:docMk/>
            <pc:sldMk cId="166266769" sldId="317"/>
            <ac:picMk id="2" creationId="{FE87CB95-F259-48AC-D63C-FDD458C9821E}"/>
          </ac:picMkLst>
        </pc:picChg>
      </pc:sldChg>
      <pc:sldChg chg="modSp mod">
        <pc:chgData name="Andrew Bodmer" userId="e78b4f3cb0d7499b" providerId="LiveId" clId="{D4064434-9263-3D41-A177-4C41BB01FBA6}" dt="2023-10-09T15:44:48.077" v="9" actId="20577"/>
        <pc:sldMkLst>
          <pc:docMk/>
          <pc:sldMk cId="1334720075" sldId="334"/>
        </pc:sldMkLst>
        <pc:spChg chg="mod">
          <ac:chgData name="Andrew Bodmer" userId="e78b4f3cb0d7499b" providerId="LiveId" clId="{D4064434-9263-3D41-A177-4C41BB01FBA6}" dt="2023-10-09T15:44:48.077" v="9" actId="20577"/>
          <ac:spMkLst>
            <pc:docMk/>
            <pc:sldMk cId="1334720075" sldId="334"/>
            <ac:spMk id="34820" creationId="{8DCD7CE1-603D-4D59-3DBB-C13C0B6505F0}"/>
          </ac:spMkLst>
        </pc:spChg>
      </pc:sldChg>
      <pc:sldChg chg="addSp delSp modSp mod modClrScheme chgLayout">
        <pc:chgData name="Andrew Bodmer" userId="e78b4f3cb0d7499b" providerId="LiveId" clId="{D4064434-9263-3D41-A177-4C41BB01FBA6}" dt="2023-10-10T11:57:08.894" v="472" actId="27636"/>
        <pc:sldMkLst>
          <pc:docMk/>
          <pc:sldMk cId="2980021441" sldId="336"/>
        </pc:sldMkLst>
        <pc:spChg chg="del mod">
          <ac:chgData name="Andrew Bodmer" userId="e78b4f3cb0d7499b" providerId="LiveId" clId="{D4064434-9263-3D41-A177-4C41BB01FBA6}" dt="2023-10-09T16:07:18.019" v="70" actId="478"/>
          <ac:spMkLst>
            <pc:docMk/>
            <pc:sldMk cId="2980021441" sldId="336"/>
            <ac:spMk id="2" creationId="{B61AE293-D49E-DC81-D886-8740A61D8C2C}"/>
          </ac:spMkLst>
        </pc:spChg>
        <pc:spChg chg="mod ord">
          <ac:chgData name="Andrew Bodmer" userId="e78b4f3cb0d7499b" providerId="LiveId" clId="{D4064434-9263-3D41-A177-4C41BB01FBA6}" dt="2023-10-09T16:10:25.168" v="74" actId="5793"/>
          <ac:spMkLst>
            <pc:docMk/>
            <pc:sldMk cId="2980021441" sldId="336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10T11:57:08.894" v="472" actId="27636"/>
          <ac:spMkLst>
            <pc:docMk/>
            <pc:sldMk cId="2980021441" sldId="336"/>
            <ac:spMk id="34820" creationId="{8DCD7CE1-603D-4D59-3DBB-C13C0B6505F0}"/>
          </ac:spMkLst>
        </pc:spChg>
        <pc:spChg chg="add mod">
          <ac:chgData name="Andrew Bodmer" userId="e78b4f3cb0d7499b" providerId="LiveId" clId="{D4064434-9263-3D41-A177-4C41BB01FBA6}" dt="2023-10-09T16:10:16.174" v="72" actId="26606"/>
          <ac:spMkLst>
            <pc:docMk/>
            <pc:sldMk cId="2980021441" sldId="336"/>
            <ac:spMk id="34825" creationId="{FC268800-C898-1BF6-9DEE-0E980E06489C}"/>
          </ac:spMkLst>
        </pc:spChg>
        <pc:picChg chg="add mod">
          <ac:chgData name="Andrew Bodmer" userId="e78b4f3cb0d7499b" providerId="LiveId" clId="{D4064434-9263-3D41-A177-4C41BB01FBA6}" dt="2023-10-09T16:10:16.174" v="72" actId="26606"/>
          <ac:picMkLst>
            <pc:docMk/>
            <pc:sldMk cId="2980021441" sldId="336"/>
            <ac:picMk id="4" creationId="{81445579-DE70-8C0D-65A9-7C6E40FAAA42}"/>
          </ac:picMkLst>
        </pc:picChg>
      </pc:sldChg>
      <pc:sldChg chg="modSp mod">
        <pc:chgData name="Andrew Bodmer" userId="e78b4f3cb0d7499b" providerId="LiveId" clId="{D4064434-9263-3D41-A177-4C41BB01FBA6}" dt="2023-10-09T16:18:50.043" v="161" actId="20577"/>
        <pc:sldMkLst>
          <pc:docMk/>
          <pc:sldMk cId="299814189" sldId="338"/>
        </pc:sldMkLst>
        <pc:spChg chg="mod">
          <ac:chgData name="Andrew Bodmer" userId="e78b4f3cb0d7499b" providerId="LiveId" clId="{D4064434-9263-3D41-A177-4C41BB01FBA6}" dt="2023-10-09T16:18:50.043" v="161" actId="20577"/>
          <ac:spMkLst>
            <pc:docMk/>
            <pc:sldMk cId="299814189" sldId="338"/>
            <ac:spMk id="34820" creationId="{8DCD7CE1-603D-4D59-3DBB-C13C0B6505F0}"/>
          </ac:spMkLst>
        </pc:spChg>
      </pc:sldChg>
      <pc:sldChg chg="modSp mod">
        <pc:chgData name="Andrew Bodmer" userId="e78b4f3cb0d7499b" providerId="LiveId" clId="{D4064434-9263-3D41-A177-4C41BB01FBA6}" dt="2023-10-09T16:24:51.703" v="221" actId="20577"/>
        <pc:sldMkLst>
          <pc:docMk/>
          <pc:sldMk cId="706500726" sldId="339"/>
        </pc:sldMkLst>
        <pc:spChg chg="mod">
          <ac:chgData name="Andrew Bodmer" userId="e78b4f3cb0d7499b" providerId="LiveId" clId="{D4064434-9263-3D41-A177-4C41BB01FBA6}" dt="2023-10-09T16:24:51.703" v="221" actId="20577"/>
          <ac:spMkLst>
            <pc:docMk/>
            <pc:sldMk cId="706500726" sldId="339"/>
            <ac:spMk id="2" creationId="{66D21E07-B40A-F38F-0BC7-0C404D0DE84E}"/>
          </ac:spMkLst>
        </pc:spChg>
        <pc:spChg chg="mod">
          <ac:chgData name="Andrew Bodmer" userId="e78b4f3cb0d7499b" providerId="LiveId" clId="{D4064434-9263-3D41-A177-4C41BB01FBA6}" dt="2023-10-09T16:20:58.805" v="176" actId="20577"/>
          <ac:spMkLst>
            <pc:docMk/>
            <pc:sldMk cId="706500726" sldId="339"/>
            <ac:spMk id="34820" creationId="{8DCD7CE1-603D-4D59-3DBB-C13C0B6505F0}"/>
          </ac:spMkLst>
        </pc:spChg>
      </pc:sldChg>
      <pc:sldChg chg="addSp modSp add mod modTransition modClrScheme chgLayout">
        <pc:chgData name="Andrew Bodmer" userId="e78b4f3cb0d7499b" providerId="LiveId" clId="{D4064434-9263-3D41-A177-4C41BB01FBA6}" dt="2023-10-09T15:55:05.039" v="31" actId="26606"/>
        <pc:sldMkLst>
          <pc:docMk/>
          <pc:sldMk cId="2462619307" sldId="340"/>
        </pc:sldMkLst>
        <pc:spChg chg="mod ord">
          <ac:chgData name="Andrew Bodmer" userId="e78b4f3cb0d7499b" providerId="LiveId" clId="{D4064434-9263-3D41-A177-4C41BB01FBA6}" dt="2023-10-09T15:55:05.039" v="31" actId="26606"/>
          <ac:spMkLst>
            <pc:docMk/>
            <pc:sldMk cId="2462619307" sldId="340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5:55:05.039" v="31" actId="26606"/>
          <ac:spMkLst>
            <pc:docMk/>
            <pc:sldMk cId="2462619307" sldId="340"/>
            <ac:spMk id="34820" creationId="{8DCD7CE1-603D-4D59-3DBB-C13C0B6505F0}"/>
          </ac:spMkLst>
        </pc:spChg>
        <pc:spChg chg="add mod">
          <ac:chgData name="Andrew Bodmer" userId="e78b4f3cb0d7499b" providerId="LiveId" clId="{D4064434-9263-3D41-A177-4C41BB01FBA6}" dt="2023-10-09T15:55:05.039" v="31" actId="26606"/>
          <ac:spMkLst>
            <pc:docMk/>
            <pc:sldMk cId="2462619307" sldId="340"/>
            <ac:spMk id="34825" creationId="{ABBA3D04-E1A5-68F2-5905-606B5332CE2C}"/>
          </ac:spMkLst>
        </pc:spChg>
        <pc:picChg chg="add mod">
          <ac:chgData name="Andrew Bodmer" userId="e78b4f3cb0d7499b" providerId="LiveId" clId="{D4064434-9263-3D41-A177-4C41BB01FBA6}" dt="2023-10-09T15:55:05.039" v="31" actId="26606"/>
          <ac:picMkLst>
            <pc:docMk/>
            <pc:sldMk cId="2462619307" sldId="340"/>
            <ac:picMk id="3" creationId="{357D56D5-0A60-6AFD-876C-9D4D40C40A35}"/>
          </ac:picMkLst>
        </pc:picChg>
      </pc:sldChg>
      <pc:sldChg chg="addSp modSp add mod modTransition">
        <pc:chgData name="Andrew Bodmer" userId="e78b4f3cb0d7499b" providerId="LiveId" clId="{D4064434-9263-3D41-A177-4C41BB01FBA6}" dt="2023-10-09T15:57:21.885" v="39" actId="1076"/>
        <pc:sldMkLst>
          <pc:docMk/>
          <pc:sldMk cId="2359725716" sldId="341"/>
        </pc:sldMkLst>
        <pc:spChg chg="mod">
          <ac:chgData name="Andrew Bodmer" userId="e78b4f3cb0d7499b" providerId="LiveId" clId="{D4064434-9263-3D41-A177-4C41BB01FBA6}" dt="2023-10-09T15:57:20.008" v="38" actId="1076"/>
          <ac:spMkLst>
            <pc:docMk/>
            <pc:sldMk cId="2359725716" sldId="341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5:44:40.891" v="7" actId="20577"/>
          <ac:spMkLst>
            <pc:docMk/>
            <pc:sldMk cId="2359725716" sldId="341"/>
            <ac:spMk id="34820" creationId="{8DCD7CE1-603D-4D59-3DBB-C13C0B6505F0}"/>
          </ac:spMkLst>
        </pc:spChg>
        <pc:picChg chg="add mod">
          <ac:chgData name="Andrew Bodmer" userId="e78b4f3cb0d7499b" providerId="LiveId" clId="{D4064434-9263-3D41-A177-4C41BB01FBA6}" dt="2023-10-09T15:57:21.885" v="39" actId="1076"/>
          <ac:picMkLst>
            <pc:docMk/>
            <pc:sldMk cId="2359725716" sldId="341"/>
            <ac:picMk id="3" creationId="{FF13DC9C-9211-A1C8-2BEF-5AFFE67B91F3}"/>
          </ac:picMkLst>
        </pc:picChg>
      </pc:sldChg>
      <pc:sldChg chg="add del modTransition">
        <pc:chgData name="Andrew Bodmer" userId="e78b4f3cb0d7499b" providerId="LiveId" clId="{D4064434-9263-3D41-A177-4C41BB01FBA6}" dt="2023-10-09T15:58:31.259" v="41"/>
        <pc:sldMkLst>
          <pc:docMk/>
          <pc:sldMk cId="1329075941" sldId="342"/>
        </pc:sldMkLst>
      </pc:sldChg>
      <pc:sldChg chg="addSp delSp modSp add mod modTransition modClrScheme chgLayout">
        <pc:chgData name="Andrew Bodmer" userId="e78b4f3cb0d7499b" providerId="LiveId" clId="{D4064434-9263-3D41-A177-4C41BB01FBA6}" dt="2023-10-09T16:05:58.511" v="65" actId="26606"/>
        <pc:sldMkLst>
          <pc:docMk/>
          <pc:sldMk cId="1528311652" sldId="342"/>
        </pc:sldMkLst>
        <pc:spChg chg="del mod">
          <ac:chgData name="Andrew Bodmer" userId="e78b4f3cb0d7499b" providerId="LiveId" clId="{D4064434-9263-3D41-A177-4C41BB01FBA6}" dt="2023-10-09T16:05:58.511" v="65" actId="26606"/>
          <ac:spMkLst>
            <pc:docMk/>
            <pc:sldMk cId="1528311652" sldId="342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09T16:05:58.511" v="65" actId="26606"/>
          <ac:spMkLst>
            <pc:docMk/>
            <pc:sldMk cId="1528311652" sldId="342"/>
            <ac:spMk id="34820" creationId="{8DCD7CE1-603D-4D59-3DBB-C13C0B6505F0}"/>
          </ac:spMkLst>
        </pc:spChg>
        <pc:spChg chg="add mod">
          <ac:chgData name="Andrew Bodmer" userId="e78b4f3cb0d7499b" providerId="LiveId" clId="{D4064434-9263-3D41-A177-4C41BB01FBA6}" dt="2023-10-09T16:05:58.511" v="65" actId="26606"/>
          <ac:spMkLst>
            <pc:docMk/>
            <pc:sldMk cId="1528311652" sldId="342"/>
            <ac:spMk id="34826" creationId="{E069DCF0-E6D4-BBE3-FD45-7A286D1F3275}"/>
          </ac:spMkLst>
        </pc:spChg>
        <pc:graphicFrameChg chg="add mod">
          <ac:chgData name="Andrew Bodmer" userId="e78b4f3cb0d7499b" providerId="LiveId" clId="{D4064434-9263-3D41-A177-4C41BB01FBA6}" dt="2023-10-09T16:05:58.511" v="65" actId="26606"/>
          <ac:graphicFrameMkLst>
            <pc:docMk/>
            <pc:sldMk cId="1528311652" sldId="342"/>
            <ac:graphicFrameMk id="34822" creationId="{44675097-E043-28FF-E4D2-9777827F78CE}"/>
          </ac:graphicFrameMkLst>
        </pc:graphicFrameChg>
      </pc:sldChg>
      <pc:sldChg chg="addSp delSp modSp add mod modTransition modClrScheme chgLayout">
        <pc:chgData name="Andrew Bodmer" userId="e78b4f3cb0d7499b" providerId="LiveId" clId="{D4064434-9263-3D41-A177-4C41BB01FBA6}" dt="2023-10-10T11:57:17.971" v="478" actId="27636"/>
        <pc:sldMkLst>
          <pc:docMk/>
          <pc:sldMk cId="2030162273" sldId="343"/>
        </pc:sldMkLst>
        <pc:spChg chg="del">
          <ac:chgData name="Andrew Bodmer" userId="e78b4f3cb0d7499b" providerId="LiveId" clId="{D4064434-9263-3D41-A177-4C41BB01FBA6}" dt="2023-10-09T16:10:37.295" v="75" actId="26606"/>
          <ac:spMkLst>
            <pc:docMk/>
            <pc:sldMk cId="2030162273" sldId="343"/>
            <ac:spMk id="2" creationId="{B61AE293-D49E-DC81-D886-8740A61D8C2C}"/>
          </ac:spMkLst>
        </pc:spChg>
        <pc:spChg chg="add del mod">
          <ac:chgData name="Andrew Bodmer" userId="e78b4f3cb0d7499b" providerId="LiveId" clId="{D4064434-9263-3D41-A177-4C41BB01FBA6}" dt="2023-10-09T16:07:12.742" v="68" actId="478"/>
          <ac:spMkLst>
            <pc:docMk/>
            <pc:sldMk cId="2030162273" sldId="343"/>
            <ac:spMk id="3" creationId="{574F21A3-598C-816D-0DD2-EE8111CEC000}"/>
          </ac:spMkLst>
        </pc:spChg>
        <pc:spChg chg="del">
          <ac:chgData name="Andrew Bodmer" userId="e78b4f3cb0d7499b" providerId="LiveId" clId="{D4064434-9263-3D41-A177-4C41BB01FBA6}" dt="2023-10-09T16:07:10.528" v="67" actId="478"/>
          <ac:spMkLst>
            <pc:docMk/>
            <pc:sldMk cId="2030162273" sldId="343"/>
            <ac:spMk id="34819" creationId="{453C7683-8588-7ABC-32E0-8A4E68218620}"/>
          </ac:spMkLst>
        </pc:spChg>
        <pc:spChg chg="mod">
          <ac:chgData name="Andrew Bodmer" userId="e78b4f3cb0d7499b" providerId="LiveId" clId="{D4064434-9263-3D41-A177-4C41BB01FBA6}" dt="2023-10-10T11:57:17.971" v="478" actId="27636"/>
          <ac:spMkLst>
            <pc:docMk/>
            <pc:sldMk cId="2030162273" sldId="343"/>
            <ac:spMk id="34820" creationId="{8DCD7CE1-603D-4D59-3DBB-C13C0B6505F0}"/>
          </ac:spMkLst>
        </pc:spChg>
        <pc:spChg chg="add mod">
          <ac:chgData name="Andrew Bodmer" userId="e78b4f3cb0d7499b" providerId="LiveId" clId="{D4064434-9263-3D41-A177-4C41BB01FBA6}" dt="2023-10-09T16:10:37.295" v="75" actId="26606"/>
          <ac:spMkLst>
            <pc:docMk/>
            <pc:sldMk cId="2030162273" sldId="343"/>
            <ac:spMk id="34826" creationId="{66E5393E-BCB2-73E0-E84B-5D6448F22AE2}"/>
          </ac:spMkLst>
        </pc:spChg>
        <pc:graphicFrameChg chg="add">
          <ac:chgData name="Andrew Bodmer" userId="e78b4f3cb0d7499b" providerId="LiveId" clId="{D4064434-9263-3D41-A177-4C41BB01FBA6}" dt="2023-10-09T16:10:37.295" v="75" actId="26606"/>
          <ac:graphicFrameMkLst>
            <pc:docMk/>
            <pc:sldMk cId="2030162273" sldId="343"/>
            <ac:graphicFrameMk id="34822" creationId="{60374BC2-C2EB-84BB-EAEA-88C211F8824D}"/>
          </ac:graphicFrameMkLst>
        </pc:graphicFrameChg>
      </pc:sldChg>
    </pc:docChg>
  </pc:docChgLst>
  <pc:docChgLst>
    <pc:chgData name="Sam Prince" userId="S::sam.prince1@pearson.com::b8c1c271-dd5b-4079-a09a-81f4ce8be867" providerId="AD" clId="Web-{FD5735FB-C9B6-9B4D-0F7A-766C25B2F8F1}"/>
    <pc:docChg chg="modSld">
      <pc:chgData name="Sam Prince" userId="S::sam.prince1@pearson.com::b8c1c271-dd5b-4079-a09a-81f4ce8be867" providerId="AD" clId="Web-{FD5735FB-C9B6-9B4D-0F7A-766C25B2F8F1}" dt="2023-10-12T12:44:58.685" v="18" actId="20577"/>
      <pc:docMkLst>
        <pc:docMk/>
      </pc:docMkLst>
      <pc:sldChg chg="modSp">
        <pc:chgData name="Sam Prince" userId="S::sam.prince1@pearson.com::b8c1c271-dd5b-4079-a09a-81f4ce8be867" providerId="AD" clId="Web-{FD5735FB-C9B6-9B4D-0F7A-766C25B2F8F1}" dt="2023-10-12T12:44:58.685" v="18" actId="20577"/>
        <pc:sldMkLst>
          <pc:docMk/>
          <pc:sldMk cId="3606443961" sldId="345"/>
        </pc:sldMkLst>
        <pc:spChg chg="mod">
          <ac:chgData name="Sam Prince" userId="S::sam.prince1@pearson.com::b8c1c271-dd5b-4079-a09a-81f4ce8be867" providerId="AD" clId="Web-{FD5735FB-C9B6-9B4D-0F7A-766C25B2F8F1}" dt="2023-10-12T12:44:58.685" v="18" actId="20577"/>
          <ac:spMkLst>
            <pc:docMk/>
            <pc:sldMk cId="3606443961" sldId="345"/>
            <ac:spMk id="3" creationId="{9D01F6EA-063B-3516-3671-FBB80511F83A}"/>
          </ac:spMkLst>
        </pc:spChg>
      </pc:sldChg>
    </pc:docChg>
  </pc:docChgLst>
  <pc:docChgLst>
    <pc:chgData name="Sam Prince" userId="b8c1c271-dd5b-4079-a09a-81f4ce8be867" providerId="ADAL" clId="{4B433922-5948-4101-B2CE-34433F53517D}"/>
    <pc:docChg chg="undo custSel delSld modSld">
      <pc:chgData name="Sam Prince" userId="b8c1c271-dd5b-4079-a09a-81f4ce8be867" providerId="ADAL" clId="{4B433922-5948-4101-B2CE-34433F53517D}" dt="2023-10-20T12:18:30.814" v="166" actId="113"/>
      <pc:docMkLst>
        <pc:docMk/>
      </pc:docMkLst>
      <pc:sldChg chg="modSp mod">
        <pc:chgData name="Sam Prince" userId="b8c1c271-dd5b-4079-a09a-81f4ce8be867" providerId="ADAL" clId="{4B433922-5948-4101-B2CE-34433F53517D}" dt="2023-10-12T15:11:38.330" v="99" actId="20577"/>
        <pc:sldMkLst>
          <pc:docMk/>
          <pc:sldMk cId="0" sldId="258"/>
        </pc:sldMkLst>
        <pc:spChg chg="mod">
          <ac:chgData name="Sam Prince" userId="b8c1c271-dd5b-4079-a09a-81f4ce8be867" providerId="ADAL" clId="{4B433922-5948-4101-B2CE-34433F53517D}" dt="2023-10-12T15:11:38.330" v="99" actId="20577"/>
          <ac:spMkLst>
            <pc:docMk/>
            <pc:sldMk cId="0" sldId="258"/>
            <ac:spMk id="32770" creationId="{CD9316BF-B3CE-8341-5A0A-249747D6C6E1}"/>
          </ac:spMkLst>
        </pc:spChg>
      </pc:sldChg>
      <pc:sldChg chg="modSp delCm">
        <pc:chgData name="Sam Prince" userId="b8c1c271-dd5b-4079-a09a-81f4ce8be867" providerId="ADAL" clId="{4B433922-5948-4101-B2CE-34433F53517D}" dt="2023-10-12T14:28:10.481" v="46" actId="14100"/>
        <pc:sldMkLst>
          <pc:docMk/>
          <pc:sldMk cId="884549766" sldId="305"/>
        </pc:sldMkLst>
        <pc:spChg chg="mod">
          <ac:chgData name="Sam Prince" userId="b8c1c271-dd5b-4079-a09a-81f4ce8be867" providerId="ADAL" clId="{4B433922-5948-4101-B2CE-34433F53517D}" dt="2023-10-12T14:28:10.481" v="46" actId="14100"/>
          <ac:spMkLst>
            <pc:docMk/>
            <pc:sldMk cId="884549766" sldId="305"/>
            <ac:spMk id="2" creationId="{1AC41CD3-861A-897D-A643-9F688AA0CA4F}"/>
          </ac:spMkLst>
        </pc:spChg>
      </pc:sldChg>
      <pc:sldChg chg="modSp mod">
        <pc:chgData name="Sam Prince" userId="b8c1c271-dd5b-4079-a09a-81f4ce8be867" providerId="ADAL" clId="{4B433922-5948-4101-B2CE-34433F53517D}" dt="2023-10-12T14:32:12.944" v="90" actId="14100"/>
        <pc:sldMkLst>
          <pc:docMk/>
          <pc:sldMk cId="3621417310" sldId="307"/>
        </pc:sldMkLst>
        <pc:spChg chg="mod">
          <ac:chgData name="Sam Prince" userId="b8c1c271-dd5b-4079-a09a-81f4ce8be867" providerId="ADAL" clId="{4B433922-5948-4101-B2CE-34433F53517D}" dt="2023-10-12T14:32:12.944" v="90" actId="14100"/>
          <ac:spMkLst>
            <pc:docMk/>
            <pc:sldMk cId="3621417310" sldId="307"/>
            <ac:spMk id="2" creationId="{3C3BAA93-685B-B3FF-4FAD-839D4D468DFF}"/>
          </ac:spMkLst>
        </pc:spChg>
        <pc:spChg chg="mod">
          <ac:chgData name="Sam Prince" userId="b8c1c271-dd5b-4079-a09a-81f4ce8be867" providerId="ADAL" clId="{4B433922-5948-4101-B2CE-34433F53517D}" dt="2023-10-12T14:31:59.478" v="85" actId="12"/>
          <ac:spMkLst>
            <pc:docMk/>
            <pc:sldMk cId="3621417310" sldId="307"/>
            <ac:spMk id="34819" creationId="{453C7683-8588-7ABC-32E0-8A4E68218620}"/>
          </ac:spMkLst>
        </pc:spChg>
      </pc:sldChg>
      <pc:sldChg chg="modSp">
        <pc:chgData name="Sam Prince" userId="b8c1c271-dd5b-4079-a09a-81f4ce8be867" providerId="ADAL" clId="{4B433922-5948-4101-B2CE-34433F53517D}" dt="2023-10-12T14:32:59.084" v="97" actId="1076"/>
        <pc:sldMkLst>
          <pc:docMk/>
          <pc:sldMk cId="2005355495" sldId="308"/>
        </pc:sldMkLst>
        <pc:spChg chg="mod">
          <ac:chgData name="Sam Prince" userId="b8c1c271-dd5b-4079-a09a-81f4ce8be867" providerId="ADAL" clId="{4B433922-5948-4101-B2CE-34433F53517D}" dt="2023-10-12T14:32:59.084" v="97" actId="1076"/>
          <ac:spMkLst>
            <pc:docMk/>
            <pc:sldMk cId="2005355495" sldId="308"/>
            <ac:spMk id="34819" creationId="{453C7683-8588-7ABC-32E0-8A4E68218620}"/>
          </ac:spMkLst>
        </pc:spChg>
      </pc:sldChg>
      <pc:sldChg chg="addSp delSp modSp mod">
        <pc:chgData name="Sam Prince" userId="b8c1c271-dd5b-4079-a09a-81f4ce8be867" providerId="ADAL" clId="{4B433922-5948-4101-B2CE-34433F53517D}" dt="2023-10-18T14:55:37.288" v="138" actId="1076"/>
        <pc:sldMkLst>
          <pc:docMk/>
          <pc:sldMk cId="3335309099" sldId="310"/>
        </pc:sldMkLst>
        <pc:spChg chg="mod">
          <ac:chgData name="Sam Prince" userId="b8c1c271-dd5b-4079-a09a-81f4ce8be867" providerId="ADAL" clId="{4B433922-5948-4101-B2CE-34433F53517D}" dt="2023-10-12T14:30:28.206" v="78" actId="27636"/>
          <ac:spMkLst>
            <pc:docMk/>
            <pc:sldMk cId="3335309099" sldId="310"/>
            <ac:spMk id="34819" creationId="{453C7683-8588-7ABC-32E0-8A4E68218620}"/>
          </ac:spMkLst>
        </pc:spChg>
        <pc:spChg chg="del">
          <ac:chgData name="Sam Prince" userId="b8c1c271-dd5b-4079-a09a-81f4ce8be867" providerId="ADAL" clId="{4B433922-5948-4101-B2CE-34433F53517D}" dt="2023-10-12T14:28:16.683" v="47" actId="478"/>
          <ac:spMkLst>
            <pc:docMk/>
            <pc:sldMk cId="3335309099" sldId="310"/>
            <ac:spMk id="34833" creationId="{9EBE11F2-5786-CCE9-9169-8E9B082AEB20}"/>
          </ac:spMkLst>
        </pc:spChg>
        <pc:picChg chg="del">
          <ac:chgData name="Sam Prince" userId="b8c1c271-dd5b-4079-a09a-81f4ce8be867" providerId="ADAL" clId="{4B433922-5948-4101-B2CE-34433F53517D}" dt="2023-10-18T14:52:21.594" v="135" actId="478"/>
          <ac:picMkLst>
            <pc:docMk/>
            <pc:sldMk cId="3335309099" sldId="310"/>
            <ac:picMk id="3" creationId="{181E5743-4783-0F71-687E-5391839A94FB}"/>
          </ac:picMkLst>
        </pc:picChg>
        <pc:picChg chg="add mod">
          <ac:chgData name="Sam Prince" userId="b8c1c271-dd5b-4079-a09a-81f4ce8be867" providerId="ADAL" clId="{4B433922-5948-4101-B2CE-34433F53517D}" dt="2023-10-18T14:55:37.288" v="138" actId="1076"/>
          <ac:picMkLst>
            <pc:docMk/>
            <pc:sldMk cId="3335309099" sldId="310"/>
            <ac:picMk id="4" creationId="{C8A7BBEF-3236-38CB-8B18-A4CEB57F17B2}"/>
          </ac:picMkLst>
        </pc:picChg>
      </pc:sldChg>
      <pc:sldChg chg="delSp mod">
        <pc:chgData name="Sam Prince" userId="b8c1c271-dd5b-4079-a09a-81f4ce8be867" providerId="ADAL" clId="{4B433922-5948-4101-B2CE-34433F53517D}" dt="2023-10-12T14:28:42.208" v="51" actId="478"/>
        <pc:sldMkLst>
          <pc:docMk/>
          <pc:sldMk cId="4006839253" sldId="311"/>
        </pc:sldMkLst>
        <pc:spChg chg="del">
          <ac:chgData name="Sam Prince" userId="b8c1c271-dd5b-4079-a09a-81f4ce8be867" providerId="ADAL" clId="{4B433922-5948-4101-B2CE-34433F53517D}" dt="2023-10-12T14:28:42.208" v="51" actId="478"/>
          <ac:spMkLst>
            <pc:docMk/>
            <pc:sldMk cId="4006839253" sldId="311"/>
            <ac:spMk id="34826" creationId="{53FBF8B9-4B0A-B6C6-ECF6-3BA6AFD2898D}"/>
          </ac:spMkLst>
        </pc:spChg>
      </pc:sldChg>
      <pc:sldChg chg="modSp mod">
        <pc:chgData name="Sam Prince" userId="b8c1c271-dd5b-4079-a09a-81f4ce8be867" providerId="ADAL" clId="{4B433922-5948-4101-B2CE-34433F53517D}" dt="2023-10-12T15:12:11.603" v="103" actId="20577"/>
        <pc:sldMkLst>
          <pc:docMk/>
          <pc:sldMk cId="458275949" sldId="312"/>
        </pc:sldMkLst>
        <pc:spChg chg="mod">
          <ac:chgData name="Sam Prince" userId="b8c1c271-dd5b-4079-a09a-81f4ce8be867" providerId="ADAL" clId="{4B433922-5948-4101-B2CE-34433F53517D}" dt="2023-10-12T15:12:11.603" v="103" actId="20577"/>
          <ac:spMkLst>
            <pc:docMk/>
            <pc:sldMk cId="458275949" sldId="31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5:12:44.654" v="110" actId="20577"/>
        <pc:sldMkLst>
          <pc:docMk/>
          <pc:sldMk cId="2237880569" sldId="313"/>
        </pc:sldMkLst>
        <pc:spChg chg="mod">
          <ac:chgData name="Sam Prince" userId="b8c1c271-dd5b-4079-a09a-81f4ce8be867" providerId="ADAL" clId="{4B433922-5948-4101-B2CE-34433F53517D}" dt="2023-10-12T14:29:07.612" v="54" actId="403"/>
          <ac:spMkLst>
            <pc:docMk/>
            <pc:sldMk cId="2237880569" sldId="313"/>
            <ac:spMk id="34819" creationId="{453C7683-8588-7ABC-32E0-8A4E68218620}"/>
          </ac:spMkLst>
        </pc:spChg>
        <pc:spChg chg="mod">
          <ac:chgData name="Sam Prince" userId="b8c1c271-dd5b-4079-a09a-81f4ce8be867" providerId="ADAL" clId="{4B433922-5948-4101-B2CE-34433F53517D}" dt="2023-10-12T15:12:44.654" v="110" actId="20577"/>
          <ac:spMkLst>
            <pc:docMk/>
            <pc:sldMk cId="2237880569" sldId="313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B433922-5948-4101-B2CE-34433F53517D}" dt="2023-10-18T14:59:49.399" v="157" actId="1076"/>
        <pc:sldMkLst>
          <pc:docMk/>
          <pc:sldMk cId="1335281685" sldId="314"/>
        </pc:sldMkLst>
        <pc:spChg chg="mod">
          <ac:chgData name="Sam Prince" userId="b8c1c271-dd5b-4079-a09a-81f4ce8be867" providerId="ADAL" clId="{4B433922-5948-4101-B2CE-34433F53517D}" dt="2023-10-12T14:29:14.279" v="55" actId="403"/>
          <ac:spMkLst>
            <pc:docMk/>
            <pc:sldMk cId="1335281685" sldId="314"/>
            <ac:spMk id="34819" creationId="{453C7683-8588-7ABC-32E0-8A4E68218620}"/>
          </ac:spMkLst>
        </pc:spChg>
        <pc:spChg chg="mod">
          <ac:chgData name="Sam Prince" userId="b8c1c271-dd5b-4079-a09a-81f4ce8be867" providerId="ADAL" clId="{4B433922-5948-4101-B2CE-34433F53517D}" dt="2023-10-12T15:12:52.949" v="113" actId="404"/>
          <ac:spMkLst>
            <pc:docMk/>
            <pc:sldMk cId="1335281685" sldId="314"/>
            <ac:spMk id="34820" creationId="{8DCD7CE1-603D-4D59-3DBB-C13C0B6505F0}"/>
          </ac:spMkLst>
        </pc:spChg>
        <pc:spChg chg="del">
          <ac:chgData name="Sam Prince" userId="b8c1c271-dd5b-4079-a09a-81f4ce8be867" providerId="ADAL" clId="{4B433922-5948-4101-B2CE-34433F53517D}" dt="2023-10-12T14:28:51.091" v="52" actId="478"/>
          <ac:spMkLst>
            <pc:docMk/>
            <pc:sldMk cId="1335281685" sldId="314"/>
            <ac:spMk id="34829" creationId="{10A69550-BF5F-E049-A04F-D3EC943F8340}"/>
          </ac:spMkLst>
        </pc:spChg>
        <pc:picChg chg="del">
          <ac:chgData name="Sam Prince" userId="b8c1c271-dd5b-4079-a09a-81f4ce8be867" providerId="ADAL" clId="{4B433922-5948-4101-B2CE-34433F53517D}" dt="2023-10-18T14:59:27.626" v="150" actId="478"/>
          <ac:picMkLst>
            <pc:docMk/>
            <pc:sldMk cId="1335281685" sldId="314"/>
            <ac:picMk id="3" creationId="{879D7CDA-DCD8-903F-80F4-1EF1607F4EA4}"/>
          </ac:picMkLst>
        </pc:picChg>
        <pc:picChg chg="add mod">
          <ac:chgData name="Sam Prince" userId="b8c1c271-dd5b-4079-a09a-81f4ce8be867" providerId="ADAL" clId="{4B433922-5948-4101-B2CE-34433F53517D}" dt="2023-10-18T14:59:49.399" v="157" actId="1076"/>
          <ac:picMkLst>
            <pc:docMk/>
            <pc:sldMk cId="1335281685" sldId="314"/>
            <ac:picMk id="4" creationId="{CBC6E785-B609-C26F-5AD2-9D5B3F6DBFFA}"/>
          </ac:picMkLst>
        </pc:picChg>
      </pc:sldChg>
      <pc:sldChg chg="modSp mod">
        <pc:chgData name="Sam Prince" userId="b8c1c271-dd5b-4079-a09a-81f4ce8be867" providerId="ADAL" clId="{4B433922-5948-4101-B2CE-34433F53517D}" dt="2023-10-20T12:18:30.814" v="166" actId="113"/>
        <pc:sldMkLst>
          <pc:docMk/>
          <pc:sldMk cId="2116573742" sldId="315"/>
        </pc:sldMkLst>
        <pc:spChg chg="mod">
          <ac:chgData name="Sam Prince" userId="b8c1c271-dd5b-4079-a09a-81f4ce8be867" providerId="ADAL" clId="{4B433922-5948-4101-B2CE-34433F53517D}" dt="2023-10-20T12:18:30.814" v="166" actId="113"/>
          <ac:spMkLst>
            <pc:docMk/>
            <pc:sldMk cId="2116573742" sldId="315"/>
            <ac:spMk id="2" creationId="{E5E8687B-0FD9-D5C9-ECAF-BDD19B5E2BDC}"/>
          </ac:spMkLst>
        </pc:spChg>
        <pc:spChg chg="mod">
          <ac:chgData name="Sam Prince" userId="b8c1c271-dd5b-4079-a09a-81f4ce8be867" providerId="ADAL" clId="{4B433922-5948-4101-B2CE-34433F53517D}" dt="2023-10-12T14:29:46.004" v="67" actId="20577"/>
          <ac:spMkLst>
            <pc:docMk/>
            <pc:sldMk cId="2116573742" sldId="315"/>
            <ac:spMk id="3" creationId="{6BFBE21C-37F3-B807-00B5-7702860743BB}"/>
          </ac:spMkLst>
        </pc:spChg>
        <pc:spChg chg="mod">
          <ac:chgData name="Sam Prince" userId="b8c1c271-dd5b-4079-a09a-81f4ce8be867" providerId="ADAL" clId="{4B433922-5948-4101-B2CE-34433F53517D}" dt="2023-10-12T15:13:10.507" v="120" actId="20577"/>
          <ac:spMkLst>
            <pc:docMk/>
            <pc:sldMk cId="2116573742" sldId="315"/>
            <ac:spMk id="34820" creationId="{8DCD7CE1-603D-4D59-3DBB-C13C0B6505F0}"/>
          </ac:spMkLst>
        </pc:spChg>
      </pc:sldChg>
      <pc:sldChg chg="addSp modSp mod">
        <pc:chgData name="Sam Prince" userId="b8c1c271-dd5b-4079-a09a-81f4ce8be867" providerId="ADAL" clId="{4B433922-5948-4101-B2CE-34433F53517D}" dt="2023-10-12T10:05:04.917" v="13" actId="5793"/>
        <pc:sldMkLst>
          <pc:docMk/>
          <pc:sldMk cId="166266769" sldId="317"/>
        </pc:sldMkLst>
        <pc:spChg chg="mod">
          <ac:chgData name="Sam Prince" userId="b8c1c271-dd5b-4079-a09a-81f4ce8be867" providerId="ADAL" clId="{4B433922-5948-4101-B2CE-34433F53517D}" dt="2023-10-12T10:05:04.917" v="13" actId="5793"/>
          <ac:spMkLst>
            <pc:docMk/>
            <pc:sldMk cId="166266769" sldId="317"/>
            <ac:spMk id="34819" creationId="{453C7683-8588-7ABC-32E0-8A4E68218620}"/>
          </ac:spMkLst>
        </pc:spChg>
        <pc:picChg chg="add mod">
          <ac:chgData name="Sam Prince" userId="b8c1c271-dd5b-4079-a09a-81f4ce8be867" providerId="ADAL" clId="{4B433922-5948-4101-B2CE-34433F53517D}" dt="2023-10-12T10:05:01.577" v="11" actId="1076"/>
          <ac:picMkLst>
            <pc:docMk/>
            <pc:sldMk cId="166266769" sldId="317"/>
            <ac:picMk id="3" creationId="{5E2B1A3A-1C53-6E89-86FD-CD8F5CCA45A1}"/>
          </ac:picMkLst>
        </pc:picChg>
      </pc:sldChg>
      <pc:sldChg chg="modSp mod">
        <pc:chgData name="Sam Prince" userId="b8c1c271-dd5b-4079-a09a-81f4ce8be867" providerId="ADAL" clId="{4B433922-5948-4101-B2CE-34433F53517D}" dt="2023-10-12T15:14:04.869" v="130" actId="6549"/>
        <pc:sldMkLst>
          <pc:docMk/>
          <pc:sldMk cId="3932729804" sldId="318"/>
        </pc:sldMkLst>
        <pc:spChg chg="mod">
          <ac:chgData name="Sam Prince" userId="b8c1c271-dd5b-4079-a09a-81f4ce8be867" providerId="ADAL" clId="{4B433922-5948-4101-B2CE-34433F53517D}" dt="2023-10-12T15:14:04.869" v="130" actId="6549"/>
          <ac:spMkLst>
            <pc:docMk/>
            <pc:sldMk cId="3932729804" sldId="31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5:14:13.031" v="134" actId="20577"/>
        <pc:sldMkLst>
          <pc:docMk/>
          <pc:sldMk cId="3084971845" sldId="319"/>
        </pc:sldMkLst>
        <pc:spChg chg="mod">
          <ac:chgData name="Sam Prince" userId="b8c1c271-dd5b-4079-a09a-81f4ce8be867" providerId="ADAL" clId="{4B433922-5948-4101-B2CE-34433F53517D}" dt="2023-10-12T10:08:46.344" v="36" actId="1076"/>
          <ac:spMkLst>
            <pc:docMk/>
            <pc:sldMk cId="3084971845" sldId="319"/>
            <ac:spMk id="5" creationId="{A33D9BB3-9EB5-A34E-A6E3-861EE5420E56}"/>
          </ac:spMkLst>
        </pc:spChg>
        <pc:spChg chg="mod">
          <ac:chgData name="Sam Prince" userId="b8c1c271-dd5b-4079-a09a-81f4ce8be867" providerId="ADAL" clId="{4B433922-5948-4101-B2CE-34433F53517D}" dt="2023-10-12T15:14:13.031" v="134" actId="20577"/>
          <ac:spMkLst>
            <pc:docMk/>
            <pc:sldMk cId="3084971845" sldId="31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4:32:22.244" v="91" actId="113"/>
        <pc:sldMkLst>
          <pc:docMk/>
          <pc:sldMk cId="3652802485" sldId="321"/>
        </pc:sldMkLst>
        <pc:spChg chg="mod">
          <ac:chgData name="Sam Prince" userId="b8c1c271-dd5b-4079-a09a-81f4ce8be867" providerId="ADAL" clId="{4B433922-5948-4101-B2CE-34433F53517D}" dt="2023-10-12T14:32:22.244" v="91" actId="113"/>
          <ac:spMkLst>
            <pc:docMk/>
            <pc:sldMk cId="3652802485" sldId="321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B433922-5948-4101-B2CE-34433F53517D}" dt="2023-10-12T15:13:43.355" v="128" actId="404"/>
        <pc:sldMkLst>
          <pc:docMk/>
          <pc:sldMk cId="289982988" sldId="323"/>
        </pc:sldMkLst>
        <pc:spChg chg="mod">
          <ac:chgData name="Sam Prince" userId="b8c1c271-dd5b-4079-a09a-81f4ce8be867" providerId="ADAL" clId="{4B433922-5948-4101-B2CE-34433F53517D}" dt="2023-10-12T15:13:43.355" v="128" actId="404"/>
          <ac:spMkLst>
            <pc:docMk/>
            <pc:sldMk cId="289982988" sldId="32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5:13:17.386" v="124" actId="20577"/>
        <pc:sldMkLst>
          <pc:docMk/>
          <pc:sldMk cId="473098181" sldId="326"/>
        </pc:sldMkLst>
        <pc:spChg chg="mod">
          <ac:chgData name="Sam Prince" userId="b8c1c271-dd5b-4079-a09a-81f4ce8be867" providerId="ADAL" clId="{4B433922-5948-4101-B2CE-34433F53517D}" dt="2023-10-12T14:29:57.548" v="68" actId="113"/>
          <ac:spMkLst>
            <pc:docMk/>
            <pc:sldMk cId="473098181" sldId="326"/>
            <ac:spMk id="34819" creationId="{453C7683-8588-7ABC-32E0-8A4E68218620}"/>
          </ac:spMkLst>
        </pc:spChg>
        <pc:spChg chg="mod">
          <ac:chgData name="Sam Prince" userId="b8c1c271-dd5b-4079-a09a-81f4ce8be867" providerId="ADAL" clId="{4B433922-5948-4101-B2CE-34433F53517D}" dt="2023-10-12T15:13:17.386" v="124" actId="20577"/>
          <ac:spMkLst>
            <pc:docMk/>
            <pc:sldMk cId="473098181" sldId="326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5:13:24.172" v="126" actId="20577"/>
        <pc:sldMkLst>
          <pc:docMk/>
          <pc:sldMk cId="1934413201" sldId="328"/>
        </pc:sldMkLst>
        <pc:spChg chg="mod">
          <ac:chgData name="Sam Prince" userId="b8c1c271-dd5b-4079-a09a-81f4ce8be867" providerId="ADAL" clId="{4B433922-5948-4101-B2CE-34433F53517D}" dt="2023-10-12T15:13:24.172" v="126" actId="20577"/>
          <ac:spMkLst>
            <pc:docMk/>
            <pc:sldMk cId="1934413201" sldId="32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4:31:49.882" v="84" actId="113"/>
        <pc:sldMkLst>
          <pc:docMk/>
          <pc:sldMk cId="3423578076" sldId="332"/>
        </pc:sldMkLst>
        <pc:spChg chg="mod">
          <ac:chgData name="Sam Prince" userId="b8c1c271-dd5b-4079-a09a-81f4ce8be867" providerId="ADAL" clId="{4B433922-5948-4101-B2CE-34433F53517D}" dt="2023-10-12T14:31:49.882" v="84" actId="113"/>
          <ac:spMkLst>
            <pc:docMk/>
            <pc:sldMk cId="3423578076" sldId="332"/>
            <ac:spMk id="3" creationId="{DCDC8F42-5014-2706-05D1-9C7871E76106}"/>
          </ac:spMkLst>
        </pc:spChg>
      </pc:sldChg>
      <pc:sldChg chg="addSp delSp modSp mod">
        <pc:chgData name="Sam Prince" userId="b8c1c271-dd5b-4079-a09a-81f4ce8be867" providerId="ADAL" clId="{4B433922-5948-4101-B2CE-34433F53517D}" dt="2023-10-18T15:00:18.548" v="162" actId="14100"/>
        <pc:sldMkLst>
          <pc:docMk/>
          <pc:sldMk cId="2980021441" sldId="336"/>
        </pc:sldMkLst>
        <pc:spChg chg="del">
          <ac:chgData name="Sam Prince" userId="b8c1c271-dd5b-4079-a09a-81f4ce8be867" providerId="ADAL" clId="{4B433922-5948-4101-B2CE-34433F53517D}" dt="2023-10-12T14:32:32.160" v="92" actId="478"/>
          <ac:spMkLst>
            <pc:docMk/>
            <pc:sldMk cId="2980021441" sldId="336"/>
            <ac:spMk id="34825" creationId="{FC268800-C898-1BF6-9DEE-0E980E06489C}"/>
          </ac:spMkLst>
        </pc:spChg>
        <pc:picChg chg="add mod">
          <ac:chgData name="Sam Prince" userId="b8c1c271-dd5b-4079-a09a-81f4ce8be867" providerId="ADAL" clId="{4B433922-5948-4101-B2CE-34433F53517D}" dt="2023-10-18T15:00:18.548" v="162" actId="14100"/>
          <ac:picMkLst>
            <pc:docMk/>
            <pc:sldMk cId="2980021441" sldId="336"/>
            <ac:picMk id="3" creationId="{B4A24C32-B98B-3CEF-C032-626E8E8709F1}"/>
          </ac:picMkLst>
        </pc:picChg>
        <pc:picChg chg="del">
          <ac:chgData name="Sam Prince" userId="b8c1c271-dd5b-4079-a09a-81f4ce8be867" providerId="ADAL" clId="{4B433922-5948-4101-B2CE-34433F53517D}" dt="2023-10-18T14:59:57.778" v="158" actId="478"/>
          <ac:picMkLst>
            <pc:docMk/>
            <pc:sldMk cId="2980021441" sldId="336"/>
            <ac:picMk id="4" creationId="{81445579-DE70-8C0D-65A9-7C6E40FAAA42}"/>
          </ac:picMkLst>
        </pc:picChg>
      </pc:sldChg>
      <pc:sldChg chg="modSp mod">
        <pc:chgData name="Sam Prince" userId="b8c1c271-dd5b-4079-a09a-81f4ce8be867" providerId="ADAL" clId="{4B433922-5948-4101-B2CE-34433F53517D}" dt="2023-10-12T14:32:51.504" v="96" actId="179"/>
        <pc:sldMkLst>
          <pc:docMk/>
          <pc:sldMk cId="2847485665" sldId="337"/>
        </pc:sldMkLst>
        <pc:spChg chg="mod">
          <ac:chgData name="Sam Prince" userId="b8c1c271-dd5b-4079-a09a-81f4ce8be867" providerId="ADAL" clId="{4B433922-5948-4101-B2CE-34433F53517D}" dt="2023-10-12T14:32:51.504" v="96" actId="179"/>
          <ac:spMkLst>
            <pc:docMk/>
            <pc:sldMk cId="2847485665" sldId="337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4B433922-5948-4101-B2CE-34433F53517D}" dt="2023-10-12T15:12:15.391" v="105" actId="20577"/>
        <pc:sldMkLst>
          <pc:docMk/>
          <pc:sldMk cId="299814189" sldId="338"/>
        </pc:sldMkLst>
        <pc:spChg chg="mod">
          <ac:chgData name="Sam Prince" userId="b8c1c271-dd5b-4079-a09a-81f4ce8be867" providerId="ADAL" clId="{4B433922-5948-4101-B2CE-34433F53517D}" dt="2023-10-12T15:12:15.391" v="105" actId="20577"/>
          <ac:spMkLst>
            <pc:docMk/>
            <pc:sldMk cId="299814189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4B433922-5948-4101-B2CE-34433F53517D}" dt="2023-10-12T15:12:22.436" v="109" actId="20577"/>
        <pc:sldMkLst>
          <pc:docMk/>
          <pc:sldMk cId="706500726" sldId="339"/>
        </pc:sldMkLst>
        <pc:spChg chg="mod">
          <ac:chgData name="Sam Prince" userId="b8c1c271-dd5b-4079-a09a-81f4ce8be867" providerId="ADAL" clId="{4B433922-5948-4101-B2CE-34433F53517D}" dt="2023-10-12T15:12:22.436" v="109" actId="20577"/>
          <ac:spMkLst>
            <pc:docMk/>
            <pc:sldMk cId="706500726" sldId="339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4B433922-5948-4101-B2CE-34433F53517D}" dt="2023-10-18T14:58:33.408" v="144" actId="1076"/>
        <pc:sldMkLst>
          <pc:docMk/>
          <pc:sldMk cId="2462619307" sldId="340"/>
        </pc:sldMkLst>
        <pc:spChg chg="mod">
          <ac:chgData name="Sam Prince" userId="b8c1c271-dd5b-4079-a09a-81f4ce8be867" providerId="ADAL" clId="{4B433922-5948-4101-B2CE-34433F53517D}" dt="2023-10-12T14:30:45.548" v="79" actId="20577"/>
          <ac:spMkLst>
            <pc:docMk/>
            <pc:sldMk cId="2462619307" sldId="340"/>
            <ac:spMk id="34819" creationId="{453C7683-8588-7ABC-32E0-8A4E68218620}"/>
          </ac:spMkLst>
        </pc:spChg>
        <pc:spChg chg="del">
          <ac:chgData name="Sam Prince" userId="b8c1c271-dd5b-4079-a09a-81f4ce8be867" providerId="ADAL" clId="{4B433922-5948-4101-B2CE-34433F53517D}" dt="2023-10-12T14:28:20.842" v="48" actId="478"/>
          <ac:spMkLst>
            <pc:docMk/>
            <pc:sldMk cId="2462619307" sldId="340"/>
            <ac:spMk id="34825" creationId="{ABBA3D04-E1A5-68F2-5905-606B5332CE2C}"/>
          </ac:spMkLst>
        </pc:spChg>
        <pc:picChg chg="del">
          <ac:chgData name="Sam Prince" userId="b8c1c271-dd5b-4079-a09a-81f4ce8be867" providerId="ADAL" clId="{4B433922-5948-4101-B2CE-34433F53517D}" dt="2023-10-18T14:56:04.692" v="139" actId="478"/>
          <ac:picMkLst>
            <pc:docMk/>
            <pc:sldMk cId="2462619307" sldId="340"/>
            <ac:picMk id="3" creationId="{357D56D5-0A60-6AFD-876C-9D4D40C40A35}"/>
          </ac:picMkLst>
        </pc:picChg>
        <pc:picChg chg="add mod">
          <ac:chgData name="Sam Prince" userId="b8c1c271-dd5b-4079-a09a-81f4ce8be867" providerId="ADAL" clId="{4B433922-5948-4101-B2CE-34433F53517D}" dt="2023-10-18T14:58:33.408" v="144" actId="1076"/>
          <ac:picMkLst>
            <pc:docMk/>
            <pc:sldMk cId="2462619307" sldId="340"/>
            <ac:picMk id="4" creationId="{2A53D039-B8D3-C8A2-12D2-2462A9C005DF}"/>
          </ac:picMkLst>
        </pc:picChg>
      </pc:sldChg>
      <pc:sldChg chg="addSp delSp modSp mod">
        <pc:chgData name="Sam Prince" userId="b8c1c271-dd5b-4079-a09a-81f4ce8be867" providerId="ADAL" clId="{4B433922-5948-4101-B2CE-34433F53517D}" dt="2023-10-18T14:59:12.139" v="149" actId="1076"/>
        <pc:sldMkLst>
          <pc:docMk/>
          <pc:sldMk cId="2359725716" sldId="341"/>
        </pc:sldMkLst>
        <pc:spChg chg="mod">
          <ac:chgData name="Sam Prince" userId="b8c1c271-dd5b-4079-a09a-81f4ce8be867" providerId="ADAL" clId="{4B433922-5948-4101-B2CE-34433F53517D}" dt="2023-10-12T14:30:59.903" v="82" actId="1076"/>
          <ac:spMkLst>
            <pc:docMk/>
            <pc:sldMk cId="2359725716" sldId="341"/>
            <ac:spMk id="34819" creationId="{453C7683-8588-7ABC-32E0-8A4E68218620}"/>
          </ac:spMkLst>
        </pc:spChg>
        <pc:picChg chg="del">
          <ac:chgData name="Sam Prince" userId="b8c1c271-dd5b-4079-a09a-81f4ce8be867" providerId="ADAL" clId="{4B433922-5948-4101-B2CE-34433F53517D}" dt="2023-10-18T14:58:50.451" v="145" actId="478"/>
          <ac:picMkLst>
            <pc:docMk/>
            <pc:sldMk cId="2359725716" sldId="341"/>
            <ac:picMk id="3" creationId="{FF13DC9C-9211-A1C8-2BEF-5AFFE67B91F3}"/>
          </ac:picMkLst>
        </pc:picChg>
        <pc:picChg chg="add mod">
          <ac:chgData name="Sam Prince" userId="b8c1c271-dd5b-4079-a09a-81f4ce8be867" providerId="ADAL" clId="{4B433922-5948-4101-B2CE-34433F53517D}" dt="2023-10-18T14:59:12.139" v="149" actId="1076"/>
          <ac:picMkLst>
            <pc:docMk/>
            <pc:sldMk cId="2359725716" sldId="341"/>
            <ac:picMk id="4" creationId="{4F619393-C8B3-DE66-5C77-40F0AE308B69}"/>
          </ac:picMkLst>
        </pc:picChg>
      </pc:sldChg>
      <pc:sldChg chg="delSp modSp mod">
        <pc:chgData name="Sam Prince" userId="b8c1c271-dd5b-4079-a09a-81f4ce8be867" providerId="ADAL" clId="{4B433922-5948-4101-B2CE-34433F53517D}" dt="2023-10-12T15:12:59.111" v="116" actId="20577"/>
        <pc:sldMkLst>
          <pc:docMk/>
          <pc:sldMk cId="1528311652" sldId="342"/>
        </pc:sldMkLst>
        <pc:spChg chg="mod">
          <ac:chgData name="Sam Prince" userId="b8c1c271-dd5b-4079-a09a-81f4ce8be867" providerId="ADAL" clId="{4B433922-5948-4101-B2CE-34433F53517D}" dt="2023-10-12T15:12:59.111" v="116" actId="20577"/>
          <ac:spMkLst>
            <pc:docMk/>
            <pc:sldMk cId="1528311652" sldId="342"/>
            <ac:spMk id="34820" creationId="{8DCD7CE1-603D-4D59-3DBB-C13C0B6505F0}"/>
          </ac:spMkLst>
        </pc:spChg>
        <pc:spChg chg="del">
          <ac:chgData name="Sam Prince" userId="b8c1c271-dd5b-4079-a09a-81f4ce8be867" providerId="ADAL" clId="{4B433922-5948-4101-B2CE-34433F53517D}" dt="2023-10-12T14:31:27.571" v="83" actId="478"/>
          <ac:spMkLst>
            <pc:docMk/>
            <pc:sldMk cId="1528311652" sldId="342"/>
            <ac:spMk id="34826" creationId="{E069DCF0-E6D4-BBE3-FD45-7A286D1F3275}"/>
          </ac:spMkLst>
        </pc:spChg>
      </pc:sldChg>
      <pc:sldChg chg="delSp mod">
        <pc:chgData name="Sam Prince" userId="b8c1c271-dd5b-4079-a09a-81f4ce8be867" providerId="ADAL" clId="{4B433922-5948-4101-B2CE-34433F53517D}" dt="2023-10-20T12:18:10.294" v="163" actId="478"/>
        <pc:sldMkLst>
          <pc:docMk/>
          <pc:sldMk cId="2030162273" sldId="343"/>
        </pc:sldMkLst>
        <pc:spChg chg="del">
          <ac:chgData name="Sam Prince" userId="b8c1c271-dd5b-4079-a09a-81f4ce8be867" providerId="ADAL" clId="{4B433922-5948-4101-B2CE-34433F53517D}" dt="2023-10-20T12:18:10.294" v="163" actId="478"/>
          <ac:spMkLst>
            <pc:docMk/>
            <pc:sldMk cId="2030162273" sldId="343"/>
            <ac:spMk id="34826" creationId="{66E5393E-BCB2-73E0-E84B-5D6448F22AE2}"/>
          </ac:spMkLst>
        </pc:spChg>
      </pc:sldChg>
      <pc:sldChg chg="modSp del mod">
        <pc:chgData name="Sam Prince" userId="b8c1c271-dd5b-4079-a09a-81f4ce8be867" providerId="ADAL" clId="{4B433922-5948-4101-B2CE-34433F53517D}" dt="2023-10-12T10:16:44.717" v="40" actId="47"/>
        <pc:sldMkLst>
          <pc:docMk/>
          <pc:sldMk cId="1100244460" sldId="344"/>
        </pc:sldMkLst>
        <pc:spChg chg="mod">
          <ac:chgData name="Sam Prince" userId="b8c1c271-dd5b-4079-a09a-81f4ce8be867" providerId="ADAL" clId="{4B433922-5948-4101-B2CE-34433F53517D}" dt="2023-10-12T10:08:33.932" v="35" actId="20577"/>
          <ac:spMkLst>
            <pc:docMk/>
            <pc:sldMk cId="1100244460" sldId="344"/>
            <ac:spMk id="3" creationId="{7705ECE7-0067-23FE-880C-B6B0EC26563E}"/>
          </ac:spMkLst>
        </pc:spChg>
      </pc:sldChg>
      <pc:sldChg chg="modSp mod">
        <pc:chgData name="Sam Prince" userId="b8c1c271-dd5b-4079-a09a-81f4ce8be867" providerId="ADAL" clId="{4B433922-5948-4101-B2CE-34433F53517D}" dt="2023-10-12T10:16:59.842" v="43" actId="20577"/>
        <pc:sldMkLst>
          <pc:docMk/>
          <pc:sldMk cId="3606443961" sldId="345"/>
        </pc:sldMkLst>
        <pc:spChg chg="mod">
          <ac:chgData name="Sam Prince" userId="b8c1c271-dd5b-4079-a09a-81f4ce8be867" providerId="ADAL" clId="{4B433922-5948-4101-B2CE-34433F53517D}" dt="2023-10-12T10:16:59.842" v="43" actId="20577"/>
          <ac:spMkLst>
            <pc:docMk/>
            <pc:sldMk cId="3606443961" sldId="345"/>
            <ac:spMk id="3" creationId="{9D01F6EA-063B-3516-3671-FBB80511F83A}"/>
          </ac:spMkLst>
        </pc:spChg>
      </pc:sldChg>
    </pc:docChg>
  </pc:docChgLst>
  <pc:docChgLst>
    <pc:chgData name="Sam Prince" userId="S::sam.prince1@pearson.com::b8c1c271-dd5b-4079-a09a-81f4ce8be867" providerId="AD" clId="Web-{0ABD3BB5-C936-7076-83C4-B822DE98D5AE}"/>
    <pc:docChg chg="addSld modSld">
      <pc:chgData name="Sam Prince" userId="S::sam.prince1@pearson.com::b8c1c271-dd5b-4079-a09a-81f4ce8be867" providerId="AD" clId="Web-{0ABD3BB5-C936-7076-83C4-B822DE98D5AE}" dt="2023-10-12T10:02:30.768" v="79"/>
      <pc:docMkLst>
        <pc:docMk/>
      </pc:docMkLst>
      <pc:sldChg chg="addSp delSp modSp">
        <pc:chgData name="Sam Prince" userId="S::sam.prince1@pearson.com::b8c1c271-dd5b-4079-a09a-81f4ce8be867" providerId="AD" clId="Web-{0ABD3BB5-C936-7076-83C4-B822DE98D5AE}" dt="2023-10-12T10:01:58.673" v="78" actId="1076"/>
        <pc:sldMkLst>
          <pc:docMk/>
          <pc:sldMk cId="3621417310" sldId="307"/>
        </pc:sldMkLst>
        <pc:picChg chg="del">
          <ac:chgData name="Sam Prince" userId="S::sam.prince1@pearson.com::b8c1c271-dd5b-4079-a09a-81f4ce8be867" providerId="AD" clId="Web-{0ABD3BB5-C936-7076-83C4-B822DE98D5AE}" dt="2023-10-12T10:01:12.515" v="74"/>
          <ac:picMkLst>
            <pc:docMk/>
            <pc:sldMk cId="3621417310" sldId="307"/>
            <ac:picMk id="3" creationId="{562DD643-DE31-DFBE-658E-436B5367386E}"/>
          </ac:picMkLst>
        </pc:picChg>
        <pc:picChg chg="add mod">
          <ac:chgData name="Sam Prince" userId="S::sam.prince1@pearson.com::b8c1c271-dd5b-4079-a09a-81f4ce8be867" providerId="AD" clId="Web-{0ABD3BB5-C936-7076-83C4-B822DE98D5AE}" dt="2023-10-12T10:01:58.673" v="78" actId="1076"/>
          <ac:picMkLst>
            <pc:docMk/>
            <pc:sldMk cId="3621417310" sldId="307"/>
            <ac:picMk id="4" creationId="{96AD079F-EEDF-8785-2F44-051103B006D1}"/>
          </ac:picMkLst>
        </pc:picChg>
      </pc:sldChg>
      <pc:sldChg chg="delSp">
        <pc:chgData name="Sam Prince" userId="S::sam.prince1@pearson.com::b8c1c271-dd5b-4079-a09a-81f4ce8be867" providerId="AD" clId="Web-{0ABD3BB5-C936-7076-83C4-B822DE98D5AE}" dt="2023-10-12T10:02:30.768" v="79"/>
        <pc:sldMkLst>
          <pc:docMk/>
          <pc:sldMk cId="166266769" sldId="317"/>
        </pc:sldMkLst>
        <pc:picChg chg="del">
          <ac:chgData name="Sam Prince" userId="S::sam.prince1@pearson.com::b8c1c271-dd5b-4079-a09a-81f4ce8be867" providerId="AD" clId="Web-{0ABD3BB5-C936-7076-83C4-B822DE98D5AE}" dt="2023-10-12T10:02:30.768" v="79"/>
          <ac:picMkLst>
            <pc:docMk/>
            <pc:sldMk cId="166266769" sldId="317"/>
            <ac:picMk id="2" creationId="{FE87CB95-F259-48AC-D63C-FDD458C9821E}"/>
          </ac:picMkLst>
        </pc:picChg>
      </pc:sldChg>
      <pc:sldChg chg="delSp modSp new">
        <pc:chgData name="Sam Prince" userId="S::sam.prince1@pearson.com::b8c1c271-dd5b-4079-a09a-81f4ce8be867" providerId="AD" clId="Web-{0ABD3BB5-C936-7076-83C4-B822DE98D5AE}" dt="2023-10-12T10:01:10.531" v="73" actId="20577"/>
        <pc:sldMkLst>
          <pc:docMk/>
          <pc:sldMk cId="1100244460" sldId="344"/>
        </pc:sldMkLst>
        <pc:spChg chg="del">
          <ac:chgData name="Sam Prince" userId="S::sam.prince1@pearson.com::b8c1c271-dd5b-4079-a09a-81f4ce8be867" providerId="AD" clId="Web-{0ABD3BB5-C936-7076-83C4-B822DE98D5AE}" dt="2023-10-12T09:53:17.218" v="3"/>
          <ac:spMkLst>
            <pc:docMk/>
            <pc:sldMk cId="1100244460" sldId="344"/>
            <ac:spMk id="2" creationId="{6410F4A7-A0A1-3772-7BED-06FDA235B1A2}"/>
          </ac:spMkLst>
        </pc:spChg>
        <pc:spChg chg="mod">
          <ac:chgData name="Sam Prince" userId="S::sam.prince1@pearson.com::b8c1c271-dd5b-4079-a09a-81f4ce8be867" providerId="AD" clId="Web-{0ABD3BB5-C936-7076-83C4-B822DE98D5AE}" dt="2023-10-12T10:01:10.531" v="73" actId="20577"/>
          <ac:spMkLst>
            <pc:docMk/>
            <pc:sldMk cId="1100244460" sldId="344"/>
            <ac:spMk id="3" creationId="{7705ECE7-0067-23FE-880C-B6B0EC26563E}"/>
          </ac:spMkLst>
        </pc:spChg>
        <pc:spChg chg="del mod">
          <ac:chgData name="Sam Prince" userId="S::sam.prince1@pearson.com::b8c1c271-dd5b-4079-a09a-81f4ce8be867" providerId="AD" clId="Web-{0ABD3BB5-C936-7076-83C4-B822DE98D5AE}" dt="2023-10-12T09:53:05.155" v="2"/>
          <ac:spMkLst>
            <pc:docMk/>
            <pc:sldMk cId="1100244460" sldId="344"/>
            <ac:spMk id="4" creationId="{5C2C1FE3-CCCC-099C-86B9-D05C4CCA07C1}"/>
          </ac:spMkLst>
        </pc:spChg>
      </pc:sldChg>
    </pc:docChg>
  </pc:docChgLst>
  <pc:docChgLst>
    <pc:chgData name="Sam Prince" userId="S::sam.prince1@pearson.com::b8c1c271-dd5b-4079-a09a-81f4ce8be867" providerId="AD" clId="Web-{DFF1AD19-DFC4-B27C-C032-2B1D919AFB0F}"/>
    <pc:docChg chg="">
      <pc:chgData name="Sam Prince" userId="S::sam.prince1@pearson.com::b8c1c271-dd5b-4079-a09a-81f4ce8be867" providerId="AD" clId="Web-{DFF1AD19-DFC4-B27C-C032-2B1D919AFB0F}" dt="2023-10-05T15:02:45.984" v="0"/>
      <pc:docMkLst>
        <pc:docMk/>
      </pc:docMkLst>
      <pc:sldChg chg="modCm">
        <pc:chgData name="Sam Prince" userId="S::sam.prince1@pearson.com::b8c1c271-dd5b-4079-a09a-81f4ce8be867" providerId="AD" clId="Web-{DFF1AD19-DFC4-B27C-C032-2B1D919AFB0F}" dt="2023-10-05T15:02:45.984" v="0"/>
        <pc:sldMkLst>
          <pc:docMk/>
          <pc:sldMk cId="0" sldId="256"/>
        </pc:sldMkLst>
      </pc:sldChg>
    </pc:docChg>
  </pc:docChgLst>
  <pc:docChgLst>
    <pc:chgData name="Andrew Bodmer" userId="e78b4f3cb0d7499b" providerId="LiveId" clId="{C9DF3491-A841-1A46-BCAE-0E75FCD8B60A}"/>
    <pc:docChg chg="undo custSel addSld delSld modSld sldOrd">
      <pc:chgData name="Andrew Bodmer" userId="e78b4f3cb0d7499b" providerId="LiveId" clId="{C9DF3491-A841-1A46-BCAE-0E75FCD8B60A}" dt="2023-10-04T06:35:57.354" v="14942" actId="313"/>
      <pc:docMkLst>
        <pc:docMk/>
      </pc:docMkLst>
      <pc:sldChg chg="modSp mod">
        <pc:chgData name="Andrew Bodmer" userId="e78b4f3cb0d7499b" providerId="LiveId" clId="{C9DF3491-A841-1A46-BCAE-0E75FCD8B60A}" dt="2023-09-18T14:14:04.501" v="96" actId="113"/>
        <pc:sldMkLst>
          <pc:docMk/>
          <pc:sldMk cId="0" sldId="256"/>
        </pc:sldMkLst>
        <pc:spChg chg="mod">
          <ac:chgData name="Andrew Bodmer" userId="e78b4f3cb0d7499b" providerId="LiveId" clId="{C9DF3491-A841-1A46-BCAE-0E75FCD8B60A}" dt="2023-09-18T14:14:04.501" v="96" actId="113"/>
          <ac:spMkLst>
            <pc:docMk/>
            <pc:sldMk cId="0" sldId="256"/>
            <ac:spMk id="3" creationId="{986D29E0-B089-110D-BF1E-B3C37F2C37F9}"/>
          </ac:spMkLst>
        </pc:spChg>
        <pc:spChg chg="mod">
          <ac:chgData name="Andrew Bodmer" userId="e78b4f3cb0d7499b" providerId="LiveId" clId="{C9DF3491-A841-1A46-BCAE-0E75FCD8B60A}" dt="2023-09-18T14:13:59.174" v="95" actId="1076"/>
          <ac:spMkLst>
            <pc:docMk/>
            <pc:sldMk cId="0" sldId="256"/>
            <ac:spMk id="4" creationId="{03618BED-11B5-90CC-5910-B65474D700AA}"/>
          </ac:spMkLst>
        </pc:spChg>
      </pc:sldChg>
      <pc:sldChg chg="addSp delSp modSp mod modNotesTx">
        <pc:chgData name="Andrew Bodmer" userId="e78b4f3cb0d7499b" providerId="LiveId" clId="{C9DF3491-A841-1A46-BCAE-0E75FCD8B60A}" dt="2023-09-20T14:42:22.691" v="1617" actId="255"/>
        <pc:sldMkLst>
          <pc:docMk/>
          <pc:sldMk cId="0" sldId="257"/>
        </pc:sldMkLst>
        <pc:spChg chg="add del mod">
          <ac:chgData name="Andrew Bodmer" userId="e78b4f3cb0d7499b" providerId="LiveId" clId="{C9DF3491-A841-1A46-BCAE-0E75FCD8B60A}" dt="2023-09-18T14:19:14.242" v="148"/>
          <ac:spMkLst>
            <pc:docMk/>
            <pc:sldMk cId="0" sldId="257"/>
            <ac:spMk id="2" creationId="{203D3AB0-3CC3-8FCB-194C-22D5C51AA32B}"/>
          </ac:spMkLst>
        </pc:spChg>
        <pc:spChg chg="mod">
          <ac:chgData name="Andrew Bodmer" userId="e78b4f3cb0d7499b" providerId="LiveId" clId="{C9DF3491-A841-1A46-BCAE-0E75FCD8B60A}" dt="2023-09-20T14:42:22.691" v="1617" actId="255"/>
          <ac:spMkLst>
            <pc:docMk/>
            <pc:sldMk cId="0" sldId="257"/>
            <ac:spMk id="30722" creationId="{FC4F7FC9-2CE9-41A9-0CEE-4C8BD93B5782}"/>
          </ac:spMkLst>
        </pc:spChg>
        <pc:spChg chg="mod">
          <ac:chgData name="Andrew Bodmer" userId="e78b4f3cb0d7499b" providerId="LiveId" clId="{C9DF3491-A841-1A46-BCAE-0E75FCD8B60A}" dt="2023-09-18T14:25:03.384" v="586" actId="20577"/>
          <ac:spMkLst>
            <pc:docMk/>
            <pc:sldMk cId="0" sldId="257"/>
            <ac:spMk id="30723" creationId="{3C79F714-332C-AB63-03D9-E6D0CAE0623F}"/>
          </ac:spMkLst>
        </pc:spChg>
      </pc:sldChg>
      <pc:sldChg chg="modSp mod modNotesTx">
        <pc:chgData name="Andrew Bodmer" userId="e78b4f3cb0d7499b" providerId="LiveId" clId="{C9DF3491-A841-1A46-BCAE-0E75FCD8B60A}" dt="2023-09-20T14:42:30.968" v="1618" actId="113"/>
        <pc:sldMkLst>
          <pc:docMk/>
          <pc:sldMk cId="0" sldId="258"/>
        </pc:sldMkLst>
        <pc:spChg chg="mod">
          <ac:chgData name="Andrew Bodmer" userId="e78b4f3cb0d7499b" providerId="LiveId" clId="{C9DF3491-A841-1A46-BCAE-0E75FCD8B60A}" dt="2023-09-20T14:42:30.968" v="1618" actId="113"/>
          <ac:spMkLst>
            <pc:docMk/>
            <pc:sldMk cId="0" sldId="258"/>
            <ac:spMk id="32770" creationId="{CD9316BF-B3CE-8341-5A0A-249747D6C6E1}"/>
          </ac:spMkLst>
        </pc:spChg>
        <pc:spChg chg="mod">
          <ac:chgData name="Andrew Bodmer" userId="e78b4f3cb0d7499b" providerId="LiveId" clId="{C9DF3491-A841-1A46-BCAE-0E75FCD8B60A}" dt="2023-09-14T15:13:18.952" v="45" actId="255"/>
          <ac:spMkLst>
            <pc:docMk/>
            <pc:sldMk cId="0" sldId="258"/>
            <ac:spMk id="32771" creationId="{44DFA49F-83B7-E61C-00EB-D6046D571A05}"/>
          </ac:spMkLst>
        </pc:spChg>
      </pc:sldChg>
      <pc:sldChg chg="modSp mod modNotesTx">
        <pc:chgData name="Andrew Bodmer" userId="e78b4f3cb0d7499b" providerId="LiveId" clId="{C9DF3491-A841-1A46-BCAE-0E75FCD8B60A}" dt="2023-10-04T06:11:16.581" v="14705" actId="1076"/>
        <pc:sldMkLst>
          <pc:docMk/>
          <pc:sldMk cId="0" sldId="272"/>
        </pc:sldMkLst>
        <pc:spChg chg="mod">
          <ac:chgData name="Andrew Bodmer" userId="e78b4f3cb0d7499b" providerId="LiveId" clId="{C9DF3491-A841-1A46-BCAE-0E75FCD8B60A}" dt="2023-10-04T06:11:13.735" v="14704" actId="1076"/>
          <ac:spMkLst>
            <pc:docMk/>
            <pc:sldMk cId="0" sldId="272"/>
            <ac:spMk id="34818" creationId="{DF8F9D08-DF4C-4351-F6A0-75D9B8290DA6}"/>
          </ac:spMkLst>
        </pc:spChg>
        <pc:spChg chg="mod">
          <ac:chgData name="Andrew Bodmer" userId="e78b4f3cb0d7499b" providerId="LiveId" clId="{C9DF3491-A841-1A46-BCAE-0E75FCD8B60A}" dt="2023-10-04T06:11:16.581" v="14705" actId="1076"/>
          <ac:spMkLst>
            <pc:docMk/>
            <pc:sldMk cId="0" sldId="272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14T15:13:47.989" v="57" actId="20577"/>
          <ac:spMkLst>
            <pc:docMk/>
            <pc:sldMk cId="0" sldId="272"/>
            <ac:spMk id="34820" creationId="{8DCD7CE1-603D-4D59-3DBB-C13C0B6505F0}"/>
          </ac:spMkLst>
        </pc:spChg>
      </pc:sldChg>
      <pc:sldChg chg="addSp modSp mod modNotesTx">
        <pc:chgData name="Andrew Bodmer" userId="e78b4f3cb0d7499b" providerId="LiveId" clId="{C9DF3491-A841-1A46-BCAE-0E75FCD8B60A}" dt="2023-10-04T06:12:39.052" v="14722" actId="20577"/>
        <pc:sldMkLst>
          <pc:docMk/>
          <pc:sldMk cId="884549766" sldId="305"/>
        </pc:sldMkLst>
        <pc:spChg chg="add mod">
          <ac:chgData name="Andrew Bodmer" userId="e78b4f3cb0d7499b" providerId="LiveId" clId="{C9DF3491-A841-1A46-BCAE-0E75FCD8B60A}" dt="2023-10-04T06:12:39.052" v="14722" actId="20577"/>
          <ac:spMkLst>
            <pc:docMk/>
            <pc:sldMk cId="884549766" sldId="305"/>
            <ac:spMk id="2" creationId="{1AC41CD3-861A-897D-A643-9F688AA0CA4F}"/>
          </ac:spMkLst>
        </pc:spChg>
        <pc:spChg chg="mod">
          <ac:chgData name="Andrew Bodmer" userId="e78b4f3cb0d7499b" providerId="LiveId" clId="{C9DF3491-A841-1A46-BCAE-0E75FCD8B60A}" dt="2023-09-20T14:48:28.682" v="1810" actId="14100"/>
          <ac:spMkLst>
            <pc:docMk/>
            <pc:sldMk cId="884549766" sldId="305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18T14:26:12.715" v="622" actId="20577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 ord modNotesTx">
        <pc:chgData name="Andrew Bodmer" userId="e78b4f3cb0d7499b" providerId="LiveId" clId="{C9DF3491-A841-1A46-BCAE-0E75FCD8B60A}" dt="2023-09-21T16:15:41.004" v="6684" actId="20578"/>
        <pc:sldMkLst>
          <pc:docMk/>
          <pc:sldMk cId="588007661" sldId="306"/>
        </pc:sldMkLst>
        <pc:spChg chg="mod">
          <ac:chgData name="Andrew Bodmer" userId="e78b4f3cb0d7499b" providerId="LiveId" clId="{C9DF3491-A841-1A46-BCAE-0E75FCD8B60A}" dt="2023-09-14T15:14:50.141" v="67"/>
          <ac:spMkLst>
            <pc:docMk/>
            <pc:sldMk cId="588007661" sldId="306"/>
            <ac:spMk id="34818" creationId="{DF8F9D08-DF4C-4351-F6A0-75D9B8290DA6}"/>
          </ac:spMkLst>
        </pc:spChg>
        <pc:spChg chg="mod">
          <ac:chgData name="Andrew Bodmer" userId="e78b4f3cb0d7499b" providerId="LiveId" clId="{C9DF3491-A841-1A46-BCAE-0E75FCD8B60A}" dt="2023-09-18T14:32:34.639" v="1055" actId="20577"/>
          <ac:spMkLst>
            <pc:docMk/>
            <pc:sldMk cId="588007661" sldId="306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14T15:15:16.059" v="77" actId="2711"/>
          <ac:spMkLst>
            <pc:docMk/>
            <pc:sldMk cId="588007661" sldId="306"/>
            <ac:spMk id="34820" creationId="{8DCD7CE1-603D-4D59-3DBB-C13C0B6505F0}"/>
          </ac:spMkLst>
        </pc:spChg>
      </pc:sldChg>
      <pc:sldChg chg="addSp modSp mod modNotesTx">
        <pc:chgData name="Andrew Bodmer" userId="e78b4f3cb0d7499b" providerId="LiveId" clId="{C9DF3491-A841-1A46-BCAE-0E75FCD8B60A}" dt="2023-10-04T06:22:02.905" v="14869" actId="14100"/>
        <pc:sldMkLst>
          <pc:docMk/>
          <pc:sldMk cId="3621417310" sldId="307"/>
        </pc:sldMkLst>
        <pc:spChg chg="add mod">
          <ac:chgData name="Andrew Bodmer" userId="e78b4f3cb0d7499b" providerId="LiveId" clId="{C9DF3491-A841-1A46-BCAE-0E75FCD8B60A}" dt="2023-10-04T06:22:02.905" v="14869" actId="14100"/>
          <ac:spMkLst>
            <pc:docMk/>
            <pc:sldMk cId="3621417310" sldId="307"/>
            <ac:spMk id="2" creationId="{3C3BAA93-685B-B3FF-4FAD-839D4D468DFF}"/>
          </ac:spMkLst>
        </pc:spChg>
        <pc:spChg chg="mod">
          <ac:chgData name="Andrew Bodmer" userId="e78b4f3cb0d7499b" providerId="LiveId" clId="{C9DF3491-A841-1A46-BCAE-0E75FCD8B60A}" dt="2023-10-04T06:21:43.318" v="14863" actId="14100"/>
          <ac:spMkLst>
            <pc:docMk/>
            <pc:sldMk cId="3621417310" sldId="307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10-02T14:50:46.824" v="14694" actId="20577"/>
          <ac:spMkLst>
            <pc:docMk/>
            <pc:sldMk cId="3621417310" sldId="307"/>
            <ac:spMk id="34820" creationId="{8DCD7CE1-603D-4D59-3DBB-C13C0B6505F0}"/>
          </ac:spMkLst>
        </pc:spChg>
        <pc:picChg chg="add mod">
          <ac:chgData name="Andrew Bodmer" userId="e78b4f3cb0d7499b" providerId="LiveId" clId="{C9DF3491-A841-1A46-BCAE-0E75FCD8B60A}" dt="2023-09-25T15:24:01.845" v="9571" actId="1076"/>
          <ac:picMkLst>
            <pc:docMk/>
            <pc:sldMk cId="3621417310" sldId="307"/>
            <ac:picMk id="3" creationId="{562DD643-DE31-DFBE-658E-436B5367386E}"/>
          </ac:picMkLst>
        </pc:picChg>
      </pc:sldChg>
      <pc:sldChg chg="modSp mod modNotesTx">
        <pc:chgData name="Andrew Bodmer" userId="e78b4f3cb0d7499b" providerId="LiveId" clId="{C9DF3491-A841-1A46-BCAE-0E75FCD8B60A}" dt="2023-09-23T06:09:20.394" v="8851" actId="12"/>
        <pc:sldMkLst>
          <pc:docMk/>
          <pc:sldMk cId="2005355495" sldId="308"/>
        </pc:sldMkLst>
        <pc:spChg chg="mod">
          <ac:chgData name="Andrew Bodmer" userId="e78b4f3cb0d7499b" providerId="LiveId" clId="{C9DF3491-A841-1A46-BCAE-0E75FCD8B60A}" dt="2023-09-20T15:19:51.141" v="2434" actId="113"/>
          <ac:spMkLst>
            <pc:docMk/>
            <pc:sldMk cId="2005355495" sldId="308"/>
            <ac:spMk id="34818" creationId="{DF8F9D08-DF4C-4351-F6A0-75D9B8290DA6}"/>
          </ac:spMkLst>
        </pc:spChg>
        <pc:spChg chg="mod">
          <ac:chgData name="Andrew Bodmer" userId="e78b4f3cb0d7499b" providerId="LiveId" clId="{C9DF3491-A841-1A46-BCAE-0E75FCD8B60A}" dt="2023-09-23T06:09:20.394" v="8851" actId="12"/>
          <ac:spMkLst>
            <pc:docMk/>
            <pc:sldMk cId="2005355495" sldId="308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0T15:19:47.948" v="2433" actId="113"/>
          <ac:spMkLst>
            <pc:docMk/>
            <pc:sldMk cId="2005355495" sldId="308"/>
            <ac:spMk id="34820" creationId="{8DCD7CE1-603D-4D59-3DBB-C13C0B6505F0}"/>
          </ac:spMkLst>
        </pc:spChg>
      </pc:sldChg>
      <pc:sldChg chg="addSp delSp modSp mod modNotesTx">
        <pc:chgData name="Andrew Bodmer" userId="e78b4f3cb0d7499b" providerId="LiveId" clId="{C9DF3491-A841-1A46-BCAE-0E75FCD8B60A}" dt="2023-10-04T06:26:55.377" v="14909" actId="113"/>
        <pc:sldMkLst>
          <pc:docMk/>
          <pc:sldMk cId="47175209" sldId="309"/>
        </pc:sldMkLst>
        <pc:spChg chg="add mod">
          <ac:chgData name="Andrew Bodmer" userId="e78b4f3cb0d7499b" providerId="LiveId" clId="{C9DF3491-A841-1A46-BCAE-0E75FCD8B60A}" dt="2023-09-25T16:34:01.280" v="12647" actId="1076"/>
          <ac:spMkLst>
            <pc:docMk/>
            <pc:sldMk cId="47175209" sldId="309"/>
            <ac:spMk id="2" creationId="{75BDB47B-0EEF-ABA8-3DD3-1BAC633A06F6}"/>
          </ac:spMkLst>
        </pc:spChg>
        <pc:spChg chg="del mod">
          <ac:chgData name="Andrew Bodmer" userId="e78b4f3cb0d7499b" providerId="LiveId" clId="{C9DF3491-A841-1A46-BCAE-0E75FCD8B60A}" dt="2023-09-25T16:31:17.576" v="12472" actId="12084"/>
          <ac:spMkLst>
            <pc:docMk/>
            <pc:sldMk cId="47175209" sldId="309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5T16:49:45.442" v="13114" actId="20577"/>
          <ac:spMkLst>
            <pc:docMk/>
            <pc:sldMk cId="47175209" sldId="309"/>
            <ac:spMk id="34820" creationId="{8DCD7CE1-603D-4D59-3DBB-C13C0B6505F0}"/>
          </ac:spMkLst>
        </pc:spChg>
        <pc:graphicFrameChg chg="add mod modGraphic">
          <ac:chgData name="Andrew Bodmer" userId="e78b4f3cb0d7499b" providerId="LiveId" clId="{C9DF3491-A841-1A46-BCAE-0E75FCD8B60A}" dt="2023-10-04T06:26:55.377" v="14909" actId="113"/>
          <ac:graphicFrameMkLst>
            <pc:docMk/>
            <pc:sldMk cId="47175209" sldId="309"/>
            <ac:graphicFrameMk id="3" creationId="{0B001697-2EEA-B452-789B-3A5EA74F06A7}"/>
          </ac:graphicFrameMkLst>
        </pc:graphicFrameChg>
      </pc:sldChg>
      <pc:sldChg chg="modSp add mod modTransition">
        <pc:chgData name="Andrew Bodmer" userId="e78b4f3cb0d7499b" providerId="LiveId" clId="{C9DF3491-A841-1A46-BCAE-0E75FCD8B60A}" dt="2023-10-04T06:12:58.034" v="14723" actId="20577"/>
        <pc:sldMkLst>
          <pc:docMk/>
          <pc:sldMk cId="3335309099" sldId="310"/>
        </pc:sldMkLst>
        <pc:spChg chg="mod">
          <ac:chgData name="Andrew Bodmer" userId="e78b4f3cb0d7499b" providerId="LiveId" clId="{C9DF3491-A841-1A46-BCAE-0E75FCD8B60A}" dt="2023-09-20T14:59:12.151" v="2164" actId="14100"/>
          <ac:spMkLst>
            <pc:docMk/>
            <pc:sldMk cId="3335309099" sldId="310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10-04T06:12:58.034" v="14723" actId="20577"/>
          <ac:spMkLst>
            <pc:docMk/>
            <pc:sldMk cId="3335309099" sldId="310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09-26T12:25:55.139" v="14250" actId="21"/>
        <pc:sldMkLst>
          <pc:docMk/>
          <pc:sldMk cId="4006839253" sldId="311"/>
        </pc:sldMkLst>
        <pc:spChg chg="add del mod">
          <ac:chgData name="Andrew Bodmer" userId="e78b4f3cb0d7499b" providerId="LiveId" clId="{C9DF3491-A841-1A46-BCAE-0E75FCD8B60A}" dt="2023-09-26T12:25:55.139" v="14250" actId="21"/>
          <ac:spMkLst>
            <pc:docMk/>
            <pc:sldMk cId="4006839253" sldId="311"/>
            <ac:spMk id="2" creationId="{C27981A3-21E8-4419-9D1B-9DF9C7CB2952}"/>
          </ac:spMkLst>
        </pc:spChg>
        <pc:spChg chg="mod">
          <ac:chgData name="Andrew Bodmer" userId="e78b4f3cb0d7499b" providerId="LiveId" clId="{C9DF3491-A841-1A46-BCAE-0E75FCD8B60A}" dt="2023-09-26T12:25:50.035" v="14249"/>
          <ac:spMkLst>
            <pc:docMk/>
            <pc:sldMk cId="4006839253" sldId="311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4:37:18.537" v="2445" actId="20577"/>
          <ac:spMkLst>
            <pc:docMk/>
            <pc:sldMk cId="4006839253" sldId="311"/>
            <ac:spMk id="34820" creationId="{8DCD7CE1-603D-4D59-3DBB-C13C0B6505F0}"/>
          </ac:spMkLst>
        </pc:spChg>
      </pc:sldChg>
      <pc:sldChg chg="addSp modSp add mod modTransition">
        <pc:chgData name="Andrew Bodmer" userId="e78b4f3cb0d7499b" providerId="LiveId" clId="{C9DF3491-A841-1A46-BCAE-0E75FCD8B60A}" dt="2023-09-21T14:47:04.698" v="3074" actId="113"/>
        <pc:sldMkLst>
          <pc:docMk/>
          <pc:sldMk cId="458275949" sldId="312"/>
        </pc:sldMkLst>
        <pc:spChg chg="add mod">
          <ac:chgData name="Andrew Bodmer" userId="e78b4f3cb0d7499b" providerId="LiveId" clId="{C9DF3491-A841-1A46-BCAE-0E75FCD8B60A}" dt="2023-09-21T14:47:04.698" v="3074" actId="113"/>
          <ac:spMkLst>
            <pc:docMk/>
            <pc:sldMk cId="458275949" sldId="312"/>
            <ac:spMk id="2" creationId="{E6C31F88-019A-F5CE-7315-0788D0A37ADF}"/>
          </ac:spMkLst>
        </pc:spChg>
        <pc:spChg chg="mod">
          <ac:chgData name="Andrew Bodmer" userId="e78b4f3cb0d7499b" providerId="LiveId" clId="{C9DF3491-A841-1A46-BCAE-0E75FCD8B60A}" dt="2023-09-21T14:46:20.708" v="3058" actId="20577"/>
          <ac:spMkLst>
            <pc:docMk/>
            <pc:sldMk cId="458275949" sldId="312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4:46:29.033" v="3070" actId="20577"/>
          <ac:spMkLst>
            <pc:docMk/>
            <pc:sldMk cId="458275949" sldId="312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10-04T06:15:21.235" v="14736" actId="14100"/>
        <pc:sldMkLst>
          <pc:docMk/>
          <pc:sldMk cId="2237880569" sldId="313"/>
        </pc:sldMkLst>
        <pc:spChg chg="add del">
          <ac:chgData name="Andrew Bodmer" userId="e78b4f3cb0d7499b" providerId="LiveId" clId="{C9DF3491-A841-1A46-BCAE-0E75FCD8B60A}" dt="2023-09-21T15:12:20.679" v="3951" actId="22"/>
          <ac:spMkLst>
            <pc:docMk/>
            <pc:sldMk cId="2237880569" sldId="313"/>
            <ac:spMk id="3" creationId="{41C55653-B9E6-54A5-EC5D-514A79DB7C04}"/>
          </ac:spMkLst>
        </pc:spChg>
        <pc:spChg chg="add del mod">
          <ac:chgData name="Andrew Bodmer" userId="e78b4f3cb0d7499b" providerId="LiveId" clId="{C9DF3491-A841-1A46-BCAE-0E75FCD8B60A}" dt="2023-09-21T15:13:22.704" v="4030" actId="12084"/>
          <ac:spMkLst>
            <pc:docMk/>
            <pc:sldMk cId="2237880569" sldId="313"/>
            <ac:spMk id="4" creationId="{E1464564-7C55-6468-ED68-4AB7B74E5C37}"/>
          </ac:spMkLst>
        </pc:spChg>
        <pc:spChg chg="mod">
          <ac:chgData name="Andrew Bodmer" userId="e78b4f3cb0d7499b" providerId="LiveId" clId="{C9DF3491-A841-1A46-BCAE-0E75FCD8B60A}" dt="2023-10-04T06:15:21.235" v="14736" actId="14100"/>
          <ac:spMkLst>
            <pc:docMk/>
            <pc:sldMk cId="2237880569" sldId="313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04:03.717" v="3600" actId="20577"/>
          <ac:spMkLst>
            <pc:docMk/>
            <pc:sldMk cId="2237880569" sldId="313"/>
            <ac:spMk id="34820" creationId="{8DCD7CE1-603D-4D59-3DBB-C13C0B6505F0}"/>
          </ac:spMkLst>
        </pc:spChg>
        <pc:graphicFrameChg chg="add mod modGraphic">
          <ac:chgData name="Andrew Bodmer" userId="e78b4f3cb0d7499b" providerId="LiveId" clId="{C9DF3491-A841-1A46-BCAE-0E75FCD8B60A}" dt="2023-10-04T06:14:35.346" v="14726" actId="207"/>
          <ac:graphicFrameMkLst>
            <pc:docMk/>
            <pc:sldMk cId="2237880569" sldId="313"/>
            <ac:graphicFrameMk id="5" creationId="{BE1A5C97-B1F6-7A82-26B1-FCB133D167C2}"/>
          </ac:graphicFrameMkLst>
        </pc:graphicFrameChg>
      </pc:sldChg>
      <pc:sldChg chg="addSp delSp modSp add mod modTransition">
        <pc:chgData name="Andrew Bodmer" userId="e78b4f3cb0d7499b" providerId="LiveId" clId="{C9DF3491-A841-1A46-BCAE-0E75FCD8B60A}" dt="2023-10-04T06:15:52.019" v="14754" actId="20577"/>
        <pc:sldMkLst>
          <pc:docMk/>
          <pc:sldMk cId="1335281685" sldId="314"/>
        </pc:sldMkLst>
        <pc:spChg chg="add del mod">
          <ac:chgData name="Andrew Bodmer" userId="e78b4f3cb0d7499b" providerId="LiveId" clId="{C9DF3491-A841-1A46-BCAE-0E75FCD8B60A}" dt="2023-09-21T15:05:55.037" v="3609"/>
          <ac:spMkLst>
            <pc:docMk/>
            <pc:sldMk cId="1335281685" sldId="314"/>
            <ac:spMk id="3" creationId="{7CFA371C-17B4-5460-6B10-9CD39855AD02}"/>
          </ac:spMkLst>
        </pc:spChg>
        <pc:spChg chg="mod">
          <ac:chgData name="Andrew Bodmer" userId="e78b4f3cb0d7499b" providerId="LiveId" clId="{C9DF3491-A841-1A46-BCAE-0E75FCD8B60A}" dt="2023-10-04T06:15:52.019" v="14754" actId="20577"/>
          <ac:spMkLst>
            <pc:docMk/>
            <pc:sldMk cId="1335281685" sldId="314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05:52.669" v="3607" actId="20577"/>
          <ac:spMkLst>
            <pc:docMk/>
            <pc:sldMk cId="1335281685" sldId="314"/>
            <ac:spMk id="34820" creationId="{8DCD7CE1-603D-4D59-3DBB-C13C0B6505F0}"/>
          </ac:spMkLst>
        </pc:spChg>
      </pc:sldChg>
      <pc:sldChg chg="addSp delSp modSp add mod modTransition modClrScheme chgLayout">
        <pc:chgData name="Andrew Bodmer" userId="e78b4f3cb0d7499b" providerId="LiveId" clId="{C9DF3491-A841-1A46-BCAE-0E75FCD8B60A}" dt="2023-10-04T06:16:19.634" v="14770" actId="20577"/>
        <pc:sldMkLst>
          <pc:docMk/>
          <pc:sldMk cId="2116573742" sldId="315"/>
        </pc:sldMkLst>
        <pc:spChg chg="add del mod">
          <ac:chgData name="Andrew Bodmer" userId="e78b4f3cb0d7499b" providerId="LiveId" clId="{C9DF3491-A841-1A46-BCAE-0E75FCD8B60A}" dt="2023-09-21T15:33:53.658" v="5381" actId="478"/>
          <ac:spMkLst>
            <pc:docMk/>
            <pc:sldMk cId="2116573742" sldId="315"/>
            <ac:spMk id="2" creationId="{0A252885-98B3-C91D-8940-43F1CDE696B3}"/>
          </ac:spMkLst>
        </pc:spChg>
        <pc:spChg chg="add mod">
          <ac:chgData name="Andrew Bodmer" userId="e78b4f3cb0d7499b" providerId="LiveId" clId="{C9DF3491-A841-1A46-BCAE-0E75FCD8B60A}" dt="2023-09-21T15:30:37.096" v="5264" actId="114"/>
          <ac:spMkLst>
            <pc:docMk/>
            <pc:sldMk cId="2116573742" sldId="315"/>
            <ac:spMk id="3" creationId="{6BFBE21C-37F3-B807-00B5-7702860743BB}"/>
          </ac:spMkLst>
        </pc:spChg>
        <pc:spChg chg="add mod">
          <ac:chgData name="Andrew Bodmer" userId="e78b4f3cb0d7499b" providerId="LiveId" clId="{C9DF3491-A841-1A46-BCAE-0E75FCD8B60A}" dt="2023-10-04T06:16:19.634" v="14770" actId="20577"/>
          <ac:spMkLst>
            <pc:docMk/>
            <pc:sldMk cId="2116573742" sldId="315"/>
            <ac:spMk id="4" creationId="{358DC361-8990-15DB-E1D2-5FC498E6A5B5}"/>
          </ac:spMkLst>
        </pc:spChg>
        <pc:spChg chg="add del mod">
          <ac:chgData name="Andrew Bodmer" userId="e78b4f3cb0d7499b" providerId="LiveId" clId="{C9DF3491-A841-1A46-BCAE-0E75FCD8B60A}" dt="2023-09-21T15:35:18.835" v="5397"/>
          <ac:spMkLst>
            <pc:docMk/>
            <pc:sldMk cId="2116573742" sldId="315"/>
            <ac:spMk id="5" creationId="{4BF3C471-2D34-406B-DDB9-D01FB76372A2}"/>
          </ac:spMkLst>
        </pc:spChg>
        <pc:spChg chg="mod ord">
          <ac:chgData name="Andrew Bodmer" userId="e78b4f3cb0d7499b" providerId="LiveId" clId="{C9DF3491-A841-1A46-BCAE-0E75FCD8B60A}" dt="2023-10-04T06:16:08.035" v="14762" actId="20577"/>
          <ac:spMkLst>
            <pc:docMk/>
            <pc:sldMk cId="2116573742" sldId="315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28:48.415" v="5134" actId="26606"/>
          <ac:spMkLst>
            <pc:docMk/>
            <pc:sldMk cId="2116573742" sldId="315"/>
            <ac:spMk id="34820" creationId="{8DCD7CE1-603D-4D59-3DBB-C13C0B6505F0}"/>
          </ac:spMkLst>
        </pc:spChg>
        <pc:spChg chg="add mod">
          <ac:chgData name="Andrew Bodmer" userId="e78b4f3cb0d7499b" providerId="LiveId" clId="{C9DF3491-A841-1A46-BCAE-0E75FCD8B60A}" dt="2023-09-21T15:28:48.415" v="5134" actId="26606"/>
          <ac:spMkLst>
            <pc:docMk/>
            <pc:sldMk cId="2116573742" sldId="315"/>
            <ac:spMk id="34825" creationId="{ECFFC8A2-BC32-FA2B-26AD-6A52897D83F3}"/>
          </ac:spMkLst>
        </pc:spChg>
      </pc:sldChg>
      <pc:sldChg chg="modSp add del mod modTransition">
        <pc:chgData name="Andrew Bodmer" userId="e78b4f3cb0d7499b" providerId="LiveId" clId="{C9DF3491-A841-1A46-BCAE-0E75FCD8B60A}" dt="2023-09-21T15:20:22.363" v="4505" actId="2696"/>
        <pc:sldMkLst>
          <pc:docMk/>
          <pc:sldMk cId="2807175167" sldId="316"/>
        </pc:sldMkLst>
        <pc:spChg chg="mod">
          <ac:chgData name="Andrew Bodmer" userId="e78b4f3cb0d7499b" providerId="LiveId" clId="{C9DF3491-A841-1A46-BCAE-0E75FCD8B60A}" dt="2023-09-21T15:20:15.387" v="4502" actId="21"/>
          <ac:spMkLst>
            <pc:docMk/>
            <pc:sldMk cId="2807175167" sldId="316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06:05.898" v="3612" actId="20577"/>
          <ac:spMkLst>
            <pc:docMk/>
            <pc:sldMk cId="2807175167" sldId="316"/>
            <ac:spMk id="34820" creationId="{8DCD7CE1-603D-4D59-3DBB-C13C0B6505F0}"/>
          </ac:spMkLst>
        </pc:spChg>
      </pc:sldChg>
      <pc:sldChg chg="addSp modSp add mod modTransition modClrScheme chgLayout">
        <pc:chgData name="Andrew Bodmer" userId="e78b4f3cb0d7499b" providerId="LiveId" clId="{C9DF3491-A841-1A46-BCAE-0E75FCD8B60A}" dt="2023-10-04T06:27:45.507" v="14930" actId="20577"/>
        <pc:sldMkLst>
          <pc:docMk/>
          <pc:sldMk cId="166266769" sldId="317"/>
        </pc:sldMkLst>
        <pc:spChg chg="mod ord">
          <ac:chgData name="Andrew Bodmer" userId="e78b4f3cb0d7499b" providerId="LiveId" clId="{C9DF3491-A841-1A46-BCAE-0E75FCD8B60A}" dt="2023-10-04T06:27:45.507" v="14930" actId="20577"/>
          <ac:spMkLst>
            <pc:docMk/>
            <pc:sldMk cId="166266769" sldId="317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5T16:51:42.321" v="13211" actId="26606"/>
          <ac:spMkLst>
            <pc:docMk/>
            <pc:sldMk cId="166266769" sldId="317"/>
            <ac:spMk id="34820" creationId="{8DCD7CE1-603D-4D59-3DBB-C13C0B6505F0}"/>
          </ac:spMkLst>
        </pc:spChg>
        <pc:spChg chg="add mod">
          <ac:chgData name="Andrew Bodmer" userId="e78b4f3cb0d7499b" providerId="LiveId" clId="{C9DF3491-A841-1A46-BCAE-0E75FCD8B60A}" dt="2023-09-25T16:51:42.321" v="13211" actId="26606"/>
          <ac:spMkLst>
            <pc:docMk/>
            <pc:sldMk cId="166266769" sldId="317"/>
            <ac:spMk id="34825" creationId="{86DA0DFF-2ED9-058B-AB28-73E47C47013C}"/>
          </ac:spMkLst>
        </pc:spChg>
        <pc:picChg chg="add mod">
          <ac:chgData name="Andrew Bodmer" userId="e78b4f3cb0d7499b" providerId="LiveId" clId="{C9DF3491-A841-1A46-BCAE-0E75FCD8B60A}" dt="2023-09-25T16:51:42.321" v="13211" actId="26606"/>
          <ac:picMkLst>
            <pc:docMk/>
            <pc:sldMk cId="166266769" sldId="317"/>
            <ac:picMk id="2" creationId="{FE87CB95-F259-48AC-D63C-FDD458C9821E}"/>
          </ac:picMkLst>
        </pc:picChg>
      </pc:sldChg>
      <pc:sldChg chg="addSp modSp add mod modTransition">
        <pc:chgData name="Andrew Bodmer" userId="e78b4f3cb0d7499b" providerId="LiveId" clId="{C9DF3491-A841-1A46-BCAE-0E75FCD8B60A}" dt="2023-10-04T06:28:15.066" v="14939" actId="1076"/>
        <pc:sldMkLst>
          <pc:docMk/>
          <pc:sldMk cId="3932729804" sldId="318"/>
        </pc:sldMkLst>
        <pc:spChg chg="add mod">
          <ac:chgData name="Andrew Bodmer" userId="e78b4f3cb0d7499b" providerId="LiveId" clId="{C9DF3491-A841-1A46-BCAE-0E75FCD8B60A}" dt="2023-10-04T06:28:03.577" v="14934" actId="1076"/>
          <ac:spMkLst>
            <pc:docMk/>
            <pc:sldMk cId="3932729804" sldId="318"/>
            <ac:spMk id="2" creationId="{51502D29-BAE2-F54E-CFCB-857664452EC1}"/>
          </ac:spMkLst>
        </pc:spChg>
        <pc:spChg chg="add mod">
          <ac:chgData name="Andrew Bodmer" userId="e78b4f3cb0d7499b" providerId="LiveId" clId="{C9DF3491-A841-1A46-BCAE-0E75FCD8B60A}" dt="2023-10-04T06:28:08.222" v="14936" actId="1076"/>
          <ac:spMkLst>
            <pc:docMk/>
            <pc:sldMk cId="3932729804" sldId="318"/>
            <ac:spMk id="3" creationId="{DD596B17-C46B-4E5A-BC29-E20480429496}"/>
          </ac:spMkLst>
        </pc:spChg>
        <pc:spChg chg="add mod">
          <ac:chgData name="Andrew Bodmer" userId="e78b4f3cb0d7499b" providerId="LiveId" clId="{C9DF3491-A841-1A46-BCAE-0E75FCD8B60A}" dt="2023-10-04T06:28:15.066" v="14939" actId="1076"/>
          <ac:spMkLst>
            <pc:docMk/>
            <pc:sldMk cId="3932729804" sldId="318"/>
            <ac:spMk id="4" creationId="{66793300-05C6-EB7C-EAFE-1D152D4C0089}"/>
          </ac:spMkLst>
        </pc:spChg>
        <pc:spChg chg="mod">
          <ac:chgData name="Andrew Bodmer" userId="e78b4f3cb0d7499b" providerId="LiveId" clId="{C9DF3491-A841-1A46-BCAE-0E75FCD8B60A}" dt="2023-10-04T06:27:58.503" v="14932" actId="1076"/>
          <ac:spMkLst>
            <pc:docMk/>
            <pc:sldMk cId="3932729804" sldId="318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5T17:05:18.753" v="13838" actId="20577"/>
          <ac:spMkLst>
            <pc:docMk/>
            <pc:sldMk cId="3932729804" sldId="318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10-04T06:28:40.570" v="14941" actId="207"/>
        <pc:sldMkLst>
          <pc:docMk/>
          <pc:sldMk cId="3084971845" sldId="319"/>
        </pc:sldMkLst>
        <pc:spChg chg="add mod">
          <ac:chgData name="Andrew Bodmer" userId="e78b4f3cb0d7499b" providerId="LiveId" clId="{C9DF3491-A841-1A46-BCAE-0E75FCD8B60A}" dt="2023-09-25T17:02:32.215" v="13780" actId="20577"/>
          <ac:spMkLst>
            <pc:docMk/>
            <pc:sldMk cId="3084971845" sldId="319"/>
            <ac:spMk id="3" creationId="{4616872F-E803-1509-A90F-E09B8C709317}"/>
          </ac:spMkLst>
        </pc:spChg>
        <pc:spChg chg="add mod">
          <ac:chgData name="Andrew Bodmer" userId="e78b4f3cb0d7499b" providerId="LiveId" clId="{C9DF3491-A841-1A46-BCAE-0E75FCD8B60A}" dt="2023-09-25T17:03:04.580" v="13790" actId="1076"/>
          <ac:spMkLst>
            <pc:docMk/>
            <pc:sldMk cId="3084971845" sldId="319"/>
            <ac:spMk id="5" creationId="{A33D9BB3-9EB5-A34E-A6E3-861EE5420E56}"/>
          </ac:spMkLst>
        </pc:spChg>
        <pc:spChg chg="del mod">
          <ac:chgData name="Andrew Bodmer" userId="e78b4f3cb0d7499b" providerId="LiveId" clId="{C9DF3491-A841-1A46-BCAE-0E75FCD8B60A}" dt="2023-09-25T16:59:24.872" v="13581" actId="12084"/>
          <ac:spMkLst>
            <pc:docMk/>
            <pc:sldMk cId="3084971845" sldId="319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5T16:55:50.779" v="13364" actId="20577"/>
          <ac:spMkLst>
            <pc:docMk/>
            <pc:sldMk cId="3084971845" sldId="319"/>
            <ac:spMk id="34820" creationId="{8DCD7CE1-603D-4D59-3DBB-C13C0B6505F0}"/>
          </ac:spMkLst>
        </pc:spChg>
        <pc:graphicFrameChg chg="add mod modGraphic">
          <ac:chgData name="Andrew Bodmer" userId="e78b4f3cb0d7499b" providerId="LiveId" clId="{C9DF3491-A841-1A46-BCAE-0E75FCD8B60A}" dt="2023-10-04T06:28:40.570" v="14941" actId="207"/>
          <ac:graphicFrameMkLst>
            <pc:docMk/>
            <pc:sldMk cId="3084971845" sldId="319"/>
            <ac:graphicFrameMk id="2" creationId="{D1D5B2F4-C394-1CFB-C22D-97A52848F290}"/>
          </ac:graphicFrameMkLst>
        </pc:graphicFrameChg>
      </pc:sldChg>
      <pc:sldChg chg="modSp add del mod modTransition">
        <pc:chgData name="Andrew Bodmer" userId="e78b4f3cb0d7499b" providerId="LiveId" clId="{C9DF3491-A841-1A46-BCAE-0E75FCD8B60A}" dt="2023-09-20T15:17:55.343" v="2360" actId="2696"/>
        <pc:sldMkLst>
          <pc:docMk/>
          <pc:sldMk cId="1922406969" sldId="320"/>
        </pc:sldMkLst>
        <pc:spChg chg="mod">
          <ac:chgData name="Andrew Bodmer" userId="e78b4f3cb0d7499b" providerId="LiveId" clId="{C9DF3491-A841-1A46-BCAE-0E75FCD8B60A}" dt="2023-09-20T15:16:22.858" v="2332" actId="21"/>
          <ac:spMkLst>
            <pc:docMk/>
            <pc:sldMk cId="1922406969" sldId="320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18T14:33:44.507" v="1114" actId="20577"/>
          <ac:spMkLst>
            <pc:docMk/>
            <pc:sldMk cId="1922406969" sldId="320"/>
            <ac:spMk id="34820" creationId="{8DCD7CE1-603D-4D59-3DBB-C13C0B6505F0}"/>
          </ac:spMkLst>
        </pc:spChg>
      </pc:sldChg>
      <pc:sldChg chg="addSp modSp add mod modTransition">
        <pc:chgData name="Andrew Bodmer" userId="e78b4f3cb0d7499b" providerId="LiveId" clId="{C9DF3491-A841-1A46-BCAE-0E75FCD8B60A}" dt="2023-10-04T06:23:36.241" v="14882" actId="122"/>
        <pc:sldMkLst>
          <pc:docMk/>
          <pc:sldMk cId="3652802485" sldId="321"/>
        </pc:sldMkLst>
        <pc:spChg chg="mod">
          <ac:chgData name="Andrew Bodmer" userId="e78b4f3cb0d7499b" providerId="LiveId" clId="{C9DF3491-A841-1A46-BCAE-0E75FCD8B60A}" dt="2023-10-04T06:23:04.607" v="14879" actId="2711"/>
          <ac:spMkLst>
            <pc:docMk/>
            <pc:sldMk cId="3652802485" sldId="321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10-03T06:39:37.538" v="14703" actId="20577"/>
          <ac:spMkLst>
            <pc:docMk/>
            <pc:sldMk cId="3652802485" sldId="321"/>
            <ac:spMk id="34820" creationId="{8DCD7CE1-603D-4D59-3DBB-C13C0B6505F0}"/>
          </ac:spMkLst>
        </pc:spChg>
        <pc:graphicFrameChg chg="add mod modGraphic">
          <ac:chgData name="Andrew Bodmer" userId="e78b4f3cb0d7499b" providerId="LiveId" clId="{C9DF3491-A841-1A46-BCAE-0E75FCD8B60A}" dt="2023-10-04T06:23:36.241" v="14882" actId="122"/>
          <ac:graphicFrameMkLst>
            <pc:docMk/>
            <pc:sldMk cId="3652802485" sldId="321"/>
            <ac:graphicFrameMk id="2" creationId="{916195B6-2114-28D6-C4A6-AFEBA217969C}"/>
          </ac:graphicFrameMkLst>
        </pc:graphicFrameChg>
      </pc:sldChg>
      <pc:sldChg chg="modSp add del mod modTransition">
        <pc:chgData name="Andrew Bodmer" userId="e78b4f3cb0d7499b" providerId="LiveId" clId="{C9DF3491-A841-1A46-BCAE-0E75FCD8B60A}" dt="2023-09-20T15:17:21.054" v="2336" actId="2696"/>
        <pc:sldMkLst>
          <pc:docMk/>
          <pc:sldMk cId="2165216205" sldId="322"/>
        </pc:sldMkLst>
        <pc:spChg chg="mod">
          <ac:chgData name="Andrew Bodmer" userId="e78b4f3cb0d7499b" providerId="LiveId" clId="{C9DF3491-A841-1A46-BCAE-0E75FCD8B60A}" dt="2023-09-18T14:34:38.825" v="1188" actId="20577"/>
          <ac:spMkLst>
            <pc:docMk/>
            <pc:sldMk cId="2165216205" sldId="322"/>
            <ac:spMk id="34820" creationId="{8DCD7CE1-603D-4D59-3DBB-C13C0B6505F0}"/>
          </ac:spMkLst>
        </pc:spChg>
      </pc:sldChg>
      <pc:sldChg chg="addSp delSp modSp add mod modTransition modClrScheme chgLayout">
        <pc:chgData name="Andrew Bodmer" userId="e78b4f3cb0d7499b" providerId="LiveId" clId="{C9DF3491-A841-1A46-BCAE-0E75FCD8B60A}" dt="2023-10-04T06:22:46.256" v="14876" actId="14100"/>
        <pc:sldMkLst>
          <pc:docMk/>
          <pc:sldMk cId="289982988" sldId="323"/>
        </pc:sldMkLst>
        <pc:spChg chg="add mod">
          <ac:chgData name="Andrew Bodmer" userId="e78b4f3cb0d7499b" providerId="LiveId" clId="{C9DF3491-A841-1A46-BCAE-0E75FCD8B60A}" dt="2023-10-04T06:22:24.244" v="14872" actId="255"/>
          <ac:spMkLst>
            <pc:docMk/>
            <pc:sldMk cId="289982988" sldId="323"/>
            <ac:spMk id="2" creationId="{350A793F-725F-BBEA-4441-47AE58BB74AC}"/>
          </ac:spMkLst>
        </pc:spChg>
        <pc:spChg chg="add mod">
          <ac:chgData name="Andrew Bodmer" userId="e78b4f3cb0d7499b" providerId="LiveId" clId="{C9DF3491-A841-1A46-BCAE-0E75FCD8B60A}" dt="2023-10-04T06:22:15.877" v="14870" actId="1076"/>
          <ac:spMkLst>
            <pc:docMk/>
            <pc:sldMk cId="289982988" sldId="323"/>
            <ac:spMk id="3" creationId="{CE84E521-718B-432C-4621-8D1DD7E665BF}"/>
          </ac:spMkLst>
        </pc:spChg>
        <pc:spChg chg="add del mod topLvl">
          <ac:chgData name="Andrew Bodmer" userId="e78b4f3cb0d7499b" providerId="LiveId" clId="{C9DF3491-A841-1A46-BCAE-0E75FCD8B60A}" dt="2023-09-25T15:33:21.716" v="9923" actId="478"/>
          <ac:spMkLst>
            <pc:docMk/>
            <pc:sldMk cId="289982988" sldId="323"/>
            <ac:spMk id="5" creationId="{87C8A71F-44CB-A22E-8EAF-105F16DD55FF}"/>
          </ac:spMkLst>
        </pc:spChg>
        <pc:spChg chg="add del mod topLvl">
          <ac:chgData name="Andrew Bodmer" userId="e78b4f3cb0d7499b" providerId="LiveId" clId="{C9DF3491-A841-1A46-BCAE-0E75FCD8B60A}" dt="2023-09-25T15:33:20.432" v="9922" actId="478"/>
          <ac:spMkLst>
            <pc:docMk/>
            <pc:sldMk cId="289982988" sldId="323"/>
            <ac:spMk id="6" creationId="{D9B322DD-5BC3-E9C2-6D3D-EC3B6DDB8044}"/>
          </ac:spMkLst>
        </pc:spChg>
        <pc:spChg chg="add mod">
          <ac:chgData name="Andrew Bodmer" userId="e78b4f3cb0d7499b" providerId="LiveId" clId="{C9DF3491-A841-1A46-BCAE-0E75FCD8B60A}" dt="2023-10-04T06:22:33.557" v="14874" actId="1076"/>
          <ac:spMkLst>
            <pc:docMk/>
            <pc:sldMk cId="289982988" sldId="323"/>
            <ac:spMk id="7" creationId="{8C1D40DF-5B49-0390-38BA-B2F72C28D968}"/>
          </ac:spMkLst>
        </pc:spChg>
        <pc:spChg chg="del mod">
          <ac:chgData name="Andrew Bodmer" userId="e78b4f3cb0d7499b" providerId="LiveId" clId="{C9DF3491-A841-1A46-BCAE-0E75FCD8B60A}" dt="2023-09-25T15:32:20.751" v="9911" actId="26606"/>
          <ac:spMkLst>
            <pc:docMk/>
            <pc:sldMk cId="289982988" sldId="323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5T15:32:20.751" v="9911" actId="26606"/>
          <ac:spMkLst>
            <pc:docMk/>
            <pc:sldMk cId="289982988" sldId="323"/>
            <ac:spMk id="34820" creationId="{8DCD7CE1-603D-4D59-3DBB-C13C0B6505F0}"/>
          </ac:spMkLst>
        </pc:spChg>
        <pc:spChg chg="add mod">
          <ac:chgData name="Andrew Bodmer" userId="e78b4f3cb0d7499b" providerId="LiveId" clId="{C9DF3491-A841-1A46-BCAE-0E75FCD8B60A}" dt="2023-09-25T15:32:20.751" v="9911" actId="26606"/>
          <ac:spMkLst>
            <pc:docMk/>
            <pc:sldMk cId="289982988" sldId="323"/>
            <ac:spMk id="34826" creationId="{D964813C-4B56-763B-8D7A-2F33AF0CD568}"/>
          </ac:spMkLst>
        </pc:spChg>
        <pc:grpChg chg="add del mod">
          <ac:chgData name="Andrew Bodmer" userId="e78b4f3cb0d7499b" providerId="LiveId" clId="{C9DF3491-A841-1A46-BCAE-0E75FCD8B60A}" dt="2023-09-25T15:33:20.432" v="9922" actId="478"/>
          <ac:grpSpMkLst>
            <pc:docMk/>
            <pc:sldMk cId="289982988" sldId="323"/>
            <ac:grpSpMk id="4" creationId="{07186E67-5C9C-0403-1295-392AC1DAC34F}"/>
          </ac:grpSpMkLst>
        </pc:grpChg>
        <pc:graphicFrameChg chg="add mod modGraphic">
          <ac:chgData name="Andrew Bodmer" userId="e78b4f3cb0d7499b" providerId="LiveId" clId="{C9DF3491-A841-1A46-BCAE-0E75FCD8B60A}" dt="2023-10-04T06:22:46.256" v="14876" actId="14100"/>
          <ac:graphicFrameMkLst>
            <pc:docMk/>
            <pc:sldMk cId="289982988" sldId="323"/>
            <ac:graphicFrameMk id="34822" creationId="{D58A0978-9C4B-DA00-347F-7F8899A021F7}"/>
          </ac:graphicFrameMkLst>
        </pc:graphicFrameChg>
      </pc:sldChg>
      <pc:sldChg chg="addSp delSp modSp add del mod modTransition modClrScheme chgLayout">
        <pc:chgData name="Andrew Bodmer" userId="e78b4f3cb0d7499b" providerId="LiveId" clId="{C9DF3491-A841-1A46-BCAE-0E75FCD8B60A}" dt="2023-09-25T15:38:26.112" v="10044" actId="2696"/>
        <pc:sldMkLst>
          <pc:docMk/>
          <pc:sldMk cId="1317156464" sldId="324"/>
        </pc:sldMkLst>
        <pc:spChg chg="add mod">
          <ac:chgData name="Andrew Bodmer" userId="e78b4f3cb0d7499b" providerId="LiveId" clId="{C9DF3491-A841-1A46-BCAE-0E75FCD8B60A}" dt="2023-09-25T15:38:13.555" v="10041" actId="21"/>
          <ac:spMkLst>
            <pc:docMk/>
            <pc:sldMk cId="1317156464" sldId="324"/>
            <ac:spMk id="3" creationId="{0D8CB486-B564-6353-256B-31A85A6C5629}"/>
          </ac:spMkLst>
        </pc:spChg>
        <pc:spChg chg="add del mod">
          <ac:chgData name="Andrew Bodmer" userId="e78b4f3cb0d7499b" providerId="LiveId" clId="{C9DF3491-A841-1A46-BCAE-0E75FCD8B60A}" dt="2023-09-23T06:21:48.570" v="9027" actId="26606"/>
          <ac:spMkLst>
            <pc:docMk/>
            <pc:sldMk cId="1317156464" sldId="324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3T06:21:48.570" v="9027" actId="26606"/>
          <ac:spMkLst>
            <pc:docMk/>
            <pc:sldMk cId="1317156464" sldId="324"/>
            <ac:spMk id="34820" creationId="{8DCD7CE1-603D-4D59-3DBB-C13C0B6505F0}"/>
          </ac:spMkLst>
        </pc:spChg>
        <pc:spChg chg="add mod">
          <ac:chgData name="Andrew Bodmer" userId="e78b4f3cb0d7499b" providerId="LiveId" clId="{C9DF3491-A841-1A46-BCAE-0E75FCD8B60A}" dt="2023-09-23T06:21:48.570" v="9027" actId="26606"/>
          <ac:spMkLst>
            <pc:docMk/>
            <pc:sldMk cId="1317156464" sldId="324"/>
            <ac:spMk id="34826" creationId="{ED0D151E-211E-D02A-9463-9501609FAA19}"/>
          </ac:spMkLst>
        </pc:spChg>
        <pc:graphicFrameChg chg="add del mod">
          <ac:chgData name="Andrew Bodmer" userId="e78b4f3cb0d7499b" providerId="LiveId" clId="{C9DF3491-A841-1A46-BCAE-0E75FCD8B60A}" dt="2023-09-23T06:21:43.875" v="9026" actId="12084"/>
          <ac:graphicFrameMkLst>
            <pc:docMk/>
            <pc:sldMk cId="1317156464" sldId="324"/>
            <ac:graphicFrameMk id="2" creationId="{F967D5A4-5B76-3A86-1BDF-79B9E5627E4F}"/>
          </ac:graphicFrameMkLst>
        </pc:graphicFrameChg>
        <pc:graphicFrameChg chg="add del mod">
          <ac:chgData name="Andrew Bodmer" userId="e78b4f3cb0d7499b" providerId="LiveId" clId="{C9DF3491-A841-1A46-BCAE-0E75FCD8B60A}" dt="2023-09-25T15:38:13.555" v="10041" actId="21"/>
          <ac:graphicFrameMkLst>
            <pc:docMk/>
            <pc:sldMk cId="1317156464" sldId="324"/>
            <ac:graphicFrameMk id="34822" creationId="{FE59DC64-338E-E4C6-04BE-72C3405B70A8}"/>
          </ac:graphicFrameMkLst>
        </pc:graphicFrameChg>
      </pc:sldChg>
      <pc:sldChg chg="modSp add del mod modTransition">
        <pc:chgData name="Andrew Bodmer" userId="e78b4f3cb0d7499b" providerId="LiveId" clId="{C9DF3491-A841-1A46-BCAE-0E75FCD8B60A}" dt="2023-09-23T06:16:45.766" v="8948" actId="2696"/>
        <pc:sldMkLst>
          <pc:docMk/>
          <pc:sldMk cId="2852412892" sldId="325"/>
        </pc:sldMkLst>
        <pc:spChg chg="mod">
          <ac:chgData name="Andrew Bodmer" userId="e78b4f3cb0d7499b" providerId="LiveId" clId="{C9DF3491-A841-1A46-BCAE-0E75FCD8B60A}" dt="2023-09-18T14:35:06.966" v="1237" actId="20577"/>
          <ac:spMkLst>
            <pc:docMk/>
            <pc:sldMk cId="2852412892" sldId="325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C9DF3491-A841-1A46-BCAE-0E75FCD8B60A}" dt="2023-10-04T06:16:39.520" v="14782" actId="20577"/>
        <pc:sldMkLst>
          <pc:docMk/>
          <pc:sldMk cId="473098181" sldId="326"/>
        </pc:sldMkLst>
        <pc:spChg chg="mod">
          <ac:chgData name="Andrew Bodmer" userId="e78b4f3cb0d7499b" providerId="LiveId" clId="{C9DF3491-A841-1A46-BCAE-0E75FCD8B60A}" dt="2023-10-04T06:16:39.520" v="14782" actId="20577"/>
          <ac:spMkLst>
            <pc:docMk/>
            <pc:sldMk cId="473098181" sldId="326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40:16.926" v="5547" actId="20577"/>
          <ac:spMkLst>
            <pc:docMk/>
            <pc:sldMk cId="473098181" sldId="326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C9DF3491-A841-1A46-BCAE-0E75FCD8B60A}" dt="2023-09-20T15:07:55.707" v="2241" actId="2696"/>
        <pc:sldMkLst>
          <pc:docMk/>
          <pc:sldMk cId="169275694" sldId="327"/>
        </pc:sldMkLst>
        <pc:spChg chg="mod">
          <ac:chgData name="Andrew Bodmer" userId="e78b4f3cb0d7499b" providerId="LiveId" clId="{C9DF3491-A841-1A46-BCAE-0E75FCD8B60A}" dt="2023-09-18T14:38:04.290" v="1468" actId="20577"/>
          <ac:spMkLst>
            <pc:docMk/>
            <pc:sldMk cId="169275694" sldId="327"/>
            <ac:spMk id="34820" creationId="{8DCD7CE1-603D-4D59-3DBB-C13C0B6505F0}"/>
          </ac:spMkLst>
        </pc:spChg>
      </pc:sldChg>
      <pc:sldChg chg="new del">
        <pc:chgData name="Andrew Bodmer" userId="e78b4f3cb0d7499b" providerId="LiveId" clId="{C9DF3491-A841-1A46-BCAE-0E75FCD8B60A}" dt="2023-09-18T14:37:10.145" v="1355" actId="680"/>
        <pc:sldMkLst>
          <pc:docMk/>
          <pc:sldMk cId="3296675608" sldId="327"/>
        </pc:sldMkLst>
      </pc:sldChg>
      <pc:sldChg chg="addSp delSp modSp add mod modTransition">
        <pc:chgData name="Andrew Bodmer" userId="e78b4f3cb0d7499b" providerId="LiveId" clId="{C9DF3491-A841-1A46-BCAE-0E75FCD8B60A}" dt="2023-10-04T06:16:56.465" v="14784" actId="1076"/>
        <pc:sldMkLst>
          <pc:docMk/>
          <pc:sldMk cId="1934413201" sldId="328"/>
        </pc:sldMkLst>
        <pc:spChg chg="add mod">
          <ac:chgData name="Andrew Bodmer" userId="e78b4f3cb0d7499b" providerId="LiveId" clId="{C9DF3491-A841-1A46-BCAE-0E75FCD8B60A}" dt="2023-10-04T06:16:56.465" v="14784" actId="1076"/>
          <ac:spMkLst>
            <pc:docMk/>
            <pc:sldMk cId="1934413201" sldId="328"/>
            <ac:spMk id="2" creationId="{10ABCD0A-CA5C-744A-CDDA-01AA3E354B22}"/>
          </ac:spMkLst>
        </pc:spChg>
        <pc:spChg chg="add mod">
          <ac:chgData name="Andrew Bodmer" userId="e78b4f3cb0d7499b" providerId="LiveId" clId="{C9DF3491-A841-1A46-BCAE-0E75FCD8B60A}" dt="2023-09-26T12:28:15.143" v="14404" actId="13926"/>
          <ac:spMkLst>
            <pc:docMk/>
            <pc:sldMk cId="1934413201" sldId="328"/>
            <ac:spMk id="3" creationId="{5DFD88BB-70D2-C611-8A53-EDC94BC35412}"/>
          </ac:spMkLst>
        </pc:spChg>
        <pc:spChg chg="add del mod">
          <ac:chgData name="Andrew Bodmer" userId="e78b4f3cb0d7499b" providerId="LiveId" clId="{C9DF3491-A841-1A46-BCAE-0E75FCD8B60A}" dt="2023-09-21T15:54:21.188" v="6234" actId="12084"/>
          <ac:spMkLst>
            <pc:docMk/>
            <pc:sldMk cId="1934413201" sldId="328"/>
            <ac:spMk id="3" creationId="{95ED9087-18FE-E33A-D7A8-4B5971FF9278}"/>
          </ac:spMkLst>
        </pc:spChg>
        <pc:spChg chg="mod">
          <ac:chgData name="Andrew Bodmer" userId="e78b4f3cb0d7499b" providerId="LiveId" clId="{C9DF3491-A841-1A46-BCAE-0E75FCD8B60A}" dt="2023-09-26T12:27:51.448" v="14345" actId="20577"/>
          <ac:spMkLst>
            <pc:docMk/>
            <pc:sldMk cId="1934413201" sldId="328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18T14:38:27.071" v="1504" actId="20577"/>
          <ac:spMkLst>
            <pc:docMk/>
            <pc:sldMk cId="1934413201" sldId="328"/>
            <ac:spMk id="34820" creationId="{8DCD7CE1-603D-4D59-3DBB-C13C0B6505F0}"/>
          </ac:spMkLst>
        </pc:spChg>
        <pc:graphicFrameChg chg="add del mod">
          <ac:chgData name="Andrew Bodmer" userId="e78b4f3cb0d7499b" providerId="LiveId" clId="{C9DF3491-A841-1A46-BCAE-0E75FCD8B60A}" dt="2023-09-21T15:51:28.543" v="6201" actId="12084"/>
          <ac:graphicFrameMkLst>
            <pc:docMk/>
            <pc:sldMk cId="1934413201" sldId="328"/>
            <ac:graphicFrameMk id="4" creationId="{FB1CC91F-E873-3C5A-07D0-94E8A6127FAC}"/>
          </ac:graphicFrameMkLst>
        </pc:graphicFrameChg>
        <pc:graphicFrameChg chg="add del mod">
          <ac:chgData name="Andrew Bodmer" userId="e78b4f3cb0d7499b" providerId="LiveId" clId="{C9DF3491-A841-1A46-BCAE-0E75FCD8B60A}" dt="2023-09-21T15:51:46.492" v="6203" actId="12084"/>
          <ac:graphicFrameMkLst>
            <pc:docMk/>
            <pc:sldMk cId="1934413201" sldId="328"/>
            <ac:graphicFrameMk id="5" creationId="{859B1767-F5A3-D7DC-5E99-1EDD1B4C7C03}"/>
          </ac:graphicFrameMkLst>
        </pc:graphicFrameChg>
        <pc:graphicFrameChg chg="add del mod">
          <ac:chgData name="Andrew Bodmer" userId="e78b4f3cb0d7499b" providerId="LiveId" clId="{C9DF3491-A841-1A46-BCAE-0E75FCD8B60A}" dt="2023-09-21T15:53:12.758" v="6212" actId="12084"/>
          <ac:graphicFrameMkLst>
            <pc:docMk/>
            <pc:sldMk cId="1934413201" sldId="328"/>
            <ac:graphicFrameMk id="6" creationId="{E4A8A6C3-6DEB-643A-02E4-E7FE5D208BFB}"/>
          </ac:graphicFrameMkLst>
        </pc:graphicFrameChg>
        <pc:graphicFrameChg chg="add del mod">
          <ac:chgData name="Andrew Bodmer" userId="e78b4f3cb0d7499b" providerId="LiveId" clId="{C9DF3491-A841-1A46-BCAE-0E75FCD8B60A}" dt="2023-09-21T15:53:43.128" v="6216" actId="12084"/>
          <ac:graphicFrameMkLst>
            <pc:docMk/>
            <pc:sldMk cId="1934413201" sldId="328"/>
            <ac:graphicFrameMk id="7" creationId="{6069380F-7510-22AC-F06E-00B1A6A2AED6}"/>
          </ac:graphicFrameMkLst>
        </pc:graphicFrameChg>
        <pc:graphicFrameChg chg="add del mod">
          <ac:chgData name="Andrew Bodmer" userId="e78b4f3cb0d7499b" providerId="LiveId" clId="{C9DF3491-A841-1A46-BCAE-0E75FCD8B60A}" dt="2023-09-21T15:54:01.726" v="6218" actId="12084"/>
          <ac:graphicFrameMkLst>
            <pc:docMk/>
            <pc:sldMk cId="1934413201" sldId="328"/>
            <ac:graphicFrameMk id="8" creationId="{3C24CA1C-E2BC-5B0A-AB4E-4CCE92CC0A97}"/>
          </ac:graphicFrameMkLst>
        </pc:graphicFrameChg>
        <pc:graphicFrameChg chg="add del mod">
          <ac:chgData name="Andrew Bodmer" userId="e78b4f3cb0d7499b" providerId="LiveId" clId="{C9DF3491-A841-1A46-BCAE-0E75FCD8B60A}" dt="2023-09-21T15:58:53.003" v="6285" actId="478"/>
          <ac:graphicFrameMkLst>
            <pc:docMk/>
            <pc:sldMk cId="1934413201" sldId="328"/>
            <ac:graphicFrameMk id="9" creationId="{49A886EF-A330-7577-6446-A2FCA52915B7}"/>
          </ac:graphicFrameMkLst>
        </pc:graphicFrameChg>
      </pc:sldChg>
      <pc:sldChg chg="addSp delSp modSp add mod modTransition">
        <pc:chgData name="Andrew Bodmer" userId="e78b4f3cb0d7499b" providerId="LiveId" clId="{C9DF3491-A841-1A46-BCAE-0E75FCD8B60A}" dt="2023-10-04T06:17:57.320" v="14793" actId="20577"/>
        <pc:sldMkLst>
          <pc:docMk/>
          <pc:sldMk cId="2250715011" sldId="329"/>
        </pc:sldMkLst>
        <pc:spChg chg="add del mod">
          <ac:chgData name="Andrew Bodmer" userId="e78b4f3cb0d7499b" providerId="LiveId" clId="{C9DF3491-A841-1A46-BCAE-0E75FCD8B60A}" dt="2023-09-21T16:18:53.603" v="6778" actId="478"/>
          <ac:spMkLst>
            <pc:docMk/>
            <pc:sldMk cId="2250715011" sldId="329"/>
            <ac:spMk id="2" creationId="{09BA9573-C2C5-8300-7702-E6733C562357}"/>
          </ac:spMkLst>
        </pc:spChg>
        <pc:spChg chg="add del mod">
          <ac:chgData name="Andrew Bodmer" userId="e78b4f3cb0d7499b" providerId="LiveId" clId="{C9DF3491-A841-1A46-BCAE-0E75FCD8B60A}" dt="2023-09-21T16:25:55.690" v="7147" actId="12084"/>
          <ac:spMkLst>
            <pc:docMk/>
            <pc:sldMk cId="2250715011" sldId="329"/>
            <ac:spMk id="3" creationId="{421FD9FA-AADF-31C3-2618-0B35B8ED73D4}"/>
          </ac:spMkLst>
        </pc:spChg>
        <pc:spChg chg="mod">
          <ac:chgData name="Andrew Bodmer" userId="e78b4f3cb0d7499b" providerId="LiveId" clId="{C9DF3491-A841-1A46-BCAE-0E75FCD8B60A}" dt="2023-10-04T06:17:57.320" v="14793" actId="20577"/>
          <ac:spMkLst>
            <pc:docMk/>
            <pc:sldMk cId="2250715011" sldId="329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6:34:59.868" v="7235" actId="20577"/>
          <ac:spMkLst>
            <pc:docMk/>
            <pc:sldMk cId="2250715011" sldId="329"/>
            <ac:spMk id="34820" creationId="{8DCD7CE1-603D-4D59-3DBB-C13C0B6505F0}"/>
          </ac:spMkLst>
        </pc:spChg>
        <pc:graphicFrameChg chg="add del mod">
          <ac:chgData name="Andrew Bodmer" userId="e78b4f3cb0d7499b" providerId="LiveId" clId="{C9DF3491-A841-1A46-BCAE-0E75FCD8B60A}" dt="2023-09-21T16:25:33.579" v="7139" actId="12084"/>
          <ac:graphicFrameMkLst>
            <pc:docMk/>
            <pc:sldMk cId="2250715011" sldId="329"/>
            <ac:graphicFrameMk id="4" creationId="{E29E583C-BB90-3924-3FA2-06BA551C2FF7}"/>
          </ac:graphicFrameMkLst>
        </pc:graphicFrameChg>
        <pc:graphicFrameChg chg="add mod modGraphic">
          <ac:chgData name="Andrew Bodmer" userId="e78b4f3cb0d7499b" providerId="LiveId" clId="{C9DF3491-A841-1A46-BCAE-0E75FCD8B60A}" dt="2023-10-04T06:17:48.579" v="14787" actId="20577"/>
          <ac:graphicFrameMkLst>
            <pc:docMk/>
            <pc:sldMk cId="2250715011" sldId="329"/>
            <ac:graphicFrameMk id="5" creationId="{C88B793A-10B8-6349-D74F-8784BCF13BFD}"/>
          </ac:graphicFrameMkLst>
        </pc:graphicFrameChg>
      </pc:sldChg>
      <pc:sldChg chg="new del">
        <pc:chgData name="Andrew Bodmer" userId="e78b4f3cb0d7499b" providerId="LiveId" clId="{C9DF3491-A841-1A46-BCAE-0E75FCD8B60A}" dt="2023-09-18T14:38:47.463" v="1506" actId="2696"/>
        <pc:sldMkLst>
          <pc:docMk/>
          <pc:sldMk cId="3024827273" sldId="329"/>
        </pc:sldMkLst>
      </pc:sldChg>
      <pc:sldChg chg="addSp modSp add mod modTransition">
        <pc:chgData name="Andrew Bodmer" userId="e78b4f3cb0d7499b" providerId="LiveId" clId="{C9DF3491-A841-1A46-BCAE-0E75FCD8B60A}" dt="2023-10-04T06:19:20.671" v="14834" actId="20577"/>
        <pc:sldMkLst>
          <pc:docMk/>
          <pc:sldMk cId="3902488703" sldId="330"/>
        </pc:sldMkLst>
        <pc:spChg chg="add mod">
          <ac:chgData name="Andrew Bodmer" userId="e78b4f3cb0d7499b" providerId="LiveId" clId="{C9DF3491-A841-1A46-BCAE-0E75FCD8B60A}" dt="2023-10-04T06:19:20.671" v="14834" actId="20577"/>
          <ac:spMkLst>
            <pc:docMk/>
            <pc:sldMk cId="3902488703" sldId="330"/>
            <ac:spMk id="2" creationId="{9DA5FDB4-70F0-6EE9-5897-E3B19A80D17D}"/>
          </ac:spMkLst>
        </pc:spChg>
        <pc:spChg chg="mod">
          <ac:chgData name="Andrew Bodmer" userId="e78b4f3cb0d7499b" providerId="LiveId" clId="{C9DF3491-A841-1A46-BCAE-0E75FCD8B60A}" dt="2023-09-21T16:48:43.326" v="7833" actId="1076"/>
          <ac:spMkLst>
            <pc:docMk/>
            <pc:sldMk cId="3902488703" sldId="330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6:34:54.217" v="7232" actId="20577"/>
          <ac:spMkLst>
            <pc:docMk/>
            <pc:sldMk cId="3902488703" sldId="330"/>
            <ac:spMk id="34820" creationId="{8DCD7CE1-603D-4D59-3DBB-C13C0B6505F0}"/>
          </ac:spMkLst>
        </pc:spChg>
      </pc:sldChg>
      <pc:sldChg chg="modSp add del mod modTransition">
        <pc:chgData name="Andrew Bodmer" userId="e78b4f3cb0d7499b" providerId="LiveId" clId="{C9DF3491-A841-1A46-BCAE-0E75FCD8B60A}" dt="2023-09-21T16:48:56.984" v="7835" actId="2696"/>
        <pc:sldMkLst>
          <pc:docMk/>
          <pc:sldMk cId="3694346946" sldId="331"/>
        </pc:sldMkLst>
        <pc:spChg chg="mod">
          <ac:chgData name="Andrew Bodmer" userId="e78b4f3cb0d7499b" providerId="LiveId" clId="{C9DF3491-A841-1A46-BCAE-0E75FCD8B60A}" dt="2023-09-21T16:34:15.616" v="7212" actId="21"/>
          <ac:spMkLst>
            <pc:docMk/>
            <pc:sldMk cId="3694346946" sldId="331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6:16:47.298" v="6688" actId="20577"/>
          <ac:spMkLst>
            <pc:docMk/>
            <pc:sldMk cId="3694346946" sldId="331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10-04T06:21:21.930" v="14861" actId="1076"/>
        <pc:sldMkLst>
          <pc:docMk/>
          <pc:sldMk cId="3423578076" sldId="332"/>
        </pc:sldMkLst>
        <pc:spChg chg="add mod">
          <ac:chgData name="Andrew Bodmer" userId="e78b4f3cb0d7499b" providerId="LiveId" clId="{C9DF3491-A841-1A46-BCAE-0E75FCD8B60A}" dt="2023-10-04T06:21:01.351" v="14858" actId="255"/>
          <ac:spMkLst>
            <pc:docMk/>
            <pc:sldMk cId="3423578076" sldId="332"/>
            <ac:spMk id="2" creationId="{0822FE0E-CAB9-4A5A-B5FF-CE2EB61A63F6}"/>
          </ac:spMkLst>
        </pc:spChg>
        <pc:spChg chg="add mod">
          <ac:chgData name="Andrew Bodmer" userId="e78b4f3cb0d7499b" providerId="LiveId" clId="{C9DF3491-A841-1A46-BCAE-0E75FCD8B60A}" dt="2023-10-04T06:21:21.930" v="14861" actId="1076"/>
          <ac:spMkLst>
            <pc:docMk/>
            <pc:sldMk cId="3423578076" sldId="332"/>
            <ac:spMk id="3" creationId="{DCDC8F42-5014-2706-05D1-9C7871E76106}"/>
          </ac:spMkLst>
        </pc:spChg>
        <pc:spChg chg="add mod">
          <ac:chgData name="Andrew Bodmer" userId="e78b4f3cb0d7499b" providerId="LiveId" clId="{C9DF3491-A841-1A46-BCAE-0E75FCD8B60A}" dt="2023-09-26T12:29:06.281" v="14504" actId="20577"/>
          <ac:spMkLst>
            <pc:docMk/>
            <pc:sldMk cId="3423578076" sldId="332"/>
            <ac:spMk id="4" creationId="{A029AB66-001E-C153-F390-0637BACEE141}"/>
          </ac:spMkLst>
        </pc:spChg>
        <pc:spChg chg="add del mod">
          <ac:chgData name="Andrew Bodmer" userId="e78b4f3cb0d7499b" providerId="LiveId" clId="{C9DF3491-A841-1A46-BCAE-0E75FCD8B60A}" dt="2023-09-23T06:04:24.497" v="8745" actId="12084"/>
          <ac:spMkLst>
            <pc:docMk/>
            <pc:sldMk cId="3423578076" sldId="332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3T06:06:16.156" v="8778" actId="20577"/>
          <ac:spMkLst>
            <pc:docMk/>
            <pc:sldMk cId="3423578076" sldId="332"/>
            <ac:spMk id="34820" creationId="{8DCD7CE1-603D-4D59-3DBB-C13C0B6505F0}"/>
          </ac:spMkLst>
        </pc:spChg>
        <pc:graphicFrameChg chg="add del mod">
          <ac:chgData name="Andrew Bodmer" userId="e78b4f3cb0d7499b" providerId="LiveId" clId="{C9DF3491-A841-1A46-BCAE-0E75FCD8B60A}" dt="2023-09-23T06:01:37.342" v="8636" actId="12084"/>
          <ac:graphicFrameMkLst>
            <pc:docMk/>
            <pc:sldMk cId="3423578076" sldId="332"/>
            <ac:graphicFrameMk id="4" creationId="{91F6223E-48B6-9B61-6CF2-C998F2A764D3}"/>
          </ac:graphicFrameMkLst>
        </pc:graphicFrameChg>
        <pc:graphicFrameChg chg="add del mod">
          <ac:chgData name="Andrew Bodmer" userId="e78b4f3cb0d7499b" providerId="LiveId" clId="{C9DF3491-A841-1A46-BCAE-0E75FCD8B60A}" dt="2023-09-23T06:03:54.780" v="8724" actId="12084"/>
          <ac:graphicFrameMkLst>
            <pc:docMk/>
            <pc:sldMk cId="3423578076" sldId="332"/>
            <ac:graphicFrameMk id="5" creationId="{B9CEB579-7AB0-2959-6EE9-66272F54096F}"/>
          </ac:graphicFrameMkLst>
        </pc:graphicFrameChg>
        <pc:graphicFrameChg chg="add mod modGraphic">
          <ac:chgData name="Andrew Bodmer" userId="e78b4f3cb0d7499b" providerId="LiveId" clId="{C9DF3491-A841-1A46-BCAE-0E75FCD8B60A}" dt="2023-10-04T06:21:17.043" v="14860" actId="1076"/>
          <ac:graphicFrameMkLst>
            <pc:docMk/>
            <pc:sldMk cId="3423578076" sldId="332"/>
            <ac:graphicFrameMk id="6" creationId="{05E3CEC2-BC9E-72EE-6A25-68BDFB688D2F}"/>
          </ac:graphicFrameMkLst>
        </pc:graphicFrameChg>
      </pc:sldChg>
      <pc:sldChg chg="modSp add del mod modTransition">
        <pc:chgData name="Andrew Bodmer" userId="e78b4f3cb0d7499b" providerId="LiveId" clId="{C9DF3491-A841-1A46-BCAE-0E75FCD8B60A}" dt="2023-09-20T15:17:59.913" v="2361" actId="2696"/>
        <pc:sldMkLst>
          <pc:docMk/>
          <pc:sldMk cId="3481294368" sldId="333"/>
        </pc:sldMkLst>
        <pc:spChg chg="mod">
          <ac:chgData name="Andrew Bodmer" userId="e78b4f3cb0d7499b" providerId="LiveId" clId="{C9DF3491-A841-1A46-BCAE-0E75FCD8B60A}" dt="2023-09-18T14:40:18.539" v="1615" actId="20577"/>
          <ac:spMkLst>
            <pc:docMk/>
            <pc:sldMk cId="3481294368" sldId="333"/>
            <ac:spMk id="34820" creationId="{8DCD7CE1-603D-4D59-3DBB-C13C0B6505F0}"/>
          </ac:spMkLst>
        </pc:spChg>
      </pc:sldChg>
      <pc:sldChg chg="addSp modSp add mod modTransition">
        <pc:chgData name="Andrew Bodmer" userId="e78b4f3cb0d7499b" providerId="LiveId" clId="{C9DF3491-A841-1A46-BCAE-0E75FCD8B60A}" dt="2023-09-26T12:27:04.040" v="14341" actId="13926"/>
        <pc:sldMkLst>
          <pc:docMk/>
          <pc:sldMk cId="1334720075" sldId="334"/>
        </pc:sldMkLst>
        <pc:spChg chg="add mod">
          <ac:chgData name="Andrew Bodmer" userId="e78b4f3cb0d7499b" providerId="LiveId" clId="{C9DF3491-A841-1A46-BCAE-0E75FCD8B60A}" dt="2023-09-26T12:27:04.040" v="14341" actId="13926"/>
          <ac:spMkLst>
            <pc:docMk/>
            <pc:sldMk cId="1334720075" sldId="334"/>
            <ac:spMk id="2" creationId="{DFB59CC4-5C35-7F0D-03B1-ED934DDB0E7B}"/>
          </ac:spMkLst>
        </pc:spChg>
        <pc:spChg chg="mod">
          <ac:chgData name="Andrew Bodmer" userId="e78b4f3cb0d7499b" providerId="LiveId" clId="{C9DF3491-A841-1A46-BCAE-0E75FCD8B60A}" dt="2023-09-26T12:25:45.546" v="14247" actId="21"/>
          <ac:spMkLst>
            <pc:docMk/>
            <pc:sldMk cId="1334720075" sldId="334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0T15:03:28.276" v="2225" actId="255"/>
          <ac:spMkLst>
            <pc:docMk/>
            <pc:sldMk cId="1334720075" sldId="334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10-04T06:35:57.354" v="14942" actId="313"/>
        <pc:sldMkLst>
          <pc:docMk/>
          <pc:sldMk cId="4053505783" sldId="335"/>
        </pc:sldMkLst>
        <pc:spChg chg="add mod">
          <ac:chgData name="Andrew Bodmer" userId="e78b4f3cb0d7499b" providerId="LiveId" clId="{C9DF3491-A841-1A46-BCAE-0E75FCD8B60A}" dt="2023-10-04T06:25:03.759" v="14891" actId="122"/>
          <ac:spMkLst>
            <pc:docMk/>
            <pc:sldMk cId="4053505783" sldId="335"/>
            <ac:spMk id="2" creationId="{3A839A56-C37A-A15F-2CCA-E365956A6023}"/>
          </ac:spMkLst>
        </pc:spChg>
        <pc:spChg chg="add del mod">
          <ac:chgData name="Andrew Bodmer" userId="e78b4f3cb0d7499b" providerId="LiveId" clId="{C9DF3491-A841-1A46-BCAE-0E75FCD8B60A}" dt="2023-09-25T15:50:38.418" v="10651" actId="12084"/>
          <ac:spMkLst>
            <pc:docMk/>
            <pc:sldMk cId="4053505783" sldId="335"/>
            <ac:spMk id="2" creationId="{AF2ADE29-385F-B5E9-1186-6AA047195E73}"/>
          </ac:spMkLst>
        </pc:spChg>
        <pc:spChg chg="mod">
          <ac:chgData name="Andrew Bodmer" userId="e78b4f3cb0d7499b" providerId="LiveId" clId="{C9DF3491-A841-1A46-BCAE-0E75FCD8B60A}" dt="2023-10-04T06:35:57.354" v="14942" actId="313"/>
          <ac:spMkLst>
            <pc:docMk/>
            <pc:sldMk cId="4053505783" sldId="335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0T15:18:49.284" v="2403" actId="20577"/>
          <ac:spMkLst>
            <pc:docMk/>
            <pc:sldMk cId="4053505783" sldId="335"/>
            <ac:spMk id="34820" creationId="{8DCD7CE1-603D-4D59-3DBB-C13C0B6505F0}"/>
          </ac:spMkLst>
        </pc:spChg>
        <pc:graphicFrameChg chg="add mod modGraphic">
          <ac:chgData name="Andrew Bodmer" userId="e78b4f3cb0d7499b" providerId="LiveId" clId="{C9DF3491-A841-1A46-BCAE-0E75FCD8B60A}" dt="2023-10-04T06:24:32.531" v="14887" actId="20577"/>
          <ac:graphicFrameMkLst>
            <pc:docMk/>
            <pc:sldMk cId="4053505783" sldId="335"/>
            <ac:graphicFrameMk id="3" creationId="{4221287A-DF5C-634B-27CF-2B222A1BFADD}"/>
          </ac:graphicFrameMkLst>
        </pc:graphicFrameChg>
      </pc:sldChg>
      <pc:sldChg chg="addSp modSp add mod modTransition">
        <pc:chgData name="Andrew Bodmer" userId="e78b4f3cb0d7499b" providerId="LiveId" clId="{C9DF3491-A841-1A46-BCAE-0E75FCD8B60A}" dt="2023-10-04T06:25:18.329" v="14893" actId="1076"/>
        <pc:sldMkLst>
          <pc:docMk/>
          <pc:sldMk cId="2980021441" sldId="336"/>
        </pc:sldMkLst>
        <pc:spChg chg="add mod">
          <ac:chgData name="Andrew Bodmer" userId="e78b4f3cb0d7499b" providerId="LiveId" clId="{C9DF3491-A841-1A46-BCAE-0E75FCD8B60A}" dt="2023-10-04T06:25:18.329" v="14893" actId="1076"/>
          <ac:spMkLst>
            <pc:docMk/>
            <pc:sldMk cId="2980021441" sldId="336"/>
            <ac:spMk id="2" creationId="{B61AE293-D49E-DC81-D886-8740A61D8C2C}"/>
          </ac:spMkLst>
        </pc:spChg>
        <pc:spChg chg="mod">
          <ac:chgData name="Andrew Bodmer" userId="e78b4f3cb0d7499b" providerId="LiveId" clId="{C9DF3491-A841-1A46-BCAE-0E75FCD8B60A}" dt="2023-10-04T06:25:13.647" v="14892" actId="14100"/>
          <ac:spMkLst>
            <pc:docMk/>
            <pc:sldMk cId="2980021441" sldId="336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0T15:19:00.069" v="2417" actId="20577"/>
          <ac:spMkLst>
            <pc:docMk/>
            <pc:sldMk cId="2980021441" sldId="336"/>
            <ac:spMk id="34820" creationId="{8DCD7CE1-603D-4D59-3DBB-C13C0B6505F0}"/>
          </ac:spMkLst>
        </pc:spChg>
      </pc:sldChg>
      <pc:sldChg chg="addSp modSp add mod modTransition">
        <pc:chgData name="Andrew Bodmer" userId="e78b4f3cb0d7499b" providerId="LiveId" clId="{C9DF3491-A841-1A46-BCAE-0E75FCD8B60A}" dt="2023-10-04T06:25:59.471" v="14900" actId="12"/>
        <pc:sldMkLst>
          <pc:docMk/>
          <pc:sldMk cId="2847485665" sldId="337"/>
        </pc:sldMkLst>
        <pc:spChg chg="add mod">
          <ac:chgData name="Andrew Bodmer" userId="e78b4f3cb0d7499b" providerId="LiveId" clId="{C9DF3491-A841-1A46-BCAE-0E75FCD8B60A}" dt="2023-10-04T06:25:59.471" v="14900" actId="12"/>
          <ac:spMkLst>
            <pc:docMk/>
            <pc:sldMk cId="2847485665" sldId="337"/>
            <ac:spMk id="2" creationId="{9C3AF3FD-1643-C005-B001-ABA1E618654B}"/>
          </ac:spMkLst>
        </pc:spChg>
        <pc:spChg chg="mod">
          <ac:chgData name="Andrew Bodmer" userId="e78b4f3cb0d7499b" providerId="LiveId" clId="{C9DF3491-A841-1A46-BCAE-0E75FCD8B60A}" dt="2023-10-04T06:25:32.395" v="14896" actId="114"/>
          <ac:spMkLst>
            <pc:docMk/>
            <pc:sldMk cId="2847485665" sldId="337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0T15:19:34.193" v="2432" actId="20577"/>
          <ac:spMkLst>
            <pc:docMk/>
            <pc:sldMk cId="2847485665" sldId="337"/>
            <ac:spMk id="34820" creationId="{8DCD7CE1-603D-4D59-3DBB-C13C0B6505F0}"/>
          </ac:spMkLst>
        </pc:spChg>
      </pc:sldChg>
      <pc:sldChg chg="addSp delSp modSp add mod modTransition">
        <pc:chgData name="Andrew Bodmer" userId="e78b4f3cb0d7499b" providerId="LiveId" clId="{C9DF3491-A841-1A46-BCAE-0E75FCD8B60A}" dt="2023-10-04T06:14:52.334" v="14727" actId="113"/>
        <pc:sldMkLst>
          <pc:docMk/>
          <pc:sldMk cId="299814189" sldId="338"/>
        </pc:sldMkLst>
        <pc:spChg chg="add mod">
          <ac:chgData name="Andrew Bodmer" userId="e78b4f3cb0d7499b" providerId="LiveId" clId="{C9DF3491-A841-1A46-BCAE-0E75FCD8B60A}" dt="2023-09-21T14:53:03.020" v="3256" actId="20577"/>
          <ac:spMkLst>
            <pc:docMk/>
            <pc:sldMk cId="299814189" sldId="338"/>
            <ac:spMk id="2" creationId="{97D0F86E-5717-7A6D-3641-2DF75E7329D3}"/>
          </ac:spMkLst>
        </pc:spChg>
        <pc:spChg chg="add del mod">
          <ac:chgData name="Andrew Bodmer" userId="e78b4f3cb0d7499b" providerId="LiveId" clId="{C9DF3491-A841-1A46-BCAE-0E75FCD8B60A}" dt="2023-09-21T14:51:07.254" v="3216" actId="12084"/>
          <ac:spMkLst>
            <pc:docMk/>
            <pc:sldMk cId="299814189" sldId="338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4:53:25.647" v="3260" actId="20577"/>
          <ac:spMkLst>
            <pc:docMk/>
            <pc:sldMk cId="299814189" sldId="338"/>
            <ac:spMk id="34820" creationId="{8DCD7CE1-603D-4D59-3DBB-C13C0B6505F0}"/>
          </ac:spMkLst>
        </pc:spChg>
        <pc:graphicFrameChg chg="add del mod">
          <ac:chgData name="Andrew Bodmer" userId="e78b4f3cb0d7499b" providerId="LiveId" clId="{C9DF3491-A841-1A46-BCAE-0E75FCD8B60A}" dt="2023-09-21T14:50:57.130" v="3215" actId="12084"/>
          <ac:graphicFrameMkLst>
            <pc:docMk/>
            <pc:sldMk cId="299814189" sldId="338"/>
            <ac:graphicFrameMk id="3" creationId="{142F3486-017E-4C72-7348-D076B020CF3C}"/>
          </ac:graphicFrameMkLst>
        </pc:graphicFrameChg>
        <pc:graphicFrameChg chg="add mod">
          <ac:chgData name="Andrew Bodmer" userId="e78b4f3cb0d7499b" providerId="LiveId" clId="{C9DF3491-A841-1A46-BCAE-0E75FCD8B60A}" dt="2023-10-04T06:14:52.334" v="14727" actId="113"/>
          <ac:graphicFrameMkLst>
            <pc:docMk/>
            <pc:sldMk cId="299814189" sldId="338"/>
            <ac:graphicFrameMk id="4" creationId="{21A1C372-32F8-1009-4088-7A274D0F5ED6}"/>
          </ac:graphicFrameMkLst>
        </pc:graphicFrameChg>
      </pc:sldChg>
      <pc:sldChg chg="addSp delSp modSp add mod modTransition modClrScheme chgLayout">
        <pc:chgData name="Andrew Bodmer" userId="e78b4f3cb0d7499b" providerId="LiveId" clId="{C9DF3491-A841-1A46-BCAE-0E75FCD8B60A}" dt="2023-09-21T15:03:30.057" v="3567" actId="20577"/>
        <pc:sldMkLst>
          <pc:docMk/>
          <pc:sldMk cId="706500726" sldId="339"/>
        </pc:sldMkLst>
        <pc:spChg chg="add del mod">
          <ac:chgData name="Andrew Bodmer" userId="e78b4f3cb0d7499b" providerId="LiveId" clId="{C9DF3491-A841-1A46-BCAE-0E75FCD8B60A}" dt="2023-09-21T15:02:38.524" v="3551" actId="14100"/>
          <ac:spMkLst>
            <pc:docMk/>
            <pc:sldMk cId="706500726" sldId="339"/>
            <ac:spMk id="2" creationId="{66D21E07-B40A-F38F-0BC7-0C404D0DE84E}"/>
          </ac:spMkLst>
        </pc:spChg>
        <pc:spChg chg="add mod">
          <ac:chgData name="Andrew Bodmer" userId="e78b4f3cb0d7499b" providerId="LiveId" clId="{C9DF3491-A841-1A46-BCAE-0E75FCD8B60A}" dt="2023-09-21T15:03:30.057" v="3567" actId="20577"/>
          <ac:spMkLst>
            <pc:docMk/>
            <pc:sldMk cId="706500726" sldId="339"/>
            <ac:spMk id="3" creationId="{C7A23E25-6A32-7F7D-F357-B441FA300686}"/>
          </ac:spMkLst>
        </pc:spChg>
        <pc:spChg chg="add del mod">
          <ac:chgData name="Andrew Bodmer" userId="e78b4f3cb0d7499b" providerId="LiveId" clId="{C9DF3491-A841-1A46-BCAE-0E75FCD8B60A}" dt="2023-09-21T15:03:07.007" v="3557" actId="478"/>
          <ac:spMkLst>
            <pc:docMk/>
            <pc:sldMk cId="706500726" sldId="339"/>
            <ac:spMk id="4" creationId="{E0601224-D900-459F-102B-80F4DA4F2B5F}"/>
          </ac:spMkLst>
        </pc:spChg>
        <pc:spChg chg="del mod">
          <ac:chgData name="Andrew Bodmer" userId="e78b4f3cb0d7499b" providerId="LiveId" clId="{C9DF3491-A841-1A46-BCAE-0E75FCD8B60A}" dt="2023-09-21T14:54:12.709" v="3279" actId="478"/>
          <ac:spMkLst>
            <pc:docMk/>
            <pc:sldMk cId="706500726" sldId="339"/>
            <ac:spMk id="34819" creationId="{453C7683-8588-7ABC-32E0-8A4E68218620}"/>
          </ac:spMkLst>
        </pc:spChg>
        <pc:spChg chg="mod">
          <ac:chgData name="Andrew Bodmer" userId="e78b4f3cb0d7499b" providerId="LiveId" clId="{C9DF3491-A841-1A46-BCAE-0E75FCD8B60A}" dt="2023-09-21T15:03:19.868" v="3560" actId="1076"/>
          <ac:spMkLst>
            <pc:docMk/>
            <pc:sldMk cId="706500726" sldId="339"/>
            <ac:spMk id="34820" creationId="{8DCD7CE1-603D-4D59-3DBB-C13C0B6505F0}"/>
          </ac:spMkLst>
        </pc:spChg>
        <pc:spChg chg="add del mod">
          <ac:chgData name="Andrew Bodmer" userId="e78b4f3cb0d7499b" providerId="LiveId" clId="{C9DF3491-A841-1A46-BCAE-0E75FCD8B60A}" dt="2023-09-21T15:01:36.680" v="3537" actId="26606"/>
          <ac:spMkLst>
            <pc:docMk/>
            <pc:sldMk cId="706500726" sldId="339"/>
            <ac:spMk id="34826" creationId="{D06957B7-84A0-4818-518F-8C6DEEA3D07C}"/>
          </ac:spMkLst>
        </pc:spChg>
        <pc:graphicFrameChg chg="add del mod">
          <ac:chgData name="Andrew Bodmer" userId="e78b4f3cb0d7499b" providerId="LiveId" clId="{C9DF3491-A841-1A46-BCAE-0E75FCD8B60A}" dt="2023-09-21T15:01:36.680" v="3537" actId="26606"/>
          <ac:graphicFrameMkLst>
            <pc:docMk/>
            <pc:sldMk cId="706500726" sldId="339"/>
            <ac:graphicFrameMk id="34822" creationId="{F94A43FD-3D13-1043-BA83-CD3AD0385210}"/>
          </ac:graphicFrameMkLst>
        </pc:graphicFrameChg>
      </pc:sldChg>
    </pc:docChg>
  </pc:docChgLst>
  <pc:docChgLst>
    <pc:chgData name="Sam Prince" userId="b8c1c271-dd5b-4079-a09a-81f4ce8be867" providerId="ADAL" clId="{31E103EE-B15B-41F4-B5B1-41335465B74A}"/>
    <pc:docChg chg="undo custSel modSld">
      <pc:chgData name="Sam Prince" userId="b8c1c271-dd5b-4079-a09a-81f4ce8be867" providerId="ADAL" clId="{31E103EE-B15B-41F4-B5B1-41335465B74A}" dt="2023-10-05T13:56:53.911" v="349" actId="20577"/>
      <pc:docMkLst>
        <pc:docMk/>
      </pc:docMkLst>
      <pc:sldChg chg="delSp modSp mod addCm">
        <pc:chgData name="Sam Prince" userId="b8c1c271-dd5b-4079-a09a-81f4ce8be867" providerId="ADAL" clId="{31E103EE-B15B-41F4-B5B1-41335465B74A}" dt="2023-10-05T13:27:29.938" v="216"/>
        <pc:sldMkLst>
          <pc:docMk/>
          <pc:sldMk cId="0" sldId="256"/>
        </pc:sldMkLst>
        <pc:spChg chg="mod">
          <ac:chgData name="Sam Prince" userId="b8c1c271-dd5b-4079-a09a-81f4ce8be867" providerId="ADAL" clId="{31E103EE-B15B-41F4-B5B1-41335465B74A}" dt="2023-10-05T13:09:52.728" v="0" actId="20577"/>
          <ac:spMkLst>
            <pc:docMk/>
            <pc:sldMk cId="0" sldId="256"/>
            <ac:spMk id="3" creationId="{986D29E0-B089-110D-BF1E-B3C37F2C37F9}"/>
          </ac:spMkLst>
        </pc:spChg>
        <pc:spChg chg="del">
          <ac:chgData name="Sam Prince" userId="b8c1c271-dd5b-4079-a09a-81f4ce8be867" providerId="ADAL" clId="{31E103EE-B15B-41F4-B5B1-41335465B74A}" dt="2023-10-05T13:09:56.457" v="1" actId="478"/>
          <ac:spMkLst>
            <pc:docMk/>
            <pc:sldMk cId="0" sldId="256"/>
            <ac:spMk id="4" creationId="{03618BED-11B5-90CC-5910-B65474D700AA}"/>
          </ac:spMkLst>
        </pc:spChg>
      </pc:sldChg>
      <pc:sldChg chg="modSp">
        <pc:chgData name="Sam Prince" userId="b8c1c271-dd5b-4079-a09a-81f4ce8be867" providerId="ADAL" clId="{31E103EE-B15B-41F4-B5B1-41335465B74A}" dt="2023-10-05T13:10:11.573" v="2" actId="1076"/>
        <pc:sldMkLst>
          <pc:docMk/>
          <pc:sldMk cId="0" sldId="272"/>
        </pc:sldMkLst>
        <pc:spChg chg="mod">
          <ac:chgData name="Sam Prince" userId="b8c1c271-dd5b-4079-a09a-81f4ce8be867" providerId="ADAL" clId="{31E103EE-B15B-41F4-B5B1-41335465B74A}" dt="2023-10-05T13:10:11.573" v="2" actId="1076"/>
          <ac:spMkLst>
            <pc:docMk/>
            <pc:sldMk cId="0" sldId="272"/>
            <ac:spMk id="34819" creationId="{453C7683-8588-7ABC-32E0-8A4E68218620}"/>
          </ac:spMkLst>
        </pc:spChg>
      </pc:sldChg>
      <pc:sldChg chg="modSp mod addCm">
        <pc:chgData name="Sam Prince" userId="b8c1c271-dd5b-4079-a09a-81f4ce8be867" providerId="ADAL" clId="{31E103EE-B15B-41F4-B5B1-41335465B74A}" dt="2023-10-05T13:11:03.266" v="11"/>
        <pc:sldMkLst>
          <pc:docMk/>
          <pc:sldMk cId="884549766" sldId="305"/>
        </pc:sldMkLst>
        <pc:spChg chg="mod">
          <ac:chgData name="Sam Prince" userId="b8c1c271-dd5b-4079-a09a-81f4ce8be867" providerId="ADAL" clId="{31E103EE-B15B-41F4-B5B1-41335465B74A}" dt="2023-10-05T13:10:42.083" v="10" actId="20577"/>
          <ac:spMkLst>
            <pc:docMk/>
            <pc:sldMk cId="884549766" sldId="305"/>
            <ac:spMk id="2" creationId="{1AC41CD3-861A-897D-A643-9F688AA0CA4F}"/>
          </ac:spMkLst>
        </pc:spChg>
        <pc:spChg chg="mod">
          <ac:chgData name="Sam Prince" userId="b8c1c271-dd5b-4079-a09a-81f4ce8be867" providerId="ADAL" clId="{31E103EE-B15B-41F4-B5B1-41335465B74A}" dt="2023-10-05T13:10:35.975" v="8" actId="20577"/>
          <ac:spMkLst>
            <pc:docMk/>
            <pc:sldMk cId="884549766" sldId="305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32:33.728" v="230" actId="20577"/>
        <pc:sldMkLst>
          <pc:docMk/>
          <pc:sldMk cId="588007661" sldId="306"/>
        </pc:sldMkLst>
        <pc:spChg chg="mod">
          <ac:chgData name="Sam Prince" userId="b8c1c271-dd5b-4079-a09a-81f4ce8be867" providerId="ADAL" clId="{31E103EE-B15B-41F4-B5B1-41335465B74A}" dt="2023-10-05T13:32:33.728" v="230" actId="20577"/>
          <ac:spMkLst>
            <pc:docMk/>
            <pc:sldMk cId="588007661" sldId="306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56:53.911" v="349" actId="20577"/>
        <pc:sldMkLst>
          <pc:docMk/>
          <pc:sldMk cId="3621417310" sldId="307"/>
        </pc:sldMkLst>
        <pc:spChg chg="mod">
          <ac:chgData name="Sam Prince" userId="b8c1c271-dd5b-4079-a09a-81f4ce8be867" providerId="ADAL" clId="{31E103EE-B15B-41F4-B5B1-41335465B74A}" dt="2023-10-05T13:33:17.021" v="236" actId="14100"/>
          <ac:spMkLst>
            <pc:docMk/>
            <pc:sldMk cId="3621417310" sldId="307"/>
            <ac:spMk id="2" creationId="{3C3BAA93-685B-B3FF-4FAD-839D4D468DFF}"/>
          </ac:spMkLst>
        </pc:spChg>
        <pc:spChg chg="mod">
          <ac:chgData name="Sam Prince" userId="b8c1c271-dd5b-4079-a09a-81f4ce8be867" providerId="ADAL" clId="{31E103EE-B15B-41F4-B5B1-41335465B74A}" dt="2023-10-05T13:56:53.911" v="349" actId="20577"/>
          <ac:spMkLst>
            <pc:docMk/>
            <pc:sldMk cId="3621417310" sldId="307"/>
            <ac:spMk id="34819" creationId="{453C7683-8588-7ABC-32E0-8A4E68218620}"/>
          </ac:spMkLst>
        </pc:spChg>
        <pc:picChg chg="mod">
          <ac:chgData name="Sam Prince" userId="b8c1c271-dd5b-4079-a09a-81f4ce8be867" providerId="ADAL" clId="{31E103EE-B15B-41F4-B5B1-41335465B74A}" dt="2023-10-05T13:32:53.699" v="233" actId="14100"/>
          <ac:picMkLst>
            <pc:docMk/>
            <pc:sldMk cId="3621417310" sldId="307"/>
            <ac:picMk id="3" creationId="{562DD643-DE31-DFBE-658E-436B5367386E}"/>
          </ac:picMkLst>
        </pc:picChg>
      </pc:sldChg>
      <pc:sldChg chg="modSp mod">
        <pc:chgData name="Sam Prince" userId="b8c1c271-dd5b-4079-a09a-81f4ce8be867" providerId="ADAL" clId="{31E103EE-B15B-41F4-B5B1-41335465B74A}" dt="2023-10-05T13:51:32.048" v="298" actId="179"/>
        <pc:sldMkLst>
          <pc:docMk/>
          <pc:sldMk cId="2005355495" sldId="308"/>
        </pc:sldMkLst>
        <pc:spChg chg="mod">
          <ac:chgData name="Sam Prince" userId="b8c1c271-dd5b-4079-a09a-81f4ce8be867" providerId="ADAL" clId="{31E103EE-B15B-41F4-B5B1-41335465B74A}" dt="2023-10-05T13:51:32.048" v="298" actId="179"/>
          <ac:spMkLst>
            <pc:docMk/>
            <pc:sldMk cId="2005355495" sldId="308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52:04.235" v="303" actId="20577"/>
        <pc:sldMkLst>
          <pc:docMk/>
          <pc:sldMk cId="47175209" sldId="309"/>
        </pc:sldMkLst>
        <pc:spChg chg="mod">
          <ac:chgData name="Sam Prince" userId="b8c1c271-dd5b-4079-a09a-81f4ce8be867" providerId="ADAL" clId="{31E103EE-B15B-41F4-B5B1-41335465B74A}" dt="2023-10-05T13:52:04.235" v="303" actId="20577"/>
          <ac:spMkLst>
            <pc:docMk/>
            <pc:sldMk cId="47175209" sldId="309"/>
            <ac:spMk id="34820" creationId="{8DCD7CE1-603D-4D59-3DBB-C13C0B6505F0}"/>
          </ac:spMkLst>
        </pc:spChg>
        <pc:graphicFrameChg chg="mod">
          <ac:chgData name="Sam Prince" userId="b8c1c271-dd5b-4079-a09a-81f4ce8be867" providerId="ADAL" clId="{31E103EE-B15B-41F4-B5B1-41335465B74A}" dt="2023-10-05T13:51:57.026" v="300" actId="20577"/>
          <ac:graphicFrameMkLst>
            <pc:docMk/>
            <pc:sldMk cId="47175209" sldId="309"/>
            <ac:graphicFrameMk id="3" creationId="{0B001697-2EEA-B452-789B-3A5EA74F06A7}"/>
          </ac:graphicFrameMkLst>
        </pc:graphicFrameChg>
      </pc:sldChg>
      <pc:sldChg chg="modSp mod">
        <pc:chgData name="Sam Prince" userId="b8c1c271-dd5b-4079-a09a-81f4ce8be867" providerId="ADAL" clId="{31E103EE-B15B-41F4-B5B1-41335465B74A}" dt="2023-10-05T13:12:24.156" v="23" actId="20577"/>
        <pc:sldMkLst>
          <pc:docMk/>
          <pc:sldMk cId="3335309099" sldId="310"/>
        </pc:sldMkLst>
        <pc:spChg chg="mod">
          <ac:chgData name="Sam Prince" userId="b8c1c271-dd5b-4079-a09a-81f4ce8be867" providerId="ADAL" clId="{31E103EE-B15B-41F4-B5B1-41335465B74A}" dt="2023-10-05T13:11:43.491" v="16" actId="255"/>
          <ac:spMkLst>
            <pc:docMk/>
            <pc:sldMk cId="3335309099" sldId="310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12:24.156" v="23" actId="20577"/>
          <ac:spMkLst>
            <pc:docMk/>
            <pc:sldMk cId="3335309099" sldId="310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12:32.639" v="28" actId="20577"/>
        <pc:sldMkLst>
          <pc:docMk/>
          <pc:sldMk cId="4006839253" sldId="311"/>
        </pc:sldMkLst>
        <pc:spChg chg="mod">
          <ac:chgData name="Sam Prince" userId="b8c1c271-dd5b-4079-a09a-81f4ce8be867" providerId="ADAL" clId="{31E103EE-B15B-41F4-B5B1-41335465B74A}" dt="2023-10-05T13:12:09.327" v="20" actId="255"/>
          <ac:spMkLst>
            <pc:docMk/>
            <pc:sldMk cId="4006839253" sldId="311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12:32.639" v="28" actId="20577"/>
          <ac:spMkLst>
            <pc:docMk/>
            <pc:sldMk cId="4006839253" sldId="311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14:14.019" v="47" actId="20577"/>
        <pc:sldMkLst>
          <pc:docMk/>
          <pc:sldMk cId="458275949" sldId="312"/>
        </pc:sldMkLst>
        <pc:spChg chg="mod">
          <ac:chgData name="Sam Prince" userId="b8c1c271-dd5b-4079-a09a-81f4ce8be867" providerId="ADAL" clId="{31E103EE-B15B-41F4-B5B1-41335465B74A}" dt="2023-10-05T13:14:14.019" v="47" actId="20577"/>
          <ac:spMkLst>
            <pc:docMk/>
            <pc:sldMk cId="458275949" sldId="312"/>
            <ac:spMk id="2" creationId="{E6C31F88-019A-F5CE-7315-0788D0A37ADF}"/>
          </ac:spMkLst>
        </pc:spChg>
      </pc:sldChg>
      <pc:sldChg chg="modSp mod">
        <pc:chgData name="Sam Prince" userId="b8c1c271-dd5b-4079-a09a-81f4ce8be867" providerId="ADAL" clId="{31E103EE-B15B-41F4-B5B1-41335465B74A}" dt="2023-10-05T13:21:43.593" v="110" actId="20577"/>
        <pc:sldMkLst>
          <pc:docMk/>
          <pc:sldMk cId="2237880569" sldId="313"/>
        </pc:sldMkLst>
        <pc:spChg chg="mod">
          <ac:chgData name="Sam Prince" userId="b8c1c271-dd5b-4079-a09a-81f4ce8be867" providerId="ADAL" clId="{31E103EE-B15B-41F4-B5B1-41335465B74A}" dt="2023-10-05T13:20:22.151" v="93" actId="403"/>
          <ac:spMkLst>
            <pc:docMk/>
            <pc:sldMk cId="2237880569" sldId="313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21:43.593" v="110" actId="20577"/>
          <ac:spMkLst>
            <pc:docMk/>
            <pc:sldMk cId="2237880569" sldId="31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21:58.889" v="113" actId="20577"/>
        <pc:sldMkLst>
          <pc:docMk/>
          <pc:sldMk cId="1335281685" sldId="314"/>
        </pc:sldMkLst>
        <pc:spChg chg="mod">
          <ac:chgData name="Sam Prince" userId="b8c1c271-dd5b-4079-a09a-81f4ce8be867" providerId="ADAL" clId="{31E103EE-B15B-41F4-B5B1-41335465B74A}" dt="2023-10-05T13:21:04.446" v="102" actId="14100"/>
          <ac:spMkLst>
            <pc:docMk/>
            <pc:sldMk cId="1335281685" sldId="314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21:58.889" v="113" actId="20577"/>
          <ac:spMkLst>
            <pc:docMk/>
            <pc:sldMk cId="1335281685" sldId="314"/>
            <ac:spMk id="34820" creationId="{8DCD7CE1-603D-4D59-3DBB-C13C0B6505F0}"/>
          </ac:spMkLst>
        </pc:spChg>
      </pc:sldChg>
      <pc:sldChg chg="delSp modSp mod">
        <pc:chgData name="Sam Prince" userId="b8c1c271-dd5b-4079-a09a-81f4ce8be867" providerId="ADAL" clId="{31E103EE-B15B-41F4-B5B1-41335465B74A}" dt="2023-10-05T13:56:29.265" v="348" actId="255"/>
        <pc:sldMkLst>
          <pc:docMk/>
          <pc:sldMk cId="2116573742" sldId="315"/>
        </pc:sldMkLst>
        <pc:spChg chg="mod">
          <ac:chgData name="Sam Prince" userId="b8c1c271-dd5b-4079-a09a-81f4ce8be867" providerId="ADAL" clId="{31E103EE-B15B-41F4-B5B1-41335465B74A}" dt="2023-10-05T13:21:24.380" v="106" actId="1076"/>
          <ac:spMkLst>
            <pc:docMk/>
            <pc:sldMk cId="2116573742" sldId="315"/>
            <ac:spMk id="4" creationId="{358DC361-8990-15DB-E1D2-5FC498E6A5B5}"/>
          </ac:spMkLst>
        </pc:spChg>
        <pc:spChg chg="mod">
          <ac:chgData name="Sam Prince" userId="b8c1c271-dd5b-4079-a09a-81f4ce8be867" providerId="ADAL" clId="{31E103EE-B15B-41F4-B5B1-41335465B74A}" dt="2023-10-05T13:21:20.122" v="105" actId="1076"/>
          <ac:spMkLst>
            <pc:docMk/>
            <pc:sldMk cId="2116573742" sldId="315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56:29.265" v="348" actId="255"/>
          <ac:spMkLst>
            <pc:docMk/>
            <pc:sldMk cId="2116573742" sldId="315"/>
            <ac:spMk id="34820" creationId="{8DCD7CE1-603D-4D59-3DBB-C13C0B6505F0}"/>
          </ac:spMkLst>
        </pc:spChg>
        <pc:spChg chg="del">
          <ac:chgData name="Sam Prince" userId="b8c1c271-dd5b-4079-a09a-81f4ce8be867" providerId="ADAL" clId="{31E103EE-B15B-41F4-B5B1-41335465B74A}" dt="2023-10-05T13:21:27.634" v="107" actId="478"/>
          <ac:spMkLst>
            <pc:docMk/>
            <pc:sldMk cId="2116573742" sldId="315"/>
            <ac:spMk id="34825" creationId="{ECFFC8A2-BC32-FA2B-26AD-6A52897D83F3}"/>
          </ac:spMkLst>
        </pc:spChg>
      </pc:sldChg>
      <pc:sldChg chg="delSp modSp mod">
        <pc:chgData name="Sam Prince" userId="b8c1c271-dd5b-4079-a09a-81f4ce8be867" providerId="ADAL" clId="{31E103EE-B15B-41F4-B5B1-41335465B74A}" dt="2023-10-05T13:53:37.381" v="323" actId="478"/>
        <pc:sldMkLst>
          <pc:docMk/>
          <pc:sldMk cId="166266769" sldId="317"/>
        </pc:sldMkLst>
        <pc:spChg chg="mod">
          <ac:chgData name="Sam Prince" userId="b8c1c271-dd5b-4079-a09a-81f4ce8be867" providerId="ADAL" clId="{31E103EE-B15B-41F4-B5B1-41335465B74A}" dt="2023-10-05T13:53:27.528" v="322" actId="20577"/>
          <ac:spMkLst>
            <pc:docMk/>
            <pc:sldMk cId="166266769" sldId="317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52:13.166" v="306" actId="20577"/>
          <ac:spMkLst>
            <pc:docMk/>
            <pc:sldMk cId="166266769" sldId="317"/>
            <ac:spMk id="34820" creationId="{8DCD7CE1-603D-4D59-3DBB-C13C0B6505F0}"/>
          </ac:spMkLst>
        </pc:spChg>
        <pc:spChg chg="del">
          <ac:chgData name="Sam Prince" userId="b8c1c271-dd5b-4079-a09a-81f4ce8be867" providerId="ADAL" clId="{31E103EE-B15B-41F4-B5B1-41335465B74A}" dt="2023-10-05T13:53:37.381" v="323" actId="478"/>
          <ac:spMkLst>
            <pc:docMk/>
            <pc:sldMk cId="166266769" sldId="317"/>
            <ac:spMk id="34825" creationId="{86DA0DFF-2ED9-058B-AB28-73E47C47013C}"/>
          </ac:spMkLst>
        </pc:spChg>
      </pc:sldChg>
      <pc:sldChg chg="modSp">
        <pc:chgData name="Sam Prince" userId="b8c1c271-dd5b-4079-a09a-81f4ce8be867" providerId="ADAL" clId="{31E103EE-B15B-41F4-B5B1-41335465B74A}" dt="2023-10-05T13:55:04.473" v="340" actId="1076"/>
        <pc:sldMkLst>
          <pc:docMk/>
          <pc:sldMk cId="3932729804" sldId="318"/>
        </pc:sldMkLst>
        <pc:spChg chg="mod">
          <ac:chgData name="Sam Prince" userId="b8c1c271-dd5b-4079-a09a-81f4ce8be867" providerId="ADAL" clId="{31E103EE-B15B-41F4-B5B1-41335465B74A}" dt="2023-10-05T13:54:51.127" v="336" actId="1076"/>
          <ac:spMkLst>
            <pc:docMk/>
            <pc:sldMk cId="3932729804" sldId="318"/>
            <ac:spMk id="2" creationId="{51502D29-BAE2-F54E-CFCB-857664452EC1}"/>
          </ac:spMkLst>
        </pc:spChg>
        <pc:spChg chg="mod">
          <ac:chgData name="Sam Prince" userId="b8c1c271-dd5b-4079-a09a-81f4ce8be867" providerId="ADAL" clId="{31E103EE-B15B-41F4-B5B1-41335465B74A}" dt="2023-10-05T13:55:00.193" v="339" actId="14100"/>
          <ac:spMkLst>
            <pc:docMk/>
            <pc:sldMk cId="3932729804" sldId="318"/>
            <ac:spMk id="3" creationId="{DD596B17-C46B-4E5A-BC29-E20480429496}"/>
          </ac:spMkLst>
        </pc:spChg>
        <pc:spChg chg="mod">
          <ac:chgData name="Sam Prince" userId="b8c1c271-dd5b-4079-a09a-81f4ce8be867" providerId="ADAL" clId="{31E103EE-B15B-41F4-B5B1-41335465B74A}" dt="2023-10-05T13:55:04.473" v="340" actId="1076"/>
          <ac:spMkLst>
            <pc:docMk/>
            <pc:sldMk cId="3932729804" sldId="318"/>
            <ac:spMk id="4" creationId="{66793300-05C6-EB7C-EAFE-1D152D4C0089}"/>
          </ac:spMkLst>
        </pc:spChg>
        <pc:spChg chg="mod">
          <ac:chgData name="Sam Prince" userId="b8c1c271-dd5b-4079-a09a-81f4ce8be867" providerId="ADAL" clId="{31E103EE-B15B-41F4-B5B1-41335465B74A}" dt="2023-10-05T13:54:14.460" v="327" actId="14100"/>
          <ac:spMkLst>
            <pc:docMk/>
            <pc:sldMk cId="3932729804" sldId="318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55:48.921" v="347" actId="20577"/>
        <pc:sldMkLst>
          <pc:docMk/>
          <pc:sldMk cId="3084971845" sldId="319"/>
        </pc:sldMkLst>
        <pc:spChg chg="mod">
          <ac:chgData name="Sam Prince" userId="b8c1c271-dd5b-4079-a09a-81f4ce8be867" providerId="ADAL" clId="{31E103EE-B15B-41F4-B5B1-41335465B74A}" dt="2023-10-05T13:55:48.921" v="347" actId="20577"/>
          <ac:spMkLst>
            <pc:docMk/>
            <pc:sldMk cId="3084971845" sldId="319"/>
            <ac:spMk id="3" creationId="{4616872F-E803-1509-A90F-E09B8C709317}"/>
          </ac:spMkLst>
        </pc:spChg>
        <pc:graphicFrameChg chg="mod">
          <ac:chgData name="Sam Prince" userId="b8c1c271-dd5b-4079-a09a-81f4ce8be867" providerId="ADAL" clId="{31E103EE-B15B-41F4-B5B1-41335465B74A}" dt="2023-10-05T13:55:34.994" v="346" actId="14100"/>
          <ac:graphicFrameMkLst>
            <pc:docMk/>
            <pc:sldMk cId="3084971845" sldId="319"/>
            <ac:graphicFrameMk id="2" creationId="{D1D5B2F4-C394-1CFB-C22D-97A52848F290}"/>
          </ac:graphicFrameMkLst>
        </pc:graphicFrameChg>
      </pc:sldChg>
      <pc:sldChg chg="modSp mod">
        <pc:chgData name="Sam Prince" userId="b8c1c271-dd5b-4079-a09a-81f4ce8be867" providerId="ADAL" clId="{31E103EE-B15B-41F4-B5B1-41335465B74A}" dt="2023-10-05T13:34:46.390" v="265" actId="6549"/>
        <pc:sldMkLst>
          <pc:docMk/>
          <pc:sldMk cId="3652802485" sldId="321"/>
        </pc:sldMkLst>
        <pc:spChg chg="mod">
          <ac:chgData name="Sam Prince" userId="b8c1c271-dd5b-4079-a09a-81f4ce8be867" providerId="ADAL" clId="{31E103EE-B15B-41F4-B5B1-41335465B74A}" dt="2023-10-05T13:34:46.390" v="265" actId="6549"/>
          <ac:spMkLst>
            <pc:docMk/>
            <pc:sldMk cId="3652802485" sldId="321"/>
            <ac:spMk id="34819" creationId="{453C7683-8588-7ABC-32E0-8A4E68218620}"/>
          </ac:spMkLst>
        </pc:spChg>
        <pc:graphicFrameChg chg="mod">
          <ac:chgData name="Sam Prince" userId="b8c1c271-dd5b-4079-a09a-81f4ce8be867" providerId="ADAL" clId="{31E103EE-B15B-41F4-B5B1-41335465B74A}" dt="2023-10-05T13:34:31.903" v="249"/>
          <ac:graphicFrameMkLst>
            <pc:docMk/>
            <pc:sldMk cId="3652802485" sldId="321"/>
            <ac:graphicFrameMk id="2" creationId="{916195B6-2114-28D6-C4A6-AFEBA217969C}"/>
          </ac:graphicFrameMkLst>
        </pc:graphicFrameChg>
      </pc:sldChg>
      <pc:sldChg chg="delSp modSp mod">
        <pc:chgData name="Sam Prince" userId="b8c1c271-dd5b-4079-a09a-81f4ce8be867" providerId="ADAL" clId="{31E103EE-B15B-41F4-B5B1-41335465B74A}" dt="2023-10-05T13:34:17.716" v="248" actId="14100"/>
        <pc:sldMkLst>
          <pc:docMk/>
          <pc:sldMk cId="289982988" sldId="323"/>
        </pc:sldMkLst>
        <pc:spChg chg="mod">
          <ac:chgData name="Sam Prince" userId="b8c1c271-dd5b-4079-a09a-81f4ce8be867" providerId="ADAL" clId="{31E103EE-B15B-41F4-B5B1-41335465B74A}" dt="2023-10-05T13:34:10.291" v="247" actId="14100"/>
          <ac:spMkLst>
            <pc:docMk/>
            <pc:sldMk cId="289982988" sldId="323"/>
            <ac:spMk id="2" creationId="{350A793F-725F-BBEA-4441-47AE58BB74AC}"/>
          </ac:spMkLst>
        </pc:spChg>
        <pc:spChg chg="mod">
          <ac:chgData name="Sam Prince" userId="b8c1c271-dd5b-4079-a09a-81f4ce8be867" providerId="ADAL" clId="{31E103EE-B15B-41F4-B5B1-41335465B74A}" dt="2023-10-05T13:34:17.716" v="248" actId="14100"/>
          <ac:spMkLst>
            <pc:docMk/>
            <pc:sldMk cId="289982988" sldId="323"/>
            <ac:spMk id="3" creationId="{CE84E521-718B-432C-4621-8D1DD7E665BF}"/>
          </ac:spMkLst>
        </pc:spChg>
        <pc:spChg chg="mod">
          <ac:chgData name="Sam Prince" userId="b8c1c271-dd5b-4079-a09a-81f4ce8be867" providerId="ADAL" clId="{31E103EE-B15B-41F4-B5B1-41335465B74A}" dt="2023-10-05T13:33:34.071" v="237" actId="1076"/>
          <ac:spMkLst>
            <pc:docMk/>
            <pc:sldMk cId="289982988" sldId="323"/>
            <ac:spMk id="7" creationId="{8C1D40DF-5B49-0390-38BA-B2F72C28D968}"/>
          </ac:spMkLst>
        </pc:spChg>
        <pc:spChg chg="del">
          <ac:chgData name="Sam Prince" userId="b8c1c271-dd5b-4079-a09a-81f4ce8be867" providerId="ADAL" clId="{31E103EE-B15B-41F4-B5B1-41335465B74A}" dt="2023-10-05T13:33:53.770" v="244" actId="478"/>
          <ac:spMkLst>
            <pc:docMk/>
            <pc:sldMk cId="289982988" sldId="323"/>
            <ac:spMk id="34826" creationId="{D964813C-4B56-763B-8D7A-2F33AF0CD568}"/>
          </ac:spMkLst>
        </pc:spChg>
      </pc:sldChg>
      <pc:sldChg chg="modSp mod">
        <pc:chgData name="Sam Prince" userId="b8c1c271-dd5b-4079-a09a-81f4ce8be867" providerId="ADAL" clId="{31E103EE-B15B-41F4-B5B1-41335465B74A}" dt="2023-10-05T13:22:27.761" v="122" actId="14100"/>
        <pc:sldMkLst>
          <pc:docMk/>
          <pc:sldMk cId="473098181" sldId="326"/>
        </pc:sldMkLst>
        <pc:spChg chg="mod">
          <ac:chgData name="Sam Prince" userId="b8c1c271-dd5b-4079-a09a-81f4ce8be867" providerId="ADAL" clId="{31E103EE-B15B-41F4-B5B1-41335465B74A}" dt="2023-10-05T13:22:27.761" v="122" actId="14100"/>
          <ac:spMkLst>
            <pc:docMk/>
            <pc:sldMk cId="473098181" sldId="326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22:07.106" v="118" actId="20577"/>
          <ac:spMkLst>
            <pc:docMk/>
            <pc:sldMk cId="473098181" sldId="326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23:06.493" v="129" actId="14100"/>
        <pc:sldMkLst>
          <pc:docMk/>
          <pc:sldMk cId="1934413201" sldId="328"/>
        </pc:sldMkLst>
        <pc:spChg chg="mod">
          <ac:chgData name="Sam Prince" userId="b8c1c271-dd5b-4079-a09a-81f4ce8be867" providerId="ADAL" clId="{31E103EE-B15B-41F4-B5B1-41335465B74A}" dt="2023-10-05T13:23:06.493" v="129" actId="14100"/>
          <ac:spMkLst>
            <pc:docMk/>
            <pc:sldMk cId="1934413201" sldId="328"/>
            <ac:spMk id="2" creationId="{10ABCD0A-CA5C-744A-CDDA-01AA3E354B22}"/>
          </ac:spMkLst>
        </pc:spChg>
        <pc:spChg chg="mod">
          <ac:chgData name="Sam Prince" userId="b8c1c271-dd5b-4079-a09a-81f4ce8be867" providerId="ADAL" clId="{31E103EE-B15B-41F4-B5B1-41335465B74A}" dt="2023-10-05T13:22:45.037" v="125" actId="403"/>
          <ac:spMkLst>
            <pc:docMk/>
            <pc:sldMk cId="1934413201" sldId="328"/>
            <ac:spMk id="3" creationId="{5DFD88BB-70D2-C611-8A53-EDC94BC35412}"/>
          </ac:spMkLst>
        </pc:spChg>
        <pc:spChg chg="mod">
          <ac:chgData name="Sam Prince" userId="b8c1c271-dd5b-4079-a09a-81f4ce8be867" providerId="ADAL" clId="{31E103EE-B15B-41F4-B5B1-41335465B74A}" dt="2023-10-05T13:22:40.847" v="124" actId="20577"/>
          <ac:spMkLst>
            <pc:docMk/>
            <pc:sldMk cId="1934413201" sldId="328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27:54.094" v="218" actId="14100"/>
        <pc:sldMkLst>
          <pc:docMk/>
          <pc:sldMk cId="2250715011" sldId="329"/>
        </pc:sldMkLst>
        <pc:spChg chg="mod">
          <ac:chgData name="Sam Prince" userId="b8c1c271-dd5b-4079-a09a-81f4ce8be867" providerId="ADAL" clId="{31E103EE-B15B-41F4-B5B1-41335465B74A}" dt="2023-10-05T13:27:54.094" v="218" actId="14100"/>
          <ac:spMkLst>
            <pc:docMk/>
            <pc:sldMk cId="2250715011" sldId="329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23:16.779" v="132" actId="20577"/>
          <ac:spMkLst>
            <pc:docMk/>
            <pc:sldMk cId="2250715011" sldId="329"/>
            <ac:spMk id="34820" creationId="{8DCD7CE1-603D-4D59-3DBB-C13C0B6505F0}"/>
          </ac:spMkLst>
        </pc:spChg>
        <pc:graphicFrameChg chg="mod">
          <ac:chgData name="Sam Prince" userId="b8c1c271-dd5b-4079-a09a-81f4ce8be867" providerId="ADAL" clId="{31E103EE-B15B-41F4-B5B1-41335465B74A}" dt="2023-10-05T13:23:40.982" v="135" actId="14100"/>
          <ac:graphicFrameMkLst>
            <pc:docMk/>
            <pc:sldMk cId="2250715011" sldId="329"/>
            <ac:graphicFrameMk id="5" creationId="{C88B793A-10B8-6349-D74F-8784BCF13BFD}"/>
          </ac:graphicFrameMkLst>
        </pc:graphicFrameChg>
      </pc:sldChg>
      <pc:sldChg chg="modSp mod">
        <pc:chgData name="Sam Prince" userId="b8c1c271-dd5b-4079-a09a-81f4ce8be867" providerId="ADAL" clId="{31E103EE-B15B-41F4-B5B1-41335465B74A}" dt="2023-10-05T13:31:30.291" v="219" actId="6549"/>
        <pc:sldMkLst>
          <pc:docMk/>
          <pc:sldMk cId="3902488703" sldId="330"/>
        </pc:sldMkLst>
        <pc:spChg chg="mod">
          <ac:chgData name="Sam Prince" userId="b8c1c271-dd5b-4079-a09a-81f4ce8be867" providerId="ADAL" clId="{31E103EE-B15B-41F4-B5B1-41335465B74A}" dt="2023-10-05T13:31:30.291" v="219" actId="6549"/>
          <ac:spMkLst>
            <pc:docMk/>
            <pc:sldMk cId="3902488703" sldId="330"/>
            <ac:spMk id="2" creationId="{9DA5FDB4-70F0-6EE9-5897-E3B19A80D17D}"/>
          </ac:spMkLst>
        </pc:spChg>
        <pc:spChg chg="mod">
          <ac:chgData name="Sam Prince" userId="b8c1c271-dd5b-4079-a09a-81f4ce8be867" providerId="ADAL" clId="{31E103EE-B15B-41F4-B5B1-41335465B74A}" dt="2023-10-05T13:25:30.996" v="208" actId="6549"/>
          <ac:spMkLst>
            <pc:docMk/>
            <pc:sldMk cId="3902488703" sldId="330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23:47.631" v="138" actId="20577"/>
          <ac:spMkLst>
            <pc:docMk/>
            <pc:sldMk cId="3902488703" sldId="330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32:16.361" v="229" actId="14100"/>
        <pc:sldMkLst>
          <pc:docMk/>
          <pc:sldMk cId="3423578076" sldId="332"/>
        </pc:sldMkLst>
        <pc:spChg chg="mod">
          <ac:chgData name="Sam Prince" userId="b8c1c271-dd5b-4079-a09a-81f4ce8be867" providerId="ADAL" clId="{31E103EE-B15B-41F4-B5B1-41335465B74A}" dt="2023-10-05T13:31:53.238" v="223" actId="14100"/>
          <ac:spMkLst>
            <pc:docMk/>
            <pc:sldMk cId="3423578076" sldId="332"/>
            <ac:spMk id="2" creationId="{0822FE0E-CAB9-4A5A-B5FF-CE2EB61A63F6}"/>
          </ac:spMkLst>
        </pc:spChg>
        <pc:spChg chg="mod">
          <ac:chgData name="Sam Prince" userId="b8c1c271-dd5b-4079-a09a-81f4ce8be867" providerId="ADAL" clId="{31E103EE-B15B-41F4-B5B1-41335465B74A}" dt="2023-10-05T13:32:06.446" v="225" actId="1076"/>
          <ac:spMkLst>
            <pc:docMk/>
            <pc:sldMk cId="3423578076" sldId="332"/>
            <ac:spMk id="3" creationId="{DCDC8F42-5014-2706-05D1-9C7871E76106}"/>
          </ac:spMkLst>
        </pc:spChg>
        <pc:spChg chg="mod">
          <ac:chgData name="Sam Prince" userId="b8c1c271-dd5b-4079-a09a-81f4ce8be867" providerId="ADAL" clId="{31E103EE-B15B-41F4-B5B1-41335465B74A}" dt="2023-10-05T13:32:16.361" v="229" actId="14100"/>
          <ac:spMkLst>
            <pc:docMk/>
            <pc:sldMk cId="3423578076" sldId="332"/>
            <ac:spMk id="4" creationId="{A029AB66-001E-C153-F390-0637BACEE141}"/>
          </ac:spMkLst>
        </pc:spChg>
      </pc:sldChg>
      <pc:sldChg chg="modSp mod">
        <pc:chgData name="Sam Prince" userId="b8c1c271-dd5b-4079-a09a-81f4ce8be867" providerId="ADAL" clId="{31E103EE-B15B-41F4-B5B1-41335465B74A}" dt="2023-10-05T13:13:26.982" v="40" actId="14100"/>
        <pc:sldMkLst>
          <pc:docMk/>
          <pc:sldMk cId="1334720075" sldId="334"/>
        </pc:sldMkLst>
        <pc:spChg chg="mod">
          <ac:chgData name="Sam Prince" userId="b8c1c271-dd5b-4079-a09a-81f4ce8be867" providerId="ADAL" clId="{31E103EE-B15B-41F4-B5B1-41335465B74A}" dt="2023-10-05T13:13:26.982" v="40" actId="14100"/>
          <ac:spMkLst>
            <pc:docMk/>
            <pc:sldMk cId="1334720075" sldId="334"/>
            <ac:spMk id="2" creationId="{DFB59CC4-5C35-7F0D-03B1-ED934DDB0E7B}"/>
          </ac:spMkLst>
        </pc:spChg>
        <pc:spChg chg="mod">
          <ac:chgData name="Sam Prince" userId="b8c1c271-dd5b-4079-a09a-81f4ce8be867" providerId="ADAL" clId="{31E103EE-B15B-41F4-B5B1-41335465B74A}" dt="2023-10-05T13:13:04.332" v="36" actId="255"/>
          <ac:spMkLst>
            <pc:docMk/>
            <pc:sldMk cId="1334720075" sldId="334"/>
            <ac:spMk id="34819" creationId="{453C7683-8588-7ABC-32E0-8A4E68218620}"/>
          </ac:spMkLst>
        </pc:spChg>
        <pc:spChg chg="mod">
          <ac:chgData name="Sam Prince" userId="b8c1c271-dd5b-4079-a09a-81f4ce8be867" providerId="ADAL" clId="{31E103EE-B15B-41F4-B5B1-41335465B74A}" dt="2023-10-05T13:12:41.473" v="31" actId="20577"/>
          <ac:spMkLst>
            <pc:docMk/>
            <pc:sldMk cId="1334720075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31E103EE-B15B-41F4-B5B1-41335465B74A}" dt="2023-10-05T13:35:50.295" v="274"/>
        <pc:sldMkLst>
          <pc:docMk/>
          <pc:sldMk cId="4053505783" sldId="335"/>
        </pc:sldMkLst>
        <pc:spChg chg="mod">
          <ac:chgData name="Sam Prince" userId="b8c1c271-dd5b-4079-a09a-81f4ce8be867" providerId="ADAL" clId="{31E103EE-B15B-41F4-B5B1-41335465B74A}" dt="2023-10-05T13:35:28.374" v="270" actId="1076"/>
          <ac:spMkLst>
            <pc:docMk/>
            <pc:sldMk cId="4053505783" sldId="335"/>
            <ac:spMk id="2" creationId="{3A839A56-C37A-A15F-2CCA-E365956A6023}"/>
          </ac:spMkLst>
        </pc:spChg>
        <pc:spChg chg="mod">
          <ac:chgData name="Sam Prince" userId="b8c1c271-dd5b-4079-a09a-81f4ce8be867" providerId="ADAL" clId="{31E103EE-B15B-41F4-B5B1-41335465B74A}" dt="2023-10-05T13:35:50.295" v="274"/>
          <ac:spMkLst>
            <pc:docMk/>
            <pc:sldMk cId="4053505783" sldId="335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37:16.546" v="284" actId="1076"/>
        <pc:sldMkLst>
          <pc:docMk/>
          <pc:sldMk cId="2980021441" sldId="336"/>
        </pc:sldMkLst>
        <pc:spChg chg="mod">
          <ac:chgData name="Sam Prince" userId="b8c1c271-dd5b-4079-a09a-81f4ce8be867" providerId="ADAL" clId="{31E103EE-B15B-41F4-B5B1-41335465B74A}" dt="2023-10-05T13:37:16.546" v="284" actId="1076"/>
          <ac:spMkLst>
            <pc:docMk/>
            <pc:sldMk cId="2980021441" sldId="336"/>
            <ac:spMk id="2" creationId="{B61AE293-D49E-DC81-D886-8740A61D8C2C}"/>
          </ac:spMkLst>
        </pc:spChg>
        <pc:spChg chg="mod">
          <ac:chgData name="Sam Prince" userId="b8c1c271-dd5b-4079-a09a-81f4ce8be867" providerId="ADAL" clId="{31E103EE-B15B-41F4-B5B1-41335465B74A}" dt="2023-10-05T13:37:12.147" v="283" actId="14100"/>
          <ac:spMkLst>
            <pc:docMk/>
            <pc:sldMk cId="2980021441" sldId="336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51:08.863" v="297" actId="20577"/>
        <pc:sldMkLst>
          <pc:docMk/>
          <pc:sldMk cId="2847485665" sldId="337"/>
        </pc:sldMkLst>
        <pc:spChg chg="mod">
          <ac:chgData name="Sam Prince" userId="b8c1c271-dd5b-4079-a09a-81f4ce8be867" providerId="ADAL" clId="{31E103EE-B15B-41F4-B5B1-41335465B74A}" dt="2023-10-05T13:51:03.088" v="296" actId="14100"/>
          <ac:spMkLst>
            <pc:docMk/>
            <pc:sldMk cId="2847485665" sldId="337"/>
            <ac:spMk id="2" creationId="{9C3AF3FD-1643-C005-B001-ABA1E618654B}"/>
          </ac:spMkLst>
        </pc:spChg>
        <pc:spChg chg="mod">
          <ac:chgData name="Sam Prince" userId="b8c1c271-dd5b-4079-a09a-81f4ce8be867" providerId="ADAL" clId="{31E103EE-B15B-41F4-B5B1-41335465B74A}" dt="2023-10-05T13:51:08.863" v="297" actId="20577"/>
          <ac:spMkLst>
            <pc:docMk/>
            <pc:sldMk cId="2847485665" sldId="337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31E103EE-B15B-41F4-B5B1-41335465B74A}" dt="2023-10-05T13:14:33.660" v="54" actId="20577"/>
        <pc:sldMkLst>
          <pc:docMk/>
          <pc:sldMk cId="299814189" sldId="338"/>
        </pc:sldMkLst>
        <pc:spChg chg="mod">
          <ac:chgData name="Sam Prince" userId="b8c1c271-dd5b-4079-a09a-81f4ce8be867" providerId="ADAL" clId="{31E103EE-B15B-41F4-B5B1-41335465B74A}" dt="2023-10-05T13:14:33.660" v="54" actId="20577"/>
          <ac:spMkLst>
            <pc:docMk/>
            <pc:sldMk cId="299814189" sldId="338"/>
            <ac:spMk id="2" creationId="{97D0F86E-5717-7A6D-3641-2DF75E7329D3}"/>
          </ac:spMkLst>
        </pc:spChg>
        <pc:graphicFrameChg chg="mod">
          <ac:chgData name="Sam Prince" userId="b8c1c271-dd5b-4079-a09a-81f4ce8be867" providerId="ADAL" clId="{31E103EE-B15B-41F4-B5B1-41335465B74A}" dt="2023-10-05T13:14:29.149" v="50" actId="14100"/>
          <ac:graphicFrameMkLst>
            <pc:docMk/>
            <pc:sldMk cId="299814189" sldId="338"/>
            <ac:graphicFrameMk id="4" creationId="{21A1C372-32F8-1009-4088-7A274D0F5ED6}"/>
          </ac:graphicFrameMkLst>
        </pc:graphicFrameChg>
      </pc:sldChg>
      <pc:sldChg chg="modSp mod">
        <pc:chgData name="Sam Prince" userId="b8c1c271-dd5b-4079-a09a-81f4ce8be867" providerId="ADAL" clId="{31E103EE-B15B-41F4-B5B1-41335465B74A}" dt="2023-10-05T13:15:06.276" v="62" actId="20577"/>
        <pc:sldMkLst>
          <pc:docMk/>
          <pc:sldMk cId="706500726" sldId="339"/>
        </pc:sldMkLst>
        <pc:spChg chg="mod">
          <ac:chgData name="Sam Prince" userId="b8c1c271-dd5b-4079-a09a-81f4ce8be867" providerId="ADAL" clId="{31E103EE-B15B-41F4-B5B1-41335465B74A}" dt="2023-10-05T13:14:48.680" v="55" actId="14100"/>
          <ac:spMkLst>
            <pc:docMk/>
            <pc:sldMk cId="706500726" sldId="339"/>
            <ac:spMk id="2" creationId="{66D21E07-B40A-F38F-0BC7-0C404D0DE84E}"/>
          </ac:spMkLst>
        </pc:spChg>
        <pc:spChg chg="mod">
          <ac:chgData name="Sam Prince" userId="b8c1c271-dd5b-4079-a09a-81f4ce8be867" providerId="ADAL" clId="{31E103EE-B15B-41F4-B5B1-41335465B74A}" dt="2023-10-05T13:15:06.276" v="62" actId="20577"/>
          <ac:spMkLst>
            <pc:docMk/>
            <pc:sldMk cId="706500726" sldId="339"/>
            <ac:spMk id="3" creationId="{C7A23E25-6A32-7F7D-F357-B441FA30068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A3EFB-BB37-444D-BF65-63C2ABA63F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19CE3F7-9293-4F9F-9346-FC93EA4950B4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يمكن أن تخدم </a:t>
          </a:r>
          <a:r>
            <a:rPr lang="ar-EG" b="1" dirty="0"/>
            <a:t>المعارض</a:t>
          </a:r>
          <a:r>
            <a:rPr lang="ar-EG" dirty="0"/>
            <a:t> أغراضًا مختلفة، مثل الترويج للثقافة المحلية وعرض المنتجات الزراعية وتوفير الترفيه.</a:t>
          </a:r>
          <a:r>
            <a:rPr lang="en-US" dirty="0"/>
            <a:t> </a:t>
          </a:r>
        </a:p>
      </dgm:t>
    </dgm:pt>
    <dgm:pt modelId="{4A3D3209-DE42-4941-BD8D-9EBBB9BEDD01}" type="parTrans" cxnId="{C5859C02-AA04-4EDB-B70A-AB543AF41FB6}">
      <dgm:prSet/>
      <dgm:spPr/>
      <dgm:t>
        <a:bodyPr/>
        <a:lstStyle/>
        <a:p>
          <a:endParaRPr lang="en-US"/>
        </a:p>
      </dgm:t>
    </dgm:pt>
    <dgm:pt modelId="{1A593FB3-E76E-4FFF-86A4-06D6E4D9B1EE}" type="sibTrans" cxnId="{C5859C02-AA04-4EDB-B70A-AB543AF41FB6}">
      <dgm:prSet/>
      <dgm:spPr/>
      <dgm:t>
        <a:bodyPr/>
        <a:lstStyle/>
        <a:p>
          <a:endParaRPr lang="en-US"/>
        </a:p>
      </dgm:t>
    </dgm:pt>
    <dgm:pt modelId="{A19C604E-25FD-4720-BF1C-BC50FEC33D55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b="1" dirty="0"/>
            <a:t>المهرجانات</a:t>
          </a:r>
          <a:r>
            <a:rPr lang="ar-EG" dirty="0"/>
            <a:t> هي احتفالات أو تجمعات خاصة يجرى تنظيمها لمناسبات ثقافية أو دينية أو موسمية.</a:t>
          </a:r>
          <a:r>
            <a:rPr lang="en-US" dirty="0"/>
            <a:t> </a:t>
          </a:r>
        </a:p>
      </dgm:t>
    </dgm:pt>
    <dgm:pt modelId="{D25FFE65-CDE9-4A76-B7F5-51CBEB4E0A1D}" type="parTrans" cxnId="{77614881-915A-40D8-9459-187884A96876}">
      <dgm:prSet/>
      <dgm:spPr/>
      <dgm:t>
        <a:bodyPr/>
        <a:lstStyle/>
        <a:p>
          <a:endParaRPr lang="en-US"/>
        </a:p>
      </dgm:t>
    </dgm:pt>
    <dgm:pt modelId="{446846E1-18BF-46E8-9971-E9B182412213}" type="sibTrans" cxnId="{77614881-915A-40D8-9459-187884A96876}">
      <dgm:prSet/>
      <dgm:spPr/>
      <dgm:t>
        <a:bodyPr/>
        <a:lstStyle/>
        <a:p>
          <a:endParaRPr lang="en-US"/>
        </a:p>
      </dgm:t>
    </dgm:pt>
    <dgm:pt modelId="{DBEFB9B2-EBEE-4877-A014-D5AFD4188CE7}" type="pres">
      <dgm:prSet presAssocID="{4FCA3EFB-BB37-444D-BF65-63C2ABA63FFE}" presName="root" presStyleCnt="0">
        <dgm:presLayoutVars>
          <dgm:dir/>
          <dgm:resizeHandles val="exact"/>
        </dgm:presLayoutVars>
      </dgm:prSet>
      <dgm:spPr/>
    </dgm:pt>
    <dgm:pt modelId="{FD52EB9E-A022-4CF5-BCA7-B7B42F9F658A}" type="pres">
      <dgm:prSet presAssocID="{919CE3F7-9293-4F9F-9346-FC93EA4950B4}" presName="compNode" presStyleCnt="0"/>
      <dgm:spPr/>
    </dgm:pt>
    <dgm:pt modelId="{02868759-4C12-4564-86DC-097F0939A8AA}" type="pres">
      <dgm:prSet presAssocID="{919CE3F7-9293-4F9F-9346-FC93EA4950B4}" presName="bgRect" presStyleLbl="bgShp" presStyleIdx="0" presStyleCnt="2"/>
      <dgm:spPr/>
    </dgm:pt>
    <dgm:pt modelId="{C3FF09D1-1100-480A-A7FB-C31E4C84D1E7}" type="pres">
      <dgm:prSet presAssocID="{919CE3F7-9293-4F9F-9346-FC93EA4950B4}" presName="iconRect" presStyleLbl="node1" presStyleIdx="0" presStyleCnt="2" custLinFactX="500000" custLinFactNeighborX="53121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941D15D-87E1-40C8-9DDA-9FBCA63440EE}" type="pres">
      <dgm:prSet presAssocID="{919CE3F7-9293-4F9F-9346-FC93EA4950B4}" presName="spaceRect" presStyleCnt="0"/>
      <dgm:spPr/>
    </dgm:pt>
    <dgm:pt modelId="{FA35EC24-F407-44DF-AF70-0B9BF5636CBE}" type="pres">
      <dgm:prSet presAssocID="{919CE3F7-9293-4F9F-9346-FC93EA4950B4}" presName="parTx" presStyleLbl="revTx" presStyleIdx="0" presStyleCnt="2" custLinFactNeighborX="-20706">
        <dgm:presLayoutVars>
          <dgm:chMax val="0"/>
          <dgm:chPref val="0"/>
        </dgm:presLayoutVars>
      </dgm:prSet>
      <dgm:spPr/>
    </dgm:pt>
    <dgm:pt modelId="{EBCB614A-ACE8-4545-B602-9B212BEEC353}" type="pres">
      <dgm:prSet presAssocID="{1A593FB3-E76E-4FFF-86A4-06D6E4D9B1EE}" presName="sibTrans" presStyleCnt="0"/>
      <dgm:spPr/>
    </dgm:pt>
    <dgm:pt modelId="{316178F6-2EE2-477C-B002-41794476500F}" type="pres">
      <dgm:prSet presAssocID="{A19C604E-25FD-4720-BF1C-BC50FEC33D55}" presName="compNode" presStyleCnt="0"/>
      <dgm:spPr/>
    </dgm:pt>
    <dgm:pt modelId="{D1F5A168-D8C4-42D7-8D84-106584EF780D}" type="pres">
      <dgm:prSet presAssocID="{A19C604E-25FD-4720-BF1C-BC50FEC33D55}" presName="bgRect" presStyleLbl="bgShp" presStyleIdx="1" presStyleCnt="2"/>
      <dgm:spPr/>
    </dgm:pt>
    <dgm:pt modelId="{D35C0A49-D7FC-4266-A656-0CA12FD1B869}" type="pres">
      <dgm:prSet presAssocID="{A19C604E-25FD-4720-BF1C-BC50FEC33D55}" presName="iconRect" presStyleLbl="node1" presStyleIdx="1" presStyleCnt="2" custLinFactX="500000" custLinFactNeighborX="53121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251D5173-F688-490A-97E6-3B3F57E86D8F}" type="pres">
      <dgm:prSet presAssocID="{A19C604E-25FD-4720-BF1C-BC50FEC33D55}" presName="spaceRect" presStyleCnt="0"/>
      <dgm:spPr/>
    </dgm:pt>
    <dgm:pt modelId="{86E34AB0-39EB-408B-9EAF-B3EB3396089A}" type="pres">
      <dgm:prSet presAssocID="{A19C604E-25FD-4720-BF1C-BC50FEC33D55}" presName="parTx" presStyleLbl="revTx" presStyleIdx="1" presStyleCnt="2" custLinFactNeighborX="-20706">
        <dgm:presLayoutVars>
          <dgm:chMax val="0"/>
          <dgm:chPref val="0"/>
        </dgm:presLayoutVars>
      </dgm:prSet>
      <dgm:spPr/>
    </dgm:pt>
  </dgm:ptLst>
  <dgm:cxnLst>
    <dgm:cxn modelId="{C5859C02-AA04-4EDB-B70A-AB543AF41FB6}" srcId="{4FCA3EFB-BB37-444D-BF65-63C2ABA63FFE}" destId="{919CE3F7-9293-4F9F-9346-FC93EA4950B4}" srcOrd="0" destOrd="0" parTransId="{4A3D3209-DE42-4941-BD8D-9EBBB9BEDD01}" sibTransId="{1A593FB3-E76E-4FFF-86A4-06D6E4D9B1EE}"/>
    <dgm:cxn modelId="{F19F5A1C-9D5E-4720-8000-0F04CD5C3188}" type="presOf" srcId="{4FCA3EFB-BB37-444D-BF65-63C2ABA63FFE}" destId="{DBEFB9B2-EBEE-4877-A014-D5AFD4188CE7}" srcOrd="0" destOrd="0" presId="urn:microsoft.com/office/officeart/2018/2/layout/IconVerticalSolidList"/>
    <dgm:cxn modelId="{B3BA6850-D5A2-4B28-8855-2D08C802E997}" type="presOf" srcId="{A19C604E-25FD-4720-BF1C-BC50FEC33D55}" destId="{86E34AB0-39EB-408B-9EAF-B3EB3396089A}" srcOrd="0" destOrd="0" presId="urn:microsoft.com/office/officeart/2018/2/layout/IconVerticalSolidList"/>
    <dgm:cxn modelId="{77614881-915A-40D8-9459-187884A96876}" srcId="{4FCA3EFB-BB37-444D-BF65-63C2ABA63FFE}" destId="{A19C604E-25FD-4720-BF1C-BC50FEC33D55}" srcOrd="1" destOrd="0" parTransId="{D25FFE65-CDE9-4A76-B7F5-51CBEB4E0A1D}" sibTransId="{446846E1-18BF-46E8-9971-E9B182412213}"/>
    <dgm:cxn modelId="{9CFA429A-1313-40D7-B7DD-E05F8665E342}" type="presOf" srcId="{919CE3F7-9293-4F9F-9346-FC93EA4950B4}" destId="{FA35EC24-F407-44DF-AF70-0B9BF5636CBE}" srcOrd="0" destOrd="0" presId="urn:microsoft.com/office/officeart/2018/2/layout/IconVerticalSolidList"/>
    <dgm:cxn modelId="{09A9FE17-B7D8-4172-BCF0-EE81913E3459}" type="presParOf" srcId="{DBEFB9B2-EBEE-4877-A014-D5AFD4188CE7}" destId="{FD52EB9E-A022-4CF5-BCA7-B7B42F9F658A}" srcOrd="0" destOrd="0" presId="urn:microsoft.com/office/officeart/2018/2/layout/IconVerticalSolidList"/>
    <dgm:cxn modelId="{12480C8C-833F-4E43-AB6D-E586B4A78BD3}" type="presParOf" srcId="{FD52EB9E-A022-4CF5-BCA7-B7B42F9F658A}" destId="{02868759-4C12-4564-86DC-097F0939A8AA}" srcOrd="0" destOrd="0" presId="urn:microsoft.com/office/officeart/2018/2/layout/IconVerticalSolidList"/>
    <dgm:cxn modelId="{4D4B11CB-3BE1-468F-ABF6-E5B3C7AFFEFD}" type="presParOf" srcId="{FD52EB9E-A022-4CF5-BCA7-B7B42F9F658A}" destId="{C3FF09D1-1100-480A-A7FB-C31E4C84D1E7}" srcOrd="1" destOrd="0" presId="urn:microsoft.com/office/officeart/2018/2/layout/IconVerticalSolidList"/>
    <dgm:cxn modelId="{C0EF53FB-EFDD-44D4-91D7-F409A90C98D4}" type="presParOf" srcId="{FD52EB9E-A022-4CF5-BCA7-B7B42F9F658A}" destId="{5941D15D-87E1-40C8-9DDA-9FBCA63440EE}" srcOrd="2" destOrd="0" presId="urn:microsoft.com/office/officeart/2018/2/layout/IconVerticalSolidList"/>
    <dgm:cxn modelId="{896B668D-8BA8-4C93-AD5A-1EA3F04569EF}" type="presParOf" srcId="{FD52EB9E-A022-4CF5-BCA7-B7B42F9F658A}" destId="{FA35EC24-F407-44DF-AF70-0B9BF5636CBE}" srcOrd="3" destOrd="0" presId="urn:microsoft.com/office/officeart/2018/2/layout/IconVerticalSolidList"/>
    <dgm:cxn modelId="{6DC89FAF-C7DF-4FA5-82EF-370480080B26}" type="presParOf" srcId="{DBEFB9B2-EBEE-4877-A014-D5AFD4188CE7}" destId="{EBCB614A-ACE8-4545-B602-9B212BEEC353}" srcOrd="1" destOrd="0" presId="urn:microsoft.com/office/officeart/2018/2/layout/IconVerticalSolidList"/>
    <dgm:cxn modelId="{4DE38B67-83F9-451E-A076-050D9B1177C4}" type="presParOf" srcId="{DBEFB9B2-EBEE-4877-A014-D5AFD4188CE7}" destId="{316178F6-2EE2-477C-B002-41794476500F}" srcOrd="2" destOrd="0" presId="urn:microsoft.com/office/officeart/2018/2/layout/IconVerticalSolidList"/>
    <dgm:cxn modelId="{72DE5B22-0A77-489F-ACA2-9499C6343227}" type="presParOf" srcId="{316178F6-2EE2-477C-B002-41794476500F}" destId="{D1F5A168-D8C4-42D7-8D84-106584EF780D}" srcOrd="0" destOrd="0" presId="urn:microsoft.com/office/officeart/2018/2/layout/IconVerticalSolidList"/>
    <dgm:cxn modelId="{E29CC2E1-1B89-4E89-9A11-FB421A9623E2}" type="presParOf" srcId="{316178F6-2EE2-477C-B002-41794476500F}" destId="{D35C0A49-D7FC-4266-A656-0CA12FD1B869}" srcOrd="1" destOrd="0" presId="urn:microsoft.com/office/officeart/2018/2/layout/IconVerticalSolidList"/>
    <dgm:cxn modelId="{1F3648B3-91B9-4778-A01B-EA60C3793F76}" type="presParOf" srcId="{316178F6-2EE2-477C-B002-41794476500F}" destId="{251D5173-F688-490A-97E6-3B3F57E86D8F}" srcOrd="2" destOrd="0" presId="urn:microsoft.com/office/officeart/2018/2/layout/IconVerticalSolidList"/>
    <dgm:cxn modelId="{D437DCCE-90C4-4E4D-853A-016D1074C1A9}" type="presParOf" srcId="{316178F6-2EE2-477C-B002-41794476500F}" destId="{86E34AB0-39EB-408B-9EAF-B3EB339608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C04D08-0E1A-8D4F-8515-06CB9FA2DF37}" type="doc">
      <dgm:prSet loTypeId="urn:microsoft.com/office/officeart/2005/8/layout/cycle1" loCatId="relationship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BECED9BB-6FD6-B947-B6C1-81CC28C3E12C}">
      <dgm:prSet custT="1"/>
      <dgm:spPr/>
      <dgm:t>
        <a:bodyPr/>
        <a:lstStyle/>
        <a:p>
          <a:r>
            <a:rPr lang="ar-EG" sz="2000" b="1">
              <a:latin typeface="Arial" panose="020B0604020202020204" pitchFamily="34" charset="0"/>
              <a:cs typeface="Arial" panose="020B0604020202020204" pitchFamily="34" charset="0"/>
            </a:rPr>
            <a:t>العرض</a:t>
          </a:r>
        </a:p>
      </dgm:t>
    </dgm:pt>
    <dgm:pt modelId="{B39C4D20-1BF6-F94D-9883-4CE61D3E2FF2}" type="parTrans" cxnId="{A2001C23-845E-A44F-A24F-80AEA5480A97}">
      <dgm:prSet/>
      <dgm:spPr/>
      <dgm:t>
        <a:bodyPr/>
        <a:lstStyle/>
        <a:p>
          <a:endParaRPr lang="en-GB"/>
        </a:p>
      </dgm:t>
    </dgm:pt>
    <dgm:pt modelId="{8C941EA2-6668-1449-9A03-FE229DEB4EAD}" type="sibTrans" cxnId="{A2001C23-845E-A44F-A24F-80AEA5480A97}">
      <dgm:prSet/>
      <dgm:spPr/>
      <dgm:t>
        <a:bodyPr/>
        <a:lstStyle/>
        <a:p>
          <a:endParaRPr lang="en-GB"/>
        </a:p>
      </dgm:t>
    </dgm:pt>
    <dgm:pt modelId="{8B7887F9-31AE-1140-9258-456208AFE10D}">
      <dgm:prSet custT="1"/>
      <dgm:spPr/>
      <dgm:t>
        <a:bodyPr/>
        <a:lstStyle/>
        <a:p>
          <a:r>
            <a:rPr lang="ar-EG" sz="2000" b="1">
              <a:latin typeface="Arial" panose="020B0604020202020204" pitchFamily="34" charset="0"/>
              <a:cs typeface="Arial" panose="020B0604020202020204" pitchFamily="34" charset="0"/>
            </a:rPr>
            <a:t>التخطيط</a:t>
          </a:r>
        </a:p>
      </dgm:t>
    </dgm:pt>
    <dgm:pt modelId="{55C3EB25-9CD7-AA45-B10C-380476412380}" type="parTrans" cxnId="{9FEFAAB0-40E8-F241-8A2E-B3F5B57A5F28}">
      <dgm:prSet/>
      <dgm:spPr/>
      <dgm:t>
        <a:bodyPr/>
        <a:lstStyle/>
        <a:p>
          <a:endParaRPr lang="en-GB"/>
        </a:p>
      </dgm:t>
    </dgm:pt>
    <dgm:pt modelId="{37F50594-BE02-894F-B567-111BB34ADB3B}" type="sibTrans" cxnId="{9FEFAAB0-40E8-F241-8A2E-B3F5B57A5F28}">
      <dgm:prSet/>
      <dgm:spPr/>
      <dgm:t>
        <a:bodyPr/>
        <a:lstStyle/>
        <a:p>
          <a:endParaRPr lang="en-GB"/>
        </a:p>
      </dgm:t>
    </dgm:pt>
    <dgm:pt modelId="{74D75BE7-806C-A745-BE9E-7FD3C306A6EF}">
      <dgm:prSet custT="1"/>
      <dgm:spPr/>
      <dgm:t>
        <a:bodyPr/>
        <a:lstStyle/>
        <a:p>
          <a:r>
            <a:rPr lang="ar-EG" sz="2000" b="1">
              <a:latin typeface="Arial" panose="020B0604020202020204" pitchFamily="34" charset="0"/>
              <a:cs typeface="Arial" panose="020B0604020202020204" pitchFamily="34" charset="0"/>
            </a:rPr>
            <a:t>الإدارة</a:t>
          </a:r>
        </a:p>
      </dgm:t>
    </dgm:pt>
    <dgm:pt modelId="{F4931BFF-F5F3-FF43-8191-B34738A831C7}" type="parTrans" cxnId="{BED531F8-293A-094B-806F-9BF8E05E23C8}">
      <dgm:prSet/>
      <dgm:spPr/>
      <dgm:t>
        <a:bodyPr/>
        <a:lstStyle/>
        <a:p>
          <a:endParaRPr lang="en-GB"/>
        </a:p>
      </dgm:t>
    </dgm:pt>
    <dgm:pt modelId="{F89D0957-2FD1-9D41-942A-2EE43FB4CA65}" type="sibTrans" cxnId="{BED531F8-293A-094B-806F-9BF8E05E23C8}">
      <dgm:prSet/>
      <dgm:spPr/>
      <dgm:t>
        <a:bodyPr/>
        <a:lstStyle/>
        <a:p>
          <a:endParaRPr lang="en-GB"/>
        </a:p>
      </dgm:t>
    </dgm:pt>
    <dgm:pt modelId="{3701762F-1741-F148-BF4F-5EC49F243CFD}">
      <dgm:prSet custT="1"/>
      <dgm:spPr/>
      <dgm:t>
        <a:bodyPr/>
        <a:lstStyle/>
        <a:p>
          <a:r>
            <a:rPr lang="ar-EG" sz="2000" b="1" dirty="0">
              <a:latin typeface="Arial" panose="020B0604020202020204" pitchFamily="34" charset="0"/>
              <a:cs typeface="Arial" panose="020B0604020202020204" pitchFamily="34" charset="0"/>
            </a:rPr>
            <a:t>المراجعة</a:t>
          </a: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928C6D4F-607E-1849-9DC9-DA1C4F8F8203}" type="parTrans" cxnId="{08EABFB8-19DF-774D-BFFB-D7CA4CFD8D74}">
      <dgm:prSet/>
      <dgm:spPr/>
      <dgm:t>
        <a:bodyPr/>
        <a:lstStyle/>
        <a:p>
          <a:endParaRPr lang="en-GB"/>
        </a:p>
      </dgm:t>
    </dgm:pt>
    <dgm:pt modelId="{56E6797D-75F5-4C41-B38C-78C8CE831B72}" type="sibTrans" cxnId="{08EABFB8-19DF-774D-BFFB-D7CA4CFD8D74}">
      <dgm:prSet/>
      <dgm:spPr/>
      <dgm:t>
        <a:bodyPr/>
        <a:lstStyle/>
        <a:p>
          <a:endParaRPr lang="en-GB"/>
        </a:p>
      </dgm:t>
    </dgm:pt>
    <dgm:pt modelId="{2C287047-0414-7640-9C98-88794AED79A5}" type="pres">
      <dgm:prSet presAssocID="{87C04D08-0E1A-8D4F-8515-06CB9FA2DF37}" presName="cycle" presStyleCnt="0">
        <dgm:presLayoutVars>
          <dgm:dir val="rev"/>
          <dgm:resizeHandles val="exact"/>
        </dgm:presLayoutVars>
      </dgm:prSet>
      <dgm:spPr/>
    </dgm:pt>
    <dgm:pt modelId="{874E5E32-F80A-884B-BE85-2156B0FB705C}" type="pres">
      <dgm:prSet presAssocID="{BECED9BB-6FD6-B947-B6C1-81CC28C3E12C}" presName="dummy" presStyleCnt="0"/>
      <dgm:spPr/>
    </dgm:pt>
    <dgm:pt modelId="{43E6D465-49B2-8A4B-8A27-DA2A86BB1037}" type="pres">
      <dgm:prSet presAssocID="{BECED9BB-6FD6-B947-B6C1-81CC28C3E12C}" presName="node" presStyleLbl="revTx" presStyleIdx="0" presStyleCnt="4">
        <dgm:presLayoutVars>
          <dgm:bulletEnabled val="1"/>
        </dgm:presLayoutVars>
      </dgm:prSet>
      <dgm:spPr/>
    </dgm:pt>
    <dgm:pt modelId="{22939ED6-9118-EC4F-AFC7-13BD2D042D2E}" type="pres">
      <dgm:prSet presAssocID="{8C941EA2-6668-1449-9A03-FE229DEB4EAD}" presName="sibTrans" presStyleLbl="node1" presStyleIdx="0" presStyleCnt="4"/>
      <dgm:spPr/>
    </dgm:pt>
    <dgm:pt modelId="{98A1532F-F929-DD43-A48E-A8E51EA8EDDF}" type="pres">
      <dgm:prSet presAssocID="{8B7887F9-31AE-1140-9258-456208AFE10D}" presName="dummy" presStyleCnt="0"/>
      <dgm:spPr/>
    </dgm:pt>
    <dgm:pt modelId="{3F2DF6EB-E15A-314C-96B2-B77D7147F0EC}" type="pres">
      <dgm:prSet presAssocID="{8B7887F9-31AE-1140-9258-456208AFE10D}" presName="node" presStyleLbl="revTx" presStyleIdx="1" presStyleCnt="4">
        <dgm:presLayoutVars>
          <dgm:bulletEnabled val="1"/>
        </dgm:presLayoutVars>
      </dgm:prSet>
      <dgm:spPr/>
    </dgm:pt>
    <dgm:pt modelId="{03F582C1-94D2-A54D-9D04-056ED3256BE7}" type="pres">
      <dgm:prSet presAssocID="{37F50594-BE02-894F-B567-111BB34ADB3B}" presName="sibTrans" presStyleLbl="node1" presStyleIdx="1" presStyleCnt="4"/>
      <dgm:spPr/>
    </dgm:pt>
    <dgm:pt modelId="{9C473AF9-9401-6646-92A8-D506DE8AF6FA}" type="pres">
      <dgm:prSet presAssocID="{74D75BE7-806C-A745-BE9E-7FD3C306A6EF}" presName="dummy" presStyleCnt="0"/>
      <dgm:spPr/>
    </dgm:pt>
    <dgm:pt modelId="{64B7B309-FBDF-D64B-9543-C9060BD11C7A}" type="pres">
      <dgm:prSet presAssocID="{74D75BE7-806C-A745-BE9E-7FD3C306A6EF}" presName="node" presStyleLbl="revTx" presStyleIdx="2" presStyleCnt="4">
        <dgm:presLayoutVars>
          <dgm:bulletEnabled val="1"/>
        </dgm:presLayoutVars>
      </dgm:prSet>
      <dgm:spPr/>
    </dgm:pt>
    <dgm:pt modelId="{E0F0793F-0F4A-5C41-A4F9-D91577AB0085}" type="pres">
      <dgm:prSet presAssocID="{F89D0957-2FD1-9D41-942A-2EE43FB4CA65}" presName="sibTrans" presStyleLbl="node1" presStyleIdx="2" presStyleCnt="4"/>
      <dgm:spPr/>
    </dgm:pt>
    <dgm:pt modelId="{78F748E4-08B8-BB40-8DC5-44575BBDB471}" type="pres">
      <dgm:prSet presAssocID="{3701762F-1741-F148-BF4F-5EC49F243CFD}" presName="dummy" presStyleCnt="0"/>
      <dgm:spPr/>
    </dgm:pt>
    <dgm:pt modelId="{BF6BA414-E8D6-7145-B352-97EC52AE36DB}" type="pres">
      <dgm:prSet presAssocID="{3701762F-1741-F148-BF4F-5EC49F243CFD}" presName="node" presStyleLbl="revTx" presStyleIdx="3" presStyleCnt="4">
        <dgm:presLayoutVars>
          <dgm:bulletEnabled val="1"/>
        </dgm:presLayoutVars>
      </dgm:prSet>
      <dgm:spPr/>
    </dgm:pt>
    <dgm:pt modelId="{D2A88252-3956-1549-BAFB-935B5DA8D79B}" type="pres">
      <dgm:prSet presAssocID="{56E6797D-75F5-4C41-B38C-78C8CE831B72}" presName="sibTrans" presStyleLbl="node1" presStyleIdx="3" presStyleCnt="4"/>
      <dgm:spPr/>
    </dgm:pt>
  </dgm:ptLst>
  <dgm:cxnLst>
    <dgm:cxn modelId="{0CDB8506-F427-B049-A550-47A5F5DE7C36}" type="presOf" srcId="{87C04D08-0E1A-8D4F-8515-06CB9FA2DF37}" destId="{2C287047-0414-7640-9C98-88794AED79A5}" srcOrd="0" destOrd="0" presId="urn:microsoft.com/office/officeart/2005/8/layout/cycle1"/>
    <dgm:cxn modelId="{8FDD9F1D-AA01-5641-A85B-F0DFACDA1E42}" type="presOf" srcId="{BECED9BB-6FD6-B947-B6C1-81CC28C3E12C}" destId="{43E6D465-49B2-8A4B-8A27-DA2A86BB1037}" srcOrd="0" destOrd="0" presId="urn:microsoft.com/office/officeart/2005/8/layout/cycle1"/>
    <dgm:cxn modelId="{A2001C23-845E-A44F-A24F-80AEA5480A97}" srcId="{87C04D08-0E1A-8D4F-8515-06CB9FA2DF37}" destId="{BECED9BB-6FD6-B947-B6C1-81CC28C3E12C}" srcOrd="0" destOrd="0" parTransId="{B39C4D20-1BF6-F94D-9883-4CE61D3E2FF2}" sibTransId="{8C941EA2-6668-1449-9A03-FE229DEB4EAD}"/>
    <dgm:cxn modelId="{93D17E29-03B9-5646-9095-399CBA05C96B}" type="presOf" srcId="{8B7887F9-31AE-1140-9258-456208AFE10D}" destId="{3F2DF6EB-E15A-314C-96B2-B77D7147F0EC}" srcOrd="0" destOrd="0" presId="urn:microsoft.com/office/officeart/2005/8/layout/cycle1"/>
    <dgm:cxn modelId="{2D8A6B2A-C6DD-EA43-9BBE-B6A791CE685A}" type="presOf" srcId="{74D75BE7-806C-A745-BE9E-7FD3C306A6EF}" destId="{64B7B309-FBDF-D64B-9543-C9060BD11C7A}" srcOrd="0" destOrd="0" presId="urn:microsoft.com/office/officeart/2005/8/layout/cycle1"/>
    <dgm:cxn modelId="{EDC2792A-8206-8049-AE99-1E18A335334D}" type="presOf" srcId="{56E6797D-75F5-4C41-B38C-78C8CE831B72}" destId="{D2A88252-3956-1549-BAFB-935B5DA8D79B}" srcOrd="0" destOrd="0" presId="urn:microsoft.com/office/officeart/2005/8/layout/cycle1"/>
    <dgm:cxn modelId="{79107F2D-0DD9-2B40-AB41-C6813FEFA217}" type="presOf" srcId="{F89D0957-2FD1-9D41-942A-2EE43FB4CA65}" destId="{E0F0793F-0F4A-5C41-A4F9-D91577AB0085}" srcOrd="0" destOrd="0" presId="urn:microsoft.com/office/officeart/2005/8/layout/cycle1"/>
    <dgm:cxn modelId="{B70D8635-1434-8E4D-80C7-8197EDC2C705}" type="presOf" srcId="{8C941EA2-6668-1449-9A03-FE229DEB4EAD}" destId="{22939ED6-9118-EC4F-AFC7-13BD2D042D2E}" srcOrd="0" destOrd="0" presId="urn:microsoft.com/office/officeart/2005/8/layout/cycle1"/>
    <dgm:cxn modelId="{C828C064-9434-D940-BAC2-6BD67E31D8BD}" type="presOf" srcId="{37F50594-BE02-894F-B567-111BB34ADB3B}" destId="{03F582C1-94D2-A54D-9D04-056ED3256BE7}" srcOrd="0" destOrd="0" presId="urn:microsoft.com/office/officeart/2005/8/layout/cycle1"/>
    <dgm:cxn modelId="{9FEFAAB0-40E8-F241-8A2E-B3F5B57A5F28}" srcId="{87C04D08-0E1A-8D4F-8515-06CB9FA2DF37}" destId="{8B7887F9-31AE-1140-9258-456208AFE10D}" srcOrd="1" destOrd="0" parTransId="{55C3EB25-9CD7-AA45-B10C-380476412380}" sibTransId="{37F50594-BE02-894F-B567-111BB34ADB3B}"/>
    <dgm:cxn modelId="{08EABFB8-19DF-774D-BFFB-D7CA4CFD8D74}" srcId="{87C04D08-0E1A-8D4F-8515-06CB9FA2DF37}" destId="{3701762F-1741-F148-BF4F-5EC49F243CFD}" srcOrd="3" destOrd="0" parTransId="{928C6D4F-607E-1849-9DC9-DA1C4F8F8203}" sibTransId="{56E6797D-75F5-4C41-B38C-78C8CE831B72}"/>
    <dgm:cxn modelId="{7D2723EF-6C7E-C942-8B25-E4E08B4DA00A}" type="presOf" srcId="{3701762F-1741-F148-BF4F-5EC49F243CFD}" destId="{BF6BA414-E8D6-7145-B352-97EC52AE36DB}" srcOrd="0" destOrd="0" presId="urn:microsoft.com/office/officeart/2005/8/layout/cycle1"/>
    <dgm:cxn modelId="{BED531F8-293A-094B-806F-9BF8E05E23C8}" srcId="{87C04D08-0E1A-8D4F-8515-06CB9FA2DF37}" destId="{74D75BE7-806C-A745-BE9E-7FD3C306A6EF}" srcOrd="2" destOrd="0" parTransId="{F4931BFF-F5F3-FF43-8191-B34738A831C7}" sibTransId="{F89D0957-2FD1-9D41-942A-2EE43FB4CA65}"/>
    <dgm:cxn modelId="{06FD4821-8F8D-AD43-9548-2C440C8BA4C1}" type="presParOf" srcId="{2C287047-0414-7640-9C98-88794AED79A5}" destId="{874E5E32-F80A-884B-BE85-2156B0FB705C}" srcOrd="0" destOrd="0" presId="urn:microsoft.com/office/officeart/2005/8/layout/cycle1"/>
    <dgm:cxn modelId="{28A89376-F296-0740-BE32-E76C1D163C14}" type="presParOf" srcId="{2C287047-0414-7640-9C98-88794AED79A5}" destId="{43E6D465-49B2-8A4B-8A27-DA2A86BB1037}" srcOrd="1" destOrd="0" presId="urn:microsoft.com/office/officeart/2005/8/layout/cycle1"/>
    <dgm:cxn modelId="{9B948B7A-1ED9-F94D-A022-73110F99D581}" type="presParOf" srcId="{2C287047-0414-7640-9C98-88794AED79A5}" destId="{22939ED6-9118-EC4F-AFC7-13BD2D042D2E}" srcOrd="2" destOrd="0" presId="urn:microsoft.com/office/officeart/2005/8/layout/cycle1"/>
    <dgm:cxn modelId="{44ED5012-FA71-3C4F-8EAD-35FE17D74027}" type="presParOf" srcId="{2C287047-0414-7640-9C98-88794AED79A5}" destId="{98A1532F-F929-DD43-A48E-A8E51EA8EDDF}" srcOrd="3" destOrd="0" presId="urn:microsoft.com/office/officeart/2005/8/layout/cycle1"/>
    <dgm:cxn modelId="{CB3B3759-21DE-9646-A3AA-FBAAE628D7CC}" type="presParOf" srcId="{2C287047-0414-7640-9C98-88794AED79A5}" destId="{3F2DF6EB-E15A-314C-96B2-B77D7147F0EC}" srcOrd="4" destOrd="0" presId="urn:microsoft.com/office/officeart/2005/8/layout/cycle1"/>
    <dgm:cxn modelId="{87A40A53-CC09-EA4C-A6A1-E9C1B4EF5426}" type="presParOf" srcId="{2C287047-0414-7640-9C98-88794AED79A5}" destId="{03F582C1-94D2-A54D-9D04-056ED3256BE7}" srcOrd="5" destOrd="0" presId="urn:microsoft.com/office/officeart/2005/8/layout/cycle1"/>
    <dgm:cxn modelId="{294D57AE-6888-534D-8FE3-E6899D64D9C3}" type="presParOf" srcId="{2C287047-0414-7640-9C98-88794AED79A5}" destId="{9C473AF9-9401-6646-92A8-D506DE8AF6FA}" srcOrd="6" destOrd="0" presId="urn:microsoft.com/office/officeart/2005/8/layout/cycle1"/>
    <dgm:cxn modelId="{BB0C3770-001C-A441-973A-532F006B1F72}" type="presParOf" srcId="{2C287047-0414-7640-9C98-88794AED79A5}" destId="{64B7B309-FBDF-D64B-9543-C9060BD11C7A}" srcOrd="7" destOrd="0" presId="urn:microsoft.com/office/officeart/2005/8/layout/cycle1"/>
    <dgm:cxn modelId="{B3CF4530-7233-2740-98D4-3F30B659D7AB}" type="presParOf" srcId="{2C287047-0414-7640-9C98-88794AED79A5}" destId="{E0F0793F-0F4A-5C41-A4F9-D91577AB0085}" srcOrd="8" destOrd="0" presId="urn:microsoft.com/office/officeart/2005/8/layout/cycle1"/>
    <dgm:cxn modelId="{151AF66F-9412-DA4D-B897-4F61203D110B}" type="presParOf" srcId="{2C287047-0414-7640-9C98-88794AED79A5}" destId="{78F748E4-08B8-BB40-8DC5-44575BBDB471}" srcOrd="9" destOrd="0" presId="urn:microsoft.com/office/officeart/2005/8/layout/cycle1"/>
    <dgm:cxn modelId="{E356886F-D57B-C848-BAAC-C619BCAE804C}" type="presParOf" srcId="{2C287047-0414-7640-9C98-88794AED79A5}" destId="{BF6BA414-E8D6-7145-B352-97EC52AE36DB}" srcOrd="10" destOrd="0" presId="urn:microsoft.com/office/officeart/2005/8/layout/cycle1"/>
    <dgm:cxn modelId="{6852DB91-40A4-5C42-A471-5A7109F4292E}" type="presParOf" srcId="{2C287047-0414-7640-9C98-88794AED79A5}" destId="{D2A88252-3956-1549-BAFB-935B5DA8D79B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732B8D-6BF8-4C67-9A3D-AC2BC1EA2FE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A8FA885-395E-4F70-BDC2-85E57AECCC6B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التخطيط للطوارئ - ما هي التحديات التي يمكن مواجهتها؟</a:t>
          </a:r>
        </a:p>
      </dgm:t>
    </dgm:pt>
    <dgm:pt modelId="{80D84370-44A9-49EF-883A-8A9182CAEB7B}" type="parTrans" cxnId="{3738FBE8-A8E0-4819-B87A-FE561DFCCF53}">
      <dgm:prSet/>
      <dgm:spPr/>
      <dgm:t>
        <a:bodyPr/>
        <a:lstStyle/>
        <a:p>
          <a:endParaRPr lang="en-US"/>
        </a:p>
      </dgm:t>
    </dgm:pt>
    <dgm:pt modelId="{281EC92D-8B28-41A7-981D-2C686C906481}" type="sibTrans" cxnId="{3738FBE8-A8E0-4819-B87A-FE561DFCCF53}">
      <dgm:prSet/>
      <dgm:spPr/>
      <dgm:t>
        <a:bodyPr/>
        <a:lstStyle/>
        <a:p>
          <a:endParaRPr lang="en-US"/>
        </a:p>
      </dgm:t>
    </dgm:pt>
    <dgm:pt modelId="{0377EF48-6C91-4DBF-86A5-F02B8C168E59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الأدوار والمسؤوليات - من المسؤول ونطاق مسؤوليته؟</a:t>
          </a:r>
        </a:p>
      </dgm:t>
    </dgm:pt>
    <dgm:pt modelId="{A1F4B914-4B63-4B06-A3B7-30A3EE8F1290}" type="parTrans" cxnId="{FFA73612-FAA3-4493-BF4D-02C64351718E}">
      <dgm:prSet/>
      <dgm:spPr/>
      <dgm:t>
        <a:bodyPr/>
        <a:lstStyle/>
        <a:p>
          <a:endParaRPr lang="en-US"/>
        </a:p>
      </dgm:t>
    </dgm:pt>
    <dgm:pt modelId="{30B61E69-091C-4A66-B48C-2A112A0E7607}" type="sibTrans" cxnId="{FFA73612-FAA3-4493-BF4D-02C64351718E}">
      <dgm:prSet/>
      <dgm:spPr/>
      <dgm:t>
        <a:bodyPr/>
        <a:lstStyle/>
        <a:p>
          <a:endParaRPr lang="en-US"/>
        </a:p>
      </dgm:t>
    </dgm:pt>
    <dgm:pt modelId="{13054478-53D7-46E6-8BB0-E454D369DEBE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متطلبات الصحة والسلامة - كيف يتم الحفاظ على سلامة العملاء وأعضاء الفريق؟</a:t>
          </a:r>
        </a:p>
      </dgm:t>
    </dgm:pt>
    <dgm:pt modelId="{DD0048E1-E610-4485-A76C-1448D084B568}" type="parTrans" cxnId="{8D34666F-C274-4886-9E8B-7FF839DF4916}">
      <dgm:prSet/>
      <dgm:spPr/>
      <dgm:t>
        <a:bodyPr/>
        <a:lstStyle/>
        <a:p>
          <a:endParaRPr lang="en-US"/>
        </a:p>
      </dgm:t>
    </dgm:pt>
    <dgm:pt modelId="{9C25380D-A5CE-4CEA-B869-3BAF891AFD21}" type="sibTrans" cxnId="{8D34666F-C274-4886-9E8B-7FF839DF4916}">
      <dgm:prSet/>
      <dgm:spPr/>
      <dgm:t>
        <a:bodyPr/>
        <a:lstStyle/>
        <a:p>
          <a:endParaRPr lang="en-US"/>
        </a:p>
      </dgm:t>
    </dgm:pt>
    <dgm:pt modelId="{710DB86A-C24B-42BF-B859-8FB9A1D1C886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المتطلبات القانونية - ما هي التشريعات الموجودة التي يمكن أن تؤثر على الفعالية؟</a:t>
          </a:r>
        </a:p>
      </dgm:t>
    </dgm:pt>
    <dgm:pt modelId="{5C17ABC1-0E22-4C3C-9F95-D384146A4F47}" type="parTrans" cxnId="{B06CBEA8-0A1B-4F9A-91D3-3C4DBB33780A}">
      <dgm:prSet/>
      <dgm:spPr/>
      <dgm:t>
        <a:bodyPr/>
        <a:lstStyle/>
        <a:p>
          <a:endParaRPr lang="en-US"/>
        </a:p>
      </dgm:t>
    </dgm:pt>
    <dgm:pt modelId="{3D4EE75D-610E-4871-8250-315538DC0310}" type="sibTrans" cxnId="{B06CBEA8-0A1B-4F9A-91D3-3C4DBB33780A}">
      <dgm:prSet/>
      <dgm:spPr/>
      <dgm:t>
        <a:bodyPr/>
        <a:lstStyle/>
        <a:p>
          <a:endParaRPr lang="en-US"/>
        </a:p>
      </dgm:t>
    </dgm:pt>
    <dgm:pt modelId="{C268DF9A-4D09-437C-9543-A091CD540018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التسويق والدعاية - هل الإعلانات ضرورية؟</a:t>
          </a:r>
        </a:p>
      </dgm:t>
    </dgm:pt>
    <dgm:pt modelId="{64561FBC-1DD2-4BE3-9C7E-BEEC9FE98DA9}" type="parTrans" cxnId="{8348626A-305D-47A7-A83B-B1D8DC8AA4AE}">
      <dgm:prSet/>
      <dgm:spPr/>
      <dgm:t>
        <a:bodyPr/>
        <a:lstStyle/>
        <a:p>
          <a:endParaRPr lang="en-US"/>
        </a:p>
      </dgm:t>
    </dgm:pt>
    <dgm:pt modelId="{C0EC635E-80B4-4798-9E4E-C0A78AC1E519}" type="sibTrans" cxnId="{8348626A-305D-47A7-A83B-B1D8DC8AA4AE}">
      <dgm:prSet/>
      <dgm:spPr/>
      <dgm:t>
        <a:bodyPr/>
        <a:lstStyle/>
        <a:p>
          <a:endParaRPr lang="en-US"/>
        </a:p>
      </dgm:t>
    </dgm:pt>
    <dgm:pt modelId="{453E0F06-794F-4530-A75D-C7AB559F2EC0}" type="pres">
      <dgm:prSet presAssocID="{ED732B8D-6BF8-4C67-9A3D-AC2BC1EA2FE1}" presName="root" presStyleCnt="0">
        <dgm:presLayoutVars>
          <dgm:dir/>
          <dgm:resizeHandles val="exact"/>
        </dgm:presLayoutVars>
      </dgm:prSet>
      <dgm:spPr/>
    </dgm:pt>
    <dgm:pt modelId="{60A4C5ED-0091-4465-8D3D-0ABD351E616A}" type="pres">
      <dgm:prSet presAssocID="{6A8FA885-395E-4F70-BDC2-85E57AECCC6B}" presName="compNode" presStyleCnt="0"/>
      <dgm:spPr/>
    </dgm:pt>
    <dgm:pt modelId="{890EA5B2-D931-4FDB-B47E-C0BB761D47E8}" type="pres">
      <dgm:prSet presAssocID="{6A8FA885-395E-4F70-BDC2-85E57AECCC6B}" presName="bgRect" presStyleLbl="bgShp" presStyleIdx="0" presStyleCnt="5"/>
      <dgm:spPr/>
    </dgm:pt>
    <dgm:pt modelId="{7C9A61F4-FB0B-4578-BA68-82EA9E0F06D6}" type="pres">
      <dgm:prSet presAssocID="{6A8FA885-395E-4F70-BDC2-85E57AECCC6B}" presName="iconRect" presStyleLbl="node1" presStyleIdx="0" presStyleCnt="5" custLinFactX="1000000" custLinFactNeighborX="1024722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826FB5FA-0D41-4B7A-A39A-8D0ABB592D5E}" type="pres">
      <dgm:prSet presAssocID="{6A8FA885-395E-4F70-BDC2-85E57AECCC6B}" presName="spaceRect" presStyleCnt="0"/>
      <dgm:spPr/>
    </dgm:pt>
    <dgm:pt modelId="{BFACA89A-F2B0-4EC1-9641-52DADFDCE90B}" type="pres">
      <dgm:prSet presAssocID="{6A8FA885-395E-4F70-BDC2-85E57AECCC6B}" presName="parTx" presStyleLbl="revTx" presStyleIdx="0" presStyleCnt="5" custLinFactNeighborX="-33965">
        <dgm:presLayoutVars>
          <dgm:chMax val="0"/>
          <dgm:chPref val="0"/>
        </dgm:presLayoutVars>
      </dgm:prSet>
      <dgm:spPr/>
    </dgm:pt>
    <dgm:pt modelId="{82CF2412-31A0-4122-BA4B-46D4CE4D6C03}" type="pres">
      <dgm:prSet presAssocID="{281EC92D-8B28-41A7-981D-2C686C906481}" presName="sibTrans" presStyleCnt="0"/>
      <dgm:spPr/>
    </dgm:pt>
    <dgm:pt modelId="{BD482F66-F3F2-4911-BA49-149062977738}" type="pres">
      <dgm:prSet presAssocID="{0377EF48-6C91-4DBF-86A5-F02B8C168E59}" presName="compNode" presStyleCnt="0"/>
      <dgm:spPr/>
    </dgm:pt>
    <dgm:pt modelId="{B85A5757-9C9B-4691-9014-51D7C6A923B0}" type="pres">
      <dgm:prSet presAssocID="{0377EF48-6C91-4DBF-86A5-F02B8C168E59}" presName="bgRect" presStyleLbl="bgShp" presStyleIdx="1" presStyleCnt="5"/>
      <dgm:spPr/>
    </dgm:pt>
    <dgm:pt modelId="{34B38DAD-8018-4E8F-B06E-6E48A13DDA17}" type="pres">
      <dgm:prSet presAssocID="{0377EF48-6C91-4DBF-86A5-F02B8C168E59}" presName="iconRect" presStyleLbl="node1" presStyleIdx="1" presStyleCnt="5" custLinFactX="1000000" custLinFactNeighborX="1024722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men"/>
        </a:ext>
      </dgm:extLst>
    </dgm:pt>
    <dgm:pt modelId="{841552D3-6D45-4770-8D74-43F84018138B}" type="pres">
      <dgm:prSet presAssocID="{0377EF48-6C91-4DBF-86A5-F02B8C168E59}" presName="spaceRect" presStyleCnt="0"/>
      <dgm:spPr/>
    </dgm:pt>
    <dgm:pt modelId="{7B41A888-20A0-474F-8993-4680820C3237}" type="pres">
      <dgm:prSet presAssocID="{0377EF48-6C91-4DBF-86A5-F02B8C168E59}" presName="parTx" presStyleLbl="revTx" presStyleIdx="1" presStyleCnt="5" custLinFactNeighborX="-85667">
        <dgm:presLayoutVars>
          <dgm:chMax val="0"/>
          <dgm:chPref val="0"/>
        </dgm:presLayoutVars>
      </dgm:prSet>
      <dgm:spPr/>
    </dgm:pt>
    <dgm:pt modelId="{DA355F71-7CB3-43BA-B574-EDBBD4811314}" type="pres">
      <dgm:prSet presAssocID="{30B61E69-091C-4A66-B48C-2A112A0E7607}" presName="sibTrans" presStyleCnt="0"/>
      <dgm:spPr/>
    </dgm:pt>
    <dgm:pt modelId="{0DD453B3-D9DB-47F1-9EB3-065DC41F302C}" type="pres">
      <dgm:prSet presAssocID="{13054478-53D7-46E6-8BB0-E454D369DEBE}" presName="compNode" presStyleCnt="0"/>
      <dgm:spPr/>
    </dgm:pt>
    <dgm:pt modelId="{80F46F63-4F10-4952-8A36-CAC4A1A1A0F6}" type="pres">
      <dgm:prSet presAssocID="{13054478-53D7-46E6-8BB0-E454D369DEBE}" presName="bgRect" presStyleLbl="bgShp" presStyleIdx="2" presStyleCnt="5"/>
      <dgm:spPr/>
    </dgm:pt>
    <dgm:pt modelId="{FA28763D-AAB5-47A8-81DD-A95679F02D97}" type="pres">
      <dgm:prSet presAssocID="{13054478-53D7-46E6-8BB0-E454D369DEBE}" presName="iconRect" presStyleLbl="node1" presStyleIdx="2" presStyleCnt="5" custLinFactX="1000000" custLinFactNeighborX="1024722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DB9D27E2-8CA0-42CC-A4CB-FDD8D3A51384}" type="pres">
      <dgm:prSet presAssocID="{13054478-53D7-46E6-8BB0-E454D369DEBE}" presName="spaceRect" presStyleCnt="0"/>
      <dgm:spPr/>
    </dgm:pt>
    <dgm:pt modelId="{C092700B-17C1-4DAD-B5DD-F720699A9B65}" type="pres">
      <dgm:prSet presAssocID="{13054478-53D7-46E6-8BB0-E454D369DEBE}" presName="parTx" presStyleLbl="revTx" presStyleIdx="2" presStyleCnt="5" custLinFactNeighborX="-58585">
        <dgm:presLayoutVars>
          <dgm:chMax val="0"/>
          <dgm:chPref val="0"/>
        </dgm:presLayoutVars>
      </dgm:prSet>
      <dgm:spPr/>
    </dgm:pt>
    <dgm:pt modelId="{E1513A20-3AA7-4FD7-9CCB-8B1794EC2E25}" type="pres">
      <dgm:prSet presAssocID="{9C25380D-A5CE-4CEA-B869-3BAF891AFD21}" presName="sibTrans" presStyleCnt="0"/>
      <dgm:spPr/>
    </dgm:pt>
    <dgm:pt modelId="{295F1087-3214-43B4-A714-CB1CB2205941}" type="pres">
      <dgm:prSet presAssocID="{710DB86A-C24B-42BF-B859-8FB9A1D1C886}" presName="compNode" presStyleCnt="0"/>
      <dgm:spPr/>
    </dgm:pt>
    <dgm:pt modelId="{D86FB9D5-2F9F-4834-B0C8-CB56941743A1}" type="pres">
      <dgm:prSet presAssocID="{710DB86A-C24B-42BF-B859-8FB9A1D1C886}" presName="bgRect" presStyleLbl="bgShp" presStyleIdx="3" presStyleCnt="5"/>
      <dgm:spPr/>
    </dgm:pt>
    <dgm:pt modelId="{4D429FF1-9447-4CB6-BBFA-FEB3328F4C5F}" type="pres">
      <dgm:prSet presAssocID="{710DB86A-C24B-42BF-B859-8FB9A1D1C886}" presName="iconRect" presStyleLbl="node1" presStyleIdx="3" presStyleCnt="5" custLinFactX="1000000" custLinFactNeighborX="1024722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C2AC9DF-213B-4E93-B6F2-3943D15FC6F0}" type="pres">
      <dgm:prSet presAssocID="{710DB86A-C24B-42BF-B859-8FB9A1D1C886}" presName="spaceRect" presStyleCnt="0"/>
      <dgm:spPr/>
    </dgm:pt>
    <dgm:pt modelId="{D7933F49-C1AE-4852-A8B8-8C5C641CD86C}" type="pres">
      <dgm:prSet presAssocID="{710DB86A-C24B-42BF-B859-8FB9A1D1C886}" presName="parTx" presStyleLbl="revTx" presStyleIdx="3" presStyleCnt="5" custLinFactNeighborX="-59816">
        <dgm:presLayoutVars>
          <dgm:chMax val="0"/>
          <dgm:chPref val="0"/>
        </dgm:presLayoutVars>
      </dgm:prSet>
      <dgm:spPr/>
    </dgm:pt>
    <dgm:pt modelId="{FF6536C4-5E44-4CDD-AB5A-6931AB2A8600}" type="pres">
      <dgm:prSet presAssocID="{3D4EE75D-610E-4871-8250-315538DC0310}" presName="sibTrans" presStyleCnt="0"/>
      <dgm:spPr/>
    </dgm:pt>
    <dgm:pt modelId="{BF351D91-4060-4DA5-BD97-D1FAE51655EE}" type="pres">
      <dgm:prSet presAssocID="{C268DF9A-4D09-437C-9543-A091CD540018}" presName="compNode" presStyleCnt="0"/>
      <dgm:spPr/>
    </dgm:pt>
    <dgm:pt modelId="{10984DB2-FBBA-4C9E-AFE1-EB2F646E3BF9}" type="pres">
      <dgm:prSet presAssocID="{C268DF9A-4D09-437C-9543-A091CD540018}" presName="bgRect" presStyleLbl="bgShp" presStyleIdx="4" presStyleCnt="5"/>
      <dgm:spPr/>
    </dgm:pt>
    <dgm:pt modelId="{C4FF03C3-7376-4D88-AF39-207B1CA1E6F6}" type="pres">
      <dgm:prSet presAssocID="{C268DF9A-4D09-437C-9543-A091CD540018}" presName="iconRect" presStyleLbl="node1" presStyleIdx="4" presStyleCnt="5" custLinFactX="1000000" custLinFactNeighborX="1024722"/>
      <dgm:spPr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7C8D5222-0EF6-41BD-996F-03C38408CFA2}" type="pres">
      <dgm:prSet presAssocID="{C268DF9A-4D09-437C-9543-A091CD540018}" presName="spaceRect" presStyleCnt="0"/>
      <dgm:spPr/>
    </dgm:pt>
    <dgm:pt modelId="{2C48AF9A-0A67-41E1-A80B-2B428A52D868}" type="pres">
      <dgm:prSet presAssocID="{C268DF9A-4D09-437C-9543-A091CD540018}" presName="parTx" presStyleLbl="revTx" presStyleIdx="4" presStyleCnt="5" custLinFactNeighborX="-32734">
        <dgm:presLayoutVars>
          <dgm:chMax val="0"/>
          <dgm:chPref val="0"/>
        </dgm:presLayoutVars>
      </dgm:prSet>
      <dgm:spPr/>
    </dgm:pt>
  </dgm:ptLst>
  <dgm:cxnLst>
    <dgm:cxn modelId="{FFA73612-FAA3-4493-BF4D-02C64351718E}" srcId="{ED732B8D-6BF8-4C67-9A3D-AC2BC1EA2FE1}" destId="{0377EF48-6C91-4DBF-86A5-F02B8C168E59}" srcOrd="1" destOrd="0" parTransId="{A1F4B914-4B63-4B06-A3B7-30A3EE8F1290}" sibTransId="{30B61E69-091C-4A66-B48C-2A112A0E7607}"/>
    <dgm:cxn modelId="{F11A495C-C777-4FD6-BC8B-B42E3387ED3F}" type="presOf" srcId="{13054478-53D7-46E6-8BB0-E454D369DEBE}" destId="{C092700B-17C1-4DAD-B5DD-F720699A9B65}" srcOrd="0" destOrd="0" presId="urn:microsoft.com/office/officeart/2018/2/layout/IconVerticalSolidList"/>
    <dgm:cxn modelId="{8348626A-305D-47A7-A83B-B1D8DC8AA4AE}" srcId="{ED732B8D-6BF8-4C67-9A3D-AC2BC1EA2FE1}" destId="{C268DF9A-4D09-437C-9543-A091CD540018}" srcOrd="4" destOrd="0" parTransId="{64561FBC-1DD2-4BE3-9C7E-BEEC9FE98DA9}" sibTransId="{C0EC635E-80B4-4798-9E4E-C0A78AC1E519}"/>
    <dgm:cxn modelId="{8D34666F-C274-4886-9E8B-7FF839DF4916}" srcId="{ED732B8D-6BF8-4C67-9A3D-AC2BC1EA2FE1}" destId="{13054478-53D7-46E6-8BB0-E454D369DEBE}" srcOrd="2" destOrd="0" parTransId="{DD0048E1-E610-4485-A76C-1448D084B568}" sibTransId="{9C25380D-A5CE-4CEA-B869-3BAF891AFD21}"/>
    <dgm:cxn modelId="{6AE06D6F-8C97-4090-8FBF-16D6B5192C63}" type="presOf" srcId="{6A8FA885-395E-4F70-BDC2-85E57AECCC6B}" destId="{BFACA89A-F2B0-4EC1-9641-52DADFDCE90B}" srcOrd="0" destOrd="0" presId="urn:microsoft.com/office/officeart/2018/2/layout/IconVerticalSolidList"/>
    <dgm:cxn modelId="{D18CEB7E-7C0D-4FBB-AB5A-65C5A5D828A6}" type="presOf" srcId="{C268DF9A-4D09-437C-9543-A091CD540018}" destId="{2C48AF9A-0A67-41E1-A80B-2B428A52D868}" srcOrd="0" destOrd="0" presId="urn:microsoft.com/office/officeart/2018/2/layout/IconVerticalSolidList"/>
    <dgm:cxn modelId="{755C5E8E-BC11-4637-B8A8-583CEC754D79}" type="presOf" srcId="{710DB86A-C24B-42BF-B859-8FB9A1D1C886}" destId="{D7933F49-C1AE-4852-A8B8-8C5C641CD86C}" srcOrd="0" destOrd="0" presId="urn:microsoft.com/office/officeart/2018/2/layout/IconVerticalSolidList"/>
    <dgm:cxn modelId="{CBBAAA96-8629-4190-BB81-BB70426D07B7}" type="presOf" srcId="{0377EF48-6C91-4DBF-86A5-F02B8C168E59}" destId="{7B41A888-20A0-474F-8993-4680820C3237}" srcOrd="0" destOrd="0" presId="urn:microsoft.com/office/officeart/2018/2/layout/IconVerticalSolidList"/>
    <dgm:cxn modelId="{B06CBEA8-0A1B-4F9A-91D3-3C4DBB33780A}" srcId="{ED732B8D-6BF8-4C67-9A3D-AC2BC1EA2FE1}" destId="{710DB86A-C24B-42BF-B859-8FB9A1D1C886}" srcOrd="3" destOrd="0" parTransId="{5C17ABC1-0E22-4C3C-9F95-D384146A4F47}" sibTransId="{3D4EE75D-610E-4871-8250-315538DC0310}"/>
    <dgm:cxn modelId="{6CABA4B8-EDD2-4EEF-AAAB-819186B66C38}" type="presOf" srcId="{ED732B8D-6BF8-4C67-9A3D-AC2BC1EA2FE1}" destId="{453E0F06-794F-4530-A75D-C7AB559F2EC0}" srcOrd="0" destOrd="0" presId="urn:microsoft.com/office/officeart/2018/2/layout/IconVerticalSolidList"/>
    <dgm:cxn modelId="{3738FBE8-A8E0-4819-B87A-FE561DFCCF53}" srcId="{ED732B8D-6BF8-4C67-9A3D-AC2BC1EA2FE1}" destId="{6A8FA885-395E-4F70-BDC2-85E57AECCC6B}" srcOrd="0" destOrd="0" parTransId="{80D84370-44A9-49EF-883A-8A9182CAEB7B}" sibTransId="{281EC92D-8B28-41A7-981D-2C686C906481}"/>
    <dgm:cxn modelId="{F27D02DD-725D-45B3-8526-4E2BD808667A}" type="presParOf" srcId="{453E0F06-794F-4530-A75D-C7AB559F2EC0}" destId="{60A4C5ED-0091-4465-8D3D-0ABD351E616A}" srcOrd="0" destOrd="0" presId="urn:microsoft.com/office/officeart/2018/2/layout/IconVerticalSolidList"/>
    <dgm:cxn modelId="{144FE733-3015-4DE4-A8C5-D8EF0A1B9F86}" type="presParOf" srcId="{60A4C5ED-0091-4465-8D3D-0ABD351E616A}" destId="{890EA5B2-D931-4FDB-B47E-C0BB761D47E8}" srcOrd="0" destOrd="0" presId="urn:microsoft.com/office/officeart/2018/2/layout/IconVerticalSolidList"/>
    <dgm:cxn modelId="{21C6F60E-DB84-45FC-9EA7-563508E183C8}" type="presParOf" srcId="{60A4C5ED-0091-4465-8D3D-0ABD351E616A}" destId="{7C9A61F4-FB0B-4578-BA68-82EA9E0F06D6}" srcOrd="1" destOrd="0" presId="urn:microsoft.com/office/officeart/2018/2/layout/IconVerticalSolidList"/>
    <dgm:cxn modelId="{C3802A98-B7B8-46AC-A1DC-7B0B48D232B8}" type="presParOf" srcId="{60A4C5ED-0091-4465-8D3D-0ABD351E616A}" destId="{826FB5FA-0D41-4B7A-A39A-8D0ABB592D5E}" srcOrd="2" destOrd="0" presId="urn:microsoft.com/office/officeart/2018/2/layout/IconVerticalSolidList"/>
    <dgm:cxn modelId="{C131359B-A178-4BF5-B231-704A4EFC0C0B}" type="presParOf" srcId="{60A4C5ED-0091-4465-8D3D-0ABD351E616A}" destId="{BFACA89A-F2B0-4EC1-9641-52DADFDCE90B}" srcOrd="3" destOrd="0" presId="urn:microsoft.com/office/officeart/2018/2/layout/IconVerticalSolidList"/>
    <dgm:cxn modelId="{D805248A-F616-4E74-9A12-2C79B96EE14A}" type="presParOf" srcId="{453E0F06-794F-4530-A75D-C7AB559F2EC0}" destId="{82CF2412-31A0-4122-BA4B-46D4CE4D6C03}" srcOrd="1" destOrd="0" presId="urn:microsoft.com/office/officeart/2018/2/layout/IconVerticalSolidList"/>
    <dgm:cxn modelId="{F344E9EA-CE2D-4DF0-8399-8881180D4346}" type="presParOf" srcId="{453E0F06-794F-4530-A75D-C7AB559F2EC0}" destId="{BD482F66-F3F2-4911-BA49-149062977738}" srcOrd="2" destOrd="0" presId="urn:microsoft.com/office/officeart/2018/2/layout/IconVerticalSolidList"/>
    <dgm:cxn modelId="{AD56ECFF-8599-4AB0-9CEE-C5EBC9DB956E}" type="presParOf" srcId="{BD482F66-F3F2-4911-BA49-149062977738}" destId="{B85A5757-9C9B-4691-9014-51D7C6A923B0}" srcOrd="0" destOrd="0" presId="urn:microsoft.com/office/officeart/2018/2/layout/IconVerticalSolidList"/>
    <dgm:cxn modelId="{C2853389-71F1-4BD1-A346-D472EC20DB43}" type="presParOf" srcId="{BD482F66-F3F2-4911-BA49-149062977738}" destId="{34B38DAD-8018-4E8F-B06E-6E48A13DDA17}" srcOrd="1" destOrd="0" presId="urn:microsoft.com/office/officeart/2018/2/layout/IconVerticalSolidList"/>
    <dgm:cxn modelId="{0D39AD84-E15B-46AA-BDD5-EF42F6940D89}" type="presParOf" srcId="{BD482F66-F3F2-4911-BA49-149062977738}" destId="{841552D3-6D45-4770-8D74-43F84018138B}" srcOrd="2" destOrd="0" presId="urn:microsoft.com/office/officeart/2018/2/layout/IconVerticalSolidList"/>
    <dgm:cxn modelId="{B20D63DF-003B-445C-A163-3DACA41901DF}" type="presParOf" srcId="{BD482F66-F3F2-4911-BA49-149062977738}" destId="{7B41A888-20A0-474F-8993-4680820C3237}" srcOrd="3" destOrd="0" presId="urn:microsoft.com/office/officeart/2018/2/layout/IconVerticalSolidList"/>
    <dgm:cxn modelId="{F596A296-8D2F-4A1F-BC53-0798F63EAB06}" type="presParOf" srcId="{453E0F06-794F-4530-A75D-C7AB559F2EC0}" destId="{DA355F71-7CB3-43BA-B574-EDBBD4811314}" srcOrd="3" destOrd="0" presId="urn:microsoft.com/office/officeart/2018/2/layout/IconVerticalSolidList"/>
    <dgm:cxn modelId="{11AF3060-8678-4795-8800-F908DE10F954}" type="presParOf" srcId="{453E0F06-794F-4530-A75D-C7AB559F2EC0}" destId="{0DD453B3-D9DB-47F1-9EB3-065DC41F302C}" srcOrd="4" destOrd="0" presId="urn:microsoft.com/office/officeart/2018/2/layout/IconVerticalSolidList"/>
    <dgm:cxn modelId="{EB4DF6FE-B88B-4A79-8843-2637137514D1}" type="presParOf" srcId="{0DD453B3-D9DB-47F1-9EB3-065DC41F302C}" destId="{80F46F63-4F10-4952-8A36-CAC4A1A1A0F6}" srcOrd="0" destOrd="0" presId="urn:microsoft.com/office/officeart/2018/2/layout/IconVerticalSolidList"/>
    <dgm:cxn modelId="{4309CC6E-3615-4FFA-8B19-854FB116DAC8}" type="presParOf" srcId="{0DD453B3-D9DB-47F1-9EB3-065DC41F302C}" destId="{FA28763D-AAB5-47A8-81DD-A95679F02D97}" srcOrd="1" destOrd="0" presId="urn:microsoft.com/office/officeart/2018/2/layout/IconVerticalSolidList"/>
    <dgm:cxn modelId="{3C4C492A-CFB7-4206-9199-F2E60798878C}" type="presParOf" srcId="{0DD453B3-D9DB-47F1-9EB3-065DC41F302C}" destId="{DB9D27E2-8CA0-42CC-A4CB-FDD8D3A51384}" srcOrd="2" destOrd="0" presId="urn:microsoft.com/office/officeart/2018/2/layout/IconVerticalSolidList"/>
    <dgm:cxn modelId="{7832B2B9-DF75-45B4-B514-D19852C0EE54}" type="presParOf" srcId="{0DD453B3-D9DB-47F1-9EB3-065DC41F302C}" destId="{C092700B-17C1-4DAD-B5DD-F720699A9B65}" srcOrd="3" destOrd="0" presId="urn:microsoft.com/office/officeart/2018/2/layout/IconVerticalSolidList"/>
    <dgm:cxn modelId="{25E7527B-35E2-4B9E-A561-AEDB4D4B83CB}" type="presParOf" srcId="{453E0F06-794F-4530-A75D-C7AB559F2EC0}" destId="{E1513A20-3AA7-4FD7-9CCB-8B1794EC2E25}" srcOrd="5" destOrd="0" presId="urn:microsoft.com/office/officeart/2018/2/layout/IconVerticalSolidList"/>
    <dgm:cxn modelId="{838E353E-3C70-4A02-A080-ACB05DD0054C}" type="presParOf" srcId="{453E0F06-794F-4530-A75D-C7AB559F2EC0}" destId="{295F1087-3214-43B4-A714-CB1CB2205941}" srcOrd="6" destOrd="0" presId="urn:microsoft.com/office/officeart/2018/2/layout/IconVerticalSolidList"/>
    <dgm:cxn modelId="{F67D36DA-DC47-4E94-9051-A4E94A92CB5E}" type="presParOf" srcId="{295F1087-3214-43B4-A714-CB1CB2205941}" destId="{D86FB9D5-2F9F-4834-B0C8-CB56941743A1}" srcOrd="0" destOrd="0" presId="urn:microsoft.com/office/officeart/2018/2/layout/IconVerticalSolidList"/>
    <dgm:cxn modelId="{13A6516C-5D23-45BF-ACAA-E3E47BD9DB10}" type="presParOf" srcId="{295F1087-3214-43B4-A714-CB1CB2205941}" destId="{4D429FF1-9447-4CB6-BBFA-FEB3328F4C5F}" srcOrd="1" destOrd="0" presId="urn:microsoft.com/office/officeart/2018/2/layout/IconVerticalSolidList"/>
    <dgm:cxn modelId="{6B5B51E3-07AA-46CF-B5DE-E7DD5DE7E7D2}" type="presParOf" srcId="{295F1087-3214-43B4-A714-CB1CB2205941}" destId="{1C2AC9DF-213B-4E93-B6F2-3943D15FC6F0}" srcOrd="2" destOrd="0" presId="urn:microsoft.com/office/officeart/2018/2/layout/IconVerticalSolidList"/>
    <dgm:cxn modelId="{863B325D-B728-4B9A-9B80-7D3BB56124E8}" type="presParOf" srcId="{295F1087-3214-43B4-A714-CB1CB2205941}" destId="{D7933F49-C1AE-4852-A8B8-8C5C641CD86C}" srcOrd="3" destOrd="0" presId="urn:microsoft.com/office/officeart/2018/2/layout/IconVerticalSolidList"/>
    <dgm:cxn modelId="{D5536D63-7503-41E2-B339-B38055A7E3EF}" type="presParOf" srcId="{453E0F06-794F-4530-A75D-C7AB559F2EC0}" destId="{FF6536C4-5E44-4CDD-AB5A-6931AB2A8600}" srcOrd="7" destOrd="0" presId="urn:microsoft.com/office/officeart/2018/2/layout/IconVerticalSolidList"/>
    <dgm:cxn modelId="{B7593BDC-E113-4076-895A-FAF38239407C}" type="presParOf" srcId="{453E0F06-794F-4530-A75D-C7AB559F2EC0}" destId="{BF351D91-4060-4DA5-BD97-D1FAE51655EE}" srcOrd="8" destOrd="0" presId="urn:microsoft.com/office/officeart/2018/2/layout/IconVerticalSolidList"/>
    <dgm:cxn modelId="{67DA9359-86DC-4342-817F-EEA5CB006204}" type="presParOf" srcId="{BF351D91-4060-4DA5-BD97-D1FAE51655EE}" destId="{10984DB2-FBBA-4C9E-AFE1-EB2F646E3BF9}" srcOrd="0" destOrd="0" presId="urn:microsoft.com/office/officeart/2018/2/layout/IconVerticalSolidList"/>
    <dgm:cxn modelId="{6F81A94A-C4CE-42E1-A484-201834F6D4F5}" type="presParOf" srcId="{BF351D91-4060-4DA5-BD97-D1FAE51655EE}" destId="{C4FF03C3-7376-4D88-AF39-207B1CA1E6F6}" srcOrd="1" destOrd="0" presId="urn:microsoft.com/office/officeart/2018/2/layout/IconVerticalSolidList"/>
    <dgm:cxn modelId="{583A6E8D-10F5-44BA-B1D5-3F9903D67497}" type="presParOf" srcId="{BF351D91-4060-4DA5-BD97-D1FAE51655EE}" destId="{7C8D5222-0EF6-41BD-996F-03C38408CFA2}" srcOrd="2" destOrd="0" presId="urn:microsoft.com/office/officeart/2018/2/layout/IconVerticalSolidList"/>
    <dgm:cxn modelId="{9DF198A5-46C3-49B6-BD45-F829E5F198C2}" type="presParOf" srcId="{BF351D91-4060-4DA5-BD97-D1FAE51655EE}" destId="{2C48AF9A-0A67-41E1-A80B-2B428A52D8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F2A5C2-46D1-C04E-B6BF-0BA1815AC5AB}" type="doc">
      <dgm:prSet loTypeId="urn:microsoft.com/office/officeart/2005/8/layout/lis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932A3F6-8586-CF4E-9BD0-CB8B5268AF53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المادية</a:t>
          </a:r>
          <a:r>
            <a: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D8413934-6ED5-1243-B3E0-E9EBA0681302}" type="parTrans" cxnId="{B5382EA6-300D-B04F-9972-3D7E6F2E2D19}">
      <dgm:prSet/>
      <dgm:spPr/>
      <dgm:t>
        <a:bodyPr/>
        <a:lstStyle/>
        <a:p>
          <a:endParaRPr lang="en-GB"/>
        </a:p>
      </dgm:t>
    </dgm:pt>
    <dgm:pt modelId="{C6D1FE7C-2A7B-2245-BD19-5F5200ECDAB9}" type="sibTrans" cxnId="{B5382EA6-300D-B04F-9972-3D7E6F2E2D19}">
      <dgm:prSet/>
      <dgm:spPr/>
      <dgm:t>
        <a:bodyPr/>
        <a:lstStyle/>
        <a:p>
          <a:endParaRPr lang="en-GB"/>
        </a:p>
      </dgm:t>
    </dgm:pt>
    <dgm:pt modelId="{AAF3CEAE-CCF6-D545-9751-637CD9A36EA8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المالية</a:t>
          </a:r>
        </a:p>
      </dgm:t>
    </dgm:pt>
    <dgm:pt modelId="{2E87CB99-A359-D846-B591-4785E928C141}" type="parTrans" cxnId="{D3568C56-6E89-0A4A-AE33-B549065B4847}">
      <dgm:prSet/>
      <dgm:spPr/>
      <dgm:t>
        <a:bodyPr/>
        <a:lstStyle/>
        <a:p>
          <a:endParaRPr lang="en-GB"/>
        </a:p>
      </dgm:t>
    </dgm:pt>
    <dgm:pt modelId="{2F5519EE-9C84-EF44-AFF7-977CE6C898F3}" type="sibTrans" cxnId="{D3568C56-6E89-0A4A-AE33-B549065B4847}">
      <dgm:prSet/>
      <dgm:spPr/>
      <dgm:t>
        <a:bodyPr/>
        <a:lstStyle/>
        <a:p>
          <a:endParaRPr lang="en-GB"/>
        </a:p>
      </dgm:t>
    </dgm:pt>
    <dgm:pt modelId="{D575CB31-F474-5C40-A392-80A8E2BFBB3D}">
      <dgm:prSet custT="1"/>
      <dgm:spPr/>
      <dgm:t>
        <a:bodyPr/>
        <a:lstStyle/>
        <a:p>
          <a:pPr rtl="1"/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الأموال والأصول التي تمتلكها الشركة </a:t>
          </a:r>
          <a:b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لإدارة الفعاليات</a:t>
          </a:r>
        </a:p>
      </dgm:t>
    </dgm:pt>
    <dgm:pt modelId="{D1CE9A7B-22D9-8B44-B246-E5C3CBB07144}" type="parTrans" cxnId="{CCE5B6AC-4141-E744-98EA-F93340EB6C55}">
      <dgm:prSet/>
      <dgm:spPr/>
      <dgm:t>
        <a:bodyPr/>
        <a:lstStyle/>
        <a:p>
          <a:endParaRPr lang="en-GB"/>
        </a:p>
      </dgm:t>
    </dgm:pt>
    <dgm:pt modelId="{B5B20696-AEBE-C54D-A0FA-6806A8BD406A}" type="sibTrans" cxnId="{CCE5B6AC-4141-E744-98EA-F93340EB6C55}">
      <dgm:prSet/>
      <dgm:spPr/>
      <dgm:t>
        <a:bodyPr/>
        <a:lstStyle/>
        <a:p>
          <a:endParaRPr lang="en-GB"/>
        </a:p>
      </dgm:t>
    </dgm:pt>
    <dgm:pt modelId="{977C4442-95E4-C942-894C-412FDA203333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الموارد البشرية</a:t>
          </a:r>
        </a:p>
      </dgm:t>
    </dgm:pt>
    <dgm:pt modelId="{868DC5DC-222B-7646-9C08-70DF446D3748}" type="parTrans" cxnId="{1B3CF590-EBF0-8540-A88F-D6026891C325}">
      <dgm:prSet/>
      <dgm:spPr/>
      <dgm:t>
        <a:bodyPr/>
        <a:lstStyle/>
        <a:p>
          <a:endParaRPr lang="en-GB"/>
        </a:p>
      </dgm:t>
    </dgm:pt>
    <dgm:pt modelId="{4B7A52D5-011F-9C42-A0B2-1D872D9E212E}" type="sibTrans" cxnId="{1B3CF590-EBF0-8540-A88F-D6026891C325}">
      <dgm:prSet/>
      <dgm:spPr/>
      <dgm:t>
        <a:bodyPr/>
        <a:lstStyle/>
        <a:p>
          <a:endParaRPr lang="en-GB"/>
        </a:p>
      </dgm:t>
    </dgm:pt>
    <dgm:pt modelId="{9F9F1F76-613A-6047-819C-31B4B67C5474}">
      <dgm:prSet custT="1"/>
      <dgm:spPr/>
      <dgm:t>
        <a:bodyPr/>
        <a:lstStyle/>
        <a:p>
          <a:pPr rtl="1"/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أعضاء الفريق الذي نحتاج إليهم لإدارة </a:t>
          </a:r>
          <a:b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هذه الفعالية</a:t>
          </a:r>
        </a:p>
      </dgm:t>
    </dgm:pt>
    <dgm:pt modelId="{45E21D66-2605-5846-9CC8-581A39269C2D}" type="parTrans" cxnId="{DAC52D4F-56F1-0541-9E54-176DC9B59EBE}">
      <dgm:prSet/>
      <dgm:spPr/>
      <dgm:t>
        <a:bodyPr/>
        <a:lstStyle/>
        <a:p>
          <a:endParaRPr lang="en-GB"/>
        </a:p>
      </dgm:t>
    </dgm:pt>
    <dgm:pt modelId="{3638BE74-5D89-0E4C-B613-BF0D9942B5CA}" type="sibTrans" cxnId="{DAC52D4F-56F1-0541-9E54-176DC9B59EBE}">
      <dgm:prSet/>
      <dgm:spPr/>
      <dgm:t>
        <a:bodyPr/>
        <a:lstStyle/>
        <a:p>
          <a:endParaRPr lang="en-GB"/>
        </a:p>
      </dgm:t>
    </dgm:pt>
    <dgm:pt modelId="{EB36DE49-D882-FB46-BD36-3AB138547D2F}">
      <dgm:prSet custT="1"/>
      <dgm:spPr/>
      <dgm:t>
        <a:bodyPr/>
        <a:lstStyle/>
        <a:p>
          <a:pPr rtl="1"/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الأشياء التي تحتاجها الشركات لتصنيع منتجاتها أو تقديم خدماتها</a:t>
          </a:r>
        </a:p>
      </dgm:t>
    </dgm:pt>
    <dgm:pt modelId="{8F344174-39FB-7344-BC6D-2F1E6FB7EA83}" type="sibTrans" cxnId="{D89F189F-E172-3449-9AAA-207E7ABADDBD}">
      <dgm:prSet/>
      <dgm:spPr/>
      <dgm:t>
        <a:bodyPr/>
        <a:lstStyle/>
        <a:p>
          <a:endParaRPr lang="en-GB"/>
        </a:p>
      </dgm:t>
    </dgm:pt>
    <dgm:pt modelId="{17DED5D8-A95B-8446-9E8C-A52DD4087173}" type="parTrans" cxnId="{D89F189F-E172-3449-9AAA-207E7ABADDBD}">
      <dgm:prSet/>
      <dgm:spPr/>
      <dgm:t>
        <a:bodyPr/>
        <a:lstStyle/>
        <a:p>
          <a:endParaRPr lang="en-GB"/>
        </a:p>
      </dgm:t>
    </dgm:pt>
    <dgm:pt modelId="{FC63A1F4-47C2-FD4E-BE19-A042F52C0A92}" type="pres">
      <dgm:prSet presAssocID="{31F2A5C2-46D1-C04E-B6BF-0BA1815AC5AB}" presName="linear" presStyleCnt="0">
        <dgm:presLayoutVars>
          <dgm:dir val="rev"/>
          <dgm:animLvl val="lvl"/>
          <dgm:resizeHandles val="exact"/>
        </dgm:presLayoutVars>
      </dgm:prSet>
      <dgm:spPr/>
    </dgm:pt>
    <dgm:pt modelId="{CE40717E-65C8-C248-8C7C-9C76B4084F71}" type="pres">
      <dgm:prSet presAssocID="{0932A3F6-8586-CF4E-9BD0-CB8B5268AF53}" presName="parentLin" presStyleCnt="0"/>
      <dgm:spPr/>
    </dgm:pt>
    <dgm:pt modelId="{B464B22E-DB33-0A4A-8B0C-15873EB7284D}" type="pres">
      <dgm:prSet presAssocID="{0932A3F6-8586-CF4E-9BD0-CB8B5268AF53}" presName="parentLeftMargin" presStyleLbl="node1" presStyleIdx="0" presStyleCnt="3"/>
      <dgm:spPr/>
    </dgm:pt>
    <dgm:pt modelId="{12675F88-D582-3544-A9E3-E5DECC8FD568}" type="pres">
      <dgm:prSet presAssocID="{0932A3F6-8586-CF4E-9BD0-CB8B5268AF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285FE6-85EC-1F48-AD91-655E87484D6B}" type="pres">
      <dgm:prSet presAssocID="{0932A3F6-8586-CF4E-9BD0-CB8B5268AF53}" presName="negativeSpace" presStyleCnt="0"/>
      <dgm:spPr/>
    </dgm:pt>
    <dgm:pt modelId="{ED3E66B6-BB98-D844-8A72-4DFB082FD6F7}" type="pres">
      <dgm:prSet presAssocID="{0932A3F6-8586-CF4E-9BD0-CB8B5268AF53}" presName="childText" presStyleLbl="conFgAcc1" presStyleIdx="0" presStyleCnt="3">
        <dgm:presLayoutVars>
          <dgm:bulletEnabled val="1"/>
        </dgm:presLayoutVars>
      </dgm:prSet>
      <dgm:spPr/>
    </dgm:pt>
    <dgm:pt modelId="{77A44DD7-B9E4-674C-B7A7-1954192C4019}" type="pres">
      <dgm:prSet presAssocID="{C6D1FE7C-2A7B-2245-BD19-5F5200ECDAB9}" presName="spaceBetweenRectangles" presStyleCnt="0"/>
      <dgm:spPr/>
    </dgm:pt>
    <dgm:pt modelId="{3659C086-12FA-AB4E-A403-587AEC6683FD}" type="pres">
      <dgm:prSet presAssocID="{AAF3CEAE-CCF6-D545-9751-637CD9A36EA8}" presName="parentLin" presStyleCnt="0"/>
      <dgm:spPr/>
    </dgm:pt>
    <dgm:pt modelId="{361FC9E3-057E-F548-9F38-8E44A52E92A5}" type="pres">
      <dgm:prSet presAssocID="{AAF3CEAE-CCF6-D545-9751-637CD9A36EA8}" presName="parentLeftMargin" presStyleLbl="node1" presStyleIdx="0" presStyleCnt="3"/>
      <dgm:spPr/>
    </dgm:pt>
    <dgm:pt modelId="{01BA4302-0B7C-A54B-9B8B-BC4EC08DAEFF}" type="pres">
      <dgm:prSet presAssocID="{AAF3CEAE-CCF6-D545-9751-637CD9A36E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7AD862-4C76-084A-997C-44317F54F163}" type="pres">
      <dgm:prSet presAssocID="{AAF3CEAE-CCF6-D545-9751-637CD9A36EA8}" presName="negativeSpace" presStyleCnt="0"/>
      <dgm:spPr/>
    </dgm:pt>
    <dgm:pt modelId="{1129B679-AAC2-0B4C-BAD3-9AE03AFF0D3F}" type="pres">
      <dgm:prSet presAssocID="{AAF3CEAE-CCF6-D545-9751-637CD9A36EA8}" presName="childText" presStyleLbl="conFgAcc1" presStyleIdx="1" presStyleCnt="3">
        <dgm:presLayoutVars>
          <dgm:bulletEnabled val="1"/>
        </dgm:presLayoutVars>
      </dgm:prSet>
      <dgm:spPr/>
    </dgm:pt>
    <dgm:pt modelId="{1CDF8B65-AAEA-5B4A-99DA-0E697EF655F2}" type="pres">
      <dgm:prSet presAssocID="{2F5519EE-9C84-EF44-AFF7-977CE6C898F3}" presName="spaceBetweenRectangles" presStyleCnt="0"/>
      <dgm:spPr/>
    </dgm:pt>
    <dgm:pt modelId="{5D562379-C5D5-2D4A-801D-66C12BEAD6DE}" type="pres">
      <dgm:prSet presAssocID="{977C4442-95E4-C942-894C-412FDA203333}" presName="parentLin" presStyleCnt="0"/>
      <dgm:spPr/>
    </dgm:pt>
    <dgm:pt modelId="{ED336BC0-2D3B-E34D-A1C9-E161D63D01AB}" type="pres">
      <dgm:prSet presAssocID="{977C4442-95E4-C942-894C-412FDA203333}" presName="parentLeftMargin" presStyleLbl="node1" presStyleIdx="1" presStyleCnt="3"/>
      <dgm:spPr/>
    </dgm:pt>
    <dgm:pt modelId="{9A78ED5C-2892-E64F-B1B2-7D34B8D11C01}" type="pres">
      <dgm:prSet presAssocID="{977C4442-95E4-C942-894C-412FDA20333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DF34E0E-0511-A940-86D9-30D881BC3708}" type="pres">
      <dgm:prSet presAssocID="{977C4442-95E4-C942-894C-412FDA203333}" presName="negativeSpace" presStyleCnt="0"/>
      <dgm:spPr/>
    </dgm:pt>
    <dgm:pt modelId="{101EF2F0-6E55-764F-946B-EE3DE54F95C4}" type="pres">
      <dgm:prSet presAssocID="{977C4442-95E4-C942-894C-412FDA20333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5B9F311-AE46-F944-8CC1-25EEA8132A14}" type="presOf" srcId="{977C4442-95E4-C942-894C-412FDA203333}" destId="{ED336BC0-2D3B-E34D-A1C9-E161D63D01AB}" srcOrd="0" destOrd="0" presId="urn:microsoft.com/office/officeart/2005/8/layout/list1"/>
    <dgm:cxn modelId="{57949818-8681-8A4A-A0D5-06BA5E173687}" type="presOf" srcId="{D575CB31-F474-5C40-A392-80A8E2BFBB3D}" destId="{1129B679-AAC2-0B4C-BAD3-9AE03AFF0D3F}" srcOrd="0" destOrd="0" presId="urn:microsoft.com/office/officeart/2005/8/layout/list1"/>
    <dgm:cxn modelId="{0A696C33-FEEF-4F41-B12C-D408D844C6DD}" type="presOf" srcId="{EB36DE49-D882-FB46-BD36-3AB138547D2F}" destId="{ED3E66B6-BB98-D844-8A72-4DFB082FD6F7}" srcOrd="0" destOrd="0" presId="urn:microsoft.com/office/officeart/2005/8/layout/list1"/>
    <dgm:cxn modelId="{DAC52D4F-56F1-0541-9E54-176DC9B59EBE}" srcId="{977C4442-95E4-C942-894C-412FDA203333}" destId="{9F9F1F76-613A-6047-819C-31B4B67C5474}" srcOrd="0" destOrd="0" parTransId="{45E21D66-2605-5846-9CC8-581A39269C2D}" sibTransId="{3638BE74-5D89-0E4C-B613-BF0D9942B5CA}"/>
    <dgm:cxn modelId="{D3568C56-6E89-0A4A-AE33-B549065B4847}" srcId="{31F2A5C2-46D1-C04E-B6BF-0BA1815AC5AB}" destId="{AAF3CEAE-CCF6-D545-9751-637CD9A36EA8}" srcOrd="1" destOrd="0" parTransId="{2E87CB99-A359-D846-B591-4785E928C141}" sibTransId="{2F5519EE-9C84-EF44-AFF7-977CE6C898F3}"/>
    <dgm:cxn modelId="{26012A78-7715-B346-B0CE-D12D1B9287B0}" type="presOf" srcId="{0932A3F6-8586-CF4E-9BD0-CB8B5268AF53}" destId="{B464B22E-DB33-0A4A-8B0C-15873EB7284D}" srcOrd="0" destOrd="0" presId="urn:microsoft.com/office/officeart/2005/8/layout/list1"/>
    <dgm:cxn modelId="{1B3CF590-EBF0-8540-A88F-D6026891C325}" srcId="{31F2A5C2-46D1-C04E-B6BF-0BA1815AC5AB}" destId="{977C4442-95E4-C942-894C-412FDA203333}" srcOrd="2" destOrd="0" parTransId="{868DC5DC-222B-7646-9C08-70DF446D3748}" sibTransId="{4B7A52D5-011F-9C42-A0B2-1D872D9E212E}"/>
    <dgm:cxn modelId="{D89F189F-E172-3449-9AAA-207E7ABADDBD}" srcId="{0932A3F6-8586-CF4E-9BD0-CB8B5268AF53}" destId="{EB36DE49-D882-FB46-BD36-3AB138547D2F}" srcOrd="0" destOrd="0" parTransId="{17DED5D8-A95B-8446-9E8C-A52DD4087173}" sibTransId="{8F344174-39FB-7344-BC6D-2F1E6FB7EA83}"/>
    <dgm:cxn modelId="{FD61DE9F-3FB5-FE4E-BF20-1A7AB9C4CA20}" type="presOf" srcId="{977C4442-95E4-C942-894C-412FDA203333}" destId="{9A78ED5C-2892-E64F-B1B2-7D34B8D11C01}" srcOrd="1" destOrd="0" presId="urn:microsoft.com/office/officeart/2005/8/layout/list1"/>
    <dgm:cxn modelId="{B5382EA6-300D-B04F-9972-3D7E6F2E2D19}" srcId="{31F2A5C2-46D1-C04E-B6BF-0BA1815AC5AB}" destId="{0932A3F6-8586-CF4E-9BD0-CB8B5268AF53}" srcOrd="0" destOrd="0" parTransId="{D8413934-6ED5-1243-B3E0-E9EBA0681302}" sibTransId="{C6D1FE7C-2A7B-2245-BD19-5F5200ECDAB9}"/>
    <dgm:cxn modelId="{CCE5B6AC-4141-E744-98EA-F93340EB6C55}" srcId="{AAF3CEAE-CCF6-D545-9751-637CD9A36EA8}" destId="{D575CB31-F474-5C40-A392-80A8E2BFBB3D}" srcOrd="0" destOrd="0" parTransId="{D1CE9A7B-22D9-8B44-B246-E5C3CBB07144}" sibTransId="{B5B20696-AEBE-C54D-A0FA-6806A8BD406A}"/>
    <dgm:cxn modelId="{8E5666AE-E5C4-D24A-9B89-D35A689346E3}" type="presOf" srcId="{AAF3CEAE-CCF6-D545-9751-637CD9A36EA8}" destId="{361FC9E3-057E-F548-9F38-8E44A52E92A5}" srcOrd="0" destOrd="0" presId="urn:microsoft.com/office/officeart/2005/8/layout/list1"/>
    <dgm:cxn modelId="{6134CDCA-CE2F-DD4F-A0CB-2E24348315F3}" type="presOf" srcId="{0932A3F6-8586-CF4E-9BD0-CB8B5268AF53}" destId="{12675F88-D582-3544-A9E3-E5DECC8FD568}" srcOrd="1" destOrd="0" presId="urn:microsoft.com/office/officeart/2005/8/layout/list1"/>
    <dgm:cxn modelId="{19903ECB-3EF1-9245-B532-5277A3A570D6}" type="presOf" srcId="{31F2A5C2-46D1-C04E-B6BF-0BA1815AC5AB}" destId="{FC63A1F4-47C2-FD4E-BE19-A042F52C0A92}" srcOrd="0" destOrd="0" presId="urn:microsoft.com/office/officeart/2005/8/layout/list1"/>
    <dgm:cxn modelId="{7ED0E6EF-8EAF-3E4C-B9E3-46501E6B9E73}" type="presOf" srcId="{AAF3CEAE-CCF6-D545-9751-637CD9A36EA8}" destId="{01BA4302-0B7C-A54B-9B8B-BC4EC08DAEFF}" srcOrd="1" destOrd="0" presId="urn:microsoft.com/office/officeart/2005/8/layout/list1"/>
    <dgm:cxn modelId="{965F07F1-E09E-3848-A2BD-A787BEF95C0E}" type="presOf" srcId="{9F9F1F76-613A-6047-819C-31B4B67C5474}" destId="{101EF2F0-6E55-764F-946B-EE3DE54F95C4}" srcOrd="0" destOrd="0" presId="urn:microsoft.com/office/officeart/2005/8/layout/list1"/>
    <dgm:cxn modelId="{68030D2D-436E-2F4D-BB6A-BF92FCA0146D}" type="presParOf" srcId="{FC63A1F4-47C2-FD4E-BE19-A042F52C0A92}" destId="{CE40717E-65C8-C248-8C7C-9C76B4084F71}" srcOrd="0" destOrd="0" presId="urn:microsoft.com/office/officeart/2005/8/layout/list1"/>
    <dgm:cxn modelId="{AAAFEEE2-6EDC-424A-9DE1-649B4DD121FF}" type="presParOf" srcId="{CE40717E-65C8-C248-8C7C-9C76B4084F71}" destId="{B464B22E-DB33-0A4A-8B0C-15873EB7284D}" srcOrd="0" destOrd="0" presId="urn:microsoft.com/office/officeart/2005/8/layout/list1"/>
    <dgm:cxn modelId="{29C57E0A-13A0-F342-942E-621E7B4E37A3}" type="presParOf" srcId="{CE40717E-65C8-C248-8C7C-9C76B4084F71}" destId="{12675F88-D582-3544-A9E3-E5DECC8FD568}" srcOrd="1" destOrd="0" presId="urn:microsoft.com/office/officeart/2005/8/layout/list1"/>
    <dgm:cxn modelId="{FF14A6CC-F32E-414F-837B-E807868B7B7B}" type="presParOf" srcId="{FC63A1F4-47C2-FD4E-BE19-A042F52C0A92}" destId="{CF285FE6-85EC-1F48-AD91-655E87484D6B}" srcOrd="1" destOrd="0" presId="urn:microsoft.com/office/officeart/2005/8/layout/list1"/>
    <dgm:cxn modelId="{C4D42C56-48F5-A345-A1CA-72F8F6A863A1}" type="presParOf" srcId="{FC63A1F4-47C2-FD4E-BE19-A042F52C0A92}" destId="{ED3E66B6-BB98-D844-8A72-4DFB082FD6F7}" srcOrd="2" destOrd="0" presId="urn:microsoft.com/office/officeart/2005/8/layout/list1"/>
    <dgm:cxn modelId="{FA825FE7-5039-CD47-8B1B-3D8315F60E7E}" type="presParOf" srcId="{FC63A1F4-47C2-FD4E-BE19-A042F52C0A92}" destId="{77A44DD7-B9E4-674C-B7A7-1954192C4019}" srcOrd="3" destOrd="0" presId="urn:microsoft.com/office/officeart/2005/8/layout/list1"/>
    <dgm:cxn modelId="{F718F5AA-4E5D-2242-B9E7-822368931979}" type="presParOf" srcId="{FC63A1F4-47C2-FD4E-BE19-A042F52C0A92}" destId="{3659C086-12FA-AB4E-A403-587AEC6683FD}" srcOrd="4" destOrd="0" presId="urn:microsoft.com/office/officeart/2005/8/layout/list1"/>
    <dgm:cxn modelId="{7C9F3444-CC28-B14D-86EC-26BBDBBC78ED}" type="presParOf" srcId="{3659C086-12FA-AB4E-A403-587AEC6683FD}" destId="{361FC9E3-057E-F548-9F38-8E44A52E92A5}" srcOrd="0" destOrd="0" presId="urn:microsoft.com/office/officeart/2005/8/layout/list1"/>
    <dgm:cxn modelId="{59779D91-2603-6B44-8D0D-9C08E56E6117}" type="presParOf" srcId="{3659C086-12FA-AB4E-A403-587AEC6683FD}" destId="{01BA4302-0B7C-A54B-9B8B-BC4EC08DAEFF}" srcOrd="1" destOrd="0" presId="urn:microsoft.com/office/officeart/2005/8/layout/list1"/>
    <dgm:cxn modelId="{0E8F4FBC-E479-F649-99F1-50EBEFE35D2E}" type="presParOf" srcId="{FC63A1F4-47C2-FD4E-BE19-A042F52C0A92}" destId="{757AD862-4C76-084A-997C-44317F54F163}" srcOrd="5" destOrd="0" presId="urn:microsoft.com/office/officeart/2005/8/layout/list1"/>
    <dgm:cxn modelId="{409E7887-A7E7-EE40-BC15-187571FBCCE4}" type="presParOf" srcId="{FC63A1F4-47C2-FD4E-BE19-A042F52C0A92}" destId="{1129B679-AAC2-0B4C-BAD3-9AE03AFF0D3F}" srcOrd="6" destOrd="0" presId="urn:microsoft.com/office/officeart/2005/8/layout/list1"/>
    <dgm:cxn modelId="{0AAF8730-5AFC-E147-BA75-75AAB99AF8A0}" type="presParOf" srcId="{FC63A1F4-47C2-FD4E-BE19-A042F52C0A92}" destId="{1CDF8B65-AAEA-5B4A-99DA-0E697EF655F2}" srcOrd="7" destOrd="0" presId="urn:microsoft.com/office/officeart/2005/8/layout/list1"/>
    <dgm:cxn modelId="{00AFD206-D4A0-DD42-AF44-3367E02BE62D}" type="presParOf" srcId="{FC63A1F4-47C2-FD4E-BE19-A042F52C0A92}" destId="{5D562379-C5D5-2D4A-801D-66C12BEAD6DE}" srcOrd="8" destOrd="0" presId="urn:microsoft.com/office/officeart/2005/8/layout/list1"/>
    <dgm:cxn modelId="{7BCE2251-524D-CF40-88C4-D71AA9C51E76}" type="presParOf" srcId="{5D562379-C5D5-2D4A-801D-66C12BEAD6DE}" destId="{ED336BC0-2D3B-E34D-A1C9-E161D63D01AB}" srcOrd="0" destOrd="0" presId="urn:microsoft.com/office/officeart/2005/8/layout/list1"/>
    <dgm:cxn modelId="{E4BE8D6D-F06E-2244-B93E-CAC92095F239}" type="presParOf" srcId="{5D562379-C5D5-2D4A-801D-66C12BEAD6DE}" destId="{9A78ED5C-2892-E64F-B1B2-7D34B8D11C01}" srcOrd="1" destOrd="0" presId="urn:microsoft.com/office/officeart/2005/8/layout/list1"/>
    <dgm:cxn modelId="{48D5006C-6813-A24F-95D6-EAB20FF14201}" type="presParOf" srcId="{FC63A1F4-47C2-FD4E-BE19-A042F52C0A92}" destId="{9DF34E0E-0511-A940-86D9-30D881BC3708}" srcOrd="9" destOrd="0" presId="urn:microsoft.com/office/officeart/2005/8/layout/list1"/>
    <dgm:cxn modelId="{0C4144FF-C0CD-CF49-B2FE-B8088B43C656}" type="presParOf" srcId="{FC63A1F4-47C2-FD4E-BE19-A042F52C0A92}" destId="{101EF2F0-6E55-764F-946B-EE3DE54F95C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E78D6D-5D83-E54C-AD77-ADB1FB6B048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D8D4C62-9E30-4141-AFC7-38AE286936ED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ما هو الحل؟</a:t>
          </a:r>
        </a:p>
      </dgm:t>
    </dgm:pt>
    <dgm:pt modelId="{92F591A9-C35C-5740-AFB8-9B17494D11D6}" type="parTrans" cxnId="{92D9FA02-BA1B-8148-8F10-231837E898E7}">
      <dgm:prSet/>
      <dgm:spPr/>
      <dgm:t>
        <a:bodyPr/>
        <a:lstStyle/>
        <a:p>
          <a:endParaRPr lang="en-GB"/>
        </a:p>
      </dgm:t>
    </dgm:pt>
    <dgm:pt modelId="{3FE5A011-CD0C-6F45-9967-A0BCBF1DFC1A}" type="sibTrans" cxnId="{92D9FA02-BA1B-8148-8F10-231837E898E7}">
      <dgm:prSet/>
      <dgm:spPr/>
      <dgm:t>
        <a:bodyPr/>
        <a:lstStyle/>
        <a:p>
          <a:endParaRPr lang="en-GB"/>
        </a:p>
      </dgm:t>
    </dgm:pt>
    <dgm:pt modelId="{4C3A086A-9F42-7C4E-ACA0-ADF8B676BF8C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وثيقة الخطة</a:t>
          </a:r>
        </a:p>
      </dgm:t>
    </dgm:pt>
    <dgm:pt modelId="{4D7A09C1-8032-5A46-9A27-3BD24264BEB8}" type="parTrans" cxnId="{26706917-ED6F-5B41-A002-6FC944B7B501}">
      <dgm:prSet/>
      <dgm:spPr/>
      <dgm:t>
        <a:bodyPr/>
        <a:lstStyle/>
        <a:p>
          <a:endParaRPr lang="en-GB"/>
        </a:p>
      </dgm:t>
    </dgm:pt>
    <dgm:pt modelId="{A4F6E039-78E2-964D-8D03-908D206218D5}" type="sibTrans" cxnId="{26706917-ED6F-5B41-A002-6FC944B7B501}">
      <dgm:prSet/>
      <dgm:spPr/>
      <dgm:t>
        <a:bodyPr/>
        <a:lstStyle/>
        <a:p>
          <a:endParaRPr lang="en-GB"/>
        </a:p>
      </dgm:t>
    </dgm:pt>
    <dgm:pt modelId="{FB7540B7-7588-DD46-8C96-E6C224195B12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خطة التواصل</a:t>
          </a:r>
        </a:p>
      </dgm:t>
    </dgm:pt>
    <dgm:pt modelId="{022B208C-87DA-0F4D-A997-6F4C2E785CB5}" type="parTrans" cxnId="{42796DCC-0E32-854A-9764-D3411CE1E090}">
      <dgm:prSet/>
      <dgm:spPr/>
      <dgm:t>
        <a:bodyPr/>
        <a:lstStyle/>
        <a:p>
          <a:endParaRPr lang="en-GB"/>
        </a:p>
      </dgm:t>
    </dgm:pt>
    <dgm:pt modelId="{5EC64AB7-0604-5947-ADA9-92A3EB829ED2}" type="sibTrans" cxnId="{42796DCC-0E32-854A-9764-D3411CE1E090}">
      <dgm:prSet/>
      <dgm:spPr/>
      <dgm:t>
        <a:bodyPr/>
        <a:lstStyle/>
        <a:p>
          <a:endParaRPr lang="en-GB"/>
        </a:p>
      </dgm:t>
    </dgm:pt>
    <dgm:pt modelId="{92623EEB-7C03-FA42-8F05-E7245BD38EE2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ما هي الأمور التي يمكن أن تسوء؟</a:t>
          </a:r>
        </a:p>
      </dgm:t>
    </dgm:pt>
    <dgm:pt modelId="{CAF9423B-F544-C448-9490-39E857EF8D61}" type="sibTrans" cxnId="{43B15261-5953-4E4D-A461-763884EE736A}">
      <dgm:prSet/>
      <dgm:spPr/>
      <dgm:t>
        <a:bodyPr/>
        <a:lstStyle/>
        <a:p>
          <a:endParaRPr lang="en-GB"/>
        </a:p>
      </dgm:t>
    </dgm:pt>
    <dgm:pt modelId="{4AE714F7-266B-4048-B61E-839296E82AD7}" type="parTrans" cxnId="{43B15261-5953-4E4D-A461-763884EE736A}">
      <dgm:prSet/>
      <dgm:spPr/>
      <dgm:t>
        <a:bodyPr/>
        <a:lstStyle/>
        <a:p>
          <a:endParaRPr lang="en-GB"/>
        </a:p>
      </dgm:t>
    </dgm:pt>
    <dgm:pt modelId="{B60FC98B-D86C-534F-969B-B4259E02B605}" type="pres">
      <dgm:prSet presAssocID="{80E78D6D-5D83-E54C-AD77-ADB1FB6B048E}" presName="linearFlow" presStyleCnt="0">
        <dgm:presLayoutVars>
          <dgm:resizeHandles val="exact"/>
        </dgm:presLayoutVars>
      </dgm:prSet>
      <dgm:spPr/>
    </dgm:pt>
    <dgm:pt modelId="{382EE97C-413C-8245-BB29-826F62E69514}" type="pres">
      <dgm:prSet presAssocID="{92623EEB-7C03-FA42-8F05-E7245BD38EE2}" presName="node" presStyleLbl="node1" presStyleIdx="0" presStyleCnt="4" custScaleX="138766">
        <dgm:presLayoutVars>
          <dgm:bulletEnabled val="1"/>
        </dgm:presLayoutVars>
      </dgm:prSet>
      <dgm:spPr/>
    </dgm:pt>
    <dgm:pt modelId="{1CAC1835-CBCC-5F48-9E11-0660861F427A}" type="pres">
      <dgm:prSet presAssocID="{CAF9423B-F544-C448-9490-39E857EF8D61}" presName="sibTrans" presStyleLbl="sibTrans2D1" presStyleIdx="0" presStyleCnt="3"/>
      <dgm:spPr/>
    </dgm:pt>
    <dgm:pt modelId="{B5D54835-D2C5-AE4F-B9A4-2B76674A3049}" type="pres">
      <dgm:prSet presAssocID="{CAF9423B-F544-C448-9490-39E857EF8D61}" presName="connectorText" presStyleLbl="sibTrans2D1" presStyleIdx="0" presStyleCnt="3"/>
      <dgm:spPr/>
    </dgm:pt>
    <dgm:pt modelId="{B3168358-467A-C34D-AFFB-AD57D4277128}" type="pres">
      <dgm:prSet presAssocID="{AD8D4C62-9E30-4141-AFC7-38AE286936ED}" presName="node" presStyleLbl="node1" presStyleIdx="1" presStyleCnt="4" custScaleX="140315">
        <dgm:presLayoutVars>
          <dgm:bulletEnabled val="1"/>
        </dgm:presLayoutVars>
      </dgm:prSet>
      <dgm:spPr/>
    </dgm:pt>
    <dgm:pt modelId="{655E0F68-34EE-104C-A1A7-A00F70BAC314}" type="pres">
      <dgm:prSet presAssocID="{3FE5A011-CD0C-6F45-9967-A0BCBF1DFC1A}" presName="sibTrans" presStyleLbl="sibTrans2D1" presStyleIdx="1" presStyleCnt="3"/>
      <dgm:spPr/>
    </dgm:pt>
    <dgm:pt modelId="{6B9473F1-8E38-E148-BB5D-32F2BC284912}" type="pres">
      <dgm:prSet presAssocID="{3FE5A011-CD0C-6F45-9967-A0BCBF1DFC1A}" presName="connectorText" presStyleLbl="sibTrans2D1" presStyleIdx="1" presStyleCnt="3"/>
      <dgm:spPr/>
    </dgm:pt>
    <dgm:pt modelId="{D270A694-31BA-A249-93CA-8BC2E011263A}" type="pres">
      <dgm:prSet presAssocID="{4C3A086A-9F42-7C4E-ACA0-ADF8B676BF8C}" presName="node" presStyleLbl="node1" presStyleIdx="2" presStyleCnt="4" custScaleX="140315">
        <dgm:presLayoutVars>
          <dgm:bulletEnabled val="1"/>
        </dgm:presLayoutVars>
      </dgm:prSet>
      <dgm:spPr/>
    </dgm:pt>
    <dgm:pt modelId="{1B93863F-7732-2E45-AE13-341A79ADACED}" type="pres">
      <dgm:prSet presAssocID="{A4F6E039-78E2-964D-8D03-908D206218D5}" presName="sibTrans" presStyleLbl="sibTrans2D1" presStyleIdx="2" presStyleCnt="3"/>
      <dgm:spPr/>
    </dgm:pt>
    <dgm:pt modelId="{3980E8F6-3AED-6347-B325-39AA907694BA}" type="pres">
      <dgm:prSet presAssocID="{A4F6E039-78E2-964D-8D03-908D206218D5}" presName="connectorText" presStyleLbl="sibTrans2D1" presStyleIdx="2" presStyleCnt="3"/>
      <dgm:spPr/>
    </dgm:pt>
    <dgm:pt modelId="{F7A26366-0912-AD40-A540-450D5D9CFF42}" type="pres">
      <dgm:prSet presAssocID="{FB7540B7-7588-DD46-8C96-E6C224195B12}" presName="node" presStyleLbl="node1" presStyleIdx="3" presStyleCnt="4" custScaleX="140315">
        <dgm:presLayoutVars>
          <dgm:bulletEnabled val="1"/>
        </dgm:presLayoutVars>
      </dgm:prSet>
      <dgm:spPr/>
    </dgm:pt>
  </dgm:ptLst>
  <dgm:cxnLst>
    <dgm:cxn modelId="{36629900-2596-E844-8B5C-5DC28EC36DF5}" type="presOf" srcId="{A4F6E039-78E2-964D-8D03-908D206218D5}" destId="{3980E8F6-3AED-6347-B325-39AA907694BA}" srcOrd="1" destOrd="0" presId="urn:microsoft.com/office/officeart/2005/8/layout/process2"/>
    <dgm:cxn modelId="{92D9FA02-BA1B-8148-8F10-231837E898E7}" srcId="{80E78D6D-5D83-E54C-AD77-ADB1FB6B048E}" destId="{AD8D4C62-9E30-4141-AFC7-38AE286936ED}" srcOrd="1" destOrd="0" parTransId="{92F591A9-C35C-5740-AFB8-9B17494D11D6}" sibTransId="{3FE5A011-CD0C-6F45-9967-A0BCBF1DFC1A}"/>
    <dgm:cxn modelId="{53862512-264D-9E4E-8F14-A3F89AB0F1CB}" type="presOf" srcId="{FB7540B7-7588-DD46-8C96-E6C224195B12}" destId="{F7A26366-0912-AD40-A540-450D5D9CFF42}" srcOrd="0" destOrd="0" presId="urn:microsoft.com/office/officeart/2005/8/layout/process2"/>
    <dgm:cxn modelId="{F41AEE13-3B74-6F4A-A8D2-71019A08A593}" type="presOf" srcId="{A4F6E039-78E2-964D-8D03-908D206218D5}" destId="{1B93863F-7732-2E45-AE13-341A79ADACED}" srcOrd="0" destOrd="0" presId="urn:microsoft.com/office/officeart/2005/8/layout/process2"/>
    <dgm:cxn modelId="{55693114-28F7-C84C-B393-1E359DC92F7E}" type="presOf" srcId="{3FE5A011-CD0C-6F45-9967-A0BCBF1DFC1A}" destId="{6B9473F1-8E38-E148-BB5D-32F2BC284912}" srcOrd="1" destOrd="0" presId="urn:microsoft.com/office/officeart/2005/8/layout/process2"/>
    <dgm:cxn modelId="{26706917-ED6F-5B41-A002-6FC944B7B501}" srcId="{80E78D6D-5D83-E54C-AD77-ADB1FB6B048E}" destId="{4C3A086A-9F42-7C4E-ACA0-ADF8B676BF8C}" srcOrd="2" destOrd="0" parTransId="{4D7A09C1-8032-5A46-9A27-3BD24264BEB8}" sibTransId="{A4F6E039-78E2-964D-8D03-908D206218D5}"/>
    <dgm:cxn modelId="{4D0E432B-A6DA-BE47-ACC2-98CD1AEBCAB7}" type="presOf" srcId="{AD8D4C62-9E30-4141-AFC7-38AE286936ED}" destId="{B3168358-467A-C34D-AFFB-AD57D4277128}" srcOrd="0" destOrd="0" presId="urn:microsoft.com/office/officeart/2005/8/layout/process2"/>
    <dgm:cxn modelId="{60C05E41-D723-A44C-859A-11392AD05DAF}" type="presOf" srcId="{92623EEB-7C03-FA42-8F05-E7245BD38EE2}" destId="{382EE97C-413C-8245-BB29-826F62E69514}" srcOrd="0" destOrd="0" presId="urn:microsoft.com/office/officeart/2005/8/layout/process2"/>
    <dgm:cxn modelId="{43B15261-5953-4E4D-A461-763884EE736A}" srcId="{80E78D6D-5D83-E54C-AD77-ADB1FB6B048E}" destId="{92623EEB-7C03-FA42-8F05-E7245BD38EE2}" srcOrd="0" destOrd="0" parTransId="{4AE714F7-266B-4048-B61E-839296E82AD7}" sibTransId="{CAF9423B-F544-C448-9490-39E857EF8D61}"/>
    <dgm:cxn modelId="{28B059B0-26EF-414D-AC64-8FCEF90E2859}" type="presOf" srcId="{3FE5A011-CD0C-6F45-9967-A0BCBF1DFC1A}" destId="{655E0F68-34EE-104C-A1A7-A00F70BAC314}" srcOrd="0" destOrd="0" presId="urn:microsoft.com/office/officeart/2005/8/layout/process2"/>
    <dgm:cxn modelId="{5F6485B7-7A1C-6E47-889F-7DD129077E10}" type="presOf" srcId="{4C3A086A-9F42-7C4E-ACA0-ADF8B676BF8C}" destId="{D270A694-31BA-A249-93CA-8BC2E011263A}" srcOrd="0" destOrd="0" presId="urn:microsoft.com/office/officeart/2005/8/layout/process2"/>
    <dgm:cxn modelId="{14F88EC4-5F23-BC4A-9864-60183DDFF657}" type="presOf" srcId="{80E78D6D-5D83-E54C-AD77-ADB1FB6B048E}" destId="{B60FC98B-D86C-534F-969B-B4259E02B605}" srcOrd="0" destOrd="0" presId="urn:microsoft.com/office/officeart/2005/8/layout/process2"/>
    <dgm:cxn modelId="{BA3FB9C4-5C17-7A48-8F30-870875ABEF55}" type="presOf" srcId="{CAF9423B-F544-C448-9490-39E857EF8D61}" destId="{1CAC1835-CBCC-5F48-9E11-0660861F427A}" srcOrd="0" destOrd="0" presId="urn:microsoft.com/office/officeart/2005/8/layout/process2"/>
    <dgm:cxn modelId="{42796DCC-0E32-854A-9764-D3411CE1E090}" srcId="{80E78D6D-5D83-E54C-AD77-ADB1FB6B048E}" destId="{FB7540B7-7588-DD46-8C96-E6C224195B12}" srcOrd="3" destOrd="0" parTransId="{022B208C-87DA-0F4D-A997-6F4C2E785CB5}" sibTransId="{5EC64AB7-0604-5947-ADA9-92A3EB829ED2}"/>
    <dgm:cxn modelId="{725BBFD0-B2E7-D949-9135-E340054773DC}" type="presOf" srcId="{CAF9423B-F544-C448-9490-39E857EF8D61}" destId="{B5D54835-D2C5-AE4F-B9A4-2B76674A3049}" srcOrd="1" destOrd="0" presId="urn:microsoft.com/office/officeart/2005/8/layout/process2"/>
    <dgm:cxn modelId="{6EA0D0C7-3AAD-5144-BA1B-EC7B18496553}" type="presParOf" srcId="{B60FC98B-D86C-534F-969B-B4259E02B605}" destId="{382EE97C-413C-8245-BB29-826F62E69514}" srcOrd="0" destOrd="0" presId="urn:microsoft.com/office/officeart/2005/8/layout/process2"/>
    <dgm:cxn modelId="{B4B99494-3233-384A-8A6A-86869A7A5F4E}" type="presParOf" srcId="{B60FC98B-D86C-534F-969B-B4259E02B605}" destId="{1CAC1835-CBCC-5F48-9E11-0660861F427A}" srcOrd="1" destOrd="0" presId="urn:microsoft.com/office/officeart/2005/8/layout/process2"/>
    <dgm:cxn modelId="{DB59253F-BEC7-CD48-A8B2-BF8879794FD2}" type="presParOf" srcId="{1CAC1835-CBCC-5F48-9E11-0660861F427A}" destId="{B5D54835-D2C5-AE4F-B9A4-2B76674A3049}" srcOrd="0" destOrd="0" presId="urn:microsoft.com/office/officeart/2005/8/layout/process2"/>
    <dgm:cxn modelId="{AF20A76A-58F7-F54A-9F7D-0A2616BB2B18}" type="presParOf" srcId="{B60FC98B-D86C-534F-969B-B4259E02B605}" destId="{B3168358-467A-C34D-AFFB-AD57D4277128}" srcOrd="2" destOrd="0" presId="urn:microsoft.com/office/officeart/2005/8/layout/process2"/>
    <dgm:cxn modelId="{5DBBD1E2-F81E-D24D-9076-2A96B3725067}" type="presParOf" srcId="{B60FC98B-D86C-534F-969B-B4259E02B605}" destId="{655E0F68-34EE-104C-A1A7-A00F70BAC314}" srcOrd="3" destOrd="0" presId="urn:microsoft.com/office/officeart/2005/8/layout/process2"/>
    <dgm:cxn modelId="{769E7EA0-5315-9A47-BF8E-EF019850906B}" type="presParOf" srcId="{655E0F68-34EE-104C-A1A7-A00F70BAC314}" destId="{6B9473F1-8E38-E148-BB5D-32F2BC284912}" srcOrd="0" destOrd="0" presId="urn:microsoft.com/office/officeart/2005/8/layout/process2"/>
    <dgm:cxn modelId="{6A9F884F-7F81-464B-B6BD-D25003188277}" type="presParOf" srcId="{B60FC98B-D86C-534F-969B-B4259E02B605}" destId="{D270A694-31BA-A249-93CA-8BC2E011263A}" srcOrd="4" destOrd="0" presId="urn:microsoft.com/office/officeart/2005/8/layout/process2"/>
    <dgm:cxn modelId="{A04B1A7F-B877-054A-B493-32E4A29F441F}" type="presParOf" srcId="{B60FC98B-D86C-534F-969B-B4259E02B605}" destId="{1B93863F-7732-2E45-AE13-341A79ADACED}" srcOrd="5" destOrd="0" presId="urn:microsoft.com/office/officeart/2005/8/layout/process2"/>
    <dgm:cxn modelId="{3D673615-A5EB-AA4A-88B7-3613D079EAB9}" type="presParOf" srcId="{1B93863F-7732-2E45-AE13-341A79ADACED}" destId="{3980E8F6-3AED-6347-B325-39AA907694BA}" srcOrd="0" destOrd="0" presId="urn:microsoft.com/office/officeart/2005/8/layout/process2"/>
    <dgm:cxn modelId="{620A0066-1001-0D44-AA0C-730FC9B1B8BC}" type="presParOf" srcId="{B60FC98B-D86C-534F-969B-B4259E02B605}" destId="{F7A26366-0912-AD40-A540-450D5D9CFF42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7FD041-C8BA-4A4E-8765-45AF2BE625C1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12B824-BC73-4A1F-A7AF-F05F01F67272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التاريخ</a:t>
          </a:r>
        </a:p>
      </dgm:t>
    </dgm:pt>
    <dgm:pt modelId="{6438594D-391F-4F7F-920F-BC211B7A99D3}" type="parTrans" cxnId="{19761494-9318-4B28-A913-BF4FD70603C2}">
      <dgm:prSet/>
      <dgm:spPr/>
      <dgm:t>
        <a:bodyPr/>
        <a:lstStyle/>
        <a:p>
          <a:endParaRPr lang="en-US"/>
        </a:p>
      </dgm:t>
    </dgm:pt>
    <dgm:pt modelId="{304C90FA-ECEF-4B76-BF6B-C874D7A545A5}" type="sibTrans" cxnId="{19761494-9318-4B28-A913-BF4FD70603C2}">
      <dgm:prSet/>
      <dgm:spPr/>
      <dgm:t>
        <a:bodyPr/>
        <a:lstStyle/>
        <a:p>
          <a:endParaRPr lang="en-US"/>
        </a:p>
      </dgm:t>
    </dgm:pt>
    <dgm:pt modelId="{243B05C0-129F-4A96-A222-5F47D0E0F9F3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الوقت</a:t>
          </a:r>
        </a:p>
      </dgm:t>
    </dgm:pt>
    <dgm:pt modelId="{31F68F39-DAA5-46A6-9588-8FAB5FD3CDBE}" type="parTrans" cxnId="{2D10DDB0-FF6F-4F99-AD02-3F54E715815B}">
      <dgm:prSet/>
      <dgm:spPr/>
      <dgm:t>
        <a:bodyPr/>
        <a:lstStyle/>
        <a:p>
          <a:endParaRPr lang="en-US"/>
        </a:p>
      </dgm:t>
    </dgm:pt>
    <dgm:pt modelId="{F66FC129-A7A2-459C-9E8A-B28AF0BFDC40}" type="sibTrans" cxnId="{2D10DDB0-FF6F-4F99-AD02-3F54E715815B}">
      <dgm:prSet/>
      <dgm:spPr/>
      <dgm:t>
        <a:bodyPr/>
        <a:lstStyle/>
        <a:p>
          <a:endParaRPr lang="en-US"/>
        </a:p>
      </dgm:t>
    </dgm:pt>
    <dgm:pt modelId="{9DA2A297-B686-4666-9C0A-ADEB53FFFD9A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المكان</a:t>
          </a:r>
        </a:p>
      </dgm:t>
    </dgm:pt>
    <dgm:pt modelId="{967F5990-61C3-40A6-8B41-35705ED59171}" type="parTrans" cxnId="{A2E8AF94-CDB9-4F2C-96D5-8026045EBAF7}">
      <dgm:prSet/>
      <dgm:spPr/>
      <dgm:t>
        <a:bodyPr/>
        <a:lstStyle/>
        <a:p>
          <a:endParaRPr lang="en-US"/>
        </a:p>
      </dgm:t>
    </dgm:pt>
    <dgm:pt modelId="{E5B5FC1B-EE9A-479E-B671-1E533FB2C54B}" type="sibTrans" cxnId="{A2E8AF94-CDB9-4F2C-96D5-8026045EBAF7}">
      <dgm:prSet/>
      <dgm:spPr/>
      <dgm:t>
        <a:bodyPr/>
        <a:lstStyle/>
        <a:p>
          <a:endParaRPr lang="en-US"/>
        </a:p>
      </dgm:t>
    </dgm:pt>
    <dgm:pt modelId="{52F20F58-42DB-4950-945C-9CBDC6D070EE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التكلفة</a:t>
          </a:r>
        </a:p>
      </dgm:t>
    </dgm:pt>
    <dgm:pt modelId="{DBE0C494-8016-4DEB-A242-8593ACDB8FDA}" type="parTrans" cxnId="{62125A16-CAC8-4397-9437-9353FC466F9A}">
      <dgm:prSet/>
      <dgm:spPr/>
      <dgm:t>
        <a:bodyPr/>
        <a:lstStyle/>
        <a:p>
          <a:endParaRPr lang="en-US"/>
        </a:p>
      </dgm:t>
    </dgm:pt>
    <dgm:pt modelId="{14850EEA-D1C3-4953-B36E-9A98A3CB7827}" type="sibTrans" cxnId="{62125A16-CAC8-4397-9437-9353FC466F9A}">
      <dgm:prSet/>
      <dgm:spPr/>
      <dgm:t>
        <a:bodyPr/>
        <a:lstStyle/>
        <a:p>
          <a:endParaRPr lang="en-US"/>
        </a:p>
      </dgm:t>
    </dgm:pt>
    <dgm:pt modelId="{68F1AD84-ED8B-4171-B759-474CCEB5C498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الطعام والشراب</a:t>
          </a:r>
        </a:p>
      </dgm:t>
    </dgm:pt>
    <dgm:pt modelId="{92C4AB83-BAB3-421B-A373-A45FFA58ADC7}" type="parTrans" cxnId="{9D475698-D6B2-4102-A17A-632994997A66}">
      <dgm:prSet/>
      <dgm:spPr/>
      <dgm:t>
        <a:bodyPr/>
        <a:lstStyle/>
        <a:p>
          <a:endParaRPr lang="en-US"/>
        </a:p>
      </dgm:t>
    </dgm:pt>
    <dgm:pt modelId="{A5B64D78-F85B-4B35-9004-068082451D3C}" type="sibTrans" cxnId="{9D475698-D6B2-4102-A17A-632994997A66}">
      <dgm:prSet/>
      <dgm:spPr/>
      <dgm:t>
        <a:bodyPr/>
        <a:lstStyle/>
        <a:p>
          <a:endParaRPr lang="en-US"/>
        </a:p>
      </dgm:t>
    </dgm:pt>
    <dgm:pt modelId="{679AA59B-265E-46DB-B8BC-DFEF774DE974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الترفيه</a:t>
          </a:r>
        </a:p>
      </dgm:t>
    </dgm:pt>
    <dgm:pt modelId="{5067DCAB-773B-4E30-BA51-160B59CF311A}" type="parTrans" cxnId="{DB7F1D24-DD4C-40F0-A9F5-CE1844E085A5}">
      <dgm:prSet/>
      <dgm:spPr/>
      <dgm:t>
        <a:bodyPr/>
        <a:lstStyle/>
        <a:p>
          <a:endParaRPr lang="en-US"/>
        </a:p>
      </dgm:t>
    </dgm:pt>
    <dgm:pt modelId="{A8FD060E-33A5-4E2A-AF7C-F8B95241DEEC}" type="sibTrans" cxnId="{DB7F1D24-DD4C-40F0-A9F5-CE1844E085A5}">
      <dgm:prSet/>
      <dgm:spPr/>
      <dgm:t>
        <a:bodyPr/>
        <a:lstStyle/>
        <a:p>
          <a:endParaRPr lang="en-US"/>
        </a:p>
      </dgm:t>
    </dgm:pt>
    <dgm:pt modelId="{B8FABB76-2D54-4B3B-9EEF-976B5F551906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الموضوع</a:t>
          </a:r>
        </a:p>
      </dgm:t>
    </dgm:pt>
    <dgm:pt modelId="{D6450BDC-A1B0-4B92-AA91-27A7F7231150}" type="parTrans" cxnId="{8022B92E-91CA-4E46-B61C-C2927CEA83BD}">
      <dgm:prSet/>
      <dgm:spPr/>
      <dgm:t>
        <a:bodyPr/>
        <a:lstStyle/>
        <a:p>
          <a:endParaRPr lang="en-US"/>
        </a:p>
      </dgm:t>
    </dgm:pt>
    <dgm:pt modelId="{8833B861-FD20-4F06-8FAC-E53BCADFFDB4}" type="sibTrans" cxnId="{8022B92E-91CA-4E46-B61C-C2927CEA83BD}">
      <dgm:prSet/>
      <dgm:spPr/>
      <dgm:t>
        <a:bodyPr/>
        <a:lstStyle/>
        <a:p>
          <a:endParaRPr lang="en-US"/>
        </a:p>
      </dgm:t>
    </dgm:pt>
    <dgm:pt modelId="{03E8128E-0185-422C-BFD6-D4383BB03191}">
      <dgm:prSet custT="1"/>
      <dgm:spPr/>
      <dgm:t>
        <a:bodyPr/>
        <a:lstStyle/>
        <a:p>
          <a:r>
            <a:rPr lang="ar-EG" sz="200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قواعد ارتداء الملابس</a:t>
          </a:r>
        </a:p>
      </dgm:t>
    </dgm:pt>
    <dgm:pt modelId="{3B23D626-246B-4BD1-B2B8-A511475B1328}" type="parTrans" cxnId="{22D2699D-E850-4440-A4B9-5F3550C3FB8A}">
      <dgm:prSet/>
      <dgm:spPr/>
      <dgm:t>
        <a:bodyPr/>
        <a:lstStyle/>
        <a:p>
          <a:endParaRPr lang="en-US"/>
        </a:p>
      </dgm:t>
    </dgm:pt>
    <dgm:pt modelId="{38ECE2A4-FC0A-4216-9CF1-27F33AD8421D}" type="sibTrans" cxnId="{22D2699D-E850-4440-A4B9-5F3550C3FB8A}">
      <dgm:prSet/>
      <dgm:spPr/>
      <dgm:t>
        <a:bodyPr/>
        <a:lstStyle/>
        <a:p>
          <a:endParaRPr lang="en-US"/>
        </a:p>
      </dgm:t>
    </dgm:pt>
    <dgm:pt modelId="{E02EA7BC-8950-BE4B-A94B-E71DE6EBAB52}" type="pres">
      <dgm:prSet presAssocID="{DF7FD041-C8BA-4A4E-8765-45AF2BE625C1}" presName="diagram" presStyleCnt="0">
        <dgm:presLayoutVars>
          <dgm:dir val="rev"/>
          <dgm:resizeHandles val="exact"/>
        </dgm:presLayoutVars>
      </dgm:prSet>
      <dgm:spPr/>
    </dgm:pt>
    <dgm:pt modelId="{F718C6D8-296F-BE40-B19E-B337D7EA1553}" type="pres">
      <dgm:prSet presAssocID="{8412B824-BC73-4A1F-A7AF-F05F01F67272}" presName="node" presStyleLbl="node1" presStyleIdx="0" presStyleCnt="8">
        <dgm:presLayoutVars>
          <dgm:bulletEnabled val="1"/>
        </dgm:presLayoutVars>
      </dgm:prSet>
      <dgm:spPr/>
    </dgm:pt>
    <dgm:pt modelId="{0934DC32-7328-D54A-9296-BDA199689EFF}" type="pres">
      <dgm:prSet presAssocID="{304C90FA-ECEF-4B76-BF6B-C874D7A545A5}" presName="sibTrans" presStyleCnt="0"/>
      <dgm:spPr/>
    </dgm:pt>
    <dgm:pt modelId="{086406A8-1158-7142-80AE-DE08C3C295F0}" type="pres">
      <dgm:prSet presAssocID="{243B05C0-129F-4A96-A222-5F47D0E0F9F3}" presName="node" presStyleLbl="node1" presStyleIdx="1" presStyleCnt="8">
        <dgm:presLayoutVars>
          <dgm:bulletEnabled val="1"/>
        </dgm:presLayoutVars>
      </dgm:prSet>
      <dgm:spPr/>
    </dgm:pt>
    <dgm:pt modelId="{FE1BBFF5-3CAC-BC4E-BF62-A0FF356B78EC}" type="pres">
      <dgm:prSet presAssocID="{F66FC129-A7A2-459C-9E8A-B28AF0BFDC40}" presName="sibTrans" presStyleCnt="0"/>
      <dgm:spPr/>
    </dgm:pt>
    <dgm:pt modelId="{04AB6E4D-B6F0-234A-9FC9-BDB518B069C1}" type="pres">
      <dgm:prSet presAssocID="{9DA2A297-B686-4666-9C0A-ADEB53FFFD9A}" presName="node" presStyleLbl="node1" presStyleIdx="2" presStyleCnt="8">
        <dgm:presLayoutVars>
          <dgm:bulletEnabled val="1"/>
        </dgm:presLayoutVars>
      </dgm:prSet>
      <dgm:spPr/>
    </dgm:pt>
    <dgm:pt modelId="{42D68EA7-3177-F84B-924E-119041A74759}" type="pres">
      <dgm:prSet presAssocID="{E5B5FC1B-EE9A-479E-B671-1E533FB2C54B}" presName="sibTrans" presStyleCnt="0"/>
      <dgm:spPr/>
    </dgm:pt>
    <dgm:pt modelId="{355BAC27-0669-AF41-8C49-3D6F025C7155}" type="pres">
      <dgm:prSet presAssocID="{52F20F58-42DB-4950-945C-9CBDC6D070EE}" presName="node" presStyleLbl="node1" presStyleIdx="3" presStyleCnt="8">
        <dgm:presLayoutVars>
          <dgm:bulletEnabled val="1"/>
        </dgm:presLayoutVars>
      </dgm:prSet>
      <dgm:spPr/>
    </dgm:pt>
    <dgm:pt modelId="{7C7A6E59-07FA-A04B-8798-780CF57CD667}" type="pres">
      <dgm:prSet presAssocID="{14850EEA-D1C3-4953-B36E-9A98A3CB7827}" presName="sibTrans" presStyleCnt="0"/>
      <dgm:spPr/>
    </dgm:pt>
    <dgm:pt modelId="{D1F09C34-7876-B04F-A9D2-D8177F4A999D}" type="pres">
      <dgm:prSet presAssocID="{68F1AD84-ED8B-4171-B759-474CCEB5C498}" presName="node" presStyleLbl="node1" presStyleIdx="4" presStyleCnt="8">
        <dgm:presLayoutVars>
          <dgm:bulletEnabled val="1"/>
        </dgm:presLayoutVars>
      </dgm:prSet>
      <dgm:spPr/>
    </dgm:pt>
    <dgm:pt modelId="{351FC6B3-1A60-9646-94A0-F6C18329B25D}" type="pres">
      <dgm:prSet presAssocID="{A5B64D78-F85B-4B35-9004-068082451D3C}" presName="sibTrans" presStyleCnt="0"/>
      <dgm:spPr/>
    </dgm:pt>
    <dgm:pt modelId="{4FA2DF58-4B98-894D-B0DB-5F5B54173970}" type="pres">
      <dgm:prSet presAssocID="{679AA59B-265E-46DB-B8BC-DFEF774DE974}" presName="node" presStyleLbl="node1" presStyleIdx="5" presStyleCnt="8">
        <dgm:presLayoutVars>
          <dgm:bulletEnabled val="1"/>
        </dgm:presLayoutVars>
      </dgm:prSet>
      <dgm:spPr/>
    </dgm:pt>
    <dgm:pt modelId="{B909A20A-10B1-5147-8C99-B555B92976D4}" type="pres">
      <dgm:prSet presAssocID="{A8FD060E-33A5-4E2A-AF7C-F8B95241DEEC}" presName="sibTrans" presStyleCnt="0"/>
      <dgm:spPr/>
    </dgm:pt>
    <dgm:pt modelId="{795E30B8-1722-1D48-A54E-AB60261CE2FD}" type="pres">
      <dgm:prSet presAssocID="{B8FABB76-2D54-4B3B-9EEF-976B5F551906}" presName="node" presStyleLbl="node1" presStyleIdx="6" presStyleCnt="8">
        <dgm:presLayoutVars>
          <dgm:bulletEnabled val="1"/>
        </dgm:presLayoutVars>
      </dgm:prSet>
      <dgm:spPr/>
    </dgm:pt>
    <dgm:pt modelId="{569638E7-88D1-F342-8EEB-4A7D4E760D54}" type="pres">
      <dgm:prSet presAssocID="{8833B861-FD20-4F06-8FAC-E53BCADFFDB4}" presName="sibTrans" presStyleCnt="0"/>
      <dgm:spPr/>
    </dgm:pt>
    <dgm:pt modelId="{C74F223E-D4E4-A54C-969E-BE0DFE05D324}" type="pres">
      <dgm:prSet presAssocID="{03E8128E-0185-422C-BFD6-D4383BB03191}" presName="node" presStyleLbl="node1" presStyleIdx="7" presStyleCnt="8">
        <dgm:presLayoutVars>
          <dgm:bulletEnabled val="1"/>
        </dgm:presLayoutVars>
      </dgm:prSet>
      <dgm:spPr/>
    </dgm:pt>
  </dgm:ptLst>
  <dgm:cxnLst>
    <dgm:cxn modelId="{62125A16-CAC8-4397-9437-9353FC466F9A}" srcId="{DF7FD041-C8BA-4A4E-8765-45AF2BE625C1}" destId="{52F20F58-42DB-4950-945C-9CBDC6D070EE}" srcOrd="3" destOrd="0" parTransId="{DBE0C494-8016-4DEB-A242-8593ACDB8FDA}" sibTransId="{14850EEA-D1C3-4953-B36E-9A98A3CB7827}"/>
    <dgm:cxn modelId="{68FCBD19-C4FD-C84A-A450-1FF28F66D878}" type="presOf" srcId="{68F1AD84-ED8B-4171-B759-474CCEB5C498}" destId="{D1F09C34-7876-B04F-A9D2-D8177F4A999D}" srcOrd="0" destOrd="0" presId="urn:microsoft.com/office/officeart/2005/8/layout/default"/>
    <dgm:cxn modelId="{DB7F1D24-DD4C-40F0-A9F5-CE1844E085A5}" srcId="{DF7FD041-C8BA-4A4E-8765-45AF2BE625C1}" destId="{679AA59B-265E-46DB-B8BC-DFEF774DE974}" srcOrd="5" destOrd="0" parTransId="{5067DCAB-773B-4E30-BA51-160B59CF311A}" sibTransId="{A8FD060E-33A5-4E2A-AF7C-F8B95241DEEC}"/>
    <dgm:cxn modelId="{8022B92E-91CA-4E46-B61C-C2927CEA83BD}" srcId="{DF7FD041-C8BA-4A4E-8765-45AF2BE625C1}" destId="{B8FABB76-2D54-4B3B-9EEF-976B5F551906}" srcOrd="6" destOrd="0" parTransId="{D6450BDC-A1B0-4B92-AA91-27A7F7231150}" sibTransId="{8833B861-FD20-4F06-8FAC-E53BCADFFDB4}"/>
    <dgm:cxn modelId="{C2E87337-CFBC-5E41-B7F2-B98001BC3352}" type="presOf" srcId="{9DA2A297-B686-4666-9C0A-ADEB53FFFD9A}" destId="{04AB6E4D-B6F0-234A-9FC9-BDB518B069C1}" srcOrd="0" destOrd="0" presId="urn:microsoft.com/office/officeart/2005/8/layout/default"/>
    <dgm:cxn modelId="{28C7AC43-3C84-F34A-8E7E-A2A67E173F78}" type="presOf" srcId="{8412B824-BC73-4A1F-A7AF-F05F01F67272}" destId="{F718C6D8-296F-BE40-B19E-B337D7EA1553}" srcOrd="0" destOrd="0" presId="urn:microsoft.com/office/officeart/2005/8/layout/default"/>
    <dgm:cxn modelId="{478F6367-0881-0D40-9FDA-3637079792C5}" type="presOf" srcId="{52F20F58-42DB-4950-945C-9CBDC6D070EE}" destId="{355BAC27-0669-AF41-8C49-3D6F025C7155}" srcOrd="0" destOrd="0" presId="urn:microsoft.com/office/officeart/2005/8/layout/default"/>
    <dgm:cxn modelId="{8E2CCA69-788F-C145-9B6D-D9FD38ABCE21}" type="presOf" srcId="{243B05C0-129F-4A96-A222-5F47D0E0F9F3}" destId="{086406A8-1158-7142-80AE-DE08C3C295F0}" srcOrd="0" destOrd="0" presId="urn:microsoft.com/office/officeart/2005/8/layout/default"/>
    <dgm:cxn modelId="{3E497E59-59D7-5B44-AE96-652FB091D026}" type="presOf" srcId="{03E8128E-0185-422C-BFD6-D4383BB03191}" destId="{C74F223E-D4E4-A54C-969E-BE0DFE05D324}" srcOrd="0" destOrd="0" presId="urn:microsoft.com/office/officeart/2005/8/layout/default"/>
    <dgm:cxn modelId="{F8F58E83-B3B4-BD44-9EC5-D3E0B3A580D5}" type="presOf" srcId="{DF7FD041-C8BA-4A4E-8765-45AF2BE625C1}" destId="{E02EA7BC-8950-BE4B-A94B-E71DE6EBAB52}" srcOrd="0" destOrd="0" presId="urn:microsoft.com/office/officeart/2005/8/layout/default"/>
    <dgm:cxn modelId="{34068D85-FF8E-4A49-A4D9-4573D21B1CFC}" type="presOf" srcId="{679AA59B-265E-46DB-B8BC-DFEF774DE974}" destId="{4FA2DF58-4B98-894D-B0DB-5F5B54173970}" srcOrd="0" destOrd="0" presId="urn:microsoft.com/office/officeart/2005/8/layout/default"/>
    <dgm:cxn modelId="{19761494-9318-4B28-A913-BF4FD70603C2}" srcId="{DF7FD041-C8BA-4A4E-8765-45AF2BE625C1}" destId="{8412B824-BC73-4A1F-A7AF-F05F01F67272}" srcOrd="0" destOrd="0" parTransId="{6438594D-391F-4F7F-920F-BC211B7A99D3}" sibTransId="{304C90FA-ECEF-4B76-BF6B-C874D7A545A5}"/>
    <dgm:cxn modelId="{A2E8AF94-CDB9-4F2C-96D5-8026045EBAF7}" srcId="{DF7FD041-C8BA-4A4E-8765-45AF2BE625C1}" destId="{9DA2A297-B686-4666-9C0A-ADEB53FFFD9A}" srcOrd="2" destOrd="0" parTransId="{967F5990-61C3-40A6-8B41-35705ED59171}" sibTransId="{E5B5FC1B-EE9A-479E-B671-1E533FB2C54B}"/>
    <dgm:cxn modelId="{9D475698-D6B2-4102-A17A-632994997A66}" srcId="{DF7FD041-C8BA-4A4E-8765-45AF2BE625C1}" destId="{68F1AD84-ED8B-4171-B759-474CCEB5C498}" srcOrd="4" destOrd="0" parTransId="{92C4AB83-BAB3-421B-A373-A45FFA58ADC7}" sibTransId="{A5B64D78-F85B-4B35-9004-068082451D3C}"/>
    <dgm:cxn modelId="{22D2699D-E850-4440-A4B9-5F3550C3FB8A}" srcId="{DF7FD041-C8BA-4A4E-8765-45AF2BE625C1}" destId="{03E8128E-0185-422C-BFD6-D4383BB03191}" srcOrd="7" destOrd="0" parTransId="{3B23D626-246B-4BD1-B2B8-A511475B1328}" sibTransId="{38ECE2A4-FC0A-4216-9CF1-27F33AD8421D}"/>
    <dgm:cxn modelId="{2D10DDB0-FF6F-4F99-AD02-3F54E715815B}" srcId="{DF7FD041-C8BA-4A4E-8765-45AF2BE625C1}" destId="{243B05C0-129F-4A96-A222-5F47D0E0F9F3}" srcOrd="1" destOrd="0" parTransId="{31F68F39-DAA5-46A6-9588-8FAB5FD3CDBE}" sibTransId="{F66FC129-A7A2-459C-9E8A-B28AF0BFDC40}"/>
    <dgm:cxn modelId="{B3D2DDC9-A35F-9D47-9901-F534EC14E38E}" type="presOf" srcId="{B8FABB76-2D54-4B3B-9EEF-976B5F551906}" destId="{795E30B8-1722-1D48-A54E-AB60261CE2FD}" srcOrd="0" destOrd="0" presId="urn:microsoft.com/office/officeart/2005/8/layout/default"/>
    <dgm:cxn modelId="{BBD8EE58-89E3-2940-9C34-E0BD3AFC2688}" type="presParOf" srcId="{E02EA7BC-8950-BE4B-A94B-E71DE6EBAB52}" destId="{F718C6D8-296F-BE40-B19E-B337D7EA1553}" srcOrd="0" destOrd="0" presId="urn:microsoft.com/office/officeart/2005/8/layout/default"/>
    <dgm:cxn modelId="{7B0E9053-E82F-334A-A704-0E8ED4502518}" type="presParOf" srcId="{E02EA7BC-8950-BE4B-A94B-E71DE6EBAB52}" destId="{0934DC32-7328-D54A-9296-BDA199689EFF}" srcOrd="1" destOrd="0" presId="urn:microsoft.com/office/officeart/2005/8/layout/default"/>
    <dgm:cxn modelId="{0CF78D2F-76B1-AD45-BDB5-FD5A67CBF509}" type="presParOf" srcId="{E02EA7BC-8950-BE4B-A94B-E71DE6EBAB52}" destId="{086406A8-1158-7142-80AE-DE08C3C295F0}" srcOrd="2" destOrd="0" presId="urn:microsoft.com/office/officeart/2005/8/layout/default"/>
    <dgm:cxn modelId="{F583FFEE-D802-5A4C-9F80-C7712CF22BA9}" type="presParOf" srcId="{E02EA7BC-8950-BE4B-A94B-E71DE6EBAB52}" destId="{FE1BBFF5-3CAC-BC4E-BF62-A0FF356B78EC}" srcOrd="3" destOrd="0" presId="urn:microsoft.com/office/officeart/2005/8/layout/default"/>
    <dgm:cxn modelId="{F9F7DE88-5D28-284A-839F-72B3DAAF2D5E}" type="presParOf" srcId="{E02EA7BC-8950-BE4B-A94B-E71DE6EBAB52}" destId="{04AB6E4D-B6F0-234A-9FC9-BDB518B069C1}" srcOrd="4" destOrd="0" presId="urn:microsoft.com/office/officeart/2005/8/layout/default"/>
    <dgm:cxn modelId="{6A4BE57E-BF0E-5B47-A369-322136062F1F}" type="presParOf" srcId="{E02EA7BC-8950-BE4B-A94B-E71DE6EBAB52}" destId="{42D68EA7-3177-F84B-924E-119041A74759}" srcOrd="5" destOrd="0" presId="urn:microsoft.com/office/officeart/2005/8/layout/default"/>
    <dgm:cxn modelId="{224C92EC-7BF1-E94C-B8F6-D1BCA6BF32E9}" type="presParOf" srcId="{E02EA7BC-8950-BE4B-A94B-E71DE6EBAB52}" destId="{355BAC27-0669-AF41-8C49-3D6F025C7155}" srcOrd="6" destOrd="0" presId="urn:microsoft.com/office/officeart/2005/8/layout/default"/>
    <dgm:cxn modelId="{3772E504-56E9-0943-B57D-081A98E27894}" type="presParOf" srcId="{E02EA7BC-8950-BE4B-A94B-E71DE6EBAB52}" destId="{7C7A6E59-07FA-A04B-8798-780CF57CD667}" srcOrd="7" destOrd="0" presId="urn:microsoft.com/office/officeart/2005/8/layout/default"/>
    <dgm:cxn modelId="{F125F8A2-2D34-0047-BDEC-AAAEFCB3B90D}" type="presParOf" srcId="{E02EA7BC-8950-BE4B-A94B-E71DE6EBAB52}" destId="{D1F09C34-7876-B04F-A9D2-D8177F4A999D}" srcOrd="8" destOrd="0" presId="urn:microsoft.com/office/officeart/2005/8/layout/default"/>
    <dgm:cxn modelId="{8F8B64BC-6C96-EB4E-BDFB-5D10D4E037D6}" type="presParOf" srcId="{E02EA7BC-8950-BE4B-A94B-E71DE6EBAB52}" destId="{351FC6B3-1A60-9646-94A0-F6C18329B25D}" srcOrd="9" destOrd="0" presId="urn:microsoft.com/office/officeart/2005/8/layout/default"/>
    <dgm:cxn modelId="{F1CDB559-957D-2D42-A232-5CB14C27371C}" type="presParOf" srcId="{E02EA7BC-8950-BE4B-A94B-E71DE6EBAB52}" destId="{4FA2DF58-4B98-894D-B0DB-5F5B54173970}" srcOrd="10" destOrd="0" presId="urn:microsoft.com/office/officeart/2005/8/layout/default"/>
    <dgm:cxn modelId="{4C49929A-3214-8346-8B17-D3B4A65A55C3}" type="presParOf" srcId="{E02EA7BC-8950-BE4B-A94B-E71DE6EBAB52}" destId="{B909A20A-10B1-5147-8C99-B555B92976D4}" srcOrd="11" destOrd="0" presId="urn:microsoft.com/office/officeart/2005/8/layout/default"/>
    <dgm:cxn modelId="{961D976F-76FC-9A45-904E-54CE7BD95584}" type="presParOf" srcId="{E02EA7BC-8950-BE4B-A94B-E71DE6EBAB52}" destId="{795E30B8-1722-1D48-A54E-AB60261CE2FD}" srcOrd="12" destOrd="0" presId="urn:microsoft.com/office/officeart/2005/8/layout/default"/>
    <dgm:cxn modelId="{818B0FA8-D5F1-C64C-B7FE-4E658E1D2DC9}" type="presParOf" srcId="{E02EA7BC-8950-BE4B-A94B-E71DE6EBAB52}" destId="{569638E7-88D1-F342-8EEB-4A7D4E760D54}" srcOrd="13" destOrd="0" presId="urn:microsoft.com/office/officeart/2005/8/layout/default"/>
    <dgm:cxn modelId="{7068640A-B38A-3441-BAE2-3D445B0B088D}" type="presParOf" srcId="{E02EA7BC-8950-BE4B-A94B-E71DE6EBAB52}" destId="{C74F223E-D4E4-A54C-969E-BE0DFE05D32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232C7E0-8B8D-44DE-83C4-E5F301A855CD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F0DCAD-8953-4750-A3DB-671D56B6A62D}">
      <dgm:prSet custT="1"/>
      <dgm:spPr/>
      <dgm:t>
        <a:bodyPr/>
        <a:lstStyle/>
        <a:p>
          <a:pPr algn="ctr"/>
          <a:r>
            <a:rPr lang="ar-EG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نموذج أيدا </a:t>
          </a:r>
          <a:r>
            <a: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(AIDA)</a:t>
          </a:r>
          <a:endParaRPr lang="ar-EG" sz="2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EF79E9-0DCA-40B0-A2AA-0BE5B4A66F17}" type="parTrans" cxnId="{7635BE0C-5472-47D1-8680-4CC20A8A409E}">
      <dgm:prSet/>
      <dgm:spPr/>
      <dgm:t>
        <a:bodyPr/>
        <a:lstStyle/>
        <a:p>
          <a:endParaRPr lang="en-US"/>
        </a:p>
      </dgm:t>
    </dgm:pt>
    <dgm:pt modelId="{4CFB5463-EA8D-45B8-A7E5-CA834708EFD2}" type="sibTrans" cxnId="{7635BE0C-5472-47D1-8680-4CC20A8A409E}">
      <dgm:prSet/>
      <dgm:spPr/>
      <dgm:t>
        <a:bodyPr/>
        <a:lstStyle/>
        <a:p>
          <a:endParaRPr lang="en-US"/>
        </a:p>
      </dgm:t>
    </dgm:pt>
    <dgm:pt modelId="{47C63141-05AF-46D6-B756-27EFEA4C274B}">
      <dgm:prSet custT="1"/>
      <dgm:spPr/>
      <dgm:t>
        <a:bodyPr/>
        <a:lstStyle/>
        <a:p>
          <a:pPr rtl="1"/>
          <a:r>
            <a:rPr lang="ar-EG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الانتباه</a:t>
          </a:r>
        </a:p>
      </dgm:t>
    </dgm:pt>
    <dgm:pt modelId="{75863078-C748-4A85-9CA8-9A817DB7866F}" type="parTrans" cxnId="{081C498E-F242-4372-89AF-6D02C74809E2}">
      <dgm:prSet/>
      <dgm:spPr/>
      <dgm:t>
        <a:bodyPr/>
        <a:lstStyle/>
        <a:p>
          <a:endParaRPr lang="en-US"/>
        </a:p>
      </dgm:t>
    </dgm:pt>
    <dgm:pt modelId="{9E27A637-5928-4815-B7D6-854B46DDB032}" type="sibTrans" cxnId="{081C498E-F242-4372-89AF-6D02C74809E2}">
      <dgm:prSet/>
      <dgm:spPr/>
      <dgm:t>
        <a:bodyPr/>
        <a:lstStyle/>
        <a:p>
          <a:endParaRPr lang="en-US"/>
        </a:p>
      </dgm:t>
    </dgm:pt>
    <dgm:pt modelId="{1110EA89-9DDB-4132-9C65-F87FE3E120CA}">
      <dgm:prSet custT="1"/>
      <dgm:spPr/>
      <dgm:t>
        <a:bodyPr/>
        <a:lstStyle/>
        <a:p>
          <a:pPr rtl="1"/>
          <a:r>
            <a:rPr lang="ar-EG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الاهتمام</a:t>
          </a:r>
        </a:p>
      </dgm:t>
    </dgm:pt>
    <dgm:pt modelId="{EEBB5E8A-AD85-4530-9FD0-8BCA8F8549F2}" type="parTrans" cxnId="{C73092AD-BC0D-4D4D-AA40-17C2534CA201}">
      <dgm:prSet/>
      <dgm:spPr/>
      <dgm:t>
        <a:bodyPr/>
        <a:lstStyle/>
        <a:p>
          <a:endParaRPr lang="en-US"/>
        </a:p>
      </dgm:t>
    </dgm:pt>
    <dgm:pt modelId="{69D8E085-8A93-4206-B5DD-ACFD324CE592}" type="sibTrans" cxnId="{C73092AD-BC0D-4D4D-AA40-17C2534CA201}">
      <dgm:prSet/>
      <dgm:spPr/>
      <dgm:t>
        <a:bodyPr/>
        <a:lstStyle/>
        <a:p>
          <a:endParaRPr lang="en-US"/>
        </a:p>
      </dgm:t>
    </dgm:pt>
    <dgm:pt modelId="{6A687DF6-B6EC-4070-AE89-79B15504CD04}">
      <dgm:prSet custT="1"/>
      <dgm:spPr/>
      <dgm:t>
        <a:bodyPr/>
        <a:lstStyle/>
        <a:p>
          <a:pPr rtl="1"/>
          <a:r>
            <a:rPr lang="ar-EG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الرغبة</a:t>
          </a:r>
        </a:p>
      </dgm:t>
    </dgm:pt>
    <dgm:pt modelId="{FB5F04F8-214E-4F9C-9479-1A08F9593DCC}" type="parTrans" cxnId="{29F96B1D-5889-49A3-A56A-53EE7318F145}">
      <dgm:prSet/>
      <dgm:spPr/>
      <dgm:t>
        <a:bodyPr/>
        <a:lstStyle/>
        <a:p>
          <a:endParaRPr lang="en-US"/>
        </a:p>
      </dgm:t>
    </dgm:pt>
    <dgm:pt modelId="{71636FC1-0227-4E0C-B224-1CD81498E699}" type="sibTrans" cxnId="{29F96B1D-5889-49A3-A56A-53EE7318F145}">
      <dgm:prSet/>
      <dgm:spPr/>
      <dgm:t>
        <a:bodyPr/>
        <a:lstStyle/>
        <a:p>
          <a:endParaRPr lang="en-US"/>
        </a:p>
      </dgm:t>
    </dgm:pt>
    <dgm:pt modelId="{A1712EE8-1C4F-4662-9D3D-665166DA62C8}">
      <dgm:prSet custT="1"/>
      <dgm:spPr/>
      <dgm:t>
        <a:bodyPr/>
        <a:lstStyle/>
        <a:p>
          <a:pPr rtl="1"/>
          <a:r>
            <a:rPr lang="ar-EG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اتخاذ القرار</a:t>
          </a:r>
        </a:p>
      </dgm:t>
    </dgm:pt>
    <dgm:pt modelId="{2A041198-4351-4EA7-9363-A5B7D20EF054}" type="parTrans" cxnId="{3E934CEC-D403-4B68-9BE7-E224B302AFEB}">
      <dgm:prSet/>
      <dgm:spPr/>
      <dgm:t>
        <a:bodyPr/>
        <a:lstStyle/>
        <a:p>
          <a:endParaRPr lang="en-US"/>
        </a:p>
      </dgm:t>
    </dgm:pt>
    <dgm:pt modelId="{68A9DF1C-3B34-440D-A081-9D8D7FACF781}" type="sibTrans" cxnId="{3E934CEC-D403-4B68-9BE7-E224B302AFEB}">
      <dgm:prSet/>
      <dgm:spPr/>
      <dgm:t>
        <a:bodyPr/>
        <a:lstStyle/>
        <a:p>
          <a:endParaRPr lang="en-US"/>
        </a:p>
      </dgm:t>
    </dgm:pt>
    <dgm:pt modelId="{34A1E133-DEC1-7E48-A797-6279B84B4CAD}" type="pres">
      <dgm:prSet presAssocID="{F232C7E0-8B8D-44DE-83C4-E5F301A855CD}" presName="linear" presStyleCnt="0">
        <dgm:presLayoutVars>
          <dgm:dir/>
          <dgm:animLvl val="lvl"/>
          <dgm:resizeHandles val="exact"/>
        </dgm:presLayoutVars>
      </dgm:prSet>
      <dgm:spPr/>
    </dgm:pt>
    <dgm:pt modelId="{874AB15D-63C4-204F-BB17-2F7D5085C800}" type="pres">
      <dgm:prSet presAssocID="{F2F0DCAD-8953-4750-A3DB-671D56B6A62D}" presName="parentLin" presStyleCnt="0"/>
      <dgm:spPr/>
    </dgm:pt>
    <dgm:pt modelId="{1DDEE478-B394-4F4F-93AE-C27347B7260D}" type="pres">
      <dgm:prSet presAssocID="{F2F0DCAD-8953-4750-A3DB-671D56B6A62D}" presName="parentLeftMargin" presStyleLbl="node1" presStyleIdx="0" presStyleCnt="1"/>
      <dgm:spPr/>
    </dgm:pt>
    <dgm:pt modelId="{02CD65CA-B8E7-874D-8D32-9045D096B1E7}" type="pres">
      <dgm:prSet presAssocID="{F2F0DCAD-8953-4750-A3DB-671D56B6A62D}" presName="parentText" presStyleLbl="node1" presStyleIdx="0" presStyleCnt="1" custLinFactX="8277" custLinFactNeighborX="100000" custLinFactNeighborY="903">
        <dgm:presLayoutVars>
          <dgm:chMax val="0"/>
          <dgm:bulletEnabled val="1"/>
        </dgm:presLayoutVars>
      </dgm:prSet>
      <dgm:spPr/>
    </dgm:pt>
    <dgm:pt modelId="{8C4B0347-E45C-7344-A69E-3043D084D86E}" type="pres">
      <dgm:prSet presAssocID="{F2F0DCAD-8953-4750-A3DB-671D56B6A62D}" presName="negativeSpace" presStyleCnt="0"/>
      <dgm:spPr/>
    </dgm:pt>
    <dgm:pt modelId="{3F7966F9-6418-3946-A493-DB93433E9CE4}" type="pres">
      <dgm:prSet presAssocID="{F2F0DCAD-8953-4750-A3DB-671D56B6A62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635BE0C-5472-47D1-8680-4CC20A8A409E}" srcId="{F232C7E0-8B8D-44DE-83C4-E5F301A855CD}" destId="{F2F0DCAD-8953-4750-A3DB-671D56B6A62D}" srcOrd="0" destOrd="0" parTransId="{B4EF79E9-0DCA-40B0-A2AA-0BE5B4A66F17}" sibTransId="{4CFB5463-EA8D-45B8-A7E5-CA834708EFD2}"/>
    <dgm:cxn modelId="{C2CEF213-FC8E-E845-8866-9BA6993C3637}" type="presOf" srcId="{F2F0DCAD-8953-4750-A3DB-671D56B6A62D}" destId="{02CD65CA-B8E7-874D-8D32-9045D096B1E7}" srcOrd="1" destOrd="0" presId="urn:microsoft.com/office/officeart/2005/8/layout/list1"/>
    <dgm:cxn modelId="{29F96B1D-5889-49A3-A56A-53EE7318F145}" srcId="{F2F0DCAD-8953-4750-A3DB-671D56B6A62D}" destId="{6A687DF6-B6EC-4070-AE89-79B15504CD04}" srcOrd="2" destOrd="0" parTransId="{FB5F04F8-214E-4F9C-9479-1A08F9593DCC}" sibTransId="{71636FC1-0227-4E0C-B224-1CD81498E699}"/>
    <dgm:cxn modelId="{3A844589-15D3-FD4E-B79F-1076DC18F185}" type="presOf" srcId="{47C63141-05AF-46D6-B756-27EFEA4C274B}" destId="{3F7966F9-6418-3946-A493-DB93433E9CE4}" srcOrd="0" destOrd="0" presId="urn:microsoft.com/office/officeart/2005/8/layout/list1"/>
    <dgm:cxn modelId="{081C498E-F242-4372-89AF-6D02C74809E2}" srcId="{F2F0DCAD-8953-4750-A3DB-671D56B6A62D}" destId="{47C63141-05AF-46D6-B756-27EFEA4C274B}" srcOrd="0" destOrd="0" parTransId="{75863078-C748-4A85-9CA8-9A817DB7866F}" sibTransId="{9E27A637-5928-4815-B7D6-854B46DDB032}"/>
    <dgm:cxn modelId="{C73092AD-BC0D-4D4D-AA40-17C2534CA201}" srcId="{F2F0DCAD-8953-4750-A3DB-671D56B6A62D}" destId="{1110EA89-9DDB-4132-9C65-F87FE3E120CA}" srcOrd="1" destOrd="0" parTransId="{EEBB5E8A-AD85-4530-9FD0-8BCA8F8549F2}" sibTransId="{69D8E085-8A93-4206-B5DD-ACFD324CE592}"/>
    <dgm:cxn modelId="{9B1847B7-0857-9B4A-B689-4E8CD47CDB8B}" type="presOf" srcId="{1110EA89-9DDB-4132-9C65-F87FE3E120CA}" destId="{3F7966F9-6418-3946-A493-DB93433E9CE4}" srcOrd="0" destOrd="1" presId="urn:microsoft.com/office/officeart/2005/8/layout/list1"/>
    <dgm:cxn modelId="{AAE0DDBB-F631-FE4E-9F0B-FA82DF4A6D56}" type="presOf" srcId="{A1712EE8-1C4F-4662-9D3D-665166DA62C8}" destId="{3F7966F9-6418-3946-A493-DB93433E9CE4}" srcOrd="0" destOrd="3" presId="urn:microsoft.com/office/officeart/2005/8/layout/list1"/>
    <dgm:cxn modelId="{592A6ACC-7C05-264A-8A59-570B34F7D6CC}" type="presOf" srcId="{6A687DF6-B6EC-4070-AE89-79B15504CD04}" destId="{3F7966F9-6418-3946-A493-DB93433E9CE4}" srcOrd="0" destOrd="2" presId="urn:microsoft.com/office/officeart/2005/8/layout/list1"/>
    <dgm:cxn modelId="{AE7718E1-F8B3-CC4A-A5EB-FE05E02AAD58}" type="presOf" srcId="{F2F0DCAD-8953-4750-A3DB-671D56B6A62D}" destId="{1DDEE478-B394-4F4F-93AE-C27347B7260D}" srcOrd="0" destOrd="0" presId="urn:microsoft.com/office/officeart/2005/8/layout/list1"/>
    <dgm:cxn modelId="{1A0A9EEB-F317-C74A-8F6F-D74D97A76951}" type="presOf" srcId="{F232C7E0-8B8D-44DE-83C4-E5F301A855CD}" destId="{34A1E133-DEC1-7E48-A797-6279B84B4CAD}" srcOrd="0" destOrd="0" presId="urn:microsoft.com/office/officeart/2005/8/layout/list1"/>
    <dgm:cxn modelId="{3E934CEC-D403-4B68-9BE7-E224B302AFEB}" srcId="{F2F0DCAD-8953-4750-A3DB-671D56B6A62D}" destId="{A1712EE8-1C4F-4662-9D3D-665166DA62C8}" srcOrd="3" destOrd="0" parTransId="{2A041198-4351-4EA7-9363-A5B7D20EF054}" sibTransId="{68A9DF1C-3B34-440D-A081-9D8D7FACF781}"/>
    <dgm:cxn modelId="{87F35F31-06C0-3940-B6BD-16D0A136B990}" type="presParOf" srcId="{34A1E133-DEC1-7E48-A797-6279B84B4CAD}" destId="{874AB15D-63C4-204F-BB17-2F7D5085C800}" srcOrd="0" destOrd="0" presId="urn:microsoft.com/office/officeart/2005/8/layout/list1"/>
    <dgm:cxn modelId="{3692FBCA-4B65-EA4A-BB69-64334544C302}" type="presParOf" srcId="{874AB15D-63C4-204F-BB17-2F7D5085C800}" destId="{1DDEE478-B394-4F4F-93AE-C27347B7260D}" srcOrd="0" destOrd="0" presId="urn:microsoft.com/office/officeart/2005/8/layout/list1"/>
    <dgm:cxn modelId="{85C588D4-72B3-2747-92AE-ACAC42FF781D}" type="presParOf" srcId="{874AB15D-63C4-204F-BB17-2F7D5085C800}" destId="{02CD65CA-B8E7-874D-8D32-9045D096B1E7}" srcOrd="1" destOrd="0" presId="urn:microsoft.com/office/officeart/2005/8/layout/list1"/>
    <dgm:cxn modelId="{CCB9FBF6-3F6B-3D49-9D1B-67F82B7256EF}" type="presParOf" srcId="{34A1E133-DEC1-7E48-A797-6279B84B4CAD}" destId="{8C4B0347-E45C-7344-A69E-3043D084D86E}" srcOrd="1" destOrd="0" presId="urn:microsoft.com/office/officeart/2005/8/layout/list1"/>
    <dgm:cxn modelId="{6CE644C8-39CB-0B43-B08F-8CFFD42D75F0}" type="presParOf" srcId="{34A1E133-DEC1-7E48-A797-6279B84B4CAD}" destId="{3F7966F9-6418-3946-A493-DB93433E9CE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050A1A-721E-4D4F-BC8A-B285DAB219F7}" type="doc">
      <dgm:prSet loTypeId="urn:microsoft.com/office/officeart/2009/3/layout/HorizontalOrganizationChart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3D09265-7494-CD48-9842-4A5E2ABA178A}">
      <dgm:prSet custT="1"/>
      <dgm:spPr/>
      <dgm:t>
        <a:bodyPr/>
        <a:lstStyle/>
        <a:p>
          <a:r>
            <a:rPr lang="ar-EG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إدارة </a:t>
          </a:r>
          <a:r>
            <a:rPr lang="en-US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r>
            <a:rPr lang="ar-EG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أحد </a:t>
          </a:r>
          <a:r>
            <a:rPr lang="en-US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r>
            <a:rPr lang="ar-EG" sz="2000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الفعاليات </a:t>
          </a:r>
        </a:p>
      </dgm:t>
    </dgm:pt>
    <dgm:pt modelId="{F16CB482-BF80-654D-AE92-9CD7D3C1E081}" type="parTrans" cxnId="{89C23AC6-71BD-4C41-BE7D-0CAFDC80A82E}">
      <dgm:prSet/>
      <dgm:spPr/>
      <dgm:t>
        <a:bodyPr/>
        <a:lstStyle/>
        <a:p>
          <a:endParaRPr lang="en-GB"/>
        </a:p>
      </dgm:t>
    </dgm:pt>
    <dgm:pt modelId="{DE1CB17D-5906-E34B-811C-E697D2B04B65}" type="sibTrans" cxnId="{89C23AC6-71BD-4C41-BE7D-0CAFDC80A82E}">
      <dgm:prSet/>
      <dgm:spPr/>
      <dgm:t>
        <a:bodyPr/>
        <a:lstStyle/>
        <a:p>
          <a:endParaRPr lang="en-GB"/>
        </a:p>
      </dgm:t>
    </dgm:pt>
    <dgm:pt modelId="{7DB2438C-6CF2-AD4A-9837-5CBD78D49D27}">
      <dgm:prSet custT="1"/>
      <dgm:spPr/>
      <dgm:t>
        <a:bodyPr/>
        <a:lstStyle/>
        <a:p>
          <a:r>
            <a:rPr lang="ar-EG" sz="20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الإعداد</a:t>
          </a:r>
        </a:p>
      </dgm:t>
    </dgm:pt>
    <dgm:pt modelId="{7A0B5149-BEAF-0448-AFE0-96FFDC876C6A}" type="parTrans" cxnId="{E72FB106-ABF0-1444-BF6C-9AEB3E819A2A}">
      <dgm:prSet/>
      <dgm:spPr/>
      <dgm:t>
        <a:bodyPr/>
        <a:lstStyle/>
        <a:p>
          <a:endParaRPr lang="en-GB"/>
        </a:p>
      </dgm:t>
    </dgm:pt>
    <dgm:pt modelId="{84F20C1E-B3F0-DA4F-9D65-6E8D8E1C1196}" type="sibTrans" cxnId="{E72FB106-ABF0-1444-BF6C-9AEB3E819A2A}">
      <dgm:prSet/>
      <dgm:spPr/>
      <dgm:t>
        <a:bodyPr/>
        <a:lstStyle/>
        <a:p>
          <a:endParaRPr lang="en-GB"/>
        </a:p>
      </dgm:t>
    </dgm:pt>
    <dgm:pt modelId="{3A177F3A-EE8E-5C48-9DF8-2E5984AC06A2}">
      <dgm:prSet custT="1"/>
      <dgm:spPr/>
      <dgm:t>
        <a:bodyPr/>
        <a:lstStyle/>
        <a:p>
          <a:r>
            <a:rPr lang="ar-EG" sz="20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أثناء الفعالية</a:t>
          </a:r>
        </a:p>
      </dgm:t>
    </dgm:pt>
    <dgm:pt modelId="{C11D6334-BA56-054A-BD2F-3F771F26F73C}" type="parTrans" cxnId="{0347AD82-0EEC-324D-96B5-4DEE31C6BDCC}">
      <dgm:prSet/>
      <dgm:spPr/>
      <dgm:t>
        <a:bodyPr/>
        <a:lstStyle/>
        <a:p>
          <a:endParaRPr lang="en-GB"/>
        </a:p>
      </dgm:t>
    </dgm:pt>
    <dgm:pt modelId="{B190560A-F695-F947-BB73-C564890E674A}" type="sibTrans" cxnId="{0347AD82-0EEC-324D-96B5-4DEE31C6BDCC}">
      <dgm:prSet/>
      <dgm:spPr/>
      <dgm:t>
        <a:bodyPr/>
        <a:lstStyle/>
        <a:p>
          <a:endParaRPr lang="en-GB"/>
        </a:p>
      </dgm:t>
    </dgm:pt>
    <dgm:pt modelId="{24DA8EEC-1D43-5344-9929-3F842452283E}">
      <dgm:prSet custT="1"/>
      <dgm:spPr/>
      <dgm:t>
        <a:bodyPr/>
        <a:lstStyle/>
        <a:p>
          <a:r>
            <a:rPr lang="ar-EG" sz="20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إنهاء الفعالية</a:t>
          </a:r>
        </a:p>
      </dgm:t>
    </dgm:pt>
    <dgm:pt modelId="{803C0E2B-83B7-5944-B491-C85CC6AC4371}" type="parTrans" cxnId="{11715320-1FBE-B344-AFDF-002C57F616EB}">
      <dgm:prSet/>
      <dgm:spPr/>
      <dgm:t>
        <a:bodyPr/>
        <a:lstStyle/>
        <a:p>
          <a:endParaRPr lang="en-GB"/>
        </a:p>
      </dgm:t>
    </dgm:pt>
    <dgm:pt modelId="{0A5F3130-9F19-C840-8A68-9FA24364BB50}" type="sibTrans" cxnId="{11715320-1FBE-B344-AFDF-002C57F616EB}">
      <dgm:prSet/>
      <dgm:spPr/>
      <dgm:t>
        <a:bodyPr/>
        <a:lstStyle/>
        <a:p>
          <a:endParaRPr lang="en-GB"/>
        </a:p>
      </dgm:t>
    </dgm:pt>
    <dgm:pt modelId="{6E52DA29-5877-8944-A42F-87BE9A620B4F}" type="pres">
      <dgm:prSet presAssocID="{B5050A1A-721E-4D4F-BC8A-B285DAB219F7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EB6A0C32-29BF-F64A-A76C-C8C0EA8BD330}" type="pres">
      <dgm:prSet presAssocID="{93D09265-7494-CD48-9842-4A5E2ABA178A}" presName="hierRoot1" presStyleCnt="0">
        <dgm:presLayoutVars>
          <dgm:hierBranch val="init"/>
        </dgm:presLayoutVars>
      </dgm:prSet>
      <dgm:spPr/>
    </dgm:pt>
    <dgm:pt modelId="{FB79483D-75C9-F14F-9934-3FD4714AB79A}" type="pres">
      <dgm:prSet presAssocID="{93D09265-7494-CD48-9842-4A5E2ABA178A}" presName="rootComposite1" presStyleCnt="0"/>
      <dgm:spPr/>
    </dgm:pt>
    <dgm:pt modelId="{8E25D356-620A-5247-A915-EFD61580FAD1}" type="pres">
      <dgm:prSet presAssocID="{93D09265-7494-CD48-9842-4A5E2ABA178A}" presName="rootText1" presStyleLbl="node0" presStyleIdx="0" presStyleCnt="1" custScaleY="234849">
        <dgm:presLayoutVars>
          <dgm:chPref val="3"/>
        </dgm:presLayoutVars>
      </dgm:prSet>
      <dgm:spPr/>
    </dgm:pt>
    <dgm:pt modelId="{C104806D-3AE9-2840-8276-EC8540E5A39C}" type="pres">
      <dgm:prSet presAssocID="{93D09265-7494-CD48-9842-4A5E2ABA178A}" presName="rootConnector1" presStyleLbl="node1" presStyleIdx="0" presStyleCnt="0"/>
      <dgm:spPr/>
    </dgm:pt>
    <dgm:pt modelId="{F9035051-E6FB-2A44-B0F9-2606F8AB8BC2}" type="pres">
      <dgm:prSet presAssocID="{93D09265-7494-CD48-9842-4A5E2ABA178A}" presName="hierChild2" presStyleCnt="0"/>
      <dgm:spPr/>
    </dgm:pt>
    <dgm:pt modelId="{541CB940-E15B-4C7E-ADA3-D05ED5CAB144}" type="pres">
      <dgm:prSet presAssocID="{7A0B5149-BEAF-0448-AFE0-96FFDC876C6A}" presName="Name66" presStyleLbl="parChTrans1D2" presStyleIdx="0" presStyleCnt="3"/>
      <dgm:spPr/>
    </dgm:pt>
    <dgm:pt modelId="{E8DD8ED2-1DB2-3B4C-B158-3AF5627B08F2}" type="pres">
      <dgm:prSet presAssocID="{7DB2438C-6CF2-AD4A-9837-5CBD78D49D27}" presName="hierRoot2" presStyleCnt="0">
        <dgm:presLayoutVars>
          <dgm:hierBranch val="init"/>
        </dgm:presLayoutVars>
      </dgm:prSet>
      <dgm:spPr/>
    </dgm:pt>
    <dgm:pt modelId="{4DA0AA01-365C-7E47-936B-D7A5A54E3CF9}" type="pres">
      <dgm:prSet presAssocID="{7DB2438C-6CF2-AD4A-9837-5CBD78D49D27}" presName="rootComposite" presStyleCnt="0"/>
      <dgm:spPr/>
    </dgm:pt>
    <dgm:pt modelId="{1852318D-36D3-B945-9533-16A73A7499F3}" type="pres">
      <dgm:prSet presAssocID="{7DB2438C-6CF2-AD4A-9837-5CBD78D49D27}" presName="rootText" presStyleLbl="node2" presStyleIdx="0" presStyleCnt="3" custScaleY="215141">
        <dgm:presLayoutVars>
          <dgm:chPref val="3"/>
        </dgm:presLayoutVars>
      </dgm:prSet>
      <dgm:spPr/>
    </dgm:pt>
    <dgm:pt modelId="{33ACB4CC-26BA-EC4D-9788-1B680AF8ED14}" type="pres">
      <dgm:prSet presAssocID="{7DB2438C-6CF2-AD4A-9837-5CBD78D49D27}" presName="rootConnector" presStyleLbl="node2" presStyleIdx="0" presStyleCnt="3"/>
      <dgm:spPr/>
    </dgm:pt>
    <dgm:pt modelId="{98C9860D-B024-1344-AB36-A42A2A510684}" type="pres">
      <dgm:prSet presAssocID="{7DB2438C-6CF2-AD4A-9837-5CBD78D49D27}" presName="hierChild4" presStyleCnt="0"/>
      <dgm:spPr/>
    </dgm:pt>
    <dgm:pt modelId="{325DE487-D665-BD4C-B1A4-9AB09BD01FB7}" type="pres">
      <dgm:prSet presAssocID="{7DB2438C-6CF2-AD4A-9837-5CBD78D49D27}" presName="hierChild5" presStyleCnt="0"/>
      <dgm:spPr/>
    </dgm:pt>
    <dgm:pt modelId="{2FC70650-0664-4A1D-819D-7CEFA1DA4C62}" type="pres">
      <dgm:prSet presAssocID="{C11D6334-BA56-054A-BD2F-3F771F26F73C}" presName="Name66" presStyleLbl="parChTrans1D2" presStyleIdx="1" presStyleCnt="3"/>
      <dgm:spPr/>
    </dgm:pt>
    <dgm:pt modelId="{04E7A320-D2FA-DF46-95B4-11FEEE39278D}" type="pres">
      <dgm:prSet presAssocID="{3A177F3A-EE8E-5C48-9DF8-2E5984AC06A2}" presName="hierRoot2" presStyleCnt="0">
        <dgm:presLayoutVars>
          <dgm:hierBranch val="init"/>
        </dgm:presLayoutVars>
      </dgm:prSet>
      <dgm:spPr/>
    </dgm:pt>
    <dgm:pt modelId="{DD548073-CEC8-0E48-86E3-C588387BB51E}" type="pres">
      <dgm:prSet presAssocID="{3A177F3A-EE8E-5C48-9DF8-2E5984AC06A2}" presName="rootComposite" presStyleCnt="0"/>
      <dgm:spPr/>
    </dgm:pt>
    <dgm:pt modelId="{F8ADC681-82D3-DA42-9606-CC4A04541875}" type="pres">
      <dgm:prSet presAssocID="{3A177F3A-EE8E-5C48-9DF8-2E5984AC06A2}" presName="rootText" presStyleLbl="node2" presStyleIdx="1" presStyleCnt="3" custScaleY="179228">
        <dgm:presLayoutVars>
          <dgm:chPref val="3"/>
        </dgm:presLayoutVars>
      </dgm:prSet>
      <dgm:spPr/>
    </dgm:pt>
    <dgm:pt modelId="{BF502640-88AD-4F4B-84D7-EAB0E95A0355}" type="pres">
      <dgm:prSet presAssocID="{3A177F3A-EE8E-5C48-9DF8-2E5984AC06A2}" presName="rootConnector" presStyleLbl="node2" presStyleIdx="1" presStyleCnt="3"/>
      <dgm:spPr/>
    </dgm:pt>
    <dgm:pt modelId="{56C11BA5-213C-A041-8159-F316BE457B23}" type="pres">
      <dgm:prSet presAssocID="{3A177F3A-EE8E-5C48-9DF8-2E5984AC06A2}" presName="hierChild4" presStyleCnt="0"/>
      <dgm:spPr/>
    </dgm:pt>
    <dgm:pt modelId="{FAFBAB77-39F2-054D-9C84-1D88AA664B77}" type="pres">
      <dgm:prSet presAssocID="{3A177F3A-EE8E-5C48-9DF8-2E5984AC06A2}" presName="hierChild5" presStyleCnt="0"/>
      <dgm:spPr/>
    </dgm:pt>
    <dgm:pt modelId="{6D3427BD-453B-4342-88F4-F606882B405B}" type="pres">
      <dgm:prSet presAssocID="{803C0E2B-83B7-5944-B491-C85CC6AC4371}" presName="Name66" presStyleLbl="parChTrans1D2" presStyleIdx="2" presStyleCnt="3"/>
      <dgm:spPr/>
    </dgm:pt>
    <dgm:pt modelId="{39E44601-3EEF-1B40-8776-5D26C0980DDE}" type="pres">
      <dgm:prSet presAssocID="{24DA8EEC-1D43-5344-9929-3F842452283E}" presName="hierRoot2" presStyleCnt="0">
        <dgm:presLayoutVars>
          <dgm:hierBranch val="init"/>
        </dgm:presLayoutVars>
      </dgm:prSet>
      <dgm:spPr/>
    </dgm:pt>
    <dgm:pt modelId="{A53F6618-ED9D-F04F-8A33-FEF27704145A}" type="pres">
      <dgm:prSet presAssocID="{24DA8EEC-1D43-5344-9929-3F842452283E}" presName="rootComposite" presStyleCnt="0"/>
      <dgm:spPr/>
    </dgm:pt>
    <dgm:pt modelId="{8AA63356-3ABF-FB42-BE0C-0713B26EFEC6}" type="pres">
      <dgm:prSet presAssocID="{24DA8EEC-1D43-5344-9929-3F842452283E}" presName="rootText" presStyleLbl="node2" presStyleIdx="2" presStyleCnt="3" custScaleY="155622">
        <dgm:presLayoutVars>
          <dgm:chPref val="3"/>
        </dgm:presLayoutVars>
      </dgm:prSet>
      <dgm:spPr/>
    </dgm:pt>
    <dgm:pt modelId="{D1CDC14C-BE16-E547-9C7A-934C272FEA1A}" type="pres">
      <dgm:prSet presAssocID="{24DA8EEC-1D43-5344-9929-3F842452283E}" presName="rootConnector" presStyleLbl="node2" presStyleIdx="2" presStyleCnt="3"/>
      <dgm:spPr/>
    </dgm:pt>
    <dgm:pt modelId="{4652A20A-BD39-C548-B217-F5C00032D732}" type="pres">
      <dgm:prSet presAssocID="{24DA8EEC-1D43-5344-9929-3F842452283E}" presName="hierChild4" presStyleCnt="0"/>
      <dgm:spPr/>
    </dgm:pt>
    <dgm:pt modelId="{39189EFC-1EE8-8D40-801F-2BA43FAB24B1}" type="pres">
      <dgm:prSet presAssocID="{24DA8EEC-1D43-5344-9929-3F842452283E}" presName="hierChild5" presStyleCnt="0"/>
      <dgm:spPr/>
    </dgm:pt>
    <dgm:pt modelId="{642501E6-2BB6-974A-81BF-47A6AE723E75}" type="pres">
      <dgm:prSet presAssocID="{93D09265-7494-CD48-9842-4A5E2ABA178A}" presName="hierChild3" presStyleCnt="0"/>
      <dgm:spPr/>
    </dgm:pt>
  </dgm:ptLst>
  <dgm:cxnLst>
    <dgm:cxn modelId="{E72FB106-ABF0-1444-BF6C-9AEB3E819A2A}" srcId="{93D09265-7494-CD48-9842-4A5E2ABA178A}" destId="{7DB2438C-6CF2-AD4A-9837-5CBD78D49D27}" srcOrd="0" destOrd="0" parTransId="{7A0B5149-BEAF-0448-AFE0-96FFDC876C6A}" sibTransId="{84F20C1E-B3F0-DA4F-9D65-6E8D8E1C1196}"/>
    <dgm:cxn modelId="{2F7F0D17-09B9-4AC3-AC16-9E3A38E58346}" type="presOf" srcId="{803C0E2B-83B7-5944-B491-C85CC6AC4371}" destId="{6D3427BD-453B-4342-88F4-F606882B405B}" srcOrd="0" destOrd="0" presId="urn:microsoft.com/office/officeart/2009/3/layout/HorizontalOrganizationChart"/>
    <dgm:cxn modelId="{11715320-1FBE-B344-AFDF-002C57F616EB}" srcId="{93D09265-7494-CD48-9842-4A5E2ABA178A}" destId="{24DA8EEC-1D43-5344-9929-3F842452283E}" srcOrd="2" destOrd="0" parTransId="{803C0E2B-83B7-5944-B491-C85CC6AC4371}" sibTransId="{0A5F3130-9F19-C840-8A68-9FA24364BB50}"/>
    <dgm:cxn modelId="{CB07955E-55EC-144D-B3B0-76CDE611875E}" type="presOf" srcId="{7DB2438C-6CF2-AD4A-9837-5CBD78D49D27}" destId="{1852318D-36D3-B945-9533-16A73A7499F3}" srcOrd="0" destOrd="0" presId="urn:microsoft.com/office/officeart/2009/3/layout/HorizontalOrganizationChart"/>
    <dgm:cxn modelId="{664D825F-6D79-964B-A516-C1CB4F1520FD}" type="presOf" srcId="{24DA8EEC-1D43-5344-9929-3F842452283E}" destId="{D1CDC14C-BE16-E547-9C7A-934C272FEA1A}" srcOrd="1" destOrd="0" presId="urn:microsoft.com/office/officeart/2009/3/layout/HorizontalOrganizationChart"/>
    <dgm:cxn modelId="{D6417841-CB93-134C-BE51-87CA8FD58245}" type="presOf" srcId="{93D09265-7494-CD48-9842-4A5E2ABA178A}" destId="{8E25D356-620A-5247-A915-EFD61580FAD1}" srcOrd="0" destOrd="0" presId="urn:microsoft.com/office/officeart/2009/3/layout/HorizontalOrganizationChart"/>
    <dgm:cxn modelId="{CEB30F44-2C25-4311-A712-3B08EBB645F0}" type="presOf" srcId="{7A0B5149-BEAF-0448-AFE0-96FFDC876C6A}" destId="{541CB940-E15B-4C7E-ADA3-D05ED5CAB144}" srcOrd="0" destOrd="0" presId="urn:microsoft.com/office/officeart/2009/3/layout/HorizontalOrganizationChart"/>
    <dgm:cxn modelId="{62C8EE44-3BF4-5146-B337-D1F15F3F2A7E}" type="presOf" srcId="{24DA8EEC-1D43-5344-9929-3F842452283E}" destId="{8AA63356-3ABF-FB42-BE0C-0713B26EFEC6}" srcOrd="0" destOrd="0" presId="urn:microsoft.com/office/officeart/2009/3/layout/HorizontalOrganizationChart"/>
    <dgm:cxn modelId="{0347AD82-0EEC-324D-96B5-4DEE31C6BDCC}" srcId="{93D09265-7494-CD48-9842-4A5E2ABA178A}" destId="{3A177F3A-EE8E-5C48-9DF8-2E5984AC06A2}" srcOrd="1" destOrd="0" parTransId="{C11D6334-BA56-054A-BD2F-3F771F26F73C}" sibTransId="{B190560A-F695-F947-BB73-C564890E674A}"/>
    <dgm:cxn modelId="{19DAB4A3-0E72-F14D-A260-19874BF82F36}" type="presOf" srcId="{3A177F3A-EE8E-5C48-9DF8-2E5984AC06A2}" destId="{F8ADC681-82D3-DA42-9606-CC4A04541875}" srcOrd="0" destOrd="0" presId="urn:microsoft.com/office/officeart/2009/3/layout/HorizontalOrganizationChart"/>
    <dgm:cxn modelId="{FC7901B8-56BA-8D4D-9286-1D077BFC4FEB}" type="presOf" srcId="{B5050A1A-721E-4D4F-BC8A-B285DAB219F7}" destId="{6E52DA29-5877-8944-A42F-87BE9A620B4F}" srcOrd="0" destOrd="0" presId="urn:microsoft.com/office/officeart/2009/3/layout/HorizontalOrganizationChart"/>
    <dgm:cxn modelId="{B18DD5B8-B53C-494D-AA91-DE34B2B56A01}" type="presOf" srcId="{7DB2438C-6CF2-AD4A-9837-5CBD78D49D27}" destId="{33ACB4CC-26BA-EC4D-9788-1B680AF8ED14}" srcOrd="1" destOrd="0" presId="urn:microsoft.com/office/officeart/2009/3/layout/HorizontalOrganizationChart"/>
    <dgm:cxn modelId="{F5B1C0C4-6260-6742-8B00-E43CBE1A477C}" type="presOf" srcId="{93D09265-7494-CD48-9842-4A5E2ABA178A}" destId="{C104806D-3AE9-2840-8276-EC8540E5A39C}" srcOrd="1" destOrd="0" presId="urn:microsoft.com/office/officeart/2009/3/layout/HorizontalOrganizationChart"/>
    <dgm:cxn modelId="{89C23AC6-71BD-4C41-BE7D-0CAFDC80A82E}" srcId="{B5050A1A-721E-4D4F-BC8A-B285DAB219F7}" destId="{93D09265-7494-CD48-9842-4A5E2ABA178A}" srcOrd="0" destOrd="0" parTransId="{F16CB482-BF80-654D-AE92-9CD7D3C1E081}" sibTransId="{DE1CB17D-5906-E34B-811C-E697D2B04B65}"/>
    <dgm:cxn modelId="{6CE3F8E0-AF6D-41CF-8126-D64F27F245EB}" type="presOf" srcId="{C11D6334-BA56-054A-BD2F-3F771F26F73C}" destId="{2FC70650-0664-4A1D-819D-7CEFA1DA4C62}" srcOrd="0" destOrd="0" presId="urn:microsoft.com/office/officeart/2009/3/layout/HorizontalOrganizationChart"/>
    <dgm:cxn modelId="{B7B6F3ED-D3D1-BA48-A093-84E002CF8A28}" type="presOf" srcId="{3A177F3A-EE8E-5C48-9DF8-2E5984AC06A2}" destId="{BF502640-88AD-4F4B-84D7-EAB0E95A0355}" srcOrd="1" destOrd="0" presId="urn:microsoft.com/office/officeart/2009/3/layout/HorizontalOrganizationChart"/>
    <dgm:cxn modelId="{B8523ACE-E2D2-0748-A287-BB86E4A34380}" type="presParOf" srcId="{6E52DA29-5877-8944-A42F-87BE9A620B4F}" destId="{EB6A0C32-29BF-F64A-A76C-C8C0EA8BD330}" srcOrd="0" destOrd="0" presId="urn:microsoft.com/office/officeart/2009/3/layout/HorizontalOrganizationChart"/>
    <dgm:cxn modelId="{D6148CE2-1990-264A-85DF-77402E9DD8EC}" type="presParOf" srcId="{EB6A0C32-29BF-F64A-A76C-C8C0EA8BD330}" destId="{FB79483D-75C9-F14F-9934-3FD4714AB79A}" srcOrd="0" destOrd="0" presId="urn:microsoft.com/office/officeart/2009/3/layout/HorizontalOrganizationChart"/>
    <dgm:cxn modelId="{E7132DDE-C119-1A40-8EA2-99EBB4FE92E6}" type="presParOf" srcId="{FB79483D-75C9-F14F-9934-3FD4714AB79A}" destId="{8E25D356-620A-5247-A915-EFD61580FAD1}" srcOrd="0" destOrd="0" presId="urn:microsoft.com/office/officeart/2009/3/layout/HorizontalOrganizationChart"/>
    <dgm:cxn modelId="{F40905B8-2C78-554B-8AFB-0457FBC74C36}" type="presParOf" srcId="{FB79483D-75C9-F14F-9934-3FD4714AB79A}" destId="{C104806D-3AE9-2840-8276-EC8540E5A39C}" srcOrd="1" destOrd="0" presId="urn:microsoft.com/office/officeart/2009/3/layout/HorizontalOrganizationChart"/>
    <dgm:cxn modelId="{B4ACFBF2-CCC5-EB4F-AD05-822C07C7CF93}" type="presParOf" srcId="{EB6A0C32-29BF-F64A-A76C-C8C0EA8BD330}" destId="{F9035051-E6FB-2A44-B0F9-2606F8AB8BC2}" srcOrd="1" destOrd="0" presId="urn:microsoft.com/office/officeart/2009/3/layout/HorizontalOrganizationChart"/>
    <dgm:cxn modelId="{9C0EC921-8D87-407F-AF87-F13FCDF0B340}" type="presParOf" srcId="{F9035051-E6FB-2A44-B0F9-2606F8AB8BC2}" destId="{541CB940-E15B-4C7E-ADA3-D05ED5CAB144}" srcOrd="0" destOrd="0" presId="urn:microsoft.com/office/officeart/2009/3/layout/HorizontalOrganizationChart"/>
    <dgm:cxn modelId="{9CF8F5DD-D099-CA4B-9A7B-B99D81FD394A}" type="presParOf" srcId="{F9035051-E6FB-2A44-B0F9-2606F8AB8BC2}" destId="{E8DD8ED2-1DB2-3B4C-B158-3AF5627B08F2}" srcOrd="1" destOrd="0" presId="urn:microsoft.com/office/officeart/2009/3/layout/HorizontalOrganizationChart"/>
    <dgm:cxn modelId="{A9E0B090-BDE8-E441-8248-9D2DB97EB3D8}" type="presParOf" srcId="{E8DD8ED2-1DB2-3B4C-B158-3AF5627B08F2}" destId="{4DA0AA01-365C-7E47-936B-D7A5A54E3CF9}" srcOrd="0" destOrd="0" presId="urn:microsoft.com/office/officeart/2009/3/layout/HorizontalOrganizationChart"/>
    <dgm:cxn modelId="{15F42A3A-8458-4649-89B7-B9A33444A168}" type="presParOf" srcId="{4DA0AA01-365C-7E47-936B-D7A5A54E3CF9}" destId="{1852318D-36D3-B945-9533-16A73A7499F3}" srcOrd="0" destOrd="0" presId="urn:microsoft.com/office/officeart/2009/3/layout/HorizontalOrganizationChart"/>
    <dgm:cxn modelId="{9F4EC636-6F70-E143-85BF-AF4D448CD351}" type="presParOf" srcId="{4DA0AA01-365C-7E47-936B-D7A5A54E3CF9}" destId="{33ACB4CC-26BA-EC4D-9788-1B680AF8ED14}" srcOrd="1" destOrd="0" presId="urn:microsoft.com/office/officeart/2009/3/layout/HorizontalOrganizationChart"/>
    <dgm:cxn modelId="{4DEAFDA8-DF6E-4541-8EB7-22F57904942C}" type="presParOf" srcId="{E8DD8ED2-1DB2-3B4C-B158-3AF5627B08F2}" destId="{98C9860D-B024-1344-AB36-A42A2A510684}" srcOrd="1" destOrd="0" presId="urn:microsoft.com/office/officeart/2009/3/layout/HorizontalOrganizationChart"/>
    <dgm:cxn modelId="{505728C8-FA6D-E14E-B4BA-BB112A0B8F3D}" type="presParOf" srcId="{E8DD8ED2-1DB2-3B4C-B158-3AF5627B08F2}" destId="{325DE487-D665-BD4C-B1A4-9AB09BD01FB7}" srcOrd="2" destOrd="0" presId="urn:microsoft.com/office/officeart/2009/3/layout/HorizontalOrganizationChart"/>
    <dgm:cxn modelId="{CB1F7E2C-C169-46F6-9880-0F88A795F6EF}" type="presParOf" srcId="{F9035051-E6FB-2A44-B0F9-2606F8AB8BC2}" destId="{2FC70650-0664-4A1D-819D-7CEFA1DA4C62}" srcOrd="2" destOrd="0" presId="urn:microsoft.com/office/officeart/2009/3/layout/HorizontalOrganizationChart"/>
    <dgm:cxn modelId="{FF08BDE2-7DAC-104C-85D7-30EAFD9E774D}" type="presParOf" srcId="{F9035051-E6FB-2A44-B0F9-2606F8AB8BC2}" destId="{04E7A320-D2FA-DF46-95B4-11FEEE39278D}" srcOrd="3" destOrd="0" presId="urn:microsoft.com/office/officeart/2009/3/layout/HorizontalOrganizationChart"/>
    <dgm:cxn modelId="{17464677-E2EE-504A-99CE-CD6422B24B0F}" type="presParOf" srcId="{04E7A320-D2FA-DF46-95B4-11FEEE39278D}" destId="{DD548073-CEC8-0E48-86E3-C588387BB51E}" srcOrd="0" destOrd="0" presId="urn:microsoft.com/office/officeart/2009/3/layout/HorizontalOrganizationChart"/>
    <dgm:cxn modelId="{F6E5019E-ABDA-5E41-800F-107E542CCC81}" type="presParOf" srcId="{DD548073-CEC8-0E48-86E3-C588387BB51E}" destId="{F8ADC681-82D3-DA42-9606-CC4A04541875}" srcOrd="0" destOrd="0" presId="urn:microsoft.com/office/officeart/2009/3/layout/HorizontalOrganizationChart"/>
    <dgm:cxn modelId="{006373FB-C79A-ED49-94AE-8F40EF8ED681}" type="presParOf" srcId="{DD548073-CEC8-0E48-86E3-C588387BB51E}" destId="{BF502640-88AD-4F4B-84D7-EAB0E95A0355}" srcOrd="1" destOrd="0" presId="urn:microsoft.com/office/officeart/2009/3/layout/HorizontalOrganizationChart"/>
    <dgm:cxn modelId="{B8BD424C-E214-CA4E-9F03-67DC7182A41B}" type="presParOf" srcId="{04E7A320-D2FA-DF46-95B4-11FEEE39278D}" destId="{56C11BA5-213C-A041-8159-F316BE457B23}" srcOrd="1" destOrd="0" presId="urn:microsoft.com/office/officeart/2009/3/layout/HorizontalOrganizationChart"/>
    <dgm:cxn modelId="{19312C30-D04A-9E4D-9AAE-EEAED935E772}" type="presParOf" srcId="{04E7A320-D2FA-DF46-95B4-11FEEE39278D}" destId="{FAFBAB77-39F2-054D-9C84-1D88AA664B77}" srcOrd="2" destOrd="0" presId="urn:microsoft.com/office/officeart/2009/3/layout/HorizontalOrganizationChart"/>
    <dgm:cxn modelId="{58A8E18C-8037-45A5-8862-6784E5DEBEC0}" type="presParOf" srcId="{F9035051-E6FB-2A44-B0F9-2606F8AB8BC2}" destId="{6D3427BD-453B-4342-88F4-F606882B405B}" srcOrd="4" destOrd="0" presId="urn:microsoft.com/office/officeart/2009/3/layout/HorizontalOrganizationChart"/>
    <dgm:cxn modelId="{A8DA176D-9E5B-5B43-B963-4AC0E0B708FE}" type="presParOf" srcId="{F9035051-E6FB-2A44-B0F9-2606F8AB8BC2}" destId="{39E44601-3EEF-1B40-8776-5D26C0980DDE}" srcOrd="5" destOrd="0" presId="urn:microsoft.com/office/officeart/2009/3/layout/HorizontalOrganizationChart"/>
    <dgm:cxn modelId="{6CB6A921-E9A6-8F45-977C-F3C6E8C207B6}" type="presParOf" srcId="{39E44601-3EEF-1B40-8776-5D26C0980DDE}" destId="{A53F6618-ED9D-F04F-8A33-FEF27704145A}" srcOrd="0" destOrd="0" presId="urn:microsoft.com/office/officeart/2009/3/layout/HorizontalOrganizationChart"/>
    <dgm:cxn modelId="{FE755138-B341-5C48-AB8B-03EA00B54A3E}" type="presParOf" srcId="{A53F6618-ED9D-F04F-8A33-FEF27704145A}" destId="{8AA63356-3ABF-FB42-BE0C-0713B26EFEC6}" srcOrd="0" destOrd="0" presId="urn:microsoft.com/office/officeart/2009/3/layout/HorizontalOrganizationChart"/>
    <dgm:cxn modelId="{77CC401C-AC0C-8943-B339-354620B59F1C}" type="presParOf" srcId="{A53F6618-ED9D-F04F-8A33-FEF27704145A}" destId="{D1CDC14C-BE16-E547-9C7A-934C272FEA1A}" srcOrd="1" destOrd="0" presId="urn:microsoft.com/office/officeart/2009/3/layout/HorizontalOrganizationChart"/>
    <dgm:cxn modelId="{1E749B54-3F80-BE44-83BC-1382B489F189}" type="presParOf" srcId="{39E44601-3EEF-1B40-8776-5D26C0980DDE}" destId="{4652A20A-BD39-C548-B217-F5C00032D732}" srcOrd="1" destOrd="0" presId="urn:microsoft.com/office/officeart/2009/3/layout/HorizontalOrganizationChart"/>
    <dgm:cxn modelId="{97A1342C-4D8D-7F4C-80BA-C1A6115AAF62}" type="presParOf" srcId="{39E44601-3EEF-1B40-8776-5D26C0980DDE}" destId="{39189EFC-1EE8-8D40-801F-2BA43FAB24B1}" srcOrd="2" destOrd="0" presId="urn:microsoft.com/office/officeart/2009/3/layout/HorizontalOrganizationChart"/>
    <dgm:cxn modelId="{92341344-B04B-0B49-99FF-0D1A5B9C2402}" type="presParOf" srcId="{EB6A0C32-29BF-F64A-A76C-C8C0EA8BD330}" destId="{642501E6-2BB6-974A-81BF-47A6AE723E7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5360E24-6BE3-49E4-BCC1-CED6D274F8B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5FFF85-1263-4CE8-8247-F6E58EA51965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المواقف غير المتوقعة يمكن أن تحدث دائمًا، </a:t>
          </a:r>
          <a:br>
            <a:rPr lang="ar-EG" dirty="0"/>
          </a:br>
          <a:r>
            <a:rPr lang="ar-EG" dirty="0"/>
            <a:t>فكن مستعدًا.</a:t>
          </a:r>
        </a:p>
      </dgm:t>
    </dgm:pt>
    <dgm:pt modelId="{91303309-C7C8-41D1-BE36-A584668ADE63}" type="parTrans" cxnId="{1B16D45D-ACFC-4118-9581-3555FA13C34C}">
      <dgm:prSet/>
      <dgm:spPr/>
      <dgm:t>
        <a:bodyPr/>
        <a:lstStyle/>
        <a:p>
          <a:endParaRPr lang="en-US"/>
        </a:p>
      </dgm:t>
    </dgm:pt>
    <dgm:pt modelId="{CBBA58CA-AF01-4EB9-AE99-AAAA4226676B}" type="sibTrans" cxnId="{1B16D45D-ACFC-4118-9581-3555FA13C3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656833-6470-4328-B4C8-07533900856C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خطة الطوارئ.</a:t>
          </a:r>
        </a:p>
      </dgm:t>
    </dgm:pt>
    <dgm:pt modelId="{E2E84774-3EB0-474E-AC67-BA7AA74C7E27}" type="parTrans" cxnId="{09430DB6-9170-4063-9C55-6281AEF0699E}">
      <dgm:prSet/>
      <dgm:spPr/>
      <dgm:t>
        <a:bodyPr/>
        <a:lstStyle/>
        <a:p>
          <a:endParaRPr lang="en-US"/>
        </a:p>
      </dgm:t>
    </dgm:pt>
    <dgm:pt modelId="{D5177176-6304-44FA-98E6-43C5EE32F41F}" type="sibTrans" cxnId="{09430DB6-9170-4063-9C55-6281AEF069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66FB1B-089D-4AC3-9E57-9F2986FFFCD6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التواصل مع الفريق وخدمات الطوارئ.</a:t>
          </a:r>
        </a:p>
      </dgm:t>
    </dgm:pt>
    <dgm:pt modelId="{C8A46E4E-A820-44D6-8D51-45509B39DB27}" type="parTrans" cxnId="{8F8BDF5E-F6C8-4C01-AE99-03534BBF3DE1}">
      <dgm:prSet/>
      <dgm:spPr/>
      <dgm:t>
        <a:bodyPr/>
        <a:lstStyle/>
        <a:p>
          <a:endParaRPr lang="en-US"/>
        </a:p>
      </dgm:t>
    </dgm:pt>
    <dgm:pt modelId="{2708C34D-00B3-4CAC-923F-5423E472BD8C}" type="sibTrans" cxnId="{8F8BDF5E-F6C8-4C01-AE99-03534BBF3D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18F74C-4205-411C-A1F9-BC27E795FAAA}">
      <dgm:prSet/>
      <dgm:spPr/>
      <dgm:t>
        <a:bodyPr/>
        <a:lstStyle/>
        <a:p>
          <a:pPr algn="r">
            <a:lnSpc>
              <a:spcPct val="100000"/>
            </a:lnSpc>
          </a:pPr>
          <a:r>
            <a:rPr lang="ar-EG" dirty="0"/>
            <a:t>نماذج تقرير الحادث/الواقعة توضح تفاصيل ما حدث.</a:t>
          </a:r>
        </a:p>
      </dgm:t>
    </dgm:pt>
    <dgm:pt modelId="{4B059CD8-8A51-4A7C-AD06-18971879C5C9}" type="parTrans" cxnId="{BA285036-E767-4341-9748-11CCC1C4FD0F}">
      <dgm:prSet/>
      <dgm:spPr/>
      <dgm:t>
        <a:bodyPr/>
        <a:lstStyle/>
        <a:p>
          <a:endParaRPr lang="en-US"/>
        </a:p>
      </dgm:t>
    </dgm:pt>
    <dgm:pt modelId="{ECAD5262-3004-480B-9124-D2991E081764}" type="sibTrans" cxnId="{BA285036-E767-4341-9748-11CCC1C4FD0F}">
      <dgm:prSet/>
      <dgm:spPr/>
      <dgm:t>
        <a:bodyPr/>
        <a:lstStyle/>
        <a:p>
          <a:endParaRPr lang="en-US"/>
        </a:p>
      </dgm:t>
    </dgm:pt>
    <dgm:pt modelId="{57BCBD6C-162F-455B-90C6-4CCBBCC1E4D4}" type="pres">
      <dgm:prSet presAssocID="{05360E24-6BE3-49E4-BCC1-CED6D274F8B0}" presName="root" presStyleCnt="0">
        <dgm:presLayoutVars>
          <dgm:dir val="rev"/>
          <dgm:resizeHandles val="exact"/>
        </dgm:presLayoutVars>
      </dgm:prSet>
      <dgm:spPr/>
    </dgm:pt>
    <dgm:pt modelId="{5FA8B791-BBDB-4F2A-8542-EFEAD6D371C7}" type="pres">
      <dgm:prSet presAssocID="{05360E24-6BE3-49E4-BCC1-CED6D274F8B0}" presName="container" presStyleCnt="0">
        <dgm:presLayoutVars>
          <dgm:dir/>
          <dgm:resizeHandles val="exact"/>
        </dgm:presLayoutVars>
      </dgm:prSet>
      <dgm:spPr/>
    </dgm:pt>
    <dgm:pt modelId="{C5CCD6F2-9F0E-4CFB-8D8D-1868EE6EA0E5}" type="pres">
      <dgm:prSet presAssocID="{465FFF85-1263-4CE8-8247-F6E58EA51965}" presName="compNode" presStyleCnt="0"/>
      <dgm:spPr/>
    </dgm:pt>
    <dgm:pt modelId="{84A09290-CDA9-410C-B922-C7BFD2048062}" type="pres">
      <dgm:prSet presAssocID="{465FFF85-1263-4CE8-8247-F6E58EA51965}" presName="iconBgRect" presStyleLbl="bgShp" presStyleIdx="0" presStyleCnt="4" custLinFactX="300000" custLinFactNeighborX="358316"/>
      <dgm:spPr/>
    </dgm:pt>
    <dgm:pt modelId="{0D15FC2F-8260-46AE-B104-A41FD79B151F}" type="pres">
      <dgm:prSet presAssocID="{465FFF85-1263-4CE8-8247-F6E58EA51965}" presName="iconRect" presStyleLbl="node1" presStyleIdx="0" presStyleCnt="4" custLinFactX="535027" custLinFactNeighborX="6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0D9FCA80-2CE3-48A8-8C15-F0D6DEF46971}" type="pres">
      <dgm:prSet presAssocID="{465FFF85-1263-4CE8-8247-F6E58EA51965}" presName="spaceRect" presStyleCnt="0"/>
      <dgm:spPr/>
    </dgm:pt>
    <dgm:pt modelId="{127BA49D-4FC6-40EF-8D4A-D06E21168551}" type="pres">
      <dgm:prSet presAssocID="{465FFF85-1263-4CE8-8247-F6E58EA51965}" presName="textRect" presStyleLbl="revTx" presStyleIdx="0" presStyleCnt="4" custLinFactX="17344" custLinFactNeighborX="100000">
        <dgm:presLayoutVars>
          <dgm:chMax val="1"/>
          <dgm:chPref val="1"/>
        </dgm:presLayoutVars>
      </dgm:prSet>
      <dgm:spPr/>
    </dgm:pt>
    <dgm:pt modelId="{9F825754-390F-4CB3-962D-FD54546B13E6}" type="pres">
      <dgm:prSet presAssocID="{CBBA58CA-AF01-4EB9-AE99-AAAA4226676B}" presName="sibTrans" presStyleLbl="sibTrans2D1" presStyleIdx="0" presStyleCnt="0"/>
      <dgm:spPr/>
    </dgm:pt>
    <dgm:pt modelId="{E9C082A6-9214-42BA-88D2-1EBCE91990EB}" type="pres">
      <dgm:prSet presAssocID="{11656833-6470-4328-B4C8-07533900856C}" presName="compNode" presStyleCnt="0"/>
      <dgm:spPr/>
    </dgm:pt>
    <dgm:pt modelId="{583768FD-A35B-42C9-928E-FD3EEA3BCFBD}" type="pres">
      <dgm:prSet presAssocID="{11656833-6470-4328-B4C8-07533900856C}" presName="iconBgRect" presStyleLbl="bgShp" presStyleIdx="1" presStyleCnt="4" custLinFactX="-42104" custLinFactNeighborX="-100000"/>
      <dgm:spPr/>
    </dgm:pt>
    <dgm:pt modelId="{E7FEB276-B23D-4BA1-B78F-FCACD12436A2}" type="pres">
      <dgm:prSet presAssocID="{11656833-6470-4328-B4C8-07533900856C}" presName="iconRect" presStyleLbl="node1" presStyleIdx="1" presStyleCnt="4" custLinFactX="-100000" custLinFactNeighborX="-14500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6963C51-213E-4637-9CD0-CFF6AC6407EF}" type="pres">
      <dgm:prSet presAssocID="{11656833-6470-4328-B4C8-07533900856C}" presName="spaceRect" presStyleCnt="0"/>
      <dgm:spPr/>
    </dgm:pt>
    <dgm:pt modelId="{5BC394DB-C860-4845-9A1D-2A0F3A4B5F00}" type="pres">
      <dgm:prSet presAssocID="{11656833-6470-4328-B4C8-07533900856C}" presName="textRect" presStyleLbl="revTx" presStyleIdx="1" presStyleCnt="4" custLinFactX="-100000" custLinFactNeighborX="-120197">
        <dgm:presLayoutVars>
          <dgm:chMax val="1"/>
          <dgm:chPref val="1"/>
        </dgm:presLayoutVars>
      </dgm:prSet>
      <dgm:spPr/>
    </dgm:pt>
    <dgm:pt modelId="{949F0A07-10DC-415B-874C-2A2DD08631E4}" type="pres">
      <dgm:prSet presAssocID="{D5177176-6304-44FA-98E6-43C5EE32F41F}" presName="sibTrans" presStyleLbl="sibTrans2D1" presStyleIdx="0" presStyleCnt="0"/>
      <dgm:spPr/>
    </dgm:pt>
    <dgm:pt modelId="{CC84D0A1-6AA8-4761-8D21-8EF0F777A627}" type="pres">
      <dgm:prSet presAssocID="{6166FB1B-089D-4AC3-9E57-9F2986FFFCD6}" presName="compNode" presStyleCnt="0"/>
      <dgm:spPr/>
    </dgm:pt>
    <dgm:pt modelId="{1A3A67A9-43DE-4FDA-8721-5D695752A213}" type="pres">
      <dgm:prSet presAssocID="{6166FB1B-089D-4AC3-9E57-9F2986FFFCD6}" presName="iconBgRect" presStyleLbl="bgShp" presStyleIdx="2" presStyleCnt="4" custLinFactX="300000" custLinFactNeighborX="358316"/>
      <dgm:spPr/>
    </dgm:pt>
    <dgm:pt modelId="{81D118E8-C619-45F7-BB42-D5010DF2C0A4}" type="pres">
      <dgm:prSet presAssocID="{6166FB1B-089D-4AC3-9E57-9F2986FFFCD6}" presName="iconRect" presStyleLbl="node1" presStyleIdx="2" presStyleCnt="4" custLinFactX="535027" custLinFactNeighborX="6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82DE8195-8513-41F4-833A-332568AF0C60}" type="pres">
      <dgm:prSet presAssocID="{6166FB1B-089D-4AC3-9E57-9F2986FFFCD6}" presName="spaceRect" presStyleCnt="0"/>
      <dgm:spPr/>
    </dgm:pt>
    <dgm:pt modelId="{B4D14668-F83D-44C4-BA8B-A43DFAC283DE}" type="pres">
      <dgm:prSet presAssocID="{6166FB1B-089D-4AC3-9E57-9F2986FFFCD6}" presName="textRect" presStyleLbl="revTx" presStyleIdx="2" presStyleCnt="4" custLinFactX="16986" custLinFactNeighborX="100000">
        <dgm:presLayoutVars>
          <dgm:chMax val="1"/>
          <dgm:chPref val="1"/>
        </dgm:presLayoutVars>
      </dgm:prSet>
      <dgm:spPr/>
    </dgm:pt>
    <dgm:pt modelId="{77A67354-5789-459B-9C2C-1DFF15AFA9F0}" type="pres">
      <dgm:prSet presAssocID="{2708C34D-00B3-4CAC-923F-5423E472BD8C}" presName="sibTrans" presStyleLbl="sibTrans2D1" presStyleIdx="0" presStyleCnt="0"/>
      <dgm:spPr/>
    </dgm:pt>
    <dgm:pt modelId="{DF158E0C-45DB-46B4-BE0C-36D31CE3409B}" type="pres">
      <dgm:prSet presAssocID="{9018F74C-4205-411C-A1F9-BC27E795FAAA}" presName="compNode" presStyleCnt="0"/>
      <dgm:spPr/>
    </dgm:pt>
    <dgm:pt modelId="{781076B3-F38D-44D1-A629-A9A7350C7A60}" type="pres">
      <dgm:prSet presAssocID="{9018F74C-4205-411C-A1F9-BC27E795FAAA}" presName="iconBgRect" presStyleLbl="bgShp" presStyleIdx="3" presStyleCnt="4" custLinFactX="-42104" custLinFactNeighborX="-100000"/>
      <dgm:spPr/>
    </dgm:pt>
    <dgm:pt modelId="{34BD6828-AAAB-439D-A80E-CF1D7A19CB6F}" type="pres">
      <dgm:prSet presAssocID="{9018F74C-4205-411C-A1F9-BC27E795FAAA}" presName="iconRect" presStyleLbl="node1" presStyleIdx="3" presStyleCnt="4" custLinFactX="-100000" custLinFactNeighborX="-14500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60591F1-CFEE-440E-B9E5-DE93860A79E9}" type="pres">
      <dgm:prSet presAssocID="{9018F74C-4205-411C-A1F9-BC27E795FAAA}" presName="spaceRect" presStyleCnt="0"/>
      <dgm:spPr/>
    </dgm:pt>
    <dgm:pt modelId="{AEF0A708-F25D-4C90-9043-CF6BA62A99EC}" type="pres">
      <dgm:prSet presAssocID="{9018F74C-4205-411C-A1F9-BC27E795FAAA}" presName="textRect" presStyleLbl="revTx" presStyleIdx="3" presStyleCnt="4" custLinFactX="-100000" custLinFactNeighborX="-119838">
        <dgm:presLayoutVars>
          <dgm:chMax val="1"/>
          <dgm:chPref val="1"/>
        </dgm:presLayoutVars>
      </dgm:prSet>
      <dgm:spPr/>
    </dgm:pt>
  </dgm:ptLst>
  <dgm:cxnLst>
    <dgm:cxn modelId="{FF1C9811-3174-4781-8E93-12AE5C2AE346}" type="presOf" srcId="{6166FB1B-089D-4AC3-9E57-9F2986FFFCD6}" destId="{B4D14668-F83D-44C4-BA8B-A43DFAC283DE}" srcOrd="0" destOrd="0" presId="urn:microsoft.com/office/officeart/2018/2/layout/IconCircleList"/>
    <dgm:cxn modelId="{412D1112-4597-482F-905F-32545EF83223}" type="presOf" srcId="{CBBA58CA-AF01-4EB9-AE99-AAAA4226676B}" destId="{9F825754-390F-4CB3-962D-FD54546B13E6}" srcOrd="0" destOrd="0" presId="urn:microsoft.com/office/officeart/2018/2/layout/IconCircleList"/>
    <dgm:cxn modelId="{00975C29-9858-48B7-8069-4CB1A9DA7B09}" type="presOf" srcId="{D5177176-6304-44FA-98E6-43C5EE32F41F}" destId="{949F0A07-10DC-415B-874C-2A2DD08631E4}" srcOrd="0" destOrd="0" presId="urn:microsoft.com/office/officeart/2018/2/layout/IconCircleList"/>
    <dgm:cxn modelId="{BA285036-E767-4341-9748-11CCC1C4FD0F}" srcId="{05360E24-6BE3-49E4-BCC1-CED6D274F8B0}" destId="{9018F74C-4205-411C-A1F9-BC27E795FAAA}" srcOrd="3" destOrd="0" parTransId="{4B059CD8-8A51-4A7C-AD06-18971879C5C9}" sibTransId="{ECAD5262-3004-480B-9124-D2991E081764}"/>
    <dgm:cxn modelId="{1B16D45D-ACFC-4118-9581-3555FA13C34C}" srcId="{05360E24-6BE3-49E4-BCC1-CED6D274F8B0}" destId="{465FFF85-1263-4CE8-8247-F6E58EA51965}" srcOrd="0" destOrd="0" parTransId="{91303309-C7C8-41D1-BE36-A584668ADE63}" sibTransId="{CBBA58CA-AF01-4EB9-AE99-AAAA4226676B}"/>
    <dgm:cxn modelId="{8F8BDF5E-F6C8-4C01-AE99-03534BBF3DE1}" srcId="{05360E24-6BE3-49E4-BCC1-CED6D274F8B0}" destId="{6166FB1B-089D-4AC3-9E57-9F2986FFFCD6}" srcOrd="2" destOrd="0" parTransId="{C8A46E4E-A820-44D6-8D51-45509B39DB27}" sibTransId="{2708C34D-00B3-4CAC-923F-5423E472BD8C}"/>
    <dgm:cxn modelId="{AE9C9351-0226-4A9C-9DEA-ADF94BE615B6}" type="presOf" srcId="{9018F74C-4205-411C-A1F9-BC27E795FAAA}" destId="{AEF0A708-F25D-4C90-9043-CF6BA62A99EC}" srcOrd="0" destOrd="0" presId="urn:microsoft.com/office/officeart/2018/2/layout/IconCircleList"/>
    <dgm:cxn modelId="{AA085D9C-1CC5-45DD-BCD5-4A96445A5E69}" type="presOf" srcId="{2708C34D-00B3-4CAC-923F-5423E472BD8C}" destId="{77A67354-5789-459B-9C2C-1DFF15AFA9F0}" srcOrd="0" destOrd="0" presId="urn:microsoft.com/office/officeart/2018/2/layout/IconCircleList"/>
    <dgm:cxn modelId="{59CB02A0-10E4-4524-9B9E-6598D5688A56}" type="presOf" srcId="{11656833-6470-4328-B4C8-07533900856C}" destId="{5BC394DB-C860-4845-9A1D-2A0F3A4B5F00}" srcOrd="0" destOrd="0" presId="urn:microsoft.com/office/officeart/2018/2/layout/IconCircleList"/>
    <dgm:cxn modelId="{09430DB6-9170-4063-9C55-6281AEF0699E}" srcId="{05360E24-6BE3-49E4-BCC1-CED6D274F8B0}" destId="{11656833-6470-4328-B4C8-07533900856C}" srcOrd="1" destOrd="0" parTransId="{E2E84774-3EB0-474E-AC67-BA7AA74C7E27}" sibTransId="{D5177176-6304-44FA-98E6-43C5EE32F41F}"/>
    <dgm:cxn modelId="{C2666DB7-AF3C-45CE-B976-E7BA7203E180}" type="presOf" srcId="{05360E24-6BE3-49E4-BCC1-CED6D274F8B0}" destId="{57BCBD6C-162F-455B-90C6-4CCBBCC1E4D4}" srcOrd="0" destOrd="0" presId="urn:microsoft.com/office/officeart/2018/2/layout/IconCircleList"/>
    <dgm:cxn modelId="{B9A7CEDD-8E63-4DE8-A093-71C1846D4585}" type="presOf" srcId="{465FFF85-1263-4CE8-8247-F6E58EA51965}" destId="{127BA49D-4FC6-40EF-8D4A-D06E21168551}" srcOrd="0" destOrd="0" presId="urn:microsoft.com/office/officeart/2018/2/layout/IconCircleList"/>
    <dgm:cxn modelId="{2A2CB8DA-976F-4D24-87AF-F9933D6AAF70}" type="presParOf" srcId="{57BCBD6C-162F-455B-90C6-4CCBBCC1E4D4}" destId="{5FA8B791-BBDB-4F2A-8542-EFEAD6D371C7}" srcOrd="0" destOrd="0" presId="urn:microsoft.com/office/officeart/2018/2/layout/IconCircleList"/>
    <dgm:cxn modelId="{93EC3D80-14B2-46FC-80F1-26FFE03CB075}" type="presParOf" srcId="{5FA8B791-BBDB-4F2A-8542-EFEAD6D371C7}" destId="{C5CCD6F2-9F0E-4CFB-8D8D-1868EE6EA0E5}" srcOrd="0" destOrd="0" presId="urn:microsoft.com/office/officeart/2018/2/layout/IconCircleList"/>
    <dgm:cxn modelId="{4E92A946-A384-4F82-BF26-062FF97C0880}" type="presParOf" srcId="{C5CCD6F2-9F0E-4CFB-8D8D-1868EE6EA0E5}" destId="{84A09290-CDA9-410C-B922-C7BFD2048062}" srcOrd="0" destOrd="0" presId="urn:microsoft.com/office/officeart/2018/2/layout/IconCircleList"/>
    <dgm:cxn modelId="{F3103797-D1AD-4D74-80B3-19CEC2557B3B}" type="presParOf" srcId="{C5CCD6F2-9F0E-4CFB-8D8D-1868EE6EA0E5}" destId="{0D15FC2F-8260-46AE-B104-A41FD79B151F}" srcOrd="1" destOrd="0" presId="urn:microsoft.com/office/officeart/2018/2/layout/IconCircleList"/>
    <dgm:cxn modelId="{04A0C404-661F-4A8F-9E9B-07354B1A46EA}" type="presParOf" srcId="{C5CCD6F2-9F0E-4CFB-8D8D-1868EE6EA0E5}" destId="{0D9FCA80-2CE3-48A8-8C15-F0D6DEF46971}" srcOrd="2" destOrd="0" presId="urn:microsoft.com/office/officeart/2018/2/layout/IconCircleList"/>
    <dgm:cxn modelId="{02029068-E7E1-447C-9EFD-706B06CEAE91}" type="presParOf" srcId="{C5CCD6F2-9F0E-4CFB-8D8D-1868EE6EA0E5}" destId="{127BA49D-4FC6-40EF-8D4A-D06E21168551}" srcOrd="3" destOrd="0" presId="urn:microsoft.com/office/officeart/2018/2/layout/IconCircleList"/>
    <dgm:cxn modelId="{D80E5792-C4BC-45FE-87F7-D3F6578DB906}" type="presParOf" srcId="{5FA8B791-BBDB-4F2A-8542-EFEAD6D371C7}" destId="{9F825754-390F-4CB3-962D-FD54546B13E6}" srcOrd="1" destOrd="0" presId="urn:microsoft.com/office/officeart/2018/2/layout/IconCircleList"/>
    <dgm:cxn modelId="{E28F1930-3F07-404E-87F9-64CED8153F61}" type="presParOf" srcId="{5FA8B791-BBDB-4F2A-8542-EFEAD6D371C7}" destId="{E9C082A6-9214-42BA-88D2-1EBCE91990EB}" srcOrd="2" destOrd="0" presId="urn:microsoft.com/office/officeart/2018/2/layout/IconCircleList"/>
    <dgm:cxn modelId="{B96B56F2-27E1-43DA-A493-2A0B4165F664}" type="presParOf" srcId="{E9C082A6-9214-42BA-88D2-1EBCE91990EB}" destId="{583768FD-A35B-42C9-928E-FD3EEA3BCFBD}" srcOrd="0" destOrd="0" presId="urn:microsoft.com/office/officeart/2018/2/layout/IconCircleList"/>
    <dgm:cxn modelId="{A3E0F112-7DDE-4832-8A0E-D6C012FBAA6B}" type="presParOf" srcId="{E9C082A6-9214-42BA-88D2-1EBCE91990EB}" destId="{E7FEB276-B23D-4BA1-B78F-FCACD12436A2}" srcOrd="1" destOrd="0" presId="urn:microsoft.com/office/officeart/2018/2/layout/IconCircleList"/>
    <dgm:cxn modelId="{394334F1-76DB-4748-821A-AA2AA559A387}" type="presParOf" srcId="{E9C082A6-9214-42BA-88D2-1EBCE91990EB}" destId="{C6963C51-213E-4637-9CD0-CFF6AC6407EF}" srcOrd="2" destOrd="0" presId="urn:microsoft.com/office/officeart/2018/2/layout/IconCircleList"/>
    <dgm:cxn modelId="{39251979-B1B0-44A8-BD1B-D604501657D2}" type="presParOf" srcId="{E9C082A6-9214-42BA-88D2-1EBCE91990EB}" destId="{5BC394DB-C860-4845-9A1D-2A0F3A4B5F00}" srcOrd="3" destOrd="0" presId="urn:microsoft.com/office/officeart/2018/2/layout/IconCircleList"/>
    <dgm:cxn modelId="{0B98B740-DF51-410F-9BF4-BEF521B27172}" type="presParOf" srcId="{5FA8B791-BBDB-4F2A-8542-EFEAD6D371C7}" destId="{949F0A07-10DC-415B-874C-2A2DD08631E4}" srcOrd="3" destOrd="0" presId="urn:microsoft.com/office/officeart/2018/2/layout/IconCircleList"/>
    <dgm:cxn modelId="{935912D3-DD1F-47D7-99D4-36CE28E40BC8}" type="presParOf" srcId="{5FA8B791-BBDB-4F2A-8542-EFEAD6D371C7}" destId="{CC84D0A1-6AA8-4761-8D21-8EF0F777A627}" srcOrd="4" destOrd="0" presId="urn:microsoft.com/office/officeart/2018/2/layout/IconCircleList"/>
    <dgm:cxn modelId="{929A1234-4E0E-4AB0-ABF6-F0742D010898}" type="presParOf" srcId="{CC84D0A1-6AA8-4761-8D21-8EF0F777A627}" destId="{1A3A67A9-43DE-4FDA-8721-5D695752A213}" srcOrd="0" destOrd="0" presId="urn:microsoft.com/office/officeart/2018/2/layout/IconCircleList"/>
    <dgm:cxn modelId="{12EF71E1-E241-4E08-9665-2C26A2543D7F}" type="presParOf" srcId="{CC84D0A1-6AA8-4761-8D21-8EF0F777A627}" destId="{81D118E8-C619-45F7-BB42-D5010DF2C0A4}" srcOrd="1" destOrd="0" presId="urn:microsoft.com/office/officeart/2018/2/layout/IconCircleList"/>
    <dgm:cxn modelId="{FD09DF43-68FC-4A25-B40A-8F6EFAE7D2CC}" type="presParOf" srcId="{CC84D0A1-6AA8-4761-8D21-8EF0F777A627}" destId="{82DE8195-8513-41F4-833A-332568AF0C60}" srcOrd="2" destOrd="0" presId="urn:microsoft.com/office/officeart/2018/2/layout/IconCircleList"/>
    <dgm:cxn modelId="{1C981A43-1238-4B82-9E41-CC14C7B84D34}" type="presParOf" srcId="{CC84D0A1-6AA8-4761-8D21-8EF0F777A627}" destId="{B4D14668-F83D-44C4-BA8B-A43DFAC283DE}" srcOrd="3" destOrd="0" presId="urn:microsoft.com/office/officeart/2018/2/layout/IconCircleList"/>
    <dgm:cxn modelId="{327BC1E8-1620-41FA-BC9F-2E2C34E670E3}" type="presParOf" srcId="{5FA8B791-BBDB-4F2A-8542-EFEAD6D371C7}" destId="{77A67354-5789-459B-9C2C-1DFF15AFA9F0}" srcOrd="5" destOrd="0" presId="urn:microsoft.com/office/officeart/2018/2/layout/IconCircleList"/>
    <dgm:cxn modelId="{907B8621-9482-4F96-ABC1-4D9ED61EEF97}" type="presParOf" srcId="{5FA8B791-BBDB-4F2A-8542-EFEAD6D371C7}" destId="{DF158E0C-45DB-46B4-BE0C-36D31CE3409B}" srcOrd="6" destOrd="0" presId="urn:microsoft.com/office/officeart/2018/2/layout/IconCircleList"/>
    <dgm:cxn modelId="{A99EC6DC-A54A-4FEB-96B2-B12D024C4605}" type="presParOf" srcId="{DF158E0C-45DB-46B4-BE0C-36D31CE3409B}" destId="{781076B3-F38D-44D1-A629-A9A7350C7A60}" srcOrd="0" destOrd="0" presId="urn:microsoft.com/office/officeart/2018/2/layout/IconCircleList"/>
    <dgm:cxn modelId="{04D84B1F-D34F-4046-9533-06CD02F4DD28}" type="presParOf" srcId="{DF158E0C-45DB-46B4-BE0C-36D31CE3409B}" destId="{34BD6828-AAAB-439D-A80E-CF1D7A19CB6F}" srcOrd="1" destOrd="0" presId="urn:microsoft.com/office/officeart/2018/2/layout/IconCircleList"/>
    <dgm:cxn modelId="{02C7C565-8330-44B9-A8E7-E5DE578DF995}" type="presParOf" srcId="{DF158E0C-45DB-46B4-BE0C-36D31CE3409B}" destId="{660591F1-CFEE-440E-B9E5-DE93860A79E9}" srcOrd="2" destOrd="0" presId="urn:microsoft.com/office/officeart/2018/2/layout/IconCircleList"/>
    <dgm:cxn modelId="{95C8D452-D3B3-48C2-91F5-4746B58B7892}" type="presParOf" srcId="{DF158E0C-45DB-46B4-BE0C-36D31CE3409B}" destId="{AEF0A708-F25D-4C90-9043-CF6BA62A99E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9F7730C-0688-B443-9D54-DEEB369828A4}" type="doc">
      <dgm:prSet loTypeId="urn:microsoft.com/office/officeart/2005/8/layout/hierarchy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F9A5712-BF4A-D548-9799-1113121EF408}">
      <dgm:prSet custT="1"/>
      <dgm:spPr/>
      <dgm:t>
        <a:bodyPr/>
        <a:lstStyle/>
        <a:p>
          <a:r>
            <a:rPr lang="ar-EG" sz="4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مصادر التعليقات </a:t>
          </a:r>
          <a:r>
            <a:rPr lang="en-US" sz="4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024886C4-BC3A-1A4C-B38D-7C5D48064750}" type="parTrans" cxnId="{6C92F498-3B20-D943-93B4-D6EF8FB711DC}">
      <dgm:prSet/>
      <dgm:spPr/>
      <dgm:t>
        <a:bodyPr/>
        <a:lstStyle/>
        <a:p>
          <a:endParaRPr lang="en-GB"/>
        </a:p>
      </dgm:t>
    </dgm:pt>
    <dgm:pt modelId="{29803C61-88EE-AF45-A29A-F3E68A8804FE}" type="sibTrans" cxnId="{6C92F498-3B20-D943-93B4-D6EF8FB711DC}">
      <dgm:prSet/>
      <dgm:spPr/>
      <dgm:t>
        <a:bodyPr/>
        <a:lstStyle/>
        <a:p>
          <a:endParaRPr lang="en-GB"/>
        </a:p>
      </dgm:t>
    </dgm:pt>
    <dgm:pt modelId="{8DF6759D-07F9-7B4A-8A4A-30E8B2863E8D}">
      <dgm:prSet custT="1"/>
      <dgm:spPr/>
      <dgm:t>
        <a:bodyPr/>
        <a:lstStyle/>
        <a:p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الذات</a:t>
          </a:r>
        </a:p>
        <a:p>
          <a:r>
            <a: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فكّر في أدائك</a:t>
          </a:r>
        </a:p>
      </dgm:t>
    </dgm:pt>
    <dgm:pt modelId="{60821AE7-FA0E-3344-B0DD-73375BCC693E}" type="parTrans" cxnId="{FD7849E8-939F-F94A-A684-BE3C777009F0}">
      <dgm:prSet/>
      <dgm:spPr/>
      <dgm:t>
        <a:bodyPr/>
        <a:lstStyle/>
        <a:p>
          <a:endParaRPr lang="en-GB"/>
        </a:p>
      </dgm:t>
    </dgm:pt>
    <dgm:pt modelId="{731822BC-5881-4149-AADE-F1492AABC782}" type="sibTrans" cxnId="{FD7849E8-939F-F94A-A684-BE3C777009F0}">
      <dgm:prSet/>
      <dgm:spPr/>
      <dgm:t>
        <a:bodyPr/>
        <a:lstStyle/>
        <a:p>
          <a:endParaRPr lang="en-GB"/>
        </a:p>
      </dgm:t>
    </dgm:pt>
    <dgm:pt modelId="{C2B8E080-C315-D547-9316-F3626B3EFB0B}">
      <dgm:prSet custT="1"/>
      <dgm:spPr/>
      <dgm:t>
        <a:bodyPr/>
        <a:lstStyle/>
        <a:p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معرفة </a:t>
          </a:r>
          <a:r>
            <a:rPr lang="ar-EG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الفريق</a:t>
          </a: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المتخصصة </a:t>
          </a:r>
          <a:b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بهذه العملية</a:t>
          </a:r>
        </a:p>
      </dgm:t>
    </dgm:pt>
    <dgm:pt modelId="{2949848C-4947-9E48-8380-9D914A2B2A66}" type="parTrans" cxnId="{92EFE708-4834-6B4F-8CAA-F4B926AAB1BB}">
      <dgm:prSet/>
      <dgm:spPr/>
      <dgm:t>
        <a:bodyPr/>
        <a:lstStyle/>
        <a:p>
          <a:endParaRPr lang="en-GB"/>
        </a:p>
      </dgm:t>
    </dgm:pt>
    <dgm:pt modelId="{14252E24-B6EB-0948-BED2-01E0665ABF72}" type="sibTrans" cxnId="{92EFE708-4834-6B4F-8CAA-F4B926AAB1BB}">
      <dgm:prSet/>
      <dgm:spPr/>
      <dgm:t>
        <a:bodyPr/>
        <a:lstStyle/>
        <a:p>
          <a:endParaRPr lang="en-GB"/>
        </a:p>
      </dgm:t>
    </dgm:pt>
    <dgm:pt modelId="{5571021F-CB17-804C-9EAB-00B8AA800611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وجهات النظر المختلفة </a:t>
          </a:r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للعملاء</a:t>
          </a:r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والمهمة حتى يعودوا مجددًا إلينا</a:t>
          </a:r>
        </a:p>
      </dgm:t>
    </dgm:pt>
    <dgm:pt modelId="{92EDE21A-5C15-4A48-903F-7F9C13F024BB}" type="parTrans" cxnId="{12D68D74-F7B2-224E-9093-390C563B36B1}">
      <dgm:prSet/>
      <dgm:spPr/>
      <dgm:t>
        <a:bodyPr/>
        <a:lstStyle/>
        <a:p>
          <a:endParaRPr lang="en-GB"/>
        </a:p>
      </dgm:t>
    </dgm:pt>
    <dgm:pt modelId="{0734ADF5-1A47-6A4D-93DB-A00AC9DAB6D6}" type="sibTrans" cxnId="{12D68D74-F7B2-224E-9093-390C563B36B1}">
      <dgm:prSet/>
      <dgm:spPr/>
      <dgm:t>
        <a:bodyPr/>
        <a:lstStyle/>
        <a:p>
          <a:endParaRPr lang="en-GB"/>
        </a:p>
      </dgm:t>
    </dgm:pt>
    <dgm:pt modelId="{42790F73-4C25-9841-B14F-F04410D35E05}">
      <dgm:prSet custT="1"/>
      <dgm:spPr/>
      <dgm:t>
        <a:bodyPr/>
        <a:lstStyle/>
        <a:p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تعليقات </a:t>
          </a:r>
          <a:r>
            <a:rPr lang="ar-EG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المعلم</a:t>
          </a: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البناءة والمتخصصة والتي تشجع على التطور </a:t>
          </a:r>
        </a:p>
      </dgm:t>
    </dgm:pt>
    <dgm:pt modelId="{017F1068-25F5-5840-9444-9630F866C668}" type="parTrans" cxnId="{16BADF4A-5B6D-CF4F-8B75-4F4A1E0A834C}">
      <dgm:prSet/>
      <dgm:spPr/>
      <dgm:t>
        <a:bodyPr/>
        <a:lstStyle/>
        <a:p>
          <a:endParaRPr lang="en-GB"/>
        </a:p>
      </dgm:t>
    </dgm:pt>
    <dgm:pt modelId="{52D3C602-AAA3-EF4D-831A-33856E45990B}" type="sibTrans" cxnId="{16BADF4A-5B6D-CF4F-8B75-4F4A1E0A834C}">
      <dgm:prSet/>
      <dgm:spPr/>
      <dgm:t>
        <a:bodyPr/>
        <a:lstStyle/>
        <a:p>
          <a:endParaRPr lang="en-GB"/>
        </a:p>
      </dgm:t>
    </dgm:pt>
    <dgm:pt modelId="{CB95FF5B-08EF-F446-A72B-3042A247DE94}" type="pres">
      <dgm:prSet presAssocID="{69F7730C-0688-B443-9D54-DEEB369828A4}" presName="Name0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4BC620E3-45CE-1948-92CC-104FCC5EC64F}" type="pres">
      <dgm:prSet presAssocID="{FF9A5712-BF4A-D548-9799-1113121EF408}" presName="vertOne" presStyleCnt="0"/>
      <dgm:spPr/>
    </dgm:pt>
    <dgm:pt modelId="{CA4FDB5E-FD01-9B41-8674-7BAB4042C7AE}" type="pres">
      <dgm:prSet presAssocID="{FF9A5712-BF4A-D548-9799-1113121EF408}" presName="txOne" presStyleLbl="node0" presStyleIdx="0" presStyleCnt="1" custLinFactNeighborX="3833" custLinFactNeighborY="-20290">
        <dgm:presLayoutVars>
          <dgm:chPref val="3"/>
        </dgm:presLayoutVars>
      </dgm:prSet>
      <dgm:spPr/>
    </dgm:pt>
    <dgm:pt modelId="{7E6D1BED-F577-4441-83A7-E9CBE961B170}" type="pres">
      <dgm:prSet presAssocID="{FF9A5712-BF4A-D548-9799-1113121EF408}" presName="parTransOne" presStyleCnt="0"/>
      <dgm:spPr/>
    </dgm:pt>
    <dgm:pt modelId="{C5E7F5A5-3FF5-2947-A7CB-72FB2C7593A3}" type="pres">
      <dgm:prSet presAssocID="{FF9A5712-BF4A-D548-9799-1113121EF408}" presName="horzOne" presStyleCnt="0"/>
      <dgm:spPr/>
    </dgm:pt>
    <dgm:pt modelId="{E1AC5B13-1927-384D-8427-E3A6AB0B1558}" type="pres">
      <dgm:prSet presAssocID="{8DF6759D-07F9-7B4A-8A4A-30E8B2863E8D}" presName="vertTwo" presStyleCnt="0"/>
      <dgm:spPr/>
    </dgm:pt>
    <dgm:pt modelId="{B21767B2-266E-5848-9C82-FA03851570B5}" type="pres">
      <dgm:prSet presAssocID="{8DF6759D-07F9-7B4A-8A4A-30E8B2863E8D}" presName="txTwo" presStyleLbl="node2" presStyleIdx="0" presStyleCnt="4" custLinFactNeighborX="3127" custLinFactNeighborY="3605">
        <dgm:presLayoutVars>
          <dgm:chPref val="3"/>
        </dgm:presLayoutVars>
      </dgm:prSet>
      <dgm:spPr/>
    </dgm:pt>
    <dgm:pt modelId="{CF4EB108-8FBD-8C4C-BB9E-515BB03FE37A}" type="pres">
      <dgm:prSet presAssocID="{8DF6759D-07F9-7B4A-8A4A-30E8B2863E8D}" presName="horzTwo" presStyleCnt="0"/>
      <dgm:spPr/>
    </dgm:pt>
    <dgm:pt modelId="{8C8BE557-4216-3446-8532-C6043D8F2A30}" type="pres">
      <dgm:prSet presAssocID="{731822BC-5881-4149-AADE-F1492AABC782}" presName="sibSpaceTwo" presStyleCnt="0"/>
      <dgm:spPr/>
    </dgm:pt>
    <dgm:pt modelId="{D38B5C36-0554-FC41-95BE-6932E12890E2}" type="pres">
      <dgm:prSet presAssocID="{C2B8E080-C315-D547-9316-F3626B3EFB0B}" presName="vertTwo" presStyleCnt="0"/>
      <dgm:spPr/>
    </dgm:pt>
    <dgm:pt modelId="{AB199079-479F-DA41-94DB-8C647369B0C3}" type="pres">
      <dgm:prSet presAssocID="{C2B8E080-C315-D547-9316-F3626B3EFB0B}" presName="txTwo" presStyleLbl="node2" presStyleIdx="1" presStyleCnt="4">
        <dgm:presLayoutVars>
          <dgm:chPref val="3"/>
        </dgm:presLayoutVars>
      </dgm:prSet>
      <dgm:spPr/>
    </dgm:pt>
    <dgm:pt modelId="{2E496F7E-25A4-7A47-ACC8-385C34093628}" type="pres">
      <dgm:prSet presAssocID="{C2B8E080-C315-D547-9316-F3626B3EFB0B}" presName="horzTwo" presStyleCnt="0"/>
      <dgm:spPr/>
    </dgm:pt>
    <dgm:pt modelId="{FDBB189F-410F-1446-89BF-2BFE6E3C5413}" type="pres">
      <dgm:prSet presAssocID="{14252E24-B6EB-0948-BED2-01E0665ABF72}" presName="sibSpaceTwo" presStyleCnt="0"/>
      <dgm:spPr/>
    </dgm:pt>
    <dgm:pt modelId="{8F8A9151-DED1-074B-8FD8-CBB3E827B92E}" type="pres">
      <dgm:prSet presAssocID="{42790F73-4C25-9841-B14F-F04410D35E05}" presName="vertTwo" presStyleCnt="0"/>
      <dgm:spPr/>
    </dgm:pt>
    <dgm:pt modelId="{2A772128-9B7B-EF48-B274-5A792030F17A}" type="pres">
      <dgm:prSet presAssocID="{42790F73-4C25-9841-B14F-F04410D35E05}" presName="txTwo" presStyleLbl="node2" presStyleIdx="2" presStyleCnt="4">
        <dgm:presLayoutVars>
          <dgm:chPref val="3"/>
        </dgm:presLayoutVars>
      </dgm:prSet>
      <dgm:spPr/>
    </dgm:pt>
    <dgm:pt modelId="{D6BCEE5A-04EA-434C-A664-614BCFC608F4}" type="pres">
      <dgm:prSet presAssocID="{42790F73-4C25-9841-B14F-F04410D35E05}" presName="horzTwo" presStyleCnt="0"/>
      <dgm:spPr/>
    </dgm:pt>
    <dgm:pt modelId="{A640378A-6028-224E-989B-D3E451456C94}" type="pres">
      <dgm:prSet presAssocID="{52D3C602-AAA3-EF4D-831A-33856E45990B}" presName="sibSpaceTwo" presStyleCnt="0"/>
      <dgm:spPr/>
    </dgm:pt>
    <dgm:pt modelId="{9FED6627-BD87-8145-A246-F0B71C87FC48}" type="pres">
      <dgm:prSet presAssocID="{5571021F-CB17-804C-9EAB-00B8AA800611}" presName="vertTwo" presStyleCnt="0"/>
      <dgm:spPr/>
    </dgm:pt>
    <dgm:pt modelId="{F373B645-DF75-9148-A965-BA84126FF7DF}" type="pres">
      <dgm:prSet presAssocID="{5571021F-CB17-804C-9EAB-00B8AA800611}" presName="txTwo" presStyleLbl="node2" presStyleIdx="3" presStyleCnt="4">
        <dgm:presLayoutVars>
          <dgm:chPref val="3"/>
        </dgm:presLayoutVars>
      </dgm:prSet>
      <dgm:spPr/>
    </dgm:pt>
    <dgm:pt modelId="{D23FF5BC-344B-AF4B-91B9-0DF91ED2F0E3}" type="pres">
      <dgm:prSet presAssocID="{5571021F-CB17-804C-9EAB-00B8AA800611}" presName="horzTwo" presStyleCnt="0"/>
      <dgm:spPr/>
    </dgm:pt>
  </dgm:ptLst>
  <dgm:cxnLst>
    <dgm:cxn modelId="{92EFE708-4834-6B4F-8CAA-F4B926AAB1BB}" srcId="{FF9A5712-BF4A-D548-9799-1113121EF408}" destId="{C2B8E080-C315-D547-9316-F3626B3EFB0B}" srcOrd="1" destOrd="0" parTransId="{2949848C-4947-9E48-8380-9D914A2B2A66}" sibTransId="{14252E24-B6EB-0948-BED2-01E0665ABF72}"/>
    <dgm:cxn modelId="{16BADF4A-5B6D-CF4F-8B75-4F4A1E0A834C}" srcId="{FF9A5712-BF4A-D548-9799-1113121EF408}" destId="{42790F73-4C25-9841-B14F-F04410D35E05}" srcOrd="2" destOrd="0" parTransId="{017F1068-25F5-5840-9444-9630F866C668}" sibTransId="{52D3C602-AAA3-EF4D-831A-33856E45990B}"/>
    <dgm:cxn modelId="{833B014E-5C9A-B844-B000-601602E5AB43}" type="presOf" srcId="{C2B8E080-C315-D547-9316-F3626B3EFB0B}" destId="{AB199079-479F-DA41-94DB-8C647369B0C3}" srcOrd="0" destOrd="0" presId="urn:microsoft.com/office/officeart/2005/8/layout/hierarchy4"/>
    <dgm:cxn modelId="{5F5D0153-8ED2-E548-85BD-DF5B777021E5}" type="presOf" srcId="{8DF6759D-07F9-7B4A-8A4A-30E8B2863E8D}" destId="{B21767B2-266E-5848-9C82-FA03851570B5}" srcOrd="0" destOrd="0" presId="urn:microsoft.com/office/officeart/2005/8/layout/hierarchy4"/>
    <dgm:cxn modelId="{12D68D74-F7B2-224E-9093-390C563B36B1}" srcId="{FF9A5712-BF4A-D548-9799-1113121EF408}" destId="{5571021F-CB17-804C-9EAB-00B8AA800611}" srcOrd="3" destOrd="0" parTransId="{92EDE21A-5C15-4A48-903F-7F9C13F024BB}" sibTransId="{0734ADF5-1A47-6A4D-93DB-A00AC9DAB6D6}"/>
    <dgm:cxn modelId="{41233C89-33A0-F842-BC00-4A403E471B9F}" type="presOf" srcId="{42790F73-4C25-9841-B14F-F04410D35E05}" destId="{2A772128-9B7B-EF48-B274-5A792030F17A}" srcOrd="0" destOrd="0" presId="urn:microsoft.com/office/officeart/2005/8/layout/hierarchy4"/>
    <dgm:cxn modelId="{6C92F498-3B20-D943-93B4-D6EF8FB711DC}" srcId="{69F7730C-0688-B443-9D54-DEEB369828A4}" destId="{FF9A5712-BF4A-D548-9799-1113121EF408}" srcOrd="0" destOrd="0" parTransId="{024886C4-BC3A-1A4C-B38D-7C5D48064750}" sibTransId="{29803C61-88EE-AF45-A29A-F3E68A8804FE}"/>
    <dgm:cxn modelId="{C09B2CAC-E93A-994C-B12B-3949183F7CCA}" type="presOf" srcId="{69F7730C-0688-B443-9D54-DEEB369828A4}" destId="{CB95FF5B-08EF-F446-A72B-3042A247DE94}" srcOrd="0" destOrd="0" presId="urn:microsoft.com/office/officeart/2005/8/layout/hierarchy4"/>
    <dgm:cxn modelId="{799948C7-15BC-ED45-8EDF-952372432B07}" type="presOf" srcId="{5571021F-CB17-804C-9EAB-00B8AA800611}" destId="{F373B645-DF75-9148-A965-BA84126FF7DF}" srcOrd="0" destOrd="0" presId="urn:microsoft.com/office/officeart/2005/8/layout/hierarchy4"/>
    <dgm:cxn modelId="{AE245DE4-CFEE-3848-AFF8-8BACF4627591}" type="presOf" srcId="{FF9A5712-BF4A-D548-9799-1113121EF408}" destId="{CA4FDB5E-FD01-9B41-8674-7BAB4042C7AE}" srcOrd="0" destOrd="0" presId="urn:microsoft.com/office/officeart/2005/8/layout/hierarchy4"/>
    <dgm:cxn modelId="{FD7849E8-939F-F94A-A684-BE3C777009F0}" srcId="{FF9A5712-BF4A-D548-9799-1113121EF408}" destId="{8DF6759D-07F9-7B4A-8A4A-30E8B2863E8D}" srcOrd="0" destOrd="0" parTransId="{60821AE7-FA0E-3344-B0DD-73375BCC693E}" sibTransId="{731822BC-5881-4149-AADE-F1492AABC782}"/>
    <dgm:cxn modelId="{1A79EF29-279B-ED47-B2BB-1035387591B2}" type="presParOf" srcId="{CB95FF5B-08EF-F446-A72B-3042A247DE94}" destId="{4BC620E3-45CE-1948-92CC-104FCC5EC64F}" srcOrd="0" destOrd="0" presId="urn:microsoft.com/office/officeart/2005/8/layout/hierarchy4"/>
    <dgm:cxn modelId="{95E86BD4-D616-6840-AB0C-F1F92F131CA5}" type="presParOf" srcId="{4BC620E3-45CE-1948-92CC-104FCC5EC64F}" destId="{CA4FDB5E-FD01-9B41-8674-7BAB4042C7AE}" srcOrd="0" destOrd="0" presId="urn:microsoft.com/office/officeart/2005/8/layout/hierarchy4"/>
    <dgm:cxn modelId="{C8D331A0-C3F2-3C42-A325-EE9FA62233A4}" type="presParOf" srcId="{4BC620E3-45CE-1948-92CC-104FCC5EC64F}" destId="{7E6D1BED-F577-4441-83A7-E9CBE961B170}" srcOrd="1" destOrd="0" presId="urn:microsoft.com/office/officeart/2005/8/layout/hierarchy4"/>
    <dgm:cxn modelId="{D4DEA48B-E902-574E-B4D3-3CF07505E1A0}" type="presParOf" srcId="{4BC620E3-45CE-1948-92CC-104FCC5EC64F}" destId="{C5E7F5A5-3FF5-2947-A7CB-72FB2C7593A3}" srcOrd="2" destOrd="0" presId="urn:microsoft.com/office/officeart/2005/8/layout/hierarchy4"/>
    <dgm:cxn modelId="{52440412-B526-024C-8952-FA9D70088790}" type="presParOf" srcId="{C5E7F5A5-3FF5-2947-A7CB-72FB2C7593A3}" destId="{E1AC5B13-1927-384D-8427-E3A6AB0B1558}" srcOrd="0" destOrd="0" presId="urn:microsoft.com/office/officeart/2005/8/layout/hierarchy4"/>
    <dgm:cxn modelId="{31C80859-237F-CB40-9C56-65D25EFDF5DC}" type="presParOf" srcId="{E1AC5B13-1927-384D-8427-E3A6AB0B1558}" destId="{B21767B2-266E-5848-9C82-FA03851570B5}" srcOrd="0" destOrd="0" presId="urn:microsoft.com/office/officeart/2005/8/layout/hierarchy4"/>
    <dgm:cxn modelId="{7E333461-22F3-D847-BCFD-281281E26819}" type="presParOf" srcId="{E1AC5B13-1927-384D-8427-E3A6AB0B1558}" destId="{CF4EB108-8FBD-8C4C-BB9E-515BB03FE37A}" srcOrd="1" destOrd="0" presId="urn:microsoft.com/office/officeart/2005/8/layout/hierarchy4"/>
    <dgm:cxn modelId="{3D67A0AF-97C6-054D-B9B8-C852CBDD9DE0}" type="presParOf" srcId="{C5E7F5A5-3FF5-2947-A7CB-72FB2C7593A3}" destId="{8C8BE557-4216-3446-8532-C6043D8F2A30}" srcOrd="1" destOrd="0" presId="urn:microsoft.com/office/officeart/2005/8/layout/hierarchy4"/>
    <dgm:cxn modelId="{AF24C853-1DF3-F549-8D5E-FA54241D4FF9}" type="presParOf" srcId="{C5E7F5A5-3FF5-2947-A7CB-72FB2C7593A3}" destId="{D38B5C36-0554-FC41-95BE-6932E12890E2}" srcOrd="2" destOrd="0" presId="urn:microsoft.com/office/officeart/2005/8/layout/hierarchy4"/>
    <dgm:cxn modelId="{1E644F61-3BFA-6842-9BF4-BC04EE7A3216}" type="presParOf" srcId="{D38B5C36-0554-FC41-95BE-6932E12890E2}" destId="{AB199079-479F-DA41-94DB-8C647369B0C3}" srcOrd="0" destOrd="0" presId="urn:microsoft.com/office/officeart/2005/8/layout/hierarchy4"/>
    <dgm:cxn modelId="{EEA240C9-73CA-D942-B41D-7F74A16DC196}" type="presParOf" srcId="{D38B5C36-0554-FC41-95BE-6932E12890E2}" destId="{2E496F7E-25A4-7A47-ACC8-385C34093628}" srcOrd="1" destOrd="0" presId="urn:microsoft.com/office/officeart/2005/8/layout/hierarchy4"/>
    <dgm:cxn modelId="{1446E1CF-0A07-4A4F-85FC-614E10E71DED}" type="presParOf" srcId="{C5E7F5A5-3FF5-2947-A7CB-72FB2C7593A3}" destId="{FDBB189F-410F-1446-89BF-2BFE6E3C5413}" srcOrd="3" destOrd="0" presId="urn:microsoft.com/office/officeart/2005/8/layout/hierarchy4"/>
    <dgm:cxn modelId="{7349E4D6-8B4B-F242-AEA0-1A12C9C228FE}" type="presParOf" srcId="{C5E7F5A5-3FF5-2947-A7CB-72FB2C7593A3}" destId="{8F8A9151-DED1-074B-8FD8-CBB3E827B92E}" srcOrd="4" destOrd="0" presId="urn:microsoft.com/office/officeart/2005/8/layout/hierarchy4"/>
    <dgm:cxn modelId="{F3A26968-8942-B747-A69A-E071B208303A}" type="presParOf" srcId="{8F8A9151-DED1-074B-8FD8-CBB3E827B92E}" destId="{2A772128-9B7B-EF48-B274-5A792030F17A}" srcOrd="0" destOrd="0" presId="urn:microsoft.com/office/officeart/2005/8/layout/hierarchy4"/>
    <dgm:cxn modelId="{1F1C4048-3D25-0740-A736-A354D8236698}" type="presParOf" srcId="{8F8A9151-DED1-074B-8FD8-CBB3E827B92E}" destId="{D6BCEE5A-04EA-434C-A664-614BCFC608F4}" srcOrd="1" destOrd="0" presId="urn:microsoft.com/office/officeart/2005/8/layout/hierarchy4"/>
    <dgm:cxn modelId="{0411C38C-93D3-8D41-8F21-053F6ABB69C9}" type="presParOf" srcId="{C5E7F5A5-3FF5-2947-A7CB-72FB2C7593A3}" destId="{A640378A-6028-224E-989B-D3E451456C94}" srcOrd="5" destOrd="0" presId="urn:microsoft.com/office/officeart/2005/8/layout/hierarchy4"/>
    <dgm:cxn modelId="{5AF7FAAC-BFFA-CB43-8C9A-62DD99FB3B73}" type="presParOf" srcId="{C5E7F5A5-3FF5-2947-A7CB-72FB2C7593A3}" destId="{9FED6627-BD87-8145-A246-F0B71C87FC48}" srcOrd="6" destOrd="0" presId="urn:microsoft.com/office/officeart/2005/8/layout/hierarchy4"/>
    <dgm:cxn modelId="{428FBB8D-4DD8-FC4E-9332-84B805779D7B}" type="presParOf" srcId="{9FED6627-BD87-8145-A246-F0B71C87FC48}" destId="{F373B645-DF75-9148-A965-BA84126FF7DF}" srcOrd="0" destOrd="0" presId="urn:microsoft.com/office/officeart/2005/8/layout/hierarchy4"/>
    <dgm:cxn modelId="{1217AF7F-80B2-4345-AFC4-F03D3FD586F8}" type="presParOf" srcId="{9FED6627-BD87-8145-A246-F0B71C87FC48}" destId="{D23FF5BC-344B-AF4B-91B9-0DF91ED2F0E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C8286D6-2410-9F45-A937-6CFA5D000C2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53CC8355-9AD7-2E48-8298-B53DFFD05807}">
      <dgm:prSet custT="1"/>
      <dgm:spPr/>
      <dgm:t>
        <a:bodyPr/>
        <a:lstStyle/>
        <a:p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نقاط القوة</a:t>
          </a:r>
        </a:p>
      </dgm:t>
    </dgm:pt>
    <dgm:pt modelId="{61D77527-E007-0145-8B43-5F0038C327BE}" type="parTrans" cxnId="{9D80BACA-1681-9644-8E11-24A65919B60F}">
      <dgm:prSet/>
      <dgm:spPr/>
      <dgm:t>
        <a:bodyPr/>
        <a:lstStyle/>
        <a:p>
          <a:endParaRPr lang="en-GB"/>
        </a:p>
      </dgm:t>
    </dgm:pt>
    <dgm:pt modelId="{F3440A79-0CE0-6642-840A-21B6C4EAC269}" type="sibTrans" cxnId="{9D80BACA-1681-9644-8E11-24A65919B60F}">
      <dgm:prSet/>
      <dgm:spPr/>
      <dgm:t>
        <a:bodyPr/>
        <a:lstStyle/>
        <a:p>
          <a:endParaRPr lang="en-GB"/>
        </a:p>
      </dgm:t>
    </dgm:pt>
    <dgm:pt modelId="{902E3872-D52E-4842-A1D4-FB64A18B9D55}">
      <dgm:prSet custT="1"/>
      <dgm:spPr/>
      <dgm:t>
        <a:bodyPr/>
        <a:lstStyle/>
        <a:p>
          <a:pPr algn="r" rtl="1"/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الحضور القوي</a:t>
          </a:r>
        </a:p>
      </dgm:t>
    </dgm:pt>
    <dgm:pt modelId="{04B2C11B-7FD4-6449-A7A8-4940187CCA5D}" type="parTrans" cxnId="{33A673B2-02BA-1D4A-9B12-11BA644DF144}">
      <dgm:prSet/>
      <dgm:spPr/>
      <dgm:t>
        <a:bodyPr/>
        <a:lstStyle/>
        <a:p>
          <a:endParaRPr lang="en-GB"/>
        </a:p>
      </dgm:t>
    </dgm:pt>
    <dgm:pt modelId="{455F4517-D519-C947-AC47-A688F6A01030}" type="sibTrans" cxnId="{33A673B2-02BA-1D4A-9B12-11BA644DF144}">
      <dgm:prSet/>
      <dgm:spPr/>
      <dgm:t>
        <a:bodyPr/>
        <a:lstStyle/>
        <a:p>
          <a:endParaRPr lang="en-GB"/>
        </a:p>
      </dgm:t>
    </dgm:pt>
    <dgm:pt modelId="{F75D0DC2-487F-2A49-9382-6E5F2376C614}">
      <dgm:prSet custT="1"/>
      <dgm:spPr/>
      <dgm:t>
        <a:bodyPr/>
        <a:lstStyle/>
        <a:p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نقاط الضعف</a:t>
          </a:r>
        </a:p>
      </dgm:t>
    </dgm:pt>
    <dgm:pt modelId="{F223F988-2BF1-1345-8F2D-55A57D3AF2AF}" type="parTrans" cxnId="{80F718B2-B849-8E4C-B269-0AE955D09759}">
      <dgm:prSet/>
      <dgm:spPr/>
      <dgm:t>
        <a:bodyPr/>
        <a:lstStyle/>
        <a:p>
          <a:endParaRPr lang="en-GB"/>
        </a:p>
      </dgm:t>
    </dgm:pt>
    <dgm:pt modelId="{7E36070C-A9A2-2E45-92B4-1D7C4AFDDD6A}" type="sibTrans" cxnId="{80F718B2-B849-8E4C-B269-0AE955D09759}">
      <dgm:prSet/>
      <dgm:spPr/>
      <dgm:t>
        <a:bodyPr/>
        <a:lstStyle/>
        <a:p>
          <a:endParaRPr lang="en-GB"/>
        </a:p>
      </dgm:t>
    </dgm:pt>
    <dgm:pt modelId="{24016348-0FDE-6943-9BA0-7D457706EDF0}">
      <dgm:prSet custT="1"/>
      <dgm:spPr/>
      <dgm:t>
        <a:bodyPr/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الإنفاق المبالغ به على الدعاية والترويج</a:t>
          </a:r>
        </a:p>
      </dgm:t>
    </dgm:pt>
    <dgm:pt modelId="{750BCC22-3993-364B-B696-D91F81D51460}" type="parTrans" cxnId="{361B0E97-BB83-2A4D-ACB1-FDA44146E81A}">
      <dgm:prSet/>
      <dgm:spPr/>
      <dgm:t>
        <a:bodyPr/>
        <a:lstStyle/>
        <a:p>
          <a:endParaRPr lang="en-GB"/>
        </a:p>
      </dgm:t>
    </dgm:pt>
    <dgm:pt modelId="{9980994D-0194-B942-B2C9-ECCCFB7AC9A1}" type="sibTrans" cxnId="{361B0E97-BB83-2A4D-ACB1-FDA44146E81A}">
      <dgm:prSet/>
      <dgm:spPr/>
      <dgm:t>
        <a:bodyPr/>
        <a:lstStyle/>
        <a:p>
          <a:endParaRPr lang="en-GB"/>
        </a:p>
      </dgm:t>
    </dgm:pt>
    <dgm:pt modelId="{2BEAFAAE-78EC-B74B-92D8-38D54DD7EC2A}">
      <dgm:prSet custT="1"/>
      <dgm:spPr/>
      <dgm:t>
        <a:bodyPr/>
        <a:lstStyle/>
        <a:p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الفرص</a:t>
          </a:r>
        </a:p>
      </dgm:t>
    </dgm:pt>
    <dgm:pt modelId="{C6357D18-7847-AF4D-B1B6-46A6147C9AA6}" type="parTrans" cxnId="{3F86F1AA-963A-1E45-8030-2A1A0A45F8BC}">
      <dgm:prSet/>
      <dgm:spPr/>
      <dgm:t>
        <a:bodyPr/>
        <a:lstStyle/>
        <a:p>
          <a:endParaRPr lang="en-GB"/>
        </a:p>
      </dgm:t>
    </dgm:pt>
    <dgm:pt modelId="{815EEC6F-3F95-D44E-8CA0-445ADA30B270}" type="sibTrans" cxnId="{3F86F1AA-963A-1E45-8030-2A1A0A45F8BC}">
      <dgm:prSet/>
      <dgm:spPr/>
      <dgm:t>
        <a:bodyPr/>
        <a:lstStyle/>
        <a:p>
          <a:endParaRPr lang="en-GB"/>
        </a:p>
      </dgm:t>
    </dgm:pt>
    <dgm:pt modelId="{C28E79DD-10D9-8F4F-800C-09DEA5F88F4E}">
      <dgm:prSet custT="1"/>
      <dgm:spPr/>
      <dgm:t>
        <a:bodyPr/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زيادة أعداد الضيوف</a:t>
          </a:r>
        </a:p>
      </dgm:t>
    </dgm:pt>
    <dgm:pt modelId="{F585E13A-420B-A643-93CA-D8C921408BB0}" type="parTrans" cxnId="{EFE649D0-131D-D642-92E9-0F9369581A87}">
      <dgm:prSet/>
      <dgm:spPr/>
      <dgm:t>
        <a:bodyPr/>
        <a:lstStyle/>
        <a:p>
          <a:endParaRPr lang="en-GB"/>
        </a:p>
      </dgm:t>
    </dgm:pt>
    <dgm:pt modelId="{72BE50BE-7E3C-3A41-B109-DF101172122F}" type="sibTrans" cxnId="{EFE649D0-131D-D642-92E9-0F9369581A87}">
      <dgm:prSet/>
      <dgm:spPr/>
      <dgm:t>
        <a:bodyPr/>
        <a:lstStyle/>
        <a:p>
          <a:endParaRPr lang="en-GB"/>
        </a:p>
      </dgm:t>
    </dgm:pt>
    <dgm:pt modelId="{16E5D42C-4774-1F4F-BF79-4918CB808B7D}">
      <dgm:prSet custT="1"/>
      <dgm:spPr/>
      <dgm:t>
        <a:bodyPr/>
        <a:lstStyle/>
        <a:p>
          <a:r>
            <a:rPr lang="ar-EG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التهديدات</a:t>
          </a:r>
        </a:p>
      </dgm:t>
    </dgm:pt>
    <dgm:pt modelId="{18F25C05-A910-0A4A-A407-B4C497AEF4F6}" type="parTrans" cxnId="{FABF9B1A-61B9-CD4B-921D-DE6572A2A467}">
      <dgm:prSet/>
      <dgm:spPr/>
      <dgm:t>
        <a:bodyPr/>
        <a:lstStyle/>
        <a:p>
          <a:endParaRPr lang="en-GB"/>
        </a:p>
      </dgm:t>
    </dgm:pt>
    <dgm:pt modelId="{F919A536-11B6-A649-BCD6-AFADF7B485FC}" type="sibTrans" cxnId="{FABF9B1A-61B9-CD4B-921D-DE6572A2A467}">
      <dgm:prSet/>
      <dgm:spPr/>
      <dgm:t>
        <a:bodyPr/>
        <a:lstStyle/>
        <a:p>
          <a:endParaRPr lang="en-GB"/>
        </a:p>
      </dgm:t>
    </dgm:pt>
    <dgm:pt modelId="{A2F39878-6DDF-424D-8683-9420C6803441}">
      <dgm:prSet custT="1"/>
      <dgm:spPr/>
      <dgm:t>
        <a:bodyPr/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تغيير الفريق المنظِم</a:t>
          </a:r>
        </a:p>
      </dgm:t>
    </dgm:pt>
    <dgm:pt modelId="{DD03BC5A-9E1D-024B-A359-FCADFBB593A6}" type="parTrans" cxnId="{B3987ED0-8419-B944-8E62-FE5B8C70021E}">
      <dgm:prSet/>
      <dgm:spPr/>
      <dgm:t>
        <a:bodyPr/>
        <a:lstStyle/>
        <a:p>
          <a:endParaRPr lang="en-GB"/>
        </a:p>
      </dgm:t>
    </dgm:pt>
    <dgm:pt modelId="{CE5A83BC-E627-3D4D-89E0-C6013685BC3A}" type="sibTrans" cxnId="{B3987ED0-8419-B944-8E62-FE5B8C70021E}">
      <dgm:prSet/>
      <dgm:spPr/>
      <dgm:t>
        <a:bodyPr/>
        <a:lstStyle/>
        <a:p>
          <a:endParaRPr lang="en-GB"/>
        </a:p>
      </dgm:t>
    </dgm:pt>
    <dgm:pt modelId="{2C32A4A4-BB2D-DB4D-A7A2-AF870027D14A}" type="pres">
      <dgm:prSet presAssocID="{1C8286D6-2410-9F45-A937-6CFA5D000C2F}" presName="Name0" presStyleCnt="0">
        <dgm:presLayoutVars>
          <dgm:dir val="rev"/>
          <dgm:animLvl val="lvl"/>
          <dgm:resizeHandles val="exact"/>
        </dgm:presLayoutVars>
      </dgm:prSet>
      <dgm:spPr/>
    </dgm:pt>
    <dgm:pt modelId="{D323BDA0-FEAB-9C4C-99AE-91722AC176D6}" type="pres">
      <dgm:prSet presAssocID="{53CC8355-9AD7-2E48-8298-B53DFFD05807}" presName="linNode" presStyleCnt="0"/>
      <dgm:spPr/>
    </dgm:pt>
    <dgm:pt modelId="{EABB7D55-4661-AA43-8995-737DF6269875}" type="pres">
      <dgm:prSet presAssocID="{53CC8355-9AD7-2E48-8298-B53DFFD0580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2AC51F3-E9A1-D040-B2D9-17EE78172A81}" type="pres">
      <dgm:prSet presAssocID="{53CC8355-9AD7-2E48-8298-B53DFFD05807}" presName="descendantText" presStyleLbl="alignAccFollowNode1" presStyleIdx="0" presStyleCnt="4">
        <dgm:presLayoutVars>
          <dgm:bulletEnabled val="1"/>
        </dgm:presLayoutVars>
      </dgm:prSet>
      <dgm:spPr/>
    </dgm:pt>
    <dgm:pt modelId="{D1DC99B6-7BF1-C74F-BFCD-24B916905B48}" type="pres">
      <dgm:prSet presAssocID="{F3440A79-0CE0-6642-840A-21B6C4EAC269}" presName="sp" presStyleCnt="0"/>
      <dgm:spPr/>
    </dgm:pt>
    <dgm:pt modelId="{AD0F9462-5F52-CD43-93B5-F9FB6912ADA4}" type="pres">
      <dgm:prSet presAssocID="{F75D0DC2-487F-2A49-9382-6E5F2376C614}" presName="linNode" presStyleCnt="0"/>
      <dgm:spPr/>
    </dgm:pt>
    <dgm:pt modelId="{17EA1557-32BA-DE46-A460-00DD58ACD6A7}" type="pres">
      <dgm:prSet presAssocID="{F75D0DC2-487F-2A49-9382-6E5F2376C61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BF5EB78-85D2-4E46-BD3A-CD1783B4D9E5}" type="pres">
      <dgm:prSet presAssocID="{F75D0DC2-487F-2A49-9382-6E5F2376C614}" presName="descendantText" presStyleLbl="alignAccFollowNode1" presStyleIdx="1" presStyleCnt="4">
        <dgm:presLayoutVars>
          <dgm:bulletEnabled val="1"/>
        </dgm:presLayoutVars>
      </dgm:prSet>
      <dgm:spPr/>
    </dgm:pt>
    <dgm:pt modelId="{EB57E872-1615-2743-8D04-A82DF58F8D33}" type="pres">
      <dgm:prSet presAssocID="{7E36070C-A9A2-2E45-92B4-1D7C4AFDDD6A}" presName="sp" presStyleCnt="0"/>
      <dgm:spPr/>
    </dgm:pt>
    <dgm:pt modelId="{D1C0B61F-6ED4-3548-B005-16E975D7C61B}" type="pres">
      <dgm:prSet presAssocID="{2BEAFAAE-78EC-B74B-92D8-38D54DD7EC2A}" presName="linNode" presStyleCnt="0"/>
      <dgm:spPr/>
    </dgm:pt>
    <dgm:pt modelId="{859848DD-EC8A-A240-923F-25C56A582F20}" type="pres">
      <dgm:prSet presAssocID="{2BEAFAAE-78EC-B74B-92D8-38D54DD7EC2A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4F17CF3-5588-DE47-B66E-25E82EC57A50}" type="pres">
      <dgm:prSet presAssocID="{2BEAFAAE-78EC-B74B-92D8-38D54DD7EC2A}" presName="descendantText" presStyleLbl="alignAccFollowNode1" presStyleIdx="2" presStyleCnt="4">
        <dgm:presLayoutVars>
          <dgm:bulletEnabled val="1"/>
        </dgm:presLayoutVars>
      </dgm:prSet>
      <dgm:spPr/>
    </dgm:pt>
    <dgm:pt modelId="{5E0525D4-B2CB-F747-85F8-7E19CEB0B9E5}" type="pres">
      <dgm:prSet presAssocID="{815EEC6F-3F95-D44E-8CA0-445ADA30B270}" presName="sp" presStyleCnt="0"/>
      <dgm:spPr/>
    </dgm:pt>
    <dgm:pt modelId="{BD8E023B-D6C7-5349-9533-B789D2ECED62}" type="pres">
      <dgm:prSet presAssocID="{16E5D42C-4774-1F4F-BF79-4918CB808B7D}" presName="linNode" presStyleCnt="0"/>
      <dgm:spPr/>
    </dgm:pt>
    <dgm:pt modelId="{58CB0169-F058-1C4A-B009-A0E222CC0445}" type="pres">
      <dgm:prSet presAssocID="{16E5D42C-4774-1F4F-BF79-4918CB808B7D}" presName="parentText" presStyleLbl="node1" presStyleIdx="3" presStyleCnt="4" custLinFactNeighborX="683" custLinFactNeighborY="-2905">
        <dgm:presLayoutVars>
          <dgm:chMax val="1"/>
          <dgm:bulletEnabled val="1"/>
        </dgm:presLayoutVars>
      </dgm:prSet>
      <dgm:spPr/>
    </dgm:pt>
    <dgm:pt modelId="{423F1789-C379-5342-AFA2-C1CA5D4EA93A}" type="pres">
      <dgm:prSet presAssocID="{16E5D42C-4774-1F4F-BF79-4918CB808B7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BE16B06-A4A2-184E-A782-54063AA369DC}" type="presOf" srcId="{2BEAFAAE-78EC-B74B-92D8-38D54DD7EC2A}" destId="{859848DD-EC8A-A240-923F-25C56A582F20}" srcOrd="0" destOrd="0" presId="urn:microsoft.com/office/officeart/2005/8/layout/vList5"/>
    <dgm:cxn modelId="{9FCB4E0D-60F8-0648-861A-312E7DDE8D3A}" type="presOf" srcId="{A2F39878-6DDF-424D-8683-9420C6803441}" destId="{423F1789-C379-5342-AFA2-C1CA5D4EA93A}" srcOrd="0" destOrd="0" presId="urn:microsoft.com/office/officeart/2005/8/layout/vList5"/>
    <dgm:cxn modelId="{FABF9B1A-61B9-CD4B-921D-DE6572A2A467}" srcId="{1C8286D6-2410-9F45-A937-6CFA5D000C2F}" destId="{16E5D42C-4774-1F4F-BF79-4918CB808B7D}" srcOrd="3" destOrd="0" parTransId="{18F25C05-A910-0A4A-A407-B4C497AEF4F6}" sibTransId="{F919A536-11B6-A649-BCD6-AFADF7B485FC}"/>
    <dgm:cxn modelId="{1639C636-CB96-5149-AF92-58FBF8E8624F}" type="presOf" srcId="{C28E79DD-10D9-8F4F-800C-09DEA5F88F4E}" destId="{F4F17CF3-5588-DE47-B66E-25E82EC57A50}" srcOrd="0" destOrd="0" presId="urn:microsoft.com/office/officeart/2005/8/layout/vList5"/>
    <dgm:cxn modelId="{ECD64964-B69E-9B41-80E7-BE1D025B76E4}" type="presOf" srcId="{16E5D42C-4774-1F4F-BF79-4918CB808B7D}" destId="{58CB0169-F058-1C4A-B009-A0E222CC0445}" srcOrd="0" destOrd="0" presId="urn:microsoft.com/office/officeart/2005/8/layout/vList5"/>
    <dgm:cxn modelId="{783BAC74-5EAD-9142-873B-BB5EA5C9CFD1}" type="presOf" srcId="{1C8286D6-2410-9F45-A937-6CFA5D000C2F}" destId="{2C32A4A4-BB2D-DB4D-A7A2-AF870027D14A}" srcOrd="0" destOrd="0" presId="urn:microsoft.com/office/officeart/2005/8/layout/vList5"/>
    <dgm:cxn modelId="{536D8A87-0945-5F41-8A66-AAB121AEFC1F}" type="presOf" srcId="{F75D0DC2-487F-2A49-9382-6E5F2376C614}" destId="{17EA1557-32BA-DE46-A460-00DD58ACD6A7}" srcOrd="0" destOrd="0" presId="urn:microsoft.com/office/officeart/2005/8/layout/vList5"/>
    <dgm:cxn modelId="{361B0E97-BB83-2A4D-ACB1-FDA44146E81A}" srcId="{F75D0DC2-487F-2A49-9382-6E5F2376C614}" destId="{24016348-0FDE-6943-9BA0-7D457706EDF0}" srcOrd="0" destOrd="0" parTransId="{750BCC22-3993-364B-B696-D91F81D51460}" sibTransId="{9980994D-0194-B942-B2C9-ECCCFB7AC9A1}"/>
    <dgm:cxn modelId="{3F86F1AA-963A-1E45-8030-2A1A0A45F8BC}" srcId="{1C8286D6-2410-9F45-A937-6CFA5D000C2F}" destId="{2BEAFAAE-78EC-B74B-92D8-38D54DD7EC2A}" srcOrd="2" destOrd="0" parTransId="{C6357D18-7847-AF4D-B1B6-46A6147C9AA6}" sibTransId="{815EEC6F-3F95-D44E-8CA0-445ADA30B270}"/>
    <dgm:cxn modelId="{80F718B2-B849-8E4C-B269-0AE955D09759}" srcId="{1C8286D6-2410-9F45-A937-6CFA5D000C2F}" destId="{F75D0DC2-487F-2A49-9382-6E5F2376C614}" srcOrd="1" destOrd="0" parTransId="{F223F988-2BF1-1345-8F2D-55A57D3AF2AF}" sibTransId="{7E36070C-A9A2-2E45-92B4-1D7C4AFDDD6A}"/>
    <dgm:cxn modelId="{33A673B2-02BA-1D4A-9B12-11BA644DF144}" srcId="{53CC8355-9AD7-2E48-8298-B53DFFD05807}" destId="{902E3872-D52E-4842-A1D4-FB64A18B9D55}" srcOrd="0" destOrd="0" parTransId="{04B2C11B-7FD4-6449-A7A8-4940187CCA5D}" sibTransId="{455F4517-D519-C947-AC47-A688F6A01030}"/>
    <dgm:cxn modelId="{9D80BACA-1681-9644-8E11-24A65919B60F}" srcId="{1C8286D6-2410-9F45-A937-6CFA5D000C2F}" destId="{53CC8355-9AD7-2E48-8298-B53DFFD05807}" srcOrd="0" destOrd="0" parTransId="{61D77527-E007-0145-8B43-5F0038C327BE}" sibTransId="{F3440A79-0CE0-6642-840A-21B6C4EAC269}"/>
    <dgm:cxn modelId="{EFE649D0-131D-D642-92E9-0F9369581A87}" srcId="{2BEAFAAE-78EC-B74B-92D8-38D54DD7EC2A}" destId="{C28E79DD-10D9-8F4F-800C-09DEA5F88F4E}" srcOrd="0" destOrd="0" parTransId="{F585E13A-420B-A643-93CA-D8C921408BB0}" sibTransId="{72BE50BE-7E3C-3A41-B109-DF101172122F}"/>
    <dgm:cxn modelId="{B3987ED0-8419-B944-8E62-FE5B8C70021E}" srcId="{16E5D42C-4774-1F4F-BF79-4918CB808B7D}" destId="{A2F39878-6DDF-424D-8683-9420C6803441}" srcOrd="0" destOrd="0" parTransId="{DD03BC5A-9E1D-024B-A359-FCADFBB593A6}" sibTransId="{CE5A83BC-E627-3D4D-89E0-C6013685BC3A}"/>
    <dgm:cxn modelId="{3DBC0DF0-E162-274F-9A58-69890AE3F4EC}" type="presOf" srcId="{24016348-0FDE-6943-9BA0-7D457706EDF0}" destId="{BBF5EB78-85D2-4E46-BD3A-CD1783B4D9E5}" srcOrd="0" destOrd="0" presId="urn:microsoft.com/office/officeart/2005/8/layout/vList5"/>
    <dgm:cxn modelId="{DF6DC1FC-9D0B-BE41-BD26-52A1C39A0A2B}" type="presOf" srcId="{53CC8355-9AD7-2E48-8298-B53DFFD05807}" destId="{EABB7D55-4661-AA43-8995-737DF6269875}" srcOrd="0" destOrd="0" presId="urn:microsoft.com/office/officeart/2005/8/layout/vList5"/>
    <dgm:cxn modelId="{0EB3D8FE-D214-F544-AD3C-F9D4D5D3470F}" type="presOf" srcId="{902E3872-D52E-4842-A1D4-FB64A18B9D55}" destId="{62AC51F3-E9A1-D040-B2D9-17EE78172A81}" srcOrd="0" destOrd="0" presId="urn:microsoft.com/office/officeart/2005/8/layout/vList5"/>
    <dgm:cxn modelId="{3DE8ADCB-FA55-214B-883F-E645606874D4}" type="presParOf" srcId="{2C32A4A4-BB2D-DB4D-A7A2-AF870027D14A}" destId="{D323BDA0-FEAB-9C4C-99AE-91722AC176D6}" srcOrd="0" destOrd="0" presId="urn:microsoft.com/office/officeart/2005/8/layout/vList5"/>
    <dgm:cxn modelId="{0979DD60-0F5D-1B4B-A8B3-2D6B5B3AE688}" type="presParOf" srcId="{D323BDA0-FEAB-9C4C-99AE-91722AC176D6}" destId="{EABB7D55-4661-AA43-8995-737DF6269875}" srcOrd="0" destOrd="0" presId="urn:microsoft.com/office/officeart/2005/8/layout/vList5"/>
    <dgm:cxn modelId="{D2E438E1-C910-D74C-A762-953368435ED7}" type="presParOf" srcId="{D323BDA0-FEAB-9C4C-99AE-91722AC176D6}" destId="{62AC51F3-E9A1-D040-B2D9-17EE78172A81}" srcOrd="1" destOrd="0" presId="urn:microsoft.com/office/officeart/2005/8/layout/vList5"/>
    <dgm:cxn modelId="{CD1E01AB-C8C5-404F-BE80-274BED84EFA2}" type="presParOf" srcId="{2C32A4A4-BB2D-DB4D-A7A2-AF870027D14A}" destId="{D1DC99B6-7BF1-C74F-BFCD-24B916905B48}" srcOrd="1" destOrd="0" presId="urn:microsoft.com/office/officeart/2005/8/layout/vList5"/>
    <dgm:cxn modelId="{4DAF2D9A-1C4F-2846-BA77-F3D145232D7E}" type="presParOf" srcId="{2C32A4A4-BB2D-DB4D-A7A2-AF870027D14A}" destId="{AD0F9462-5F52-CD43-93B5-F9FB6912ADA4}" srcOrd="2" destOrd="0" presId="urn:microsoft.com/office/officeart/2005/8/layout/vList5"/>
    <dgm:cxn modelId="{A09D92DF-D291-EA46-870F-CC5EBB27AD35}" type="presParOf" srcId="{AD0F9462-5F52-CD43-93B5-F9FB6912ADA4}" destId="{17EA1557-32BA-DE46-A460-00DD58ACD6A7}" srcOrd="0" destOrd="0" presId="urn:microsoft.com/office/officeart/2005/8/layout/vList5"/>
    <dgm:cxn modelId="{26F78DF0-64C8-BF46-84A1-83FE11D92D6F}" type="presParOf" srcId="{AD0F9462-5F52-CD43-93B5-F9FB6912ADA4}" destId="{BBF5EB78-85D2-4E46-BD3A-CD1783B4D9E5}" srcOrd="1" destOrd="0" presId="urn:microsoft.com/office/officeart/2005/8/layout/vList5"/>
    <dgm:cxn modelId="{0F70AFED-7B02-E04D-9806-F96BDABFFCC7}" type="presParOf" srcId="{2C32A4A4-BB2D-DB4D-A7A2-AF870027D14A}" destId="{EB57E872-1615-2743-8D04-A82DF58F8D33}" srcOrd="3" destOrd="0" presId="urn:microsoft.com/office/officeart/2005/8/layout/vList5"/>
    <dgm:cxn modelId="{593B5E8B-EF0D-444D-AB62-AAA09B2F01A9}" type="presParOf" srcId="{2C32A4A4-BB2D-DB4D-A7A2-AF870027D14A}" destId="{D1C0B61F-6ED4-3548-B005-16E975D7C61B}" srcOrd="4" destOrd="0" presId="urn:microsoft.com/office/officeart/2005/8/layout/vList5"/>
    <dgm:cxn modelId="{C7E0C1C2-3672-4449-B91E-5D7CA12D1072}" type="presParOf" srcId="{D1C0B61F-6ED4-3548-B005-16E975D7C61B}" destId="{859848DD-EC8A-A240-923F-25C56A582F20}" srcOrd="0" destOrd="0" presId="urn:microsoft.com/office/officeart/2005/8/layout/vList5"/>
    <dgm:cxn modelId="{8525C47E-CD20-4942-AA77-E469DDE6C1FA}" type="presParOf" srcId="{D1C0B61F-6ED4-3548-B005-16E975D7C61B}" destId="{F4F17CF3-5588-DE47-B66E-25E82EC57A50}" srcOrd="1" destOrd="0" presId="urn:microsoft.com/office/officeart/2005/8/layout/vList5"/>
    <dgm:cxn modelId="{122AC7C5-293E-CA48-B459-D79A03551EF6}" type="presParOf" srcId="{2C32A4A4-BB2D-DB4D-A7A2-AF870027D14A}" destId="{5E0525D4-B2CB-F747-85F8-7E19CEB0B9E5}" srcOrd="5" destOrd="0" presId="urn:microsoft.com/office/officeart/2005/8/layout/vList5"/>
    <dgm:cxn modelId="{2C7FDD4F-4013-7E4A-8728-ECCB42330EB3}" type="presParOf" srcId="{2C32A4A4-BB2D-DB4D-A7A2-AF870027D14A}" destId="{BD8E023B-D6C7-5349-9533-B789D2ECED62}" srcOrd="6" destOrd="0" presId="urn:microsoft.com/office/officeart/2005/8/layout/vList5"/>
    <dgm:cxn modelId="{E7AF76DB-BE58-5F4F-9F3D-2CDD941F99C2}" type="presParOf" srcId="{BD8E023B-D6C7-5349-9533-B789D2ECED62}" destId="{58CB0169-F058-1C4A-B009-A0E222CC0445}" srcOrd="0" destOrd="0" presId="urn:microsoft.com/office/officeart/2005/8/layout/vList5"/>
    <dgm:cxn modelId="{ED985C66-8DF7-0240-93BC-5B3BBE9A50C5}" type="presParOf" srcId="{BD8E023B-D6C7-5349-9533-B789D2ECED62}" destId="{423F1789-C379-5342-AFA2-C1CA5D4EA93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68759-4C12-4564-86DC-097F0939A8AA}">
      <dsp:nvSpPr>
        <dsp:cNvPr id="0" name=""/>
        <dsp:cNvSpPr/>
      </dsp:nvSpPr>
      <dsp:spPr>
        <a:xfrm>
          <a:off x="0" y="656713"/>
          <a:ext cx="8207375" cy="1212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F09D1-1100-480A-A7FB-C31E4C84D1E7}">
      <dsp:nvSpPr>
        <dsp:cNvPr id="0" name=""/>
        <dsp:cNvSpPr/>
      </dsp:nvSpPr>
      <dsp:spPr>
        <a:xfrm>
          <a:off x="7243033" y="929501"/>
          <a:ext cx="666816" cy="6668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5EC24-F407-44DF-AF70-0B9BF5636CBE}">
      <dsp:nvSpPr>
        <dsp:cNvPr id="0" name=""/>
        <dsp:cNvSpPr/>
      </dsp:nvSpPr>
      <dsp:spPr>
        <a:xfrm>
          <a:off x="0" y="656713"/>
          <a:ext cx="6807060" cy="1212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12" tIns="128312" rIns="128312" bIns="128312" numCol="1" spcCol="1270" anchor="ctr" anchorCtr="0">
          <a:noAutofit/>
        </a:bodyPr>
        <a:lstStyle/>
        <a:p>
          <a:pPr marL="0" lvl="0" indent="0" algn="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500" kern="1200" dirty="0"/>
            <a:t>يمكن أن تخدم </a:t>
          </a:r>
          <a:r>
            <a:rPr lang="ar-EG" sz="2500" b="1" kern="1200" dirty="0"/>
            <a:t>المعارض</a:t>
          </a:r>
          <a:r>
            <a:rPr lang="ar-EG" sz="2500" kern="1200" dirty="0"/>
            <a:t> أغراضًا مختلفة، مثل الترويج للثقافة المحلية وعرض المنتجات الزراعية وتوفير الترفيه.</a:t>
          </a:r>
          <a:r>
            <a:rPr lang="en-US" sz="2500" kern="1200" dirty="0"/>
            <a:t> </a:t>
          </a:r>
        </a:p>
      </dsp:txBody>
      <dsp:txXfrm>
        <a:off x="0" y="656713"/>
        <a:ext cx="6807060" cy="1212393"/>
      </dsp:txXfrm>
    </dsp:sp>
    <dsp:sp modelId="{D1F5A168-D8C4-42D7-8D84-106584EF780D}">
      <dsp:nvSpPr>
        <dsp:cNvPr id="0" name=""/>
        <dsp:cNvSpPr/>
      </dsp:nvSpPr>
      <dsp:spPr>
        <a:xfrm>
          <a:off x="0" y="2172205"/>
          <a:ext cx="8207375" cy="121239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C0A49-D7FC-4266-A656-0CA12FD1B869}">
      <dsp:nvSpPr>
        <dsp:cNvPr id="0" name=""/>
        <dsp:cNvSpPr/>
      </dsp:nvSpPr>
      <dsp:spPr>
        <a:xfrm>
          <a:off x="7243033" y="2444993"/>
          <a:ext cx="666816" cy="6668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34AB0-39EB-408B-9EAF-B3EB3396089A}">
      <dsp:nvSpPr>
        <dsp:cNvPr id="0" name=""/>
        <dsp:cNvSpPr/>
      </dsp:nvSpPr>
      <dsp:spPr>
        <a:xfrm>
          <a:off x="0" y="2172205"/>
          <a:ext cx="6807060" cy="1212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12" tIns="128312" rIns="128312" bIns="128312" numCol="1" spcCol="1270" anchor="ctr" anchorCtr="0">
          <a:noAutofit/>
        </a:bodyPr>
        <a:lstStyle/>
        <a:p>
          <a:pPr marL="0" lvl="0" indent="0" algn="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500" b="1" kern="1200" dirty="0"/>
            <a:t>المهرجانات</a:t>
          </a:r>
          <a:r>
            <a:rPr lang="ar-EG" sz="2500" kern="1200" dirty="0"/>
            <a:t> هي احتفالات أو تجمعات خاصة يجرى تنظيمها لمناسبات ثقافية أو دينية أو موسمية.</a:t>
          </a:r>
          <a:r>
            <a:rPr lang="en-US" sz="2500" kern="1200" dirty="0"/>
            <a:t> </a:t>
          </a:r>
        </a:p>
      </dsp:txBody>
      <dsp:txXfrm>
        <a:off x="0" y="2172205"/>
        <a:ext cx="6807060" cy="1212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6D465-49B2-8A4B-8A27-DA2A86BB1037}">
      <dsp:nvSpPr>
        <dsp:cNvPr id="0" name=""/>
        <dsp:cNvSpPr/>
      </dsp:nvSpPr>
      <dsp:spPr>
        <a:xfrm>
          <a:off x="413368" y="89332"/>
          <a:ext cx="1401905" cy="1401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latin typeface="Arial" panose="020B0604020202020204" pitchFamily="34" charset="0"/>
              <a:cs typeface="Arial" panose="020B0604020202020204" pitchFamily="34" charset="0"/>
            </a:rPr>
            <a:t>العرض</a:t>
          </a:r>
        </a:p>
      </dsp:txBody>
      <dsp:txXfrm>
        <a:off x="413368" y="89332"/>
        <a:ext cx="1401905" cy="1401905"/>
      </dsp:txXfrm>
    </dsp:sp>
    <dsp:sp modelId="{22939ED6-9118-EC4F-AFC7-13BD2D042D2E}">
      <dsp:nvSpPr>
        <dsp:cNvPr id="0" name=""/>
        <dsp:cNvSpPr/>
      </dsp:nvSpPr>
      <dsp:spPr>
        <a:xfrm>
          <a:off x="325281" y="1245"/>
          <a:ext cx="3957949" cy="3957949"/>
        </a:xfrm>
        <a:prstGeom prst="leftCircularArrow">
          <a:avLst>
            <a:gd name="adj1" fmla="val 6907"/>
            <a:gd name="adj2" fmla="val 465736"/>
            <a:gd name="adj3" fmla="val 10252202"/>
            <a:gd name="adj4" fmla="val 11813535"/>
            <a:gd name="adj5" fmla="val 805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2DF6EB-E15A-314C-96B2-B77D7147F0EC}">
      <dsp:nvSpPr>
        <dsp:cNvPr id="0" name=""/>
        <dsp:cNvSpPr/>
      </dsp:nvSpPr>
      <dsp:spPr>
        <a:xfrm>
          <a:off x="413368" y="2469202"/>
          <a:ext cx="1401905" cy="1401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latin typeface="Arial" panose="020B0604020202020204" pitchFamily="34" charset="0"/>
              <a:cs typeface="Arial" panose="020B0604020202020204" pitchFamily="34" charset="0"/>
            </a:rPr>
            <a:t>التخطيط</a:t>
          </a:r>
        </a:p>
      </dsp:txBody>
      <dsp:txXfrm>
        <a:off x="413368" y="2469202"/>
        <a:ext cx="1401905" cy="1401905"/>
      </dsp:txXfrm>
    </dsp:sp>
    <dsp:sp modelId="{03F582C1-94D2-A54D-9D04-056ED3256BE7}">
      <dsp:nvSpPr>
        <dsp:cNvPr id="0" name=""/>
        <dsp:cNvSpPr/>
      </dsp:nvSpPr>
      <dsp:spPr>
        <a:xfrm>
          <a:off x="325281" y="1245"/>
          <a:ext cx="3957949" cy="3957949"/>
        </a:xfrm>
        <a:prstGeom prst="leftCircularArrow">
          <a:avLst>
            <a:gd name="adj1" fmla="val 6907"/>
            <a:gd name="adj2" fmla="val 465736"/>
            <a:gd name="adj3" fmla="val 4852202"/>
            <a:gd name="adj4" fmla="val 6413535"/>
            <a:gd name="adj5" fmla="val 805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B7B309-FBDF-D64B-9543-C9060BD11C7A}">
      <dsp:nvSpPr>
        <dsp:cNvPr id="0" name=""/>
        <dsp:cNvSpPr/>
      </dsp:nvSpPr>
      <dsp:spPr>
        <a:xfrm>
          <a:off x="2793238" y="2469202"/>
          <a:ext cx="1401905" cy="1401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latin typeface="Arial" panose="020B0604020202020204" pitchFamily="34" charset="0"/>
              <a:cs typeface="Arial" panose="020B0604020202020204" pitchFamily="34" charset="0"/>
            </a:rPr>
            <a:t>الإدارة</a:t>
          </a:r>
        </a:p>
      </dsp:txBody>
      <dsp:txXfrm>
        <a:off x="2793238" y="2469202"/>
        <a:ext cx="1401905" cy="1401905"/>
      </dsp:txXfrm>
    </dsp:sp>
    <dsp:sp modelId="{E0F0793F-0F4A-5C41-A4F9-D91577AB0085}">
      <dsp:nvSpPr>
        <dsp:cNvPr id="0" name=""/>
        <dsp:cNvSpPr/>
      </dsp:nvSpPr>
      <dsp:spPr>
        <a:xfrm>
          <a:off x="325281" y="1245"/>
          <a:ext cx="3957949" cy="3957949"/>
        </a:xfrm>
        <a:prstGeom prst="leftCircularArrow">
          <a:avLst>
            <a:gd name="adj1" fmla="val 6907"/>
            <a:gd name="adj2" fmla="val 465736"/>
            <a:gd name="adj3" fmla="val 21052202"/>
            <a:gd name="adj4" fmla="val 1013535"/>
            <a:gd name="adj5" fmla="val 805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6BA414-E8D6-7145-B352-97EC52AE36DB}">
      <dsp:nvSpPr>
        <dsp:cNvPr id="0" name=""/>
        <dsp:cNvSpPr/>
      </dsp:nvSpPr>
      <dsp:spPr>
        <a:xfrm>
          <a:off x="2793238" y="89332"/>
          <a:ext cx="1401905" cy="1401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 dirty="0">
              <a:latin typeface="Arial" panose="020B0604020202020204" pitchFamily="34" charset="0"/>
              <a:cs typeface="Arial" panose="020B0604020202020204" pitchFamily="34" charset="0"/>
            </a:rPr>
            <a:t>المراجعة</a:t>
          </a: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2793238" y="89332"/>
        <a:ext cx="1401905" cy="1401905"/>
      </dsp:txXfrm>
    </dsp:sp>
    <dsp:sp modelId="{D2A88252-3956-1549-BAFB-935B5DA8D79B}">
      <dsp:nvSpPr>
        <dsp:cNvPr id="0" name=""/>
        <dsp:cNvSpPr/>
      </dsp:nvSpPr>
      <dsp:spPr>
        <a:xfrm>
          <a:off x="325281" y="1245"/>
          <a:ext cx="3957949" cy="3957949"/>
        </a:xfrm>
        <a:prstGeom prst="leftCircularArrow">
          <a:avLst>
            <a:gd name="adj1" fmla="val 6907"/>
            <a:gd name="adj2" fmla="val 465736"/>
            <a:gd name="adj3" fmla="val 15652202"/>
            <a:gd name="adj4" fmla="val 17213535"/>
            <a:gd name="adj5" fmla="val 805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EA5B2-D931-4FDB-B47E-C0BB761D47E8}">
      <dsp:nvSpPr>
        <dsp:cNvPr id="0" name=""/>
        <dsp:cNvSpPr/>
      </dsp:nvSpPr>
      <dsp:spPr>
        <a:xfrm>
          <a:off x="0" y="3157"/>
          <a:ext cx="8207375" cy="6724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A61F4-FB0B-4578-BA68-82EA9E0F06D6}">
      <dsp:nvSpPr>
        <dsp:cNvPr id="0" name=""/>
        <dsp:cNvSpPr/>
      </dsp:nvSpPr>
      <dsp:spPr>
        <a:xfrm>
          <a:off x="7692366" y="154469"/>
          <a:ext cx="369874" cy="369874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CA89A-F2B0-4EC1-9641-52DADFDCE90B}">
      <dsp:nvSpPr>
        <dsp:cNvPr id="0" name=""/>
        <dsp:cNvSpPr/>
      </dsp:nvSpPr>
      <dsp:spPr>
        <a:xfrm>
          <a:off x="0" y="3157"/>
          <a:ext cx="7430637" cy="6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3" tIns="71173" rIns="71173" bIns="71173" numCol="1" spcCol="1270" anchor="ctr" anchorCtr="0">
          <a:noAutofit/>
        </a:bodyPr>
        <a:lstStyle/>
        <a:p>
          <a:pPr marL="0" lvl="0" indent="0" algn="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التخطيط للطوارئ - ما هي التحديات التي يمكن مواجهتها؟</a:t>
          </a:r>
        </a:p>
      </dsp:txBody>
      <dsp:txXfrm>
        <a:off x="0" y="3157"/>
        <a:ext cx="7430637" cy="672499"/>
      </dsp:txXfrm>
    </dsp:sp>
    <dsp:sp modelId="{B85A5757-9C9B-4691-9014-51D7C6A923B0}">
      <dsp:nvSpPr>
        <dsp:cNvPr id="0" name=""/>
        <dsp:cNvSpPr/>
      </dsp:nvSpPr>
      <dsp:spPr>
        <a:xfrm>
          <a:off x="0" y="843781"/>
          <a:ext cx="8207375" cy="6724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38DAD-8018-4E8F-B06E-6E48A13DDA17}">
      <dsp:nvSpPr>
        <dsp:cNvPr id="0" name=""/>
        <dsp:cNvSpPr/>
      </dsp:nvSpPr>
      <dsp:spPr>
        <a:xfrm>
          <a:off x="7692366" y="995094"/>
          <a:ext cx="369874" cy="369874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1A888-20A0-474F-8993-4680820C3237}">
      <dsp:nvSpPr>
        <dsp:cNvPr id="0" name=""/>
        <dsp:cNvSpPr/>
      </dsp:nvSpPr>
      <dsp:spPr>
        <a:xfrm>
          <a:off x="0" y="843781"/>
          <a:ext cx="7430637" cy="6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3" tIns="71173" rIns="71173" bIns="71173" numCol="1" spcCol="1270" anchor="ctr" anchorCtr="0">
          <a:noAutofit/>
        </a:bodyPr>
        <a:lstStyle/>
        <a:p>
          <a:pPr marL="0" lvl="0" indent="0" algn="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الأدوار والمسؤوليات - من المسؤول ونطاق مسؤوليته؟</a:t>
          </a:r>
        </a:p>
      </dsp:txBody>
      <dsp:txXfrm>
        <a:off x="0" y="843781"/>
        <a:ext cx="7430637" cy="672499"/>
      </dsp:txXfrm>
    </dsp:sp>
    <dsp:sp modelId="{80F46F63-4F10-4952-8A36-CAC4A1A1A0F6}">
      <dsp:nvSpPr>
        <dsp:cNvPr id="0" name=""/>
        <dsp:cNvSpPr/>
      </dsp:nvSpPr>
      <dsp:spPr>
        <a:xfrm>
          <a:off x="0" y="1684406"/>
          <a:ext cx="8207375" cy="6724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8763D-AAB5-47A8-81DD-A95679F02D97}">
      <dsp:nvSpPr>
        <dsp:cNvPr id="0" name=""/>
        <dsp:cNvSpPr/>
      </dsp:nvSpPr>
      <dsp:spPr>
        <a:xfrm>
          <a:off x="7692366" y="1835718"/>
          <a:ext cx="369874" cy="369874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2700B-17C1-4DAD-B5DD-F720699A9B65}">
      <dsp:nvSpPr>
        <dsp:cNvPr id="0" name=""/>
        <dsp:cNvSpPr/>
      </dsp:nvSpPr>
      <dsp:spPr>
        <a:xfrm>
          <a:off x="0" y="1684406"/>
          <a:ext cx="7430637" cy="6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3" tIns="71173" rIns="71173" bIns="71173" numCol="1" spcCol="1270" anchor="ctr" anchorCtr="0">
          <a:noAutofit/>
        </a:bodyPr>
        <a:lstStyle/>
        <a:p>
          <a:pPr marL="0" lvl="0" indent="0" algn="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متطلبات الصحة والسلامة - كيف يتم الحفاظ على سلامة العملاء وأعضاء الفريق؟</a:t>
          </a:r>
        </a:p>
      </dsp:txBody>
      <dsp:txXfrm>
        <a:off x="0" y="1684406"/>
        <a:ext cx="7430637" cy="672499"/>
      </dsp:txXfrm>
    </dsp:sp>
    <dsp:sp modelId="{D86FB9D5-2F9F-4834-B0C8-CB56941743A1}">
      <dsp:nvSpPr>
        <dsp:cNvPr id="0" name=""/>
        <dsp:cNvSpPr/>
      </dsp:nvSpPr>
      <dsp:spPr>
        <a:xfrm>
          <a:off x="0" y="2525030"/>
          <a:ext cx="8207375" cy="6724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29FF1-9447-4CB6-BBFA-FEB3328F4C5F}">
      <dsp:nvSpPr>
        <dsp:cNvPr id="0" name=""/>
        <dsp:cNvSpPr/>
      </dsp:nvSpPr>
      <dsp:spPr>
        <a:xfrm>
          <a:off x="7692366" y="2676343"/>
          <a:ext cx="369874" cy="369874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33F49-C1AE-4852-A8B8-8C5C641CD86C}">
      <dsp:nvSpPr>
        <dsp:cNvPr id="0" name=""/>
        <dsp:cNvSpPr/>
      </dsp:nvSpPr>
      <dsp:spPr>
        <a:xfrm>
          <a:off x="0" y="2525030"/>
          <a:ext cx="7430637" cy="6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3" tIns="71173" rIns="71173" bIns="71173" numCol="1" spcCol="1270" anchor="ctr" anchorCtr="0">
          <a:noAutofit/>
        </a:bodyPr>
        <a:lstStyle/>
        <a:p>
          <a:pPr marL="0" lvl="0" indent="0" algn="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المتطلبات القانونية - ما هي التشريعات الموجودة التي يمكن أن تؤثر على الفعالية؟</a:t>
          </a:r>
        </a:p>
      </dsp:txBody>
      <dsp:txXfrm>
        <a:off x="0" y="2525030"/>
        <a:ext cx="7430637" cy="672499"/>
      </dsp:txXfrm>
    </dsp:sp>
    <dsp:sp modelId="{10984DB2-FBBA-4C9E-AFE1-EB2F646E3BF9}">
      <dsp:nvSpPr>
        <dsp:cNvPr id="0" name=""/>
        <dsp:cNvSpPr/>
      </dsp:nvSpPr>
      <dsp:spPr>
        <a:xfrm>
          <a:off x="0" y="3365655"/>
          <a:ext cx="8207375" cy="6724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F03C3-7376-4D88-AF39-207B1CA1E6F6}">
      <dsp:nvSpPr>
        <dsp:cNvPr id="0" name=""/>
        <dsp:cNvSpPr/>
      </dsp:nvSpPr>
      <dsp:spPr>
        <a:xfrm>
          <a:off x="7692366" y="3516967"/>
          <a:ext cx="369874" cy="369874"/>
        </a:xfrm>
        <a:prstGeom prst="rect">
          <a:avLst/>
        </a:prstGeom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8AF9A-0A67-41E1-A80B-2B428A52D868}">
      <dsp:nvSpPr>
        <dsp:cNvPr id="0" name=""/>
        <dsp:cNvSpPr/>
      </dsp:nvSpPr>
      <dsp:spPr>
        <a:xfrm>
          <a:off x="0" y="3365655"/>
          <a:ext cx="7430637" cy="672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73" tIns="71173" rIns="71173" bIns="71173" numCol="1" spcCol="1270" anchor="ctr" anchorCtr="0">
          <a:noAutofit/>
        </a:bodyPr>
        <a:lstStyle/>
        <a:p>
          <a:pPr marL="0" lvl="0" indent="0" algn="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التسويق والدعاية - هل الإعلانات ضرورية؟</a:t>
          </a:r>
        </a:p>
      </dsp:txBody>
      <dsp:txXfrm>
        <a:off x="0" y="3365655"/>
        <a:ext cx="7430637" cy="6724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E66B6-BB98-D844-8A72-4DFB082FD6F7}">
      <dsp:nvSpPr>
        <dsp:cNvPr id="0" name=""/>
        <dsp:cNvSpPr/>
      </dsp:nvSpPr>
      <dsp:spPr>
        <a:xfrm>
          <a:off x="0" y="364634"/>
          <a:ext cx="4766365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923" tIns="437388" rIns="369923" bIns="14224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الأشياء التي تحتاجها الشركات لتصنيع منتجاتها أو تقديم خدماتها</a:t>
          </a:r>
        </a:p>
      </dsp:txBody>
      <dsp:txXfrm>
        <a:off x="0" y="364634"/>
        <a:ext cx="4766365" cy="1124550"/>
      </dsp:txXfrm>
    </dsp:sp>
    <dsp:sp modelId="{12675F88-D582-3544-A9E3-E5DECC8FD568}">
      <dsp:nvSpPr>
        <dsp:cNvPr id="0" name=""/>
        <dsp:cNvSpPr/>
      </dsp:nvSpPr>
      <dsp:spPr>
        <a:xfrm>
          <a:off x="1191591" y="54674"/>
          <a:ext cx="33364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10" tIns="0" rIns="126110" bIns="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المادية</a:t>
          </a:r>
          <a:r>
            <a:rPr lang="en-US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1221853" y="84936"/>
        <a:ext cx="3275931" cy="559396"/>
      </dsp:txXfrm>
    </dsp:sp>
    <dsp:sp modelId="{1129B679-AAC2-0B4C-BAD3-9AE03AFF0D3F}">
      <dsp:nvSpPr>
        <dsp:cNvPr id="0" name=""/>
        <dsp:cNvSpPr/>
      </dsp:nvSpPr>
      <dsp:spPr>
        <a:xfrm>
          <a:off x="0" y="1912545"/>
          <a:ext cx="4766365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923" tIns="437388" rIns="369923" bIns="14224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الأموال والأصول التي تمتلكها الشركة </a:t>
          </a:r>
          <a:b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لإدارة الفعاليات</a:t>
          </a:r>
        </a:p>
      </dsp:txBody>
      <dsp:txXfrm>
        <a:off x="0" y="1912545"/>
        <a:ext cx="4766365" cy="1124550"/>
      </dsp:txXfrm>
    </dsp:sp>
    <dsp:sp modelId="{01BA4302-0B7C-A54B-9B8B-BC4EC08DAEFF}">
      <dsp:nvSpPr>
        <dsp:cNvPr id="0" name=""/>
        <dsp:cNvSpPr/>
      </dsp:nvSpPr>
      <dsp:spPr>
        <a:xfrm>
          <a:off x="1191591" y="1602585"/>
          <a:ext cx="33364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10" tIns="0" rIns="126110" bIns="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المالية</a:t>
          </a:r>
        </a:p>
      </dsp:txBody>
      <dsp:txXfrm>
        <a:off x="1221853" y="1632847"/>
        <a:ext cx="3275931" cy="559396"/>
      </dsp:txXfrm>
    </dsp:sp>
    <dsp:sp modelId="{101EF2F0-6E55-764F-946B-EE3DE54F95C4}">
      <dsp:nvSpPr>
        <dsp:cNvPr id="0" name=""/>
        <dsp:cNvSpPr/>
      </dsp:nvSpPr>
      <dsp:spPr>
        <a:xfrm>
          <a:off x="0" y="3460455"/>
          <a:ext cx="4766365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923" tIns="437388" rIns="369923" bIns="142240" numCol="1" spcCol="1270" anchor="t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أعضاء الفريق الذي نحتاج إليهم لإدارة </a:t>
          </a:r>
          <a:b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هذه الفعالية</a:t>
          </a:r>
        </a:p>
      </dsp:txBody>
      <dsp:txXfrm>
        <a:off x="0" y="3460455"/>
        <a:ext cx="4766365" cy="1124550"/>
      </dsp:txXfrm>
    </dsp:sp>
    <dsp:sp modelId="{9A78ED5C-2892-E64F-B1B2-7D34B8D11C01}">
      <dsp:nvSpPr>
        <dsp:cNvPr id="0" name=""/>
        <dsp:cNvSpPr/>
      </dsp:nvSpPr>
      <dsp:spPr>
        <a:xfrm>
          <a:off x="1191591" y="3150495"/>
          <a:ext cx="3336455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10" tIns="0" rIns="126110" bIns="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الموارد البشرية</a:t>
          </a:r>
        </a:p>
      </dsp:txBody>
      <dsp:txXfrm>
        <a:off x="1221853" y="3180757"/>
        <a:ext cx="3275931" cy="5593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EE97C-413C-8245-BB29-826F62E69514}">
      <dsp:nvSpPr>
        <dsp:cNvPr id="0" name=""/>
        <dsp:cNvSpPr/>
      </dsp:nvSpPr>
      <dsp:spPr>
        <a:xfrm>
          <a:off x="576059" y="3092"/>
          <a:ext cx="3191281" cy="57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ما هي الأمور التي يمكن أن تسوء؟</a:t>
          </a:r>
        </a:p>
      </dsp:txBody>
      <dsp:txXfrm>
        <a:off x="592898" y="19931"/>
        <a:ext cx="3157603" cy="541261"/>
      </dsp:txXfrm>
    </dsp:sp>
    <dsp:sp modelId="{1CAC1835-CBCC-5F48-9E11-0660861F427A}">
      <dsp:nvSpPr>
        <dsp:cNvPr id="0" name=""/>
        <dsp:cNvSpPr/>
      </dsp:nvSpPr>
      <dsp:spPr>
        <a:xfrm rot="5400000">
          <a:off x="2063899" y="592405"/>
          <a:ext cx="215602" cy="2587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2094084" y="613965"/>
        <a:ext cx="155234" cy="150921"/>
      </dsp:txXfrm>
    </dsp:sp>
    <dsp:sp modelId="{B3168358-467A-C34D-AFFB-AD57D4277128}">
      <dsp:nvSpPr>
        <dsp:cNvPr id="0" name=""/>
        <dsp:cNvSpPr/>
      </dsp:nvSpPr>
      <dsp:spPr>
        <a:xfrm>
          <a:off x="558247" y="865501"/>
          <a:ext cx="3226905" cy="57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ما هو الحل؟</a:t>
          </a:r>
        </a:p>
      </dsp:txBody>
      <dsp:txXfrm>
        <a:off x="575086" y="882340"/>
        <a:ext cx="3193227" cy="541261"/>
      </dsp:txXfrm>
    </dsp:sp>
    <dsp:sp modelId="{655E0F68-34EE-104C-A1A7-A00F70BAC314}">
      <dsp:nvSpPr>
        <dsp:cNvPr id="0" name=""/>
        <dsp:cNvSpPr/>
      </dsp:nvSpPr>
      <dsp:spPr>
        <a:xfrm rot="5400000">
          <a:off x="2063899" y="1454814"/>
          <a:ext cx="215602" cy="2587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2094084" y="1476374"/>
        <a:ext cx="155234" cy="150921"/>
      </dsp:txXfrm>
    </dsp:sp>
    <dsp:sp modelId="{D270A694-31BA-A249-93CA-8BC2E011263A}">
      <dsp:nvSpPr>
        <dsp:cNvPr id="0" name=""/>
        <dsp:cNvSpPr/>
      </dsp:nvSpPr>
      <dsp:spPr>
        <a:xfrm>
          <a:off x="558247" y="1727910"/>
          <a:ext cx="3226905" cy="57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وثيقة الخطة</a:t>
          </a:r>
        </a:p>
      </dsp:txBody>
      <dsp:txXfrm>
        <a:off x="575086" y="1744749"/>
        <a:ext cx="3193227" cy="541261"/>
      </dsp:txXfrm>
    </dsp:sp>
    <dsp:sp modelId="{1B93863F-7732-2E45-AE13-341A79ADACED}">
      <dsp:nvSpPr>
        <dsp:cNvPr id="0" name=""/>
        <dsp:cNvSpPr/>
      </dsp:nvSpPr>
      <dsp:spPr>
        <a:xfrm rot="5400000">
          <a:off x="2063899" y="2317223"/>
          <a:ext cx="215602" cy="2587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2094084" y="2338783"/>
        <a:ext cx="155234" cy="150921"/>
      </dsp:txXfrm>
    </dsp:sp>
    <dsp:sp modelId="{F7A26366-0912-AD40-A540-450D5D9CFF42}">
      <dsp:nvSpPr>
        <dsp:cNvPr id="0" name=""/>
        <dsp:cNvSpPr/>
      </dsp:nvSpPr>
      <dsp:spPr>
        <a:xfrm>
          <a:off x="558247" y="2590319"/>
          <a:ext cx="3226905" cy="5749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خطة التواصل</a:t>
          </a:r>
        </a:p>
      </dsp:txBody>
      <dsp:txXfrm>
        <a:off x="575086" y="2607158"/>
        <a:ext cx="3193227" cy="5412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8C6D8-296F-BE40-B19E-B337D7EA1553}">
      <dsp:nvSpPr>
        <dsp:cNvPr id="0" name=""/>
        <dsp:cNvSpPr/>
      </dsp:nvSpPr>
      <dsp:spPr>
        <a:xfrm>
          <a:off x="2322318" y="2769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التاريخ</a:t>
          </a:r>
        </a:p>
      </dsp:txBody>
      <dsp:txXfrm>
        <a:off x="2322318" y="2769"/>
        <a:ext cx="1488355" cy="893013"/>
      </dsp:txXfrm>
    </dsp:sp>
    <dsp:sp modelId="{086406A8-1158-7142-80AE-DE08C3C295F0}">
      <dsp:nvSpPr>
        <dsp:cNvPr id="0" name=""/>
        <dsp:cNvSpPr/>
      </dsp:nvSpPr>
      <dsp:spPr>
        <a:xfrm>
          <a:off x="685126" y="2769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الوقت</a:t>
          </a:r>
        </a:p>
      </dsp:txBody>
      <dsp:txXfrm>
        <a:off x="685126" y="2769"/>
        <a:ext cx="1488355" cy="893013"/>
      </dsp:txXfrm>
    </dsp:sp>
    <dsp:sp modelId="{04AB6E4D-B6F0-234A-9FC9-BDB518B069C1}">
      <dsp:nvSpPr>
        <dsp:cNvPr id="0" name=""/>
        <dsp:cNvSpPr/>
      </dsp:nvSpPr>
      <dsp:spPr>
        <a:xfrm>
          <a:off x="2322318" y="1044618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المكان</a:t>
          </a:r>
        </a:p>
      </dsp:txBody>
      <dsp:txXfrm>
        <a:off x="2322318" y="1044618"/>
        <a:ext cx="1488355" cy="893013"/>
      </dsp:txXfrm>
    </dsp:sp>
    <dsp:sp modelId="{355BAC27-0669-AF41-8C49-3D6F025C7155}">
      <dsp:nvSpPr>
        <dsp:cNvPr id="0" name=""/>
        <dsp:cNvSpPr/>
      </dsp:nvSpPr>
      <dsp:spPr>
        <a:xfrm>
          <a:off x="685126" y="1044618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التكلفة</a:t>
          </a:r>
        </a:p>
      </dsp:txBody>
      <dsp:txXfrm>
        <a:off x="685126" y="1044618"/>
        <a:ext cx="1488355" cy="893013"/>
      </dsp:txXfrm>
    </dsp:sp>
    <dsp:sp modelId="{D1F09C34-7876-B04F-A9D2-D8177F4A999D}">
      <dsp:nvSpPr>
        <dsp:cNvPr id="0" name=""/>
        <dsp:cNvSpPr/>
      </dsp:nvSpPr>
      <dsp:spPr>
        <a:xfrm>
          <a:off x="2322318" y="2086467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الطعام والشراب</a:t>
          </a:r>
        </a:p>
      </dsp:txBody>
      <dsp:txXfrm>
        <a:off x="2322318" y="2086467"/>
        <a:ext cx="1488355" cy="893013"/>
      </dsp:txXfrm>
    </dsp:sp>
    <dsp:sp modelId="{4FA2DF58-4B98-894D-B0DB-5F5B54173970}">
      <dsp:nvSpPr>
        <dsp:cNvPr id="0" name=""/>
        <dsp:cNvSpPr/>
      </dsp:nvSpPr>
      <dsp:spPr>
        <a:xfrm>
          <a:off x="685126" y="2086467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الترفيه</a:t>
          </a:r>
        </a:p>
      </dsp:txBody>
      <dsp:txXfrm>
        <a:off x="685126" y="2086467"/>
        <a:ext cx="1488355" cy="893013"/>
      </dsp:txXfrm>
    </dsp:sp>
    <dsp:sp modelId="{795E30B8-1722-1D48-A54E-AB60261CE2FD}">
      <dsp:nvSpPr>
        <dsp:cNvPr id="0" name=""/>
        <dsp:cNvSpPr/>
      </dsp:nvSpPr>
      <dsp:spPr>
        <a:xfrm>
          <a:off x="2322318" y="3128316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الموضوع</a:t>
          </a:r>
        </a:p>
      </dsp:txBody>
      <dsp:txXfrm>
        <a:off x="2322318" y="3128316"/>
        <a:ext cx="1488355" cy="893013"/>
      </dsp:txXfrm>
    </dsp:sp>
    <dsp:sp modelId="{C74F223E-D4E4-A54C-969E-BE0DFE05D324}">
      <dsp:nvSpPr>
        <dsp:cNvPr id="0" name=""/>
        <dsp:cNvSpPr/>
      </dsp:nvSpPr>
      <dsp:spPr>
        <a:xfrm>
          <a:off x="685126" y="3128316"/>
          <a:ext cx="1488355" cy="8930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قواعد ارتداء الملابس</a:t>
          </a:r>
        </a:p>
      </dsp:txBody>
      <dsp:txXfrm>
        <a:off x="685126" y="3128316"/>
        <a:ext cx="1488355" cy="8930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966F9-6418-3946-A493-DB93433E9CE4}">
      <dsp:nvSpPr>
        <dsp:cNvPr id="0" name=""/>
        <dsp:cNvSpPr/>
      </dsp:nvSpPr>
      <dsp:spPr>
        <a:xfrm>
          <a:off x="0" y="949938"/>
          <a:ext cx="2735537" cy="292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308" tIns="1332992" rIns="212308" bIns="170688" numCol="1" spcCol="1270" anchor="t" anchorCtr="0">
          <a:noAutofit/>
        </a:bodyPr>
        <a:lstStyle/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الانتباه</a:t>
          </a: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الاهتمام</a:t>
          </a: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4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الرغبة</a:t>
          </a: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اتخاذ القرار</a:t>
          </a:r>
        </a:p>
      </dsp:txBody>
      <dsp:txXfrm>
        <a:off x="0" y="949938"/>
        <a:ext cx="2735537" cy="2923200"/>
      </dsp:txXfrm>
    </dsp:sp>
    <dsp:sp modelId="{02CD65CA-B8E7-874D-8D32-9045D096B1E7}">
      <dsp:nvSpPr>
        <dsp:cNvPr id="0" name=""/>
        <dsp:cNvSpPr/>
      </dsp:nvSpPr>
      <dsp:spPr>
        <a:xfrm>
          <a:off x="432047" y="22358"/>
          <a:ext cx="1914875" cy="1889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78" tIns="0" rIns="72378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نموذج أيدا </a:t>
          </a:r>
          <a:r>
            <a:rPr lang="en-US" sz="2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(AIDA)</a:t>
          </a:r>
          <a:endParaRPr lang="ar-EG" sz="2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4274" y="114585"/>
        <a:ext cx="1730421" cy="17048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427BD-453B-4342-88F4-F606882B405B}">
      <dsp:nvSpPr>
        <dsp:cNvPr id="0" name=""/>
        <dsp:cNvSpPr/>
      </dsp:nvSpPr>
      <dsp:spPr>
        <a:xfrm>
          <a:off x="1473034" y="1979830"/>
          <a:ext cx="294290" cy="1068881"/>
        </a:xfrm>
        <a:custGeom>
          <a:avLst/>
          <a:gdLst/>
          <a:ahLst/>
          <a:cxnLst/>
          <a:rect l="0" t="0" r="0" b="0"/>
          <a:pathLst>
            <a:path>
              <a:moveTo>
                <a:pt x="294290" y="0"/>
              </a:moveTo>
              <a:lnTo>
                <a:pt x="147145" y="0"/>
              </a:lnTo>
              <a:lnTo>
                <a:pt x="147145" y="1068881"/>
              </a:lnTo>
              <a:lnTo>
                <a:pt x="0" y="10688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C70650-0664-4A1D-819D-7CEFA1DA4C62}">
      <dsp:nvSpPr>
        <dsp:cNvPr id="0" name=""/>
        <dsp:cNvSpPr/>
      </dsp:nvSpPr>
      <dsp:spPr>
        <a:xfrm>
          <a:off x="1473034" y="1979830"/>
          <a:ext cx="294290" cy="133558"/>
        </a:xfrm>
        <a:custGeom>
          <a:avLst/>
          <a:gdLst/>
          <a:ahLst/>
          <a:cxnLst/>
          <a:rect l="0" t="0" r="0" b="0"/>
          <a:pathLst>
            <a:path>
              <a:moveTo>
                <a:pt x="294290" y="0"/>
              </a:moveTo>
              <a:lnTo>
                <a:pt x="147145" y="0"/>
              </a:lnTo>
              <a:lnTo>
                <a:pt x="147145" y="133558"/>
              </a:lnTo>
              <a:lnTo>
                <a:pt x="0" y="1335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CB940-E15B-4C7E-ADA3-D05ED5CAB144}">
      <dsp:nvSpPr>
        <dsp:cNvPr id="0" name=""/>
        <dsp:cNvSpPr/>
      </dsp:nvSpPr>
      <dsp:spPr>
        <a:xfrm>
          <a:off x="1473034" y="1044507"/>
          <a:ext cx="294290" cy="935323"/>
        </a:xfrm>
        <a:custGeom>
          <a:avLst/>
          <a:gdLst/>
          <a:ahLst/>
          <a:cxnLst/>
          <a:rect l="0" t="0" r="0" b="0"/>
          <a:pathLst>
            <a:path>
              <a:moveTo>
                <a:pt x="294290" y="935323"/>
              </a:moveTo>
              <a:lnTo>
                <a:pt x="147145" y="935323"/>
              </a:lnTo>
              <a:lnTo>
                <a:pt x="147145" y="0"/>
              </a:lnTo>
              <a:lnTo>
                <a:pt x="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5D356-620A-5247-A915-EFD61580FAD1}">
      <dsp:nvSpPr>
        <dsp:cNvPr id="0" name=""/>
        <dsp:cNvSpPr/>
      </dsp:nvSpPr>
      <dsp:spPr>
        <a:xfrm>
          <a:off x="1767325" y="1452837"/>
          <a:ext cx="1471452" cy="105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إدارة </a:t>
          </a:r>
          <a:r>
            <a:rPr lang="en-US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أحد </a:t>
          </a:r>
          <a:r>
            <a:rPr lang="en-US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الفعاليات </a:t>
          </a:r>
        </a:p>
      </dsp:txBody>
      <dsp:txXfrm>
        <a:off x="1767325" y="1452837"/>
        <a:ext cx="1471452" cy="1053985"/>
      </dsp:txXfrm>
    </dsp:sp>
    <dsp:sp modelId="{1852318D-36D3-B945-9533-16A73A7499F3}">
      <dsp:nvSpPr>
        <dsp:cNvPr id="0" name=""/>
        <dsp:cNvSpPr/>
      </dsp:nvSpPr>
      <dsp:spPr>
        <a:xfrm>
          <a:off x="1582" y="561738"/>
          <a:ext cx="1471452" cy="965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الإعداد</a:t>
          </a:r>
        </a:p>
      </dsp:txBody>
      <dsp:txXfrm>
        <a:off x="1582" y="561738"/>
        <a:ext cx="1471452" cy="965537"/>
      </dsp:txXfrm>
    </dsp:sp>
    <dsp:sp modelId="{F8ADC681-82D3-DA42-9606-CC4A04541875}">
      <dsp:nvSpPr>
        <dsp:cNvPr id="0" name=""/>
        <dsp:cNvSpPr/>
      </dsp:nvSpPr>
      <dsp:spPr>
        <a:xfrm>
          <a:off x="1582" y="1711207"/>
          <a:ext cx="1471452" cy="8043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أثناء الفعالية</a:t>
          </a:r>
        </a:p>
      </dsp:txBody>
      <dsp:txXfrm>
        <a:off x="1582" y="1711207"/>
        <a:ext cx="1471452" cy="804362"/>
      </dsp:txXfrm>
    </dsp:sp>
    <dsp:sp modelId="{8AA63356-3ABF-FB42-BE0C-0713B26EFEC6}">
      <dsp:nvSpPr>
        <dsp:cNvPr id="0" name=""/>
        <dsp:cNvSpPr/>
      </dsp:nvSpPr>
      <dsp:spPr>
        <a:xfrm>
          <a:off x="1582" y="2699502"/>
          <a:ext cx="1471452" cy="698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إنهاء الفعالية</a:t>
          </a:r>
        </a:p>
      </dsp:txBody>
      <dsp:txXfrm>
        <a:off x="1582" y="2699502"/>
        <a:ext cx="1471452" cy="6984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09290-CDA9-410C-B922-C7BFD2048062}">
      <dsp:nvSpPr>
        <dsp:cNvPr id="0" name=""/>
        <dsp:cNvSpPr/>
      </dsp:nvSpPr>
      <dsp:spPr>
        <a:xfrm>
          <a:off x="7126344" y="528520"/>
          <a:ext cx="1081030" cy="108103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5FC2F-8260-46AE-B104-A41FD79B151F}">
      <dsp:nvSpPr>
        <dsp:cNvPr id="0" name=""/>
        <dsp:cNvSpPr/>
      </dsp:nvSpPr>
      <dsp:spPr>
        <a:xfrm>
          <a:off x="7364477" y="755536"/>
          <a:ext cx="626997" cy="6269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BA49D-4FC6-40EF-8D4A-D06E21168551}">
      <dsp:nvSpPr>
        <dsp:cNvPr id="0" name=""/>
        <dsp:cNvSpPr/>
      </dsp:nvSpPr>
      <dsp:spPr>
        <a:xfrm>
          <a:off x="4323640" y="528520"/>
          <a:ext cx="2548143" cy="10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المواقف غير المتوقعة يمكن أن تحدث دائمًا، </a:t>
          </a:r>
          <a:br>
            <a:rPr lang="ar-EG" sz="2400" kern="1200" dirty="0"/>
          </a:br>
          <a:r>
            <a:rPr lang="ar-EG" sz="2400" kern="1200" dirty="0"/>
            <a:t>فكن مستعدًا.</a:t>
          </a:r>
        </a:p>
      </dsp:txBody>
      <dsp:txXfrm>
        <a:off x="4323640" y="528520"/>
        <a:ext cx="2548143" cy="1081030"/>
      </dsp:txXfrm>
    </dsp:sp>
    <dsp:sp modelId="{583768FD-A35B-42C9-928E-FD3EEA3BCFBD}">
      <dsp:nvSpPr>
        <dsp:cNvPr id="0" name=""/>
        <dsp:cNvSpPr/>
      </dsp:nvSpPr>
      <dsp:spPr>
        <a:xfrm>
          <a:off x="2789496" y="528520"/>
          <a:ext cx="1081030" cy="108103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EB276-B23D-4BA1-B78F-FCACD12436A2}">
      <dsp:nvSpPr>
        <dsp:cNvPr id="0" name=""/>
        <dsp:cNvSpPr/>
      </dsp:nvSpPr>
      <dsp:spPr>
        <a:xfrm>
          <a:off x="3016506" y="755536"/>
          <a:ext cx="626997" cy="6269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394DB-C860-4845-9A1D-2A0F3A4B5F00}">
      <dsp:nvSpPr>
        <dsp:cNvPr id="0" name=""/>
        <dsp:cNvSpPr/>
      </dsp:nvSpPr>
      <dsp:spPr>
        <a:xfrm>
          <a:off x="27428" y="528520"/>
          <a:ext cx="2548143" cy="10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خطة الطوارئ.</a:t>
          </a:r>
        </a:p>
      </dsp:txBody>
      <dsp:txXfrm>
        <a:off x="27428" y="528520"/>
        <a:ext cx="2548143" cy="1081030"/>
      </dsp:txXfrm>
    </dsp:sp>
    <dsp:sp modelId="{1A3A67A9-43DE-4FDA-8721-5D695752A213}">
      <dsp:nvSpPr>
        <dsp:cNvPr id="0" name=""/>
        <dsp:cNvSpPr/>
      </dsp:nvSpPr>
      <dsp:spPr>
        <a:xfrm>
          <a:off x="7126344" y="2268885"/>
          <a:ext cx="1081030" cy="108103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118E8-C619-45F7-BB42-D5010DF2C0A4}">
      <dsp:nvSpPr>
        <dsp:cNvPr id="0" name=""/>
        <dsp:cNvSpPr/>
      </dsp:nvSpPr>
      <dsp:spPr>
        <a:xfrm>
          <a:off x="7364477" y="2495901"/>
          <a:ext cx="626997" cy="6269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14668-F83D-44C4-BA8B-A43DFAC283DE}">
      <dsp:nvSpPr>
        <dsp:cNvPr id="0" name=""/>
        <dsp:cNvSpPr/>
      </dsp:nvSpPr>
      <dsp:spPr>
        <a:xfrm>
          <a:off x="4314517" y="2268885"/>
          <a:ext cx="2548143" cy="10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التواصل مع الفريق وخدمات الطوارئ.</a:t>
          </a:r>
        </a:p>
      </dsp:txBody>
      <dsp:txXfrm>
        <a:off x="4314517" y="2268885"/>
        <a:ext cx="2548143" cy="1081030"/>
      </dsp:txXfrm>
    </dsp:sp>
    <dsp:sp modelId="{781076B3-F38D-44D1-A629-A9A7350C7A60}">
      <dsp:nvSpPr>
        <dsp:cNvPr id="0" name=""/>
        <dsp:cNvSpPr/>
      </dsp:nvSpPr>
      <dsp:spPr>
        <a:xfrm>
          <a:off x="2789496" y="2268885"/>
          <a:ext cx="1081030" cy="108103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D6828-AAAB-439D-A80E-CF1D7A19CB6F}">
      <dsp:nvSpPr>
        <dsp:cNvPr id="0" name=""/>
        <dsp:cNvSpPr/>
      </dsp:nvSpPr>
      <dsp:spPr>
        <a:xfrm>
          <a:off x="3016506" y="2495901"/>
          <a:ext cx="626997" cy="6269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0A708-F25D-4C90-9043-CF6BA62A99EC}">
      <dsp:nvSpPr>
        <dsp:cNvPr id="0" name=""/>
        <dsp:cNvSpPr/>
      </dsp:nvSpPr>
      <dsp:spPr>
        <a:xfrm>
          <a:off x="36576" y="2268885"/>
          <a:ext cx="2548143" cy="10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نماذج تقرير الحادث/الواقعة توضح تفاصيل ما حدث.</a:t>
          </a:r>
        </a:p>
      </dsp:txBody>
      <dsp:txXfrm>
        <a:off x="36576" y="2268885"/>
        <a:ext cx="2548143" cy="10810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FDB5E-FD01-9B41-8674-7BAB4042C7AE}">
      <dsp:nvSpPr>
        <dsp:cNvPr id="0" name=""/>
        <dsp:cNvSpPr/>
      </dsp:nvSpPr>
      <dsp:spPr>
        <a:xfrm>
          <a:off x="2653" y="0"/>
          <a:ext cx="8206058" cy="17100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4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مصادر التعليقات </a:t>
          </a:r>
          <a:r>
            <a:rPr lang="en-US" sz="4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52739" y="50086"/>
        <a:ext cx="8105886" cy="1609894"/>
      </dsp:txXfrm>
    </dsp:sp>
    <dsp:sp modelId="{B21767B2-266E-5848-9C82-FA03851570B5}">
      <dsp:nvSpPr>
        <dsp:cNvPr id="0" name=""/>
        <dsp:cNvSpPr/>
      </dsp:nvSpPr>
      <dsp:spPr>
        <a:xfrm>
          <a:off x="6278782" y="1926709"/>
          <a:ext cx="1929929" cy="17100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الذات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فكّر في أدائك</a:t>
          </a:r>
        </a:p>
      </dsp:txBody>
      <dsp:txXfrm>
        <a:off x="6328868" y="1976795"/>
        <a:ext cx="1829757" cy="1609894"/>
      </dsp:txXfrm>
    </dsp:sp>
    <dsp:sp modelId="{AB199079-479F-DA41-94DB-8C647369B0C3}">
      <dsp:nvSpPr>
        <dsp:cNvPr id="0" name=""/>
        <dsp:cNvSpPr/>
      </dsp:nvSpPr>
      <dsp:spPr>
        <a:xfrm>
          <a:off x="4185413" y="1926464"/>
          <a:ext cx="1929929" cy="17100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معرفة </a:t>
          </a:r>
          <a:r>
            <a:rPr lang="ar-EG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الفريق</a:t>
          </a: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المتخصصة </a:t>
          </a:r>
          <a:b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بهذه العملية</a:t>
          </a:r>
        </a:p>
      </dsp:txBody>
      <dsp:txXfrm>
        <a:off x="4235499" y="1976550"/>
        <a:ext cx="1829757" cy="1609894"/>
      </dsp:txXfrm>
    </dsp:sp>
    <dsp:sp modelId="{2A772128-9B7B-EF48-B274-5A792030F17A}">
      <dsp:nvSpPr>
        <dsp:cNvPr id="0" name=""/>
        <dsp:cNvSpPr/>
      </dsp:nvSpPr>
      <dsp:spPr>
        <a:xfrm>
          <a:off x="2093369" y="1926464"/>
          <a:ext cx="1929929" cy="17100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تعليقات </a:t>
          </a:r>
          <a:r>
            <a:rPr lang="ar-EG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المعلم</a:t>
          </a: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البناءة والمتخصصة والتي تشجع على التطور </a:t>
          </a:r>
        </a:p>
      </dsp:txBody>
      <dsp:txXfrm>
        <a:off x="2143455" y="1976550"/>
        <a:ext cx="1829757" cy="1609894"/>
      </dsp:txXfrm>
    </dsp:sp>
    <dsp:sp modelId="{F373B645-DF75-9148-A965-BA84126FF7DF}">
      <dsp:nvSpPr>
        <dsp:cNvPr id="0" name=""/>
        <dsp:cNvSpPr/>
      </dsp:nvSpPr>
      <dsp:spPr>
        <a:xfrm>
          <a:off x="1326" y="1926464"/>
          <a:ext cx="1929929" cy="17100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وجهات النظر المختلفة </a:t>
          </a: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للعملاء</a:t>
          </a: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والمهمة حتى يعودوا مجددًا إلينا</a:t>
          </a:r>
        </a:p>
      </dsp:txBody>
      <dsp:txXfrm>
        <a:off x="51412" y="1976550"/>
        <a:ext cx="1829757" cy="16098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C51F3-E9A1-D040-B2D9-17EE78172A81}">
      <dsp:nvSpPr>
        <dsp:cNvPr id="0" name=""/>
        <dsp:cNvSpPr/>
      </dsp:nvSpPr>
      <dsp:spPr>
        <a:xfrm rot="16200000">
          <a:off x="2167274" y="-2082341"/>
          <a:ext cx="665623" cy="50001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الحضور القوي</a:t>
          </a:r>
        </a:p>
      </dsp:txBody>
      <dsp:txXfrm rot="5400000">
        <a:off x="32493" y="117426"/>
        <a:ext cx="4967679" cy="600637"/>
      </dsp:txXfrm>
    </dsp:sp>
    <dsp:sp modelId="{EABB7D55-4661-AA43-8995-737DF6269875}">
      <dsp:nvSpPr>
        <dsp:cNvPr id="0" name=""/>
        <dsp:cNvSpPr/>
      </dsp:nvSpPr>
      <dsp:spPr>
        <a:xfrm>
          <a:off x="5000172" y="1729"/>
          <a:ext cx="2812596" cy="83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نقاط القوة</a:t>
          </a:r>
        </a:p>
      </dsp:txBody>
      <dsp:txXfrm>
        <a:off x="5040788" y="42345"/>
        <a:ext cx="2731364" cy="750797"/>
      </dsp:txXfrm>
    </dsp:sp>
    <dsp:sp modelId="{BBF5EB78-85D2-4E46-BD3A-CD1783B4D9E5}">
      <dsp:nvSpPr>
        <dsp:cNvPr id="0" name=""/>
        <dsp:cNvSpPr/>
      </dsp:nvSpPr>
      <dsp:spPr>
        <a:xfrm rot="16200000">
          <a:off x="2167274" y="-1208709"/>
          <a:ext cx="665623" cy="50001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الإنفاق المبالغ به على الدعاية والترويج</a:t>
          </a:r>
        </a:p>
      </dsp:txBody>
      <dsp:txXfrm rot="5400000">
        <a:off x="32493" y="991058"/>
        <a:ext cx="4967679" cy="600637"/>
      </dsp:txXfrm>
    </dsp:sp>
    <dsp:sp modelId="{17EA1557-32BA-DE46-A460-00DD58ACD6A7}">
      <dsp:nvSpPr>
        <dsp:cNvPr id="0" name=""/>
        <dsp:cNvSpPr/>
      </dsp:nvSpPr>
      <dsp:spPr>
        <a:xfrm>
          <a:off x="5000172" y="875361"/>
          <a:ext cx="2812596" cy="83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نقاط الضعف</a:t>
          </a:r>
        </a:p>
      </dsp:txBody>
      <dsp:txXfrm>
        <a:off x="5040788" y="915977"/>
        <a:ext cx="2731364" cy="750797"/>
      </dsp:txXfrm>
    </dsp:sp>
    <dsp:sp modelId="{F4F17CF3-5588-DE47-B66E-25E82EC57A50}">
      <dsp:nvSpPr>
        <dsp:cNvPr id="0" name=""/>
        <dsp:cNvSpPr/>
      </dsp:nvSpPr>
      <dsp:spPr>
        <a:xfrm rot="16200000">
          <a:off x="2167274" y="-335078"/>
          <a:ext cx="665623" cy="50001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زيادة أعداد الضيوف</a:t>
          </a:r>
        </a:p>
      </dsp:txBody>
      <dsp:txXfrm rot="5400000">
        <a:off x="32493" y="1864689"/>
        <a:ext cx="4967679" cy="600637"/>
      </dsp:txXfrm>
    </dsp:sp>
    <dsp:sp modelId="{859848DD-EC8A-A240-923F-25C56A582F20}">
      <dsp:nvSpPr>
        <dsp:cNvPr id="0" name=""/>
        <dsp:cNvSpPr/>
      </dsp:nvSpPr>
      <dsp:spPr>
        <a:xfrm>
          <a:off x="5000172" y="1748992"/>
          <a:ext cx="2812596" cy="83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الفرص</a:t>
          </a:r>
        </a:p>
      </dsp:txBody>
      <dsp:txXfrm>
        <a:off x="5040788" y="1789608"/>
        <a:ext cx="2731364" cy="750797"/>
      </dsp:txXfrm>
    </dsp:sp>
    <dsp:sp modelId="{423F1789-C379-5342-AFA2-C1CA5D4EA93A}">
      <dsp:nvSpPr>
        <dsp:cNvPr id="0" name=""/>
        <dsp:cNvSpPr/>
      </dsp:nvSpPr>
      <dsp:spPr>
        <a:xfrm rot="16200000">
          <a:off x="2167274" y="538553"/>
          <a:ext cx="665623" cy="500017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r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تغيير الفريق المنظِم</a:t>
          </a:r>
        </a:p>
      </dsp:txBody>
      <dsp:txXfrm rot="5400000">
        <a:off x="32493" y="2738321"/>
        <a:ext cx="4967679" cy="600637"/>
      </dsp:txXfrm>
    </dsp:sp>
    <dsp:sp modelId="{58CB0169-F058-1C4A-B009-A0E222CC0445}">
      <dsp:nvSpPr>
        <dsp:cNvPr id="0" name=""/>
        <dsp:cNvSpPr/>
      </dsp:nvSpPr>
      <dsp:spPr>
        <a:xfrm>
          <a:off x="5000172" y="2598453"/>
          <a:ext cx="2812596" cy="83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التهديدات</a:t>
          </a:r>
        </a:p>
      </dsp:txBody>
      <dsp:txXfrm>
        <a:off x="5040788" y="2639069"/>
        <a:ext cx="2731364" cy="750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9188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240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46289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6712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2326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71177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1486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514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4850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4398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9971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6151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03361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4899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1124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1277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6764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2885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2240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16441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9770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9712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45861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6075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78230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135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Unit X: </a:t>
            </a:r>
            <a:r>
              <a:rPr lang="en-GB" altLang="en-US" err="1"/>
              <a:t>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  <a:p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  <a:p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Blue subhead</a:t>
            </a:r>
          </a:p>
          <a:p>
            <a:r>
              <a:rPr lang="en-GB"/>
              <a:t>Bullet text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Blue subhead</a:t>
            </a:r>
          </a:p>
          <a:p>
            <a:r>
              <a:rPr lang="en-GB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26C43EA9-C221-5A4C-6082-4FE6900D83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6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4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الوحدة 6 </a:t>
            </a:r>
            <a:br>
              <a:rPr lang="ar-EG" b="1"/>
            </a:br>
            <a:br>
              <a:rPr lang="ar-EG" b="1"/>
            </a:br>
            <a:r>
              <a:rPr lang="ar-EG" b="1">
                <a:ea typeface="Calibri" panose="020F0502020204030204" pitchFamily="34" charset="0"/>
              </a:rPr>
              <a:t>تخطيط فعالية الضيافة وإدارتها</a:t>
            </a:r>
            <a:br>
              <a:rPr lang="ar-EG"/>
            </a:br>
            <a:br>
              <a:rPr lang="ar-EG"/>
            </a:br>
            <a:endParaRPr lang="ar-EG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 dirty="0"/>
              <a:t>شركة بيرسون للتعليم المحدودة 2023.</a:t>
            </a:r>
            <a:r>
              <a:rPr lang="en-US" sz="1400" dirty="0"/>
              <a:t> </a:t>
            </a:r>
            <a:r>
              <a:rPr lang="ar-EG" sz="1400" dirty="0"/>
              <a:t>يُسمح بالنسخ لمؤسسة الشراء فقط.</a:t>
            </a:r>
            <a:r>
              <a:rPr lang="en-US" sz="14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30782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sz="4000" b="1" dirty="0">
                <a:ea typeface="Calibri" panose="020F0502020204030204" pitchFamily="34" charset="0"/>
              </a:rPr>
              <a:t>التخطيط لفعالية الضيافة وإدارتها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في هذه الوحدة، سوف تقوم بالتعرف على عملية التخطيط لإقامة فعالية الضيافة لتلبية متطلبات العملاء.</a:t>
            </a:r>
          </a:p>
          <a:p>
            <a:r>
              <a:rPr lang="ar-EG" dirty="0"/>
              <a:t>ستقوم بالترويج لفعالية الضيافة وتنظيمها وإدارتها مع فريقك.</a:t>
            </a:r>
          </a:p>
          <a:p>
            <a:r>
              <a:rPr lang="ar-EG" dirty="0"/>
              <a:t>سوف تتعلم عوامل إنجاح الفعالية وكيفية التحقق من ذلك باستخدام مجموعة متنوعة من الأساليب.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C7B8561-9175-C6BF-7DF3-6185420EDF65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أهداف التعلم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 dirty="0"/>
              <a:t>أ</a:t>
            </a:r>
            <a:r>
              <a:rPr lang="ar-EG" sz="2000" dirty="0"/>
              <a:t>   </a:t>
            </a:r>
            <a:r>
              <a:rPr lang="ar-EG" dirty="0"/>
              <a:t>التعرف على عملية التخطيط لإقامة فعالية ضيافة</a:t>
            </a:r>
            <a:r>
              <a:rPr lang="en-US" dirty="0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ب </a:t>
            </a:r>
            <a:r>
              <a:rPr lang="ar-EG" dirty="0"/>
              <a:t>المساهمة في الترويج لفعالية الضيافة وتنظيمها وإدارتها</a:t>
            </a:r>
            <a:r>
              <a:rPr lang="en-US" dirty="0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ج</a:t>
            </a:r>
            <a:r>
              <a:rPr lang="ar-EG" dirty="0"/>
              <a:t> استعراض نجاح فعالية الضيافة</a:t>
            </a:r>
            <a:r>
              <a:rPr lang="en-US" dirty="0"/>
              <a:t> 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 dirty="0"/>
            </a:br>
            <a:r>
              <a:rPr lang="ar-EG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900DC-9603-22D7-FF06-A3388F5E486C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076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 dirty="0"/>
              <a:t>هدف التعلم (أ)</a:t>
            </a:r>
            <a:br>
              <a:rPr lang="ar-EG" sz="2400" b="1" dirty="0"/>
            </a:br>
            <a:br>
              <a:rPr lang="ar-EG" sz="2400" b="1" dirty="0"/>
            </a:br>
            <a:r>
              <a:rPr lang="ar-EG" sz="3600" b="1" dirty="0"/>
              <a:t>التعرف على عملية التخطيط لرسم خطة </a:t>
            </a:r>
            <a:br>
              <a:rPr lang="ar-EG" sz="3600" b="1" dirty="0"/>
            </a:br>
            <a:r>
              <a:rPr lang="ar-EG" sz="3600" b="1" dirty="0"/>
              <a:t>لإقامة فعالية ضيافة</a:t>
            </a:r>
            <a:r>
              <a:rPr lang="en-US" sz="3600" b="1" dirty="0"/>
              <a:t> </a:t>
            </a:r>
            <a:br>
              <a:rPr lang="ar-EG" sz="1800" dirty="0">
                <a:highlight>
                  <a:srgbClr val="FFFF00"/>
                </a:highlight>
              </a:rPr>
            </a:br>
            <a:endParaRPr lang="ar-EG" sz="1800" dirty="0">
              <a:highlight>
                <a:srgbClr val="FFFF00"/>
              </a:highlight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03300" y="3933056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>
                <a:latin typeface="Helvetica" pitchFamily="2" charset="0"/>
              </a:rPr>
              <a:t>عملية التخطيط لإقامة فعالية في بيئة الضيافة.</a:t>
            </a:r>
          </a:p>
          <a:p>
            <a:r>
              <a:rPr lang="ar-EG">
                <a:latin typeface="Helvetica" pitchFamily="2" charset="0"/>
              </a:rPr>
              <a:t>التخطيط لإقامة فعالية ضيافة لتلبية متطلبات العملاء.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GB" altLang="en-US" sz="3600" b="1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B539867-ECB5-F1B3-9AF1-8D5F104CF12E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204864"/>
            <a:ext cx="8208712" cy="22322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ثمة  العديد من الأسباب المختلفة لإقامة فعاليات الضيافة التي تنقسم بشكل رئيسي إلى ثلاث مجموعات:</a:t>
            </a:r>
            <a:r>
              <a:rPr lang="en-US" dirty="0"/>
              <a:t> </a:t>
            </a:r>
          </a:p>
          <a:p>
            <a:pPr marL="685800"/>
            <a:r>
              <a:rPr lang="ar-EG" dirty="0"/>
              <a:t>الفعاليات التجارية أو الخاصة بالشركات</a:t>
            </a:r>
          </a:p>
          <a:p>
            <a:pPr marL="685800"/>
            <a:r>
              <a:rPr lang="ar-EG" dirty="0"/>
              <a:t>الفعاليات الترويجية</a:t>
            </a:r>
          </a:p>
          <a:p>
            <a:pPr marL="685800"/>
            <a:r>
              <a:rPr lang="ar-EG" dirty="0"/>
              <a:t>الفعاليات الاجتماعية.</a:t>
            </a:r>
            <a:r>
              <a:rPr lang="en-US" dirty="0"/>
              <a:t> 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فعاليات الضيافة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C41CD3-861A-897D-A643-9F688AA0C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50" y="5013548"/>
            <a:ext cx="8316823" cy="165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>
              <a:buFont typeface="Wingdings" panose="05000000000000000000" pitchFamily="2" charset="2"/>
              <a:buNone/>
            </a:pPr>
            <a:r>
              <a:rPr lang="ar-EG"/>
              <a:t>يرد في الشرائح التالية أنواع الفعاليات.</a:t>
            </a:r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/>
          </a:p>
          <a:p>
            <a:pPr marL="685800"/>
            <a:endParaRPr lang="en-GB" altLang="en-US" kern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6DBD5-BC9A-6D91-7213-832366EE9C69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100" b="1">
                <a:solidFill>
                  <a:schemeClr val="tx2"/>
                </a:solidFill>
              </a:rPr>
              <a:t>أنواع فعاليات الضيافة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79512" y="2392574"/>
            <a:ext cx="4319462" cy="427678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ar-EG" sz="2200" dirty="0"/>
              <a:t>تقام </a:t>
            </a:r>
            <a:r>
              <a:rPr lang="ar-EG" sz="2200" b="1" dirty="0"/>
              <a:t>مراسم توزيع الجوائز </a:t>
            </a:r>
            <a:r>
              <a:rPr lang="ar-EG" sz="2200" dirty="0"/>
              <a:t>لتكريم الأفراد أو المجموعات أو المؤسسات لإنجازاتهم المتميزة.</a:t>
            </a:r>
          </a:p>
          <a:p>
            <a:pPr>
              <a:lnSpc>
                <a:spcPct val="90000"/>
              </a:lnSpc>
            </a:pPr>
            <a:r>
              <a:rPr lang="ar-EG" sz="2200" b="1" dirty="0"/>
              <a:t>الفعاليات المخصصة</a:t>
            </a:r>
            <a:r>
              <a:rPr lang="ar-EG" sz="2200" dirty="0"/>
              <a:t> هي فعاليات وتجارب مصممة خصيصًا لتلبية الاحتياجات والتفضيلات المحددة للعملاء الأفراد </a:t>
            </a:r>
            <a:br>
              <a:rPr lang="ar-EG" sz="2200" dirty="0"/>
            </a:br>
            <a:r>
              <a:rPr lang="ar-EG" sz="2200" dirty="0"/>
              <a:t>أو المجموعات.</a:t>
            </a:r>
          </a:p>
          <a:p>
            <a:pPr>
              <a:lnSpc>
                <a:spcPct val="90000"/>
              </a:lnSpc>
            </a:pPr>
            <a:r>
              <a:rPr lang="ar-EG" sz="2200" b="1" dirty="0"/>
              <a:t>الترويج للعلامة التجارية</a:t>
            </a:r>
            <a:r>
              <a:rPr lang="ar-EG" sz="2200" dirty="0"/>
              <a:t> هو فعالية </a:t>
            </a:r>
            <a:br>
              <a:rPr lang="ar-EG" sz="2200" dirty="0"/>
            </a:br>
            <a:r>
              <a:rPr lang="ar-EG" sz="2200" dirty="0"/>
              <a:t>لجذب الانتباه إلى منتج معين أو سلسلة </a:t>
            </a:r>
            <a:br>
              <a:rPr lang="ar-EG" sz="2200" dirty="0"/>
            </a:br>
            <a:r>
              <a:rPr lang="ar-EG" sz="2200" dirty="0"/>
              <a:t>من المنتجات أو الخدمات.</a:t>
            </a:r>
            <a:r>
              <a:rPr lang="en-US" sz="2200" dirty="0"/>
              <a:t> </a:t>
            </a:r>
          </a:p>
          <a:p>
            <a:pPr>
              <a:lnSpc>
                <a:spcPct val="90000"/>
              </a:lnSpc>
            </a:pPr>
            <a:endParaRPr lang="en-GB" sz="2200" dirty="0">
              <a:effectLst/>
            </a:endParaRPr>
          </a:p>
          <a:p>
            <a:pPr indent="0">
              <a:lnSpc>
                <a:spcPct val="90000"/>
              </a:lnSpc>
            </a:pPr>
            <a:endParaRPr lang="en-GB" altLang="en-US" sz="2200" dirty="0"/>
          </a:p>
          <a:p>
            <a:pPr marL="685800">
              <a:lnSpc>
                <a:spcPct val="90000"/>
              </a:lnSpc>
            </a:pPr>
            <a:endParaRPr lang="en-GB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7BBEF-3236-38CB-8B18-A4CEB57F17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102" y="2700039"/>
            <a:ext cx="3714454" cy="247959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8693A1-B255-4463-471B-BC300680C6FF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353090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100" b="1">
                <a:solidFill>
                  <a:schemeClr val="tx2"/>
                </a:solidFill>
              </a:rPr>
              <a:t>أنواع فعاليات الضيافة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ar-EG" b="1" dirty="0"/>
              <a:t>الاحتفالات</a:t>
            </a:r>
            <a:r>
              <a:rPr lang="ar-EG" dirty="0"/>
              <a:t> هي تجمع خاص </a:t>
            </a:r>
            <a:br>
              <a:rPr lang="ar-EG" dirty="0"/>
            </a:br>
            <a:r>
              <a:rPr lang="ar-EG" dirty="0"/>
              <a:t>أو مناسبة يجتمع فيها الناس معًا للاحتفال بعيد ميلاد أو حفل زفاف على سبيل المثال. 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</a:pPr>
            <a:r>
              <a:rPr lang="ar-EG" b="1" dirty="0"/>
              <a:t>المؤتمرات</a:t>
            </a:r>
            <a:r>
              <a:rPr lang="ar-EG" dirty="0"/>
              <a:t> عادة ما تكون فعاليات واسعة النطاق لرجال الأعمال أو مجموعات ذات اهتمامات معينة.</a:t>
            </a:r>
          </a:p>
          <a:p>
            <a:pPr>
              <a:lnSpc>
                <a:spcPct val="90000"/>
              </a:lnSpc>
            </a:pPr>
            <a:r>
              <a:rPr lang="ar-EG" b="1" dirty="0"/>
              <a:t>المعارض</a:t>
            </a:r>
            <a:r>
              <a:rPr lang="ar-EG" dirty="0"/>
              <a:t> هي عادة فعاليات عامة يجرى فيها عرض الأعمال الفنية </a:t>
            </a:r>
            <a:br>
              <a:rPr lang="ar-EG" dirty="0"/>
            </a:br>
            <a:r>
              <a:rPr lang="ar-EG" dirty="0"/>
              <a:t>أو الأشياء محل الاهتمام.</a:t>
            </a:r>
          </a:p>
          <a:p>
            <a:pPr>
              <a:lnSpc>
                <a:spcPct val="90000"/>
              </a:lnSpc>
            </a:pPr>
            <a:endParaRPr lang="en-GB" sz="2000" dirty="0">
              <a:effectLst/>
            </a:endParaRPr>
          </a:p>
          <a:p>
            <a:pPr indent="0">
              <a:lnSpc>
                <a:spcPct val="90000"/>
              </a:lnSpc>
            </a:pPr>
            <a:endParaRPr lang="en-GB" altLang="en-US" sz="2000" dirty="0"/>
          </a:p>
          <a:p>
            <a:pPr marL="685800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3D039-B8D3-C8A2-12D2-2462A9C005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444" y="2779860"/>
            <a:ext cx="3709500" cy="251800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1E8386F-36C0-13B8-EBB8-4142841B4A43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626193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100" b="1">
                <a:solidFill>
                  <a:schemeClr val="tx2"/>
                </a:solidFill>
              </a:rPr>
              <a:t>أنواع فعاليات الضيافة (3)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4F7916EF-85F0-F7CE-1D38-316057CE0AB2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20056498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635F1DB-773A-D00A-AF95-D5FCB8DA9536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068392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55507" y="1988840"/>
            <a:ext cx="5184576" cy="33843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b="1" dirty="0">
                <a:latin typeface="Arial" panose="020B0604020202020204" pitchFamily="34" charset="0"/>
                <a:ea typeface="Times New Roman" panose="02020603050405020304" pitchFamily="18" charset="0"/>
              </a:rPr>
              <a:t>حفلات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ar-EG" b="1" dirty="0">
                <a:latin typeface="Arial" panose="020B0604020202020204" pitchFamily="34" charset="0"/>
                <a:ea typeface="Times New Roman" panose="02020603050405020304" pitchFamily="18" charset="0"/>
              </a:rPr>
              <a:t>العشاء والمآدب الرسمية</a:t>
            </a: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 هي أنواع من التجمعات الاجتماعية التي تتضمن وجبة منظمة، تتبع مجموعة محددة من العادات والقواعد.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b="1" dirty="0">
                <a:latin typeface="Arial" panose="020B0604020202020204" pitchFamily="34" charset="0"/>
                <a:ea typeface="Times New Roman" panose="02020603050405020304" pitchFamily="18" charset="0"/>
              </a:rPr>
              <a:t>جمع التبرعات</a:t>
            </a: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، والذي يُعرف أحيانًا باسم الأعمال الخيرية أو غير الهادفة للربح، </a:t>
            </a:r>
            <a:b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عادةً ما يكون عبارة عن فعاليات تُقام لجمع الأموال لأسباب خيرية.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b="1" dirty="0">
                <a:latin typeface="Arial" panose="020B0604020202020204" pitchFamily="34" charset="0"/>
                <a:ea typeface="Times New Roman" panose="02020603050405020304" pitchFamily="18" charset="0"/>
              </a:rPr>
              <a:t>الفعاليات الخارجية</a:t>
            </a: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: التجمعات أو الاحتفالات </a:t>
            </a:r>
            <a:b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أو التجارب التي تُقام في الأماكن المفتوحة.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600"/>
              </a:spcBef>
              <a:spcAft>
                <a:spcPts val="600"/>
              </a:spcAft>
            </a:pP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4000" b="1"/>
              <a:t>أنواع فعاليات الضيافة (4)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19393-C8B3-DE66-5C77-40F0AE308B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882" y="2948387"/>
            <a:ext cx="3524916" cy="235249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5E784A9-712B-4B91-21EF-0A4E8BB5A33D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597257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096852"/>
            <a:ext cx="838883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إطلاق المنتجات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 عبارة عن فعاليات تمنح الشركة فرصة لعرض منتج أو خدمة جديدة للعملاء المحتملين.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حفلات الاستقبال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 هي حفلات رسمية تقام للترحيب بشخص ما أو للاحتفال بحدث خاص.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الاحتفالات أو الفعاليات الدينية 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هي تجمعات يُجرى تنظيمها لمعتقد أو عقيدة دينية معينة.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الفعاليات ذات الطابع الخاص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 هي تجمعات تتمحور حول موضوع أو فكرة معينة.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ar-EG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حفلات الزفاف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 تعد نوعًا آخر شائعًا من الفعاليات في جميع أنحاء العالم.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b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</a:rPr>
              <a:t>إنها من بين أهم المناسبات وأكثرها بهجة في العديد من الثقافات</a:t>
            </a:r>
            <a:r>
              <a:rPr lang="ar-EG" sz="22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4000" b="1"/>
              <a:t>أنواع فعاليات الضيافة (5)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59CC4-5C35-7F0D-03B1-ED934DDB0E7B}"/>
              </a:ext>
            </a:extLst>
          </p:cNvPr>
          <p:cNvSpPr txBox="1"/>
          <p:nvPr/>
        </p:nvSpPr>
        <p:spPr>
          <a:xfrm>
            <a:off x="323530" y="6237312"/>
            <a:ext cx="83528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200" b="1"/>
              <a:t>سؤال</a:t>
            </a:r>
            <a:r>
              <a:rPr lang="ar-EG" sz="2200"/>
              <a:t>: ما هي الفعاليات الأكثر شيوعًا في منطقتك المحلية؟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9AEBE-7578-D9F8-65C7-D8FA7FA53EBE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347200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76056" y="1850648"/>
            <a:ext cx="3797453" cy="46746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الفعاليات في مجال الضيافة إما </a:t>
            </a:r>
            <a:br>
              <a:rPr lang="ar-EG" dirty="0"/>
            </a:br>
            <a:r>
              <a:rPr lang="ar-EG" dirty="0"/>
              <a:t>أن تكون مُقامة من أجل العميل </a:t>
            </a:r>
            <a:br>
              <a:rPr lang="ar-EG" dirty="0"/>
            </a:br>
            <a:r>
              <a:rPr lang="ar-EG" dirty="0"/>
              <a:t>أو وسيلة لتشجيع الإيرادات لأعمال الضيافة.</a:t>
            </a:r>
          </a:p>
          <a:p>
            <a:pPr indent="0">
              <a:buNone/>
            </a:pPr>
            <a:r>
              <a:rPr lang="ar-EG" dirty="0"/>
              <a:t>قبل البدء بأي فعالية، يجب تحديد أهداف الفعالية والفكرة التي تتمحور حولها.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endParaRPr lang="en-GB" dirty="0">
              <a:effectLst/>
              <a:latin typeface="Helvetica" pitchFamily="2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عملية التخطيط (1)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6C31F88-019A-F5CE-7315-0788D0A3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91" y="1850648"/>
            <a:ext cx="4589540" cy="4674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dirty="0"/>
              <a:t>يمكن إعداد ملخص العميل لجمع هذه المعلومات.</a:t>
            </a:r>
            <a:r>
              <a:rPr lang="en-US" dirty="0"/>
              <a:t> </a:t>
            </a:r>
            <a:r>
              <a:rPr lang="ar-EG" dirty="0"/>
              <a:t>فيما يلي بعض الأمثلة </a:t>
            </a:r>
            <a:br>
              <a:rPr lang="ar-EG" dirty="0"/>
            </a:br>
            <a:r>
              <a:rPr lang="ar-EG" dirty="0"/>
              <a:t>على العناوين: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اسم الفعالية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تاريخ الفعالية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موقع الفعالية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ملخص الفعالية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التواصل مع العميل: 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التواصل مع المنظم / مخطط الفعالية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أهداف الفعالية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EG" sz="2000" dirty="0">
                <a:latin typeface="Arial" panose="020B0604020202020204" pitchFamily="34" charset="0"/>
                <a:ea typeface="Times New Roman" panose="02020603050405020304" pitchFamily="18" charset="0"/>
              </a:rPr>
              <a:t>الجمهور المستهدف أو الضيوف الحاضرين.</a:t>
            </a: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endParaRPr lang="en-GB" kern="0" dirty="0">
              <a:latin typeface="Helvetica" pitchFamily="2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E0EEA-E671-3E2D-B203-6CB9100E96B1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582759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A1C372-32F8-1009-4088-7A274D0F5E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7220459"/>
              </p:ext>
            </p:extLst>
          </p:nvPr>
        </p:nvGraphicFramePr>
        <p:xfrm>
          <a:off x="539552" y="1988840"/>
          <a:ext cx="4608512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عملية التخطيط (2)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7D0F86E-5717-7A6D-3641-2DF75E732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3140968"/>
            <a:ext cx="3816424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dirty="0"/>
              <a:t>عند استكمال ملخص العميل، </a:t>
            </a:r>
            <a:br>
              <a:rPr lang="ar-EG" dirty="0"/>
            </a:br>
            <a:r>
              <a:rPr lang="ar-EG" dirty="0"/>
              <a:t>يمكن تقسيم عملية التخطيط </a:t>
            </a:r>
            <a:br>
              <a:rPr lang="ar-EG" dirty="0"/>
            </a:br>
            <a:r>
              <a:rPr lang="ar-EG" dirty="0"/>
              <a:t>إلى أربع مراحل.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1FB82-CF9F-007D-B39D-8A9FD3367A5D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98141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76" y="980728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اقتراح تخطيط الفعالية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21E07-B40A-F38F-0BC7-0C404D0DE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0112" y="1747076"/>
            <a:ext cx="3276364" cy="4021998"/>
          </a:xfrm>
        </p:spPr>
        <p:txBody>
          <a:bodyPr/>
          <a:lstStyle/>
          <a:p>
            <a:pPr marL="0" indent="0">
              <a:buNone/>
            </a:pPr>
            <a:r>
              <a:rPr lang="ar-EG" dirty="0"/>
              <a:t>المرحلة الأولى، استخدام مقترح الفعالية لإعطاء نظرة عامة وتوضيح كل عنصر من </a:t>
            </a:r>
            <a:br>
              <a:rPr lang="ar-EG" dirty="0"/>
            </a:br>
            <a:r>
              <a:rPr lang="ar-EG" dirty="0"/>
              <a:t>عناصر الفعالية للعميل </a:t>
            </a:r>
            <a:br>
              <a:rPr lang="ar-EG" dirty="0"/>
            </a:br>
            <a:r>
              <a:rPr lang="ar-EG" dirty="0"/>
              <a:t>أو لإدارة الشركة.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ar-EG" dirty="0"/>
              <a:t>سيشكل هذا الأساس لخطة الفعالية التي تريد إقامتها.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7A23E25-6A32-7F7D-F357-B441FA300686}"/>
              </a:ext>
            </a:extLst>
          </p:cNvPr>
          <p:cNvSpPr txBox="1">
            <a:spLocks/>
          </p:cNvSpPr>
          <p:nvPr/>
        </p:nvSpPr>
        <p:spPr bwMode="auto">
          <a:xfrm>
            <a:off x="219456" y="1728414"/>
            <a:ext cx="536065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sz="2000" dirty="0"/>
              <a:t>عينة من العناوين لإنشاء عرض:</a:t>
            </a:r>
          </a:p>
          <a:p>
            <a:r>
              <a:rPr lang="ar-EG" sz="1800" dirty="0"/>
              <a:t>المقدمة</a:t>
            </a:r>
          </a:p>
          <a:p>
            <a:pPr lvl="0"/>
            <a:r>
              <a:rPr lang="ar-EG" sz="1800" dirty="0"/>
              <a:t>اسم الفعالية </a:t>
            </a:r>
          </a:p>
          <a:p>
            <a:pPr lvl="0"/>
            <a:r>
              <a:rPr lang="ar-EG" sz="1800" dirty="0"/>
              <a:t>موقعك الإلكتروني/وسائل التواصل الاجتماعي، وتفاصيل الاتصال</a:t>
            </a:r>
          </a:p>
          <a:p>
            <a:pPr lvl="0"/>
            <a:r>
              <a:rPr lang="ar-EG" sz="1800" dirty="0"/>
              <a:t>الخبرة السابقة في تنظيم فعاليات مماثلة</a:t>
            </a:r>
          </a:p>
          <a:p>
            <a:r>
              <a:rPr lang="ar-EG" sz="1800" dirty="0"/>
              <a:t>أهداف الفعالية</a:t>
            </a:r>
          </a:p>
          <a:p>
            <a:r>
              <a:rPr lang="ar-EG" sz="1800" dirty="0"/>
              <a:t>نظرة عامة على الفعالية</a:t>
            </a:r>
          </a:p>
          <a:p>
            <a:pPr lvl="0"/>
            <a:r>
              <a:rPr lang="ar-EG" sz="1800" dirty="0"/>
              <a:t>الجدول الزمني للفعالية</a:t>
            </a:r>
          </a:p>
          <a:p>
            <a:pPr lvl="0"/>
            <a:r>
              <a:rPr lang="ar-EG" sz="1800" dirty="0"/>
              <a:t>الموضوع والتصميم والأفكار</a:t>
            </a:r>
          </a:p>
          <a:p>
            <a:pPr lvl="0"/>
            <a:r>
              <a:rPr lang="ar-EG" sz="1800" dirty="0"/>
              <a:t>الموقع والوجهة التي ستُقام فيها الفعالية </a:t>
            </a:r>
          </a:p>
          <a:p>
            <a:pPr lvl="0"/>
            <a:r>
              <a:rPr lang="ar-EG" sz="1800" dirty="0"/>
              <a:t>الموارد المطلوبة</a:t>
            </a:r>
            <a:r>
              <a:rPr lang="en-US" sz="1800" dirty="0"/>
              <a:t> </a:t>
            </a:r>
          </a:p>
          <a:p>
            <a:pPr lvl="0"/>
            <a:r>
              <a:rPr lang="ar-EG" sz="1800" dirty="0"/>
              <a:t>إدارة المخاطر والسلامة</a:t>
            </a:r>
          </a:p>
          <a:p>
            <a:r>
              <a:rPr lang="ar-EG" sz="1800" dirty="0"/>
              <a:t>الميزانية</a:t>
            </a:r>
          </a:p>
          <a:p>
            <a:r>
              <a:rPr lang="ar-EG" sz="1800" dirty="0"/>
              <a:t>خدمات التسويق والترويج</a:t>
            </a:r>
            <a:r>
              <a:rPr lang="en-US" sz="1800" dirty="0"/>
              <a:t> </a:t>
            </a:r>
          </a:p>
          <a:p>
            <a:r>
              <a:rPr lang="ar-EG" sz="1800" dirty="0"/>
              <a:t>التقييم والتعليقات.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A500000-CE32-A770-2FBC-64B8284B99A6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065007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87524" y="1948742"/>
            <a:ext cx="8568951" cy="46486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dirty="0"/>
              <a:t>تحتاج خطة الفعالية إلى استخدام المعلومات المجمعة مسبقًا ثم إضافة المزيد </a:t>
            </a:r>
            <a:br>
              <a:rPr lang="ar-EG" dirty="0"/>
            </a:br>
            <a:r>
              <a:rPr lang="ar-EG" dirty="0"/>
              <a:t>من التفاصيل حول إدارة الفعالية.</a:t>
            </a:r>
            <a:r>
              <a:rPr lang="en-US" dirty="0"/>
              <a:t> </a:t>
            </a:r>
            <a:r>
              <a:rPr lang="ar-EG" dirty="0"/>
              <a:t>نقاط الخطة الرئيسية التي يجب مراعاتها: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طبيعة الفعالية – ما هي خصائص الفعالية ومميزاتها؟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ar-EG" dirty="0"/>
              <a:t>الموقع/الوجهة</a:t>
            </a: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أين تُقام الفعالية؟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الجمهور المستهدف – ما نوع العملاء الذي تتوقعه وما هي احتياجاتهم؟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ar-EG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الميزانية والتكاليف – ما هو المبلغ الذي يمكن إنفاقه وما التكلفة التي ستتحملها؟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08892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عملية التخطيط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9A81C7F-C1F7-D9B8-96E0-071BBB27AB4F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378805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عملية التخطيط (4)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201135" y="2392574"/>
            <a:ext cx="4297839" cy="373359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>
              <a:lnSpc>
                <a:spcPct val="90000"/>
              </a:lnSpc>
            </a:pPr>
            <a:r>
              <a:rPr lang="ar-EG" dirty="0"/>
              <a:t>التوقيت – ما هو المخطط الزمني للفعالية؟</a:t>
            </a:r>
          </a:p>
          <a:p>
            <a:pPr lvl="0">
              <a:lnSpc>
                <a:spcPct val="90000"/>
              </a:lnSpc>
            </a:pPr>
            <a:r>
              <a:rPr lang="ar-EG" dirty="0"/>
              <a:t>خدمة تقديم الطعام – هل هناك حاجة للطعام والشراب ومن أين سيأتي؟</a:t>
            </a:r>
          </a:p>
          <a:p>
            <a:pPr lvl="0">
              <a:lnSpc>
                <a:spcPct val="90000"/>
              </a:lnSpc>
            </a:pPr>
            <a:r>
              <a:rPr lang="ar-EG" dirty="0"/>
              <a:t>الموظفون – من هم أعضاء الفريق الذي سنحتاج إليه لتنظيم الفعالية؟</a:t>
            </a:r>
          </a:p>
          <a:p>
            <a:pPr lvl="0">
              <a:lnSpc>
                <a:spcPct val="90000"/>
              </a:lnSpc>
            </a:pPr>
            <a:r>
              <a:rPr lang="ar-EG" dirty="0"/>
              <a:t>الترفيه – هل يوجد حاجة لتنظيم </a:t>
            </a:r>
            <a:br>
              <a:rPr lang="ar-EG" dirty="0"/>
            </a:br>
            <a:r>
              <a:rPr lang="ar-EG" dirty="0"/>
              <a:t>أنشطة أو عروض أو عروض تقديمية؟</a:t>
            </a:r>
          </a:p>
          <a:p>
            <a:pPr marL="342900" lvl="0" indent="-342900">
              <a:lnSpc>
                <a:spcPct val="90000"/>
              </a:lnSpc>
            </a:pPr>
            <a:endParaRPr lang="en-GB" sz="2000" dirty="0">
              <a:effectLst/>
            </a:endParaRPr>
          </a:p>
          <a:p>
            <a:pPr marL="685800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6E785-B609-C26F-5AD2-9D5B3F6DBF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1405" y="2569555"/>
            <a:ext cx="3968213" cy="264547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72D0C8D-C24D-659B-CCB3-E7429E02D649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352816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عملية التخطيط (5)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44675097-E043-28FF-E4D2-9777827F78CE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99554815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4FA2B8E-16D7-72E7-FB05-CF5415F55DFE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2831165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سجلات تخطيط الأحداث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070176" y="3179201"/>
            <a:ext cx="5616624" cy="2678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 b="1" dirty="0"/>
              <a:t>التخطيط الوظيفي</a:t>
            </a:r>
          </a:p>
          <a:p>
            <a:r>
              <a:rPr lang="ar-EG" dirty="0"/>
              <a:t>اقتراح الفعالية</a:t>
            </a:r>
          </a:p>
          <a:p>
            <a:r>
              <a:rPr lang="ar-EG" dirty="0"/>
              <a:t>خطة الفعالية</a:t>
            </a:r>
          </a:p>
          <a:p>
            <a:r>
              <a:rPr lang="ar-EG" dirty="0"/>
              <a:t>ورقة إدارة وتشغيل الفعالية </a:t>
            </a:r>
            <a:br>
              <a:rPr lang="ar-EG" dirty="0"/>
            </a:br>
            <a:r>
              <a:rPr lang="ar-EG" dirty="0"/>
              <a:t>(توفر معلومات تشغيلية مفصلة)</a:t>
            </a:r>
          </a:p>
          <a:p>
            <a:r>
              <a:rPr lang="ar-EG" dirty="0"/>
              <a:t>مخطط استخدام الوجهات</a:t>
            </a:r>
          </a:p>
          <a:p>
            <a:endParaRPr lang="en-GB" dirty="0"/>
          </a:p>
          <a:p>
            <a:pPr indent="0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BFBE21C-37F3-B807-00B5-770286074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89" y="2059200"/>
            <a:ext cx="8590011" cy="118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dirty="0"/>
              <a:t>الوثائق والمعلومات التي يحتاج مخططو الأحداث إلى جمعها والمحافظة </a:t>
            </a:r>
            <a:br>
              <a:rPr lang="ar-EG" dirty="0"/>
            </a:br>
            <a:r>
              <a:rPr lang="ar-EG" dirty="0"/>
              <a:t>عليها وتنظيمها.</a:t>
            </a:r>
          </a:p>
          <a:p>
            <a:pPr marL="685800"/>
            <a:endParaRPr lang="en-GB" altLang="en-US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DC361-8990-15DB-E1D2-5FC498E6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89" y="3163258"/>
            <a:ext cx="3128118" cy="317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ar-EG" b="1"/>
              <a:t>العقود</a:t>
            </a:r>
          </a:p>
          <a:p>
            <a:r>
              <a:rPr lang="ar-EG"/>
              <a:t>الرعاية</a:t>
            </a:r>
          </a:p>
          <a:p>
            <a:r>
              <a:rPr lang="ar-EG"/>
              <a:t>المورد</a:t>
            </a:r>
          </a:p>
          <a:p>
            <a:pPr marL="0" indent="0">
              <a:buFont typeface="Wingdings" pitchFamily="2" charset="2"/>
              <a:buNone/>
            </a:pPr>
            <a:r>
              <a:rPr lang="ar-EG" b="1"/>
              <a:t>التراخيص</a:t>
            </a:r>
          </a:p>
          <a:p>
            <a:r>
              <a:rPr lang="ar-EG"/>
              <a:t>الموسيقى</a:t>
            </a:r>
          </a:p>
          <a:p>
            <a:r>
              <a:rPr lang="ar-EG"/>
              <a:t>الفعالية</a:t>
            </a:r>
          </a:p>
          <a:p>
            <a:pPr marL="0" indent="0">
              <a:buFont typeface="Wingdings" pitchFamily="2" charset="2"/>
              <a:buNone/>
            </a:pPr>
            <a:endParaRPr lang="en-GB" b="1" kern="0"/>
          </a:p>
          <a:p>
            <a:pPr marL="0" indent="0">
              <a:buFont typeface="Wingdings" pitchFamily="2" charset="2"/>
              <a:buNone/>
            </a:pPr>
            <a:endParaRPr lang="en-GB" b="1" kern="0"/>
          </a:p>
          <a:p>
            <a:endParaRPr lang="en-GB" kern="0"/>
          </a:p>
          <a:p>
            <a:pPr indent="0">
              <a:buFont typeface="Wingdings" pitchFamily="2" charset="2"/>
              <a:buNone/>
            </a:pPr>
            <a:endParaRPr lang="en-GB" altLang="en-US" kern="0"/>
          </a:p>
          <a:p>
            <a:pPr marL="685800"/>
            <a:endParaRPr lang="en-GB" altLang="en-US" kern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E8687B-0FD9-D5C9-ECAF-BDD19B5E2BDC}"/>
              </a:ext>
            </a:extLst>
          </p:cNvPr>
          <p:cNvSpPr txBox="1"/>
          <p:nvPr/>
        </p:nvSpPr>
        <p:spPr>
          <a:xfrm>
            <a:off x="755576" y="5925049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b="1" dirty="0"/>
              <a:t>سؤال</a:t>
            </a:r>
            <a:r>
              <a:rPr lang="ar-EG" sz="2400" dirty="0"/>
              <a:t>: لماذا من المهم إضافة أكبر قدر ممكن من التفاصيل ذات الصلة </a:t>
            </a:r>
            <a:br>
              <a:rPr lang="ar-EG" sz="2400" dirty="0"/>
            </a:br>
            <a:r>
              <a:rPr lang="ar-EG" sz="2400" dirty="0"/>
              <a:t>إلى وثائق الفعالية.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436795-D43B-8F34-830B-E99363064941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165737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27584" y="2096852"/>
            <a:ext cx="7884777" cy="39964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b="1" dirty="0"/>
              <a:t>الصحة والسلامة</a:t>
            </a:r>
          </a:p>
          <a:p>
            <a:r>
              <a:rPr lang="ar-EG" sz="2200" dirty="0"/>
              <a:t>تقييمات المخاطر- تقييمات المخاطر والمخاطر المحتملة وطرق القضاء عليها </a:t>
            </a:r>
            <a:br>
              <a:rPr lang="ar-EG" sz="2200" dirty="0"/>
            </a:br>
            <a:r>
              <a:rPr lang="ar-EG" sz="2200" dirty="0"/>
              <a:t>أو التخفيف من آثارها.</a:t>
            </a:r>
          </a:p>
          <a:p>
            <a:r>
              <a:rPr lang="ar-EG" sz="2200" dirty="0"/>
              <a:t>ممارسات العمل الآمنة - إرشادات حول كيفية الحفاظ على السلامة أثناء العمل.</a:t>
            </a:r>
          </a:p>
          <a:p>
            <a:r>
              <a:rPr lang="ar-EG" sz="2200" dirty="0"/>
              <a:t>تقارير الحوادث والأحداث - تُستخدم لتوثيق الحوادث والأحداث التي يمكن الاستفادة منها لتغيير الفعاليات المستقبلية.</a:t>
            </a:r>
          </a:p>
          <a:p>
            <a:r>
              <a:rPr lang="ar-EG" sz="2200" dirty="0"/>
              <a:t>مخططات سلامة الأغذية - فحوصات درجة الحرارة والنظافة.</a:t>
            </a:r>
          </a:p>
          <a:p>
            <a:r>
              <a:rPr lang="ar-EG" sz="2200" dirty="0"/>
              <a:t>إجراءات الحريق - الخطوط العريضة للخطوات التي يجب اتخاذها في حالة </a:t>
            </a:r>
            <a:br>
              <a:rPr lang="ar-EG" sz="2200" dirty="0"/>
            </a:br>
            <a:r>
              <a:rPr lang="ar-EG" sz="2200" dirty="0"/>
              <a:t>نشوب حريق</a:t>
            </a:r>
          </a:p>
          <a:p>
            <a:r>
              <a:rPr lang="ar-EG" sz="2200" dirty="0"/>
              <a:t>إجراءات الإخلاء - مخطط تفصيلي للطرق الآمنة وطرق الإخلاء وفقًا للظروف.</a:t>
            </a:r>
          </a:p>
          <a:p>
            <a:pPr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سجلات تخطيط الفعاليات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403488D-AE19-717A-D24F-C36CEA34C0CE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30981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2204864"/>
            <a:ext cx="4312901" cy="30963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dirty="0"/>
              <a:t>أثناء التخطيط للفعالية وإدارتها، يجب أن تكون متطلبات العملاء في طليعة كل قرار.</a:t>
            </a:r>
          </a:p>
          <a:p>
            <a:pPr marL="0" indent="0">
              <a:buNone/>
            </a:pPr>
            <a:r>
              <a:rPr lang="ar-EG" dirty="0"/>
              <a:t>إن الاستعانة بأهداف "</a:t>
            </a:r>
            <a:r>
              <a:rPr lang="en-US" dirty="0"/>
              <a:t>SMART</a:t>
            </a:r>
            <a:r>
              <a:rPr lang="ar-EG" dirty="0"/>
              <a:t>" سيساعد على تحقيق ذلك.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متطلبات العملاء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0ABCD0A-CA5C-744A-CDDA-01AA3E35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99" y="2096852"/>
            <a:ext cx="3816424" cy="2340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ar-EG" b="1" dirty="0"/>
              <a:t>محددة</a:t>
            </a:r>
          </a:p>
          <a:p>
            <a:pPr lvl="0"/>
            <a:r>
              <a:rPr lang="ar-EG" b="1" dirty="0"/>
              <a:t>قابلة</a:t>
            </a:r>
            <a:r>
              <a:rPr lang="ar-EG" dirty="0"/>
              <a:t> للقياس</a:t>
            </a:r>
          </a:p>
          <a:p>
            <a:pPr lvl="0"/>
            <a:r>
              <a:rPr lang="ar-EG" b="1" dirty="0"/>
              <a:t>قابلة</a:t>
            </a:r>
            <a:r>
              <a:rPr lang="ar-EG" dirty="0"/>
              <a:t> للتحقيق</a:t>
            </a:r>
          </a:p>
          <a:p>
            <a:pPr lvl="0"/>
            <a:r>
              <a:rPr lang="ar-EG" b="1" dirty="0"/>
              <a:t>واقعية</a:t>
            </a:r>
          </a:p>
          <a:p>
            <a:pPr lvl="0"/>
            <a:r>
              <a:rPr lang="ar-EG" b="1" dirty="0"/>
              <a:t>مقيدة</a:t>
            </a:r>
            <a:r>
              <a:rPr lang="ar-EG" dirty="0"/>
              <a:t> بزمن</a:t>
            </a:r>
          </a:p>
          <a:p>
            <a:pPr marL="0" indent="0">
              <a:buNone/>
            </a:pPr>
            <a:endParaRPr lang="en-GB" i="1" kern="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ar-EG" dirty="0"/>
              <a:t>على سبيل المثال:</a:t>
            </a:r>
          </a:p>
          <a:p>
            <a:pPr marL="0" indent="0">
              <a:buNone/>
            </a:pPr>
            <a:r>
              <a:rPr lang="ar-EG" dirty="0"/>
              <a:t>لتحقيق هدف المبيعات البالغ </a:t>
            </a:r>
            <a:br>
              <a:rPr lang="ar-EG" dirty="0"/>
            </a:br>
            <a:r>
              <a:rPr lang="ar-EG" dirty="0"/>
              <a:t>2500 وحدة خلال 3 أشهر </a:t>
            </a:r>
            <a:br>
              <a:rPr lang="ar-EG" dirty="0"/>
            </a:br>
            <a:r>
              <a:rPr lang="ar-EG" dirty="0"/>
              <a:t>من فعالية إطلاق المنتج.</a:t>
            </a:r>
          </a:p>
          <a:p>
            <a:pPr marL="0" indent="0">
              <a:buNone/>
            </a:pPr>
            <a:endParaRPr lang="en-GB" sz="2000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D88BB-70D2-C611-8A53-EDC94BC35412}"/>
              </a:ext>
            </a:extLst>
          </p:cNvPr>
          <p:cNvSpPr txBox="1"/>
          <p:nvPr/>
        </p:nvSpPr>
        <p:spPr>
          <a:xfrm>
            <a:off x="4283968" y="551723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</a:t>
            </a:r>
            <a:r>
              <a:rPr lang="ar-EG" sz="2400"/>
              <a:t>: لماذا تؤمن بأهمية تحديد الأهداف؟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B42C07F-130B-681D-FCD8-BFD6629B6128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344132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743" y="1988840"/>
            <a:ext cx="3024137" cy="23762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/>
              <a:t>الموارد المادية</a:t>
            </a:r>
          </a:p>
          <a:p>
            <a:r>
              <a:rPr lang="ar-EG"/>
              <a:t>الوجهة</a:t>
            </a:r>
          </a:p>
          <a:p>
            <a:r>
              <a:rPr lang="ar-EG"/>
              <a:t>النقل</a:t>
            </a:r>
            <a:r>
              <a:rPr lang="en-US"/>
              <a:t> </a:t>
            </a:r>
          </a:p>
          <a:p>
            <a:r>
              <a:rPr lang="ar-EG"/>
              <a:t>المعدات</a:t>
            </a:r>
          </a:p>
          <a:p>
            <a:r>
              <a:rPr lang="ar-EG"/>
              <a:t>المأكولات والمشروبات</a:t>
            </a:r>
          </a:p>
          <a:p>
            <a:pPr marL="0" indent="0">
              <a:buNone/>
            </a:pPr>
            <a:endParaRPr lang="en-GB">
              <a:effectLst/>
            </a:endParaRPr>
          </a:p>
          <a:p>
            <a:pPr indent="0" algn="ctr">
              <a:buNone/>
            </a:pPr>
            <a:endParaRPr lang="en-GB" altLang="en-US"/>
          </a:p>
          <a:p>
            <a:pPr marL="685800"/>
            <a:endParaRPr lang="en-GB" altLang="en-US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الموارد (1)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88B793A-10B8-6349-D74F-8784BCF13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134660"/>
              </p:ext>
            </p:extLst>
          </p:nvPr>
        </p:nvGraphicFramePr>
        <p:xfrm>
          <a:off x="4139952" y="1865244"/>
          <a:ext cx="4766365" cy="4639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6C78813-8478-8045-2CD5-030B98725656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507150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55976" y="1849594"/>
            <a:ext cx="4157108" cy="32403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b="1" dirty="0"/>
              <a:t>الموارد المالية</a:t>
            </a:r>
            <a:r>
              <a:rPr lang="ar-EG" dirty="0"/>
              <a:t> بداية من مراحل التخطيط الأولية، يوجد حاجة إلى وعي كبير </a:t>
            </a:r>
            <a:br>
              <a:rPr lang="ar-EG" dirty="0"/>
            </a:br>
            <a:r>
              <a:rPr lang="ar-EG" dirty="0"/>
              <a:t>بحجم الموارد المالية التي يمكن </a:t>
            </a:r>
            <a:br>
              <a:rPr lang="ar-EG" dirty="0"/>
            </a:br>
            <a:r>
              <a:rPr lang="ar-EG" dirty="0"/>
              <a:t>إنفاقها والمتاحة.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buNone/>
            </a:pPr>
            <a:r>
              <a:rPr lang="ar-EG" dirty="0"/>
              <a:t>يجب أن تحتوي الميزانية النهائية على:</a:t>
            </a:r>
          </a:p>
          <a:p>
            <a:r>
              <a:rPr lang="ar-EG" dirty="0"/>
              <a:t>تكاليف ثابتة</a:t>
            </a:r>
          </a:p>
          <a:p>
            <a:r>
              <a:rPr lang="ar-EG" dirty="0"/>
              <a:t>التسعير</a:t>
            </a:r>
          </a:p>
          <a:p>
            <a:r>
              <a:rPr lang="ar-EG" dirty="0"/>
              <a:t>تكاليف التوظيف</a:t>
            </a:r>
          </a:p>
          <a:p>
            <a:r>
              <a:rPr lang="ar-EG" dirty="0"/>
              <a:t>الحد الأدنى لعدد الضيوف</a:t>
            </a:r>
          </a:p>
          <a:p>
            <a:r>
              <a:rPr lang="ar-EG" dirty="0"/>
              <a:t>أسعار متغيرة</a:t>
            </a:r>
          </a:p>
          <a:p>
            <a:pPr marL="0" indent="0">
              <a:buNone/>
            </a:pPr>
            <a:endParaRPr lang="en-GB" sz="2000" dirty="0">
              <a:effectLst/>
            </a:endParaRPr>
          </a:p>
          <a:p>
            <a:endParaRPr lang="en-GB" sz="2000" dirty="0">
              <a:effectLst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الموارد (2)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DA5FDB4-70F0-6EE9-5897-E3B19A80D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4" y="1866293"/>
            <a:ext cx="4157107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ar-EG" b="1" dirty="0"/>
              <a:t>الموارد البشرية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ما هي الوظائف والمهارات المطلوبة؟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كم عدد الأشخاص اللازمين لهذه الفعالية؟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الوظائف وأدوار أعضاء الفريق </a:t>
            </a:r>
            <a:br>
              <a:rPr lang="ar-EG" dirty="0"/>
            </a:br>
            <a:r>
              <a:rPr lang="ar-EG" dirty="0"/>
              <a:t>بغرض تقديم الخدمات التالية:</a:t>
            </a:r>
          </a:p>
          <a:p>
            <a:r>
              <a:rPr lang="ar-EG" dirty="0"/>
              <a:t>الطعام والشراب</a:t>
            </a:r>
          </a:p>
          <a:p>
            <a:r>
              <a:rPr lang="ar-EG" dirty="0"/>
              <a:t>المعلومات</a:t>
            </a:r>
          </a:p>
          <a:p>
            <a:r>
              <a:rPr lang="ar-EG" dirty="0"/>
              <a:t>الترفيه.</a:t>
            </a:r>
          </a:p>
          <a:p>
            <a:pPr marL="685800"/>
            <a:endParaRPr lang="en-GB" altLang="en-US" kern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924D9-5EFE-29F2-FA57-377637EA0FA0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024887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5E3CEC2-BC9E-72EE-6A25-68BDFB688D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5515805"/>
              </p:ext>
            </p:extLst>
          </p:nvPr>
        </p:nvGraphicFramePr>
        <p:xfrm>
          <a:off x="228599" y="2524515"/>
          <a:ext cx="4343401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التخطيط للطوارئ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22FE0E-CAB9-4A5A-B5FF-CE2EB61A63F6}"/>
              </a:ext>
            </a:extLst>
          </p:cNvPr>
          <p:cNvSpPr txBox="1"/>
          <p:nvPr/>
        </p:nvSpPr>
        <p:spPr>
          <a:xfrm>
            <a:off x="228599" y="1847900"/>
            <a:ext cx="8659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/>
              <a:t>يمكن أن تسوء الأمور في أي فعالية، لذلك يتم وضع خطة لمواجهة الطوارئ.</a:t>
            </a:r>
            <a:r>
              <a:rPr lang="en-US" sz="2400"/>
              <a:t> 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CDC8F42-5014-2706-05D1-9C7871E76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080" y="2740539"/>
            <a:ext cx="4343400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b="1"/>
              <a:t>أنواع حالات الطوارئ</a:t>
            </a:r>
          </a:p>
          <a:p>
            <a:r>
              <a:rPr lang="ar-EG"/>
              <a:t>الحوادث</a:t>
            </a:r>
            <a:r>
              <a:rPr lang="en-US"/>
              <a:t> </a:t>
            </a:r>
          </a:p>
          <a:p>
            <a:r>
              <a:rPr lang="ar-EG"/>
              <a:t>المعدات لا تعمل</a:t>
            </a:r>
          </a:p>
          <a:p>
            <a:r>
              <a:rPr lang="ar-EG"/>
              <a:t>ظهور المزيد من الضيوف</a:t>
            </a:r>
          </a:p>
          <a:p>
            <a:r>
              <a:rPr lang="ar-EG"/>
              <a:t>نقص عدد الموظفين</a:t>
            </a:r>
          </a:p>
          <a:p>
            <a:r>
              <a:rPr lang="ar-EG"/>
              <a:t>الظروف المتعلقة بالطقس</a:t>
            </a:r>
            <a:r>
              <a:rPr lang="en-US"/>
              <a:t> 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/>
          </a:p>
          <a:p>
            <a:pPr marL="685800"/>
            <a:endParaRPr lang="en-GB" altLang="en-US" ker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9AB66-001E-C153-F390-0637BACEE141}"/>
              </a:ext>
            </a:extLst>
          </p:cNvPr>
          <p:cNvSpPr txBox="1"/>
          <p:nvPr/>
        </p:nvSpPr>
        <p:spPr>
          <a:xfrm>
            <a:off x="3995936" y="5518973"/>
            <a:ext cx="48965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 dirty="0"/>
              <a:t>سؤال</a:t>
            </a:r>
            <a:r>
              <a:rPr lang="ar-EG" sz="2400" dirty="0"/>
              <a:t>: ما هي المواقف الواقعية الأخرى </a:t>
            </a:r>
            <a:br>
              <a:rPr lang="ar-EG" sz="2400" dirty="0"/>
            </a:br>
            <a:r>
              <a:rPr lang="ar-EG" sz="2400" dirty="0"/>
              <a:t>غير المتوقعة التي يمكن التخطيط لها؟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944A5A2-D894-696A-3900-82A2C3779C2B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235780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ب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62125" y="4365104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8775"/>
            <a:r>
              <a:rPr lang="ar-EG"/>
              <a:t>المشاركة في فعالية الضيافة.</a:t>
            </a:r>
          </a:p>
          <a:p>
            <a:pPr marL="358775"/>
            <a:r>
              <a:rPr lang="ar-EG"/>
              <a:t>كيفية الترويج لفعالية الضيافة</a:t>
            </a:r>
          </a:p>
          <a:p>
            <a:pPr marL="358775"/>
            <a:r>
              <a:rPr lang="ar-EG"/>
              <a:t>إدارة فعالية الضيافة</a:t>
            </a:r>
          </a:p>
          <a:p>
            <a:pPr marL="685800"/>
            <a:endParaRPr lang="en-GB" altLang="en-US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dirty="0">
                <a:ea typeface="Verdana" panose="020B0604030504040204" pitchFamily="34" charset="0"/>
              </a:rPr>
              <a:t>المساهمة في الترويج لفعالية الضيافة </a:t>
            </a:r>
            <a:br>
              <a:rPr lang="ar-EG" sz="3600" dirty="0">
                <a:ea typeface="Verdana" panose="020B0604030504040204" pitchFamily="34" charset="0"/>
              </a:rPr>
            </a:br>
            <a:r>
              <a:rPr lang="ar-EG" sz="3600" dirty="0">
                <a:ea typeface="Verdana" panose="020B0604030504040204" pitchFamily="34" charset="0"/>
              </a:rPr>
              <a:t>وتنظيمها وإدارتها</a:t>
            </a:r>
            <a:r>
              <a:rPr lang="en-US" sz="36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D97A091-0BCD-5BEB-D19F-B5CBDE86EF53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30" y="2114953"/>
            <a:ext cx="8307559" cy="12243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يعمل أعضاء فريق الفعالية كفريق واحد، يكون لكل منهم أدوارًا ومسؤوليات محددة، مثل الإدارة والتنسيق والشؤون المالية والأغذية والمشروبات والصحة والسلامة والتسويق والترويج.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المشاركة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C3BAA93-685B-B3FF-4FAD-839D4D468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518726"/>
            <a:ext cx="3672408" cy="26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ar-EG" dirty="0"/>
              <a:t>يشارك الأفراد في الاجتماعات والتواصل مع جميع أعضاء الفريق والضيوف.</a:t>
            </a:r>
          </a:p>
          <a:p>
            <a:r>
              <a:rPr lang="ar-EG" dirty="0"/>
              <a:t>ضمان الصحة والسلامة، واستيفاء المتطلبات القانونية.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D079F-EEDF-8785-2F44-051103B006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8167" y="3602115"/>
            <a:ext cx="4396666" cy="291631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771E7-C42B-BB39-9E45-08CB02F6E912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غرض الترويج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4E521-718B-432C-4621-8D1DD7E665BF}"/>
              </a:ext>
            </a:extLst>
          </p:cNvPr>
          <p:cNvSpPr txBox="1"/>
          <p:nvPr/>
        </p:nvSpPr>
        <p:spPr bwMode="auto">
          <a:xfrm>
            <a:off x="4139954" y="3098377"/>
            <a:ext cx="4752527" cy="1660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>
              <a:spcBef>
                <a:spcPct val="20000"/>
              </a:spcBef>
            </a:pPr>
            <a:r>
              <a:rPr lang="ar-EG" sz="2400" dirty="0"/>
              <a:t>ولكن أيضًا لزيادة الوعي بما يلي، </a:t>
            </a:r>
            <a:br>
              <a:rPr lang="ar-EG" sz="2400" dirty="0"/>
            </a:br>
            <a:r>
              <a:rPr lang="ar-EG" sz="2400" dirty="0"/>
              <a:t>على سبيل المثال:</a:t>
            </a:r>
            <a:r>
              <a:rPr lang="en-US" sz="2400" dirty="0"/>
              <a:t> 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 dirty="0"/>
              <a:t>الأعمال الخيرية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 dirty="0"/>
              <a:t>جمع التبرعات.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D58A0978-9C4B-DA00-347F-7F8899A021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4446359"/>
              </p:ext>
            </p:extLst>
          </p:nvPr>
        </p:nvGraphicFramePr>
        <p:xfrm>
          <a:off x="0" y="2247319"/>
          <a:ext cx="4495801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1D40DF-5B49-0390-38BA-B2F72C28D968}"/>
              </a:ext>
            </a:extLst>
          </p:cNvPr>
          <p:cNvSpPr txBox="1"/>
          <p:nvPr/>
        </p:nvSpPr>
        <p:spPr>
          <a:xfrm>
            <a:off x="3793090" y="2178166"/>
            <a:ext cx="2651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/>
              <a:t>لإعلام العملاء المحتملين: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A793F-725F-BBEA-4441-47AE58BB74AC}"/>
              </a:ext>
            </a:extLst>
          </p:cNvPr>
          <p:cNvSpPr txBox="1"/>
          <p:nvPr/>
        </p:nvSpPr>
        <p:spPr>
          <a:xfrm>
            <a:off x="4139953" y="4951290"/>
            <a:ext cx="4893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 dirty="0"/>
              <a:t>سؤال</a:t>
            </a:r>
            <a:r>
              <a:rPr lang="ar-EG" sz="2400" dirty="0"/>
              <a:t>: هل هناك أي معلومات أخرى </a:t>
            </a:r>
            <a:br>
              <a:rPr lang="ar-EG" sz="2400" dirty="0"/>
            </a:br>
            <a:r>
              <a:rPr lang="ar-EG" sz="2400" dirty="0"/>
              <a:t>تتوقع الحصول عليها بشأن الترويج، </a:t>
            </a:r>
            <a:br>
              <a:rPr lang="ar-EG" sz="2400" dirty="0"/>
            </a:br>
            <a:r>
              <a:rPr lang="ar-EG" sz="2400" dirty="0"/>
              <a:t>إذا كانت الإجابة بنعم فما هي؟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D45E605-F9F5-7879-6A40-0EF776AD4EF3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99829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19872" y="2196000"/>
            <a:ext cx="5219974" cy="38784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b="1" dirty="0"/>
              <a:t>هل تحتاج الفعالية إلى الترويج؟</a:t>
            </a:r>
          </a:p>
          <a:p>
            <a:pPr marL="0" indent="0">
              <a:buNone/>
            </a:pPr>
            <a:r>
              <a:rPr lang="ar-EG" dirty="0"/>
              <a:t>إذا كانت الإجابة بنعم، ما هي الموارد اللازمة، والاعتبارات الواجب النظر إليها:</a:t>
            </a:r>
          </a:p>
          <a:p>
            <a:pPr marL="0" indent="0">
              <a:buNone/>
            </a:pPr>
            <a:r>
              <a:rPr lang="ar-EG" dirty="0"/>
              <a:t>الوقت - متى يجب أن يبدأ الترويج؟</a:t>
            </a:r>
          </a:p>
          <a:p>
            <a:pPr marL="0" indent="0">
              <a:buNone/>
            </a:pPr>
            <a:r>
              <a:rPr lang="ar-EG" dirty="0"/>
              <a:t>التكلفة - ما هو المبلغ المخصص في الميزانية؟</a:t>
            </a:r>
          </a:p>
          <a:p>
            <a:pPr marL="0" indent="0">
              <a:buNone/>
            </a:pPr>
            <a:r>
              <a:rPr lang="ar-EG" dirty="0"/>
              <a:t>أنواع الترويج - ما الذي سيحقق الأهداف بشكل أفضل مع الجمهور المستهدف، على سبيل المثال الإعلانات على وسائل التواصل الاجتماعي </a:t>
            </a:r>
            <a:br>
              <a:rPr lang="ar-EG" dirty="0"/>
            </a:br>
            <a:r>
              <a:rPr lang="ar-EG" dirty="0"/>
              <a:t>أو صفحات المواقع الإلكترونية أو الملصقات </a:t>
            </a:r>
            <a:br>
              <a:rPr lang="ar-EG" dirty="0"/>
            </a:br>
            <a:r>
              <a:rPr lang="ar-EG" dirty="0"/>
              <a:t>أو النشرات الإعلانية؟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الترويج والمواد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916195B6-2114-28D6-C4A6-AFEBA21796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009251"/>
              </p:ext>
            </p:extLst>
          </p:nvPr>
        </p:nvGraphicFramePr>
        <p:xfrm>
          <a:off x="468311" y="2196000"/>
          <a:ext cx="2735537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60DEB-7E80-50E6-53BA-DCC31D5BE912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528024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8194" y="2096851"/>
            <a:ext cx="4975854" cy="39596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 </a:t>
            </a:r>
            <a:r>
              <a:rPr lang="ar-EG" dirty="0"/>
              <a:t>الإعداد:</a:t>
            </a:r>
          </a:p>
          <a:p>
            <a:pPr marL="446088"/>
            <a:r>
              <a:rPr lang="ar-EG" dirty="0"/>
              <a:t>لافتات، تشير إلى الأنشطة والسلامة</a:t>
            </a:r>
            <a:r>
              <a:rPr lang="en-US" dirty="0"/>
              <a:t> </a:t>
            </a:r>
          </a:p>
          <a:p>
            <a:pPr marL="446088"/>
            <a:r>
              <a:rPr lang="ar-EG" dirty="0"/>
              <a:t>تصميم الغرفة والأثاث</a:t>
            </a:r>
            <a:r>
              <a:rPr lang="en-US" dirty="0"/>
              <a:t> </a:t>
            </a:r>
          </a:p>
          <a:p>
            <a:pPr marL="446088"/>
            <a:r>
              <a:rPr lang="ar-EG" dirty="0"/>
              <a:t>أماكن تقديم خدمات الطعام والشراب </a:t>
            </a:r>
            <a:br>
              <a:rPr lang="ar-EG" dirty="0"/>
            </a:br>
            <a:r>
              <a:rPr lang="ar-EG" dirty="0"/>
              <a:t>بما في ذلك المعدات والأكواب والأواني الفخارية وأدوات المائدة.</a:t>
            </a:r>
          </a:p>
          <a:p>
            <a:pPr marL="446088"/>
            <a:r>
              <a:rPr lang="ar-EG" dirty="0"/>
              <a:t>معدات الترفيه على سبيل المثال: </a:t>
            </a:r>
            <a:br>
              <a:rPr lang="ar-EG" dirty="0"/>
            </a:br>
            <a:r>
              <a:rPr lang="ar-EG" dirty="0"/>
              <a:t>المعدات السمعية/البصرية.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إدارة فعالية:</a:t>
            </a:r>
            <a:r>
              <a:rPr lang="en-US" sz="3600" b="1"/>
              <a:t> </a:t>
            </a:r>
            <a:r>
              <a:rPr lang="ar-EG" sz="3600" b="1"/>
              <a:t>التجهيز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21287A-DF5C-634B-27CF-2B222A1BF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787988"/>
              </p:ext>
            </p:extLst>
          </p:nvPr>
        </p:nvGraphicFramePr>
        <p:xfrm>
          <a:off x="5220072" y="1935268"/>
          <a:ext cx="3240360" cy="3959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839A56-C37A-A15F-2CCA-E365956A6023}"/>
              </a:ext>
            </a:extLst>
          </p:cNvPr>
          <p:cNvSpPr txBox="1"/>
          <p:nvPr/>
        </p:nvSpPr>
        <p:spPr>
          <a:xfrm>
            <a:off x="19202" y="5731829"/>
            <a:ext cx="8712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 dirty="0"/>
              <a:t>سؤال</a:t>
            </a:r>
            <a:r>
              <a:rPr lang="ar-EG" sz="2400" dirty="0"/>
              <a:t>: ما سبب أهمية الإعداد بشكل صحيح، وما هي العواقب إذا لم يكن الأمر كذلك؟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10C7976-4D04-CB14-4C88-5116ADF676ED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535057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100" b="1">
                <a:solidFill>
                  <a:schemeClr val="tx2"/>
                </a:solidFill>
              </a:rPr>
              <a:t>إدارة فعالية:</a:t>
            </a:r>
            <a:r>
              <a:rPr lang="en-US" sz="4100" b="1">
                <a:solidFill>
                  <a:schemeClr val="tx2"/>
                </a:solidFill>
              </a:rPr>
              <a:t> </a:t>
            </a:r>
            <a:r>
              <a:rPr lang="ar-EG" sz="4100" b="1">
                <a:solidFill>
                  <a:schemeClr val="tx2"/>
                </a:solidFill>
              </a:rPr>
              <a:t>خلال الفعالية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 sz="2200"/>
              <a:t>سيحتاج كل عضو في الفريق إلى المساهمة في سير الفعاليات بسلاسة، بما في ذلك خدمات الطعام والشراب.</a:t>
            </a:r>
          </a:p>
          <a:p>
            <a:pPr marL="0" indent="0">
              <a:buNone/>
            </a:pPr>
            <a:r>
              <a:rPr lang="ar-EG" sz="2200" dirty="0"/>
              <a:t>استيفاء طلبات العملاء، على سبيل المثال:</a:t>
            </a:r>
          </a:p>
          <a:p>
            <a:r>
              <a:rPr lang="ar-EG" sz="2200" dirty="0"/>
              <a:t>المتطلبات الخاصة بمسببات الحساسية، الأنظمة الغذائية</a:t>
            </a:r>
          </a:p>
          <a:p>
            <a:r>
              <a:rPr lang="ar-EG" sz="2200" dirty="0"/>
              <a:t>تنظيم النقل</a:t>
            </a:r>
          </a:p>
          <a:p>
            <a:r>
              <a:rPr lang="ar-EG" sz="2200" dirty="0"/>
              <a:t>المعلومات والاتجاهات.</a:t>
            </a:r>
          </a:p>
          <a:p>
            <a:pPr marL="685800"/>
            <a:endParaRPr lang="en-GB" alt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24C32-B98B-3CEF-C032-626E8E8709F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938" y="2836747"/>
            <a:ext cx="3779802" cy="251986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055899-F411-8559-6548-6354C24544D9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800214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100" b="1">
                <a:solidFill>
                  <a:schemeClr val="tx2"/>
                </a:solidFill>
              </a:rPr>
              <a:t>إدارة فعالية:</a:t>
            </a:r>
            <a:r>
              <a:rPr lang="en-US" sz="4100" b="1">
                <a:solidFill>
                  <a:schemeClr val="tx2"/>
                </a:solidFill>
              </a:rPr>
              <a:t> </a:t>
            </a:r>
            <a:r>
              <a:rPr lang="ar-EG" sz="4100" b="1">
                <a:solidFill>
                  <a:schemeClr val="tx2"/>
                </a:solidFill>
              </a:rPr>
              <a:t>خلال الفعالية (2)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60374BC2-C2EB-84BB-EAEA-88C211F88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466628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B10B191-0D7B-5807-9AF2-1C1857C98C00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301622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76937" y="1988840"/>
            <a:ext cx="4741372" cy="46465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b="1" dirty="0"/>
              <a:t>انتهاء الفعالية</a:t>
            </a:r>
          </a:p>
          <a:p>
            <a:pPr marL="358775"/>
            <a:r>
              <a:rPr lang="ar-EG" dirty="0"/>
              <a:t>التخلص من النفايات في الأماكن الصحيحة.</a:t>
            </a:r>
          </a:p>
          <a:p>
            <a:pPr marL="358775"/>
            <a:r>
              <a:rPr lang="ar-EG" dirty="0"/>
              <a:t>غسل وتلميع وحفظ الأكواب والأواني الفخارية وأدوات المائدة.</a:t>
            </a:r>
          </a:p>
          <a:p>
            <a:pPr marL="358775"/>
            <a:r>
              <a:rPr lang="ar-EG" dirty="0"/>
              <a:t>فرز الأطعمة والمشروبات وتوثيقها وتخزينها أو التخلص منها.</a:t>
            </a:r>
          </a:p>
          <a:p>
            <a:pPr marL="358775"/>
            <a:r>
              <a:rPr lang="ar-EG" dirty="0"/>
              <a:t>إعادة المكان لما كان عليه، </a:t>
            </a:r>
            <a:br>
              <a:rPr lang="ar-EG" dirty="0"/>
            </a:br>
            <a:r>
              <a:rPr lang="ar-EG" dirty="0"/>
              <a:t>وحفظ أية بقايا زائدة.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إدارة فعالية:</a:t>
            </a:r>
            <a:r>
              <a:rPr lang="en-US" sz="3600" b="1"/>
              <a:t> </a:t>
            </a:r>
            <a:r>
              <a:rPr lang="ar-EG" sz="3600" b="1"/>
              <a:t>الإنهاء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AF3FD-1643-C005-B001-ABA1E6186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1988840"/>
            <a:ext cx="4104455" cy="432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طوال عملية التخطيط للفعالية والتشغيل والإخلاء، ضع في </a:t>
            </a:r>
            <a:br>
              <a:rPr lang="ar-EG" dirty="0"/>
            </a:br>
            <a:r>
              <a:rPr lang="ar-EG" dirty="0"/>
              <a:t>اعتبارك البيئة، على سبيل المثال:</a:t>
            </a:r>
          </a:p>
          <a:p>
            <a:pPr marL="685800"/>
            <a:r>
              <a:rPr lang="ar-EG" dirty="0"/>
              <a:t>إعادة التدوير</a:t>
            </a:r>
          </a:p>
          <a:p>
            <a:pPr marL="685800"/>
            <a:r>
              <a:rPr lang="ar-EG" dirty="0"/>
              <a:t>استهلاك الطاقة</a:t>
            </a:r>
          </a:p>
          <a:p>
            <a:pPr marL="685800"/>
            <a:r>
              <a:rPr lang="ar-EG" dirty="0"/>
              <a:t>الحد من استخدام الموارد </a:t>
            </a:r>
            <a:br>
              <a:rPr lang="ar-EG" dirty="0"/>
            </a:br>
            <a:r>
              <a:rPr lang="ar-EG" dirty="0"/>
              <a:t>التي تُستخدم لمرة واحدة فقط.</a:t>
            </a:r>
          </a:p>
          <a:p>
            <a:pPr marL="685800"/>
            <a:endParaRPr lang="en-GB" altLang="en-US" kern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87FEA-8194-C4D3-97F4-A8F691088F27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474856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89888" y="4149080"/>
            <a:ext cx="7070544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8775"/>
            <a:r>
              <a:rPr lang="ar-EG" dirty="0"/>
              <a:t>العمليات والأساليب المستخدمة لمراجعة نجاح الفعالية التي أقمتها.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>
                <a:ea typeface="Verdana" panose="020B0604030504040204" pitchFamily="34" charset="0"/>
              </a:rPr>
              <a:t>استعراض نجاح فعالية الضيافة</a:t>
            </a:r>
            <a:r>
              <a:rPr lang="en-US" sz="36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4D7EEA1-C0B8-5880-8FB8-6913B1A836C3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B001697-2EEA-B452-789B-3A5EA74F06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6084706"/>
              </p:ext>
            </p:extLst>
          </p:nvPr>
        </p:nvGraphicFramePr>
        <p:xfrm>
          <a:off x="467644" y="2780928"/>
          <a:ext cx="8208712" cy="3636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استعراض التفاصيل (1)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BDB47B-0EEF-ABA8-3DD3-1BAC633A0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95" y="1851247"/>
            <a:ext cx="82087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>
              <a:buFont typeface="Wingdings" panose="05000000000000000000" pitchFamily="2" charset="2"/>
              <a:buNone/>
            </a:pPr>
            <a:r>
              <a:rPr lang="ar-EG"/>
              <a:t>يبحث هدف التعلم ج في كيفية استعراض نجاح فعالية ما.</a:t>
            </a:r>
            <a:r>
              <a:rPr lang="en-US"/>
              <a:t> </a:t>
            </a:r>
          </a:p>
          <a:p>
            <a:pPr indent="0">
              <a:buNone/>
            </a:pPr>
            <a:endParaRPr lang="en-GB" altLang="en-US" kern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39D85F2-FE1F-B448-A1AD-842F510DCE0A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المراجعة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204864"/>
            <a:ext cx="4413896" cy="432934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ar-EG" dirty="0"/>
              <a:t>التعليقات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رسمية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غير رسمية.</a:t>
            </a:r>
          </a:p>
          <a:p>
            <a:r>
              <a:rPr lang="ar-EG" dirty="0"/>
              <a:t>التوثيق: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الاستبيانات - المعلومات والآراء القائمة على التجارب الواقعية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أوراق الملاحظات وإفادات الشهود.</a:t>
            </a:r>
            <a:r>
              <a:rPr lang="en-US" dirty="0"/>
              <a:t> </a:t>
            </a:r>
          </a:p>
          <a:p>
            <a:pPr indent="0"/>
            <a:endParaRPr lang="en-GB" altLang="en-US" dirty="0"/>
          </a:p>
          <a:p>
            <a:pPr marL="685800"/>
            <a:endParaRPr lang="en-GB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B1A3A-1C53-6E89-86FD-CD8F5CCA45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0699" y="2709957"/>
            <a:ext cx="3846101" cy="256406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C7FADE-94B5-E189-055D-9791D301C239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62667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20072" y="2070761"/>
            <a:ext cx="3642504" cy="20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b="1" dirty="0"/>
              <a:t>توقعات العميل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ar-EG" dirty="0"/>
              <a:t>هل تلبي الفعالية احتياجات </a:t>
            </a:r>
            <a:br>
              <a:rPr lang="ar-EG" dirty="0"/>
            </a:br>
            <a:r>
              <a:rPr lang="ar-EG" dirty="0"/>
              <a:t>الجمهور المستهدف؟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قياس النجاح</a:t>
            </a:r>
            <a:r>
              <a:rPr lang="en-US" sz="3600" b="1"/>
              <a:t> 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1502D29-BAE2-F54E-CFCB-85766445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6045" y="2090098"/>
            <a:ext cx="4068454" cy="205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b="1" dirty="0"/>
              <a:t>الميزانية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ar-EG" dirty="0"/>
              <a:t>كمية الأموال المنفقة؟</a:t>
            </a:r>
            <a:r>
              <a:rPr lang="en-US" dirty="0"/>
              <a:t> </a:t>
            </a:r>
            <a:r>
              <a:rPr lang="ar-EG" dirty="0"/>
              <a:t>دون المطلوب </a:t>
            </a:r>
            <a:br>
              <a:rPr lang="ar-EG" dirty="0"/>
            </a:br>
            <a:r>
              <a:rPr lang="ar-EG" dirty="0"/>
              <a:t>أم بإفراط؟</a:t>
            </a:r>
            <a:r>
              <a:rPr lang="en-US" dirty="0"/>
              <a:t> </a:t>
            </a:r>
            <a:r>
              <a:rPr lang="ar-EG" dirty="0"/>
              <a:t>مستدامة؟</a:t>
            </a:r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D596B17-C46B-4E5A-BC29-E20480429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123361"/>
            <a:ext cx="3262332" cy="205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b="1"/>
              <a:t>الانحراف عن الخطط</a:t>
            </a:r>
            <a:r>
              <a:rPr lang="en-US" b="1"/>
              <a:t> </a:t>
            </a:r>
          </a:p>
          <a:p>
            <a:pPr marL="0" indent="0">
              <a:buNone/>
            </a:pPr>
            <a:r>
              <a:rPr lang="ar-EG"/>
              <a:t>هل كانت الخطط طموحة للغاية، ولم يكن الوقت كافي لتحقيقها؟</a:t>
            </a:r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/>
          </a:p>
          <a:p>
            <a:pPr marL="685800"/>
            <a:endParaRPr lang="en-GB" altLang="en-US" kern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93300-05C6-EB7C-EAFE-1D152D4C0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445" y="4349670"/>
            <a:ext cx="4392488" cy="190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ar-EG" b="1"/>
              <a:t>الأهداف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ar-EG"/>
              <a:t>هل حققت الفعالية إلى أهداف "</a:t>
            </a:r>
            <a:r>
              <a:rPr lang="en-US"/>
              <a:t>SMART</a:t>
            </a:r>
            <a:r>
              <a:rPr lang="ar-EG"/>
              <a:t>" المحددة خلال التخطيط.</a:t>
            </a:r>
          </a:p>
          <a:p>
            <a:pPr marL="685800"/>
            <a:endParaRPr lang="en-GB" altLang="en-US" kern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B72CA3-C98E-8D75-122B-DFF8522D6E25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327298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1D5B2F4-C394-1CFB-C22D-97A52848F2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708221"/>
              </p:ext>
            </p:extLst>
          </p:nvPr>
        </p:nvGraphicFramePr>
        <p:xfrm>
          <a:off x="899593" y="2646779"/>
          <a:ext cx="7812769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تقييم نجاحك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6872F-E803-1509-A90F-E09B8C709317}"/>
              </a:ext>
            </a:extLst>
          </p:cNvPr>
          <p:cNvSpPr txBox="1"/>
          <p:nvPr/>
        </p:nvSpPr>
        <p:spPr>
          <a:xfrm rot="10800000" flipV="1">
            <a:off x="611560" y="1867476"/>
            <a:ext cx="8028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/>
              <a:t>التعليقات التي تم جمعها، واستكمال التحليل الرباعي (مثال)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D9BB3-9EB5-A34E-A6E3-861EE5420E56}"/>
              </a:ext>
            </a:extLst>
          </p:cNvPr>
          <p:cNvSpPr txBox="1"/>
          <p:nvPr/>
        </p:nvSpPr>
        <p:spPr>
          <a:xfrm>
            <a:off x="2303648" y="6237312"/>
            <a:ext cx="6336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2400"/>
              <a:t>تقديم توصيات للتحسين.</a:t>
            </a:r>
            <a:r>
              <a:rPr lang="en-US" sz="2400"/>
              <a:t>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6FF40E-29B0-62DB-4A03-ADA0B8D84339}"/>
              </a:ext>
            </a:extLst>
          </p:cNvPr>
          <p:cNvSpPr txBox="1">
            <a:spLocks/>
          </p:cNvSpPr>
          <p:nvPr/>
        </p:nvSpPr>
        <p:spPr bwMode="auto">
          <a:xfrm>
            <a:off x="145740" y="653015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849718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816B3D-F446-4E7A-8018-4035AB77BB95}"/>
</file>

<file path=customXml/itemProps2.xml><?xml version="1.0" encoding="utf-8"?>
<ds:datastoreItem xmlns:ds="http://schemas.openxmlformats.org/officeDocument/2006/customXml" ds:itemID="{67E9D454-7315-400C-82C3-C591BC45CB39}">
  <ds:schemaRefs>
    <ds:schemaRef ds:uri="6881431a-e3b2-481e-ba90-fae26e2fa83c"/>
    <ds:schemaRef ds:uri="a26a0597-d0d1-4250-940c-88e9bf9d559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c1bd8dc-4e40-424f-a15f-9ffcd522197f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1940</Words>
  <Application>Microsoft Office PowerPoint</Application>
  <PresentationFormat>On-screen Show (4:3)</PresentationFormat>
  <Paragraphs>372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Arial</vt:lpstr>
      <vt:lpstr>Calibri</vt:lpstr>
      <vt:lpstr>Courier New</vt:lpstr>
      <vt:lpstr>Helvetica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6   تخطيط فعالية الضيافة وإدارتها  </vt:lpstr>
      <vt:lpstr>التخطيط لفعالية الضيافة وإدارتها</vt:lpstr>
      <vt:lpstr>أهداف التعلم</vt:lpstr>
      <vt:lpstr>هدف التعلم (أ)  التعرف على عملية التخطيط لرسم خطة  لإقامة فعالية ضيافة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28</cp:revision>
  <dcterms:created xsi:type="dcterms:W3CDTF">2020-07-15T07:14:47Z</dcterms:created>
  <dcterms:modified xsi:type="dcterms:W3CDTF">2023-11-21T12:52:21Z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  <property fmtid="{D5CDD505-2E9C-101B-9397-08002B2CF9AE}" pid="12" name="_SourceUrl">
    <vt:lpwstr/>
  </property>
  <property fmtid="{D5CDD505-2E9C-101B-9397-08002B2CF9AE}" pid="13" name="_SharedFileIndex">
    <vt:lpwstr/>
  </property>
</Properties>
</file>