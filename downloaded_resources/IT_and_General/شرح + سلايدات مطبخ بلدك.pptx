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8.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9.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8.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33.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0"/>
  </p:notesMasterIdLst>
  <p:sldIdLst>
    <p:sldId id="256" r:id="rId14"/>
    <p:sldId id="257" r:id="rId15"/>
    <p:sldId id="258" r:id="rId16"/>
    <p:sldId id="272" r:id="rId17"/>
    <p:sldId id="305" r:id="rId18"/>
    <p:sldId id="321" r:id="rId19"/>
    <p:sldId id="323" r:id="rId20"/>
    <p:sldId id="324" r:id="rId21"/>
    <p:sldId id="314" r:id="rId22"/>
    <p:sldId id="325" r:id="rId23"/>
    <p:sldId id="315" r:id="rId24"/>
    <p:sldId id="326" r:id="rId25"/>
    <p:sldId id="316" r:id="rId26"/>
    <p:sldId id="306" r:id="rId27"/>
    <p:sldId id="307" r:id="rId28"/>
    <p:sldId id="327" r:id="rId29"/>
    <p:sldId id="328" r:id="rId30"/>
    <p:sldId id="340" r:id="rId31"/>
    <p:sldId id="317" r:id="rId32"/>
    <p:sldId id="338" r:id="rId33"/>
    <p:sldId id="339" r:id="rId34"/>
    <p:sldId id="329" r:id="rId35"/>
    <p:sldId id="330" r:id="rId36"/>
    <p:sldId id="337" r:id="rId37"/>
    <p:sldId id="331" r:id="rId38"/>
    <p:sldId id="318" r:id="rId39"/>
    <p:sldId id="332" r:id="rId40"/>
    <p:sldId id="333" r:id="rId41"/>
    <p:sldId id="308" r:id="rId42"/>
    <p:sldId id="309" r:id="rId43"/>
    <p:sldId id="334" r:id="rId44"/>
    <p:sldId id="335" r:id="rId45"/>
    <p:sldId id="319" r:id="rId46"/>
    <p:sldId id="320" r:id="rId47"/>
    <p:sldId id="336" r:id="rId48"/>
    <p:sldId id="341" r:id="rId49"/>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1F32EF-B7AB-FD12-ECD3-DD5955CD0FA8}" name="Andrew Bodmer" initials="AB" userId="e78b4f3cb0d7499b"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737436-CD7B-46AF-BCEE-1333441360B0}" v="36" dt="2024-09-10T15:20:56.198"/>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2059" autoAdjust="0"/>
    <p:restoredTop sz="96220" autoAdjust="0"/>
  </p:normalViewPr>
  <p:slideViewPr>
    <p:cSldViewPr>
      <p:cViewPr varScale="1">
        <p:scale>
          <a:sx n="158" d="100"/>
          <a:sy n="158" d="100"/>
        </p:scale>
        <p:origin x="2394" y="132"/>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viewProps" Target="viewProps.xml"/><Relationship Id="rId58" Type="http://schemas.microsoft.com/office/2018/10/relationships/authors" Target="authors.xml"/><Relationship Id="rId5" Type="http://schemas.openxmlformats.org/officeDocument/2006/relationships/slideMaster" Target="slideMasters/slideMaster2.xml"/><Relationship Id="rId19"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88737436-CD7B-46AF-BCEE-1333441360B0}"/>
    <pc:docChg chg="modSld">
      <pc:chgData name="Paul Winser" userId="c3146a91-e6bd-4264-bd86-e164e04bc32d" providerId="ADAL" clId="{88737436-CD7B-46AF-BCEE-1333441360B0}" dt="2024-09-10T15:20:56.198" v="38"/>
      <pc:docMkLst>
        <pc:docMk/>
      </pc:docMkLst>
      <pc:sldChg chg="addSp modSp mod">
        <pc:chgData name="Paul Winser" userId="c3146a91-e6bd-4264-bd86-e164e04bc32d" providerId="ADAL" clId="{88737436-CD7B-46AF-BCEE-1333441360B0}" dt="2024-09-10T15:20:05.730" v="2" actId="20577"/>
        <pc:sldMkLst>
          <pc:docMk/>
          <pc:sldMk cId="0" sldId="256"/>
        </pc:sldMkLst>
        <pc:spChg chg="add mod">
          <ac:chgData name="Paul Winser" userId="c3146a91-e6bd-4264-bd86-e164e04bc32d" providerId="ADAL" clId="{88737436-CD7B-46AF-BCEE-1333441360B0}" dt="2024-09-10T15:20:05.730" v="2" actId="20577"/>
          <ac:spMkLst>
            <pc:docMk/>
            <pc:sldMk cId="0" sldId="256"/>
            <ac:spMk id="2" creationId="{8382C38A-3F72-DA4C-E370-0F5629772C35}"/>
          </ac:spMkLst>
        </pc:spChg>
      </pc:sldChg>
      <pc:sldChg chg="addSp modSp">
        <pc:chgData name="Paul Winser" userId="c3146a91-e6bd-4264-bd86-e164e04bc32d" providerId="ADAL" clId="{88737436-CD7B-46AF-BCEE-1333441360B0}" dt="2024-09-10T15:20:09.034" v="3"/>
        <pc:sldMkLst>
          <pc:docMk/>
          <pc:sldMk cId="0" sldId="257"/>
        </pc:sldMkLst>
        <pc:spChg chg="add mod">
          <ac:chgData name="Paul Winser" userId="c3146a91-e6bd-4264-bd86-e164e04bc32d" providerId="ADAL" clId="{88737436-CD7B-46AF-BCEE-1333441360B0}" dt="2024-09-10T15:20:09.034" v="3"/>
          <ac:spMkLst>
            <pc:docMk/>
            <pc:sldMk cId="0" sldId="257"/>
            <ac:spMk id="9" creationId="{F81584DE-76F7-6D75-36E0-CBB8386FE35E}"/>
          </ac:spMkLst>
        </pc:spChg>
      </pc:sldChg>
      <pc:sldChg chg="addSp modSp">
        <pc:chgData name="Paul Winser" userId="c3146a91-e6bd-4264-bd86-e164e04bc32d" providerId="ADAL" clId="{88737436-CD7B-46AF-BCEE-1333441360B0}" dt="2024-09-10T15:20:10.295" v="4"/>
        <pc:sldMkLst>
          <pc:docMk/>
          <pc:sldMk cId="0" sldId="258"/>
        </pc:sldMkLst>
        <pc:spChg chg="add mod">
          <ac:chgData name="Paul Winser" userId="c3146a91-e6bd-4264-bd86-e164e04bc32d" providerId="ADAL" clId="{88737436-CD7B-46AF-BCEE-1333441360B0}" dt="2024-09-10T15:20:10.295" v="4"/>
          <ac:spMkLst>
            <pc:docMk/>
            <pc:sldMk cId="0" sldId="258"/>
            <ac:spMk id="9" creationId="{1B5DB2FC-D890-4599-4DFF-430539498FB8}"/>
          </ac:spMkLst>
        </pc:spChg>
      </pc:sldChg>
      <pc:sldChg chg="addSp modSp">
        <pc:chgData name="Paul Winser" userId="c3146a91-e6bd-4264-bd86-e164e04bc32d" providerId="ADAL" clId="{88737436-CD7B-46AF-BCEE-1333441360B0}" dt="2024-09-10T15:20:11.365" v="5"/>
        <pc:sldMkLst>
          <pc:docMk/>
          <pc:sldMk cId="0" sldId="272"/>
        </pc:sldMkLst>
        <pc:spChg chg="add mod">
          <ac:chgData name="Paul Winser" userId="c3146a91-e6bd-4264-bd86-e164e04bc32d" providerId="ADAL" clId="{88737436-CD7B-46AF-BCEE-1333441360B0}" dt="2024-09-10T15:20:11.365" v="5"/>
          <ac:spMkLst>
            <pc:docMk/>
            <pc:sldMk cId="0" sldId="272"/>
            <ac:spMk id="2" creationId="{4068D85A-858A-6FE0-0656-C0EA80B7ADE0}"/>
          </ac:spMkLst>
        </pc:spChg>
      </pc:sldChg>
      <pc:sldChg chg="addSp modSp">
        <pc:chgData name="Paul Winser" userId="c3146a91-e6bd-4264-bd86-e164e04bc32d" providerId="ADAL" clId="{88737436-CD7B-46AF-BCEE-1333441360B0}" dt="2024-09-10T15:20:12.424" v="6"/>
        <pc:sldMkLst>
          <pc:docMk/>
          <pc:sldMk cId="884549766" sldId="305"/>
        </pc:sldMkLst>
        <pc:spChg chg="add mod">
          <ac:chgData name="Paul Winser" userId="c3146a91-e6bd-4264-bd86-e164e04bc32d" providerId="ADAL" clId="{88737436-CD7B-46AF-BCEE-1333441360B0}" dt="2024-09-10T15:20:12.424" v="6"/>
          <ac:spMkLst>
            <pc:docMk/>
            <pc:sldMk cId="884549766" sldId="305"/>
            <ac:spMk id="2" creationId="{756C9044-66BC-E544-8771-92A5DE92C912}"/>
          </ac:spMkLst>
        </pc:spChg>
      </pc:sldChg>
      <pc:sldChg chg="addSp modSp">
        <pc:chgData name="Paul Winser" userId="c3146a91-e6bd-4264-bd86-e164e04bc32d" providerId="ADAL" clId="{88737436-CD7B-46AF-BCEE-1333441360B0}" dt="2024-09-10T15:20:24.412" v="15"/>
        <pc:sldMkLst>
          <pc:docMk/>
          <pc:sldMk cId="588007661" sldId="306"/>
        </pc:sldMkLst>
        <pc:spChg chg="add mod">
          <ac:chgData name="Paul Winser" userId="c3146a91-e6bd-4264-bd86-e164e04bc32d" providerId="ADAL" clId="{88737436-CD7B-46AF-BCEE-1333441360B0}" dt="2024-09-10T15:20:24.412" v="15"/>
          <ac:spMkLst>
            <pc:docMk/>
            <pc:sldMk cId="588007661" sldId="306"/>
            <ac:spMk id="2" creationId="{6B2CF8E9-7054-8976-B29E-EC59F7555122}"/>
          </ac:spMkLst>
        </pc:spChg>
      </pc:sldChg>
      <pc:sldChg chg="addSp modSp mod">
        <pc:chgData name="Paul Winser" userId="c3146a91-e6bd-4264-bd86-e164e04bc32d" providerId="ADAL" clId="{88737436-CD7B-46AF-BCEE-1333441360B0}" dt="2024-09-10T15:20:29.676" v="17" actId="1076"/>
        <pc:sldMkLst>
          <pc:docMk/>
          <pc:sldMk cId="3621417310" sldId="307"/>
        </pc:sldMkLst>
        <pc:spChg chg="add mod">
          <ac:chgData name="Paul Winser" userId="c3146a91-e6bd-4264-bd86-e164e04bc32d" providerId="ADAL" clId="{88737436-CD7B-46AF-BCEE-1333441360B0}" dt="2024-09-10T15:20:29.676" v="17" actId="1076"/>
          <ac:spMkLst>
            <pc:docMk/>
            <pc:sldMk cId="3621417310" sldId="307"/>
            <ac:spMk id="2" creationId="{F8957AA0-B565-6C7D-1CA7-CC4ED24264F7}"/>
          </ac:spMkLst>
        </pc:spChg>
      </pc:sldChg>
      <pc:sldChg chg="addSp modSp">
        <pc:chgData name="Paul Winser" userId="c3146a91-e6bd-4264-bd86-e164e04bc32d" providerId="ADAL" clId="{88737436-CD7B-46AF-BCEE-1333441360B0}" dt="2024-09-10T15:20:47.764" v="31"/>
        <pc:sldMkLst>
          <pc:docMk/>
          <pc:sldMk cId="2005355495" sldId="308"/>
        </pc:sldMkLst>
        <pc:spChg chg="add mod">
          <ac:chgData name="Paul Winser" userId="c3146a91-e6bd-4264-bd86-e164e04bc32d" providerId="ADAL" clId="{88737436-CD7B-46AF-BCEE-1333441360B0}" dt="2024-09-10T15:20:47.764" v="31"/>
          <ac:spMkLst>
            <pc:docMk/>
            <pc:sldMk cId="2005355495" sldId="308"/>
            <ac:spMk id="2" creationId="{579C505B-B0C5-6308-8735-3E52F2C96C73}"/>
          </ac:spMkLst>
        </pc:spChg>
      </pc:sldChg>
      <pc:sldChg chg="addSp modSp">
        <pc:chgData name="Paul Winser" userId="c3146a91-e6bd-4264-bd86-e164e04bc32d" providerId="ADAL" clId="{88737436-CD7B-46AF-BCEE-1333441360B0}" dt="2024-09-10T15:20:48.785" v="32"/>
        <pc:sldMkLst>
          <pc:docMk/>
          <pc:sldMk cId="47175209" sldId="309"/>
        </pc:sldMkLst>
        <pc:spChg chg="add mod">
          <ac:chgData name="Paul Winser" userId="c3146a91-e6bd-4264-bd86-e164e04bc32d" providerId="ADAL" clId="{88737436-CD7B-46AF-BCEE-1333441360B0}" dt="2024-09-10T15:20:48.785" v="32"/>
          <ac:spMkLst>
            <pc:docMk/>
            <pc:sldMk cId="47175209" sldId="309"/>
            <ac:spMk id="2" creationId="{AE8987E9-C94E-584F-E3A8-7EA372E9B9FE}"/>
          </ac:spMkLst>
        </pc:spChg>
      </pc:sldChg>
      <pc:sldChg chg="addSp modSp">
        <pc:chgData name="Paul Winser" userId="c3146a91-e6bd-4264-bd86-e164e04bc32d" providerId="ADAL" clId="{88737436-CD7B-46AF-BCEE-1333441360B0}" dt="2024-09-10T15:20:17.983" v="10"/>
        <pc:sldMkLst>
          <pc:docMk/>
          <pc:sldMk cId="884199088" sldId="314"/>
        </pc:sldMkLst>
        <pc:spChg chg="add mod">
          <ac:chgData name="Paul Winser" userId="c3146a91-e6bd-4264-bd86-e164e04bc32d" providerId="ADAL" clId="{88737436-CD7B-46AF-BCEE-1333441360B0}" dt="2024-09-10T15:20:17.983" v="10"/>
          <ac:spMkLst>
            <pc:docMk/>
            <pc:sldMk cId="884199088" sldId="314"/>
            <ac:spMk id="2" creationId="{B2E26B54-17F2-53AD-9858-1E2684FFAD4C}"/>
          </ac:spMkLst>
        </pc:spChg>
      </pc:sldChg>
      <pc:sldChg chg="addSp modSp">
        <pc:chgData name="Paul Winser" userId="c3146a91-e6bd-4264-bd86-e164e04bc32d" providerId="ADAL" clId="{88737436-CD7B-46AF-BCEE-1333441360B0}" dt="2024-09-10T15:20:20.540" v="12"/>
        <pc:sldMkLst>
          <pc:docMk/>
          <pc:sldMk cId="3083662079" sldId="315"/>
        </pc:sldMkLst>
        <pc:spChg chg="add mod">
          <ac:chgData name="Paul Winser" userId="c3146a91-e6bd-4264-bd86-e164e04bc32d" providerId="ADAL" clId="{88737436-CD7B-46AF-BCEE-1333441360B0}" dt="2024-09-10T15:20:20.540" v="12"/>
          <ac:spMkLst>
            <pc:docMk/>
            <pc:sldMk cId="3083662079" sldId="315"/>
            <ac:spMk id="2" creationId="{46FFF10C-59CB-B4D3-7217-3E354931E21C}"/>
          </ac:spMkLst>
        </pc:spChg>
      </pc:sldChg>
      <pc:sldChg chg="addSp modSp">
        <pc:chgData name="Paul Winser" userId="c3146a91-e6bd-4264-bd86-e164e04bc32d" providerId="ADAL" clId="{88737436-CD7B-46AF-BCEE-1333441360B0}" dt="2024-09-10T15:20:23.015" v="14"/>
        <pc:sldMkLst>
          <pc:docMk/>
          <pc:sldMk cId="20264562" sldId="316"/>
        </pc:sldMkLst>
        <pc:spChg chg="add mod">
          <ac:chgData name="Paul Winser" userId="c3146a91-e6bd-4264-bd86-e164e04bc32d" providerId="ADAL" clId="{88737436-CD7B-46AF-BCEE-1333441360B0}" dt="2024-09-10T15:20:23.015" v="14"/>
          <ac:spMkLst>
            <pc:docMk/>
            <pc:sldMk cId="20264562" sldId="316"/>
            <ac:spMk id="2" creationId="{410CD772-0D62-7243-E1F7-5C309B859403}"/>
          </ac:spMkLst>
        </pc:spChg>
      </pc:sldChg>
      <pc:sldChg chg="addSp modSp">
        <pc:chgData name="Paul Winser" userId="c3146a91-e6bd-4264-bd86-e164e04bc32d" providerId="ADAL" clId="{88737436-CD7B-46AF-BCEE-1333441360B0}" dt="2024-09-10T15:20:34.699" v="21"/>
        <pc:sldMkLst>
          <pc:docMk/>
          <pc:sldMk cId="859722278" sldId="317"/>
        </pc:sldMkLst>
        <pc:spChg chg="add mod">
          <ac:chgData name="Paul Winser" userId="c3146a91-e6bd-4264-bd86-e164e04bc32d" providerId="ADAL" clId="{88737436-CD7B-46AF-BCEE-1333441360B0}" dt="2024-09-10T15:20:34.699" v="21"/>
          <ac:spMkLst>
            <pc:docMk/>
            <pc:sldMk cId="859722278" sldId="317"/>
            <ac:spMk id="2" creationId="{427E4635-C7ED-E2BD-65E6-91B2B1BDE747}"/>
          </ac:spMkLst>
        </pc:spChg>
      </pc:sldChg>
      <pc:sldChg chg="addSp modSp">
        <pc:chgData name="Paul Winser" userId="c3146a91-e6bd-4264-bd86-e164e04bc32d" providerId="ADAL" clId="{88737436-CD7B-46AF-BCEE-1333441360B0}" dt="2024-09-10T15:20:43.816" v="28"/>
        <pc:sldMkLst>
          <pc:docMk/>
          <pc:sldMk cId="1520550669" sldId="318"/>
        </pc:sldMkLst>
        <pc:spChg chg="add mod">
          <ac:chgData name="Paul Winser" userId="c3146a91-e6bd-4264-bd86-e164e04bc32d" providerId="ADAL" clId="{88737436-CD7B-46AF-BCEE-1333441360B0}" dt="2024-09-10T15:20:43.816" v="28"/>
          <ac:spMkLst>
            <pc:docMk/>
            <pc:sldMk cId="1520550669" sldId="318"/>
            <ac:spMk id="2" creationId="{B6EF3B51-204D-1C38-3023-D7FC58EA18C3}"/>
          </ac:spMkLst>
        </pc:spChg>
      </pc:sldChg>
      <pc:sldChg chg="addSp modSp">
        <pc:chgData name="Paul Winser" userId="c3146a91-e6bd-4264-bd86-e164e04bc32d" providerId="ADAL" clId="{88737436-CD7B-46AF-BCEE-1333441360B0}" dt="2024-09-10T15:20:52.286" v="35"/>
        <pc:sldMkLst>
          <pc:docMk/>
          <pc:sldMk cId="1379912550" sldId="319"/>
        </pc:sldMkLst>
        <pc:spChg chg="add mod">
          <ac:chgData name="Paul Winser" userId="c3146a91-e6bd-4264-bd86-e164e04bc32d" providerId="ADAL" clId="{88737436-CD7B-46AF-BCEE-1333441360B0}" dt="2024-09-10T15:20:52.286" v="35"/>
          <ac:spMkLst>
            <pc:docMk/>
            <pc:sldMk cId="1379912550" sldId="319"/>
            <ac:spMk id="3" creationId="{29B2E6B3-B214-10B5-F127-236AECCF69F7}"/>
          </ac:spMkLst>
        </pc:spChg>
      </pc:sldChg>
      <pc:sldChg chg="addSp modSp">
        <pc:chgData name="Paul Winser" userId="c3146a91-e6bd-4264-bd86-e164e04bc32d" providerId="ADAL" clId="{88737436-CD7B-46AF-BCEE-1333441360B0}" dt="2024-09-10T15:20:53.480" v="36"/>
        <pc:sldMkLst>
          <pc:docMk/>
          <pc:sldMk cId="781202494" sldId="320"/>
        </pc:sldMkLst>
        <pc:spChg chg="add mod">
          <ac:chgData name="Paul Winser" userId="c3146a91-e6bd-4264-bd86-e164e04bc32d" providerId="ADAL" clId="{88737436-CD7B-46AF-BCEE-1333441360B0}" dt="2024-09-10T15:20:53.480" v="36"/>
          <ac:spMkLst>
            <pc:docMk/>
            <pc:sldMk cId="781202494" sldId="320"/>
            <ac:spMk id="2" creationId="{8CA14C45-08FF-9508-8B3B-3D2316CBAE64}"/>
          </ac:spMkLst>
        </pc:spChg>
      </pc:sldChg>
      <pc:sldChg chg="addSp modSp">
        <pc:chgData name="Paul Winser" userId="c3146a91-e6bd-4264-bd86-e164e04bc32d" providerId="ADAL" clId="{88737436-CD7B-46AF-BCEE-1333441360B0}" dt="2024-09-10T15:20:13.570" v="7"/>
        <pc:sldMkLst>
          <pc:docMk/>
          <pc:sldMk cId="3421641898" sldId="321"/>
        </pc:sldMkLst>
        <pc:spChg chg="add mod">
          <ac:chgData name="Paul Winser" userId="c3146a91-e6bd-4264-bd86-e164e04bc32d" providerId="ADAL" clId="{88737436-CD7B-46AF-BCEE-1333441360B0}" dt="2024-09-10T15:20:13.570" v="7"/>
          <ac:spMkLst>
            <pc:docMk/>
            <pc:sldMk cId="3421641898" sldId="321"/>
            <ac:spMk id="2" creationId="{D1B8A7B6-8E3E-2029-654A-563C116A7D8B}"/>
          </ac:spMkLst>
        </pc:spChg>
      </pc:sldChg>
      <pc:sldChg chg="addSp modSp">
        <pc:chgData name="Paul Winser" userId="c3146a91-e6bd-4264-bd86-e164e04bc32d" providerId="ADAL" clId="{88737436-CD7B-46AF-BCEE-1333441360B0}" dt="2024-09-10T15:20:15.007" v="8"/>
        <pc:sldMkLst>
          <pc:docMk/>
          <pc:sldMk cId="4010689273" sldId="323"/>
        </pc:sldMkLst>
        <pc:spChg chg="add mod">
          <ac:chgData name="Paul Winser" userId="c3146a91-e6bd-4264-bd86-e164e04bc32d" providerId="ADAL" clId="{88737436-CD7B-46AF-BCEE-1333441360B0}" dt="2024-09-10T15:20:15.007" v="8"/>
          <ac:spMkLst>
            <pc:docMk/>
            <pc:sldMk cId="4010689273" sldId="323"/>
            <ac:spMk id="2" creationId="{B357224C-2857-A2D4-A9DC-652288FEA5DB}"/>
          </ac:spMkLst>
        </pc:spChg>
      </pc:sldChg>
      <pc:sldChg chg="addSp modSp">
        <pc:chgData name="Paul Winser" userId="c3146a91-e6bd-4264-bd86-e164e04bc32d" providerId="ADAL" clId="{88737436-CD7B-46AF-BCEE-1333441360B0}" dt="2024-09-10T15:20:16.772" v="9"/>
        <pc:sldMkLst>
          <pc:docMk/>
          <pc:sldMk cId="903170156" sldId="324"/>
        </pc:sldMkLst>
        <pc:spChg chg="add mod">
          <ac:chgData name="Paul Winser" userId="c3146a91-e6bd-4264-bd86-e164e04bc32d" providerId="ADAL" clId="{88737436-CD7B-46AF-BCEE-1333441360B0}" dt="2024-09-10T15:20:16.772" v="9"/>
          <ac:spMkLst>
            <pc:docMk/>
            <pc:sldMk cId="903170156" sldId="324"/>
            <ac:spMk id="2" creationId="{F071E0DE-3C37-8751-3050-DF7DC989D7B7}"/>
          </ac:spMkLst>
        </pc:spChg>
      </pc:sldChg>
      <pc:sldChg chg="addSp modSp">
        <pc:chgData name="Paul Winser" userId="c3146a91-e6bd-4264-bd86-e164e04bc32d" providerId="ADAL" clId="{88737436-CD7B-46AF-BCEE-1333441360B0}" dt="2024-09-10T15:20:19.148" v="11"/>
        <pc:sldMkLst>
          <pc:docMk/>
          <pc:sldMk cId="2482977839" sldId="325"/>
        </pc:sldMkLst>
        <pc:spChg chg="add mod">
          <ac:chgData name="Paul Winser" userId="c3146a91-e6bd-4264-bd86-e164e04bc32d" providerId="ADAL" clId="{88737436-CD7B-46AF-BCEE-1333441360B0}" dt="2024-09-10T15:20:19.148" v="11"/>
          <ac:spMkLst>
            <pc:docMk/>
            <pc:sldMk cId="2482977839" sldId="325"/>
            <ac:spMk id="2" creationId="{83FC8BFE-951A-4C0A-6BBE-CE4E0AA3DB36}"/>
          </ac:spMkLst>
        </pc:spChg>
      </pc:sldChg>
      <pc:sldChg chg="addSp modSp">
        <pc:chgData name="Paul Winser" userId="c3146a91-e6bd-4264-bd86-e164e04bc32d" providerId="ADAL" clId="{88737436-CD7B-46AF-BCEE-1333441360B0}" dt="2024-09-10T15:20:21.696" v="13"/>
        <pc:sldMkLst>
          <pc:docMk/>
          <pc:sldMk cId="824757710" sldId="326"/>
        </pc:sldMkLst>
        <pc:spChg chg="add mod">
          <ac:chgData name="Paul Winser" userId="c3146a91-e6bd-4264-bd86-e164e04bc32d" providerId="ADAL" clId="{88737436-CD7B-46AF-BCEE-1333441360B0}" dt="2024-09-10T15:20:21.696" v="13"/>
          <ac:spMkLst>
            <pc:docMk/>
            <pc:sldMk cId="824757710" sldId="326"/>
            <ac:spMk id="2" creationId="{A9C1FBE7-79B3-4A46-EF45-A66211AC5069}"/>
          </ac:spMkLst>
        </pc:spChg>
      </pc:sldChg>
      <pc:sldChg chg="addSp modSp">
        <pc:chgData name="Paul Winser" userId="c3146a91-e6bd-4264-bd86-e164e04bc32d" providerId="ADAL" clId="{88737436-CD7B-46AF-BCEE-1333441360B0}" dt="2024-09-10T15:20:30.809" v="18"/>
        <pc:sldMkLst>
          <pc:docMk/>
          <pc:sldMk cId="454786247" sldId="327"/>
        </pc:sldMkLst>
        <pc:spChg chg="add mod">
          <ac:chgData name="Paul Winser" userId="c3146a91-e6bd-4264-bd86-e164e04bc32d" providerId="ADAL" clId="{88737436-CD7B-46AF-BCEE-1333441360B0}" dt="2024-09-10T15:20:30.809" v="18"/>
          <ac:spMkLst>
            <pc:docMk/>
            <pc:sldMk cId="454786247" sldId="327"/>
            <ac:spMk id="2" creationId="{A70705D1-5D6B-E282-DFC2-D846E0D59AD0}"/>
          </ac:spMkLst>
        </pc:spChg>
      </pc:sldChg>
      <pc:sldChg chg="addSp modSp">
        <pc:chgData name="Paul Winser" userId="c3146a91-e6bd-4264-bd86-e164e04bc32d" providerId="ADAL" clId="{88737436-CD7B-46AF-BCEE-1333441360B0}" dt="2024-09-10T15:20:32.181" v="19"/>
        <pc:sldMkLst>
          <pc:docMk/>
          <pc:sldMk cId="858689646" sldId="328"/>
        </pc:sldMkLst>
        <pc:spChg chg="add mod">
          <ac:chgData name="Paul Winser" userId="c3146a91-e6bd-4264-bd86-e164e04bc32d" providerId="ADAL" clId="{88737436-CD7B-46AF-BCEE-1333441360B0}" dt="2024-09-10T15:20:32.181" v="19"/>
          <ac:spMkLst>
            <pc:docMk/>
            <pc:sldMk cId="858689646" sldId="328"/>
            <ac:spMk id="2" creationId="{866D42C3-C676-27E8-2B4A-44D2012EE53B}"/>
          </ac:spMkLst>
        </pc:spChg>
      </pc:sldChg>
      <pc:sldChg chg="addSp modSp">
        <pc:chgData name="Paul Winser" userId="c3146a91-e6bd-4264-bd86-e164e04bc32d" providerId="ADAL" clId="{88737436-CD7B-46AF-BCEE-1333441360B0}" dt="2024-09-10T15:20:39.044" v="24"/>
        <pc:sldMkLst>
          <pc:docMk/>
          <pc:sldMk cId="1921089313" sldId="329"/>
        </pc:sldMkLst>
        <pc:spChg chg="add mod">
          <ac:chgData name="Paul Winser" userId="c3146a91-e6bd-4264-bd86-e164e04bc32d" providerId="ADAL" clId="{88737436-CD7B-46AF-BCEE-1333441360B0}" dt="2024-09-10T15:20:39.044" v="24"/>
          <ac:spMkLst>
            <pc:docMk/>
            <pc:sldMk cId="1921089313" sldId="329"/>
            <ac:spMk id="2" creationId="{31331782-8E37-A723-3CD8-B24A8EDBC8F7}"/>
          </ac:spMkLst>
        </pc:spChg>
      </pc:sldChg>
      <pc:sldChg chg="addSp modSp">
        <pc:chgData name="Paul Winser" userId="c3146a91-e6bd-4264-bd86-e164e04bc32d" providerId="ADAL" clId="{88737436-CD7B-46AF-BCEE-1333441360B0}" dt="2024-09-10T15:20:40.257" v="25"/>
        <pc:sldMkLst>
          <pc:docMk/>
          <pc:sldMk cId="209917542" sldId="330"/>
        </pc:sldMkLst>
        <pc:spChg chg="add mod">
          <ac:chgData name="Paul Winser" userId="c3146a91-e6bd-4264-bd86-e164e04bc32d" providerId="ADAL" clId="{88737436-CD7B-46AF-BCEE-1333441360B0}" dt="2024-09-10T15:20:40.257" v="25"/>
          <ac:spMkLst>
            <pc:docMk/>
            <pc:sldMk cId="209917542" sldId="330"/>
            <ac:spMk id="3" creationId="{2F0595F1-E8F1-3E20-830E-5E55F6994C70}"/>
          </ac:spMkLst>
        </pc:spChg>
      </pc:sldChg>
      <pc:sldChg chg="addSp modSp">
        <pc:chgData name="Paul Winser" userId="c3146a91-e6bd-4264-bd86-e164e04bc32d" providerId="ADAL" clId="{88737436-CD7B-46AF-BCEE-1333441360B0}" dt="2024-09-10T15:20:42.622" v="27"/>
        <pc:sldMkLst>
          <pc:docMk/>
          <pc:sldMk cId="538936148" sldId="331"/>
        </pc:sldMkLst>
        <pc:spChg chg="add mod">
          <ac:chgData name="Paul Winser" userId="c3146a91-e6bd-4264-bd86-e164e04bc32d" providerId="ADAL" clId="{88737436-CD7B-46AF-BCEE-1333441360B0}" dt="2024-09-10T15:20:42.622" v="27"/>
          <ac:spMkLst>
            <pc:docMk/>
            <pc:sldMk cId="538936148" sldId="331"/>
            <ac:spMk id="2" creationId="{84F98E33-1E21-9DD1-8BD3-29F778977F56}"/>
          </ac:spMkLst>
        </pc:spChg>
      </pc:sldChg>
      <pc:sldChg chg="addSp modSp">
        <pc:chgData name="Paul Winser" userId="c3146a91-e6bd-4264-bd86-e164e04bc32d" providerId="ADAL" clId="{88737436-CD7B-46AF-BCEE-1333441360B0}" dt="2024-09-10T15:20:45.104" v="29"/>
        <pc:sldMkLst>
          <pc:docMk/>
          <pc:sldMk cId="268859507" sldId="332"/>
        </pc:sldMkLst>
        <pc:spChg chg="add mod">
          <ac:chgData name="Paul Winser" userId="c3146a91-e6bd-4264-bd86-e164e04bc32d" providerId="ADAL" clId="{88737436-CD7B-46AF-BCEE-1333441360B0}" dt="2024-09-10T15:20:45.104" v="29"/>
          <ac:spMkLst>
            <pc:docMk/>
            <pc:sldMk cId="268859507" sldId="332"/>
            <ac:spMk id="2" creationId="{97AAC4EB-C801-0633-71ED-CF3DAFB6B83C}"/>
          </ac:spMkLst>
        </pc:spChg>
      </pc:sldChg>
      <pc:sldChg chg="addSp modSp">
        <pc:chgData name="Paul Winser" userId="c3146a91-e6bd-4264-bd86-e164e04bc32d" providerId="ADAL" clId="{88737436-CD7B-46AF-BCEE-1333441360B0}" dt="2024-09-10T15:20:46.634" v="30"/>
        <pc:sldMkLst>
          <pc:docMk/>
          <pc:sldMk cId="3561655802" sldId="333"/>
        </pc:sldMkLst>
        <pc:spChg chg="add mod">
          <ac:chgData name="Paul Winser" userId="c3146a91-e6bd-4264-bd86-e164e04bc32d" providerId="ADAL" clId="{88737436-CD7B-46AF-BCEE-1333441360B0}" dt="2024-09-10T15:20:46.634" v="30"/>
          <ac:spMkLst>
            <pc:docMk/>
            <pc:sldMk cId="3561655802" sldId="333"/>
            <ac:spMk id="2" creationId="{CA0EA6D0-30D1-FD8C-59DF-402FD2D25C8A}"/>
          </ac:spMkLst>
        </pc:spChg>
      </pc:sldChg>
      <pc:sldChg chg="addSp modSp">
        <pc:chgData name="Paul Winser" userId="c3146a91-e6bd-4264-bd86-e164e04bc32d" providerId="ADAL" clId="{88737436-CD7B-46AF-BCEE-1333441360B0}" dt="2024-09-10T15:20:49.729" v="33"/>
        <pc:sldMkLst>
          <pc:docMk/>
          <pc:sldMk cId="162942982" sldId="334"/>
        </pc:sldMkLst>
        <pc:spChg chg="add mod">
          <ac:chgData name="Paul Winser" userId="c3146a91-e6bd-4264-bd86-e164e04bc32d" providerId="ADAL" clId="{88737436-CD7B-46AF-BCEE-1333441360B0}" dt="2024-09-10T15:20:49.729" v="33"/>
          <ac:spMkLst>
            <pc:docMk/>
            <pc:sldMk cId="162942982" sldId="334"/>
            <ac:spMk id="2" creationId="{927B3D95-AC15-5FB7-8DA4-768A4ABE2020}"/>
          </ac:spMkLst>
        </pc:spChg>
      </pc:sldChg>
      <pc:sldChg chg="addSp modSp">
        <pc:chgData name="Paul Winser" userId="c3146a91-e6bd-4264-bd86-e164e04bc32d" providerId="ADAL" clId="{88737436-CD7B-46AF-BCEE-1333441360B0}" dt="2024-09-10T15:20:50.977" v="34"/>
        <pc:sldMkLst>
          <pc:docMk/>
          <pc:sldMk cId="438102834" sldId="335"/>
        </pc:sldMkLst>
        <pc:spChg chg="add mod">
          <ac:chgData name="Paul Winser" userId="c3146a91-e6bd-4264-bd86-e164e04bc32d" providerId="ADAL" clId="{88737436-CD7B-46AF-BCEE-1333441360B0}" dt="2024-09-10T15:20:50.977" v="34"/>
          <ac:spMkLst>
            <pc:docMk/>
            <pc:sldMk cId="438102834" sldId="335"/>
            <ac:spMk id="2" creationId="{E6871259-67D5-9579-1147-FF57F32AA8FE}"/>
          </ac:spMkLst>
        </pc:spChg>
      </pc:sldChg>
      <pc:sldChg chg="addSp modSp">
        <pc:chgData name="Paul Winser" userId="c3146a91-e6bd-4264-bd86-e164e04bc32d" providerId="ADAL" clId="{88737436-CD7B-46AF-BCEE-1333441360B0}" dt="2024-09-10T15:20:54.775" v="37"/>
        <pc:sldMkLst>
          <pc:docMk/>
          <pc:sldMk cId="941393730" sldId="336"/>
        </pc:sldMkLst>
        <pc:spChg chg="add mod">
          <ac:chgData name="Paul Winser" userId="c3146a91-e6bd-4264-bd86-e164e04bc32d" providerId="ADAL" clId="{88737436-CD7B-46AF-BCEE-1333441360B0}" dt="2024-09-10T15:20:54.775" v="37"/>
          <ac:spMkLst>
            <pc:docMk/>
            <pc:sldMk cId="941393730" sldId="336"/>
            <ac:spMk id="2" creationId="{309687E4-2D9F-68F5-3C6B-149A2474E6AA}"/>
          </ac:spMkLst>
        </pc:spChg>
      </pc:sldChg>
      <pc:sldChg chg="addSp modSp">
        <pc:chgData name="Paul Winser" userId="c3146a91-e6bd-4264-bd86-e164e04bc32d" providerId="ADAL" clId="{88737436-CD7B-46AF-BCEE-1333441360B0}" dt="2024-09-10T15:20:41.362" v="26"/>
        <pc:sldMkLst>
          <pc:docMk/>
          <pc:sldMk cId="1382750040" sldId="337"/>
        </pc:sldMkLst>
        <pc:spChg chg="add mod">
          <ac:chgData name="Paul Winser" userId="c3146a91-e6bd-4264-bd86-e164e04bc32d" providerId="ADAL" clId="{88737436-CD7B-46AF-BCEE-1333441360B0}" dt="2024-09-10T15:20:41.362" v="26"/>
          <ac:spMkLst>
            <pc:docMk/>
            <pc:sldMk cId="1382750040" sldId="337"/>
            <ac:spMk id="2" creationId="{688EABDD-6940-3431-9988-4C4C1887E7C9}"/>
          </ac:spMkLst>
        </pc:spChg>
      </pc:sldChg>
      <pc:sldChg chg="addSp modSp">
        <pc:chgData name="Paul Winser" userId="c3146a91-e6bd-4264-bd86-e164e04bc32d" providerId="ADAL" clId="{88737436-CD7B-46AF-BCEE-1333441360B0}" dt="2024-09-10T15:20:35.927" v="22"/>
        <pc:sldMkLst>
          <pc:docMk/>
          <pc:sldMk cId="639790269" sldId="338"/>
        </pc:sldMkLst>
        <pc:spChg chg="add mod">
          <ac:chgData name="Paul Winser" userId="c3146a91-e6bd-4264-bd86-e164e04bc32d" providerId="ADAL" clId="{88737436-CD7B-46AF-BCEE-1333441360B0}" dt="2024-09-10T15:20:35.927" v="22"/>
          <ac:spMkLst>
            <pc:docMk/>
            <pc:sldMk cId="639790269" sldId="338"/>
            <ac:spMk id="2" creationId="{1558B6F7-A9CC-0E0D-5448-F1123FC45344}"/>
          </ac:spMkLst>
        </pc:spChg>
      </pc:sldChg>
      <pc:sldChg chg="addSp modSp">
        <pc:chgData name="Paul Winser" userId="c3146a91-e6bd-4264-bd86-e164e04bc32d" providerId="ADAL" clId="{88737436-CD7B-46AF-BCEE-1333441360B0}" dt="2024-09-10T15:20:37.740" v="23"/>
        <pc:sldMkLst>
          <pc:docMk/>
          <pc:sldMk cId="425189555" sldId="339"/>
        </pc:sldMkLst>
        <pc:spChg chg="add mod">
          <ac:chgData name="Paul Winser" userId="c3146a91-e6bd-4264-bd86-e164e04bc32d" providerId="ADAL" clId="{88737436-CD7B-46AF-BCEE-1333441360B0}" dt="2024-09-10T15:20:37.740" v="23"/>
          <ac:spMkLst>
            <pc:docMk/>
            <pc:sldMk cId="425189555" sldId="339"/>
            <ac:spMk id="2" creationId="{333F9756-FFDC-B193-AA03-00131425363F}"/>
          </ac:spMkLst>
        </pc:spChg>
      </pc:sldChg>
      <pc:sldChg chg="addSp modSp">
        <pc:chgData name="Paul Winser" userId="c3146a91-e6bd-4264-bd86-e164e04bc32d" providerId="ADAL" clId="{88737436-CD7B-46AF-BCEE-1333441360B0}" dt="2024-09-10T15:20:33.423" v="20"/>
        <pc:sldMkLst>
          <pc:docMk/>
          <pc:sldMk cId="689906434" sldId="340"/>
        </pc:sldMkLst>
        <pc:spChg chg="add mod">
          <ac:chgData name="Paul Winser" userId="c3146a91-e6bd-4264-bd86-e164e04bc32d" providerId="ADAL" clId="{88737436-CD7B-46AF-BCEE-1333441360B0}" dt="2024-09-10T15:20:33.423" v="20"/>
          <ac:spMkLst>
            <pc:docMk/>
            <pc:sldMk cId="689906434" sldId="340"/>
            <ac:spMk id="5" creationId="{2B668033-98BB-CE62-E2ED-951523CCFE4A}"/>
          </ac:spMkLst>
        </pc:spChg>
      </pc:sldChg>
      <pc:sldChg chg="addSp modSp">
        <pc:chgData name="Paul Winser" userId="c3146a91-e6bd-4264-bd86-e164e04bc32d" providerId="ADAL" clId="{88737436-CD7B-46AF-BCEE-1333441360B0}" dt="2024-09-10T15:20:56.198" v="38"/>
        <pc:sldMkLst>
          <pc:docMk/>
          <pc:sldMk cId="0" sldId="341"/>
        </pc:sldMkLst>
        <pc:spChg chg="add mod">
          <ac:chgData name="Paul Winser" userId="c3146a91-e6bd-4264-bd86-e164e04bc32d" providerId="ADAL" clId="{88737436-CD7B-46AF-BCEE-1333441360B0}" dt="2024-09-10T15:20:56.198" v="38"/>
          <ac:spMkLst>
            <pc:docMk/>
            <pc:sldMk cId="0" sldId="341"/>
            <ac:spMk id="3" creationId="{200CA9D1-C8DA-3924-4876-84437D6A1DC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D9DE55-D98F-4CBF-8AF2-AA1184D48930}" type="doc">
      <dgm:prSet loTypeId="urn:microsoft.com/office/officeart/2005/8/layout/vList5" loCatId="list" qsTypeId="urn:microsoft.com/office/officeart/2005/8/quickstyle/simple4" qsCatId="simple" csTypeId="urn:microsoft.com/office/officeart/2005/8/colors/accent1_2" csCatId="accent1"/>
      <dgm:spPr/>
      <dgm:t>
        <a:bodyPr rtlCol="1"/>
        <a:lstStyle/>
        <a:p>
          <a:pPr rtl="1"/>
          <a:endParaRPr lang="en-GB"/>
        </a:p>
      </dgm:t>
    </dgm:pt>
    <dgm:pt modelId="{C5D1D732-D16B-4D5F-A549-160C82C46DF9}">
      <dgm:prSet custT="1"/>
      <dgm:spPr/>
      <dgm:t>
        <a:bodyPr rtlCol="1"/>
        <a:lstStyle/>
        <a:p>
          <a:pPr rtl="1"/>
          <a:r>
            <a:rPr lang="ar" sz="1600" dirty="0">
              <a:solidFill>
                <a:schemeClr val="tx1"/>
              </a:solidFill>
              <a:latin typeface="Sakkal Majalla" panose="02000000000000000000" pitchFamily="2" charset="-78"/>
              <a:cs typeface="Sakkal Majalla" panose="02000000000000000000" pitchFamily="2" charset="-78"/>
            </a:rPr>
            <a:t>القوانين الغذائية الدينية</a:t>
          </a:r>
        </a:p>
      </dgm:t>
    </dgm:pt>
    <dgm:pt modelId="{2028E16D-ED0D-479F-AF13-909EC295F657}" type="parTrans" cxnId="{FFAA273B-EA90-4AB0-880E-0E0DD74CC40B}">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3F967590-822F-4CE8-B8E6-B5357A4EB545}" type="sibTrans" cxnId="{FFAA273B-EA90-4AB0-880E-0E0DD74CC40B}">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1399F62C-6ADE-4401-BD00-1E41EFE8D1BC}">
      <dgm:prSet custT="1"/>
      <dgm:spPr/>
      <dgm:t>
        <a:bodyPr rtlCol="1"/>
        <a:lstStyle/>
        <a:p>
          <a:pPr rtl="1"/>
          <a:r>
            <a:rPr lang="ar" sz="1600">
              <a:solidFill>
                <a:schemeClr val="tx1"/>
              </a:solidFill>
              <a:latin typeface="Sakkal Majalla" panose="02000000000000000000" pitchFamily="2" charset="-78"/>
              <a:cs typeface="Sakkal Majalla" panose="02000000000000000000" pitchFamily="2" charset="-78"/>
            </a:rPr>
            <a:t>التقاليد والطقوس الثقافية</a:t>
          </a:r>
        </a:p>
      </dgm:t>
    </dgm:pt>
    <dgm:pt modelId="{BEF450F9-404D-4D31-8E9F-0E0EC625B62A}" type="parTrans" cxnId="{EBF05CB7-3F2A-440B-B543-BC30F376E370}">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E6A0A91B-E261-4CDC-8A4B-E6B38EA05B9B}" type="sibTrans" cxnId="{EBF05CB7-3F2A-440B-B543-BC30F376E370}">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93DDC418-718F-41D4-91FF-93550BCC35CF}">
      <dgm:prSet custT="1"/>
      <dgm:spPr/>
      <dgm:t>
        <a:bodyPr rtlCol="1"/>
        <a:lstStyle/>
        <a:p>
          <a:pPr rtl="1"/>
          <a:r>
            <a:rPr lang="ar" sz="1600">
              <a:solidFill>
                <a:schemeClr val="tx1"/>
              </a:solidFill>
              <a:latin typeface="Sakkal Majalla" panose="02000000000000000000" pitchFamily="2" charset="-78"/>
              <a:cs typeface="Sakkal Majalla" panose="02000000000000000000" pitchFamily="2" charset="-78"/>
            </a:rPr>
            <a:t>المعتقدات الدينية </a:t>
          </a:r>
        </a:p>
      </dgm:t>
    </dgm:pt>
    <dgm:pt modelId="{C1090ACD-94B5-4526-B07A-20662D5EC85A}" type="parTrans" cxnId="{E7934816-069B-41F4-876D-4C155EBA634E}">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67E63F0F-DC66-48FA-B01C-2CD6583C4629}" type="sibTrans" cxnId="{E7934816-069B-41F4-876D-4C155EBA634E}">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BF93EEC7-FAA9-4C33-93AF-108F8780B8AC}">
      <dgm:prSet custT="1"/>
      <dgm:spPr/>
      <dgm:t>
        <a:bodyPr rtlCol="1"/>
        <a:lstStyle/>
        <a:p>
          <a:pPr rtl="1"/>
          <a:r>
            <a:rPr lang="ar" sz="1600">
              <a:solidFill>
                <a:schemeClr val="tx1"/>
              </a:solidFill>
              <a:latin typeface="Sakkal Majalla" panose="02000000000000000000" pitchFamily="2" charset="-78"/>
              <a:cs typeface="Sakkal Majalla" panose="02000000000000000000" pitchFamily="2" charset="-78"/>
            </a:rPr>
            <a:t>الهوية الثقافية</a:t>
          </a:r>
        </a:p>
      </dgm:t>
    </dgm:pt>
    <dgm:pt modelId="{E30637EB-599A-4FBD-9696-E7F7A13CABB7}" type="parTrans" cxnId="{2A581450-C988-48B7-B59B-B05117757B31}">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A1B4B4D3-3D9E-4EC6-B8B8-1214834A3253}" type="sibTrans" cxnId="{2A581450-C988-48B7-B59B-B05117757B31}">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87345760-70C3-4DC2-A144-6ECDB7DB3C68}">
      <dgm:prSet custT="1"/>
      <dgm:spPr/>
      <dgm:t>
        <a:bodyPr rtlCol="1"/>
        <a:lstStyle/>
        <a:p>
          <a:pPr rtl="1"/>
          <a:r>
            <a:rPr lang="ar" sz="1600">
              <a:solidFill>
                <a:schemeClr val="tx1"/>
              </a:solidFill>
              <a:latin typeface="Sakkal Majalla" panose="02000000000000000000" pitchFamily="2" charset="-78"/>
              <a:cs typeface="Sakkal Majalla" panose="02000000000000000000" pitchFamily="2" charset="-78"/>
            </a:rPr>
            <a:t>التفضيلات الدينية والثقافية</a:t>
          </a:r>
        </a:p>
      </dgm:t>
    </dgm:pt>
    <dgm:pt modelId="{946D358C-2FCE-4B82-8624-1E75A295A8A2}" type="parTrans" cxnId="{17F36A48-E76E-48B9-99E0-CF425498B2AD}">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9517E45E-201C-44BD-8A1F-C84CB6DD7D6E}" type="sibTrans" cxnId="{17F36A48-E76E-48B9-99E0-CF425498B2AD}">
      <dgm:prSet/>
      <dgm:spPr/>
      <dgm:t>
        <a:bodyPr rtlCol="1"/>
        <a:lstStyle/>
        <a:p>
          <a:pPr rtl="1"/>
          <a:endParaRPr lang="en-GB" sz="1600">
            <a:latin typeface="Sakkal Majalla" panose="02000000000000000000" pitchFamily="2" charset="-78"/>
            <a:cs typeface="Sakkal Majalla" panose="02000000000000000000" pitchFamily="2" charset="-78"/>
          </a:endParaRPr>
        </a:p>
      </dgm:t>
    </dgm:pt>
    <dgm:pt modelId="{6D1823ED-B93D-4DB5-A437-A9584F543F9C}" type="pres">
      <dgm:prSet presAssocID="{3DD9DE55-D98F-4CBF-8AF2-AA1184D48930}" presName="Name0" presStyleCnt="0">
        <dgm:presLayoutVars>
          <dgm:dir/>
          <dgm:animLvl val="lvl"/>
          <dgm:resizeHandles val="exact"/>
        </dgm:presLayoutVars>
      </dgm:prSet>
      <dgm:spPr/>
    </dgm:pt>
    <dgm:pt modelId="{841E56E1-FC81-449A-AD7B-51359966D0DD}" type="pres">
      <dgm:prSet presAssocID="{C5D1D732-D16B-4D5F-A549-160C82C46DF9}" presName="linNode" presStyleCnt="0"/>
      <dgm:spPr/>
    </dgm:pt>
    <dgm:pt modelId="{9334B089-F1F8-4B8A-97D7-8893063568E7}" type="pres">
      <dgm:prSet presAssocID="{C5D1D732-D16B-4D5F-A549-160C82C46DF9}" presName="parentText" presStyleLbl="node1" presStyleIdx="0" presStyleCnt="5">
        <dgm:presLayoutVars>
          <dgm:chMax val="1"/>
          <dgm:bulletEnabled val="1"/>
        </dgm:presLayoutVars>
      </dgm:prSet>
      <dgm:spPr/>
    </dgm:pt>
    <dgm:pt modelId="{3820A076-4B48-4534-B470-E31ED1F8B290}" type="pres">
      <dgm:prSet presAssocID="{3F967590-822F-4CE8-B8E6-B5357A4EB545}" presName="sp" presStyleCnt="0"/>
      <dgm:spPr/>
    </dgm:pt>
    <dgm:pt modelId="{09330407-7927-4082-B27A-301FE3CE85DD}" type="pres">
      <dgm:prSet presAssocID="{1399F62C-6ADE-4401-BD00-1E41EFE8D1BC}" presName="linNode" presStyleCnt="0"/>
      <dgm:spPr/>
    </dgm:pt>
    <dgm:pt modelId="{3008036A-C3A7-4AB6-A591-C4FE6C7E8B3C}" type="pres">
      <dgm:prSet presAssocID="{1399F62C-6ADE-4401-BD00-1E41EFE8D1BC}" presName="parentText" presStyleLbl="node1" presStyleIdx="1" presStyleCnt="5">
        <dgm:presLayoutVars>
          <dgm:chMax val="1"/>
          <dgm:bulletEnabled val="1"/>
        </dgm:presLayoutVars>
      </dgm:prSet>
      <dgm:spPr/>
    </dgm:pt>
    <dgm:pt modelId="{DA7F565F-46E1-4118-83E5-C5E5B51320EC}" type="pres">
      <dgm:prSet presAssocID="{E6A0A91B-E261-4CDC-8A4B-E6B38EA05B9B}" presName="sp" presStyleCnt="0"/>
      <dgm:spPr/>
    </dgm:pt>
    <dgm:pt modelId="{07970668-230B-4312-8F5A-4719D1548A83}" type="pres">
      <dgm:prSet presAssocID="{93DDC418-718F-41D4-91FF-93550BCC35CF}" presName="linNode" presStyleCnt="0"/>
      <dgm:spPr/>
    </dgm:pt>
    <dgm:pt modelId="{DCF069CC-601F-41FF-9338-00AD4ADD19FF}" type="pres">
      <dgm:prSet presAssocID="{93DDC418-718F-41D4-91FF-93550BCC35CF}" presName="parentText" presStyleLbl="node1" presStyleIdx="2" presStyleCnt="5">
        <dgm:presLayoutVars>
          <dgm:chMax val="1"/>
          <dgm:bulletEnabled val="1"/>
        </dgm:presLayoutVars>
      </dgm:prSet>
      <dgm:spPr/>
    </dgm:pt>
    <dgm:pt modelId="{B75E0321-4E80-4661-935F-9EC3681A0078}" type="pres">
      <dgm:prSet presAssocID="{67E63F0F-DC66-48FA-B01C-2CD6583C4629}" presName="sp" presStyleCnt="0"/>
      <dgm:spPr/>
    </dgm:pt>
    <dgm:pt modelId="{AA8A59ED-49AE-478A-B455-F217AA9DAE3B}" type="pres">
      <dgm:prSet presAssocID="{BF93EEC7-FAA9-4C33-93AF-108F8780B8AC}" presName="linNode" presStyleCnt="0"/>
      <dgm:spPr/>
    </dgm:pt>
    <dgm:pt modelId="{81BBD25D-DDD6-4C27-B0A2-9FE433A8D04B}" type="pres">
      <dgm:prSet presAssocID="{BF93EEC7-FAA9-4C33-93AF-108F8780B8AC}" presName="parentText" presStyleLbl="node1" presStyleIdx="3" presStyleCnt="5">
        <dgm:presLayoutVars>
          <dgm:chMax val="1"/>
          <dgm:bulletEnabled val="1"/>
        </dgm:presLayoutVars>
      </dgm:prSet>
      <dgm:spPr/>
    </dgm:pt>
    <dgm:pt modelId="{2899DB5C-8C70-41EA-AE8B-F7290627660F}" type="pres">
      <dgm:prSet presAssocID="{A1B4B4D3-3D9E-4EC6-B8B8-1214834A3253}" presName="sp" presStyleCnt="0"/>
      <dgm:spPr/>
    </dgm:pt>
    <dgm:pt modelId="{56FE7B79-BC67-473F-8A59-4C2E7C61B1E8}" type="pres">
      <dgm:prSet presAssocID="{87345760-70C3-4DC2-A144-6ECDB7DB3C68}" presName="linNode" presStyleCnt="0"/>
      <dgm:spPr/>
    </dgm:pt>
    <dgm:pt modelId="{1CDFD7D3-B775-4C00-9EE6-F92D68860E6B}" type="pres">
      <dgm:prSet presAssocID="{87345760-70C3-4DC2-A144-6ECDB7DB3C68}" presName="parentText" presStyleLbl="node1" presStyleIdx="4" presStyleCnt="5">
        <dgm:presLayoutVars>
          <dgm:chMax val="1"/>
          <dgm:bulletEnabled val="1"/>
        </dgm:presLayoutVars>
      </dgm:prSet>
      <dgm:spPr/>
    </dgm:pt>
  </dgm:ptLst>
  <dgm:cxnLst>
    <dgm:cxn modelId="{42875809-D63B-4B4E-8A5D-7CB9B69A1B7C}" type="presOf" srcId="{87345760-70C3-4DC2-A144-6ECDB7DB3C68}" destId="{1CDFD7D3-B775-4C00-9EE6-F92D68860E6B}" srcOrd="0" destOrd="0" presId="urn:microsoft.com/office/officeart/2005/8/layout/vList5"/>
    <dgm:cxn modelId="{E7934816-069B-41F4-876D-4C155EBA634E}" srcId="{3DD9DE55-D98F-4CBF-8AF2-AA1184D48930}" destId="{93DDC418-718F-41D4-91FF-93550BCC35CF}" srcOrd="2" destOrd="0" parTransId="{C1090ACD-94B5-4526-B07A-20662D5EC85A}" sibTransId="{67E63F0F-DC66-48FA-B01C-2CD6583C4629}"/>
    <dgm:cxn modelId="{FFAA273B-EA90-4AB0-880E-0E0DD74CC40B}" srcId="{3DD9DE55-D98F-4CBF-8AF2-AA1184D48930}" destId="{C5D1D732-D16B-4D5F-A549-160C82C46DF9}" srcOrd="0" destOrd="0" parTransId="{2028E16D-ED0D-479F-AF13-909EC295F657}" sibTransId="{3F967590-822F-4CE8-B8E6-B5357A4EB545}"/>
    <dgm:cxn modelId="{DF8F3562-2A1E-4953-A2A1-6BC5ABC1A6DB}" type="presOf" srcId="{BF93EEC7-FAA9-4C33-93AF-108F8780B8AC}" destId="{81BBD25D-DDD6-4C27-B0A2-9FE433A8D04B}" srcOrd="0" destOrd="0" presId="urn:microsoft.com/office/officeart/2005/8/layout/vList5"/>
    <dgm:cxn modelId="{788F3E66-EAB8-4A36-951E-29F2C2F1267C}" type="presOf" srcId="{93DDC418-718F-41D4-91FF-93550BCC35CF}" destId="{DCF069CC-601F-41FF-9338-00AD4ADD19FF}" srcOrd="0" destOrd="0" presId="urn:microsoft.com/office/officeart/2005/8/layout/vList5"/>
    <dgm:cxn modelId="{17F36A48-E76E-48B9-99E0-CF425498B2AD}" srcId="{3DD9DE55-D98F-4CBF-8AF2-AA1184D48930}" destId="{87345760-70C3-4DC2-A144-6ECDB7DB3C68}" srcOrd="4" destOrd="0" parTransId="{946D358C-2FCE-4B82-8624-1E75A295A8A2}" sibTransId="{9517E45E-201C-44BD-8A1F-C84CB6DD7D6E}"/>
    <dgm:cxn modelId="{2A581450-C988-48B7-B59B-B05117757B31}" srcId="{3DD9DE55-D98F-4CBF-8AF2-AA1184D48930}" destId="{BF93EEC7-FAA9-4C33-93AF-108F8780B8AC}" srcOrd="3" destOrd="0" parTransId="{E30637EB-599A-4FBD-9696-E7F7A13CABB7}" sibTransId="{A1B4B4D3-3D9E-4EC6-B8B8-1214834A3253}"/>
    <dgm:cxn modelId="{B576ED7F-7C5B-4F12-9870-883F57EE0A84}" type="presOf" srcId="{3DD9DE55-D98F-4CBF-8AF2-AA1184D48930}" destId="{6D1823ED-B93D-4DB5-A437-A9584F543F9C}" srcOrd="0" destOrd="0" presId="urn:microsoft.com/office/officeart/2005/8/layout/vList5"/>
    <dgm:cxn modelId="{AAE5548E-E317-4791-9E5E-0769CC3DB8D6}" type="presOf" srcId="{1399F62C-6ADE-4401-BD00-1E41EFE8D1BC}" destId="{3008036A-C3A7-4AB6-A591-C4FE6C7E8B3C}" srcOrd="0" destOrd="0" presId="urn:microsoft.com/office/officeart/2005/8/layout/vList5"/>
    <dgm:cxn modelId="{EBF05CB7-3F2A-440B-B543-BC30F376E370}" srcId="{3DD9DE55-D98F-4CBF-8AF2-AA1184D48930}" destId="{1399F62C-6ADE-4401-BD00-1E41EFE8D1BC}" srcOrd="1" destOrd="0" parTransId="{BEF450F9-404D-4D31-8E9F-0E0EC625B62A}" sibTransId="{E6A0A91B-E261-4CDC-8A4B-E6B38EA05B9B}"/>
    <dgm:cxn modelId="{B3BC22FE-2DBE-4CE7-AD02-4F8E61FF963B}" type="presOf" srcId="{C5D1D732-D16B-4D5F-A549-160C82C46DF9}" destId="{9334B089-F1F8-4B8A-97D7-8893063568E7}" srcOrd="0" destOrd="0" presId="urn:microsoft.com/office/officeart/2005/8/layout/vList5"/>
    <dgm:cxn modelId="{73CC34CD-413E-49E4-AE6D-CCD6AD277713}" type="presParOf" srcId="{6D1823ED-B93D-4DB5-A437-A9584F543F9C}" destId="{841E56E1-FC81-449A-AD7B-51359966D0DD}" srcOrd="0" destOrd="0" presId="urn:microsoft.com/office/officeart/2005/8/layout/vList5"/>
    <dgm:cxn modelId="{FD2B1EF0-FCA2-4E75-ACAE-6E5F8D7320AD}" type="presParOf" srcId="{841E56E1-FC81-449A-AD7B-51359966D0DD}" destId="{9334B089-F1F8-4B8A-97D7-8893063568E7}" srcOrd="0" destOrd="0" presId="urn:microsoft.com/office/officeart/2005/8/layout/vList5"/>
    <dgm:cxn modelId="{8A69BE06-987A-4B97-97D4-F2F37A871C85}" type="presParOf" srcId="{6D1823ED-B93D-4DB5-A437-A9584F543F9C}" destId="{3820A076-4B48-4534-B470-E31ED1F8B290}" srcOrd="1" destOrd="0" presId="urn:microsoft.com/office/officeart/2005/8/layout/vList5"/>
    <dgm:cxn modelId="{C708E1FD-8B96-41DC-A19D-28D19F5CB951}" type="presParOf" srcId="{6D1823ED-B93D-4DB5-A437-A9584F543F9C}" destId="{09330407-7927-4082-B27A-301FE3CE85DD}" srcOrd="2" destOrd="0" presId="urn:microsoft.com/office/officeart/2005/8/layout/vList5"/>
    <dgm:cxn modelId="{2F069352-733B-460E-80EF-45A58A9451A1}" type="presParOf" srcId="{09330407-7927-4082-B27A-301FE3CE85DD}" destId="{3008036A-C3A7-4AB6-A591-C4FE6C7E8B3C}" srcOrd="0" destOrd="0" presId="urn:microsoft.com/office/officeart/2005/8/layout/vList5"/>
    <dgm:cxn modelId="{73B47453-B0F7-421E-B311-FBB6EB807525}" type="presParOf" srcId="{6D1823ED-B93D-4DB5-A437-A9584F543F9C}" destId="{DA7F565F-46E1-4118-83E5-C5E5B51320EC}" srcOrd="3" destOrd="0" presId="urn:microsoft.com/office/officeart/2005/8/layout/vList5"/>
    <dgm:cxn modelId="{4A94BB8E-A324-4EE2-AED2-0FB49FB9498B}" type="presParOf" srcId="{6D1823ED-B93D-4DB5-A437-A9584F543F9C}" destId="{07970668-230B-4312-8F5A-4719D1548A83}" srcOrd="4" destOrd="0" presId="urn:microsoft.com/office/officeart/2005/8/layout/vList5"/>
    <dgm:cxn modelId="{2D84C252-F32C-4DA6-8FAA-29FED4339A7E}" type="presParOf" srcId="{07970668-230B-4312-8F5A-4719D1548A83}" destId="{DCF069CC-601F-41FF-9338-00AD4ADD19FF}" srcOrd="0" destOrd="0" presId="urn:microsoft.com/office/officeart/2005/8/layout/vList5"/>
    <dgm:cxn modelId="{CC8FA6BD-401D-4F0C-B50B-5CD069799160}" type="presParOf" srcId="{6D1823ED-B93D-4DB5-A437-A9584F543F9C}" destId="{B75E0321-4E80-4661-935F-9EC3681A0078}" srcOrd="5" destOrd="0" presId="urn:microsoft.com/office/officeart/2005/8/layout/vList5"/>
    <dgm:cxn modelId="{B48C8F0D-3DC8-4D68-B98D-C75A09E413F8}" type="presParOf" srcId="{6D1823ED-B93D-4DB5-A437-A9584F543F9C}" destId="{AA8A59ED-49AE-478A-B455-F217AA9DAE3B}" srcOrd="6" destOrd="0" presId="urn:microsoft.com/office/officeart/2005/8/layout/vList5"/>
    <dgm:cxn modelId="{31BF5A24-C108-487F-A47D-257FA14D50B9}" type="presParOf" srcId="{AA8A59ED-49AE-478A-B455-F217AA9DAE3B}" destId="{81BBD25D-DDD6-4C27-B0A2-9FE433A8D04B}" srcOrd="0" destOrd="0" presId="urn:microsoft.com/office/officeart/2005/8/layout/vList5"/>
    <dgm:cxn modelId="{491BC40D-C54A-4D94-9B1C-F6324BDE4F9C}" type="presParOf" srcId="{6D1823ED-B93D-4DB5-A437-A9584F543F9C}" destId="{2899DB5C-8C70-41EA-AE8B-F7290627660F}" srcOrd="7" destOrd="0" presId="urn:microsoft.com/office/officeart/2005/8/layout/vList5"/>
    <dgm:cxn modelId="{F799522B-B569-439E-A6E6-7CAB0FFA890C}" type="presParOf" srcId="{6D1823ED-B93D-4DB5-A437-A9584F543F9C}" destId="{56FE7B79-BC67-473F-8A59-4C2E7C61B1E8}" srcOrd="8" destOrd="0" presId="urn:microsoft.com/office/officeart/2005/8/layout/vList5"/>
    <dgm:cxn modelId="{DA21AD57-8C9C-4D47-8A77-3A9AEE771FA5}" type="presParOf" srcId="{56FE7B79-BC67-473F-8A59-4C2E7C61B1E8}" destId="{1CDFD7D3-B775-4C00-9EE6-F92D68860E6B}"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46886B-B570-4ED3-9FE1-5BA8370ABD57}" type="doc">
      <dgm:prSet loTypeId="urn:microsoft.com/office/officeart/2005/8/layout/vList2" loCatId="list" qsTypeId="urn:microsoft.com/office/officeart/2005/8/quickstyle/simple4" qsCatId="simple" csTypeId="urn:microsoft.com/office/officeart/2005/8/colors/accent1_2" csCatId="accent1" phldr="1"/>
      <dgm:spPr/>
      <dgm:t>
        <a:bodyPr rtlCol="1"/>
        <a:lstStyle/>
        <a:p>
          <a:pPr rtl="1"/>
          <a:endParaRPr lang="en-GB"/>
        </a:p>
      </dgm:t>
    </dgm:pt>
    <dgm:pt modelId="{77E68880-AA5E-4E53-B9E8-DBAC989780E1}">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سؤال:</a:t>
          </a:r>
          <a:r>
            <a:rPr lang="ar-JO" sz="1800" dirty="0">
              <a:solidFill>
                <a:schemeClr val="tx1"/>
              </a:solidFill>
              <a:latin typeface="Sakkal Majalla" panose="02000000000000000000" pitchFamily="2" charset="-78"/>
              <a:cs typeface="Sakkal Majalla" panose="02000000000000000000" pitchFamily="2" charset="-78"/>
            </a:rPr>
            <a:t> </a:t>
          </a:r>
          <a:r>
            <a:rPr lang="ar-MA" sz="1800" dirty="0">
              <a:solidFill>
                <a:schemeClr val="tx1"/>
              </a:solidFill>
              <a:latin typeface="Sakkal Majalla" panose="02000000000000000000" pitchFamily="2" charset="-78"/>
              <a:cs typeface="Sakkal Majalla" panose="02000000000000000000" pitchFamily="2" charset="-78"/>
            </a:rPr>
            <a:t>هل يمكنك </a:t>
          </a:r>
          <a:r>
            <a:rPr lang="ar-JO" sz="1800" dirty="0">
              <a:solidFill>
                <a:schemeClr val="tx1"/>
              </a:solidFill>
              <a:latin typeface="Sakkal Majalla" panose="02000000000000000000" pitchFamily="2" charset="-78"/>
              <a:cs typeface="Sakkal Majalla" panose="02000000000000000000" pitchFamily="2" charset="-78"/>
            </a:rPr>
            <a:t>ذكر </a:t>
          </a:r>
          <a:r>
            <a:rPr lang="ar-MA" sz="1800" dirty="0">
              <a:solidFill>
                <a:schemeClr val="tx1"/>
              </a:solidFill>
              <a:latin typeface="Sakkal Majalla" panose="02000000000000000000" pitchFamily="2" charset="-78"/>
              <a:cs typeface="Sakkal Majalla" panose="02000000000000000000" pitchFamily="2" charset="-78"/>
            </a:rPr>
            <a:t>أي </a:t>
          </a:r>
          <a:r>
            <a:rPr lang="ar-JO" sz="1800" dirty="0">
              <a:solidFill>
                <a:schemeClr val="tx1"/>
              </a:solidFill>
              <a:latin typeface="Sakkal Majalla" panose="02000000000000000000" pitchFamily="2" charset="-78"/>
              <a:cs typeface="Sakkal Majalla" panose="02000000000000000000" pitchFamily="2" charset="-78"/>
            </a:rPr>
            <a:t>مفاهيم لمطابخ هجينة في منطقتك؟</a:t>
          </a:r>
          <a:endParaRPr lang="ar" sz="1800" dirty="0">
            <a:solidFill>
              <a:schemeClr val="tx1"/>
            </a:solidFill>
            <a:latin typeface="Sakkal Majalla" panose="02000000000000000000" pitchFamily="2" charset="-78"/>
            <a:cs typeface="Sakkal Majalla" panose="02000000000000000000" pitchFamily="2" charset="-78"/>
          </a:endParaRPr>
        </a:p>
      </dgm:t>
    </dgm:pt>
    <dgm:pt modelId="{AA58A4A0-04DA-45F8-A637-9D0D4BFE94B5}" type="parTrans" cxnId="{DDE90132-6136-454C-AFEC-B92EB7D4CF1F}">
      <dgm:prSet/>
      <dgm:spPr/>
      <dgm:t>
        <a:bodyPr rtlCol="1"/>
        <a:lstStyle/>
        <a:p>
          <a:pPr rtl="1"/>
          <a:endParaRPr lang="en-GB"/>
        </a:p>
      </dgm:t>
    </dgm:pt>
    <dgm:pt modelId="{927A509F-45F8-494E-841E-E01698AD699D}" type="sibTrans" cxnId="{DDE90132-6136-454C-AFEC-B92EB7D4CF1F}">
      <dgm:prSet/>
      <dgm:spPr/>
      <dgm:t>
        <a:bodyPr rtlCol="1"/>
        <a:lstStyle/>
        <a:p>
          <a:pPr rtl="1"/>
          <a:endParaRPr lang="en-GB"/>
        </a:p>
      </dgm:t>
    </dgm:pt>
    <dgm:pt modelId="{319FC789-A201-40D6-B49B-7408A93A298E}" type="pres">
      <dgm:prSet presAssocID="{0946886B-B570-4ED3-9FE1-5BA8370ABD57}" presName="linear" presStyleCnt="0">
        <dgm:presLayoutVars>
          <dgm:animLvl val="lvl"/>
          <dgm:resizeHandles val="exact"/>
        </dgm:presLayoutVars>
      </dgm:prSet>
      <dgm:spPr/>
    </dgm:pt>
    <dgm:pt modelId="{08AEE753-93D6-4E06-9447-C62B34342D31}" type="pres">
      <dgm:prSet presAssocID="{77E68880-AA5E-4E53-B9E8-DBAC989780E1}" presName="parentText" presStyleLbl="node1" presStyleIdx="0" presStyleCnt="1" custLinFactNeighborX="16149" custLinFactNeighborY="12995">
        <dgm:presLayoutVars>
          <dgm:chMax val="0"/>
          <dgm:bulletEnabled val="1"/>
        </dgm:presLayoutVars>
      </dgm:prSet>
      <dgm:spPr/>
    </dgm:pt>
  </dgm:ptLst>
  <dgm:cxnLst>
    <dgm:cxn modelId="{DDE90132-6136-454C-AFEC-B92EB7D4CF1F}" srcId="{0946886B-B570-4ED3-9FE1-5BA8370ABD57}" destId="{77E68880-AA5E-4E53-B9E8-DBAC989780E1}" srcOrd="0" destOrd="0" parTransId="{AA58A4A0-04DA-45F8-A637-9D0D4BFE94B5}" sibTransId="{927A509F-45F8-494E-841E-E01698AD699D}"/>
    <dgm:cxn modelId="{552B8B6C-C6D5-48B3-BB85-66ED581BEBE9}" type="presOf" srcId="{77E68880-AA5E-4E53-B9E8-DBAC989780E1}" destId="{08AEE753-93D6-4E06-9447-C62B34342D31}" srcOrd="0" destOrd="0" presId="urn:microsoft.com/office/officeart/2005/8/layout/vList2"/>
    <dgm:cxn modelId="{5C5976CD-358C-435D-868F-BF66A963C202}" type="presOf" srcId="{0946886B-B570-4ED3-9FE1-5BA8370ABD57}" destId="{319FC789-A201-40D6-B49B-7408A93A298E}" srcOrd="0" destOrd="0" presId="urn:microsoft.com/office/officeart/2005/8/layout/vList2"/>
    <dgm:cxn modelId="{6D78B0C3-EC42-4707-8DBD-A3D629B9ADFC}" type="presParOf" srcId="{319FC789-A201-40D6-B49B-7408A93A298E}" destId="{08AEE753-93D6-4E06-9447-C62B34342D31}"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946886B-B570-4ED3-9FE1-5BA8370ABD57}" type="doc">
      <dgm:prSet loTypeId="urn:microsoft.com/office/officeart/2005/8/layout/vList2" loCatId="list" qsTypeId="urn:microsoft.com/office/officeart/2005/8/quickstyle/simple4" qsCatId="simple" csTypeId="urn:microsoft.com/office/officeart/2005/8/colors/accent1_2" csCatId="accent1"/>
      <dgm:spPr/>
      <dgm:t>
        <a:bodyPr rtlCol="1"/>
        <a:lstStyle/>
        <a:p>
          <a:pPr rtl="1"/>
          <a:endParaRPr lang="en-GB"/>
        </a:p>
      </dgm:t>
    </dgm:pt>
    <dgm:pt modelId="{77E68880-AA5E-4E53-B9E8-DBAC989780E1}">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سؤال: هل يمكنك التفكير في أي أطعمة مصنعة تستخدم في النظام الغذائي لبلدك؟</a:t>
          </a:r>
        </a:p>
      </dgm:t>
    </dgm:pt>
    <dgm:pt modelId="{AA58A4A0-04DA-45F8-A637-9D0D4BFE94B5}" type="parTrans" cxnId="{DDE90132-6136-454C-AFEC-B92EB7D4CF1F}">
      <dgm:prSet/>
      <dgm:spPr/>
      <dgm:t>
        <a:bodyPr rtlCol="1"/>
        <a:lstStyle/>
        <a:p>
          <a:pPr rtl="1"/>
          <a:endParaRPr lang="en-GB"/>
        </a:p>
      </dgm:t>
    </dgm:pt>
    <dgm:pt modelId="{927A509F-45F8-494E-841E-E01698AD699D}" type="sibTrans" cxnId="{DDE90132-6136-454C-AFEC-B92EB7D4CF1F}">
      <dgm:prSet/>
      <dgm:spPr/>
      <dgm:t>
        <a:bodyPr rtlCol="1"/>
        <a:lstStyle/>
        <a:p>
          <a:pPr rtl="1"/>
          <a:endParaRPr lang="en-GB"/>
        </a:p>
      </dgm:t>
    </dgm:pt>
    <dgm:pt modelId="{319FC789-A201-40D6-B49B-7408A93A298E}" type="pres">
      <dgm:prSet presAssocID="{0946886B-B570-4ED3-9FE1-5BA8370ABD57}" presName="linear" presStyleCnt="0">
        <dgm:presLayoutVars>
          <dgm:animLvl val="lvl"/>
          <dgm:resizeHandles val="exact"/>
        </dgm:presLayoutVars>
      </dgm:prSet>
      <dgm:spPr/>
    </dgm:pt>
    <dgm:pt modelId="{08AEE753-93D6-4E06-9447-C62B34342D31}" type="pres">
      <dgm:prSet presAssocID="{77E68880-AA5E-4E53-B9E8-DBAC989780E1}" presName="parentText" presStyleLbl="node1" presStyleIdx="0" presStyleCnt="1" custLinFactNeighborX="15475" custLinFactNeighborY="22027">
        <dgm:presLayoutVars>
          <dgm:chMax val="0"/>
          <dgm:bulletEnabled val="1"/>
        </dgm:presLayoutVars>
      </dgm:prSet>
      <dgm:spPr/>
    </dgm:pt>
  </dgm:ptLst>
  <dgm:cxnLst>
    <dgm:cxn modelId="{DDE90132-6136-454C-AFEC-B92EB7D4CF1F}" srcId="{0946886B-B570-4ED3-9FE1-5BA8370ABD57}" destId="{77E68880-AA5E-4E53-B9E8-DBAC989780E1}" srcOrd="0" destOrd="0" parTransId="{AA58A4A0-04DA-45F8-A637-9D0D4BFE94B5}" sibTransId="{927A509F-45F8-494E-841E-E01698AD699D}"/>
    <dgm:cxn modelId="{552B8B6C-C6D5-48B3-BB85-66ED581BEBE9}" type="presOf" srcId="{77E68880-AA5E-4E53-B9E8-DBAC989780E1}" destId="{08AEE753-93D6-4E06-9447-C62B34342D31}" srcOrd="0" destOrd="0" presId="urn:microsoft.com/office/officeart/2005/8/layout/vList2"/>
    <dgm:cxn modelId="{5C5976CD-358C-435D-868F-BF66A963C202}" type="presOf" srcId="{0946886B-B570-4ED3-9FE1-5BA8370ABD57}" destId="{319FC789-A201-40D6-B49B-7408A93A298E}" srcOrd="0" destOrd="0" presId="urn:microsoft.com/office/officeart/2005/8/layout/vList2"/>
    <dgm:cxn modelId="{6D78B0C3-EC42-4707-8DBD-A3D629B9ADFC}" type="presParOf" srcId="{319FC789-A201-40D6-B49B-7408A93A298E}" destId="{08AEE753-93D6-4E06-9447-C62B34342D31}"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E6A9D80-B2AB-43E6-A008-486159209E15}" type="doc">
      <dgm:prSet loTypeId="urn:microsoft.com/office/officeart/2005/8/layout/vList2" loCatId="list" qsTypeId="urn:microsoft.com/office/officeart/2005/8/quickstyle/simple4" qsCatId="simple" csTypeId="urn:microsoft.com/office/officeart/2005/8/colors/accent1_2" csCatId="accent1" phldr="1"/>
      <dgm:spPr/>
      <dgm:t>
        <a:bodyPr rtlCol="1"/>
        <a:lstStyle/>
        <a:p>
          <a:pPr rtl="1"/>
          <a:endParaRPr lang="en-GB"/>
        </a:p>
      </dgm:t>
    </dgm:pt>
    <dgm:pt modelId="{B0111DFB-8333-48AE-97E1-A9642A457697}">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موضوع المناقشة: ناقش في صفك أنواع الأطعمة المختلفة التي تندرج تحت التصنيفات المذكورة أعلاه.</a:t>
          </a:r>
        </a:p>
      </dgm:t>
    </dgm:pt>
    <dgm:pt modelId="{A9E9727C-FB91-4F93-8933-3454B3E43B82}" type="parTrans" cxnId="{7958928A-964A-4799-BC3C-130A3F7FAA8C}">
      <dgm:prSet/>
      <dgm:spPr/>
      <dgm:t>
        <a:bodyPr rtlCol="1"/>
        <a:lstStyle/>
        <a:p>
          <a:pPr rtl="1"/>
          <a:endParaRPr lang="en-GB"/>
        </a:p>
      </dgm:t>
    </dgm:pt>
    <dgm:pt modelId="{216D3AD0-B948-4019-B20A-F499E679A71C}" type="sibTrans" cxnId="{7958928A-964A-4799-BC3C-130A3F7FAA8C}">
      <dgm:prSet/>
      <dgm:spPr/>
      <dgm:t>
        <a:bodyPr rtlCol="1"/>
        <a:lstStyle/>
        <a:p>
          <a:pPr rtl="1"/>
          <a:endParaRPr lang="en-GB"/>
        </a:p>
      </dgm:t>
    </dgm:pt>
    <dgm:pt modelId="{1F6462D4-4A94-4412-9BF5-E2ECE0ABE439}" type="pres">
      <dgm:prSet presAssocID="{AE6A9D80-B2AB-43E6-A008-486159209E15}" presName="linear" presStyleCnt="0">
        <dgm:presLayoutVars>
          <dgm:animLvl val="lvl"/>
          <dgm:resizeHandles val="exact"/>
        </dgm:presLayoutVars>
      </dgm:prSet>
      <dgm:spPr/>
    </dgm:pt>
    <dgm:pt modelId="{A9283092-B18E-4381-AF6D-A5026AB4EC82}" type="pres">
      <dgm:prSet presAssocID="{B0111DFB-8333-48AE-97E1-A9642A457697}" presName="parentText" presStyleLbl="node1" presStyleIdx="0" presStyleCnt="1" custLinFactNeighborX="31500" custLinFactNeighborY="-6858">
        <dgm:presLayoutVars>
          <dgm:chMax val="0"/>
          <dgm:bulletEnabled val="1"/>
        </dgm:presLayoutVars>
      </dgm:prSet>
      <dgm:spPr/>
    </dgm:pt>
  </dgm:ptLst>
  <dgm:cxnLst>
    <dgm:cxn modelId="{CA46F268-D6C7-4E2B-8509-95F9CD786730}" type="presOf" srcId="{AE6A9D80-B2AB-43E6-A008-486159209E15}" destId="{1F6462D4-4A94-4412-9BF5-E2ECE0ABE439}" srcOrd="0" destOrd="0" presId="urn:microsoft.com/office/officeart/2005/8/layout/vList2"/>
    <dgm:cxn modelId="{7958928A-964A-4799-BC3C-130A3F7FAA8C}" srcId="{AE6A9D80-B2AB-43E6-A008-486159209E15}" destId="{B0111DFB-8333-48AE-97E1-A9642A457697}" srcOrd="0" destOrd="0" parTransId="{A9E9727C-FB91-4F93-8933-3454B3E43B82}" sibTransId="{216D3AD0-B948-4019-B20A-F499E679A71C}"/>
    <dgm:cxn modelId="{81B762D7-3914-4663-85CF-B08629DEC83B}" type="presOf" srcId="{B0111DFB-8333-48AE-97E1-A9642A457697}" destId="{A9283092-B18E-4381-AF6D-A5026AB4EC82}" srcOrd="0" destOrd="0" presId="urn:microsoft.com/office/officeart/2005/8/layout/vList2"/>
    <dgm:cxn modelId="{0B5C7771-2C57-48CC-B93C-79CD4BCBA309}" type="presParOf" srcId="{1F6462D4-4A94-4412-9BF5-E2ECE0ABE439}" destId="{A9283092-B18E-4381-AF6D-A5026AB4EC82}"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7980869-D604-4A1C-882D-2E5EF3BE14B3}" type="doc">
      <dgm:prSet loTypeId="urn:microsoft.com/office/officeart/2005/8/layout/vList2" loCatId="list" qsTypeId="urn:microsoft.com/office/officeart/2005/8/quickstyle/simple1" qsCatId="simple" csTypeId="urn:microsoft.com/office/officeart/2005/8/colors/accent1_2" csCatId="accent1"/>
      <dgm:spPr/>
      <dgm:t>
        <a:bodyPr rtlCol="1"/>
        <a:lstStyle/>
        <a:p>
          <a:pPr rtl="1"/>
          <a:endParaRPr lang="en-GB"/>
        </a:p>
      </dgm:t>
    </dgm:pt>
    <dgm:pt modelId="{9D44B86F-6446-4B2E-9D11-7B860C21CBEC}" type="pres">
      <dgm:prSet presAssocID="{77980869-D604-4A1C-882D-2E5EF3BE14B3}" presName="linear" presStyleCnt="0">
        <dgm:presLayoutVars>
          <dgm:animLvl val="lvl"/>
          <dgm:resizeHandles val="exact"/>
        </dgm:presLayoutVars>
      </dgm:prSet>
      <dgm:spPr/>
    </dgm:pt>
  </dgm:ptLst>
  <dgm:cxnLst>
    <dgm:cxn modelId="{15A77C96-A9EF-44A8-B7DF-2A49F0486ED4}" type="presOf" srcId="{77980869-D604-4A1C-882D-2E5EF3BE14B3}" destId="{9D44B86F-6446-4B2E-9D11-7B860C21CBEC}"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4426893-2A88-43C1-BA59-C99E38BEE5B1}" type="doc">
      <dgm:prSet loTypeId="urn:microsoft.com/office/officeart/2005/8/layout/vList2" loCatId="list" qsTypeId="urn:microsoft.com/office/officeart/2005/8/quickstyle/simple4" qsCatId="simple" csTypeId="urn:microsoft.com/office/officeart/2005/8/colors/accent1_2" csCatId="accent1"/>
      <dgm:spPr/>
      <dgm:t>
        <a:bodyPr rtlCol="1"/>
        <a:lstStyle/>
        <a:p>
          <a:pPr rtl="1"/>
          <a:endParaRPr lang="en-GB"/>
        </a:p>
      </dgm:t>
    </dgm:pt>
    <dgm:pt modelId="{8171574E-EF83-47DA-A757-ECC70683A047}">
      <dgm:prSet custT="1"/>
      <dgm:spPr/>
      <dgm:t>
        <a:bodyPr rtlCol="1"/>
        <a:lstStyle/>
        <a:p>
          <a:pPr rtl="1"/>
          <a:r>
            <a:rPr lang="ar" sz="2100" dirty="0">
              <a:solidFill>
                <a:schemeClr val="tx1"/>
              </a:solidFill>
              <a:latin typeface="Sakkal Majalla" panose="02000000000000000000" pitchFamily="2" charset="-78"/>
              <a:cs typeface="Sakkal Majalla" panose="02000000000000000000" pitchFamily="2" charset="-78"/>
            </a:rPr>
            <a:t>سؤال: ما نوع أصناف الطعام والشراب التي تُباع في كل منافذ الطعام هذه؟ ما شريحة العملاء التي يستهدفونها؟</a:t>
          </a:r>
        </a:p>
      </dgm:t>
    </dgm:pt>
    <dgm:pt modelId="{5BE9FA5A-4504-4FF2-AB48-5D04660BDB4B}" type="parTrans" cxnId="{1752EC8E-4C6D-42A4-B545-42F388DFA635}">
      <dgm:prSet/>
      <dgm:spPr/>
      <dgm:t>
        <a:bodyPr rtlCol="1"/>
        <a:lstStyle/>
        <a:p>
          <a:pPr rtl="1"/>
          <a:endParaRPr lang="en-GB"/>
        </a:p>
      </dgm:t>
    </dgm:pt>
    <dgm:pt modelId="{21AD42B8-2D3E-492A-9736-2338C76B972D}" type="sibTrans" cxnId="{1752EC8E-4C6D-42A4-B545-42F388DFA635}">
      <dgm:prSet/>
      <dgm:spPr/>
      <dgm:t>
        <a:bodyPr rtlCol="1"/>
        <a:lstStyle/>
        <a:p>
          <a:pPr rtl="1"/>
          <a:endParaRPr lang="en-GB"/>
        </a:p>
      </dgm:t>
    </dgm:pt>
    <dgm:pt modelId="{9B167284-FBC3-4952-A44C-F6B542AACC0F}" type="pres">
      <dgm:prSet presAssocID="{94426893-2A88-43C1-BA59-C99E38BEE5B1}" presName="linear" presStyleCnt="0">
        <dgm:presLayoutVars>
          <dgm:animLvl val="lvl"/>
          <dgm:resizeHandles val="exact"/>
        </dgm:presLayoutVars>
      </dgm:prSet>
      <dgm:spPr/>
    </dgm:pt>
    <dgm:pt modelId="{B46EECCC-1F6F-4438-84F4-6369F4D65A07}" type="pres">
      <dgm:prSet presAssocID="{8171574E-EF83-47DA-A757-ECC70683A047}" presName="parentText" presStyleLbl="node1" presStyleIdx="0" presStyleCnt="1">
        <dgm:presLayoutVars>
          <dgm:chMax val="0"/>
          <dgm:bulletEnabled val="1"/>
        </dgm:presLayoutVars>
      </dgm:prSet>
      <dgm:spPr/>
    </dgm:pt>
  </dgm:ptLst>
  <dgm:cxnLst>
    <dgm:cxn modelId="{A7833515-4D92-41DC-8C49-17C1940CA8DB}" type="presOf" srcId="{94426893-2A88-43C1-BA59-C99E38BEE5B1}" destId="{9B167284-FBC3-4952-A44C-F6B542AACC0F}" srcOrd="0" destOrd="0" presId="urn:microsoft.com/office/officeart/2005/8/layout/vList2"/>
    <dgm:cxn modelId="{1752EC8E-4C6D-42A4-B545-42F388DFA635}" srcId="{94426893-2A88-43C1-BA59-C99E38BEE5B1}" destId="{8171574E-EF83-47DA-A757-ECC70683A047}" srcOrd="0" destOrd="0" parTransId="{5BE9FA5A-4504-4FF2-AB48-5D04660BDB4B}" sibTransId="{21AD42B8-2D3E-492A-9736-2338C76B972D}"/>
    <dgm:cxn modelId="{ECAE0EB6-CE61-4648-8B4C-4C60EE656261}" type="presOf" srcId="{8171574E-EF83-47DA-A757-ECC70683A047}" destId="{B46EECCC-1F6F-4438-84F4-6369F4D65A07}" srcOrd="0" destOrd="0" presId="urn:microsoft.com/office/officeart/2005/8/layout/vList2"/>
    <dgm:cxn modelId="{4FFA8BA7-7566-4B10-8524-148949920373}" type="presParOf" srcId="{9B167284-FBC3-4952-A44C-F6B542AACC0F}" destId="{B46EECCC-1F6F-4438-84F4-6369F4D65A07}"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9448910-3D41-48E8-A80E-7CDBB25D6DC8}" type="doc">
      <dgm:prSet loTypeId="urn:microsoft.com/office/officeart/2005/8/layout/vList2" loCatId="list" qsTypeId="urn:microsoft.com/office/officeart/2005/8/quickstyle/simple4" qsCatId="simple" csTypeId="urn:microsoft.com/office/officeart/2005/8/colors/accent1_2" csCatId="accent1" phldr="1"/>
      <dgm:spPr/>
      <dgm:t>
        <a:bodyPr rtlCol="1"/>
        <a:lstStyle/>
        <a:p>
          <a:pPr rtl="1"/>
          <a:endParaRPr lang="en-GB"/>
        </a:p>
      </dgm:t>
    </dgm:pt>
    <dgm:pt modelId="{704B61A7-2356-49FE-8ACE-BC2745BB21D4}" type="pres">
      <dgm:prSet presAssocID="{79448910-3D41-48E8-A80E-7CDBB25D6DC8}" presName="linear" presStyleCnt="0">
        <dgm:presLayoutVars>
          <dgm:animLvl val="lvl"/>
          <dgm:resizeHandles val="exact"/>
        </dgm:presLayoutVars>
      </dgm:prSet>
      <dgm:spPr/>
    </dgm:pt>
  </dgm:ptLst>
  <dgm:cxnLst>
    <dgm:cxn modelId="{F5CE091F-2EAE-40EF-843F-67EC36A7720B}" type="presOf" srcId="{79448910-3D41-48E8-A80E-7CDBB25D6DC8}" destId="{704B61A7-2356-49FE-8ACE-BC2745BB21D4}"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84369C5-1E01-487F-918E-9342F2180362}" type="doc">
      <dgm:prSet loTypeId="urn:microsoft.com/office/officeart/2005/8/layout/vList2" loCatId="list" qsTypeId="urn:microsoft.com/office/officeart/2005/8/quickstyle/simple4" qsCatId="simple" csTypeId="urn:microsoft.com/office/officeart/2005/8/colors/accent1_2" csCatId="accent1"/>
      <dgm:spPr/>
      <dgm:t>
        <a:bodyPr rtlCol="1"/>
        <a:lstStyle/>
        <a:p>
          <a:pPr rtl="1"/>
          <a:endParaRPr lang="en-GB"/>
        </a:p>
      </dgm:t>
    </dgm:pt>
    <dgm:pt modelId="{4FE5A1F5-066D-4E05-ACD4-582AC5F1BCAD}">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سؤال: ما عدد أنواع المتطلبات الغذائية المختلفة التي يمكنك ذكرها؟</a:t>
          </a:r>
        </a:p>
      </dgm:t>
    </dgm:pt>
    <dgm:pt modelId="{D875A3C5-43E7-4522-A137-4FED372FB1C1}" type="parTrans" cxnId="{DF33EBD4-5862-4310-98A1-8F7342B2C9D7}">
      <dgm:prSet/>
      <dgm:spPr/>
      <dgm:t>
        <a:bodyPr rtlCol="1"/>
        <a:lstStyle/>
        <a:p>
          <a:pPr rtl="1"/>
          <a:endParaRPr lang="en-GB"/>
        </a:p>
      </dgm:t>
    </dgm:pt>
    <dgm:pt modelId="{FC1F17D0-C36A-4E2E-8AE0-37D8DA5FDD57}" type="sibTrans" cxnId="{DF33EBD4-5862-4310-98A1-8F7342B2C9D7}">
      <dgm:prSet/>
      <dgm:spPr/>
      <dgm:t>
        <a:bodyPr rtlCol="1"/>
        <a:lstStyle/>
        <a:p>
          <a:pPr rtl="1"/>
          <a:endParaRPr lang="en-GB"/>
        </a:p>
      </dgm:t>
    </dgm:pt>
    <dgm:pt modelId="{DD251B01-A686-4914-8483-4D7F70CC143C}" type="pres">
      <dgm:prSet presAssocID="{584369C5-1E01-487F-918E-9342F2180362}" presName="linear" presStyleCnt="0">
        <dgm:presLayoutVars>
          <dgm:animLvl val="lvl"/>
          <dgm:resizeHandles val="exact"/>
        </dgm:presLayoutVars>
      </dgm:prSet>
      <dgm:spPr/>
    </dgm:pt>
    <dgm:pt modelId="{6019A02E-5294-43D7-814D-A62E491B4453}" type="pres">
      <dgm:prSet presAssocID="{4FE5A1F5-066D-4E05-ACD4-582AC5F1BCAD}" presName="parentText" presStyleLbl="node1" presStyleIdx="0" presStyleCnt="1">
        <dgm:presLayoutVars>
          <dgm:chMax val="0"/>
          <dgm:bulletEnabled val="1"/>
        </dgm:presLayoutVars>
      </dgm:prSet>
      <dgm:spPr/>
    </dgm:pt>
  </dgm:ptLst>
  <dgm:cxnLst>
    <dgm:cxn modelId="{2272B94F-EFF8-4C22-AD22-2D4432E942C7}" type="presOf" srcId="{4FE5A1F5-066D-4E05-ACD4-582AC5F1BCAD}" destId="{6019A02E-5294-43D7-814D-A62E491B4453}" srcOrd="0" destOrd="0" presId="urn:microsoft.com/office/officeart/2005/8/layout/vList2"/>
    <dgm:cxn modelId="{DF33EBD4-5862-4310-98A1-8F7342B2C9D7}" srcId="{584369C5-1E01-487F-918E-9342F2180362}" destId="{4FE5A1F5-066D-4E05-ACD4-582AC5F1BCAD}" srcOrd="0" destOrd="0" parTransId="{D875A3C5-43E7-4522-A137-4FED372FB1C1}" sibTransId="{FC1F17D0-C36A-4E2E-8AE0-37D8DA5FDD57}"/>
    <dgm:cxn modelId="{6447F6F7-A761-4E2C-95BF-B7C6695C2795}" type="presOf" srcId="{584369C5-1E01-487F-918E-9342F2180362}" destId="{DD251B01-A686-4914-8483-4D7F70CC143C}" srcOrd="0" destOrd="0" presId="urn:microsoft.com/office/officeart/2005/8/layout/vList2"/>
    <dgm:cxn modelId="{2C5C9230-BCD7-4F0C-87F4-3BB2D790C2E2}" type="presParOf" srcId="{DD251B01-A686-4914-8483-4D7F70CC143C}" destId="{6019A02E-5294-43D7-814D-A62E491B4453}"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FB74CCC-8DDD-4BFE-BA6A-2121C4B0CC85}" type="doc">
      <dgm:prSet loTypeId="urn:microsoft.com/office/officeart/2005/8/layout/vList2" loCatId="list" qsTypeId="urn:microsoft.com/office/officeart/2005/8/quickstyle/simple4" qsCatId="simple" csTypeId="urn:microsoft.com/office/officeart/2005/8/colors/accent1_2" csCatId="accent1" phldr="1"/>
      <dgm:spPr/>
      <dgm:t>
        <a:bodyPr rtlCol="1"/>
        <a:lstStyle/>
        <a:p>
          <a:pPr rtl="1"/>
          <a:endParaRPr lang="en-GB"/>
        </a:p>
      </dgm:t>
    </dgm:pt>
    <dgm:pt modelId="{151C7F7B-C0BD-40E3-AD2C-B59AA55C1EA4}">
      <dgm:prSet custT="1"/>
      <dgm:spPr/>
      <dgm:t>
        <a:bodyPr rtlCol="1"/>
        <a:lstStyle/>
        <a:p>
          <a:pPr rtl="1"/>
          <a:r>
            <a:rPr lang="ar" sz="2300" dirty="0">
              <a:solidFill>
                <a:schemeClr val="tx1"/>
              </a:solidFill>
              <a:latin typeface="Sakkal Majalla" panose="02000000000000000000" pitchFamily="2" charset="-78"/>
              <a:cs typeface="Sakkal Majalla" panose="02000000000000000000" pitchFamily="2" charset="-78"/>
            </a:rPr>
            <a:t>سؤال: فكر في طبق واحد يمكنك طه</a:t>
          </a:r>
          <a:r>
            <a:rPr lang="ar-JO" sz="2300" dirty="0">
              <a:solidFill>
                <a:schemeClr val="tx1"/>
              </a:solidFill>
              <a:latin typeface="Sakkal Majalla" panose="02000000000000000000" pitchFamily="2" charset="-78"/>
              <a:cs typeface="Sakkal Majalla" panose="02000000000000000000" pitchFamily="2" charset="-78"/>
            </a:rPr>
            <a:t>و</a:t>
          </a:r>
          <a:r>
            <a:rPr lang="ar" sz="2300" dirty="0">
              <a:solidFill>
                <a:schemeClr val="tx1"/>
              </a:solidFill>
              <a:latin typeface="Sakkal Majalla" panose="02000000000000000000" pitchFamily="2" charset="-78"/>
              <a:cs typeface="Sakkal Majalla" panose="02000000000000000000" pitchFamily="2" charset="-78"/>
            </a:rPr>
            <a:t>ه في كل قطعة من المعدات الكبيرة.</a:t>
          </a:r>
        </a:p>
      </dgm:t>
    </dgm:pt>
    <dgm:pt modelId="{9A238CB9-492B-4110-908F-5F23F16472A2}" type="parTrans" cxnId="{C9F742CC-3126-47D9-80AC-3B35E7D41F9F}">
      <dgm:prSet/>
      <dgm:spPr/>
      <dgm:t>
        <a:bodyPr rtlCol="1"/>
        <a:lstStyle/>
        <a:p>
          <a:pPr rtl="1"/>
          <a:endParaRPr lang="en-GB"/>
        </a:p>
      </dgm:t>
    </dgm:pt>
    <dgm:pt modelId="{BC1E6B8D-ED2C-4FB1-857F-937B3CAF6FF8}" type="sibTrans" cxnId="{C9F742CC-3126-47D9-80AC-3B35E7D41F9F}">
      <dgm:prSet/>
      <dgm:spPr/>
      <dgm:t>
        <a:bodyPr rtlCol="1"/>
        <a:lstStyle/>
        <a:p>
          <a:pPr rtl="1"/>
          <a:endParaRPr lang="en-GB"/>
        </a:p>
      </dgm:t>
    </dgm:pt>
    <dgm:pt modelId="{4963A657-861B-40C0-9C3E-846FDAF31F53}" type="pres">
      <dgm:prSet presAssocID="{2FB74CCC-8DDD-4BFE-BA6A-2121C4B0CC85}" presName="linear" presStyleCnt="0">
        <dgm:presLayoutVars>
          <dgm:animLvl val="lvl"/>
          <dgm:resizeHandles val="exact"/>
        </dgm:presLayoutVars>
      </dgm:prSet>
      <dgm:spPr/>
    </dgm:pt>
    <dgm:pt modelId="{6A63E8CE-CC34-4F99-8070-66A54A2ECF3F}" type="pres">
      <dgm:prSet presAssocID="{151C7F7B-C0BD-40E3-AD2C-B59AA55C1EA4}" presName="parentText" presStyleLbl="node1" presStyleIdx="0" presStyleCnt="1">
        <dgm:presLayoutVars>
          <dgm:chMax val="0"/>
          <dgm:bulletEnabled val="1"/>
        </dgm:presLayoutVars>
      </dgm:prSet>
      <dgm:spPr/>
    </dgm:pt>
  </dgm:ptLst>
  <dgm:cxnLst>
    <dgm:cxn modelId="{C353360F-3AE6-49FE-A607-F407B92BDD3F}" type="presOf" srcId="{2FB74CCC-8DDD-4BFE-BA6A-2121C4B0CC85}" destId="{4963A657-861B-40C0-9C3E-846FDAF31F53}" srcOrd="0" destOrd="0" presId="urn:microsoft.com/office/officeart/2005/8/layout/vList2"/>
    <dgm:cxn modelId="{6E4F5852-EAF9-4548-A0AF-A338B2FCC6B8}" type="presOf" srcId="{151C7F7B-C0BD-40E3-AD2C-B59AA55C1EA4}" destId="{6A63E8CE-CC34-4F99-8070-66A54A2ECF3F}" srcOrd="0" destOrd="0" presId="urn:microsoft.com/office/officeart/2005/8/layout/vList2"/>
    <dgm:cxn modelId="{C9F742CC-3126-47D9-80AC-3B35E7D41F9F}" srcId="{2FB74CCC-8DDD-4BFE-BA6A-2121C4B0CC85}" destId="{151C7F7B-C0BD-40E3-AD2C-B59AA55C1EA4}" srcOrd="0" destOrd="0" parTransId="{9A238CB9-492B-4110-908F-5F23F16472A2}" sibTransId="{BC1E6B8D-ED2C-4FB1-857F-937B3CAF6FF8}"/>
    <dgm:cxn modelId="{85F47E4F-60D5-458D-B06E-6613D34CD121}" type="presParOf" srcId="{4963A657-861B-40C0-9C3E-846FDAF31F53}" destId="{6A63E8CE-CC34-4F99-8070-66A54A2ECF3F}"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1FEB0E6-9EFD-4234-A435-1BA1182A5DB9}" type="doc">
      <dgm:prSet loTypeId="urn:microsoft.com/office/officeart/2005/8/layout/vList2" loCatId="list" qsTypeId="urn:microsoft.com/office/officeart/2005/8/quickstyle/simple4" qsCatId="simple" csTypeId="urn:microsoft.com/office/officeart/2005/8/colors/accent1_2" csCatId="accent1"/>
      <dgm:spPr/>
      <dgm:t>
        <a:bodyPr rtlCol="1"/>
        <a:lstStyle/>
        <a:p>
          <a:pPr rtl="1"/>
          <a:endParaRPr lang="en-GB"/>
        </a:p>
      </dgm:t>
    </dgm:pt>
    <dgm:pt modelId="{2CCAD141-0E5E-4453-B7D5-A95686D6EB08}">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موضوع المناقشة: ناقش السلع المدرجة في القوائم مع فصلك، وحاول اقتراح طبق واحد لكل منها يمكن صنعه باستخدام اثنين أو أكثر من هذه السلع.</a:t>
          </a:r>
        </a:p>
      </dgm:t>
    </dgm:pt>
    <dgm:pt modelId="{AB414D8E-E4A4-4733-8969-724C8F842EF1}" type="parTrans" cxnId="{A61822F5-BB91-45A8-A413-109891C2CA8D}">
      <dgm:prSet/>
      <dgm:spPr/>
      <dgm:t>
        <a:bodyPr rtlCol="1"/>
        <a:lstStyle/>
        <a:p>
          <a:pPr rtl="1"/>
          <a:endParaRPr lang="en-GB"/>
        </a:p>
      </dgm:t>
    </dgm:pt>
    <dgm:pt modelId="{76B74C4B-86F1-4118-A9FD-51F7043E45C5}" type="sibTrans" cxnId="{A61822F5-BB91-45A8-A413-109891C2CA8D}">
      <dgm:prSet/>
      <dgm:spPr/>
      <dgm:t>
        <a:bodyPr rtlCol="1"/>
        <a:lstStyle/>
        <a:p>
          <a:pPr rtl="1"/>
          <a:endParaRPr lang="en-GB"/>
        </a:p>
      </dgm:t>
    </dgm:pt>
    <dgm:pt modelId="{42786CE2-7EFA-4C49-B94D-06AC9EDFB150}" type="pres">
      <dgm:prSet presAssocID="{81FEB0E6-9EFD-4234-A435-1BA1182A5DB9}" presName="linear" presStyleCnt="0">
        <dgm:presLayoutVars>
          <dgm:animLvl val="lvl"/>
          <dgm:resizeHandles val="exact"/>
        </dgm:presLayoutVars>
      </dgm:prSet>
      <dgm:spPr/>
    </dgm:pt>
    <dgm:pt modelId="{3EFCC15D-D608-443F-B340-DE21B5A4033B}" type="pres">
      <dgm:prSet presAssocID="{2CCAD141-0E5E-4453-B7D5-A95686D6EB08}" presName="parentText" presStyleLbl="node1" presStyleIdx="0" presStyleCnt="1">
        <dgm:presLayoutVars>
          <dgm:chMax val="0"/>
          <dgm:bulletEnabled val="1"/>
        </dgm:presLayoutVars>
      </dgm:prSet>
      <dgm:spPr/>
    </dgm:pt>
  </dgm:ptLst>
  <dgm:cxnLst>
    <dgm:cxn modelId="{9D5F8B16-02F1-41A9-AB4D-0CACC94E77BE}" type="presOf" srcId="{81FEB0E6-9EFD-4234-A435-1BA1182A5DB9}" destId="{42786CE2-7EFA-4C49-B94D-06AC9EDFB150}" srcOrd="0" destOrd="0" presId="urn:microsoft.com/office/officeart/2005/8/layout/vList2"/>
    <dgm:cxn modelId="{FEF0F35C-877E-45CC-BD02-E3F9C6A844DE}" type="presOf" srcId="{2CCAD141-0E5E-4453-B7D5-A95686D6EB08}" destId="{3EFCC15D-D608-443F-B340-DE21B5A4033B}" srcOrd="0" destOrd="0" presId="urn:microsoft.com/office/officeart/2005/8/layout/vList2"/>
    <dgm:cxn modelId="{A61822F5-BB91-45A8-A413-109891C2CA8D}" srcId="{81FEB0E6-9EFD-4234-A435-1BA1182A5DB9}" destId="{2CCAD141-0E5E-4453-B7D5-A95686D6EB08}" srcOrd="0" destOrd="0" parTransId="{AB414D8E-E4A4-4733-8969-724C8F842EF1}" sibTransId="{76B74C4B-86F1-4118-A9FD-51F7043E45C5}"/>
    <dgm:cxn modelId="{DE0C80FF-218D-4893-BFB2-E5B0717A233C}" type="presParOf" srcId="{42786CE2-7EFA-4C49-B94D-06AC9EDFB150}" destId="{3EFCC15D-D608-443F-B340-DE21B5A4033B}"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EB35AC8-633C-466A-97F1-EE5EE38D4E42}" type="doc">
      <dgm:prSet loTypeId="urn:microsoft.com/office/officeart/2005/8/layout/vList2" loCatId="list" qsTypeId="urn:microsoft.com/office/officeart/2005/8/quickstyle/simple4" qsCatId="simple" csTypeId="urn:microsoft.com/office/officeart/2005/8/colors/accent1_2" csCatId="accent1"/>
      <dgm:spPr/>
      <dgm:t>
        <a:bodyPr rtlCol="1"/>
        <a:lstStyle/>
        <a:p>
          <a:pPr rtl="1"/>
          <a:endParaRPr lang="en-GB"/>
        </a:p>
      </dgm:t>
    </dgm:pt>
    <dgm:pt modelId="{BB67B3D2-F1A2-4F49-B0CE-DFEC9704D5D7}">
      <dgm:prSet custT="1"/>
      <dgm:spPr/>
      <dgm:t>
        <a:bodyPr rtlCol="1"/>
        <a:lstStyle/>
        <a:p>
          <a:pPr rtl="1"/>
          <a:r>
            <a:rPr lang="ar" sz="2800" dirty="0">
              <a:solidFill>
                <a:schemeClr val="tx1"/>
              </a:solidFill>
            </a:rPr>
            <a:t>سؤال: ما أفضل مكان لتخزين البيض؟</a:t>
          </a:r>
        </a:p>
      </dgm:t>
    </dgm:pt>
    <dgm:pt modelId="{BAC19471-7BAC-4825-8663-9B59E0647A56}" type="parTrans" cxnId="{7E1900D6-F87B-443C-A700-FEE0003E3751}">
      <dgm:prSet/>
      <dgm:spPr/>
      <dgm:t>
        <a:bodyPr rtlCol="1"/>
        <a:lstStyle/>
        <a:p>
          <a:pPr rtl="1"/>
          <a:endParaRPr lang="en-GB"/>
        </a:p>
      </dgm:t>
    </dgm:pt>
    <dgm:pt modelId="{22569BE3-D84A-4959-91CF-638C2075C0A4}" type="sibTrans" cxnId="{7E1900D6-F87B-443C-A700-FEE0003E3751}">
      <dgm:prSet/>
      <dgm:spPr/>
      <dgm:t>
        <a:bodyPr rtlCol="1"/>
        <a:lstStyle/>
        <a:p>
          <a:pPr rtl="1"/>
          <a:endParaRPr lang="en-GB"/>
        </a:p>
      </dgm:t>
    </dgm:pt>
    <dgm:pt modelId="{433B59D0-A583-43C8-AF02-1DF37F8E959B}" type="pres">
      <dgm:prSet presAssocID="{BEB35AC8-633C-466A-97F1-EE5EE38D4E42}" presName="linear" presStyleCnt="0">
        <dgm:presLayoutVars>
          <dgm:animLvl val="lvl"/>
          <dgm:resizeHandles val="exact"/>
        </dgm:presLayoutVars>
      </dgm:prSet>
      <dgm:spPr/>
    </dgm:pt>
    <dgm:pt modelId="{BAE5B93C-DA08-4ED8-A842-C749F7B556BC}" type="pres">
      <dgm:prSet presAssocID="{BB67B3D2-F1A2-4F49-B0CE-DFEC9704D5D7}" presName="parentText" presStyleLbl="node1" presStyleIdx="0" presStyleCnt="1">
        <dgm:presLayoutVars>
          <dgm:chMax val="0"/>
          <dgm:bulletEnabled val="1"/>
        </dgm:presLayoutVars>
      </dgm:prSet>
      <dgm:spPr/>
    </dgm:pt>
  </dgm:ptLst>
  <dgm:cxnLst>
    <dgm:cxn modelId="{6C515427-5698-4029-9617-AF0044E708D9}" type="presOf" srcId="{BEB35AC8-633C-466A-97F1-EE5EE38D4E42}" destId="{433B59D0-A583-43C8-AF02-1DF37F8E959B}" srcOrd="0" destOrd="0" presId="urn:microsoft.com/office/officeart/2005/8/layout/vList2"/>
    <dgm:cxn modelId="{8397FEAA-1B0D-4D8B-BC22-641748F7C396}" type="presOf" srcId="{BB67B3D2-F1A2-4F49-B0CE-DFEC9704D5D7}" destId="{BAE5B93C-DA08-4ED8-A842-C749F7B556BC}" srcOrd="0" destOrd="0" presId="urn:microsoft.com/office/officeart/2005/8/layout/vList2"/>
    <dgm:cxn modelId="{7E1900D6-F87B-443C-A700-FEE0003E3751}" srcId="{BEB35AC8-633C-466A-97F1-EE5EE38D4E42}" destId="{BB67B3D2-F1A2-4F49-B0CE-DFEC9704D5D7}" srcOrd="0" destOrd="0" parTransId="{BAC19471-7BAC-4825-8663-9B59E0647A56}" sibTransId="{22569BE3-D84A-4959-91CF-638C2075C0A4}"/>
    <dgm:cxn modelId="{EB2A6DB5-1E7F-49E9-BFAA-A53E76840423}" type="presParOf" srcId="{433B59D0-A583-43C8-AF02-1DF37F8E959B}" destId="{BAE5B93C-DA08-4ED8-A842-C749F7B556BC}"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D69BFFD-9DF0-421F-8370-3DD5E646686D}" type="doc">
      <dgm:prSet loTypeId="urn:microsoft.com/office/officeart/2005/8/layout/vList2" loCatId="list" qsTypeId="urn:microsoft.com/office/officeart/2005/8/quickstyle/simple4" qsCatId="simple" csTypeId="urn:microsoft.com/office/officeart/2005/8/colors/accent1_2" csCatId="accent1" phldr="1"/>
      <dgm:spPr/>
      <dgm:t>
        <a:bodyPr rtlCol="1"/>
        <a:lstStyle/>
        <a:p>
          <a:pPr rtl="1"/>
          <a:endParaRPr lang="en-GB"/>
        </a:p>
      </dgm:t>
    </dgm:pt>
    <dgm:pt modelId="{357FEF78-D66A-4B77-B6B2-A05504F8D47E}">
      <dgm:prSet custT="1"/>
      <dgm:spPr/>
      <dgm:t>
        <a:bodyPr rtlCol="1"/>
        <a:lstStyle/>
        <a:p>
          <a:pPr rtl="1"/>
          <a:r>
            <a:rPr lang="ar" sz="2300" dirty="0">
              <a:solidFill>
                <a:schemeClr val="tx1"/>
              </a:solidFill>
              <a:latin typeface="Sakkal Majalla" panose="02000000000000000000" pitchFamily="2" charset="-78"/>
              <a:cs typeface="Sakkal Majalla" panose="02000000000000000000" pitchFamily="2" charset="-78"/>
            </a:rPr>
            <a:t>سؤال: لماذا تعتقد أن هذه المهارات مهمة؟</a:t>
          </a:r>
        </a:p>
      </dgm:t>
    </dgm:pt>
    <dgm:pt modelId="{C2A9EDA7-896B-43F1-9F6B-C4BA18B7CD89}" type="parTrans" cxnId="{2E5D2444-20CA-4E0A-B725-8206E3EB178B}">
      <dgm:prSet/>
      <dgm:spPr/>
      <dgm:t>
        <a:bodyPr rtlCol="1"/>
        <a:lstStyle/>
        <a:p>
          <a:pPr rtl="1"/>
          <a:endParaRPr lang="en-GB"/>
        </a:p>
      </dgm:t>
    </dgm:pt>
    <dgm:pt modelId="{65409D12-1196-419A-8FDB-F5A30BE89DEE}" type="sibTrans" cxnId="{2E5D2444-20CA-4E0A-B725-8206E3EB178B}">
      <dgm:prSet/>
      <dgm:spPr/>
      <dgm:t>
        <a:bodyPr rtlCol="1"/>
        <a:lstStyle/>
        <a:p>
          <a:pPr rtl="1"/>
          <a:endParaRPr lang="en-GB"/>
        </a:p>
      </dgm:t>
    </dgm:pt>
    <dgm:pt modelId="{62341280-F5D2-4713-A369-2B52275EA15E}" type="pres">
      <dgm:prSet presAssocID="{9D69BFFD-9DF0-421F-8370-3DD5E646686D}" presName="linear" presStyleCnt="0">
        <dgm:presLayoutVars>
          <dgm:animLvl val="lvl"/>
          <dgm:resizeHandles val="exact"/>
        </dgm:presLayoutVars>
      </dgm:prSet>
      <dgm:spPr/>
    </dgm:pt>
    <dgm:pt modelId="{422D6B8E-95AE-4932-A867-CCB4EF07A292}" type="pres">
      <dgm:prSet presAssocID="{357FEF78-D66A-4B77-B6B2-A05504F8D47E}" presName="parentText" presStyleLbl="node1" presStyleIdx="0" presStyleCnt="1" custLinFactY="-78876" custLinFactNeighborX="65957" custLinFactNeighborY="-100000">
        <dgm:presLayoutVars>
          <dgm:chMax val="0"/>
          <dgm:bulletEnabled val="1"/>
        </dgm:presLayoutVars>
      </dgm:prSet>
      <dgm:spPr/>
    </dgm:pt>
  </dgm:ptLst>
  <dgm:cxnLst>
    <dgm:cxn modelId="{2E5D2444-20CA-4E0A-B725-8206E3EB178B}" srcId="{9D69BFFD-9DF0-421F-8370-3DD5E646686D}" destId="{357FEF78-D66A-4B77-B6B2-A05504F8D47E}" srcOrd="0" destOrd="0" parTransId="{C2A9EDA7-896B-43F1-9F6B-C4BA18B7CD89}" sibTransId="{65409D12-1196-419A-8FDB-F5A30BE89DEE}"/>
    <dgm:cxn modelId="{5A4F4865-2F62-4573-87FA-2BB9711CC05F}" type="presOf" srcId="{357FEF78-D66A-4B77-B6B2-A05504F8D47E}" destId="{422D6B8E-95AE-4932-A867-CCB4EF07A292}" srcOrd="0" destOrd="0" presId="urn:microsoft.com/office/officeart/2005/8/layout/vList2"/>
    <dgm:cxn modelId="{802035FA-9343-4C1C-90C0-3B2723185D22}" type="presOf" srcId="{9D69BFFD-9DF0-421F-8370-3DD5E646686D}" destId="{62341280-F5D2-4713-A369-2B52275EA15E}" srcOrd="0" destOrd="0" presId="urn:microsoft.com/office/officeart/2005/8/layout/vList2"/>
    <dgm:cxn modelId="{C0B2BA4F-F499-4C93-BEA7-4289428CBC2E}" type="presParOf" srcId="{62341280-F5D2-4713-A369-2B52275EA15E}" destId="{422D6B8E-95AE-4932-A867-CCB4EF07A292}"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66FE654-DF2E-48DC-8887-2DFECACCDF32}" type="doc">
      <dgm:prSet loTypeId="urn:microsoft.com/office/officeart/2005/8/layout/vList2" loCatId="list" qsTypeId="urn:microsoft.com/office/officeart/2005/8/quickstyle/simple4" qsCatId="simple" csTypeId="urn:microsoft.com/office/officeart/2005/8/colors/accent1_2" csCatId="accent1"/>
      <dgm:spPr/>
      <dgm:t>
        <a:bodyPr rtlCol="1"/>
        <a:lstStyle/>
        <a:p>
          <a:pPr rtl="1"/>
          <a:endParaRPr lang="en-GB"/>
        </a:p>
      </dgm:t>
    </dgm:pt>
    <dgm:pt modelId="{7F131434-362F-45B4-BD61-A036F069784E}">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موضوع المناقشة: ناقش في صفك فوائد هذه المهارات جميعها للطاهي.</a:t>
          </a:r>
        </a:p>
      </dgm:t>
    </dgm:pt>
    <dgm:pt modelId="{244D32F9-C45F-4C4A-AF6D-92287B2DC501}" type="parTrans" cxnId="{D356AAE1-0481-48B1-9358-BC11875843C0}">
      <dgm:prSet/>
      <dgm:spPr/>
      <dgm:t>
        <a:bodyPr rtlCol="1"/>
        <a:lstStyle/>
        <a:p>
          <a:pPr rtl="1"/>
          <a:endParaRPr lang="en-GB"/>
        </a:p>
      </dgm:t>
    </dgm:pt>
    <dgm:pt modelId="{9303EF6E-0352-4EF7-BC14-8A74A06E9B83}" type="sibTrans" cxnId="{D356AAE1-0481-48B1-9358-BC11875843C0}">
      <dgm:prSet/>
      <dgm:spPr/>
      <dgm:t>
        <a:bodyPr rtlCol="1"/>
        <a:lstStyle/>
        <a:p>
          <a:pPr rtl="1"/>
          <a:endParaRPr lang="en-GB"/>
        </a:p>
      </dgm:t>
    </dgm:pt>
    <dgm:pt modelId="{19160984-690D-4D90-AA97-DF01C8A1B03C}" type="pres">
      <dgm:prSet presAssocID="{266FE654-DF2E-48DC-8887-2DFECACCDF32}" presName="linear" presStyleCnt="0">
        <dgm:presLayoutVars>
          <dgm:animLvl val="lvl"/>
          <dgm:resizeHandles val="exact"/>
        </dgm:presLayoutVars>
      </dgm:prSet>
      <dgm:spPr/>
    </dgm:pt>
    <dgm:pt modelId="{76E76AD0-9132-48DE-9962-2C09236196CB}" type="pres">
      <dgm:prSet presAssocID="{7F131434-362F-45B4-BD61-A036F069784E}" presName="parentText" presStyleLbl="node1" presStyleIdx="0" presStyleCnt="1">
        <dgm:presLayoutVars>
          <dgm:chMax val="0"/>
          <dgm:bulletEnabled val="1"/>
        </dgm:presLayoutVars>
      </dgm:prSet>
      <dgm:spPr/>
    </dgm:pt>
  </dgm:ptLst>
  <dgm:cxnLst>
    <dgm:cxn modelId="{BCC89B0E-95D9-43E7-858A-62D9871025DB}" type="presOf" srcId="{266FE654-DF2E-48DC-8887-2DFECACCDF32}" destId="{19160984-690D-4D90-AA97-DF01C8A1B03C}" srcOrd="0" destOrd="0" presId="urn:microsoft.com/office/officeart/2005/8/layout/vList2"/>
    <dgm:cxn modelId="{D356AAE1-0481-48B1-9358-BC11875843C0}" srcId="{266FE654-DF2E-48DC-8887-2DFECACCDF32}" destId="{7F131434-362F-45B4-BD61-A036F069784E}" srcOrd="0" destOrd="0" parTransId="{244D32F9-C45F-4C4A-AF6D-92287B2DC501}" sibTransId="{9303EF6E-0352-4EF7-BC14-8A74A06E9B83}"/>
    <dgm:cxn modelId="{BDCFEBFE-E124-438B-8C2D-B3F3C5E769D1}" type="presOf" srcId="{7F131434-362F-45B4-BD61-A036F069784E}" destId="{76E76AD0-9132-48DE-9962-2C09236196CB}" srcOrd="0" destOrd="0" presId="urn:microsoft.com/office/officeart/2005/8/layout/vList2"/>
    <dgm:cxn modelId="{4AA03D48-DCED-4FAB-AE27-D99D4DC278F5}" type="presParOf" srcId="{19160984-690D-4D90-AA97-DF01C8A1B03C}" destId="{76E76AD0-9132-48DE-9962-2C09236196CB}"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58534A9-E31E-4D73-917F-DC53C58352A5}" type="doc">
      <dgm:prSet loTypeId="urn:microsoft.com/office/officeart/2005/8/layout/vList2" loCatId="list" qsTypeId="urn:microsoft.com/office/officeart/2005/8/quickstyle/simple4" qsCatId="simple" csTypeId="urn:microsoft.com/office/officeart/2005/8/colors/accent1_2" csCatId="accent1"/>
      <dgm:spPr/>
      <dgm:t>
        <a:bodyPr rtlCol="1"/>
        <a:lstStyle/>
        <a:p>
          <a:pPr rtl="1"/>
          <a:endParaRPr lang="en-GB"/>
        </a:p>
      </dgm:t>
    </dgm:pt>
    <dgm:pt modelId="{876E9182-5FD5-4175-A02F-5659A3844AEE}">
      <dgm:prSet custT="1"/>
      <dgm:spPr/>
      <dgm:t>
        <a:bodyPr rtlCol="1"/>
        <a:lstStyle/>
        <a:p>
          <a:pPr algn="ctr" rtl="1"/>
          <a:r>
            <a:rPr lang="ar" sz="1800" dirty="0">
              <a:solidFill>
                <a:schemeClr val="tx1"/>
              </a:solidFill>
              <a:latin typeface="Sakkal Majalla" panose="02000000000000000000" pitchFamily="2" charset="-78"/>
              <a:cs typeface="Sakkal Majalla" panose="02000000000000000000" pitchFamily="2" charset="-78"/>
            </a:rPr>
            <a:t>سؤال: ما السبب الذي يجعل جميع المهارات المذكورة أعلاه مهمة للطاهي؟ </a:t>
          </a:r>
        </a:p>
      </dgm:t>
    </dgm:pt>
    <dgm:pt modelId="{7F58436E-3E0F-4AC7-A085-784C64139F89}" type="parTrans" cxnId="{6AF90083-0E2E-4BEA-B174-B78794C94CD6}">
      <dgm:prSet/>
      <dgm:spPr/>
      <dgm:t>
        <a:bodyPr rtlCol="1"/>
        <a:lstStyle/>
        <a:p>
          <a:pPr algn="ctr" rtl="1"/>
          <a:endParaRPr lang="en-GB"/>
        </a:p>
      </dgm:t>
    </dgm:pt>
    <dgm:pt modelId="{4DD6B022-8A54-455E-9F41-D56F8584F7C3}" type="sibTrans" cxnId="{6AF90083-0E2E-4BEA-B174-B78794C94CD6}">
      <dgm:prSet/>
      <dgm:spPr/>
      <dgm:t>
        <a:bodyPr rtlCol="1"/>
        <a:lstStyle/>
        <a:p>
          <a:pPr algn="ctr" rtl="1"/>
          <a:endParaRPr lang="en-GB"/>
        </a:p>
      </dgm:t>
    </dgm:pt>
    <dgm:pt modelId="{A6CB7AC4-EA68-499F-8FF1-2AB72804FCB4}" type="pres">
      <dgm:prSet presAssocID="{858534A9-E31E-4D73-917F-DC53C58352A5}" presName="linear" presStyleCnt="0">
        <dgm:presLayoutVars>
          <dgm:animLvl val="lvl"/>
          <dgm:resizeHandles val="exact"/>
        </dgm:presLayoutVars>
      </dgm:prSet>
      <dgm:spPr/>
    </dgm:pt>
    <dgm:pt modelId="{0F4336F5-64F0-43DA-A011-C40BF46B4568}" type="pres">
      <dgm:prSet presAssocID="{876E9182-5FD5-4175-A02F-5659A3844AEE}" presName="parentText" presStyleLbl="node1" presStyleIdx="0" presStyleCnt="1" custLinFactNeighborX="-6087" custLinFactNeighborY="-10931">
        <dgm:presLayoutVars>
          <dgm:chMax val="0"/>
          <dgm:bulletEnabled val="1"/>
        </dgm:presLayoutVars>
      </dgm:prSet>
      <dgm:spPr/>
    </dgm:pt>
  </dgm:ptLst>
  <dgm:cxnLst>
    <dgm:cxn modelId="{0CE3CE22-9144-45C5-A955-EDE20D8F2289}" type="presOf" srcId="{876E9182-5FD5-4175-A02F-5659A3844AEE}" destId="{0F4336F5-64F0-43DA-A011-C40BF46B4568}" srcOrd="0" destOrd="0" presId="urn:microsoft.com/office/officeart/2005/8/layout/vList2"/>
    <dgm:cxn modelId="{6AF90083-0E2E-4BEA-B174-B78794C94CD6}" srcId="{858534A9-E31E-4D73-917F-DC53C58352A5}" destId="{876E9182-5FD5-4175-A02F-5659A3844AEE}" srcOrd="0" destOrd="0" parTransId="{7F58436E-3E0F-4AC7-A085-784C64139F89}" sibTransId="{4DD6B022-8A54-455E-9F41-D56F8584F7C3}"/>
    <dgm:cxn modelId="{E5C0B8EA-529A-4E79-8C8F-877B0DDB26ED}" type="presOf" srcId="{858534A9-E31E-4D73-917F-DC53C58352A5}" destId="{A6CB7AC4-EA68-499F-8FF1-2AB72804FCB4}" srcOrd="0" destOrd="0" presId="urn:microsoft.com/office/officeart/2005/8/layout/vList2"/>
    <dgm:cxn modelId="{0401E917-ABD5-4191-8203-C03AB8B1DF0F}" type="presParOf" srcId="{A6CB7AC4-EA68-499F-8FF1-2AB72804FCB4}" destId="{0F4336F5-64F0-43DA-A011-C40BF46B4568}"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65E4F83-7B6E-49F6-90CA-E06D383FBA9D}" type="doc">
      <dgm:prSet loTypeId="urn:microsoft.com/office/officeart/2005/8/layout/vList2" loCatId="list" qsTypeId="urn:microsoft.com/office/officeart/2005/8/quickstyle/simple4" qsCatId="simple" csTypeId="urn:microsoft.com/office/officeart/2005/8/colors/accent1_2" csCatId="accent1"/>
      <dgm:spPr/>
      <dgm:t>
        <a:bodyPr rtlCol="1"/>
        <a:lstStyle/>
        <a:p>
          <a:pPr rtl="1"/>
          <a:endParaRPr lang="en-GB"/>
        </a:p>
      </dgm:t>
    </dgm:pt>
    <dgm:pt modelId="{43FAF425-6B1F-4088-941C-D50BBBC0ED59}">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سؤال: فكّر في آخر مرة قمت فيها بتقييم طبق. هل استخدمت الطرق الكمية والنوعية؟ </a:t>
          </a:r>
        </a:p>
      </dgm:t>
    </dgm:pt>
    <dgm:pt modelId="{500D36FD-DF26-4465-9CC0-73DCDE4656D4}" type="parTrans" cxnId="{F721FB2E-3CC1-4805-82B4-1E52E2412949}">
      <dgm:prSet/>
      <dgm:spPr/>
      <dgm:t>
        <a:bodyPr rtlCol="1"/>
        <a:lstStyle/>
        <a:p>
          <a:pPr rtl="1"/>
          <a:endParaRPr lang="en-GB"/>
        </a:p>
      </dgm:t>
    </dgm:pt>
    <dgm:pt modelId="{6CC46358-F72E-41E0-B437-EA5B6DB27FB4}" type="sibTrans" cxnId="{F721FB2E-3CC1-4805-82B4-1E52E2412949}">
      <dgm:prSet/>
      <dgm:spPr/>
      <dgm:t>
        <a:bodyPr rtlCol="1"/>
        <a:lstStyle/>
        <a:p>
          <a:pPr rtl="1"/>
          <a:endParaRPr lang="en-GB"/>
        </a:p>
      </dgm:t>
    </dgm:pt>
    <dgm:pt modelId="{7BAAEE7C-8D17-4D73-8E74-00D5F81D4318}" type="pres">
      <dgm:prSet presAssocID="{065E4F83-7B6E-49F6-90CA-E06D383FBA9D}" presName="linear" presStyleCnt="0">
        <dgm:presLayoutVars>
          <dgm:animLvl val="lvl"/>
          <dgm:resizeHandles val="exact"/>
        </dgm:presLayoutVars>
      </dgm:prSet>
      <dgm:spPr/>
    </dgm:pt>
    <dgm:pt modelId="{370BB9F0-9C54-4031-A0E0-B1FF0034BD51}" type="pres">
      <dgm:prSet presAssocID="{43FAF425-6B1F-4088-941C-D50BBBC0ED59}" presName="parentText" presStyleLbl="node1" presStyleIdx="0" presStyleCnt="1">
        <dgm:presLayoutVars>
          <dgm:chMax val="0"/>
          <dgm:bulletEnabled val="1"/>
        </dgm:presLayoutVars>
      </dgm:prSet>
      <dgm:spPr/>
    </dgm:pt>
  </dgm:ptLst>
  <dgm:cxnLst>
    <dgm:cxn modelId="{F721FB2E-3CC1-4805-82B4-1E52E2412949}" srcId="{065E4F83-7B6E-49F6-90CA-E06D383FBA9D}" destId="{43FAF425-6B1F-4088-941C-D50BBBC0ED59}" srcOrd="0" destOrd="0" parTransId="{500D36FD-DF26-4465-9CC0-73DCDE4656D4}" sibTransId="{6CC46358-F72E-41E0-B437-EA5B6DB27FB4}"/>
    <dgm:cxn modelId="{9155B88C-858E-4CF6-9F95-5C2A5F20A965}" type="presOf" srcId="{43FAF425-6B1F-4088-941C-D50BBBC0ED59}" destId="{370BB9F0-9C54-4031-A0E0-B1FF0034BD51}" srcOrd="0" destOrd="0" presId="urn:microsoft.com/office/officeart/2005/8/layout/vList2"/>
    <dgm:cxn modelId="{20BE45DA-8239-47BA-A122-1FE73991EE11}" type="presOf" srcId="{065E4F83-7B6E-49F6-90CA-E06D383FBA9D}" destId="{7BAAEE7C-8D17-4D73-8E74-00D5F81D4318}" srcOrd="0" destOrd="0" presId="urn:microsoft.com/office/officeart/2005/8/layout/vList2"/>
    <dgm:cxn modelId="{1EBD1EB0-02A0-44E2-B533-759F3F20E6B7}" type="presParOf" srcId="{7BAAEE7C-8D17-4D73-8E74-00D5F81D4318}" destId="{370BB9F0-9C54-4031-A0E0-B1FF0034BD51}"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D6A996C-8DCC-4E8D-94A1-1153F7F8FB53}" type="doc">
      <dgm:prSet loTypeId="urn:microsoft.com/office/officeart/2005/8/layout/vList2" loCatId="list" qsTypeId="urn:microsoft.com/office/officeart/2005/8/quickstyle/simple4" qsCatId="simple" csTypeId="urn:microsoft.com/office/officeart/2005/8/colors/accent1_2" csCatId="accent1" phldr="1"/>
      <dgm:spPr/>
      <dgm:t>
        <a:bodyPr rtlCol="1"/>
        <a:lstStyle/>
        <a:p>
          <a:pPr rtl="1"/>
          <a:endParaRPr lang="en-GB"/>
        </a:p>
      </dgm:t>
    </dgm:pt>
    <dgm:pt modelId="{89BD977E-9DBF-41A3-8BBE-535488F38C6A}">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موضوع المناقشة: ناقش في صفك أفضل الطرق لتقييم معايير الجودة. </a:t>
          </a:r>
        </a:p>
      </dgm:t>
    </dgm:pt>
    <dgm:pt modelId="{E0BAA9B3-0F1F-40A4-ABD0-81D6C86BD8CD}" type="parTrans" cxnId="{F39FE22B-1E9E-416E-BF5F-496563AEFB58}">
      <dgm:prSet/>
      <dgm:spPr/>
      <dgm:t>
        <a:bodyPr rtlCol="1"/>
        <a:lstStyle/>
        <a:p>
          <a:pPr rtl="1"/>
          <a:endParaRPr lang="en-GB"/>
        </a:p>
      </dgm:t>
    </dgm:pt>
    <dgm:pt modelId="{74CED354-13AB-4A5B-8BF3-6047911CAD1D}" type="sibTrans" cxnId="{F39FE22B-1E9E-416E-BF5F-496563AEFB58}">
      <dgm:prSet/>
      <dgm:spPr/>
      <dgm:t>
        <a:bodyPr rtlCol="1"/>
        <a:lstStyle/>
        <a:p>
          <a:pPr rtl="1"/>
          <a:endParaRPr lang="en-GB"/>
        </a:p>
      </dgm:t>
    </dgm:pt>
    <dgm:pt modelId="{73AE7DEB-8731-4B1D-B3A5-D72E3EB14F88}" type="pres">
      <dgm:prSet presAssocID="{5D6A996C-8DCC-4E8D-94A1-1153F7F8FB53}" presName="linear" presStyleCnt="0">
        <dgm:presLayoutVars>
          <dgm:animLvl val="lvl"/>
          <dgm:resizeHandles val="exact"/>
        </dgm:presLayoutVars>
      </dgm:prSet>
      <dgm:spPr/>
    </dgm:pt>
    <dgm:pt modelId="{99B91AD4-66BA-49EA-B04C-249DDBF902DA}" type="pres">
      <dgm:prSet presAssocID="{89BD977E-9DBF-41A3-8BBE-535488F38C6A}" presName="parentText" presStyleLbl="node1" presStyleIdx="0" presStyleCnt="1">
        <dgm:presLayoutVars>
          <dgm:chMax val="0"/>
          <dgm:bulletEnabled val="1"/>
        </dgm:presLayoutVars>
      </dgm:prSet>
      <dgm:spPr/>
    </dgm:pt>
  </dgm:ptLst>
  <dgm:cxnLst>
    <dgm:cxn modelId="{BF949707-C10D-4CD1-99E9-2EB007F2FA71}" type="presOf" srcId="{5D6A996C-8DCC-4E8D-94A1-1153F7F8FB53}" destId="{73AE7DEB-8731-4B1D-B3A5-D72E3EB14F88}" srcOrd="0" destOrd="0" presId="urn:microsoft.com/office/officeart/2005/8/layout/vList2"/>
    <dgm:cxn modelId="{F39FE22B-1E9E-416E-BF5F-496563AEFB58}" srcId="{5D6A996C-8DCC-4E8D-94A1-1153F7F8FB53}" destId="{89BD977E-9DBF-41A3-8BBE-535488F38C6A}" srcOrd="0" destOrd="0" parTransId="{E0BAA9B3-0F1F-40A4-ABD0-81D6C86BD8CD}" sibTransId="{74CED354-13AB-4A5B-8BF3-6047911CAD1D}"/>
    <dgm:cxn modelId="{0D9F0E3A-1A43-4EF5-ACE9-A9354E955868}" type="presOf" srcId="{89BD977E-9DBF-41A3-8BBE-535488F38C6A}" destId="{99B91AD4-66BA-49EA-B04C-249DDBF902DA}" srcOrd="0" destOrd="0" presId="urn:microsoft.com/office/officeart/2005/8/layout/vList2"/>
    <dgm:cxn modelId="{92E7FA89-A421-4FA9-958A-3458F5B0D95B}" type="presParOf" srcId="{73AE7DEB-8731-4B1D-B3A5-D72E3EB14F88}" destId="{99B91AD4-66BA-49EA-B04C-249DDBF902DA}"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1D1FF2E-44AB-4676-9228-7185CED217A2}" type="doc">
      <dgm:prSet loTypeId="urn:microsoft.com/office/officeart/2005/8/layout/vList2" loCatId="list" qsTypeId="urn:microsoft.com/office/officeart/2005/8/quickstyle/simple4" qsCatId="simple" csTypeId="urn:microsoft.com/office/officeart/2005/8/colors/accent1_2" csCatId="accent1" phldr="1"/>
      <dgm:spPr/>
      <dgm:t>
        <a:bodyPr rtlCol="1"/>
        <a:lstStyle/>
        <a:p>
          <a:pPr rtl="1"/>
          <a:endParaRPr lang="en-GB"/>
        </a:p>
      </dgm:t>
    </dgm:pt>
    <dgm:pt modelId="{96D6ACBF-8283-46B0-A4D0-E093798CFCCF}">
      <dgm:prSet custT="1"/>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مناقشة صفية: ناقش في صفك إيجابيات وسلبيات الطرق المختلفة لتطبيق الملاحظات من الشريحة السابقة.</a:t>
          </a:r>
        </a:p>
      </dgm:t>
    </dgm:pt>
    <dgm:pt modelId="{5CA8F930-F1D1-4A5B-A2FA-2C349F4DB865}" type="parTrans" cxnId="{49B396D7-972D-4496-9B75-F3D8418D360B}">
      <dgm:prSet/>
      <dgm:spPr/>
      <dgm:t>
        <a:bodyPr rtlCol="1"/>
        <a:lstStyle/>
        <a:p>
          <a:pPr rtl="1"/>
          <a:endParaRPr lang="en-GB"/>
        </a:p>
      </dgm:t>
    </dgm:pt>
    <dgm:pt modelId="{17DC1DDD-693A-4E17-B3B6-A16484FCB28F}" type="sibTrans" cxnId="{49B396D7-972D-4496-9B75-F3D8418D360B}">
      <dgm:prSet/>
      <dgm:spPr/>
      <dgm:t>
        <a:bodyPr rtlCol="1"/>
        <a:lstStyle/>
        <a:p>
          <a:pPr rtl="1"/>
          <a:endParaRPr lang="en-GB"/>
        </a:p>
      </dgm:t>
    </dgm:pt>
    <dgm:pt modelId="{F2344144-AC90-467E-A01B-58C8166FF2C8}" type="pres">
      <dgm:prSet presAssocID="{91D1FF2E-44AB-4676-9228-7185CED217A2}" presName="linear" presStyleCnt="0">
        <dgm:presLayoutVars>
          <dgm:animLvl val="lvl"/>
          <dgm:resizeHandles val="exact"/>
        </dgm:presLayoutVars>
      </dgm:prSet>
      <dgm:spPr/>
    </dgm:pt>
    <dgm:pt modelId="{13F612DD-CC5B-4CC2-86C1-50B94D975EF2}" type="pres">
      <dgm:prSet presAssocID="{96D6ACBF-8283-46B0-A4D0-E093798CFCCF}" presName="parentText" presStyleLbl="node1" presStyleIdx="0" presStyleCnt="1">
        <dgm:presLayoutVars>
          <dgm:chMax val="0"/>
          <dgm:bulletEnabled val="1"/>
        </dgm:presLayoutVars>
      </dgm:prSet>
      <dgm:spPr/>
    </dgm:pt>
  </dgm:ptLst>
  <dgm:cxnLst>
    <dgm:cxn modelId="{B8CFA81F-712D-450F-A4CD-6111881A90FD}" type="presOf" srcId="{91D1FF2E-44AB-4676-9228-7185CED217A2}" destId="{F2344144-AC90-467E-A01B-58C8166FF2C8}" srcOrd="0" destOrd="0" presId="urn:microsoft.com/office/officeart/2005/8/layout/vList2"/>
    <dgm:cxn modelId="{16FE868F-A135-440F-A385-E3B70513D843}" type="presOf" srcId="{96D6ACBF-8283-46B0-A4D0-E093798CFCCF}" destId="{13F612DD-CC5B-4CC2-86C1-50B94D975EF2}" srcOrd="0" destOrd="0" presId="urn:microsoft.com/office/officeart/2005/8/layout/vList2"/>
    <dgm:cxn modelId="{49B396D7-972D-4496-9B75-F3D8418D360B}" srcId="{91D1FF2E-44AB-4676-9228-7185CED217A2}" destId="{96D6ACBF-8283-46B0-A4D0-E093798CFCCF}" srcOrd="0" destOrd="0" parTransId="{5CA8F930-F1D1-4A5B-A2FA-2C349F4DB865}" sibTransId="{17DC1DDD-693A-4E17-B3B6-A16484FCB28F}"/>
    <dgm:cxn modelId="{078F3D17-0864-4DD6-BB0B-2E737927CC7E}" type="presParOf" srcId="{F2344144-AC90-467E-A01B-58C8166FF2C8}" destId="{13F612DD-CC5B-4CC2-86C1-50B94D975EF2}"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34B089-F1F8-4B8A-97D7-8893063568E7}">
      <dsp:nvSpPr>
        <dsp:cNvPr id="0" name=""/>
        <dsp:cNvSpPr/>
      </dsp:nvSpPr>
      <dsp:spPr>
        <a:xfrm>
          <a:off x="1509287" y="1487"/>
          <a:ext cx="1697948" cy="650269"/>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rtlCol="1" anchor="ctr" anchorCtr="0">
          <a:noAutofit/>
        </a:bodyPr>
        <a:lstStyle/>
        <a:p>
          <a:pPr marL="0" lvl="0" indent="0" algn="ctr" defTabSz="711200" rtl="1">
            <a:lnSpc>
              <a:spcPct val="90000"/>
            </a:lnSpc>
            <a:spcBef>
              <a:spcPct val="0"/>
            </a:spcBef>
            <a:spcAft>
              <a:spcPct val="35000"/>
            </a:spcAft>
            <a:buNone/>
          </a:pPr>
          <a:r>
            <a:rPr lang="ar" sz="1600" kern="1200" dirty="0">
              <a:solidFill>
                <a:schemeClr val="tx1"/>
              </a:solidFill>
              <a:latin typeface="Sakkal Majalla" panose="02000000000000000000" pitchFamily="2" charset="-78"/>
              <a:cs typeface="Sakkal Majalla" panose="02000000000000000000" pitchFamily="2" charset="-78"/>
            </a:rPr>
            <a:t>القوانين الغذائية الدينية</a:t>
          </a:r>
        </a:p>
      </dsp:txBody>
      <dsp:txXfrm>
        <a:off x="1541031" y="33231"/>
        <a:ext cx="1634460" cy="586781"/>
      </dsp:txXfrm>
    </dsp:sp>
    <dsp:sp modelId="{3008036A-C3A7-4AB6-A591-C4FE6C7E8B3C}">
      <dsp:nvSpPr>
        <dsp:cNvPr id="0" name=""/>
        <dsp:cNvSpPr/>
      </dsp:nvSpPr>
      <dsp:spPr>
        <a:xfrm>
          <a:off x="1509287" y="684270"/>
          <a:ext cx="1697948" cy="650269"/>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rtlCol="1" anchor="ctr" anchorCtr="0">
          <a:noAutofit/>
        </a:bodyPr>
        <a:lstStyle/>
        <a:p>
          <a:pPr marL="0" lvl="0" indent="0" algn="ctr" defTabSz="711200" rtl="1">
            <a:lnSpc>
              <a:spcPct val="90000"/>
            </a:lnSpc>
            <a:spcBef>
              <a:spcPct val="0"/>
            </a:spcBef>
            <a:spcAft>
              <a:spcPct val="35000"/>
            </a:spcAft>
            <a:buNone/>
          </a:pPr>
          <a:r>
            <a:rPr lang="ar" sz="1600" kern="1200">
              <a:solidFill>
                <a:schemeClr val="tx1"/>
              </a:solidFill>
              <a:latin typeface="Sakkal Majalla" panose="02000000000000000000" pitchFamily="2" charset="-78"/>
              <a:cs typeface="Sakkal Majalla" panose="02000000000000000000" pitchFamily="2" charset="-78"/>
            </a:rPr>
            <a:t>التقاليد والطقوس الثقافية</a:t>
          </a:r>
        </a:p>
      </dsp:txBody>
      <dsp:txXfrm>
        <a:off x="1541031" y="716014"/>
        <a:ext cx="1634460" cy="586781"/>
      </dsp:txXfrm>
    </dsp:sp>
    <dsp:sp modelId="{DCF069CC-601F-41FF-9338-00AD4ADD19FF}">
      <dsp:nvSpPr>
        <dsp:cNvPr id="0" name=""/>
        <dsp:cNvSpPr/>
      </dsp:nvSpPr>
      <dsp:spPr>
        <a:xfrm>
          <a:off x="1509287" y="1367053"/>
          <a:ext cx="1697948" cy="650269"/>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rtlCol="1" anchor="ctr" anchorCtr="0">
          <a:noAutofit/>
        </a:bodyPr>
        <a:lstStyle/>
        <a:p>
          <a:pPr marL="0" lvl="0" indent="0" algn="ctr" defTabSz="711200" rtl="1">
            <a:lnSpc>
              <a:spcPct val="90000"/>
            </a:lnSpc>
            <a:spcBef>
              <a:spcPct val="0"/>
            </a:spcBef>
            <a:spcAft>
              <a:spcPct val="35000"/>
            </a:spcAft>
            <a:buNone/>
          </a:pPr>
          <a:r>
            <a:rPr lang="ar" sz="1600" kern="1200">
              <a:solidFill>
                <a:schemeClr val="tx1"/>
              </a:solidFill>
              <a:latin typeface="Sakkal Majalla" panose="02000000000000000000" pitchFamily="2" charset="-78"/>
              <a:cs typeface="Sakkal Majalla" panose="02000000000000000000" pitchFamily="2" charset="-78"/>
            </a:rPr>
            <a:t>المعتقدات الدينية </a:t>
          </a:r>
        </a:p>
      </dsp:txBody>
      <dsp:txXfrm>
        <a:off x="1541031" y="1398797"/>
        <a:ext cx="1634460" cy="586781"/>
      </dsp:txXfrm>
    </dsp:sp>
    <dsp:sp modelId="{81BBD25D-DDD6-4C27-B0A2-9FE433A8D04B}">
      <dsp:nvSpPr>
        <dsp:cNvPr id="0" name=""/>
        <dsp:cNvSpPr/>
      </dsp:nvSpPr>
      <dsp:spPr>
        <a:xfrm>
          <a:off x="1509287" y="2049836"/>
          <a:ext cx="1697948" cy="650269"/>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rtlCol="1" anchor="ctr" anchorCtr="0">
          <a:noAutofit/>
        </a:bodyPr>
        <a:lstStyle/>
        <a:p>
          <a:pPr marL="0" lvl="0" indent="0" algn="ctr" defTabSz="711200" rtl="1">
            <a:lnSpc>
              <a:spcPct val="90000"/>
            </a:lnSpc>
            <a:spcBef>
              <a:spcPct val="0"/>
            </a:spcBef>
            <a:spcAft>
              <a:spcPct val="35000"/>
            </a:spcAft>
            <a:buNone/>
          </a:pPr>
          <a:r>
            <a:rPr lang="ar" sz="1600" kern="1200">
              <a:solidFill>
                <a:schemeClr val="tx1"/>
              </a:solidFill>
              <a:latin typeface="Sakkal Majalla" panose="02000000000000000000" pitchFamily="2" charset="-78"/>
              <a:cs typeface="Sakkal Majalla" panose="02000000000000000000" pitchFamily="2" charset="-78"/>
            </a:rPr>
            <a:t>الهوية الثقافية</a:t>
          </a:r>
        </a:p>
      </dsp:txBody>
      <dsp:txXfrm>
        <a:off x="1541031" y="2081580"/>
        <a:ext cx="1634460" cy="586781"/>
      </dsp:txXfrm>
    </dsp:sp>
    <dsp:sp modelId="{1CDFD7D3-B775-4C00-9EE6-F92D68860E6B}">
      <dsp:nvSpPr>
        <dsp:cNvPr id="0" name=""/>
        <dsp:cNvSpPr/>
      </dsp:nvSpPr>
      <dsp:spPr>
        <a:xfrm>
          <a:off x="1509287" y="2732619"/>
          <a:ext cx="1697948" cy="650269"/>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30480" rIns="60960" bIns="30480" numCol="1" spcCol="1270" rtlCol="1" anchor="ctr" anchorCtr="0">
          <a:noAutofit/>
        </a:bodyPr>
        <a:lstStyle/>
        <a:p>
          <a:pPr marL="0" lvl="0" indent="0" algn="ctr" defTabSz="711200" rtl="1">
            <a:lnSpc>
              <a:spcPct val="90000"/>
            </a:lnSpc>
            <a:spcBef>
              <a:spcPct val="0"/>
            </a:spcBef>
            <a:spcAft>
              <a:spcPct val="35000"/>
            </a:spcAft>
            <a:buNone/>
          </a:pPr>
          <a:r>
            <a:rPr lang="ar" sz="1600" kern="1200">
              <a:solidFill>
                <a:schemeClr val="tx1"/>
              </a:solidFill>
              <a:latin typeface="Sakkal Majalla" panose="02000000000000000000" pitchFamily="2" charset="-78"/>
              <a:cs typeface="Sakkal Majalla" panose="02000000000000000000" pitchFamily="2" charset="-78"/>
            </a:rPr>
            <a:t>التفضيلات الدينية والثقافية</a:t>
          </a:r>
        </a:p>
      </dsp:txBody>
      <dsp:txXfrm>
        <a:off x="1541031" y="2764363"/>
        <a:ext cx="1634460" cy="5867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AEE753-93D6-4E06-9447-C62B34342D31}">
      <dsp:nvSpPr>
        <dsp:cNvPr id="0" name=""/>
        <dsp:cNvSpPr/>
      </dsp:nvSpPr>
      <dsp:spPr>
        <a:xfrm>
          <a:off x="0" y="9851"/>
          <a:ext cx="4572000" cy="6364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سؤال:</a:t>
          </a:r>
          <a:r>
            <a:rPr lang="ar-JO" sz="1800" kern="1200" dirty="0">
              <a:solidFill>
                <a:schemeClr val="tx1"/>
              </a:solidFill>
              <a:latin typeface="Sakkal Majalla" panose="02000000000000000000" pitchFamily="2" charset="-78"/>
              <a:cs typeface="Sakkal Majalla" panose="02000000000000000000" pitchFamily="2" charset="-78"/>
            </a:rPr>
            <a:t> </a:t>
          </a:r>
          <a:r>
            <a:rPr lang="ar-MA" sz="1800" kern="1200" dirty="0">
              <a:solidFill>
                <a:schemeClr val="tx1"/>
              </a:solidFill>
              <a:latin typeface="Sakkal Majalla" panose="02000000000000000000" pitchFamily="2" charset="-78"/>
              <a:cs typeface="Sakkal Majalla" panose="02000000000000000000" pitchFamily="2" charset="-78"/>
            </a:rPr>
            <a:t>هل يمكنك </a:t>
          </a:r>
          <a:r>
            <a:rPr lang="ar-JO" sz="1800" kern="1200" dirty="0">
              <a:solidFill>
                <a:schemeClr val="tx1"/>
              </a:solidFill>
              <a:latin typeface="Sakkal Majalla" panose="02000000000000000000" pitchFamily="2" charset="-78"/>
              <a:cs typeface="Sakkal Majalla" panose="02000000000000000000" pitchFamily="2" charset="-78"/>
            </a:rPr>
            <a:t>ذكر </a:t>
          </a:r>
          <a:r>
            <a:rPr lang="ar-MA" sz="1800" kern="1200" dirty="0">
              <a:solidFill>
                <a:schemeClr val="tx1"/>
              </a:solidFill>
              <a:latin typeface="Sakkal Majalla" panose="02000000000000000000" pitchFamily="2" charset="-78"/>
              <a:cs typeface="Sakkal Majalla" panose="02000000000000000000" pitchFamily="2" charset="-78"/>
            </a:rPr>
            <a:t>أي </a:t>
          </a:r>
          <a:r>
            <a:rPr lang="ar-JO" sz="1800" kern="1200" dirty="0">
              <a:solidFill>
                <a:schemeClr val="tx1"/>
              </a:solidFill>
              <a:latin typeface="Sakkal Majalla" panose="02000000000000000000" pitchFamily="2" charset="-78"/>
              <a:cs typeface="Sakkal Majalla" panose="02000000000000000000" pitchFamily="2" charset="-78"/>
            </a:rPr>
            <a:t>مفاهيم لمطابخ هجينة في منطقتك؟</a:t>
          </a:r>
          <a:endParaRPr lang="ar" sz="1800" kern="1200" dirty="0">
            <a:solidFill>
              <a:schemeClr val="tx1"/>
            </a:solidFill>
            <a:latin typeface="Sakkal Majalla" panose="02000000000000000000" pitchFamily="2" charset="-78"/>
            <a:cs typeface="Sakkal Majalla" panose="02000000000000000000" pitchFamily="2" charset="-78"/>
          </a:endParaRPr>
        </a:p>
      </dsp:txBody>
      <dsp:txXfrm>
        <a:off x="31070" y="40921"/>
        <a:ext cx="4509860" cy="5743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AEE753-93D6-4E06-9447-C62B34342D31}">
      <dsp:nvSpPr>
        <dsp:cNvPr id="0" name=""/>
        <dsp:cNvSpPr/>
      </dsp:nvSpPr>
      <dsp:spPr>
        <a:xfrm>
          <a:off x="0" y="88"/>
          <a:ext cx="4572000" cy="646242"/>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سؤال: هل يمكنك التفكير في أي أطعمة مصنعة تستخدم في النظام الغذائي لبلدك؟</a:t>
          </a:r>
        </a:p>
      </dsp:txBody>
      <dsp:txXfrm>
        <a:off x="31547" y="31635"/>
        <a:ext cx="4508906" cy="5831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283092-B18E-4381-AF6D-A5026AB4EC82}">
      <dsp:nvSpPr>
        <dsp:cNvPr id="0" name=""/>
        <dsp:cNvSpPr/>
      </dsp:nvSpPr>
      <dsp:spPr>
        <a:xfrm>
          <a:off x="0" y="0"/>
          <a:ext cx="4572000" cy="9172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موضوع المناقشة: ناقش في صفك أنواع الأطعمة المختلفة التي تندرج تحت التصنيفات المذكورة أعلاه.</a:t>
          </a:r>
        </a:p>
      </dsp:txBody>
      <dsp:txXfrm>
        <a:off x="44778" y="44778"/>
        <a:ext cx="4482444" cy="82772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6EECCC-1F6F-4438-84F4-6369F4D65A07}">
      <dsp:nvSpPr>
        <dsp:cNvPr id="0" name=""/>
        <dsp:cNvSpPr/>
      </dsp:nvSpPr>
      <dsp:spPr>
        <a:xfrm>
          <a:off x="0" y="488724"/>
          <a:ext cx="3600400" cy="1330875"/>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rtlCol="1" anchor="ctr" anchorCtr="0">
          <a:noAutofit/>
        </a:bodyPr>
        <a:lstStyle/>
        <a:p>
          <a:pPr marL="0" lvl="0" indent="0" algn="r" defTabSz="933450" rtl="1">
            <a:lnSpc>
              <a:spcPct val="90000"/>
            </a:lnSpc>
            <a:spcBef>
              <a:spcPct val="0"/>
            </a:spcBef>
            <a:spcAft>
              <a:spcPct val="35000"/>
            </a:spcAft>
            <a:buNone/>
          </a:pPr>
          <a:r>
            <a:rPr lang="ar" sz="2100" kern="1200" dirty="0">
              <a:solidFill>
                <a:schemeClr val="tx1"/>
              </a:solidFill>
              <a:latin typeface="Sakkal Majalla" panose="02000000000000000000" pitchFamily="2" charset="-78"/>
              <a:cs typeface="Sakkal Majalla" panose="02000000000000000000" pitchFamily="2" charset="-78"/>
            </a:rPr>
            <a:t>سؤال: ما نوع أصناف الطعام والشراب التي تُباع في كل منافذ الطعام هذه؟ ما شريحة العملاء التي يستهدفونها؟</a:t>
          </a:r>
        </a:p>
      </dsp:txBody>
      <dsp:txXfrm>
        <a:off x="64968" y="553692"/>
        <a:ext cx="3470464" cy="12009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19A02E-5294-43D7-814D-A62E491B4453}">
      <dsp:nvSpPr>
        <dsp:cNvPr id="0" name=""/>
        <dsp:cNvSpPr/>
      </dsp:nvSpPr>
      <dsp:spPr>
        <a:xfrm>
          <a:off x="0" y="4925"/>
          <a:ext cx="4572000" cy="6364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سؤال: ما عدد أنواع المتطلبات الغذائية المختلفة التي يمكنك ذكرها؟</a:t>
          </a:r>
        </a:p>
      </dsp:txBody>
      <dsp:txXfrm>
        <a:off x="31070" y="35995"/>
        <a:ext cx="4509860" cy="5743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63E8CE-CC34-4F99-8070-66A54A2ECF3F}">
      <dsp:nvSpPr>
        <dsp:cNvPr id="0" name=""/>
        <dsp:cNvSpPr/>
      </dsp:nvSpPr>
      <dsp:spPr>
        <a:xfrm>
          <a:off x="0" y="4925"/>
          <a:ext cx="6552728" cy="6364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rtlCol="1" anchor="ctr" anchorCtr="0">
          <a:noAutofit/>
        </a:bodyPr>
        <a:lstStyle/>
        <a:p>
          <a:pPr marL="0" lvl="0" indent="0" algn="r" defTabSz="1022350" rtl="1">
            <a:lnSpc>
              <a:spcPct val="90000"/>
            </a:lnSpc>
            <a:spcBef>
              <a:spcPct val="0"/>
            </a:spcBef>
            <a:spcAft>
              <a:spcPct val="35000"/>
            </a:spcAft>
            <a:buNone/>
          </a:pPr>
          <a:r>
            <a:rPr lang="ar" sz="2300" kern="1200" dirty="0">
              <a:solidFill>
                <a:schemeClr val="tx1"/>
              </a:solidFill>
              <a:latin typeface="Sakkal Majalla" panose="02000000000000000000" pitchFamily="2" charset="-78"/>
              <a:cs typeface="Sakkal Majalla" panose="02000000000000000000" pitchFamily="2" charset="-78"/>
            </a:rPr>
            <a:t>سؤال: فكر في طبق واحد يمكنك طه</a:t>
          </a:r>
          <a:r>
            <a:rPr lang="ar-JO" sz="2300" kern="1200" dirty="0">
              <a:solidFill>
                <a:schemeClr val="tx1"/>
              </a:solidFill>
              <a:latin typeface="Sakkal Majalla" panose="02000000000000000000" pitchFamily="2" charset="-78"/>
              <a:cs typeface="Sakkal Majalla" panose="02000000000000000000" pitchFamily="2" charset="-78"/>
            </a:rPr>
            <a:t>و</a:t>
          </a:r>
          <a:r>
            <a:rPr lang="ar" sz="2300" kern="1200" dirty="0">
              <a:solidFill>
                <a:schemeClr val="tx1"/>
              </a:solidFill>
              <a:latin typeface="Sakkal Majalla" panose="02000000000000000000" pitchFamily="2" charset="-78"/>
              <a:cs typeface="Sakkal Majalla" panose="02000000000000000000" pitchFamily="2" charset="-78"/>
            </a:rPr>
            <a:t>ه في كل قطعة من المعدات الكبيرة.</a:t>
          </a:r>
        </a:p>
      </dsp:txBody>
      <dsp:txXfrm>
        <a:off x="31070" y="35995"/>
        <a:ext cx="6490588" cy="57434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FCC15D-D608-443F-B340-DE21B5A4033B}">
      <dsp:nvSpPr>
        <dsp:cNvPr id="0" name=""/>
        <dsp:cNvSpPr/>
      </dsp:nvSpPr>
      <dsp:spPr>
        <a:xfrm>
          <a:off x="0" y="3024"/>
          <a:ext cx="7987634" cy="9172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موضوع المناقشة: ناقش السلع المدرجة في القوائم مع فصلك، وحاول اقتراح طبق واحد لكل منها يمكن صنعه باستخدام اثنين أو أكثر من هذه السلع.</a:t>
          </a:r>
        </a:p>
      </dsp:txBody>
      <dsp:txXfrm>
        <a:off x="44778" y="47802"/>
        <a:ext cx="7898078" cy="82772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E5B93C-DA08-4ED8-A842-C749F7B556BC}">
      <dsp:nvSpPr>
        <dsp:cNvPr id="0" name=""/>
        <dsp:cNvSpPr/>
      </dsp:nvSpPr>
      <dsp:spPr>
        <a:xfrm>
          <a:off x="0" y="289"/>
          <a:ext cx="5328591" cy="61169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rtlCol="1" anchor="ctr" anchorCtr="0">
          <a:noAutofit/>
        </a:bodyPr>
        <a:lstStyle/>
        <a:p>
          <a:pPr marL="0" lvl="0" indent="0" algn="r" defTabSz="1244600" rtl="1">
            <a:lnSpc>
              <a:spcPct val="90000"/>
            </a:lnSpc>
            <a:spcBef>
              <a:spcPct val="0"/>
            </a:spcBef>
            <a:spcAft>
              <a:spcPct val="35000"/>
            </a:spcAft>
            <a:buNone/>
          </a:pPr>
          <a:r>
            <a:rPr lang="ar" sz="2800" kern="1200" dirty="0">
              <a:solidFill>
                <a:schemeClr val="tx1"/>
              </a:solidFill>
            </a:rPr>
            <a:t>سؤال: ما أفضل مكان لتخزين البيض؟</a:t>
          </a:r>
        </a:p>
      </dsp:txBody>
      <dsp:txXfrm>
        <a:off x="29860" y="30149"/>
        <a:ext cx="5268871" cy="55197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2D6B8E-95AE-4932-A867-CCB4EF07A292}">
      <dsp:nvSpPr>
        <dsp:cNvPr id="0" name=""/>
        <dsp:cNvSpPr/>
      </dsp:nvSpPr>
      <dsp:spPr>
        <a:xfrm>
          <a:off x="0" y="0"/>
          <a:ext cx="7092788" cy="431768"/>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rtlCol="1" anchor="ctr" anchorCtr="0">
          <a:noAutofit/>
        </a:bodyPr>
        <a:lstStyle/>
        <a:p>
          <a:pPr marL="0" lvl="0" indent="0" algn="r" defTabSz="1022350" rtl="1">
            <a:lnSpc>
              <a:spcPct val="90000"/>
            </a:lnSpc>
            <a:spcBef>
              <a:spcPct val="0"/>
            </a:spcBef>
            <a:spcAft>
              <a:spcPct val="35000"/>
            </a:spcAft>
            <a:buNone/>
          </a:pPr>
          <a:r>
            <a:rPr lang="ar" sz="2300" kern="1200" dirty="0">
              <a:solidFill>
                <a:schemeClr val="tx1"/>
              </a:solidFill>
              <a:latin typeface="Sakkal Majalla" panose="02000000000000000000" pitchFamily="2" charset="-78"/>
              <a:cs typeface="Sakkal Majalla" panose="02000000000000000000" pitchFamily="2" charset="-78"/>
            </a:rPr>
            <a:t>سؤال: لماذا تعتقد أن هذه المهارات مهمة؟</a:t>
          </a:r>
        </a:p>
      </dsp:txBody>
      <dsp:txXfrm>
        <a:off x="21077" y="21077"/>
        <a:ext cx="7050634" cy="38961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E76AD0-9132-48DE-9962-2C09236196CB}">
      <dsp:nvSpPr>
        <dsp:cNvPr id="0" name=""/>
        <dsp:cNvSpPr/>
      </dsp:nvSpPr>
      <dsp:spPr>
        <a:xfrm>
          <a:off x="0" y="4925"/>
          <a:ext cx="6840760" cy="6364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موضوع المناقشة: ناقش في صفك فوائد هذه المهارات جميعها للطاهي.</a:t>
          </a:r>
        </a:p>
      </dsp:txBody>
      <dsp:txXfrm>
        <a:off x="31070" y="35995"/>
        <a:ext cx="6778620" cy="57434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336F5-64F0-43DA-A011-C40BF46B4568}">
      <dsp:nvSpPr>
        <dsp:cNvPr id="0" name=""/>
        <dsp:cNvSpPr/>
      </dsp:nvSpPr>
      <dsp:spPr>
        <a:xfrm>
          <a:off x="0" y="0"/>
          <a:ext cx="7873631" cy="6364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سؤال: ما السبب الذي يجعل جميع المهارات المذكورة أعلاه مهمة للطاهي؟ </a:t>
          </a:r>
        </a:p>
      </dsp:txBody>
      <dsp:txXfrm>
        <a:off x="31070" y="31070"/>
        <a:ext cx="7811491" cy="57434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0BB9F0-9C54-4031-A0E0-B1FF0034BD51}">
      <dsp:nvSpPr>
        <dsp:cNvPr id="0" name=""/>
        <dsp:cNvSpPr/>
      </dsp:nvSpPr>
      <dsp:spPr>
        <a:xfrm>
          <a:off x="0" y="3024"/>
          <a:ext cx="4572000" cy="9172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سؤال: فكّر في آخر مرة قمت فيها بتقييم طبق. هل استخدمت الطرق الكمية والنوعية؟ </a:t>
          </a:r>
        </a:p>
      </dsp:txBody>
      <dsp:txXfrm>
        <a:off x="44778" y="47802"/>
        <a:ext cx="4482444" cy="8277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B91AD4-66BA-49EA-B04C-249DDBF902DA}">
      <dsp:nvSpPr>
        <dsp:cNvPr id="0" name=""/>
        <dsp:cNvSpPr/>
      </dsp:nvSpPr>
      <dsp:spPr>
        <a:xfrm>
          <a:off x="0" y="4925"/>
          <a:ext cx="8280919" cy="6364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موضوع المناقشة: ناقش في صفك أفضل الطرق لتقييم معايير الجودة. </a:t>
          </a:r>
        </a:p>
      </dsp:txBody>
      <dsp:txXfrm>
        <a:off x="31070" y="35995"/>
        <a:ext cx="8218779" cy="57434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F612DD-CC5B-4CC2-86C1-50B94D975EF2}">
      <dsp:nvSpPr>
        <dsp:cNvPr id="0" name=""/>
        <dsp:cNvSpPr/>
      </dsp:nvSpPr>
      <dsp:spPr>
        <a:xfrm>
          <a:off x="0" y="4925"/>
          <a:ext cx="7488832" cy="63648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مناقشة صفية: ناقش في صفك إيجابيات وسلبيات الطرق المختلفة لتطبيق الملاحظات من الشريحة السابقة.</a:t>
          </a:r>
        </a:p>
      </dsp:txBody>
      <dsp:txXfrm>
        <a:off x="31070" y="35995"/>
        <a:ext cx="7426692" cy="57434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vl1pPr>
          </a:lstStyle>
          <a:p>
            <a:pPr rtl="1">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vl1pPr>
          </a:lstStyle>
          <a:p>
            <a:pPr rtl="1">
              <a:defRPr/>
            </a:pPr>
            <a:fld id="{4D3E6F70-5D4D-4B7F-8590-7D87CFB0B67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charset="0"/>
        <a:ea typeface="+mn-ea"/>
        <a:cs typeface="+mn-cs"/>
      </a:defRPr>
    </a:lvl1pPr>
    <a:lvl2pPr marL="457200" algn="r" rtl="1" eaLnBrk="0" fontAlgn="base" hangingPunct="0">
      <a:spcBef>
        <a:spcPct val="30000"/>
      </a:spcBef>
      <a:spcAft>
        <a:spcPct val="0"/>
      </a:spcAft>
      <a:defRPr sz="1200" kern="1200">
        <a:solidFill>
          <a:schemeClr val="tx1"/>
        </a:solidFill>
        <a:latin typeface="Arial" charset="0"/>
        <a:ea typeface="+mn-ea"/>
        <a:cs typeface="+mn-cs"/>
      </a:defRPr>
    </a:lvl2pPr>
    <a:lvl3pPr marL="914400" algn="r" rtl="1" eaLnBrk="0" fontAlgn="base" hangingPunct="0">
      <a:spcBef>
        <a:spcPct val="30000"/>
      </a:spcBef>
      <a:spcAft>
        <a:spcPct val="0"/>
      </a:spcAft>
      <a:defRPr sz="1200" kern="1200">
        <a:solidFill>
          <a:schemeClr val="tx1"/>
        </a:solidFill>
        <a:latin typeface="Arial" charset="0"/>
        <a:ea typeface="+mn-ea"/>
        <a:cs typeface="+mn-cs"/>
      </a:defRPr>
    </a:lvl3pPr>
    <a:lvl4pPr marL="1371600" algn="r" rtl="1" eaLnBrk="0" fontAlgn="base" hangingPunct="0">
      <a:spcBef>
        <a:spcPct val="30000"/>
      </a:spcBef>
      <a:spcAft>
        <a:spcPct val="0"/>
      </a:spcAft>
      <a:defRPr sz="1200" kern="1200">
        <a:solidFill>
          <a:schemeClr val="tx1"/>
        </a:solidFill>
        <a:latin typeface="Arial" charset="0"/>
        <a:ea typeface="+mn-ea"/>
        <a:cs typeface="+mn-cs"/>
      </a:defRPr>
    </a:lvl4pPr>
    <a:lvl5pPr marL="1828800" algn="r" rtl="1" eaLnBrk="0" fontAlgn="base" hangingPunct="0">
      <a:spcBef>
        <a:spcPct val="30000"/>
      </a:spcBef>
      <a:spcAft>
        <a:spcPct val="0"/>
      </a:spcAft>
      <a:defRPr sz="1200" kern="1200">
        <a:solidFill>
          <a:schemeClr val="tx1"/>
        </a:solidFill>
        <a:latin typeface="Arial"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a:p>
            <a:pPr rtl="1"/>
            <a:endParaRPr lang="en-GB" altLang="en-US" dirty="0">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5</a:t>
            </a:fld>
            <a:endParaRPr lang="en-GB" altLang="en-US"/>
          </a:p>
        </p:txBody>
      </p:sp>
    </p:spTree>
    <p:extLst>
      <p:ext uri="{BB962C8B-B14F-4D97-AF65-F5344CB8AC3E}">
        <p14:creationId xmlns:p14="http://schemas.microsoft.com/office/powerpoint/2010/main" val="568751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6</a:t>
            </a:fld>
            <a:endParaRPr lang="en-GB" altLang="en-US"/>
          </a:p>
        </p:txBody>
      </p:sp>
    </p:spTree>
    <p:extLst>
      <p:ext uri="{BB962C8B-B14F-4D97-AF65-F5344CB8AC3E}">
        <p14:creationId xmlns:p14="http://schemas.microsoft.com/office/powerpoint/2010/main" val="848686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7</a:t>
            </a:fld>
            <a:endParaRPr lang="en-GB" altLang="en-US"/>
          </a:p>
        </p:txBody>
      </p:sp>
    </p:spTree>
    <p:extLst>
      <p:ext uri="{BB962C8B-B14F-4D97-AF65-F5344CB8AC3E}">
        <p14:creationId xmlns:p14="http://schemas.microsoft.com/office/powerpoint/2010/main" val="511605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8</a:t>
            </a:fld>
            <a:endParaRPr lang="en-GB" altLang="en-US"/>
          </a:p>
        </p:txBody>
      </p:sp>
    </p:spTree>
    <p:extLst>
      <p:ext uri="{BB962C8B-B14F-4D97-AF65-F5344CB8AC3E}">
        <p14:creationId xmlns:p14="http://schemas.microsoft.com/office/powerpoint/2010/main" val="900186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9</a:t>
            </a:fld>
            <a:endParaRPr lang="en-GB" altLang="en-US"/>
          </a:p>
        </p:txBody>
      </p:sp>
    </p:spTree>
    <p:extLst>
      <p:ext uri="{BB962C8B-B14F-4D97-AF65-F5344CB8AC3E}">
        <p14:creationId xmlns:p14="http://schemas.microsoft.com/office/powerpoint/2010/main" val="2954153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10</a:t>
            </a:fld>
            <a:endParaRPr lang="en-GB" altLang="en-US"/>
          </a:p>
        </p:txBody>
      </p:sp>
    </p:spTree>
    <p:extLst>
      <p:ext uri="{BB962C8B-B14F-4D97-AF65-F5344CB8AC3E}">
        <p14:creationId xmlns:p14="http://schemas.microsoft.com/office/powerpoint/2010/main" val="10715752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11</a:t>
            </a:fld>
            <a:endParaRPr lang="en-GB" altLang="en-US"/>
          </a:p>
        </p:txBody>
      </p:sp>
    </p:spTree>
    <p:extLst>
      <p:ext uri="{BB962C8B-B14F-4D97-AF65-F5344CB8AC3E}">
        <p14:creationId xmlns:p14="http://schemas.microsoft.com/office/powerpoint/2010/main" val="2916738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12</a:t>
            </a:fld>
            <a:endParaRPr lang="en-GB" altLang="en-US"/>
          </a:p>
        </p:txBody>
      </p:sp>
    </p:spTree>
    <p:extLst>
      <p:ext uri="{BB962C8B-B14F-4D97-AF65-F5344CB8AC3E}">
        <p14:creationId xmlns:p14="http://schemas.microsoft.com/office/powerpoint/2010/main" val="3007113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13</a:t>
            </a:fld>
            <a:endParaRPr lang="en-GB" altLang="en-US"/>
          </a:p>
        </p:txBody>
      </p:sp>
    </p:spTree>
    <p:extLst>
      <p:ext uri="{BB962C8B-B14F-4D97-AF65-F5344CB8AC3E}">
        <p14:creationId xmlns:p14="http://schemas.microsoft.com/office/powerpoint/2010/main" val="3285238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14</a:t>
            </a:fld>
            <a:endParaRPr lang="en-GB" altLang="en-US"/>
          </a:p>
        </p:txBody>
      </p:sp>
    </p:spTree>
    <p:extLst>
      <p:ext uri="{BB962C8B-B14F-4D97-AF65-F5344CB8AC3E}">
        <p14:creationId xmlns:p14="http://schemas.microsoft.com/office/powerpoint/2010/main" val="3478774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15</a:t>
            </a:fld>
            <a:endParaRPr lang="en-GB" altLang="en-US"/>
          </a:p>
        </p:txBody>
      </p:sp>
    </p:spTree>
    <p:extLst>
      <p:ext uri="{BB962C8B-B14F-4D97-AF65-F5344CB8AC3E}">
        <p14:creationId xmlns:p14="http://schemas.microsoft.com/office/powerpoint/2010/main" val="4094774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16</a:t>
            </a:fld>
            <a:endParaRPr lang="en-GB" altLang="en-US"/>
          </a:p>
        </p:txBody>
      </p:sp>
    </p:spTree>
    <p:extLst>
      <p:ext uri="{BB962C8B-B14F-4D97-AF65-F5344CB8AC3E}">
        <p14:creationId xmlns:p14="http://schemas.microsoft.com/office/powerpoint/2010/main" val="189710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17</a:t>
            </a:fld>
            <a:endParaRPr lang="en-GB" altLang="en-US"/>
          </a:p>
        </p:txBody>
      </p:sp>
    </p:spTree>
    <p:extLst>
      <p:ext uri="{BB962C8B-B14F-4D97-AF65-F5344CB8AC3E}">
        <p14:creationId xmlns:p14="http://schemas.microsoft.com/office/powerpoint/2010/main" val="2443661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18</a:t>
            </a:fld>
            <a:endParaRPr lang="en-GB" altLang="en-US"/>
          </a:p>
        </p:txBody>
      </p:sp>
    </p:spTree>
    <p:extLst>
      <p:ext uri="{BB962C8B-B14F-4D97-AF65-F5344CB8AC3E}">
        <p14:creationId xmlns:p14="http://schemas.microsoft.com/office/powerpoint/2010/main" val="3848004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19</a:t>
            </a:fld>
            <a:endParaRPr lang="en-GB" altLang="en-US"/>
          </a:p>
        </p:txBody>
      </p:sp>
    </p:spTree>
    <p:extLst>
      <p:ext uri="{BB962C8B-B14F-4D97-AF65-F5344CB8AC3E}">
        <p14:creationId xmlns:p14="http://schemas.microsoft.com/office/powerpoint/2010/main" val="22118058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20</a:t>
            </a:fld>
            <a:endParaRPr lang="en-GB" altLang="en-US"/>
          </a:p>
        </p:txBody>
      </p:sp>
    </p:spTree>
    <p:extLst>
      <p:ext uri="{BB962C8B-B14F-4D97-AF65-F5344CB8AC3E}">
        <p14:creationId xmlns:p14="http://schemas.microsoft.com/office/powerpoint/2010/main" val="32853400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21</a:t>
            </a:fld>
            <a:endParaRPr lang="en-GB" altLang="en-US"/>
          </a:p>
        </p:txBody>
      </p:sp>
    </p:spTree>
    <p:extLst>
      <p:ext uri="{BB962C8B-B14F-4D97-AF65-F5344CB8AC3E}">
        <p14:creationId xmlns:p14="http://schemas.microsoft.com/office/powerpoint/2010/main" val="40131509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22</a:t>
            </a:fld>
            <a:endParaRPr lang="en-GB" altLang="en-US"/>
          </a:p>
        </p:txBody>
      </p:sp>
    </p:spTree>
    <p:extLst>
      <p:ext uri="{BB962C8B-B14F-4D97-AF65-F5344CB8AC3E}">
        <p14:creationId xmlns:p14="http://schemas.microsoft.com/office/powerpoint/2010/main" val="22973757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23</a:t>
            </a:fld>
            <a:endParaRPr lang="en-GB" altLang="en-US"/>
          </a:p>
        </p:txBody>
      </p:sp>
    </p:spTree>
    <p:extLst>
      <p:ext uri="{BB962C8B-B14F-4D97-AF65-F5344CB8AC3E}">
        <p14:creationId xmlns:p14="http://schemas.microsoft.com/office/powerpoint/2010/main" val="2938022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24</a:t>
            </a:fld>
            <a:endParaRPr lang="en-GB" altLang="en-US"/>
          </a:p>
        </p:txBody>
      </p:sp>
    </p:spTree>
    <p:extLst>
      <p:ext uri="{BB962C8B-B14F-4D97-AF65-F5344CB8AC3E}">
        <p14:creationId xmlns:p14="http://schemas.microsoft.com/office/powerpoint/2010/main" val="877855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25</a:t>
            </a:fld>
            <a:endParaRPr lang="en-GB" altLang="en-US"/>
          </a:p>
        </p:txBody>
      </p:sp>
    </p:spTree>
    <p:extLst>
      <p:ext uri="{BB962C8B-B14F-4D97-AF65-F5344CB8AC3E}">
        <p14:creationId xmlns:p14="http://schemas.microsoft.com/office/powerpoint/2010/main" val="32283641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26</a:t>
            </a:fld>
            <a:endParaRPr lang="en-GB" altLang="en-US"/>
          </a:p>
        </p:txBody>
      </p:sp>
    </p:spTree>
    <p:extLst>
      <p:ext uri="{BB962C8B-B14F-4D97-AF65-F5344CB8AC3E}">
        <p14:creationId xmlns:p14="http://schemas.microsoft.com/office/powerpoint/2010/main" val="21469654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27</a:t>
            </a:fld>
            <a:endParaRPr lang="en-GB" altLang="en-US"/>
          </a:p>
        </p:txBody>
      </p:sp>
    </p:spTree>
    <p:extLst>
      <p:ext uri="{BB962C8B-B14F-4D97-AF65-F5344CB8AC3E}">
        <p14:creationId xmlns:p14="http://schemas.microsoft.com/office/powerpoint/2010/main" val="9079613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28</a:t>
            </a:fld>
            <a:endParaRPr lang="en-GB" altLang="en-US"/>
          </a:p>
        </p:txBody>
      </p:sp>
    </p:spTree>
    <p:extLst>
      <p:ext uri="{BB962C8B-B14F-4D97-AF65-F5344CB8AC3E}">
        <p14:creationId xmlns:p14="http://schemas.microsoft.com/office/powerpoint/2010/main" val="5263661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29</a:t>
            </a:fld>
            <a:endParaRPr lang="en-GB" altLang="en-US"/>
          </a:p>
        </p:txBody>
      </p:sp>
    </p:spTree>
    <p:extLst>
      <p:ext uri="{BB962C8B-B14F-4D97-AF65-F5344CB8AC3E}">
        <p14:creationId xmlns:p14="http://schemas.microsoft.com/office/powerpoint/2010/main" val="23009894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30</a:t>
            </a:fld>
            <a:endParaRPr lang="en-GB" altLang="en-US"/>
          </a:p>
        </p:txBody>
      </p:sp>
    </p:spTree>
    <p:extLst>
      <p:ext uri="{BB962C8B-B14F-4D97-AF65-F5344CB8AC3E}">
        <p14:creationId xmlns:p14="http://schemas.microsoft.com/office/powerpoint/2010/main" val="33019683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31</a:t>
            </a:fld>
            <a:endParaRPr lang="en-GB" altLang="en-US"/>
          </a:p>
        </p:txBody>
      </p:sp>
    </p:spTree>
    <p:extLst>
      <p:ext uri="{BB962C8B-B14F-4D97-AF65-F5344CB8AC3E}">
        <p14:creationId xmlns:p14="http://schemas.microsoft.com/office/powerpoint/2010/main" val="18075048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32</a:t>
            </a:fld>
            <a:endParaRPr lang="en-GB" altLang="en-US"/>
          </a:p>
        </p:txBody>
      </p:sp>
    </p:spTree>
    <p:extLst>
      <p:ext uri="{BB962C8B-B14F-4D97-AF65-F5344CB8AC3E}">
        <p14:creationId xmlns:p14="http://schemas.microsoft.com/office/powerpoint/2010/main" val="37067707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33</a:t>
            </a:fld>
            <a:endParaRPr lang="en-GB" altLang="en-US"/>
          </a:p>
        </p:txBody>
      </p:sp>
    </p:spTree>
    <p:extLst>
      <p:ext uri="{BB962C8B-B14F-4D97-AF65-F5344CB8AC3E}">
        <p14:creationId xmlns:p14="http://schemas.microsoft.com/office/powerpoint/2010/main" val="6950026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34</a:t>
            </a:fld>
            <a:endParaRPr lang="en-GB" altLang="en-US"/>
          </a:p>
        </p:txBody>
      </p:sp>
    </p:spTree>
    <p:extLst>
      <p:ext uri="{BB962C8B-B14F-4D97-AF65-F5344CB8AC3E}">
        <p14:creationId xmlns:p14="http://schemas.microsoft.com/office/powerpoint/2010/main" val="34178388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latin typeface="Arial" panose="020B0604020202020204" pitchFamily="34" charset="0"/>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pPr/>
              <a:t>35</a:t>
            </a:fld>
            <a:endParaRPr lang="en-GB" altLang="en-US"/>
          </a:p>
        </p:txBody>
      </p:sp>
    </p:spTree>
    <p:extLst>
      <p:ext uri="{BB962C8B-B14F-4D97-AF65-F5344CB8AC3E}">
        <p14:creationId xmlns:p14="http://schemas.microsoft.com/office/powerpoint/2010/main" val="7449507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latin typeface="Arial" panose="020B0604020202020204" pitchFamily="34" charset="0"/>
            </a:endParaRPr>
          </a:p>
          <a:p>
            <a:pPr rtl="1"/>
            <a:endParaRPr lang="en-GB" altLang="en-US">
              <a:latin typeface="Arial" panose="020B0604020202020204" pitchFamily="34" charset="0"/>
            </a:endParaRPr>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pPr/>
              <a:t>36</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p>
            <a:pPr rtl="1"/>
            <a:r>
              <a:rPr lang="ar"/>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stStyle>
          <a:p>
            <a:pPr rtl="1"/>
            <a:r>
              <a:rPr lang="ar"/>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p>
            <a:pPr rtl="1"/>
            <a:r>
              <a:rPr lang="ar"/>
              <a:t>Subhead</a:t>
            </a:r>
          </a:p>
          <a:p>
            <a:pPr rtl="1"/>
            <a:r>
              <a:rPr lang="ar"/>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p>
            <a:pPr rtl="1"/>
            <a:r>
              <a:rPr lang="ar"/>
              <a:t>Subhead</a:t>
            </a:r>
          </a:p>
          <a:p>
            <a:pPr rtl="1"/>
            <a:r>
              <a:rPr lang="ar"/>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p>
            <a:pPr rtl="1"/>
            <a:r>
              <a:rPr lang="ar"/>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p>
            <a:pPr rtl="1"/>
            <a:r>
              <a:rPr lang="ar"/>
              <a:t>Blue subhead</a:t>
            </a:r>
          </a:p>
          <a:p>
            <a:pPr rtl="1"/>
            <a:r>
              <a:rPr lang="ar"/>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p>
            <a:pPr rtl="1"/>
            <a:r>
              <a:rPr lang="ar"/>
              <a:t>Body text xxxxxxxxxxxxxxxxxxxxxxxxxxxxxxxxxxxxxxxxx:</a:t>
            </a:r>
          </a:p>
          <a:p>
            <a:pPr lvl="1" rtl="1"/>
            <a:r>
              <a:rPr lang="ar"/>
              <a:t>Bullet text</a:t>
            </a:r>
          </a:p>
          <a:p>
            <a:pPr lvl="1" rtl="1"/>
            <a:r>
              <a:rPr lang="ar"/>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49403532"/>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Arial" panose="020B0604020202020204" pitchFamily="34" charset="0"/>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Arial" panose="020B0604020202020204" pitchFamily="34" charset="0"/>
                <a:cs typeface="Arial" panose="020B0604020202020204" pitchFamily="34" charset="0"/>
              </a:defRPr>
            </a:lvl1pPr>
            <a:lvl2pPr algn="r" rtl="1">
              <a:buFont typeface="Wingdings" pitchFamily="2" charset="2"/>
              <a:buChar char="§"/>
              <a:defRPr sz="2400">
                <a:latin typeface="Arial" panose="020B0604020202020204" pitchFamily="34" charset="0"/>
                <a:cs typeface="Arial" panose="020B0604020202020204" pitchFamily="34" charset="0"/>
              </a:defRPr>
            </a:lvl2pPr>
            <a:lvl3pPr algn="r" rtl="1">
              <a:buFont typeface="Wingdings" pitchFamily="2" charset="2"/>
              <a:buChar char="§"/>
              <a:defRPr sz="2400">
                <a:latin typeface="Arial" panose="020B0604020202020204" pitchFamily="34" charset="0"/>
                <a:cs typeface="Arial" panose="020B0604020202020204" pitchFamily="34" charset="0"/>
              </a:defRPr>
            </a:lvl3pPr>
            <a:lvl4pPr algn="r" rtl="1">
              <a:buFont typeface="Wingdings" pitchFamily="2" charset="2"/>
              <a:buChar char="§"/>
              <a:defRPr sz="2400">
                <a:latin typeface="Arial" panose="020B0604020202020204" pitchFamily="34" charset="0"/>
                <a:cs typeface="Arial" panose="020B0604020202020204" pitchFamily="34" charset="0"/>
              </a:defRPr>
            </a:lvl4pPr>
            <a:lvl5pPr algn="r" rtl="1">
              <a:buFont typeface="Wingdings" pitchFamily="2" charset="2"/>
              <a:buChar char="§"/>
              <a:defRPr sz="2400">
                <a:latin typeface="Arial" panose="020B0604020202020204" pitchFamily="34" charset="0"/>
                <a:cs typeface="Arial" panose="020B0604020202020204" pitchFamily="34" charset="0"/>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stStyle>
          <a:p>
            <a:pPr rtl="1"/>
            <a:r>
              <a:rPr lang="ar"/>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Arial" panose="020B0604020202020204" pitchFamily="34" charset="0"/>
                <a:cs typeface="Arial" panose="020B0604020202020204" pitchFamily="34" charset="0"/>
              </a:defRPr>
            </a:lvl1pPr>
            <a:lvl2pPr algn="r" rtl="1">
              <a:buFont typeface="Wingdings" pitchFamily="2" charset="2"/>
              <a:buChar char="§"/>
              <a:defRPr>
                <a:latin typeface="Arial" panose="020B0604020202020204" pitchFamily="34" charset="0"/>
                <a:cs typeface="Arial" panose="020B0604020202020204" pitchFamily="34" charset="0"/>
              </a:defRPr>
            </a:lvl2pPr>
            <a:lvl3pPr algn="r" rtl="1">
              <a:buFont typeface="Wingdings" pitchFamily="2" charset="2"/>
              <a:buChar char="§"/>
              <a:defRPr>
                <a:latin typeface="Arial" panose="020B0604020202020204" pitchFamily="34" charset="0"/>
                <a:cs typeface="Arial" panose="020B0604020202020204" pitchFamily="34" charset="0"/>
              </a:defRPr>
            </a:lvl3pPr>
            <a:lvl4pPr algn="r" rtl="1">
              <a:buFont typeface="Wingdings" pitchFamily="2" charset="2"/>
              <a:buChar char="§"/>
              <a:defRPr>
                <a:latin typeface="Arial" panose="020B0604020202020204" pitchFamily="34" charset="0"/>
                <a:cs typeface="Arial" panose="020B0604020202020204" pitchFamily="34" charset="0"/>
              </a:defRPr>
            </a:lvl4pPr>
            <a:lvl5pPr algn="r" rtl="1">
              <a:buFont typeface="Wingdings" pitchFamily="2" charset="2"/>
              <a:buChar char="§"/>
              <a:defRPr>
                <a:latin typeface="Arial" panose="020B0604020202020204" pitchFamily="34" charset="0"/>
                <a:cs typeface="Arial" panose="020B0604020202020204" pitchFamily="34" charset="0"/>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slideLayout" Target="../slideLayouts/slideLayout90.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6" Type="http://schemas.openxmlformats.org/officeDocument/2006/relationships/image" Target="../media/image8.png"/><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audio" Target="../media/audio1.bin"/><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theme" Target="../theme/theme8.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5" Type="http://schemas.openxmlformats.org/officeDocument/2006/relationships/image" Target="../media/image9.jpeg"/><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theme" Target="../theme/theme9.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2" Type="http://schemas.openxmlformats.org/officeDocument/2006/relationships/slideLayout" Target="../slideLayouts/slideLayout104.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image" Target="../media/image10.jpeg"/><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theme" Target="../theme/theme10.xml"/><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slideLayout" Target="../slideLayouts/slideLayout126.xml"/><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slideLayout" Target="../slideLayouts/slideLayout125.xml"/><Relationship Id="rId5" Type="http://schemas.openxmlformats.org/officeDocument/2006/relationships/slideLayout" Target="../slideLayouts/slideLayout119.xml"/><Relationship Id="rId15" Type="http://schemas.openxmlformats.org/officeDocument/2006/relationships/image" Target="../media/image11.jpeg"/><Relationship Id="rId10" Type="http://schemas.openxmlformats.org/officeDocument/2006/relationships/slideLayout" Target="../slideLayouts/slideLayout124.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620" y="190"/>
            <a:ext cx="914076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 id="2147484934"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Arial" panose="020B0604020202020204" pitchFamily="34" charset="0"/>
                <a:ea typeface="+mn-ea"/>
                <a:cs typeface="Arial" panose="020B0604020202020204" pitchFamily="34" charset="0"/>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78.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9.xml"/></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audio" Target="../media/audio1.bin"/><Relationship Id="rId7"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79.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9"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90.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90.xml"/><Relationship Id="rId4" Type="http://schemas.openxmlformats.org/officeDocument/2006/relationships/image" Target="../media/image18.jpe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90.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7.xml"/><Relationship Id="rId1" Type="http://schemas.openxmlformats.org/officeDocument/2006/relationships/slideLayout" Target="../slideLayouts/slideLayout9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8.xml"/><Relationship Id="rId1" Type="http://schemas.openxmlformats.org/officeDocument/2006/relationships/slideLayout" Target="../slideLayouts/slideLayout85.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90.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13" Type="http://schemas.microsoft.com/office/2007/relationships/diagramDrawing" Target="../diagrams/drawing5.xml"/><Relationship Id="rId3" Type="http://schemas.openxmlformats.org/officeDocument/2006/relationships/audio" Target="../media/audio1.bin"/><Relationship Id="rId7" Type="http://schemas.openxmlformats.org/officeDocument/2006/relationships/diagramColors" Target="../diagrams/colors4.xml"/><Relationship Id="rId12" Type="http://schemas.openxmlformats.org/officeDocument/2006/relationships/diagramColors" Target="../diagrams/colors5.xml"/><Relationship Id="rId2" Type="http://schemas.openxmlformats.org/officeDocument/2006/relationships/notesSlide" Target="../notesSlides/notesSlide10.xml"/><Relationship Id="rId1" Type="http://schemas.openxmlformats.org/officeDocument/2006/relationships/slideLayout" Target="../slideLayouts/slideLayout90.xml"/><Relationship Id="rId6" Type="http://schemas.openxmlformats.org/officeDocument/2006/relationships/diagramQuickStyle" Target="../diagrams/quickStyle4.xml"/><Relationship Id="rId11" Type="http://schemas.openxmlformats.org/officeDocument/2006/relationships/diagramQuickStyle" Target="../diagrams/quickStyle5.xml"/><Relationship Id="rId5" Type="http://schemas.openxmlformats.org/officeDocument/2006/relationships/diagramLayout" Target="../diagrams/layout4.xml"/><Relationship Id="rId10" Type="http://schemas.openxmlformats.org/officeDocument/2006/relationships/diagramLayout" Target="../diagrams/layout5.xml"/><Relationship Id="rId4" Type="http://schemas.openxmlformats.org/officeDocument/2006/relationships/diagramData" Target="../diagrams/data4.xml"/><Relationship Id="rId9" Type="http://schemas.openxmlformats.org/officeDocument/2006/relationships/diagramData" Target="../diagrams/data5.xml"/></Relationships>
</file>

<file path=ppt/slides/_rels/slide11.xml.rels><?xml version="1.0" encoding="UTF-8" standalone="yes"?>
<Relationships xmlns="http://schemas.openxmlformats.org/package/2006/relationships"><Relationship Id="rId8" Type="http://schemas.microsoft.com/office/2007/relationships/diagramDrawing" Target="../diagrams/drawing6.xml"/><Relationship Id="rId13" Type="http://schemas.microsoft.com/office/2007/relationships/diagramDrawing" Target="../diagrams/drawing7.xml"/><Relationship Id="rId3" Type="http://schemas.openxmlformats.org/officeDocument/2006/relationships/audio" Target="../media/audio1.bin"/><Relationship Id="rId7" Type="http://schemas.openxmlformats.org/officeDocument/2006/relationships/diagramColors" Target="../diagrams/colors6.xml"/><Relationship Id="rId12" Type="http://schemas.openxmlformats.org/officeDocument/2006/relationships/diagramColors" Target="../diagrams/colors7.xml"/><Relationship Id="rId2" Type="http://schemas.openxmlformats.org/officeDocument/2006/relationships/notesSlide" Target="../notesSlides/notesSlide11.xml"/><Relationship Id="rId1" Type="http://schemas.openxmlformats.org/officeDocument/2006/relationships/slideLayout" Target="../slideLayouts/slideLayout90.xml"/><Relationship Id="rId6" Type="http://schemas.openxmlformats.org/officeDocument/2006/relationships/diagramQuickStyle" Target="../diagrams/quickStyle6.xml"/><Relationship Id="rId11" Type="http://schemas.openxmlformats.org/officeDocument/2006/relationships/diagramQuickStyle" Target="../diagrams/quickStyle7.xml"/><Relationship Id="rId5" Type="http://schemas.openxmlformats.org/officeDocument/2006/relationships/diagramLayout" Target="../diagrams/layout6.xml"/><Relationship Id="rId10" Type="http://schemas.openxmlformats.org/officeDocument/2006/relationships/diagramLayout" Target="../diagrams/layout7.xml"/><Relationship Id="rId4" Type="http://schemas.openxmlformats.org/officeDocument/2006/relationships/diagramData" Target="../diagrams/data6.xml"/><Relationship Id="rId9" Type="http://schemas.openxmlformats.org/officeDocument/2006/relationships/diagramData" Target="../diagrams/data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90.xml"/></Relationships>
</file>

<file path=ppt/slides/_rels/slide1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audio" Target="../media/audio1.bin"/><Relationship Id="rId7" Type="http://schemas.openxmlformats.org/officeDocument/2006/relationships/diagramColors" Target="../diagrams/colors8.xml"/><Relationship Id="rId2" Type="http://schemas.openxmlformats.org/officeDocument/2006/relationships/notesSlide" Target="../notesSlides/notesSlide13.xml"/><Relationship Id="rId1" Type="http://schemas.openxmlformats.org/officeDocument/2006/relationships/slideLayout" Target="../slideLayouts/slideLayout90.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90.xml"/></Relationships>
</file>

<file path=ppt/slides/_rels/slide1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audio" Target="../media/audio1.bin"/><Relationship Id="rId7" Type="http://schemas.openxmlformats.org/officeDocument/2006/relationships/diagramColors" Target="../diagrams/colors9.xml"/><Relationship Id="rId2" Type="http://schemas.openxmlformats.org/officeDocument/2006/relationships/notesSlide" Target="../notesSlides/notesSlide15.xml"/><Relationship Id="rId1" Type="http://schemas.openxmlformats.org/officeDocument/2006/relationships/slideLayout" Target="../slideLayouts/slideLayout90.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 Id="rId9"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90.xml"/><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90.xml"/><Relationship Id="rId4" Type="http://schemas.openxmlformats.org/officeDocument/2006/relationships/image" Target="../media/image21.jpeg"/></Relationships>
</file>

<file path=ppt/slides/_rels/slide18.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audio" Target="../media/audio1.bin"/><Relationship Id="rId7" Type="http://schemas.openxmlformats.org/officeDocument/2006/relationships/diagramColors" Target="../diagrams/colors10.xml"/><Relationship Id="rId2" Type="http://schemas.openxmlformats.org/officeDocument/2006/relationships/notesSlide" Target="../notesSlides/notesSlide18.xml"/><Relationship Id="rId1" Type="http://schemas.openxmlformats.org/officeDocument/2006/relationships/slideLayout" Target="../slideLayouts/slideLayout90.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90.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90.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90.xml"/></Relationships>
</file>

<file path=ppt/slides/_rels/slide22.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audio" Target="../media/audio1.bin"/><Relationship Id="rId7" Type="http://schemas.openxmlformats.org/officeDocument/2006/relationships/diagramColors" Target="../diagrams/colors11.xml"/><Relationship Id="rId2" Type="http://schemas.openxmlformats.org/officeDocument/2006/relationships/notesSlide" Target="../notesSlides/notesSlide22.xml"/><Relationship Id="rId1" Type="http://schemas.openxmlformats.org/officeDocument/2006/relationships/slideLayout" Target="../slideLayouts/slideLayout90.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 Id="rId9"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90.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90.xml"/><Relationship Id="rId4" Type="http://schemas.openxmlformats.org/officeDocument/2006/relationships/image" Target="../media/image24.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90.xml"/><Relationship Id="rId4" Type="http://schemas.openxmlformats.org/officeDocument/2006/relationships/image" Target="../media/image25.jpeg"/></Relationships>
</file>

<file path=ppt/slides/_rels/slide26.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audio" Target="../media/audio1.bin"/><Relationship Id="rId7" Type="http://schemas.openxmlformats.org/officeDocument/2006/relationships/diagramColors" Target="../diagrams/colors12.xml"/><Relationship Id="rId2" Type="http://schemas.openxmlformats.org/officeDocument/2006/relationships/notesSlide" Target="../notesSlides/notesSlide26.xml"/><Relationship Id="rId1" Type="http://schemas.openxmlformats.org/officeDocument/2006/relationships/slideLayout" Target="../slideLayouts/slideLayout90.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27.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audio" Target="../media/audio1.bin"/><Relationship Id="rId7" Type="http://schemas.openxmlformats.org/officeDocument/2006/relationships/diagramColors" Target="../diagrams/colors13.xml"/><Relationship Id="rId2" Type="http://schemas.openxmlformats.org/officeDocument/2006/relationships/notesSlide" Target="../notesSlides/notesSlide27.xml"/><Relationship Id="rId1" Type="http://schemas.openxmlformats.org/officeDocument/2006/relationships/slideLayout" Target="../slideLayouts/slideLayout90.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 Id="rId9" Type="http://schemas.openxmlformats.org/officeDocument/2006/relationships/image" Target="../media/image26.jpeg"/></Relationships>
</file>

<file path=ppt/slides/_rels/slide28.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audio" Target="../media/audio1.bin"/><Relationship Id="rId7" Type="http://schemas.openxmlformats.org/officeDocument/2006/relationships/diagramColors" Target="../diagrams/colors14.xml"/><Relationship Id="rId2" Type="http://schemas.openxmlformats.org/officeDocument/2006/relationships/notesSlide" Target="../notesSlides/notesSlide28.xml"/><Relationship Id="rId1" Type="http://schemas.openxmlformats.org/officeDocument/2006/relationships/slideLayout" Target="../slideLayouts/slideLayout90.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90.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90.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81.xml"/><Relationship Id="rId4" Type="http://schemas.openxmlformats.org/officeDocument/2006/relationships/image" Target="../media/image27.jpeg"/></Relationships>
</file>

<file path=ppt/slides/_rels/slide32.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audio" Target="../media/audio1.bin"/><Relationship Id="rId7" Type="http://schemas.openxmlformats.org/officeDocument/2006/relationships/diagramColors" Target="../diagrams/colors15.xml"/><Relationship Id="rId2" Type="http://schemas.openxmlformats.org/officeDocument/2006/relationships/notesSlide" Target="../notesSlides/notesSlide32.xml"/><Relationship Id="rId1" Type="http://schemas.openxmlformats.org/officeDocument/2006/relationships/slideLayout" Target="../slideLayouts/slideLayout90.xml"/><Relationship Id="rId6" Type="http://schemas.openxmlformats.org/officeDocument/2006/relationships/diagramQuickStyle" Target="../diagrams/quickStyle15.xml"/><Relationship Id="rId5" Type="http://schemas.openxmlformats.org/officeDocument/2006/relationships/diagramLayout" Target="../diagrams/layout15.xml"/><Relationship Id="rId4" Type="http://schemas.openxmlformats.org/officeDocument/2006/relationships/diagramData" Target="../diagrams/data15.xml"/></Relationships>
</file>

<file path=ppt/slides/_rels/slide33.xml.rels><?xml version="1.0" encoding="UTF-8" standalone="yes"?>
<Relationships xmlns="http://schemas.openxmlformats.org/package/2006/relationships"><Relationship Id="rId8" Type="http://schemas.microsoft.com/office/2007/relationships/diagramDrawing" Target="../diagrams/drawing16.xml"/><Relationship Id="rId3" Type="http://schemas.openxmlformats.org/officeDocument/2006/relationships/audio" Target="../media/audio1.bin"/><Relationship Id="rId7" Type="http://schemas.openxmlformats.org/officeDocument/2006/relationships/diagramColors" Target="../diagrams/colors16.xml"/><Relationship Id="rId2" Type="http://schemas.openxmlformats.org/officeDocument/2006/relationships/notesSlide" Target="../notesSlides/notesSlide33.xml"/><Relationship Id="rId1" Type="http://schemas.openxmlformats.org/officeDocument/2006/relationships/slideLayout" Target="../slideLayouts/slideLayout90.xml"/><Relationship Id="rId6" Type="http://schemas.openxmlformats.org/officeDocument/2006/relationships/diagramQuickStyle" Target="../diagrams/quickStyle16.xml"/><Relationship Id="rId5" Type="http://schemas.openxmlformats.org/officeDocument/2006/relationships/diagramLayout" Target="../diagrams/layout16.xml"/><Relationship Id="rId4" Type="http://schemas.openxmlformats.org/officeDocument/2006/relationships/diagramData" Target="../diagrams/data16.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90.xml"/></Relationships>
</file>

<file path=ppt/slides/_rels/slide35.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audio" Target="../media/audio1.bin"/><Relationship Id="rId7" Type="http://schemas.openxmlformats.org/officeDocument/2006/relationships/diagramColors" Target="../diagrams/colors17.xml"/><Relationship Id="rId2" Type="http://schemas.openxmlformats.org/officeDocument/2006/relationships/notesSlide" Target="../notesSlides/notesSlide35.xml"/><Relationship Id="rId1" Type="http://schemas.openxmlformats.org/officeDocument/2006/relationships/slideLayout" Target="../slideLayouts/slideLayout90.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الوحدة 12</a:t>
            </a:r>
            <a:br>
              <a:rPr lang="en-GB" altLang="en-US" sz="4600" dirty="0">
                <a:latin typeface="Sakkal Majalla" panose="02000000000000000000" pitchFamily="2" charset="-78"/>
                <a:cs typeface="Sakkal Majalla" panose="02000000000000000000" pitchFamily="2" charset="-78"/>
              </a:rPr>
            </a:br>
            <a:r>
              <a:rPr lang="ar" sz="4600" dirty="0">
                <a:latin typeface="Sakkal Majalla" panose="02000000000000000000" pitchFamily="2" charset="-78"/>
                <a:cs typeface="Sakkal Majalla" panose="02000000000000000000" pitchFamily="2" charset="-78"/>
              </a:rPr>
              <a:t>مطبخ بلدك</a:t>
            </a:r>
            <a:br>
              <a:rPr lang="en-GB" altLang="en-US" sz="4600" dirty="0">
                <a:latin typeface="Sakkal Majalla" panose="02000000000000000000" pitchFamily="2" charset="-78"/>
                <a:cs typeface="Sakkal Majalla" panose="02000000000000000000" pitchFamily="2" charset="-78"/>
              </a:rPr>
            </a:br>
            <a:br>
              <a:rPr lang="en-US" altLang="en-US" sz="4600" dirty="0">
                <a:latin typeface="Sakkal Majalla" panose="02000000000000000000" pitchFamily="2" charset="-78"/>
                <a:cs typeface="Sakkal Majalla" panose="02000000000000000000" pitchFamily="2" charset="-78"/>
              </a:rPr>
            </a:br>
            <a:endParaRPr lang="en-GB" altLang="en-US" sz="4600" dirty="0">
              <a:latin typeface="Sakkal Majalla" panose="02000000000000000000" pitchFamily="2" charset="-78"/>
              <a:cs typeface="Sakkal Majalla" panose="02000000000000000000" pitchFamily="2" charset="-78"/>
            </a:endParaRP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Autofit/>
          </a:bodyPr>
          <a:lstStyle/>
          <a:p>
            <a:pPr rtl="1">
              <a:lnSpc>
                <a:spcPct val="90000"/>
              </a:lnSpc>
              <a:spcAft>
                <a:spcPts val="600"/>
              </a:spcAft>
              <a:defRPr/>
            </a:pPr>
            <a:r>
              <a:rPr lang="ar" sz="1600" dirty="0">
                <a:latin typeface="Sakkal Majalla" panose="02000000000000000000" pitchFamily="2" charset="-78"/>
                <a:cs typeface="Sakkal Majalla" panose="02000000000000000000" pitchFamily="2" charset="-78"/>
              </a:rPr>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8382C38A-3F72-DA4C-E370-0F5629772C35}"/>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457200" y="1412776"/>
            <a:ext cx="8229600" cy="64642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rtl="1">
              <a:lnSpc>
                <a:spcPct val="90000"/>
              </a:lnSpc>
            </a:pPr>
            <a:r>
              <a:rPr lang="ar" sz="2700" dirty="0">
                <a:latin typeface="Sakkal Majalla" panose="02000000000000000000" pitchFamily="2" charset="-78"/>
                <a:cs typeface="Sakkal Majalla" panose="02000000000000000000" pitchFamily="2" charset="-78"/>
              </a:rPr>
              <a:t>الضيافة</a:t>
            </a:r>
            <a:br>
              <a:rPr lang="en-GB" sz="2700" dirty="0">
                <a:latin typeface="Sakkal Majalla" panose="02000000000000000000" pitchFamily="2" charset="-78"/>
                <a:cs typeface="Sakkal Majalla" panose="02000000000000000000" pitchFamily="2" charset="-78"/>
              </a:rPr>
            </a:br>
            <a:endParaRPr lang="en-GB" altLang="en-US" sz="2700" dirty="0">
              <a:highlight>
                <a:srgbClr val="FFFF00"/>
              </a:highlight>
              <a:latin typeface="Sakkal Majalla" panose="02000000000000000000" pitchFamily="2" charset="-78"/>
              <a:cs typeface="Sakkal Majalla" panose="02000000000000000000" pitchFamily="2" charset="-78"/>
            </a:endParaRPr>
          </a:p>
        </p:txBody>
      </p:sp>
      <p:grpSp>
        <p:nvGrpSpPr>
          <p:cNvPr id="2" name="Group 1">
            <a:extLst>
              <a:ext uri="{FF2B5EF4-FFF2-40B4-BE49-F238E27FC236}">
                <a16:creationId xmlns:a16="http://schemas.microsoft.com/office/drawing/2014/main" id="{02268A60-D80A-DAF2-81C8-F5BD7AEE973F}"/>
              </a:ext>
            </a:extLst>
          </p:cNvPr>
          <p:cNvGrpSpPr/>
          <p:nvPr/>
        </p:nvGrpSpPr>
        <p:grpSpPr>
          <a:xfrm flipH="1">
            <a:off x="468311" y="2197212"/>
            <a:ext cx="8207375" cy="3876011"/>
            <a:chOff x="468311" y="2197212"/>
            <a:chExt cx="8207375" cy="3876011"/>
          </a:xfrm>
        </p:grpSpPr>
        <p:sp>
          <p:nvSpPr>
            <p:cNvPr id="3" name="Freeform: Shape 2">
              <a:extLst>
                <a:ext uri="{FF2B5EF4-FFF2-40B4-BE49-F238E27FC236}">
                  <a16:creationId xmlns:a16="http://schemas.microsoft.com/office/drawing/2014/main" id="{F4654166-AAD5-5273-84E5-3D99631BB8C5}"/>
                </a:ext>
              </a:extLst>
            </p:cNvPr>
            <p:cNvSpPr/>
            <p:nvPr/>
          </p:nvSpPr>
          <p:spPr>
            <a:xfrm>
              <a:off x="2109785" y="2197212"/>
              <a:ext cx="6565900" cy="1242311"/>
            </a:xfrm>
            <a:custGeom>
              <a:avLst/>
              <a:gdLst>
                <a:gd name="connsiteX0" fmla="*/ 0 w 6565900"/>
                <a:gd name="connsiteY0" fmla="*/ 0 h 1242311"/>
                <a:gd name="connsiteX1" fmla="*/ 6565900 w 6565900"/>
                <a:gd name="connsiteY1" fmla="*/ 0 h 1242311"/>
                <a:gd name="connsiteX2" fmla="*/ 6565900 w 6565900"/>
                <a:gd name="connsiteY2" fmla="*/ 1242311 h 1242311"/>
                <a:gd name="connsiteX3" fmla="*/ 0 w 6565900"/>
                <a:gd name="connsiteY3" fmla="*/ 1242311 h 1242311"/>
                <a:gd name="connsiteX4" fmla="*/ 0 w 6565900"/>
                <a:gd name="connsiteY4" fmla="*/ 0 h 1242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900" h="1242311">
                  <a:moveTo>
                    <a:pt x="0" y="0"/>
                  </a:moveTo>
                  <a:lnTo>
                    <a:pt x="6565900" y="0"/>
                  </a:lnTo>
                  <a:lnTo>
                    <a:pt x="6565900" y="1242311"/>
                  </a:lnTo>
                  <a:lnTo>
                    <a:pt x="0" y="1242311"/>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27397" tIns="315547" rIns="127397" bIns="315547" numCol="1" spcCol="1270" rtlCol="1" anchor="ctr" anchorCtr="0">
              <a:noAutofit/>
            </a:bodyPr>
            <a:lstStyle/>
            <a:p>
              <a:pPr marL="0" lvl="0" indent="0" algn="r" defTabSz="800100" rtl="1">
                <a:lnSpc>
                  <a:spcPct val="90000"/>
                </a:lnSpc>
                <a:spcBef>
                  <a:spcPct val="0"/>
                </a:spcBef>
                <a:spcAft>
                  <a:spcPct val="35000"/>
                </a:spcAft>
                <a:buNone/>
              </a:pPr>
              <a:r>
                <a:rPr lang="ar" sz="1500" kern="1200" dirty="0">
                  <a:latin typeface="Sakkal Majalla" panose="02000000000000000000" pitchFamily="2" charset="-78"/>
                  <a:cs typeface="Sakkal Majalla" panose="02000000000000000000" pitchFamily="2" charset="-78"/>
                </a:rPr>
                <a:t>في هذه الوحدة، ستتعرف أنواع وأنماط الطعام المختلفة المتوفرة في بلدك، والأدوات والمواد وطرق التحضير المحددة اللازمة لإعداد الأطباق الأصيلة.</a:t>
              </a:r>
            </a:p>
          </p:txBody>
        </p:sp>
        <p:sp>
          <p:nvSpPr>
            <p:cNvPr id="4" name="Freeform: Shape 3">
              <a:extLst>
                <a:ext uri="{FF2B5EF4-FFF2-40B4-BE49-F238E27FC236}">
                  <a16:creationId xmlns:a16="http://schemas.microsoft.com/office/drawing/2014/main" id="{8F093AA7-EA35-AF04-65CE-1614C7A3A39D}"/>
                </a:ext>
              </a:extLst>
            </p:cNvPr>
            <p:cNvSpPr/>
            <p:nvPr/>
          </p:nvSpPr>
          <p:spPr>
            <a:xfrm>
              <a:off x="468311" y="2197212"/>
              <a:ext cx="1641475" cy="1242311"/>
            </a:xfrm>
            <a:custGeom>
              <a:avLst/>
              <a:gdLst>
                <a:gd name="connsiteX0" fmla="*/ 0 w 1641475"/>
                <a:gd name="connsiteY0" fmla="*/ 0 h 1242311"/>
                <a:gd name="connsiteX1" fmla="*/ 1641475 w 1641475"/>
                <a:gd name="connsiteY1" fmla="*/ 0 h 1242311"/>
                <a:gd name="connsiteX2" fmla="*/ 1641475 w 1641475"/>
                <a:gd name="connsiteY2" fmla="*/ 1242311 h 1242311"/>
                <a:gd name="connsiteX3" fmla="*/ 0 w 1641475"/>
                <a:gd name="connsiteY3" fmla="*/ 1242311 h 1242311"/>
                <a:gd name="connsiteX4" fmla="*/ 0 w 1641475"/>
                <a:gd name="connsiteY4" fmla="*/ 0 h 1242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475" h="1242311">
                  <a:moveTo>
                    <a:pt x="0" y="0"/>
                  </a:moveTo>
                  <a:lnTo>
                    <a:pt x="1641475" y="0"/>
                  </a:lnTo>
                  <a:lnTo>
                    <a:pt x="1641475" y="1242311"/>
                  </a:lnTo>
                  <a:lnTo>
                    <a:pt x="0" y="124231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6861" tIns="122713" rIns="86861" bIns="122713" numCol="1" spcCol="1270" rtlCol="1" anchor="ctr" anchorCtr="0">
              <a:noAutofit/>
            </a:bodyPr>
            <a:lstStyle/>
            <a:p>
              <a:pPr marL="0" lvl="0" indent="0" algn="ctr" defTabSz="1022350" rtl="1">
                <a:lnSpc>
                  <a:spcPct val="90000"/>
                </a:lnSpc>
                <a:spcBef>
                  <a:spcPct val="0"/>
                </a:spcBef>
                <a:spcAft>
                  <a:spcPct val="35000"/>
                </a:spcAft>
                <a:buNone/>
              </a:pPr>
              <a:r>
                <a:rPr lang="ar" kern="1200" dirty="0">
                  <a:latin typeface="Sakkal Majalla" panose="02000000000000000000" pitchFamily="2" charset="-78"/>
                  <a:cs typeface="Sakkal Majalla" panose="02000000000000000000" pitchFamily="2" charset="-78"/>
                </a:rPr>
                <a:t>بحث</a:t>
              </a:r>
            </a:p>
          </p:txBody>
        </p:sp>
        <p:sp>
          <p:nvSpPr>
            <p:cNvPr id="5" name="Freeform: Shape 4">
              <a:extLst>
                <a:ext uri="{FF2B5EF4-FFF2-40B4-BE49-F238E27FC236}">
                  <a16:creationId xmlns:a16="http://schemas.microsoft.com/office/drawing/2014/main" id="{509360D7-1E23-C162-1604-CBBF8A95BC75}"/>
                </a:ext>
              </a:extLst>
            </p:cNvPr>
            <p:cNvSpPr/>
            <p:nvPr/>
          </p:nvSpPr>
          <p:spPr>
            <a:xfrm>
              <a:off x="2109786" y="3514062"/>
              <a:ext cx="6565900" cy="1242311"/>
            </a:xfrm>
            <a:custGeom>
              <a:avLst/>
              <a:gdLst>
                <a:gd name="connsiteX0" fmla="*/ 0 w 6565900"/>
                <a:gd name="connsiteY0" fmla="*/ 0 h 1242311"/>
                <a:gd name="connsiteX1" fmla="*/ 6565900 w 6565900"/>
                <a:gd name="connsiteY1" fmla="*/ 0 h 1242311"/>
                <a:gd name="connsiteX2" fmla="*/ 6565900 w 6565900"/>
                <a:gd name="connsiteY2" fmla="*/ 1242311 h 1242311"/>
                <a:gd name="connsiteX3" fmla="*/ 0 w 6565900"/>
                <a:gd name="connsiteY3" fmla="*/ 1242311 h 1242311"/>
                <a:gd name="connsiteX4" fmla="*/ 0 w 6565900"/>
                <a:gd name="connsiteY4" fmla="*/ 0 h 1242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900" h="1242311">
                  <a:moveTo>
                    <a:pt x="0" y="0"/>
                  </a:moveTo>
                  <a:lnTo>
                    <a:pt x="6565900" y="0"/>
                  </a:lnTo>
                  <a:lnTo>
                    <a:pt x="6565900" y="1242311"/>
                  </a:lnTo>
                  <a:lnTo>
                    <a:pt x="0" y="1242311"/>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27397" tIns="315547" rIns="127397" bIns="315547" numCol="1" spcCol="1270" rtlCol="1" anchor="ctr" anchorCtr="0">
              <a:noAutofit/>
            </a:bodyPr>
            <a:lstStyle/>
            <a:p>
              <a:pPr marL="0" lvl="0" indent="0" algn="r" defTabSz="800100" rtl="1">
                <a:lnSpc>
                  <a:spcPct val="90000"/>
                </a:lnSpc>
                <a:spcBef>
                  <a:spcPct val="0"/>
                </a:spcBef>
                <a:spcAft>
                  <a:spcPct val="35000"/>
                </a:spcAft>
                <a:buNone/>
              </a:pPr>
              <a:r>
                <a:rPr lang="ar" sz="1500" kern="1200">
                  <a:latin typeface="Sakkal Majalla" panose="02000000000000000000" pitchFamily="2" charset="-78"/>
                  <a:cs typeface="Sakkal Majalla" panose="02000000000000000000" pitchFamily="2" charset="-78"/>
                </a:rPr>
                <a:t>كما ستتاح لك الفرصة لممارسة وتطوير مهارات إعداد وطهو مجموعة من الأطباق الأصلية. </a:t>
              </a:r>
            </a:p>
          </p:txBody>
        </p:sp>
        <p:sp>
          <p:nvSpPr>
            <p:cNvPr id="6" name="Freeform: Shape 5">
              <a:extLst>
                <a:ext uri="{FF2B5EF4-FFF2-40B4-BE49-F238E27FC236}">
                  <a16:creationId xmlns:a16="http://schemas.microsoft.com/office/drawing/2014/main" id="{13852C85-75E6-3A70-C9F4-B4B877950CE6}"/>
                </a:ext>
              </a:extLst>
            </p:cNvPr>
            <p:cNvSpPr/>
            <p:nvPr/>
          </p:nvSpPr>
          <p:spPr>
            <a:xfrm>
              <a:off x="468311" y="3514062"/>
              <a:ext cx="1641475" cy="1242311"/>
            </a:xfrm>
            <a:custGeom>
              <a:avLst/>
              <a:gdLst>
                <a:gd name="connsiteX0" fmla="*/ 0 w 1641475"/>
                <a:gd name="connsiteY0" fmla="*/ 0 h 1242311"/>
                <a:gd name="connsiteX1" fmla="*/ 1641475 w 1641475"/>
                <a:gd name="connsiteY1" fmla="*/ 0 h 1242311"/>
                <a:gd name="connsiteX2" fmla="*/ 1641475 w 1641475"/>
                <a:gd name="connsiteY2" fmla="*/ 1242311 h 1242311"/>
                <a:gd name="connsiteX3" fmla="*/ 0 w 1641475"/>
                <a:gd name="connsiteY3" fmla="*/ 1242311 h 1242311"/>
                <a:gd name="connsiteX4" fmla="*/ 0 w 1641475"/>
                <a:gd name="connsiteY4" fmla="*/ 0 h 1242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475" h="1242311">
                  <a:moveTo>
                    <a:pt x="0" y="0"/>
                  </a:moveTo>
                  <a:lnTo>
                    <a:pt x="1641475" y="0"/>
                  </a:lnTo>
                  <a:lnTo>
                    <a:pt x="1641475" y="1242311"/>
                  </a:lnTo>
                  <a:lnTo>
                    <a:pt x="0" y="124231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6861" tIns="122713" rIns="86861" bIns="122713" numCol="1" spcCol="1270" rtlCol="1" anchor="ctr" anchorCtr="0">
              <a:noAutofit/>
            </a:bodyPr>
            <a:lstStyle/>
            <a:p>
              <a:pPr marL="0" lvl="0" indent="0" algn="ctr" defTabSz="1022350" rtl="1">
                <a:lnSpc>
                  <a:spcPct val="90000"/>
                </a:lnSpc>
                <a:spcBef>
                  <a:spcPct val="0"/>
                </a:spcBef>
                <a:spcAft>
                  <a:spcPct val="35000"/>
                </a:spcAft>
                <a:buNone/>
              </a:pPr>
              <a:r>
                <a:rPr lang="ar" kern="1200" dirty="0">
                  <a:latin typeface="Sakkal Majalla" panose="02000000000000000000" pitchFamily="2" charset="-78"/>
                  <a:cs typeface="Sakkal Majalla" panose="02000000000000000000" pitchFamily="2" charset="-78"/>
                </a:rPr>
                <a:t>الممارسة والتطوير</a:t>
              </a:r>
            </a:p>
          </p:txBody>
        </p:sp>
        <p:sp>
          <p:nvSpPr>
            <p:cNvPr id="7" name="Freeform: Shape 6">
              <a:extLst>
                <a:ext uri="{FF2B5EF4-FFF2-40B4-BE49-F238E27FC236}">
                  <a16:creationId xmlns:a16="http://schemas.microsoft.com/office/drawing/2014/main" id="{0C2A8AAB-49C7-F79C-77BF-86A7150EEADD}"/>
                </a:ext>
              </a:extLst>
            </p:cNvPr>
            <p:cNvSpPr/>
            <p:nvPr/>
          </p:nvSpPr>
          <p:spPr>
            <a:xfrm>
              <a:off x="2109786" y="4830912"/>
              <a:ext cx="6565900" cy="1242311"/>
            </a:xfrm>
            <a:custGeom>
              <a:avLst/>
              <a:gdLst>
                <a:gd name="connsiteX0" fmla="*/ 0 w 6565900"/>
                <a:gd name="connsiteY0" fmla="*/ 0 h 1242311"/>
                <a:gd name="connsiteX1" fmla="*/ 6565900 w 6565900"/>
                <a:gd name="connsiteY1" fmla="*/ 0 h 1242311"/>
                <a:gd name="connsiteX2" fmla="*/ 6565900 w 6565900"/>
                <a:gd name="connsiteY2" fmla="*/ 1242311 h 1242311"/>
                <a:gd name="connsiteX3" fmla="*/ 0 w 6565900"/>
                <a:gd name="connsiteY3" fmla="*/ 1242311 h 1242311"/>
                <a:gd name="connsiteX4" fmla="*/ 0 w 6565900"/>
                <a:gd name="connsiteY4" fmla="*/ 0 h 1242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5900" h="1242311">
                  <a:moveTo>
                    <a:pt x="0" y="0"/>
                  </a:moveTo>
                  <a:lnTo>
                    <a:pt x="6565900" y="0"/>
                  </a:lnTo>
                  <a:lnTo>
                    <a:pt x="6565900" y="1242311"/>
                  </a:lnTo>
                  <a:lnTo>
                    <a:pt x="0" y="1242311"/>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27397" tIns="315547" rIns="127397" bIns="315547" numCol="1" spcCol="1270" rtlCol="1" anchor="ctr" anchorCtr="0">
              <a:noAutofit/>
            </a:bodyPr>
            <a:lstStyle/>
            <a:p>
              <a:pPr marL="0" lvl="0" indent="0" algn="r" defTabSz="800100" rtl="1">
                <a:lnSpc>
                  <a:spcPct val="90000"/>
                </a:lnSpc>
                <a:spcBef>
                  <a:spcPct val="0"/>
                </a:spcBef>
                <a:spcAft>
                  <a:spcPct val="35000"/>
                </a:spcAft>
                <a:buNone/>
              </a:pPr>
              <a:r>
                <a:rPr lang="ar" sz="1500" kern="1200">
                  <a:latin typeface="Sakkal Majalla" panose="02000000000000000000" pitchFamily="2" charset="-78"/>
                  <a:cs typeface="Sakkal Majalla" panose="02000000000000000000" pitchFamily="2" charset="-78"/>
                </a:rPr>
                <a:t>في النهاية، ستستكشف عملية مراجعة وتقييم الأطباق التي قمت بإعدادها وطهوها.</a:t>
              </a:r>
            </a:p>
          </p:txBody>
        </p:sp>
        <p:sp>
          <p:nvSpPr>
            <p:cNvPr id="8" name="Freeform: Shape 7">
              <a:extLst>
                <a:ext uri="{FF2B5EF4-FFF2-40B4-BE49-F238E27FC236}">
                  <a16:creationId xmlns:a16="http://schemas.microsoft.com/office/drawing/2014/main" id="{EF11475C-9C00-5250-55E6-4F7FCCBF95EC}"/>
                </a:ext>
              </a:extLst>
            </p:cNvPr>
            <p:cNvSpPr/>
            <p:nvPr/>
          </p:nvSpPr>
          <p:spPr>
            <a:xfrm>
              <a:off x="468311" y="4830912"/>
              <a:ext cx="1641475" cy="1242311"/>
            </a:xfrm>
            <a:custGeom>
              <a:avLst/>
              <a:gdLst>
                <a:gd name="connsiteX0" fmla="*/ 0 w 1641475"/>
                <a:gd name="connsiteY0" fmla="*/ 0 h 1242311"/>
                <a:gd name="connsiteX1" fmla="*/ 1641475 w 1641475"/>
                <a:gd name="connsiteY1" fmla="*/ 0 h 1242311"/>
                <a:gd name="connsiteX2" fmla="*/ 1641475 w 1641475"/>
                <a:gd name="connsiteY2" fmla="*/ 1242311 h 1242311"/>
                <a:gd name="connsiteX3" fmla="*/ 0 w 1641475"/>
                <a:gd name="connsiteY3" fmla="*/ 1242311 h 1242311"/>
                <a:gd name="connsiteX4" fmla="*/ 0 w 1641475"/>
                <a:gd name="connsiteY4" fmla="*/ 0 h 1242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1475" h="1242311">
                  <a:moveTo>
                    <a:pt x="0" y="0"/>
                  </a:moveTo>
                  <a:lnTo>
                    <a:pt x="1641475" y="0"/>
                  </a:lnTo>
                  <a:lnTo>
                    <a:pt x="1641475" y="1242311"/>
                  </a:lnTo>
                  <a:lnTo>
                    <a:pt x="0" y="1242311"/>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6861" tIns="122713" rIns="86861" bIns="122713" numCol="1" spcCol="1270" rtlCol="1" anchor="ctr" anchorCtr="0">
              <a:noAutofit/>
            </a:bodyPr>
            <a:lstStyle/>
            <a:p>
              <a:pPr algn="ctr" defTabSz="1022350">
                <a:lnSpc>
                  <a:spcPct val="90000"/>
                </a:lnSpc>
                <a:spcAft>
                  <a:spcPct val="35000"/>
                </a:spcAft>
              </a:pPr>
              <a:r>
                <a:rPr lang="ar" dirty="0">
                  <a:latin typeface="Sakkal Majalla" panose="02000000000000000000" pitchFamily="2" charset="-78"/>
                  <a:cs typeface="Sakkal Majalla" panose="02000000000000000000" pitchFamily="2" charset="-78"/>
                </a:rPr>
                <a:t>استكشاف</a:t>
              </a:r>
            </a:p>
          </p:txBody>
        </p:sp>
      </p:grpSp>
      <p:sp>
        <p:nvSpPr>
          <p:cNvPr id="9" name="Footer Placeholder 2">
            <a:extLst>
              <a:ext uri="{FF2B5EF4-FFF2-40B4-BE49-F238E27FC236}">
                <a16:creationId xmlns:a16="http://schemas.microsoft.com/office/drawing/2014/main" id="{F81584DE-76F7-6D75-36E0-CBB8386FE35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sz="4600" dirty="0">
                <a:latin typeface="Sakkal Majalla" panose="02000000000000000000" pitchFamily="2" charset="-78"/>
                <a:cs typeface="Sakkal Majalla" panose="02000000000000000000" pitchFamily="2" charset="-78"/>
              </a:rPr>
              <a:t>نتاجات التعلم</a:t>
            </a:r>
            <a:endParaRPr lang="en-GB" altLang="en-US" sz="4600" dirty="0">
              <a:latin typeface="Sakkal Majalla" panose="02000000000000000000" pitchFamily="2" charset="-78"/>
              <a:cs typeface="Sakkal Majalla" panose="02000000000000000000" pitchFamily="2" charset="-78"/>
            </a:endParaRPr>
          </a:p>
        </p:txBody>
      </p:sp>
      <p:grpSp>
        <p:nvGrpSpPr>
          <p:cNvPr id="2" name="Group 1">
            <a:extLst>
              <a:ext uri="{FF2B5EF4-FFF2-40B4-BE49-F238E27FC236}">
                <a16:creationId xmlns:a16="http://schemas.microsoft.com/office/drawing/2014/main" id="{CB827379-EFE8-3E7B-F303-E7AEBB4692B7}"/>
              </a:ext>
            </a:extLst>
          </p:cNvPr>
          <p:cNvGrpSpPr/>
          <p:nvPr/>
        </p:nvGrpSpPr>
        <p:grpSpPr>
          <a:xfrm flipH="1">
            <a:off x="539552" y="3076099"/>
            <a:ext cx="8053607" cy="2118237"/>
            <a:chOff x="550843" y="3076099"/>
            <a:chExt cx="8053607" cy="2118237"/>
          </a:xfrm>
        </p:grpSpPr>
        <p:sp>
          <p:nvSpPr>
            <p:cNvPr id="3" name="Rectangle 2" descr="Fork and knife">
              <a:extLst>
                <a:ext uri="{FF2B5EF4-FFF2-40B4-BE49-F238E27FC236}">
                  <a16:creationId xmlns:a16="http://schemas.microsoft.com/office/drawing/2014/main" id="{0596329A-79B1-418D-F022-52F7807F7944}"/>
                </a:ext>
              </a:extLst>
            </p:cNvPr>
            <p:cNvSpPr/>
            <p:nvPr/>
          </p:nvSpPr>
          <p:spPr>
            <a:xfrm>
              <a:off x="1211033" y="3076099"/>
              <a:ext cx="1080311" cy="1080311"/>
            </a:xfrm>
            <a:prstGeom prst="rect">
              <a:avLst/>
            </a:prstGeom>
            <a: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4" name="Freeform: Shape 3">
              <a:extLst>
                <a:ext uri="{FF2B5EF4-FFF2-40B4-BE49-F238E27FC236}">
                  <a16:creationId xmlns:a16="http://schemas.microsoft.com/office/drawing/2014/main" id="{C15B0C80-1C1C-CF2D-AA1C-8BD42E925D13}"/>
                </a:ext>
              </a:extLst>
            </p:cNvPr>
            <p:cNvSpPr/>
            <p:nvPr/>
          </p:nvSpPr>
          <p:spPr>
            <a:xfrm>
              <a:off x="550843" y="4474336"/>
              <a:ext cx="2400691" cy="720000"/>
            </a:xfrm>
            <a:custGeom>
              <a:avLst/>
              <a:gdLst>
                <a:gd name="connsiteX0" fmla="*/ 0 w 2400691"/>
                <a:gd name="connsiteY0" fmla="*/ 0 h 720000"/>
                <a:gd name="connsiteX1" fmla="*/ 2400691 w 2400691"/>
                <a:gd name="connsiteY1" fmla="*/ 0 h 720000"/>
                <a:gd name="connsiteX2" fmla="*/ 2400691 w 2400691"/>
                <a:gd name="connsiteY2" fmla="*/ 720000 h 720000"/>
                <a:gd name="connsiteX3" fmla="*/ 0 w 2400691"/>
                <a:gd name="connsiteY3" fmla="*/ 720000 h 720000"/>
                <a:gd name="connsiteX4" fmla="*/ 0 w 2400691"/>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691" h="720000">
                  <a:moveTo>
                    <a:pt x="0" y="0"/>
                  </a:moveTo>
                  <a:lnTo>
                    <a:pt x="2400691" y="0"/>
                  </a:lnTo>
                  <a:lnTo>
                    <a:pt x="2400691"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rtlCol="1" anchor="t" anchorCtr="0">
              <a:noAutofit/>
            </a:bodyPr>
            <a:lstStyle/>
            <a:p>
              <a:pPr marL="0" lvl="0" indent="0" defTabSz="577850" rtl="1">
                <a:lnSpc>
                  <a:spcPct val="90000"/>
                </a:lnSpc>
                <a:spcBef>
                  <a:spcPct val="0"/>
                </a:spcBef>
                <a:spcAft>
                  <a:spcPts val="0"/>
                </a:spcAft>
                <a:buNone/>
              </a:pPr>
              <a:r>
                <a:rPr lang="ar" sz="1300" b="1" kern="1200" dirty="0">
                  <a:latin typeface="Sakkal Majalla" panose="02000000000000000000" pitchFamily="2" charset="-78"/>
                  <a:cs typeface="Sakkal Majalla" panose="02000000000000000000" pitchFamily="2" charset="-78"/>
                </a:rPr>
                <a:t>أ	</a:t>
              </a:r>
              <a:r>
                <a:rPr lang="ar" sz="1300" kern="1200" dirty="0">
                  <a:latin typeface="Sakkal Majalla" panose="02000000000000000000" pitchFamily="2" charset="-78"/>
                  <a:cs typeface="Sakkal Majalla" panose="02000000000000000000" pitchFamily="2" charset="-78"/>
                </a:rPr>
                <a:t>البحث وتخطيط قوائم الطعام 	التي تعكس أنماط </a:t>
              </a:r>
              <a:r>
                <a:rPr lang="ar-JO" sz="1300" dirty="0">
                  <a:latin typeface="Sakkal Majalla" panose="02000000000000000000" pitchFamily="2" charset="-78"/>
                  <a:cs typeface="Sakkal Majalla" panose="02000000000000000000" pitchFamily="2" charset="-78"/>
                </a:rPr>
                <a:t>ا</a:t>
              </a:r>
              <a:r>
                <a:rPr lang="ar" sz="1300" kern="1200" dirty="0">
                  <a:latin typeface="Sakkal Majalla" panose="02000000000000000000" pitchFamily="2" charset="-78"/>
                  <a:cs typeface="Sakkal Majalla" panose="02000000000000000000" pitchFamily="2" charset="-78"/>
                </a:rPr>
                <a:t>لطعام وأنواع </a:t>
              </a:r>
              <a:r>
                <a:rPr lang="en-US" sz="1300" kern="1200" dirty="0">
                  <a:latin typeface="Sakkal Majalla" panose="02000000000000000000" pitchFamily="2" charset="-78"/>
                  <a:cs typeface="Sakkal Majalla" panose="02000000000000000000" pitchFamily="2" charset="-78"/>
                </a:rPr>
                <a:t>	</a:t>
              </a:r>
              <a:r>
                <a:rPr lang="ar" sz="1300" kern="1200" dirty="0">
                  <a:latin typeface="Sakkal Majalla" panose="02000000000000000000" pitchFamily="2" charset="-78"/>
                  <a:cs typeface="Sakkal Majalla" panose="02000000000000000000" pitchFamily="2" charset="-78"/>
                </a:rPr>
                <a:t>الأطباق </a:t>
              </a:r>
              <a:r>
                <a:rPr lang="en-US" sz="1300" kern="1200" dirty="0">
                  <a:latin typeface="Sakkal Majalla" panose="02000000000000000000" pitchFamily="2" charset="-78"/>
                  <a:cs typeface="Sakkal Majalla" panose="02000000000000000000" pitchFamily="2" charset="-78"/>
                </a:rPr>
                <a:t> </a:t>
              </a:r>
              <a:r>
                <a:rPr lang="ar" sz="1300" kern="1200" dirty="0">
                  <a:latin typeface="Sakkal Majalla" panose="02000000000000000000" pitchFamily="2" charset="-78"/>
                  <a:cs typeface="Sakkal Majalla" panose="02000000000000000000" pitchFamily="2" charset="-78"/>
                </a:rPr>
                <a:t>التي تُحضر </a:t>
              </a:r>
              <a:r>
                <a:rPr lang="en-US" sz="1300" kern="1200" dirty="0">
                  <a:latin typeface="Sakkal Majalla" panose="02000000000000000000" pitchFamily="2" charset="-78"/>
                  <a:cs typeface="Sakkal Majalla" panose="02000000000000000000" pitchFamily="2" charset="-78"/>
                </a:rPr>
                <a:t> </a:t>
              </a:r>
              <a:r>
                <a:rPr lang="ar" sz="1300" kern="1200" dirty="0">
                  <a:latin typeface="Sakkal Majalla" panose="02000000000000000000" pitchFamily="2" charset="-78"/>
                  <a:cs typeface="Sakkal Majalla" panose="02000000000000000000" pitchFamily="2" charset="-78"/>
                </a:rPr>
                <a:t>وتطهى في بلدك</a:t>
              </a:r>
              <a:endParaRPr lang="en-US" sz="1300" kern="1200" dirty="0">
                <a:latin typeface="Sakkal Majalla" panose="02000000000000000000" pitchFamily="2" charset="-78"/>
                <a:cs typeface="Sakkal Majalla" panose="02000000000000000000" pitchFamily="2" charset="-78"/>
              </a:endParaRPr>
            </a:p>
          </p:txBody>
        </p:sp>
        <p:sp>
          <p:nvSpPr>
            <p:cNvPr id="5" name="Rectangle 4" descr="Pasta">
              <a:extLst>
                <a:ext uri="{FF2B5EF4-FFF2-40B4-BE49-F238E27FC236}">
                  <a16:creationId xmlns:a16="http://schemas.microsoft.com/office/drawing/2014/main" id="{FC99258E-A645-5F04-A08B-EB29FEA65D20}"/>
                </a:ext>
              </a:extLst>
            </p:cNvPr>
            <p:cNvSpPr/>
            <p:nvPr/>
          </p:nvSpPr>
          <p:spPr>
            <a:xfrm>
              <a:off x="4031845" y="3076099"/>
              <a:ext cx="1080311" cy="1080311"/>
            </a:xfrm>
            <a:prstGeom prst="rect">
              <a:avLst/>
            </a:prstGeom>
            <a: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6" name="Freeform: Shape 5">
              <a:extLst>
                <a:ext uri="{FF2B5EF4-FFF2-40B4-BE49-F238E27FC236}">
                  <a16:creationId xmlns:a16="http://schemas.microsoft.com/office/drawing/2014/main" id="{106FB66A-4C08-DF8B-D3D0-DDDCE986AB71}"/>
                </a:ext>
              </a:extLst>
            </p:cNvPr>
            <p:cNvSpPr/>
            <p:nvPr/>
          </p:nvSpPr>
          <p:spPr>
            <a:xfrm>
              <a:off x="3371656" y="4474336"/>
              <a:ext cx="2496491" cy="720000"/>
            </a:xfrm>
            <a:custGeom>
              <a:avLst/>
              <a:gdLst>
                <a:gd name="connsiteX0" fmla="*/ 0 w 2400691"/>
                <a:gd name="connsiteY0" fmla="*/ 0 h 720000"/>
                <a:gd name="connsiteX1" fmla="*/ 2400691 w 2400691"/>
                <a:gd name="connsiteY1" fmla="*/ 0 h 720000"/>
                <a:gd name="connsiteX2" fmla="*/ 2400691 w 2400691"/>
                <a:gd name="connsiteY2" fmla="*/ 720000 h 720000"/>
                <a:gd name="connsiteX3" fmla="*/ 0 w 2400691"/>
                <a:gd name="connsiteY3" fmla="*/ 720000 h 720000"/>
                <a:gd name="connsiteX4" fmla="*/ 0 w 2400691"/>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691" h="720000">
                  <a:moveTo>
                    <a:pt x="0" y="0"/>
                  </a:moveTo>
                  <a:lnTo>
                    <a:pt x="2400691" y="0"/>
                  </a:lnTo>
                  <a:lnTo>
                    <a:pt x="2400691"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rtlCol="1" anchor="t" anchorCtr="0">
              <a:noAutofit/>
            </a:bodyPr>
            <a:lstStyle/>
            <a:p>
              <a:pPr marL="0" lvl="0" indent="0" defTabSz="577850" rtl="1">
                <a:lnSpc>
                  <a:spcPct val="90000"/>
                </a:lnSpc>
                <a:spcBef>
                  <a:spcPct val="0"/>
                </a:spcBef>
                <a:spcAft>
                  <a:spcPct val="35000"/>
                </a:spcAft>
                <a:buNone/>
              </a:pPr>
              <a:r>
                <a:rPr lang="ar" sz="1300" b="1" kern="1200" dirty="0">
                  <a:latin typeface="Sakkal Majalla" panose="02000000000000000000" pitchFamily="2" charset="-78"/>
                  <a:cs typeface="Sakkal Majalla" panose="02000000000000000000" pitchFamily="2" charset="-78"/>
                </a:rPr>
                <a:t>ب	</a:t>
              </a:r>
              <a:r>
                <a:rPr lang="ar-MA" sz="1300" kern="1200" dirty="0">
                  <a:latin typeface="Sakkal Majalla" panose="02000000000000000000" pitchFamily="2" charset="-78"/>
                  <a:cs typeface="Sakkal Majalla" panose="02000000000000000000" pitchFamily="2" charset="-78"/>
                </a:rPr>
                <a:t>عرض مهارات إعداد الطعام وطهوه</a:t>
              </a:r>
              <a:endParaRPr lang="en-US" sz="1300" kern="1200" dirty="0">
                <a:latin typeface="Sakkal Majalla" panose="02000000000000000000" pitchFamily="2" charset="-78"/>
                <a:cs typeface="Sakkal Majalla" panose="02000000000000000000" pitchFamily="2" charset="-78"/>
              </a:endParaRPr>
            </a:p>
          </p:txBody>
        </p:sp>
        <p:sp>
          <p:nvSpPr>
            <p:cNvPr id="7" name="Rectangle 6" descr="Covered plate">
              <a:extLst>
                <a:ext uri="{FF2B5EF4-FFF2-40B4-BE49-F238E27FC236}">
                  <a16:creationId xmlns:a16="http://schemas.microsoft.com/office/drawing/2014/main" id="{2A96BCA6-27F5-B7D4-70FD-410B2C5CA962}"/>
                </a:ext>
              </a:extLst>
            </p:cNvPr>
            <p:cNvSpPr/>
            <p:nvPr/>
          </p:nvSpPr>
          <p:spPr>
            <a:xfrm>
              <a:off x="6852658" y="3076099"/>
              <a:ext cx="1080311" cy="1080311"/>
            </a:xfrm>
            <a:prstGeom prst="rect">
              <a:avLst/>
            </a:prstGeom>
            <a: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8" name="Freeform: Shape 7">
              <a:extLst>
                <a:ext uri="{FF2B5EF4-FFF2-40B4-BE49-F238E27FC236}">
                  <a16:creationId xmlns:a16="http://schemas.microsoft.com/office/drawing/2014/main" id="{EF00E000-F66D-5C28-DE06-E1931E742DB5}"/>
                </a:ext>
              </a:extLst>
            </p:cNvPr>
            <p:cNvSpPr/>
            <p:nvPr/>
          </p:nvSpPr>
          <p:spPr>
            <a:xfrm>
              <a:off x="6203759" y="4474336"/>
              <a:ext cx="2400691" cy="720000"/>
            </a:xfrm>
            <a:custGeom>
              <a:avLst/>
              <a:gdLst>
                <a:gd name="connsiteX0" fmla="*/ 0 w 2400691"/>
                <a:gd name="connsiteY0" fmla="*/ 0 h 720000"/>
                <a:gd name="connsiteX1" fmla="*/ 2400691 w 2400691"/>
                <a:gd name="connsiteY1" fmla="*/ 0 h 720000"/>
                <a:gd name="connsiteX2" fmla="*/ 2400691 w 2400691"/>
                <a:gd name="connsiteY2" fmla="*/ 720000 h 720000"/>
                <a:gd name="connsiteX3" fmla="*/ 0 w 2400691"/>
                <a:gd name="connsiteY3" fmla="*/ 720000 h 720000"/>
                <a:gd name="connsiteX4" fmla="*/ 0 w 2400691"/>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0691" h="720000">
                  <a:moveTo>
                    <a:pt x="0" y="0"/>
                  </a:moveTo>
                  <a:lnTo>
                    <a:pt x="2400691" y="0"/>
                  </a:lnTo>
                  <a:lnTo>
                    <a:pt x="2400691"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rtlCol="1" anchor="t" anchorCtr="0">
              <a:noAutofit/>
            </a:bodyPr>
            <a:lstStyle/>
            <a:p>
              <a:pPr marL="0" lvl="0" indent="0" defTabSz="577850" rtl="1">
                <a:lnSpc>
                  <a:spcPct val="90000"/>
                </a:lnSpc>
                <a:spcBef>
                  <a:spcPct val="0"/>
                </a:spcBef>
                <a:spcAft>
                  <a:spcPct val="35000"/>
                </a:spcAft>
                <a:buNone/>
              </a:pPr>
              <a:r>
                <a:rPr lang="ar" sz="1300" b="1" kern="1200" dirty="0">
                  <a:latin typeface="Sakkal Majalla" panose="02000000000000000000" pitchFamily="2" charset="-78"/>
                  <a:cs typeface="Sakkal Majalla" panose="02000000000000000000" pitchFamily="2" charset="-78"/>
                </a:rPr>
                <a:t>ج	</a:t>
              </a:r>
              <a:r>
                <a:rPr lang="ar" sz="1300" kern="1200" dirty="0">
                  <a:latin typeface="Sakkal Majalla" panose="02000000000000000000" pitchFamily="2" charset="-78"/>
                  <a:cs typeface="Sakkal Majalla" panose="02000000000000000000" pitchFamily="2" charset="-78"/>
                </a:rPr>
                <a:t>تقييم الأطباق في شكلها النهائي. </a:t>
              </a:r>
              <a:endParaRPr lang="en-US" sz="1300" kern="1200" dirty="0">
                <a:latin typeface="Sakkal Majalla" panose="02000000000000000000" pitchFamily="2" charset="-78"/>
                <a:cs typeface="Sakkal Majalla" panose="02000000000000000000" pitchFamily="2" charset="-78"/>
              </a:endParaRPr>
            </a:p>
          </p:txBody>
        </p:sp>
      </p:grpSp>
      <p:sp>
        <p:nvSpPr>
          <p:cNvPr id="9" name="Footer Placeholder 2">
            <a:extLst>
              <a:ext uri="{FF2B5EF4-FFF2-40B4-BE49-F238E27FC236}">
                <a16:creationId xmlns:a16="http://schemas.microsoft.com/office/drawing/2014/main" id="{1B5DB2FC-D890-4599-4DFF-430539498FB8}"/>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algn="r" rtl="1">
              <a:spcBef>
                <a:spcPts val="1200"/>
              </a:spcBef>
              <a:spcAft>
                <a:spcPts val="1500"/>
              </a:spcAft>
            </a:pPr>
            <a:r>
              <a:rPr lang="ar" sz="2600" b="1" dirty="0">
                <a:latin typeface="Sakkal Majalla" panose="02000000000000000000" pitchFamily="2" charset="-78"/>
                <a:cs typeface="Sakkal Majalla" panose="02000000000000000000" pitchFamily="2" charset="-78"/>
              </a:rPr>
              <a:t>نتاج التعلُّم أ</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البحث وتخطيط قوائم الطعام التي تعكس أنماط الطعام وأنواع الأطباق التي </a:t>
            </a:r>
            <a:r>
              <a:rPr lang="ar-JO" sz="2600" b="1" dirty="0">
                <a:latin typeface="Sakkal Majalla" panose="02000000000000000000" pitchFamily="2" charset="-78"/>
                <a:cs typeface="Sakkal Majalla" panose="02000000000000000000" pitchFamily="2" charset="-78"/>
              </a:rPr>
              <a:t>تحضر</a:t>
            </a:r>
            <a:r>
              <a:rPr lang="ar" sz="2600" b="1" dirty="0">
                <a:latin typeface="Sakkal Majalla" panose="02000000000000000000" pitchFamily="2" charset="-78"/>
                <a:cs typeface="Sakkal Majalla" panose="02000000000000000000" pitchFamily="2" charset="-78"/>
              </a:rPr>
              <a:t> وتُطهى في بلدك</a:t>
            </a:r>
            <a:br>
              <a:rPr lang="en-GB" altLang="en-US" sz="2600" dirty="0">
                <a:latin typeface="Sakkal Majalla" panose="02000000000000000000" pitchFamily="2" charset="-78"/>
                <a:cs typeface="Sakkal Majalla" panose="02000000000000000000" pitchFamily="2" charset="-78"/>
              </a:rPr>
            </a:b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أ1</a:t>
            </a:r>
            <a:r>
              <a:rPr lang="ar" sz="2600" b="1" dirty="0">
                <a:latin typeface="Sakkal Majalla" panose="02000000000000000000" pitchFamily="2" charset="-78"/>
                <a:cs typeface="Sakkal Majalla" panose="02000000000000000000" pitchFamily="2" charset="-78"/>
              </a:rPr>
              <a:t> </a:t>
            </a:r>
            <a:r>
              <a:rPr lang="ar" sz="2600" dirty="0">
                <a:latin typeface="Sakkal Majalla" panose="02000000000000000000" pitchFamily="2" charset="-78"/>
                <a:cs typeface="Sakkal Majalla" panose="02000000000000000000" pitchFamily="2" charset="-78"/>
              </a:rPr>
              <a:t>تاريخ الطعام والعوامل المؤثرة فيه</a:t>
            </a: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أ2 أنماط وأنواع الطعام</a:t>
            </a: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أ3 منافذ وقوائم الطعام التقليدي</a:t>
            </a:r>
            <a:br>
              <a:rPr lang="en-GB" altLang="en-US" sz="2600" dirty="0">
                <a:latin typeface="Sakkal Majalla" panose="02000000000000000000" pitchFamily="2" charset="-78"/>
                <a:cs typeface="Sakkal Majalla" panose="02000000000000000000" pitchFamily="2" charset="-78"/>
              </a:rPr>
            </a:br>
            <a:r>
              <a:rPr lang="ar" sz="2600" dirty="0">
                <a:latin typeface="Sakkal Majalla" panose="02000000000000000000" pitchFamily="2" charset="-78"/>
                <a:cs typeface="Sakkal Majalla" panose="02000000000000000000" pitchFamily="2" charset="-78"/>
              </a:rPr>
              <a:t>أ4 قوائم طعام متوازنة تقدم أطباقًا تقليدية تلبي احتياجات العمل</a:t>
            </a:r>
            <a:r>
              <a:rPr lang="ar-JO" sz="2600" dirty="0">
                <a:latin typeface="Sakkal Majalla" panose="02000000000000000000" pitchFamily="2" charset="-78"/>
                <a:cs typeface="Sakkal Majalla" panose="02000000000000000000" pitchFamily="2" charset="-78"/>
              </a:rPr>
              <a:t> والعملاء</a:t>
            </a:r>
            <a:br>
              <a:rPr lang="en-GB"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36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068D85A-858A-6FE0-0656-C0EA80B7ADE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dirty="0">
                <a:latin typeface="Sakkal Majalla" panose="02000000000000000000" pitchFamily="2" charset="-78"/>
                <a:cs typeface="Sakkal Majalla" panose="02000000000000000000" pitchFamily="2" charset="-78"/>
              </a:rPr>
              <a:t>تاريخ الطعام والعوامل المؤثرة فيه</a:t>
            </a:r>
          </a:p>
        </p:txBody>
      </p:sp>
      <p:sp>
        <p:nvSpPr>
          <p:cNvPr id="5" name="TextBox 4">
            <a:extLst>
              <a:ext uri="{FF2B5EF4-FFF2-40B4-BE49-F238E27FC236}">
                <a16:creationId xmlns:a16="http://schemas.microsoft.com/office/drawing/2014/main" id="{EBF449B8-39A4-27C1-9D06-23FAA9423325}"/>
              </a:ext>
            </a:extLst>
          </p:cNvPr>
          <p:cNvSpPr txBox="1"/>
          <p:nvPr/>
        </p:nvSpPr>
        <p:spPr>
          <a:xfrm>
            <a:off x="4250530" y="2348880"/>
            <a:ext cx="4824536" cy="2462213"/>
          </a:xfrm>
          <a:prstGeom prst="rect">
            <a:avLst/>
          </a:prstGeom>
          <a:noFill/>
        </p:spPr>
        <p:txBody>
          <a:bodyPr wrap="square" rtlCol="1">
            <a:spAutoFit/>
          </a:bodyPr>
          <a:lstStyle/>
          <a:p>
            <a:pPr rtl="1"/>
            <a:r>
              <a:rPr lang="ar" sz="2200" dirty="0">
                <a:latin typeface="Sakkal Majalla" panose="02000000000000000000" pitchFamily="2" charset="-78"/>
                <a:cs typeface="Sakkal Majalla" panose="02000000000000000000" pitchFamily="2" charset="-78"/>
              </a:rPr>
              <a:t>إن فهم العلاقة بين الجغرافيا والمناخ والبيئة وإنتاج الغذاء يمكن أن يساعدنا </a:t>
            </a:r>
            <a:r>
              <a:rPr lang="ar-JO" sz="2200" dirty="0">
                <a:latin typeface="Sakkal Majalla" panose="02000000000000000000" pitchFamily="2" charset="-78"/>
                <a:cs typeface="Sakkal Majalla" panose="02000000000000000000" pitchFamily="2" charset="-78"/>
              </a:rPr>
              <a:t>على</a:t>
            </a:r>
            <a:r>
              <a:rPr lang="ar" sz="2200" dirty="0">
                <a:latin typeface="Sakkal Majalla" panose="02000000000000000000" pitchFamily="2" charset="-78"/>
                <a:cs typeface="Sakkal Majalla" panose="02000000000000000000" pitchFamily="2" charset="-78"/>
              </a:rPr>
              <a:t> اتخاذ قرارات مدروسة حول الأطعمة التي نطهوها وكيفية تحضيرها وكيفية الحد من أثرها السلبي على الكوكب. وبفضل هذا الفهم، يمكننا تقدير أهمية ممارسات الزراعة المستدامة في إدارة إنتاج الغذاء في ظل التغيرات البيئية مثل تغيّر المناخ. كما تؤثر الطبيعة الجغرافية والمناخ والبيئة في الأطعمة الأساسية في المنطقة.</a:t>
            </a:r>
          </a:p>
        </p:txBody>
      </p:sp>
      <p:sp>
        <p:nvSpPr>
          <p:cNvPr id="6" name="TextBox 5">
            <a:extLst>
              <a:ext uri="{FF2B5EF4-FFF2-40B4-BE49-F238E27FC236}">
                <a16:creationId xmlns:a16="http://schemas.microsoft.com/office/drawing/2014/main" id="{FCE2EAF2-F63D-6C45-2321-60208E601F97}"/>
              </a:ext>
            </a:extLst>
          </p:cNvPr>
          <p:cNvSpPr txBox="1"/>
          <p:nvPr/>
        </p:nvSpPr>
        <p:spPr>
          <a:xfrm>
            <a:off x="227512" y="5301208"/>
            <a:ext cx="3816424" cy="707886"/>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من وجهة نظرك ما السبب في اختلاف جانبي هذه الصورة؟ وأي الجانبين الأنسب لزراعة الطعام؟</a:t>
            </a:r>
          </a:p>
        </p:txBody>
      </p:sp>
      <p:sp>
        <p:nvSpPr>
          <p:cNvPr id="10" name="TextBox 9">
            <a:extLst>
              <a:ext uri="{FF2B5EF4-FFF2-40B4-BE49-F238E27FC236}">
                <a16:creationId xmlns:a16="http://schemas.microsoft.com/office/drawing/2014/main" id="{F5EA739E-09C4-67EC-521B-3565352B87B2}"/>
              </a:ext>
            </a:extLst>
          </p:cNvPr>
          <p:cNvSpPr txBox="1"/>
          <p:nvPr/>
        </p:nvSpPr>
        <p:spPr>
          <a:xfrm>
            <a:off x="2483769" y="1844452"/>
            <a:ext cx="6422867"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الطبيعة الجغرافية والمناخ والبيئة</a:t>
            </a:r>
          </a:p>
        </p:txBody>
      </p:sp>
      <p:pic>
        <p:nvPicPr>
          <p:cNvPr id="4" name="Picture 3" descr="A green and blue grass">
            <a:extLst>
              <a:ext uri="{FF2B5EF4-FFF2-40B4-BE49-F238E27FC236}">
                <a16:creationId xmlns:a16="http://schemas.microsoft.com/office/drawing/2014/main" id="{15673D58-C86A-053E-E53B-681FDA67EF9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9" y="2478231"/>
            <a:ext cx="3624390" cy="2537073"/>
          </a:xfrm>
          <a:prstGeom prst="rect">
            <a:avLst/>
          </a:prstGeom>
        </p:spPr>
      </p:pic>
      <p:sp>
        <p:nvSpPr>
          <p:cNvPr id="2" name="Footer Placeholder 2">
            <a:extLst>
              <a:ext uri="{FF2B5EF4-FFF2-40B4-BE49-F238E27FC236}">
                <a16:creationId xmlns:a16="http://schemas.microsoft.com/office/drawing/2014/main" id="{756C9044-66BC-E544-8771-92A5DE92C91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884549766"/>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dirty="0">
                <a:latin typeface="Sakkal Majalla" panose="02000000000000000000" pitchFamily="2" charset="-78"/>
                <a:cs typeface="Sakkal Majalla" panose="02000000000000000000" pitchFamily="2" charset="-78"/>
              </a:rPr>
              <a:t>تاريخ الطعام والعوامل المؤثرة فيه</a:t>
            </a:r>
          </a:p>
        </p:txBody>
      </p:sp>
      <p:graphicFrame>
        <p:nvGraphicFramePr>
          <p:cNvPr id="6" name="Diagram 5">
            <a:extLst>
              <a:ext uri="{FF2B5EF4-FFF2-40B4-BE49-F238E27FC236}">
                <a16:creationId xmlns:a16="http://schemas.microsoft.com/office/drawing/2014/main" id="{F74BB054-C890-768C-72AD-C01008982E27}"/>
              </a:ext>
            </a:extLst>
          </p:cNvPr>
          <p:cNvGraphicFramePr/>
          <p:nvPr>
            <p:extLst>
              <p:ext uri="{D42A27DB-BD31-4B8C-83A1-F6EECF244321}">
                <p14:modId xmlns:p14="http://schemas.microsoft.com/office/powerpoint/2010/main" val="1875720448"/>
              </p:ext>
            </p:extLst>
          </p:nvPr>
        </p:nvGraphicFramePr>
        <p:xfrm>
          <a:off x="5040052" y="2636912"/>
          <a:ext cx="4716524" cy="33843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Box 6">
            <a:extLst>
              <a:ext uri="{FF2B5EF4-FFF2-40B4-BE49-F238E27FC236}">
                <a16:creationId xmlns:a16="http://schemas.microsoft.com/office/drawing/2014/main" id="{37A286A3-2442-4F38-EA2B-527823E46723}"/>
              </a:ext>
            </a:extLst>
          </p:cNvPr>
          <p:cNvSpPr txBox="1"/>
          <p:nvPr/>
        </p:nvSpPr>
        <p:spPr>
          <a:xfrm>
            <a:off x="383120" y="2931713"/>
            <a:ext cx="5688632" cy="2554545"/>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في وقتنا الحالي، أسهمت العولمة في انتشار تقاليد الطهو واندماج الأطعمة من مطابخ مختلفة نتيجة تفاعل وتبادل الممارسات الغذائية بين الأشخاص من الثقافات والأديان المختلفة.</a:t>
            </a:r>
          </a:p>
          <a:p>
            <a:pPr rtl="1"/>
            <a:endParaRPr lang="en-GB" sz="2000" dirty="0">
              <a:latin typeface="Sakkal Majalla" panose="02000000000000000000" pitchFamily="2" charset="-78"/>
              <a:cs typeface="Sakkal Majalla" panose="02000000000000000000" pitchFamily="2" charset="-78"/>
            </a:endParaRPr>
          </a:p>
          <a:p>
            <a:pPr rtl="1"/>
            <a:endParaRPr lang="en-GB" sz="2000" dirty="0">
              <a:latin typeface="Sakkal Majalla" panose="02000000000000000000" pitchFamily="2" charset="-78"/>
              <a:cs typeface="Sakkal Majalla" panose="02000000000000000000" pitchFamily="2" charset="-78"/>
            </a:endParaRP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موضوع المناقشة</a:t>
            </a:r>
          </a:p>
          <a:p>
            <a:pPr rtl="1"/>
            <a:r>
              <a:rPr lang="ar" sz="2000" dirty="0">
                <a:latin typeface="Sakkal Majalla" panose="02000000000000000000" pitchFamily="2" charset="-78"/>
                <a:cs typeface="Sakkal Majalla" panose="02000000000000000000" pitchFamily="2" charset="-78"/>
              </a:rPr>
              <a:t>ناقش المواضيع المتعلقة بالدين والثقافة وكيف أثرت </a:t>
            </a:r>
            <a:r>
              <a:rPr lang="ar-JO" sz="2000" dirty="0">
                <a:latin typeface="Sakkal Majalla" panose="02000000000000000000" pitchFamily="2" charset="-78"/>
                <a:cs typeface="Sakkal Majalla" panose="02000000000000000000" pitchFamily="2" charset="-78"/>
              </a:rPr>
              <a:t>في</a:t>
            </a:r>
            <a:r>
              <a:rPr lang="ar" sz="2000" dirty="0">
                <a:latin typeface="Sakkal Majalla" panose="02000000000000000000" pitchFamily="2" charset="-78"/>
                <a:cs typeface="Sakkal Majalla" panose="02000000000000000000" pitchFamily="2" charset="-78"/>
              </a:rPr>
              <a:t> الطعام في بلدك. </a:t>
            </a:r>
          </a:p>
        </p:txBody>
      </p:sp>
      <p:sp>
        <p:nvSpPr>
          <p:cNvPr id="13" name="TextBox 12">
            <a:extLst>
              <a:ext uri="{FF2B5EF4-FFF2-40B4-BE49-F238E27FC236}">
                <a16:creationId xmlns:a16="http://schemas.microsoft.com/office/drawing/2014/main" id="{65F07377-EB50-1978-1C4C-D0442730CABD}"/>
              </a:ext>
            </a:extLst>
          </p:cNvPr>
          <p:cNvSpPr txBox="1"/>
          <p:nvPr/>
        </p:nvSpPr>
        <p:spPr>
          <a:xfrm>
            <a:off x="3418700" y="2091815"/>
            <a:ext cx="4897716"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الدين والثقافة</a:t>
            </a:r>
          </a:p>
        </p:txBody>
      </p:sp>
      <p:sp>
        <p:nvSpPr>
          <p:cNvPr id="2" name="Footer Placeholder 2">
            <a:extLst>
              <a:ext uri="{FF2B5EF4-FFF2-40B4-BE49-F238E27FC236}">
                <a16:creationId xmlns:a16="http://schemas.microsoft.com/office/drawing/2014/main" id="{D1B8A7B6-8E3E-2029-654A-563C116A7D8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3421641898"/>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7544" y="1204861"/>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dirty="0">
                <a:latin typeface="Sakkal Majalla" panose="02000000000000000000" pitchFamily="2" charset="-78"/>
                <a:cs typeface="Sakkal Majalla" panose="02000000000000000000" pitchFamily="2" charset="-78"/>
              </a:rPr>
              <a:t>تاريخ الطعام والعوامل المؤثرة فيه</a:t>
            </a:r>
          </a:p>
        </p:txBody>
      </p:sp>
      <p:sp>
        <p:nvSpPr>
          <p:cNvPr id="4" name="TextBox 3">
            <a:extLst>
              <a:ext uri="{FF2B5EF4-FFF2-40B4-BE49-F238E27FC236}">
                <a16:creationId xmlns:a16="http://schemas.microsoft.com/office/drawing/2014/main" id="{1918337A-C839-E423-B650-9277B3DDCF51}"/>
              </a:ext>
            </a:extLst>
          </p:cNvPr>
          <p:cNvSpPr txBox="1"/>
          <p:nvPr/>
        </p:nvSpPr>
        <p:spPr>
          <a:xfrm>
            <a:off x="467544" y="2708920"/>
            <a:ext cx="8208912" cy="2246769"/>
          </a:xfrm>
          <a:prstGeom prst="rect">
            <a:avLst/>
          </a:prstGeom>
          <a:no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أثر التصنيع الغذائي </a:t>
            </a:r>
            <a:r>
              <a:rPr lang="ar-JO" sz="2000" dirty="0">
                <a:latin typeface="Sakkal Majalla" panose="02000000000000000000" pitchFamily="2" charset="-78"/>
                <a:cs typeface="Sakkal Majalla" panose="02000000000000000000" pitchFamily="2" charset="-78"/>
              </a:rPr>
              <a:t>في</a:t>
            </a:r>
            <a:r>
              <a:rPr lang="ar" sz="2000" dirty="0">
                <a:latin typeface="Sakkal Majalla" panose="02000000000000000000" pitchFamily="2" charset="-78"/>
                <a:cs typeface="Sakkal Majalla" panose="02000000000000000000" pitchFamily="2" charset="-78"/>
              </a:rPr>
              <a:t> الممارسات الثقافية المتعلقة بالطعام بطرق مختلفة. </a:t>
            </a: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بينما قد تحل الطرق الصناعية الحديثة مكان الأطعمة وتقنيات الطهو التقليدية، ما يؤدي إلى فقدان التراث الثقافي وتنوع الطهو، إلا أنها قد جلبت أيضًا تغييرات إيجابية. </a:t>
            </a:r>
          </a:p>
          <a:p>
            <a:pPr rtl="1"/>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فلقد ساعد التصنيع أيضًا على انتشار بعض الأطعمة وممارسات الطهو، ما أدى إلى إندماج المأكولات وظهور ثقافات غذائية جديدة.</a:t>
            </a:r>
          </a:p>
        </p:txBody>
      </p:sp>
      <p:sp>
        <p:nvSpPr>
          <p:cNvPr id="23" name="TextBox 22">
            <a:extLst>
              <a:ext uri="{FF2B5EF4-FFF2-40B4-BE49-F238E27FC236}">
                <a16:creationId xmlns:a16="http://schemas.microsoft.com/office/drawing/2014/main" id="{F442B032-D76C-3234-84B9-202E59395E9E}"/>
              </a:ext>
            </a:extLst>
          </p:cNvPr>
          <p:cNvSpPr txBox="1"/>
          <p:nvPr/>
        </p:nvSpPr>
        <p:spPr>
          <a:xfrm>
            <a:off x="4104456" y="2054926"/>
            <a:ext cx="4572000"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التصنيع</a:t>
            </a:r>
          </a:p>
        </p:txBody>
      </p:sp>
      <p:graphicFrame>
        <p:nvGraphicFramePr>
          <p:cNvPr id="3" name="Diagram 2">
            <a:extLst>
              <a:ext uri="{FF2B5EF4-FFF2-40B4-BE49-F238E27FC236}">
                <a16:creationId xmlns:a16="http://schemas.microsoft.com/office/drawing/2014/main" id="{70577BE9-EB8D-D48D-AB75-E5E69ED748CC}"/>
              </a:ext>
            </a:extLst>
          </p:cNvPr>
          <p:cNvGraphicFramePr/>
          <p:nvPr>
            <p:extLst>
              <p:ext uri="{D42A27DB-BD31-4B8C-83A1-F6EECF244321}">
                <p14:modId xmlns:p14="http://schemas.microsoft.com/office/powerpoint/2010/main" val="3348040538"/>
              </p:ext>
            </p:extLst>
          </p:nvPr>
        </p:nvGraphicFramePr>
        <p:xfrm>
          <a:off x="2286000" y="5653139"/>
          <a:ext cx="4572000"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B357224C-2857-A2D4-A9DC-652288FEA5D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4010689273"/>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54361" y="1916832"/>
            <a:ext cx="8435279" cy="83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spcAft>
                <a:spcPts val="600"/>
              </a:spcAft>
            </a:pPr>
            <a:r>
              <a:rPr lang="ar" sz="3800" dirty="0">
                <a:latin typeface="Sakkal Majalla" panose="02000000000000000000" pitchFamily="2" charset="-78"/>
                <a:cs typeface="Sakkal Majalla" panose="02000000000000000000" pitchFamily="2" charset="-78"/>
              </a:rPr>
              <a:t>تاريخ الطعام والعوامل المؤثرة فيه</a:t>
            </a:r>
          </a:p>
          <a:p>
            <a:pPr algn="ctr" rtl="1">
              <a:spcAft>
                <a:spcPts val="600"/>
              </a:spcAft>
            </a:pPr>
            <a:endParaRPr lang="en-US" altLang="en-US" sz="4900" dirty="0">
              <a:solidFill>
                <a:schemeClr val="tx2"/>
              </a:solidFill>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1918337A-C839-E423-B650-9277B3DDCF51}"/>
              </a:ext>
            </a:extLst>
          </p:cNvPr>
          <p:cNvSpPr txBox="1"/>
          <p:nvPr/>
        </p:nvSpPr>
        <p:spPr bwMode="auto">
          <a:xfrm>
            <a:off x="457199" y="2419147"/>
            <a:ext cx="7859217" cy="3025889"/>
          </a:xfrm>
          <a:prstGeom prst="rect">
            <a:avLst/>
          </a:prstGeom>
          <a:noFill/>
          <a:ln>
            <a:noFill/>
          </a:ln>
        </p:spPr>
        <p:txBody>
          <a:bodyPr vert="horz" wrap="square" lIns="91440" tIns="45720" rIns="91440" bIns="45720" numCol="1" rtlCol="1" anchor="t" anchorCtr="0" compatLnSpc="1">
            <a:prstTxWarp prst="textNoShape">
              <a:avLst/>
            </a:prstTxWarp>
            <a:noAutofit/>
          </a:bodyPr>
          <a:lstStyle/>
          <a:p>
            <a:pPr marL="342900" indent="-342900" rtl="1">
              <a:lnSpc>
                <a:spcPct val="90000"/>
              </a:lnSpc>
              <a:spcBef>
                <a:spcPct val="20000"/>
              </a:spcBef>
              <a:buFont typeface="Wingdings" pitchFamily="2" charset="2"/>
              <a:buChar char="§"/>
            </a:pPr>
            <a:r>
              <a:rPr lang="ar" sz="2400" dirty="0">
                <a:latin typeface="Sakkal Majalla" panose="02000000000000000000" pitchFamily="2" charset="-78"/>
                <a:cs typeface="Sakkal Majalla" panose="02000000000000000000" pitchFamily="2" charset="-78"/>
              </a:rPr>
              <a:t>تحدث عملية إدخال الأطعمة الجديدة في الوقت الذي يستكشف فيه الناس أطعمة جديدة ويقدمو</a:t>
            </a:r>
            <a:r>
              <a:rPr lang="ar-JO" sz="2400" dirty="0">
                <a:latin typeface="Sakkal Majalla" panose="02000000000000000000" pitchFamily="2" charset="-78"/>
                <a:cs typeface="Sakkal Majalla" panose="02000000000000000000" pitchFamily="2" charset="-78"/>
              </a:rPr>
              <a:t>ن</a:t>
            </a:r>
            <a:r>
              <a:rPr lang="ar" sz="2400" dirty="0">
                <a:latin typeface="Sakkal Majalla" panose="02000000000000000000" pitchFamily="2" charset="-78"/>
                <a:cs typeface="Sakkal Majalla" panose="02000000000000000000" pitchFamily="2" charset="-78"/>
              </a:rPr>
              <a:t>ها في مناطق مختلفة.</a:t>
            </a:r>
          </a:p>
          <a:p>
            <a:pPr marL="342900" indent="-342900" rtl="1">
              <a:lnSpc>
                <a:spcPct val="90000"/>
              </a:lnSpc>
              <a:spcBef>
                <a:spcPct val="20000"/>
              </a:spcBef>
              <a:buFont typeface="Wingdings" pitchFamily="2" charset="2"/>
              <a:buChar char="§"/>
            </a:pPr>
            <a:r>
              <a:rPr lang="ar" sz="2400" dirty="0">
                <a:latin typeface="Sakkal Majalla" panose="02000000000000000000" pitchFamily="2" charset="-78"/>
                <a:cs typeface="Sakkal Majalla" panose="02000000000000000000" pitchFamily="2" charset="-78"/>
              </a:rPr>
              <a:t>يحدث استغلال الموارد عندما يتم استغلال الموارد الطبيعية، الأمر الذي يمكن أن يؤدي بدوره إلى تدهور البيئة. </a:t>
            </a:r>
          </a:p>
          <a:p>
            <a:pPr marL="342900" indent="-342900" rtl="1">
              <a:lnSpc>
                <a:spcPct val="90000"/>
              </a:lnSpc>
              <a:spcBef>
                <a:spcPct val="20000"/>
              </a:spcBef>
              <a:buFont typeface="Wingdings" pitchFamily="2" charset="2"/>
              <a:buChar char="§"/>
            </a:pPr>
            <a:r>
              <a:rPr lang="ar" sz="2400" dirty="0">
                <a:latin typeface="Sakkal Majalla" panose="02000000000000000000" pitchFamily="2" charset="-78"/>
                <a:cs typeface="Sakkal Majalla" panose="02000000000000000000" pitchFamily="2" charset="-78"/>
              </a:rPr>
              <a:t>يسهم التمازج الثقافي في اندماج الأطعمة من مختلف البلدان.</a:t>
            </a:r>
          </a:p>
          <a:p>
            <a:pPr marL="342900" indent="-342900" rtl="1">
              <a:lnSpc>
                <a:spcPct val="90000"/>
              </a:lnSpc>
              <a:spcBef>
                <a:spcPct val="20000"/>
              </a:spcBef>
              <a:buFont typeface="Wingdings" pitchFamily="2" charset="2"/>
              <a:buChar char="§"/>
            </a:pPr>
            <a:r>
              <a:rPr lang="ar" sz="2400" dirty="0">
                <a:latin typeface="Sakkal Majalla" panose="02000000000000000000" pitchFamily="2" charset="-78"/>
                <a:cs typeface="Sakkal Majalla" panose="02000000000000000000" pitchFamily="2" charset="-78"/>
              </a:rPr>
              <a:t>قد تشمل بعض التفضيلات الغذائية إدخال الأطعمة المصنعة، ما قد يؤدي إلى انخفاض استهلاك الأطعمة والأطباق المحلية. </a:t>
            </a:r>
          </a:p>
          <a:p>
            <a:pPr marL="342900" indent="-342900" rtl="1">
              <a:lnSpc>
                <a:spcPct val="90000"/>
              </a:lnSpc>
              <a:spcBef>
                <a:spcPct val="20000"/>
              </a:spcBef>
              <a:buFont typeface="Wingdings" pitchFamily="2" charset="2"/>
              <a:buChar char="§"/>
            </a:pPr>
            <a:endParaRPr lang="en-US" sz="2400" dirty="0">
              <a:latin typeface="Sakkal Majalla" panose="02000000000000000000" pitchFamily="2" charset="-78"/>
              <a:cs typeface="Sakkal Majalla" panose="02000000000000000000" pitchFamily="2" charset="-78"/>
            </a:endParaRPr>
          </a:p>
        </p:txBody>
      </p:sp>
      <p:graphicFrame>
        <p:nvGraphicFramePr>
          <p:cNvPr id="15" name="Diagram 14">
            <a:extLst>
              <a:ext uri="{FF2B5EF4-FFF2-40B4-BE49-F238E27FC236}">
                <a16:creationId xmlns:a16="http://schemas.microsoft.com/office/drawing/2014/main" id="{2970BB39-50DB-FC03-CDE4-5D1A87D868B0}"/>
              </a:ext>
            </a:extLst>
          </p:cNvPr>
          <p:cNvGraphicFramePr/>
          <p:nvPr>
            <p:extLst>
              <p:ext uri="{D42A27DB-BD31-4B8C-83A1-F6EECF244321}">
                <p14:modId xmlns:p14="http://schemas.microsoft.com/office/powerpoint/2010/main" val="3718562083"/>
              </p:ext>
            </p:extLst>
          </p:nvPr>
        </p:nvGraphicFramePr>
        <p:xfrm>
          <a:off x="2100808" y="5662800"/>
          <a:ext cx="4572000"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4" name="TextBox 13">
            <a:extLst>
              <a:ext uri="{FF2B5EF4-FFF2-40B4-BE49-F238E27FC236}">
                <a16:creationId xmlns:a16="http://schemas.microsoft.com/office/drawing/2014/main" id="{CC9CCAB9-3015-ACEE-9F1A-FDB9AFFA4BDD}"/>
              </a:ext>
            </a:extLst>
          </p:cNvPr>
          <p:cNvSpPr txBox="1"/>
          <p:nvPr/>
        </p:nvSpPr>
        <p:spPr>
          <a:xfrm>
            <a:off x="4032448" y="1772816"/>
            <a:ext cx="4572000"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الإمبريالية والاستعمار</a:t>
            </a:r>
          </a:p>
        </p:txBody>
      </p:sp>
      <p:sp>
        <p:nvSpPr>
          <p:cNvPr id="2" name="Footer Placeholder 2">
            <a:extLst>
              <a:ext uri="{FF2B5EF4-FFF2-40B4-BE49-F238E27FC236}">
                <a16:creationId xmlns:a16="http://schemas.microsoft.com/office/drawing/2014/main" id="{F071E0DE-3C37-8751-3050-DF7DC989D7B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903170156"/>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251520"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dirty="0">
                <a:latin typeface="Sakkal Majalla" panose="02000000000000000000" pitchFamily="2" charset="-78"/>
                <a:cs typeface="Sakkal Majalla" panose="02000000000000000000" pitchFamily="2" charset="-78"/>
              </a:rPr>
              <a:t>أ2 أنماط وأنواع الطعام</a:t>
            </a:r>
          </a:p>
          <a:p>
            <a:pPr rtl="1"/>
            <a:endParaRPr lang="en-GB" altLang="en-US"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تتنوع أنماط الطعام حول العالم، ولكل منها خلفية ثقافية واجتماعية وتاريخية خاصة بها ساهمت في ظهورها وتطويرها.</a:t>
            </a:r>
          </a:p>
          <a:p>
            <a:pPr rtl="1"/>
            <a:endParaRPr lang="en-GB" altLang="en-US" sz="20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أنماط الطعام </a:t>
            </a:r>
          </a:p>
          <a:p>
            <a:pPr rtl="1"/>
            <a:endParaRPr lang="en-GB" altLang="en-US" sz="2000" dirty="0">
              <a:latin typeface="Sakkal Majalla" panose="02000000000000000000" pitchFamily="2" charset="-78"/>
              <a:cs typeface="Sakkal Majalla" panose="02000000000000000000" pitchFamily="2" charset="-78"/>
            </a:endParaRPr>
          </a:p>
          <a:p>
            <a:pPr marL="342900" lvl="0" indent="-34290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يضم المطبخ المحلي تقاليد طهو خاصة مرتبطة بمنطقة ما.</a:t>
            </a:r>
          </a:p>
          <a:p>
            <a:pPr marL="342900" lvl="0" indent="-34290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يشير المطبخ الإقليمي إلى طرق الطهو التقليدية والمكونات الخاصة بمناطق معينة.</a:t>
            </a:r>
          </a:p>
          <a:p>
            <a:pPr marL="342900" lvl="0" indent="-34290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يشير المطبخ الوطني إلى الطعام التقليدي وتقنيات الطهو الخاصة بدولة أو منطقة معينة.</a:t>
            </a:r>
          </a:p>
          <a:p>
            <a:pPr rtl="1"/>
            <a:endParaRPr lang="en-GB" altLang="en-US"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B2E26B54-17F2-53AD-9858-1E2684FFAD4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884199088"/>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83567" y="1196752"/>
            <a:ext cx="795627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dirty="0">
                <a:latin typeface="Sakkal Majalla" panose="02000000000000000000" pitchFamily="2" charset="-78"/>
                <a:cs typeface="Sakkal Majalla" panose="02000000000000000000" pitchFamily="2" charset="-78"/>
              </a:rPr>
              <a:t>أ2 أنماط وأنواع الطعام</a:t>
            </a:r>
          </a:p>
          <a:p>
            <a:pPr algn="ctr" rtl="1"/>
            <a:r>
              <a:rPr lang="ar" sz="3800" dirty="0">
                <a:latin typeface="Sakkal Majalla" panose="02000000000000000000" pitchFamily="2" charset="-78"/>
                <a:cs typeface="Sakkal Majalla" panose="02000000000000000000" pitchFamily="2" charset="-78"/>
              </a:rPr>
              <a:t>أنواع الطعام</a:t>
            </a:r>
          </a:p>
          <a:p>
            <a:pPr rtl="1"/>
            <a:endParaRPr lang="en-GB" altLang="en-US" sz="2400" dirty="0">
              <a:latin typeface="Sakkal Majalla" panose="02000000000000000000" pitchFamily="2" charset="-78"/>
              <a:cs typeface="Sakkal Majalla" panose="02000000000000000000" pitchFamily="2" charset="-78"/>
            </a:endParaRPr>
          </a:p>
          <a:p>
            <a:pPr rtl="1"/>
            <a:r>
              <a:rPr lang="ar" sz="2400" dirty="0">
                <a:latin typeface="Sakkal Majalla" panose="02000000000000000000" pitchFamily="2" charset="-78"/>
                <a:cs typeface="Sakkal Majalla" panose="02000000000000000000" pitchFamily="2" charset="-78"/>
              </a:rPr>
              <a:t>                                                   </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الوجبات الخفيفة</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المقبلات</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السلطات</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الحساء والصلصات</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المأكولات البحرية</a:t>
            </a:r>
          </a:p>
          <a:p>
            <a:pPr marL="342900" indent="-342900" rtl="1">
              <a:buFont typeface="Wingdings" panose="05000000000000000000" pitchFamily="2" charset="2"/>
              <a:buChar char="§"/>
            </a:pPr>
            <a:endParaRPr lang="en-GB" altLang="en-US" sz="2000" dirty="0">
              <a:latin typeface="Sakkal Majalla" panose="02000000000000000000" pitchFamily="2" charset="-78"/>
              <a:cs typeface="Sakkal Majalla" panose="02000000000000000000" pitchFamily="2" charset="-78"/>
            </a:endParaRPr>
          </a:p>
          <a:p>
            <a:pPr marL="342900" indent="-342900" rtl="1">
              <a:buFont typeface="Arial" panose="020B0604020202020204" pitchFamily="34" charset="0"/>
              <a:buChar char="•"/>
            </a:pPr>
            <a:endParaRPr lang="en-GB" altLang="en-US" sz="2400" dirty="0">
              <a:latin typeface="Sakkal Majalla" panose="02000000000000000000" pitchFamily="2" charset="-78"/>
              <a:cs typeface="Sakkal Majalla" panose="02000000000000000000" pitchFamily="2" charset="-78"/>
            </a:endParaRPr>
          </a:p>
          <a:p>
            <a:pPr rtl="1"/>
            <a:endParaRPr lang="en-GB" altLang="en-US" sz="2400" dirty="0">
              <a:latin typeface="Sakkal Majalla" panose="02000000000000000000" pitchFamily="2" charset="-78"/>
              <a:cs typeface="Sakkal Majalla" panose="02000000000000000000" pitchFamily="2" charset="-78"/>
            </a:endParaRPr>
          </a:p>
        </p:txBody>
      </p:sp>
      <p:graphicFrame>
        <p:nvGraphicFramePr>
          <p:cNvPr id="6" name="Diagram 5">
            <a:extLst>
              <a:ext uri="{FF2B5EF4-FFF2-40B4-BE49-F238E27FC236}">
                <a16:creationId xmlns:a16="http://schemas.microsoft.com/office/drawing/2014/main" id="{48B994F5-471F-0F4D-7F54-0B03C8154063}"/>
              </a:ext>
            </a:extLst>
          </p:cNvPr>
          <p:cNvGraphicFramePr/>
          <p:nvPr>
            <p:extLst>
              <p:ext uri="{D42A27DB-BD31-4B8C-83A1-F6EECF244321}">
                <p14:modId xmlns:p14="http://schemas.microsoft.com/office/powerpoint/2010/main" val="1809847107"/>
              </p:ext>
            </p:extLst>
          </p:nvPr>
        </p:nvGraphicFramePr>
        <p:xfrm>
          <a:off x="360040" y="5373216"/>
          <a:ext cx="4572000" cy="9233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Diagram 10">
            <a:extLst>
              <a:ext uri="{FF2B5EF4-FFF2-40B4-BE49-F238E27FC236}">
                <a16:creationId xmlns:a16="http://schemas.microsoft.com/office/drawing/2014/main" id="{B9439C1B-1B2B-1DC1-F65D-5D62FAC8FEB7}"/>
              </a:ext>
            </a:extLst>
          </p:cNvPr>
          <p:cNvGraphicFramePr/>
          <p:nvPr>
            <p:extLst>
              <p:ext uri="{D42A27DB-BD31-4B8C-83A1-F6EECF244321}">
                <p14:modId xmlns:p14="http://schemas.microsoft.com/office/powerpoint/2010/main" val="2558887316"/>
              </p:ext>
            </p:extLst>
          </p:nvPr>
        </p:nvGraphicFramePr>
        <p:xfrm>
          <a:off x="5759526" y="1832215"/>
          <a:ext cx="2880320" cy="46166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3" name="TextBox 12">
            <a:extLst>
              <a:ext uri="{FF2B5EF4-FFF2-40B4-BE49-F238E27FC236}">
                <a16:creationId xmlns:a16="http://schemas.microsoft.com/office/drawing/2014/main" id="{5B50F6C4-3FA8-2654-AB01-A62AF43E7770}"/>
              </a:ext>
            </a:extLst>
          </p:cNvPr>
          <p:cNvSpPr txBox="1"/>
          <p:nvPr/>
        </p:nvSpPr>
        <p:spPr>
          <a:xfrm>
            <a:off x="1475656" y="2996952"/>
            <a:ext cx="2664296" cy="1446550"/>
          </a:xfrm>
          <a:prstGeom prst="rect">
            <a:avLst/>
          </a:prstGeom>
          <a:noFill/>
        </p:spPr>
        <p:txBody>
          <a:bodyPr wrap="square" rtlCol="1">
            <a:spAutoFit/>
          </a:bodyPr>
          <a:lstStyle/>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اللحوم والدواجن</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الخضراوات</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النباتي</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المملحات والجبن</a:t>
            </a:r>
          </a:p>
        </p:txBody>
      </p:sp>
      <p:sp>
        <p:nvSpPr>
          <p:cNvPr id="2" name="Footer Placeholder 2">
            <a:extLst>
              <a:ext uri="{FF2B5EF4-FFF2-40B4-BE49-F238E27FC236}">
                <a16:creationId xmlns:a16="http://schemas.microsoft.com/office/drawing/2014/main" id="{83FC8BFE-951A-4C0A-6BBE-CE4E0AA3DB3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2482977839"/>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99992" y="2780928"/>
            <a:ext cx="4139854"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latin typeface="Sakkal Majalla" panose="02000000000000000000" pitchFamily="2" charset="-78"/>
                <a:cs typeface="Sakkal Majalla" panose="02000000000000000000" pitchFamily="2" charset="-78"/>
              </a:rPr>
              <a:t>الفنادق </a:t>
            </a:r>
          </a:p>
          <a:p>
            <a:pPr marL="685800" rtl="1"/>
            <a:r>
              <a:rPr lang="ar" sz="2200" dirty="0">
                <a:latin typeface="Sakkal Majalla" panose="02000000000000000000" pitchFamily="2" charset="-78"/>
                <a:cs typeface="Sakkal Majalla" panose="02000000000000000000" pitchFamily="2" charset="-78"/>
              </a:rPr>
              <a:t>المطاعم</a:t>
            </a:r>
          </a:p>
          <a:p>
            <a:pPr marL="685800" rtl="1"/>
            <a:r>
              <a:rPr lang="ar" sz="2200" dirty="0">
                <a:latin typeface="Sakkal Majalla" panose="02000000000000000000" pitchFamily="2" charset="-78"/>
                <a:cs typeface="Sakkal Majalla" panose="02000000000000000000" pitchFamily="2" charset="-78"/>
              </a:rPr>
              <a:t>المطاعم </a:t>
            </a:r>
            <a:r>
              <a:rPr lang="ar-JO" sz="2200" dirty="0">
                <a:latin typeface="Sakkal Majalla" panose="02000000000000000000" pitchFamily="2" charset="-78"/>
                <a:cs typeface="Sakkal Majalla" panose="02000000000000000000" pitchFamily="2" charset="-78"/>
              </a:rPr>
              <a:t>المؤقتة</a:t>
            </a:r>
            <a:endParaRPr lang="ar" sz="2200" dirty="0">
              <a:latin typeface="Sakkal Majalla" panose="02000000000000000000" pitchFamily="2" charset="-78"/>
              <a:cs typeface="Sakkal Majalla" panose="02000000000000000000" pitchFamily="2" charset="-78"/>
            </a:endParaRPr>
          </a:p>
          <a:p>
            <a:pPr marL="685800" rtl="1"/>
            <a:r>
              <a:rPr lang="ar" sz="2200" dirty="0">
                <a:latin typeface="Sakkal Majalla" panose="02000000000000000000" pitchFamily="2" charset="-78"/>
                <a:cs typeface="Sakkal Majalla" panose="02000000000000000000" pitchFamily="2" charset="-78"/>
              </a:rPr>
              <a:t>المطاعم الموسمية</a:t>
            </a:r>
          </a:p>
          <a:p>
            <a:pPr marL="685800" rtl="1"/>
            <a:r>
              <a:rPr lang="ar" sz="2200" dirty="0">
                <a:latin typeface="Sakkal Majalla" panose="02000000000000000000" pitchFamily="2" charset="-78"/>
                <a:cs typeface="Sakkal Majalla" panose="02000000000000000000" pitchFamily="2" charset="-78"/>
              </a:rPr>
              <a:t>المقاهي </a:t>
            </a:r>
            <a:r>
              <a:rPr lang="ar-JO" sz="2200" dirty="0">
                <a:latin typeface="Sakkal Majalla" panose="02000000000000000000" pitchFamily="2" charset="-78"/>
                <a:cs typeface="Sakkal Majalla" panose="02000000000000000000" pitchFamily="2" charset="-78"/>
              </a:rPr>
              <a:t>ومحلات القهوة</a:t>
            </a:r>
            <a:endParaRPr lang="ar" sz="2200" dirty="0">
              <a:latin typeface="Sakkal Majalla" panose="02000000000000000000" pitchFamily="2" charset="-78"/>
              <a:cs typeface="Sakkal Majalla" panose="02000000000000000000" pitchFamily="2" charset="-78"/>
            </a:endParaRPr>
          </a:p>
          <a:p>
            <a:pPr marL="685800" rtl="1"/>
            <a:r>
              <a:rPr lang="ar" sz="2200" dirty="0">
                <a:latin typeface="Sakkal Majalla" panose="02000000000000000000" pitchFamily="2" charset="-78"/>
                <a:cs typeface="Sakkal Majalla" panose="02000000000000000000" pitchFamily="2" charset="-78"/>
              </a:rPr>
              <a:t>مطاعم الوجبات جاهزة</a:t>
            </a:r>
          </a:p>
          <a:p>
            <a:pPr marL="685800" rtl="1"/>
            <a:r>
              <a:rPr lang="ar" sz="2200" dirty="0">
                <a:latin typeface="Sakkal Majalla" panose="02000000000000000000" pitchFamily="2" charset="-78"/>
                <a:cs typeface="Sakkal Majalla" panose="02000000000000000000" pitchFamily="2" charset="-78"/>
              </a:rPr>
              <a:t>أطعمة الشارع</a:t>
            </a:r>
          </a:p>
          <a:p>
            <a:pPr indent="0" rtl="1">
              <a:buFont typeface="Wingdings" panose="05000000000000000000" pitchFamily="2" charset="2"/>
              <a:buNone/>
            </a:pPr>
            <a:endParaRPr lang="en-GB" altLang="en-US" sz="2200"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sz="2200" dirty="0">
              <a:latin typeface="Sakkal Majalla" panose="02000000000000000000" pitchFamily="2" charset="-78"/>
              <a:cs typeface="Sakkal Majalla" panose="02000000000000000000" pitchFamily="2" charset="-78"/>
            </a:endParaRPr>
          </a:p>
          <a:p>
            <a:pPr indent="0" algn="ctr" rtl="1">
              <a:buNone/>
            </a:pPr>
            <a:endParaRPr lang="en-GB" altLang="en-US" sz="2200" dirty="0">
              <a:latin typeface="Sakkal Majalla" panose="02000000000000000000" pitchFamily="2" charset="-78"/>
              <a:cs typeface="Sakkal Majalla" panose="02000000000000000000" pitchFamily="2" charset="-78"/>
            </a:endParaRPr>
          </a:p>
          <a:p>
            <a:pPr marL="685800" rtl="1"/>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dirty="0">
                <a:latin typeface="Sakkal Majalla" panose="02000000000000000000" pitchFamily="2" charset="-78"/>
                <a:cs typeface="Sakkal Majalla" panose="02000000000000000000" pitchFamily="2" charset="-78"/>
              </a:rPr>
              <a:t>أ3 منافذ وقوائم الطعام التقليدي</a:t>
            </a:r>
          </a:p>
          <a:p>
            <a:pPr algn="ctr" rtl="1"/>
            <a:r>
              <a:rPr lang="ar" sz="3800" dirty="0">
                <a:latin typeface="Sakkal Majalla" panose="02000000000000000000" pitchFamily="2" charset="-78"/>
                <a:cs typeface="Sakkal Majalla" panose="02000000000000000000" pitchFamily="2" charset="-78"/>
              </a:rPr>
              <a:t>منافذ الأطعمة </a:t>
            </a:r>
          </a:p>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graphicFrame>
        <p:nvGraphicFramePr>
          <p:cNvPr id="3" name="Diagram 2">
            <a:extLst>
              <a:ext uri="{FF2B5EF4-FFF2-40B4-BE49-F238E27FC236}">
                <a16:creationId xmlns:a16="http://schemas.microsoft.com/office/drawing/2014/main" id="{7D902E0F-7BD8-4437-7A28-19CCE77F2E3C}"/>
              </a:ext>
            </a:extLst>
          </p:cNvPr>
          <p:cNvGraphicFramePr/>
          <p:nvPr>
            <p:extLst>
              <p:ext uri="{D42A27DB-BD31-4B8C-83A1-F6EECF244321}">
                <p14:modId xmlns:p14="http://schemas.microsoft.com/office/powerpoint/2010/main" val="1912052418"/>
              </p:ext>
            </p:extLst>
          </p:nvPr>
        </p:nvGraphicFramePr>
        <p:xfrm>
          <a:off x="395536" y="3933056"/>
          <a:ext cx="3600400" cy="23083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7" name="Diagram 6">
            <a:extLst>
              <a:ext uri="{FF2B5EF4-FFF2-40B4-BE49-F238E27FC236}">
                <a16:creationId xmlns:a16="http://schemas.microsoft.com/office/drawing/2014/main" id="{D3946CDA-5CF5-E92C-9B73-F1DEA934B084}"/>
              </a:ext>
            </a:extLst>
          </p:cNvPr>
          <p:cNvGraphicFramePr/>
          <p:nvPr>
            <p:extLst>
              <p:ext uri="{D42A27DB-BD31-4B8C-83A1-F6EECF244321}">
                <p14:modId xmlns:p14="http://schemas.microsoft.com/office/powerpoint/2010/main" val="528151008"/>
              </p:ext>
            </p:extLst>
          </p:nvPr>
        </p:nvGraphicFramePr>
        <p:xfrm>
          <a:off x="6732240" y="1943358"/>
          <a:ext cx="1728192" cy="36933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2" name="Footer Placeholder 2">
            <a:extLst>
              <a:ext uri="{FF2B5EF4-FFF2-40B4-BE49-F238E27FC236}">
                <a16:creationId xmlns:a16="http://schemas.microsoft.com/office/drawing/2014/main" id="{46FFF10C-59CB-B4D3-7217-3E354931E21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3083662079"/>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99992" y="2780928"/>
            <a:ext cx="4139854"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dirty="0">
                <a:latin typeface="Sakkal Majalla" panose="02000000000000000000" pitchFamily="2" charset="-78"/>
                <a:cs typeface="Sakkal Majalla" panose="02000000000000000000" pitchFamily="2" charset="-78"/>
              </a:rPr>
              <a:t>أ3 منافذ وقوائم الطعام التقليدي</a:t>
            </a:r>
          </a:p>
          <a:p>
            <a:pPr rtl="1"/>
            <a:endParaRPr lang="en-GB" altLang="en-US" sz="2400" b="1"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قائمة الطعام</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تُقدم قائمة الإفطار في الصباح وتتضمن مجموعة متنوعة من الأطباق المصممة خصيصًا لتناسب الوجبة الأولى في اليوم.</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تتضمن قائمة طعام الغداء أطباقًا خفيفة مناسبة لوجبة الظهيرة.</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قائمة طعام العشاء أكثر تنوعًا من قائمة طعام الغداء وتقدم مجموعة أكبر من الأطباق.</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تقدم قائمة شاي بعد الظهر وتقدم مجموعة متنوعة من الساندويشات، والمعجنات الخفيفة، والكعك. </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تتضمن قائمة الطعام </a:t>
            </a:r>
            <a:r>
              <a:rPr lang="ar-JO" sz="2200" dirty="0">
                <a:latin typeface="Sakkal Majalla" panose="02000000000000000000" pitchFamily="2" charset="-78"/>
                <a:cs typeface="Sakkal Majalla" panose="02000000000000000000" pitchFamily="2" charset="-78"/>
              </a:rPr>
              <a:t>ب</a:t>
            </a:r>
            <a:r>
              <a:rPr lang="ar" sz="2200" dirty="0">
                <a:latin typeface="Sakkal Majalla" panose="02000000000000000000" pitchFamily="2" charset="-78"/>
                <a:cs typeface="Sakkal Majalla" panose="02000000000000000000" pitchFamily="2" charset="-78"/>
              </a:rPr>
              <a:t>حسب الطلب أطباق</a:t>
            </a:r>
            <a:r>
              <a:rPr lang="ar-JO" sz="2200" dirty="0">
                <a:latin typeface="Sakkal Majalla" panose="02000000000000000000" pitchFamily="2" charset="-78"/>
                <a:cs typeface="Sakkal Majalla" panose="02000000000000000000" pitchFamily="2" charset="-78"/>
              </a:rPr>
              <a:t>ًا</a:t>
            </a:r>
            <a:r>
              <a:rPr lang="ar" sz="2200" dirty="0">
                <a:latin typeface="Sakkal Majalla" panose="02000000000000000000" pitchFamily="2" charset="-78"/>
                <a:cs typeface="Sakkal Majalla" panose="02000000000000000000" pitchFamily="2" charset="-78"/>
              </a:rPr>
              <a:t> فردية يتم تسعيرها وطلبها بشكل منفصل.</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قائمة طعام المضيف تقدم وجبة كاملة بسعر ثابت.</a:t>
            </a:r>
          </a:p>
          <a:p>
            <a:pPr marL="342900" indent="-342900" rtl="1">
              <a:buFont typeface="Wingdings" panose="05000000000000000000" pitchFamily="2" charset="2"/>
              <a:buChar char="§"/>
            </a:pPr>
            <a:r>
              <a:rPr lang="ar" sz="2200" dirty="0">
                <a:latin typeface="Sakkal Majalla" panose="02000000000000000000" pitchFamily="2" charset="-78"/>
                <a:cs typeface="Sakkal Majalla" panose="02000000000000000000" pitchFamily="2" charset="-78"/>
              </a:rPr>
              <a:t>قائمة التذوق تقدم مجموعة مختارة من كميات صغيرة من الأطباق التي يختارها الطاهي لعرض مهاراته وإبداعه في الطهو. </a:t>
            </a:r>
          </a:p>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9C1FBE7-79B3-4A46-EF45-A66211AC506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82475771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03649" y="3068960"/>
            <a:ext cx="8208712" cy="12241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200" dirty="0">
                <a:latin typeface="Sakkal Majalla" panose="02000000000000000000" pitchFamily="2" charset="-78"/>
                <a:cs typeface="Sakkal Majalla" panose="02000000000000000000" pitchFamily="2" charset="-78"/>
              </a:rPr>
              <a:t>يجب أن تكون قوائم الطعام متنوعة متوازنة على النحو الذي يضمن أن تلبي الأطباق متطلبات المنشأة واحتياجات العملاء. وتكون متوازنة في المذاق والقوام واللون والشكل الخارجي. </a:t>
            </a:r>
          </a:p>
          <a:p>
            <a:pPr marL="685800" rtl="1"/>
            <a:r>
              <a:rPr lang="ar" sz="2200" dirty="0">
                <a:latin typeface="Sakkal Majalla" panose="02000000000000000000" pitchFamily="2" charset="-78"/>
                <a:cs typeface="Sakkal Majalla" panose="02000000000000000000" pitchFamily="2" charset="-78"/>
              </a:rPr>
              <a:t>التكلفة</a:t>
            </a:r>
          </a:p>
          <a:p>
            <a:pPr marL="685800" rtl="1"/>
            <a:r>
              <a:rPr lang="ar" sz="2200" dirty="0">
                <a:latin typeface="Sakkal Majalla" panose="02000000000000000000" pitchFamily="2" charset="-78"/>
                <a:cs typeface="Sakkal Majalla" panose="02000000000000000000" pitchFamily="2" charset="-78"/>
              </a:rPr>
              <a:t>الموسمية، مصدر الغذاء، استدامة الغذاء والغذاء العضوي</a:t>
            </a:r>
          </a:p>
          <a:p>
            <a:pPr marL="685800" rtl="1"/>
            <a:r>
              <a:rPr lang="ar" sz="2200" dirty="0">
                <a:latin typeface="Sakkal Majalla" panose="02000000000000000000" pitchFamily="2" charset="-78"/>
                <a:cs typeface="Sakkal Majalla" panose="02000000000000000000" pitchFamily="2" charset="-78"/>
              </a:rPr>
              <a:t>المتطلبات الغذائية</a:t>
            </a:r>
          </a:p>
          <a:p>
            <a:pPr marL="685800" rtl="1"/>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dirty="0">
                <a:latin typeface="Sakkal Majalla" panose="02000000000000000000" pitchFamily="2" charset="-78"/>
                <a:cs typeface="Sakkal Majalla" panose="02000000000000000000" pitchFamily="2" charset="-78"/>
              </a:rPr>
              <a:t>أ4 </a:t>
            </a:r>
            <a:r>
              <a:rPr lang="ar-MA" sz="3800" dirty="0">
                <a:latin typeface="Sakkal Majalla" panose="02000000000000000000" pitchFamily="2" charset="-78"/>
                <a:cs typeface="Sakkal Majalla" panose="02000000000000000000" pitchFamily="2" charset="-78"/>
              </a:rPr>
              <a:t>قوائم طعام متوازنة تقدم أطباقًا تقليدية تلبي احتياجات العمل والعملاء</a:t>
            </a:r>
            <a:endParaRPr lang="en-GB" altLang="en-US" sz="3800" b="1" dirty="0">
              <a:highlight>
                <a:srgbClr val="FFFF00"/>
              </a:highlight>
              <a:latin typeface="Sakkal Majalla" panose="02000000000000000000" pitchFamily="2" charset="-78"/>
              <a:cs typeface="Sakkal Majalla" panose="02000000000000000000" pitchFamily="2" charset="-78"/>
            </a:endParaRPr>
          </a:p>
        </p:txBody>
      </p:sp>
      <p:graphicFrame>
        <p:nvGraphicFramePr>
          <p:cNvPr id="8" name="Diagram 7">
            <a:extLst>
              <a:ext uri="{FF2B5EF4-FFF2-40B4-BE49-F238E27FC236}">
                <a16:creationId xmlns:a16="http://schemas.microsoft.com/office/drawing/2014/main" id="{0B0A9FF3-3BA8-EA31-0AA4-F3F0E2C8D56B}"/>
              </a:ext>
            </a:extLst>
          </p:cNvPr>
          <p:cNvGraphicFramePr/>
          <p:nvPr>
            <p:extLst>
              <p:ext uri="{D42A27DB-BD31-4B8C-83A1-F6EECF244321}">
                <p14:modId xmlns:p14="http://schemas.microsoft.com/office/powerpoint/2010/main" val="1987485702"/>
              </p:ext>
            </p:extLst>
          </p:nvPr>
        </p:nvGraphicFramePr>
        <p:xfrm>
          <a:off x="2322005" y="5517604"/>
          <a:ext cx="4572000"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410CD772-0D62-7243-E1F7-5C309B85940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20264562"/>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b="1" dirty="0">
                <a:latin typeface="Sakkal Majalla" panose="02000000000000000000" pitchFamily="2" charset="-78"/>
                <a:cs typeface="Sakkal Majalla" panose="02000000000000000000" pitchFamily="2" charset="-78"/>
              </a:rPr>
              <a:t>نتاج التعلُّم ب</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r>
              <a:rPr lang="ar" sz="2600" b="1" dirty="0">
                <a:latin typeface="Sakkal Majalla" panose="02000000000000000000" pitchFamily="2" charset="-78"/>
                <a:cs typeface="Sakkal Majalla" panose="02000000000000000000" pitchFamily="2" charset="-78"/>
              </a:rPr>
              <a:t>عرض مهارات إعداد الطعام وطهوه</a:t>
            </a:r>
            <a:endParaRPr lang="en-GB" altLang="en-US" sz="2600" b="1"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9713" y="3572669"/>
            <a:ext cx="8229599"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latin typeface="Sakkal Majalla" panose="02000000000000000000" pitchFamily="2" charset="-78"/>
                <a:cs typeface="Sakkal Majalla" panose="02000000000000000000" pitchFamily="2" charset="-78"/>
              </a:rPr>
              <a:t>ب1 المعدات والسلع</a:t>
            </a:r>
          </a:p>
          <a:p>
            <a:pPr marL="685800" rtl="1"/>
            <a:r>
              <a:rPr lang="ar" sz="2600" dirty="0">
                <a:latin typeface="Sakkal Majalla" panose="02000000000000000000" pitchFamily="2" charset="-78"/>
                <a:cs typeface="Sakkal Majalla" panose="02000000000000000000" pitchFamily="2" charset="-78"/>
              </a:rPr>
              <a:t>ب2 طرق تحضير وطهو الأطباق</a:t>
            </a:r>
            <a:r>
              <a:rPr lang="ar-JO" sz="2600" dirty="0">
                <a:latin typeface="Sakkal Majalla" panose="02000000000000000000" pitchFamily="2" charset="-78"/>
                <a:cs typeface="Sakkal Majalla" panose="02000000000000000000" pitchFamily="2" charset="-78"/>
              </a:rPr>
              <a:t> وتقديمها</a:t>
            </a:r>
            <a:r>
              <a:rPr lang="ar" sz="2600" dirty="0">
                <a:latin typeface="Sakkal Majalla" panose="02000000000000000000" pitchFamily="2" charset="-78"/>
                <a:cs typeface="Sakkal Majalla" panose="02000000000000000000" pitchFamily="2" charset="-78"/>
              </a:rPr>
              <a:t> بالشكل النهائي</a:t>
            </a:r>
          </a:p>
          <a:p>
            <a:pPr marL="685800" rtl="1"/>
            <a:r>
              <a:rPr lang="ar" sz="2600" dirty="0">
                <a:latin typeface="Sakkal Majalla" panose="02000000000000000000" pitchFamily="2" charset="-78"/>
                <a:cs typeface="Sakkal Majalla" panose="02000000000000000000" pitchFamily="2" charset="-78"/>
              </a:rPr>
              <a:t>ب3 المهارات المهنية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endParaRPr lang="en-GB" altLang="en-US" sz="3600" b="1" dirty="0">
              <a:highlight>
                <a:srgbClr val="FFFF00"/>
              </a:highlight>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B2CF8E9-7054-8976-B29E-EC59F7555122}"/>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588007661"/>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04352"/>
            <a:ext cx="8568951" cy="936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r>
              <a:rPr lang="ar" sz="2600" dirty="0">
                <a:latin typeface="Sakkal Majalla" panose="02000000000000000000" pitchFamily="2" charset="-78"/>
                <a:cs typeface="Sakkal Majalla" panose="02000000000000000000" pitchFamily="2" charset="-78"/>
              </a:rPr>
              <a:t>يوجد الكثير من أنواع المعدات والسلع المختلفة المستخدمة في تحضير الطعام وطهوه.</a:t>
            </a:r>
          </a:p>
          <a:p>
            <a:pPr indent="0" rtl="1">
              <a:buNone/>
            </a:pPr>
            <a:r>
              <a:rPr lang="ar" sz="2600" dirty="0">
                <a:latin typeface="Sakkal Majalla" panose="02000000000000000000" pitchFamily="2" charset="-78"/>
                <a:cs typeface="Sakkal Majalla" panose="02000000000000000000" pitchFamily="2" charset="-78"/>
              </a:rPr>
              <a:t>المعدات الكبيرة</a:t>
            </a:r>
          </a:p>
          <a:p>
            <a:pPr indent="0" rtl="1">
              <a:buFont typeface="Wingdings" panose="05000000000000000000" pitchFamily="2" charset="2"/>
              <a:buNone/>
            </a:pPr>
            <a:endParaRPr lang="en-GB" altLang="en-US" sz="2600" dirty="0">
              <a:latin typeface="Sakkal Majalla" panose="02000000000000000000" pitchFamily="2" charset="-78"/>
              <a:cs typeface="Sakkal Majalla" panose="02000000000000000000" pitchFamily="2" charset="-78"/>
            </a:endParaRPr>
          </a:p>
          <a:p>
            <a:pPr indent="0" algn="ctr" rtl="1">
              <a:buNone/>
            </a:pPr>
            <a:endParaRPr lang="en-GB" altLang="en-US" sz="2600" dirty="0">
              <a:latin typeface="Sakkal Majalla" panose="02000000000000000000" pitchFamily="2" charset="-78"/>
              <a:cs typeface="Sakkal Majalla" panose="02000000000000000000" pitchFamily="2" charset="-78"/>
            </a:endParaRP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ب1 المعدات والسلع</a:t>
            </a:r>
          </a:p>
        </p:txBody>
      </p:sp>
      <p:sp>
        <p:nvSpPr>
          <p:cNvPr id="5" name="TextBox 4">
            <a:extLst>
              <a:ext uri="{FF2B5EF4-FFF2-40B4-BE49-F238E27FC236}">
                <a16:creationId xmlns:a16="http://schemas.microsoft.com/office/drawing/2014/main" id="{C46DF8FB-935F-F9E6-35AA-A14486254F81}"/>
              </a:ext>
            </a:extLst>
          </p:cNvPr>
          <p:cNvSpPr txBox="1"/>
          <p:nvPr/>
        </p:nvSpPr>
        <p:spPr>
          <a:xfrm>
            <a:off x="5796136" y="2924944"/>
            <a:ext cx="2880220" cy="3477875"/>
          </a:xfrm>
          <a:prstGeom prst="rect">
            <a:avLst/>
          </a:prstGeom>
          <a:noFill/>
        </p:spPr>
        <p:txBody>
          <a:bodyPr wrap="square" rtlCol="1">
            <a:spAutoFit/>
          </a:bodyPr>
          <a:lstStyle/>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موقد المطبخ والفرن</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الأفران المتخصصة</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جهاز طهو الباستا</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المقالي الكبيرة</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مقلاة برات</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القلايات</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بان ماري Bain-marie</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الشوايات </a:t>
            </a:r>
          </a:p>
          <a:p>
            <a:pPr marL="285750" indent="-285750" rtl="1">
              <a:buFont typeface="Arial" panose="020B0604020202020204" pitchFamily="34" charset="0"/>
              <a:buChar char="•"/>
            </a:pPr>
            <a:r>
              <a:rPr lang="ar-JO" sz="2000" dirty="0">
                <a:latin typeface="Sakkal Majalla" panose="02000000000000000000" pitchFamily="2" charset="-78"/>
                <a:cs typeface="Sakkal Majalla" panose="02000000000000000000" pitchFamily="2" charset="-78"/>
              </a:rPr>
              <a:t>شواية سلمندر</a:t>
            </a:r>
            <a:endParaRPr lang="ar" sz="200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JO" sz="2000" dirty="0">
                <a:latin typeface="Sakkal Majalla" panose="02000000000000000000" pitchFamily="2" charset="-78"/>
                <a:cs typeface="Sakkal Majalla" panose="02000000000000000000" pitchFamily="2" charset="-78"/>
              </a:rPr>
              <a:t>صاج</a:t>
            </a:r>
            <a:r>
              <a:rPr lang="ar" sz="2000" dirty="0">
                <a:latin typeface="Sakkal Majalla" panose="02000000000000000000" pitchFamily="2" charset="-78"/>
                <a:cs typeface="Sakkal Majalla" panose="02000000000000000000" pitchFamily="2" charset="-78"/>
              </a:rPr>
              <a:t> </a:t>
            </a:r>
            <a:r>
              <a:rPr lang="ar-JO" sz="2000" dirty="0">
                <a:latin typeface="Sakkal Majalla" panose="02000000000000000000" pitchFamily="2" charset="-78"/>
                <a:cs typeface="Sakkal Majalla" panose="02000000000000000000" pitchFamily="2" charset="-78"/>
              </a:rPr>
              <a:t>م</a:t>
            </a:r>
            <a:r>
              <a:rPr lang="ar" sz="2000" dirty="0">
                <a:latin typeface="Sakkal Majalla" panose="02000000000000000000" pitchFamily="2" charset="-78"/>
                <a:cs typeface="Sakkal Majalla" panose="02000000000000000000" pitchFamily="2" charset="-78"/>
              </a:rPr>
              <a:t>سطح</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شواية الباربكيو</a:t>
            </a:r>
          </a:p>
        </p:txBody>
      </p:sp>
      <p:graphicFrame>
        <p:nvGraphicFramePr>
          <p:cNvPr id="8" name="Diagram 7">
            <a:extLst>
              <a:ext uri="{FF2B5EF4-FFF2-40B4-BE49-F238E27FC236}">
                <a16:creationId xmlns:a16="http://schemas.microsoft.com/office/drawing/2014/main" id="{F5D94B3F-4389-5489-6852-E7EC93A96EE1}"/>
              </a:ext>
            </a:extLst>
          </p:cNvPr>
          <p:cNvGraphicFramePr/>
          <p:nvPr>
            <p:extLst>
              <p:ext uri="{D42A27DB-BD31-4B8C-83A1-F6EECF244321}">
                <p14:modId xmlns:p14="http://schemas.microsoft.com/office/powerpoint/2010/main" val="2745931856"/>
              </p:ext>
            </p:extLst>
          </p:nvPr>
        </p:nvGraphicFramePr>
        <p:xfrm>
          <a:off x="179512" y="6042212"/>
          <a:ext cx="6552728"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 name="Picture 2" descr="A kitchen with stainless steel appliances">
            <a:extLst>
              <a:ext uri="{FF2B5EF4-FFF2-40B4-BE49-F238E27FC236}">
                <a16:creationId xmlns:a16="http://schemas.microsoft.com/office/drawing/2014/main" id="{E038FC94-A4C4-4565-C08E-AD65AE9EC9D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463849" y="2900356"/>
            <a:ext cx="4235298" cy="2823532"/>
          </a:xfrm>
          <a:prstGeom prst="rect">
            <a:avLst/>
          </a:prstGeom>
        </p:spPr>
      </p:pic>
      <p:sp>
        <p:nvSpPr>
          <p:cNvPr id="2" name="Footer Placeholder 2">
            <a:extLst>
              <a:ext uri="{FF2B5EF4-FFF2-40B4-BE49-F238E27FC236}">
                <a16:creationId xmlns:a16="http://schemas.microsoft.com/office/drawing/2014/main" id="{F8957AA0-B565-6C7D-1CA7-CC4ED24264F7}"/>
              </a:ext>
            </a:extLst>
          </p:cNvPr>
          <p:cNvSpPr txBox="1">
            <a:spLocks/>
          </p:cNvSpPr>
          <p:nvPr/>
        </p:nvSpPr>
        <p:spPr bwMode="auto">
          <a:xfrm>
            <a:off x="8096857" y="6580183"/>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3621417310"/>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1904352"/>
            <a:ext cx="8676356" cy="936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latin typeface="Sakkal Majalla" panose="02000000000000000000" pitchFamily="2" charset="-78"/>
                <a:cs typeface="Sakkal Majalla" panose="02000000000000000000" pitchFamily="2" charset="-78"/>
              </a:rPr>
              <a:t>تعد هذه المعدات الصغيرة من أساسيات الطهو في المطبخ الاحترافي، وتلعب دورًا </a:t>
            </a:r>
            <a:r>
              <a:rPr lang="ar-JO" sz="2600" dirty="0">
                <a:latin typeface="Sakkal Majalla" panose="02000000000000000000" pitchFamily="2" charset="-78"/>
                <a:cs typeface="Sakkal Majalla" panose="02000000000000000000" pitchFamily="2" charset="-78"/>
              </a:rPr>
              <a:t>مهمًا</a:t>
            </a:r>
            <a:r>
              <a:rPr lang="ar" sz="2600" dirty="0">
                <a:latin typeface="Sakkal Majalla" panose="02000000000000000000" pitchFamily="2" charset="-78"/>
                <a:cs typeface="Sakkal Majalla" panose="02000000000000000000" pitchFamily="2" charset="-78"/>
              </a:rPr>
              <a:t> في تحضير عدة أطباق وطهوها وتقديمها بكفاءة وأمان.</a:t>
            </a:r>
          </a:p>
          <a:p>
            <a:pPr indent="0" rtl="1">
              <a:buNone/>
            </a:pPr>
            <a:r>
              <a:rPr lang="ar" sz="2600" dirty="0">
                <a:latin typeface="Sakkal Majalla" panose="02000000000000000000" pitchFamily="2" charset="-78"/>
                <a:cs typeface="Sakkal Majalla" panose="02000000000000000000" pitchFamily="2" charset="-78"/>
              </a:rPr>
              <a:t>المعدات الصغيرة</a:t>
            </a:r>
          </a:p>
          <a:p>
            <a:pPr indent="0" rtl="1">
              <a:buFont typeface="Wingdings" panose="05000000000000000000" pitchFamily="2" charset="2"/>
              <a:buNone/>
            </a:pPr>
            <a:endParaRPr lang="en-GB" altLang="en-US" sz="2600" dirty="0">
              <a:latin typeface="Sakkal Majalla" panose="02000000000000000000" pitchFamily="2" charset="-78"/>
              <a:cs typeface="Sakkal Majalla" panose="02000000000000000000" pitchFamily="2" charset="-78"/>
            </a:endParaRPr>
          </a:p>
          <a:p>
            <a:pPr indent="0" algn="ctr" rtl="1">
              <a:buNone/>
            </a:pPr>
            <a:endParaRPr lang="en-GB" altLang="en-US" sz="2600" dirty="0">
              <a:latin typeface="Sakkal Majalla" panose="02000000000000000000" pitchFamily="2" charset="-78"/>
              <a:cs typeface="Sakkal Majalla" panose="02000000000000000000" pitchFamily="2" charset="-78"/>
            </a:endParaRP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ب1 المعدات والسلع</a:t>
            </a:r>
          </a:p>
        </p:txBody>
      </p:sp>
      <p:sp>
        <p:nvSpPr>
          <p:cNvPr id="5" name="TextBox 4">
            <a:extLst>
              <a:ext uri="{FF2B5EF4-FFF2-40B4-BE49-F238E27FC236}">
                <a16:creationId xmlns:a16="http://schemas.microsoft.com/office/drawing/2014/main" id="{C46DF8FB-935F-F9E6-35AA-A14486254F81}"/>
              </a:ext>
            </a:extLst>
          </p:cNvPr>
          <p:cNvSpPr txBox="1"/>
          <p:nvPr/>
        </p:nvSpPr>
        <p:spPr>
          <a:xfrm>
            <a:off x="6263469" y="3573016"/>
            <a:ext cx="2520280" cy="1631216"/>
          </a:xfrm>
          <a:prstGeom prst="rect">
            <a:avLst/>
          </a:prstGeom>
          <a:noFill/>
        </p:spPr>
        <p:txBody>
          <a:bodyPr wrap="square" rtlCol="1">
            <a:spAutoFit/>
          </a:bodyPr>
          <a:lstStyle/>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محضر الطعام</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أواني القلي</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السكاكين </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القدور</a:t>
            </a:r>
          </a:p>
          <a:p>
            <a:pPr marL="285750" indent="-285750" rtl="1">
              <a:buFont typeface="Arial" panose="020B0604020202020204" pitchFamily="34" charset="0"/>
              <a:buChar char="•"/>
            </a:pPr>
            <a:r>
              <a:rPr lang="ar" sz="2000" dirty="0">
                <a:latin typeface="Sakkal Majalla" panose="02000000000000000000" pitchFamily="2" charset="-78"/>
                <a:cs typeface="Sakkal Majalla" panose="02000000000000000000" pitchFamily="2" charset="-78"/>
              </a:rPr>
              <a:t>ألواح التقطيع</a:t>
            </a:r>
          </a:p>
        </p:txBody>
      </p:sp>
      <p:grpSp>
        <p:nvGrpSpPr>
          <p:cNvPr id="3" name="Group 2">
            <a:extLst>
              <a:ext uri="{FF2B5EF4-FFF2-40B4-BE49-F238E27FC236}">
                <a16:creationId xmlns:a16="http://schemas.microsoft.com/office/drawing/2014/main" id="{2809C128-3888-C489-F91F-6B96A05EC0A9}"/>
              </a:ext>
            </a:extLst>
          </p:cNvPr>
          <p:cNvGrpSpPr/>
          <p:nvPr/>
        </p:nvGrpSpPr>
        <p:grpSpPr>
          <a:xfrm>
            <a:off x="4878749" y="5373216"/>
            <a:ext cx="3797707" cy="1080120"/>
            <a:chOff x="0" y="4925"/>
            <a:chExt cx="6552728" cy="636480"/>
          </a:xfrm>
        </p:grpSpPr>
        <p:sp>
          <p:nvSpPr>
            <p:cNvPr id="4" name="Rectangle: Rounded Corners 3">
              <a:extLst>
                <a:ext uri="{FF2B5EF4-FFF2-40B4-BE49-F238E27FC236}">
                  <a16:creationId xmlns:a16="http://schemas.microsoft.com/office/drawing/2014/main" id="{7703D712-8795-BF5C-5D78-DE1AF0A229C6}"/>
                </a:ext>
              </a:extLst>
            </p:cNvPr>
            <p:cNvSpPr/>
            <p:nvPr/>
          </p:nvSpPr>
          <p:spPr>
            <a:xfrm>
              <a:off x="0" y="4925"/>
              <a:ext cx="6552728" cy="636480"/>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rtlCol="1"/>
            <a:lstStyle/>
            <a:p>
              <a:pPr rtl="1"/>
              <a:endParaRPr lang="en-GB">
                <a:latin typeface="Sakkal Majalla" panose="02000000000000000000" pitchFamily="2" charset="-78"/>
                <a:cs typeface="Sakkal Majalla" panose="02000000000000000000" pitchFamily="2" charset="-78"/>
              </a:endParaRPr>
            </a:p>
          </p:txBody>
        </p:sp>
        <p:sp>
          <p:nvSpPr>
            <p:cNvPr id="7" name="Rectangle: Rounded Corners 4">
              <a:extLst>
                <a:ext uri="{FF2B5EF4-FFF2-40B4-BE49-F238E27FC236}">
                  <a16:creationId xmlns:a16="http://schemas.microsoft.com/office/drawing/2014/main" id="{7F67EEFF-32E0-8671-2CFD-EBE7447D17F0}"/>
                </a:ext>
              </a:extLst>
            </p:cNvPr>
            <p:cNvSpPr txBox="1"/>
            <p:nvPr/>
          </p:nvSpPr>
          <p:spPr>
            <a:xfrm>
              <a:off x="31070" y="35995"/>
              <a:ext cx="6490588" cy="57434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rtlCol="1" anchor="ctr" anchorCtr="0">
              <a:noAutofit/>
            </a:bodyPr>
            <a:lstStyle/>
            <a:p>
              <a:pPr rtl="1"/>
              <a:r>
                <a:rPr lang="ar" dirty="0">
                  <a:solidFill>
                    <a:schemeClr val="tx1"/>
                  </a:solidFill>
                  <a:latin typeface="Sakkal Majalla" panose="02000000000000000000" pitchFamily="2" charset="-78"/>
                  <a:cs typeface="Sakkal Majalla" panose="02000000000000000000" pitchFamily="2" charset="-78"/>
                </a:rPr>
                <a:t>موضوع المناقشة: ناقش في صفك أطباق قائمة الطعام التي يمكنك تحضيرها باستخدام السكاكين المختلفة في الصورة. </a:t>
              </a:r>
            </a:p>
          </p:txBody>
        </p:sp>
      </p:grpSp>
      <p:pic>
        <p:nvPicPr>
          <p:cNvPr id="8" name="Picture 7" descr="Several knives and a knife">
            <a:extLst>
              <a:ext uri="{FF2B5EF4-FFF2-40B4-BE49-F238E27FC236}">
                <a16:creationId xmlns:a16="http://schemas.microsoft.com/office/drawing/2014/main" id="{94A03DF1-A007-28E5-6367-C6303CC8EAE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22809" y="3429000"/>
            <a:ext cx="3173127" cy="2778861"/>
          </a:xfrm>
          <a:prstGeom prst="rect">
            <a:avLst/>
          </a:prstGeom>
        </p:spPr>
      </p:pic>
      <p:sp>
        <p:nvSpPr>
          <p:cNvPr id="2" name="Footer Placeholder 2">
            <a:extLst>
              <a:ext uri="{FF2B5EF4-FFF2-40B4-BE49-F238E27FC236}">
                <a16:creationId xmlns:a16="http://schemas.microsoft.com/office/drawing/2014/main" id="{A70705D1-5D6B-E282-DFC2-D846E0D59AD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454786247"/>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8066" y="2048947"/>
            <a:ext cx="8568951" cy="936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latin typeface="Sakkal Majalla" panose="02000000000000000000" pitchFamily="2" charset="-78"/>
                <a:cs typeface="Sakkal Majalla" panose="02000000000000000000" pitchFamily="2" charset="-78"/>
              </a:rPr>
              <a:t>السلع (1)</a:t>
            </a:r>
          </a:p>
          <a:p>
            <a:pPr indent="0" rtl="1">
              <a:buNone/>
            </a:pPr>
            <a:r>
              <a:rPr lang="ar" sz="2200" dirty="0">
                <a:latin typeface="Sakkal Majalla" panose="02000000000000000000" pitchFamily="2" charset="-78"/>
                <a:cs typeface="Sakkal Majalla" panose="02000000000000000000" pitchFamily="2" charset="-78"/>
              </a:rPr>
              <a:t>تلعب هذه السلع دورًا أساسيًا في المطبخ العالمي، حيث تسهم في تنوع النكهات والقوامات والروائح التي تميز تقاليد الطهو المختلفة في جميع أنحاء العالم، ما يجعل كل مطبخ فريدًا من نوعه.</a:t>
            </a: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ب1 المعدات والسلع</a:t>
            </a:r>
          </a:p>
        </p:txBody>
      </p:sp>
      <p:sp>
        <p:nvSpPr>
          <p:cNvPr id="5" name="TextBox 4">
            <a:extLst>
              <a:ext uri="{FF2B5EF4-FFF2-40B4-BE49-F238E27FC236}">
                <a16:creationId xmlns:a16="http://schemas.microsoft.com/office/drawing/2014/main" id="{C46DF8FB-935F-F9E6-35AA-A14486254F81}"/>
              </a:ext>
            </a:extLst>
          </p:cNvPr>
          <p:cNvSpPr txBox="1"/>
          <p:nvPr/>
        </p:nvSpPr>
        <p:spPr>
          <a:xfrm>
            <a:off x="6035666" y="4109334"/>
            <a:ext cx="2520280" cy="2246769"/>
          </a:xfrm>
          <a:prstGeom prst="rect">
            <a:avLst/>
          </a:prstGeom>
          <a:noFill/>
        </p:spPr>
        <p:txBody>
          <a:bodyPr wrap="square" rtlCol="1">
            <a:spAutoFit/>
          </a:bodyPr>
          <a:lstStyle/>
          <a:p>
            <a:pPr marL="285750" indent="-28575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اللحم</a:t>
            </a:r>
          </a:p>
          <a:p>
            <a:pPr marL="285750" indent="-28575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بدائل اللحم</a:t>
            </a:r>
          </a:p>
          <a:p>
            <a:pPr marL="285750" indent="-28575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الدواجن</a:t>
            </a:r>
          </a:p>
          <a:p>
            <a:pPr marL="285750" indent="-28575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لحوم الحيوانات البرية</a:t>
            </a:r>
          </a:p>
          <a:p>
            <a:pPr marL="285750" indent="-28575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السمك</a:t>
            </a:r>
          </a:p>
          <a:p>
            <a:pPr marL="285750" indent="-285750" rtl="1">
              <a:buFont typeface="Wingdings" panose="05000000000000000000" pitchFamily="2" charset="2"/>
              <a:buChar char="§"/>
            </a:pPr>
            <a:r>
              <a:rPr lang="ar" sz="2000" dirty="0">
                <a:latin typeface="Sakkal Majalla" panose="02000000000000000000" pitchFamily="2" charset="-78"/>
                <a:cs typeface="Sakkal Majalla" panose="02000000000000000000" pitchFamily="2" charset="-78"/>
              </a:rPr>
              <a:t>المحار</a:t>
            </a:r>
          </a:p>
          <a:p>
            <a:pPr rtl="1"/>
            <a:endParaRPr lang="en-GB" sz="2000" dirty="0">
              <a:latin typeface="Sakkal Majalla" panose="02000000000000000000" pitchFamily="2" charset="-78"/>
              <a:cs typeface="Sakkal Majalla" panose="02000000000000000000" pitchFamily="2" charset="-78"/>
            </a:endParaRPr>
          </a:p>
        </p:txBody>
      </p:sp>
      <p:sp>
        <p:nvSpPr>
          <p:cNvPr id="4" name="TextBox 3">
            <a:extLst>
              <a:ext uri="{FF2B5EF4-FFF2-40B4-BE49-F238E27FC236}">
                <a16:creationId xmlns:a16="http://schemas.microsoft.com/office/drawing/2014/main" id="{29201282-D203-EE3A-FC2C-74D3A36B473E}"/>
              </a:ext>
            </a:extLst>
          </p:cNvPr>
          <p:cNvSpPr txBox="1"/>
          <p:nvPr/>
        </p:nvSpPr>
        <p:spPr>
          <a:xfrm>
            <a:off x="3515386" y="4040018"/>
            <a:ext cx="2520280" cy="1631216"/>
          </a:xfrm>
          <a:prstGeom prst="rect">
            <a:avLst/>
          </a:prstGeom>
          <a:noFill/>
        </p:spPr>
        <p:txBody>
          <a:bodyPr wrap="square" rtlCol="1">
            <a:spAutoFit/>
          </a:bodyPr>
          <a:lstStyle/>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المحار</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الخضراوات</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الفواكه </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المكسرات </a:t>
            </a:r>
          </a:p>
          <a:p>
            <a:pPr rtl="1"/>
            <a:endParaRPr lang="en-GB" sz="2000" dirty="0">
              <a:latin typeface="Sakkal Majalla" panose="02000000000000000000" pitchFamily="2" charset="-78"/>
              <a:cs typeface="Sakkal Majalla" panose="02000000000000000000" pitchFamily="2" charset="-78"/>
            </a:endParaRPr>
          </a:p>
        </p:txBody>
      </p:sp>
      <p:pic>
        <p:nvPicPr>
          <p:cNvPr id="3" name="Picture 2" descr="A variety of vegetables in baskets">
            <a:extLst>
              <a:ext uri="{FF2B5EF4-FFF2-40B4-BE49-F238E27FC236}">
                <a16:creationId xmlns:a16="http://schemas.microsoft.com/office/drawing/2014/main" id="{384FFD8A-C2B0-DE7F-B0AE-1DF96F7D5D9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8066" y="3812401"/>
            <a:ext cx="3603442" cy="2402295"/>
          </a:xfrm>
          <a:prstGeom prst="rect">
            <a:avLst/>
          </a:prstGeom>
        </p:spPr>
      </p:pic>
      <p:sp>
        <p:nvSpPr>
          <p:cNvPr id="2" name="Footer Placeholder 2">
            <a:extLst>
              <a:ext uri="{FF2B5EF4-FFF2-40B4-BE49-F238E27FC236}">
                <a16:creationId xmlns:a16="http://schemas.microsoft.com/office/drawing/2014/main" id="{866D42C3-C676-27E8-2B4A-44D2012EE53B}"/>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858689646"/>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2020198"/>
            <a:ext cx="8676356" cy="936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latin typeface="Sakkal Majalla" panose="02000000000000000000" pitchFamily="2" charset="-78"/>
                <a:cs typeface="Sakkal Majalla" panose="02000000000000000000" pitchFamily="2" charset="-78"/>
              </a:rPr>
              <a:t>السلع (2)</a:t>
            </a:r>
          </a:p>
          <a:p>
            <a:pPr indent="0" rtl="1">
              <a:buNone/>
            </a:pPr>
            <a:r>
              <a:rPr lang="ar" sz="2200" dirty="0">
                <a:latin typeface="Sakkal Majalla" panose="02000000000000000000" pitchFamily="2" charset="-78"/>
                <a:cs typeface="Sakkal Majalla" panose="02000000000000000000" pitchFamily="2" charset="-78"/>
              </a:rPr>
              <a:t>تلعب هذه السلع دورًا أساسيًا في المطبخ العالمي، حيث تسهم في تنوع النكهات والقوامات والروائح التي تميز تقاليد الطهو المختلفة في جميع أنحاء العالم، ما يجعل كل مطبخ فريدًا من نوعه.</a:t>
            </a: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ب1 المعدات والسلع</a:t>
            </a:r>
          </a:p>
        </p:txBody>
      </p:sp>
      <p:sp>
        <p:nvSpPr>
          <p:cNvPr id="3" name="TextBox 2">
            <a:extLst>
              <a:ext uri="{FF2B5EF4-FFF2-40B4-BE49-F238E27FC236}">
                <a16:creationId xmlns:a16="http://schemas.microsoft.com/office/drawing/2014/main" id="{89ABC351-0E16-89CE-6C65-CF41F5832A93}"/>
              </a:ext>
            </a:extLst>
          </p:cNvPr>
          <p:cNvSpPr txBox="1"/>
          <p:nvPr/>
        </p:nvSpPr>
        <p:spPr>
          <a:xfrm>
            <a:off x="2771800" y="3696588"/>
            <a:ext cx="2520280" cy="1323439"/>
          </a:xfrm>
          <a:prstGeom prst="rect">
            <a:avLst/>
          </a:prstGeom>
          <a:noFill/>
        </p:spPr>
        <p:txBody>
          <a:bodyPr wrap="square" rtlCol="1">
            <a:spAutoFit/>
          </a:bodyPr>
          <a:lstStyle/>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السكر</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الأعشاب والتوابل</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الحلويات</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المخبوزات</a:t>
            </a:r>
          </a:p>
        </p:txBody>
      </p:sp>
      <p:sp>
        <p:nvSpPr>
          <p:cNvPr id="4" name="TextBox 3">
            <a:extLst>
              <a:ext uri="{FF2B5EF4-FFF2-40B4-BE49-F238E27FC236}">
                <a16:creationId xmlns:a16="http://schemas.microsoft.com/office/drawing/2014/main" id="{29201282-D203-EE3A-FC2C-74D3A36B473E}"/>
              </a:ext>
            </a:extLst>
          </p:cNvPr>
          <p:cNvSpPr txBox="1"/>
          <p:nvPr/>
        </p:nvSpPr>
        <p:spPr>
          <a:xfrm>
            <a:off x="6149359" y="3696588"/>
            <a:ext cx="2520280" cy="2246769"/>
          </a:xfrm>
          <a:prstGeom prst="rect">
            <a:avLst/>
          </a:prstGeom>
          <a:noFill/>
        </p:spPr>
        <p:txBody>
          <a:bodyPr wrap="square" rtlCol="1">
            <a:spAutoFit/>
          </a:bodyPr>
          <a:lstStyle/>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البيض</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منتجات الألبان</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الدهون والزيوت</a:t>
            </a:r>
          </a:p>
          <a:p>
            <a:pPr marL="285750" indent="-285750" rtl="1">
              <a:buFont typeface="Wingdings" panose="05000000000000000000" pitchFamily="2" charset="2"/>
              <a:buChar char="§"/>
            </a:pPr>
            <a:r>
              <a:rPr lang="ar" sz="2000">
                <a:latin typeface="Sakkal Majalla" panose="02000000000000000000" pitchFamily="2" charset="-78"/>
                <a:cs typeface="Sakkal Majalla" panose="02000000000000000000" pitchFamily="2" charset="-78"/>
              </a:rPr>
              <a:t>محاصيل الحبوب</a:t>
            </a:r>
          </a:p>
          <a:p>
            <a:pPr marL="285750" indent="-285750" rtl="1">
              <a:buFont typeface="Wingdings" panose="05000000000000000000" pitchFamily="2" charset="2"/>
              <a:buChar char="§"/>
            </a:pPr>
            <a:endParaRPr lang="en-GB" sz="2000" dirty="0">
              <a:latin typeface="Sakkal Majalla" panose="02000000000000000000" pitchFamily="2" charset="-78"/>
              <a:cs typeface="Sakkal Majalla" panose="02000000000000000000" pitchFamily="2" charset="-78"/>
            </a:endParaRPr>
          </a:p>
          <a:p>
            <a:pPr marL="285750" indent="-285750" rtl="1">
              <a:buFont typeface="Wingdings" panose="05000000000000000000" pitchFamily="2" charset="2"/>
              <a:buChar char="§"/>
            </a:pPr>
            <a:endParaRPr lang="en-GB" sz="2000" dirty="0">
              <a:latin typeface="Sakkal Majalla" panose="02000000000000000000" pitchFamily="2" charset="-78"/>
              <a:cs typeface="Sakkal Majalla" panose="02000000000000000000" pitchFamily="2" charset="-78"/>
            </a:endParaRPr>
          </a:p>
          <a:p>
            <a:pPr rtl="1"/>
            <a:endParaRPr lang="en-GB" sz="2000" dirty="0">
              <a:latin typeface="Sakkal Majalla" panose="02000000000000000000" pitchFamily="2" charset="-78"/>
              <a:cs typeface="Sakkal Majalla" panose="02000000000000000000" pitchFamily="2" charset="-78"/>
            </a:endParaRPr>
          </a:p>
        </p:txBody>
      </p:sp>
      <p:graphicFrame>
        <p:nvGraphicFramePr>
          <p:cNvPr id="2" name="Diagram 1">
            <a:extLst>
              <a:ext uri="{FF2B5EF4-FFF2-40B4-BE49-F238E27FC236}">
                <a16:creationId xmlns:a16="http://schemas.microsoft.com/office/drawing/2014/main" id="{4D003CA5-4964-B2D1-4A60-5BA8E1902608}"/>
              </a:ext>
            </a:extLst>
          </p:cNvPr>
          <p:cNvGraphicFramePr/>
          <p:nvPr>
            <p:extLst>
              <p:ext uri="{D42A27DB-BD31-4B8C-83A1-F6EECF244321}">
                <p14:modId xmlns:p14="http://schemas.microsoft.com/office/powerpoint/2010/main" val="4118096315"/>
              </p:ext>
            </p:extLst>
          </p:nvPr>
        </p:nvGraphicFramePr>
        <p:xfrm>
          <a:off x="578183" y="5266248"/>
          <a:ext cx="7987634" cy="9233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Footer Placeholder 2">
            <a:extLst>
              <a:ext uri="{FF2B5EF4-FFF2-40B4-BE49-F238E27FC236}">
                <a16:creationId xmlns:a16="http://schemas.microsoft.com/office/drawing/2014/main" id="{2B668033-98BB-CE62-E2ED-951523CCFE4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689906434"/>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30" y="3681401"/>
            <a:ext cx="8820471"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000" dirty="0">
                <a:latin typeface="Sakkal Majalla" panose="02000000000000000000" pitchFamily="2" charset="-78"/>
                <a:cs typeface="Sakkal Majalla" panose="02000000000000000000" pitchFamily="2" charset="-78"/>
              </a:rPr>
              <a:t>التقشير هو عملية إزالة القشرة الخارجية أو القشور من الفواكه والخضراوات.           </a:t>
            </a:r>
          </a:p>
          <a:p>
            <a:pPr marL="685800" rtl="1"/>
            <a:r>
              <a:rPr lang="ar" sz="2000" dirty="0">
                <a:latin typeface="Sakkal Majalla" panose="02000000000000000000" pitchFamily="2" charset="-78"/>
                <a:cs typeface="Sakkal Majalla" panose="02000000000000000000" pitchFamily="2" charset="-78"/>
              </a:rPr>
              <a:t>تتضمن عملية التقطيع تقطيع الأطعمة إلى قطع أصغر باستخدام سكين أو أداة تقطيع أخرى. </a:t>
            </a:r>
          </a:p>
          <a:p>
            <a:pPr marL="685800" rtl="1"/>
            <a:r>
              <a:rPr lang="ar" sz="2000" dirty="0">
                <a:latin typeface="Sakkal Majalla" panose="02000000000000000000" pitchFamily="2" charset="-78"/>
                <a:cs typeface="Sakkal Majalla" panose="02000000000000000000" pitchFamily="2" charset="-78"/>
              </a:rPr>
              <a:t>البشر هي عملية تقطيع أو فرم الطعام إلى قطع صغيرة باستخدام مبشرة أو معالج طعام</a:t>
            </a:r>
          </a:p>
          <a:p>
            <a:pPr marL="685800" rtl="1"/>
            <a:r>
              <a:rPr lang="ar" sz="2000" dirty="0">
                <a:latin typeface="Sakkal Majalla" panose="02000000000000000000" pitchFamily="2" charset="-78"/>
                <a:cs typeface="Sakkal Majalla" panose="02000000000000000000" pitchFamily="2" charset="-78"/>
              </a:rPr>
              <a:t>تتضمن عملية الدمج خلط المكونات للحصول على مزيج سلس وذ</a:t>
            </a:r>
            <a:r>
              <a:rPr lang="ar-JO" sz="2000" dirty="0">
                <a:latin typeface="Sakkal Majalla" panose="02000000000000000000" pitchFamily="2" charset="-78"/>
                <a:cs typeface="Sakkal Majalla" panose="02000000000000000000" pitchFamily="2" charset="-78"/>
              </a:rPr>
              <a:t>ي</a:t>
            </a:r>
            <a:r>
              <a:rPr lang="ar" sz="2000" dirty="0">
                <a:latin typeface="Sakkal Majalla" panose="02000000000000000000" pitchFamily="2" charset="-78"/>
                <a:cs typeface="Sakkal Majalla" panose="02000000000000000000" pitchFamily="2" charset="-78"/>
              </a:rPr>
              <a:t> قوام موحد. </a:t>
            </a:r>
          </a:p>
          <a:p>
            <a:pPr marL="685800" rtl="1"/>
            <a:endParaRPr lang="en-GB" altLang="en-US" sz="20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800" b="1" dirty="0">
                <a:latin typeface="Sakkal Majalla" panose="02000000000000000000" pitchFamily="2" charset="-78"/>
                <a:cs typeface="Sakkal Majalla" panose="02000000000000000000" pitchFamily="2" charset="-78"/>
              </a:rPr>
              <a:t>ب 2 طرق تحضير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وطهو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الأطباق </a:t>
            </a:r>
            <a:r>
              <a:rPr lang="ar-JO" sz="3800" b="1" dirty="0">
                <a:latin typeface="Sakkal Majalla" panose="02000000000000000000" pitchFamily="2" charset="-78"/>
                <a:cs typeface="Sakkal Majalla" panose="02000000000000000000" pitchFamily="2" charset="-78"/>
              </a:rPr>
              <a:t>وتقديمها </a:t>
            </a:r>
            <a:r>
              <a:rPr lang="ar" sz="3800" b="1" dirty="0">
                <a:latin typeface="Sakkal Majalla" panose="02000000000000000000" pitchFamily="2" charset="-78"/>
                <a:cs typeface="Sakkal Majalla" panose="02000000000000000000" pitchFamily="2" charset="-78"/>
              </a:rPr>
              <a:t>بالشكل النهائي (1)</a:t>
            </a:r>
          </a:p>
          <a:p>
            <a:pPr rtl="1"/>
            <a:r>
              <a:rPr lang="ar" sz="2600" dirty="0">
                <a:latin typeface="Sakkal Majalla" panose="02000000000000000000" pitchFamily="2" charset="-78"/>
                <a:cs typeface="Sakkal Majalla" panose="02000000000000000000" pitchFamily="2" charset="-78"/>
              </a:rPr>
              <a:t>علينا أن نتبع طرق التحضير بشكل صحيح لأن ذلك يساعد على ضمان طهو الطبق وتقديمه </a:t>
            </a:r>
            <a:r>
              <a:rPr lang="ar-JO" sz="2600" dirty="0">
                <a:latin typeface="Sakkal Majalla" panose="02000000000000000000" pitchFamily="2" charset="-78"/>
                <a:cs typeface="Sakkal Majalla" panose="02000000000000000000" pitchFamily="2" charset="-78"/>
              </a:rPr>
              <a:t>ب</a:t>
            </a:r>
            <a:r>
              <a:rPr lang="ar" sz="2600" dirty="0">
                <a:latin typeface="Sakkal Majalla" panose="02000000000000000000" pitchFamily="2" charset="-78"/>
                <a:cs typeface="Sakkal Majalla" panose="02000000000000000000" pitchFamily="2" charset="-78"/>
              </a:rPr>
              <a:t>حسب الوصفة.</a:t>
            </a:r>
          </a:p>
        </p:txBody>
      </p:sp>
      <p:sp>
        <p:nvSpPr>
          <p:cNvPr id="2" name="Footer Placeholder 2">
            <a:extLst>
              <a:ext uri="{FF2B5EF4-FFF2-40B4-BE49-F238E27FC236}">
                <a16:creationId xmlns:a16="http://schemas.microsoft.com/office/drawing/2014/main" id="{427E4635-C7ED-E2BD-65E6-91B2B1BDE74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859722278"/>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800" b="1" dirty="0">
                <a:latin typeface="Sakkal Majalla" panose="02000000000000000000" pitchFamily="2" charset="-78"/>
                <a:cs typeface="Sakkal Majalla" panose="02000000000000000000" pitchFamily="2" charset="-78"/>
              </a:rPr>
              <a:t>ب2 طرق تحضير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وطهو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الأطباق </a:t>
            </a:r>
            <a:r>
              <a:rPr lang="ar-JO" sz="3800" b="1" dirty="0">
                <a:latin typeface="Sakkal Majalla" panose="02000000000000000000" pitchFamily="2" charset="-78"/>
                <a:cs typeface="Sakkal Majalla" panose="02000000000000000000" pitchFamily="2" charset="-78"/>
              </a:rPr>
              <a:t>وتقديمها </a:t>
            </a:r>
            <a:r>
              <a:rPr lang="ar" sz="3800" b="1" dirty="0">
                <a:latin typeface="Sakkal Majalla" panose="02000000000000000000" pitchFamily="2" charset="-78"/>
                <a:cs typeface="Sakkal Majalla" panose="02000000000000000000" pitchFamily="2" charset="-78"/>
              </a:rPr>
              <a:t>بالشكل النهائي (2)</a:t>
            </a:r>
          </a:p>
        </p:txBody>
      </p:sp>
      <p:sp>
        <p:nvSpPr>
          <p:cNvPr id="4" name="Content Placeholder 3">
            <a:extLst>
              <a:ext uri="{FF2B5EF4-FFF2-40B4-BE49-F238E27FC236}">
                <a16:creationId xmlns:a16="http://schemas.microsoft.com/office/drawing/2014/main" id="{FBAD721A-B8E8-E4FA-83A5-34C9D079A865}"/>
              </a:ext>
            </a:extLst>
          </p:cNvPr>
          <p:cNvSpPr txBox="1">
            <a:spLocks noChangeArrowheads="1"/>
          </p:cNvSpPr>
          <p:nvPr/>
        </p:nvSpPr>
        <p:spPr bwMode="auto">
          <a:xfrm>
            <a:off x="1223120" y="3012579"/>
            <a:ext cx="792088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000" kern="0" dirty="0">
                <a:latin typeface="Sakkal Majalla" panose="02000000000000000000" pitchFamily="2" charset="-78"/>
                <a:cs typeface="Sakkal Majalla" panose="02000000000000000000" pitchFamily="2" charset="-78"/>
              </a:rPr>
              <a:t>السلخ هو إزالة الجلد أو الغشاء الخارجي عن بعض الأطعمة مثل الطماطم والفلفل واللحم والسمك والدواجن</a:t>
            </a:r>
          </a:p>
          <a:p>
            <a:pPr marL="685800" rtl="1"/>
            <a:r>
              <a:rPr lang="ar" sz="2000" kern="0" dirty="0">
                <a:latin typeface="Sakkal Majalla" panose="02000000000000000000" pitchFamily="2" charset="-78"/>
                <a:cs typeface="Sakkal Majalla" panose="02000000000000000000" pitchFamily="2" charset="-78"/>
              </a:rPr>
              <a:t>فصل العظم عن اللحم هو عملية إزالة العظام عن اللحوم أو الدواجن أو الأسماك</a:t>
            </a:r>
            <a:endParaRPr lang="en-GB" altLang="en-US" sz="2000" kern="0" dirty="0">
              <a:latin typeface="Sakkal Majalla" panose="02000000000000000000" pitchFamily="2" charset="-78"/>
              <a:cs typeface="Sakkal Majalla" panose="02000000000000000000" pitchFamily="2" charset="-78"/>
            </a:endParaRPr>
          </a:p>
          <a:p>
            <a:pPr marL="685800" rtl="1"/>
            <a:r>
              <a:rPr lang="ar" sz="2000" kern="0" dirty="0">
                <a:latin typeface="Sakkal Majalla" panose="02000000000000000000" pitchFamily="2" charset="-78"/>
                <a:cs typeface="Sakkal Majalla" panose="02000000000000000000" pitchFamily="2" charset="-78"/>
              </a:rPr>
              <a:t>تنطوي عملية الكشط على إزالة الشوائب من سائل مثل المرق أو المربى.   </a:t>
            </a:r>
          </a:p>
          <a:p>
            <a:pPr marL="685800" rtl="1"/>
            <a:r>
              <a:rPr lang="ar" sz="2000" kern="0" dirty="0">
                <a:latin typeface="Sakkal Majalla" panose="02000000000000000000" pitchFamily="2" charset="-78"/>
                <a:cs typeface="Sakkal Majalla" panose="02000000000000000000" pitchFamily="2" charset="-78"/>
              </a:rPr>
              <a:t>السلق الخفيف هو تقنية تنطوي على غمر العناصر الغذائية لمدة قصيرة في الماء المغلي أو البخار.</a:t>
            </a:r>
          </a:p>
          <a:p>
            <a:pPr marL="685800" rtl="1"/>
            <a:endParaRPr lang="en-GB" altLang="en-US" sz="20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1558B6F7-A9CC-0E0D-5448-F1123FC4534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639790269"/>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800" b="1" dirty="0">
                <a:latin typeface="Sakkal Majalla" panose="02000000000000000000" pitchFamily="2" charset="-78"/>
                <a:cs typeface="Sakkal Majalla" panose="02000000000000000000" pitchFamily="2" charset="-78"/>
              </a:rPr>
              <a:t>ب2 طرق تحضير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وطهو</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 الأطباق </a:t>
            </a:r>
            <a:r>
              <a:rPr lang="ar-JO" sz="3800" b="1" dirty="0">
                <a:latin typeface="Sakkal Majalla" panose="02000000000000000000" pitchFamily="2" charset="-78"/>
                <a:cs typeface="Sakkal Majalla" panose="02000000000000000000" pitchFamily="2" charset="-78"/>
              </a:rPr>
              <a:t>وتقديمها</a:t>
            </a:r>
            <a:r>
              <a:rPr lang="ar" sz="3800" b="1" dirty="0">
                <a:latin typeface="Sakkal Majalla" panose="02000000000000000000" pitchFamily="2" charset="-78"/>
                <a:cs typeface="Sakkal Majalla" panose="02000000000000000000" pitchFamily="2" charset="-78"/>
              </a:rPr>
              <a:t> بالشكل النهائي</a:t>
            </a:r>
            <a:r>
              <a:rPr lang="ar-JO" sz="3800" b="1" dirty="0">
                <a:latin typeface="Sakkal Majalla" panose="02000000000000000000" pitchFamily="2" charset="-78"/>
                <a:cs typeface="Sakkal Majalla" panose="02000000000000000000" pitchFamily="2" charset="-78"/>
              </a:rPr>
              <a:t> (3)</a:t>
            </a:r>
            <a:endParaRPr lang="ar" sz="3800" b="1"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FBAD721A-B8E8-E4FA-83A5-34C9D079A865}"/>
              </a:ext>
            </a:extLst>
          </p:cNvPr>
          <p:cNvSpPr txBox="1">
            <a:spLocks noChangeArrowheads="1"/>
          </p:cNvSpPr>
          <p:nvPr/>
        </p:nvSpPr>
        <p:spPr bwMode="auto">
          <a:xfrm>
            <a:off x="1223120" y="2996952"/>
            <a:ext cx="7920880" cy="3260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000" kern="0" dirty="0">
                <a:latin typeface="Sakkal Majalla" panose="02000000000000000000" pitchFamily="2" charset="-78"/>
                <a:cs typeface="Sakkal Majalla" panose="02000000000000000000" pitchFamily="2" charset="-78"/>
              </a:rPr>
              <a:t>الترطيب هو تبريد العناصر الغذائية المطهوة سريعًا في الماء المثلج لإيقاف عملية الطهو والحفاظ على لونها وقوامها ونكهتها. </a:t>
            </a:r>
          </a:p>
          <a:p>
            <a:pPr marL="685800" rtl="1"/>
            <a:r>
              <a:rPr lang="ar" sz="2000" kern="0" dirty="0">
                <a:latin typeface="Sakkal Majalla" panose="02000000000000000000" pitchFamily="2" charset="-78"/>
                <a:cs typeface="Sakkal Majalla" panose="02000000000000000000" pitchFamily="2" charset="-78"/>
              </a:rPr>
              <a:t>تنطوي عملية التغليف على تغطية العناصر الغذائية بطبقة من الدقيق أو فتات الخبز أو خليط سميك أو صوص قبل الطهو</a:t>
            </a:r>
          </a:p>
          <a:p>
            <a:pPr marL="685800" rtl="1"/>
            <a:r>
              <a:rPr lang="ar" sz="2000" kern="0" dirty="0">
                <a:latin typeface="Sakkal Majalla" panose="02000000000000000000" pitchFamily="2" charset="-78"/>
                <a:cs typeface="Sakkal Majalla" panose="02000000000000000000" pitchFamily="2" charset="-78"/>
              </a:rPr>
              <a:t>ينطوي التتبيل على إضافة الملح والفلفل والأعشاب والبهارات أو أي منكهات أخرى للطعام لتعزيز مذاقها. </a:t>
            </a:r>
          </a:p>
          <a:p>
            <a:pPr marL="685800" rtl="1"/>
            <a:endParaRPr lang="en-GB" altLang="en-US" sz="2000"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33F9756-FFDC-B193-AA03-00131425363F}"/>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425189555"/>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335688" y="2996952"/>
            <a:ext cx="28083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000" dirty="0">
                <a:latin typeface="Sakkal Majalla" panose="02000000000000000000" pitchFamily="2" charset="-78"/>
                <a:cs typeface="Sakkal Majalla" panose="02000000000000000000" pitchFamily="2" charset="-78"/>
              </a:rPr>
              <a:t>طازج</a:t>
            </a:r>
          </a:p>
          <a:p>
            <a:pPr marL="685800" rtl="1"/>
            <a:r>
              <a:rPr lang="ar" sz="2000" dirty="0">
                <a:latin typeface="Sakkal Majalla" panose="02000000000000000000" pitchFamily="2" charset="-78"/>
                <a:cs typeface="Sakkal Majalla" panose="02000000000000000000" pitchFamily="2" charset="-78"/>
              </a:rPr>
              <a:t>مُبرد</a:t>
            </a:r>
          </a:p>
          <a:p>
            <a:pPr marL="685800" rtl="1"/>
            <a:r>
              <a:rPr lang="ar" sz="2000" dirty="0">
                <a:latin typeface="Sakkal Majalla" panose="02000000000000000000" pitchFamily="2" charset="-78"/>
                <a:cs typeface="Sakkal Majalla" panose="02000000000000000000" pitchFamily="2" charset="-78"/>
              </a:rPr>
              <a:t>مجمد</a:t>
            </a:r>
          </a:p>
          <a:p>
            <a:pPr marL="685800" rtl="1"/>
            <a:r>
              <a:rPr lang="ar" sz="2000" dirty="0">
                <a:latin typeface="Sakkal Majalla" panose="02000000000000000000" pitchFamily="2" charset="-78"/>
                <a:cs typeface="Sakkal Majalla" panose="02000000000000000000" pitchFamily="2" charset="-78"/>
              </a:rPr>
              <a:t>مجفف</a:t>
            </a:r>
          </a:p>
          <a:p>
            <a:pPr marL="685800" rtl="1"/>
            <a:r>
              <a:rPr lang="ar" sz="2000" dirty="0">
                <a:latin typeface="Sakkal Majalla" panose="02000000000000000000" pitchFamily="2" charset="-78"/>
                <a:cs typeface="Sakkal Majalla" panose="02000000000000000000" pitchFamily="2" charset="-78"/>
              </a:rPr>
              <a:t>معلب</a:t>
            </a:r>
          </a:p>
          <a:p>
            <a:pPr marL="685800" rtl="1"/>
            <a:r>
              <a:rPr lang="ar" sz="2000" dirty="0">
                <a:latin typeface="Sakkal Majalla" panose="02000000000000000000" pitchFamily="2" charset="-78"/>
                <a:cs typeface="Sakkal Majalla" panose="02000000000000000000" pitchFamily="2" charset="-78"/>
              </a:rPr>
              <a:t>معبأ بتفريغ الهواء</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800" b="1" dirty="0">
                <a:latin typeface="Sakkal Majalla" panose="02000000000000000000" pitchFamily="2" charset="-78"/>
                <a:cs typeface="Sakkal Majalla" panose="02000000000000000000" pitchFamily="2" charset="-78"/>
              </a:rPr>
              <a:t>ب2 طرق تحضير</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 وطهو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الأطباق </a:t>
            </a:r>
            <a:r>
              <a:rPr lang="ar-JO" sz="3800" b="1" dirty="0">
                <a:latin typeface="Sakkal Majalla" panose="02000000000000000000" pitchFamily="2" charset="-78"/>
                <a:cs typeface="Sakkal Majalla" panose="02000000000000000000" pitchFamily="2" charset="-78"/>
              </a:rPr>
              <a:t>وتقديمها </a:t>
            </a:r>
            <a:r>
              <a:rPr lang="ar" sz="3800" b="1" dirty="0">
                <a:latin typeface="Sakkal Majalla" panose="02000000000000000000" pitchFamily="2" charset="-78"/>
                <a:cs typeface="Sakkal Majalla" panose="02000000000000000000" pitchFamily="2" charset="-78"/>
              </a:rPr>
              <a:t>بالشكل النهائي </a:t>
            </a:r>
          </a:p>
          <a:p>
            <a:pPr rtl="1"/>
            <a:r>
              <a:rPr lang="ar" sz="2600" dirty="0">
                <a:latin typeface="Sakkal Majalla" panose="02000000000000000000" pitchFamily="2" charset="-78"/>
                <a:cs typeface="Sakkal Majalla" panose="02000000000000000000" pitchFamily="2" charset="-78"/>
              </a:rPr>
              <a:t>طرق التخزين</a:t>
            </a:r>
          </a:p>
        </p:txBody>
      </p:sp>
      <p:graphicFrame>
        <p:nvGraphicFramePr>
          <p:cNvPr id="5" name="Diagram 4">
            <a:extLst>
              <a:ext uri="{FF2B5EF4-FFF2-40B4-BE49-F238E27FC236}">
                <a16:creationId xmlns:a16="http://schemas.microsoft.com/office/drawing/2014/main" id="{C5D137CE-8218-1B31-3775-99897F3E1CE5}"/>
              </a:ext>
            </a:extLst>
          </p:cNvPr>
          <p:cNvGraphicFramePr/>
          <p:nvPr>
            <p:extLst>
              <p:ext uri="{D42A27DB-BD31-4B8C-83A1-F6EECF244321}">
                <p14:modId xmlns:p14="http://schemas.microsoft.com/office/powerpoint/2010/main" val="2439352489"/>
              </p:ext>
            </p:extLst>
          </p:nvPr>
        </p:nvGraphicFramePr>
        <p:xfrm>
          <a:off x="1798309" y="5661248"/>
          <a:ext cx="5328592" cy="61226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descr="A carton of eggs">
            <a:extLst>
              <a:ext uri="{FF2B5EF4-FFF2-40B4-BE49-F238E27FC236}">
                <a16:creationId xmlns:a16="http://schemas.microsoft.com/office/drawing/2014/main" id="{F8200BF8-33BA-9E4B-633F-699461560241}"/>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798475" y="2852936"/>
            <a:ext cx="3664130" cy="2376637"/>
          </a:xfrm>
          <a:prstGeom prst="rect">
            <a:avLst/>
          </a:prstGeom>
        </p:spPr>
      </p:pic>
      <p:sp>
        <p:nvSpPr>
          <p:cNvPr id="2" name="Footer Placeholder 2">
            <a:extLst>
              <a:ext uri="{FF2B5EF4-FFF2-40B4-BE49-F238E27FC236}">
                <a16:creationId xmlns:a16="http://schemas.microsoft.com/office/drawing/2014/main" id="{31331782-8E37-A723-3CD8-B24A8EDBC8F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1921089313"/>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800" b="1" dirty="0">
                <a:latin typeface="Sakkal Majalla" panose="02000000000000000000" pitchFamily="2" charset="-78"/>
                <a:cs typeface="Sakkal Majalla" panose="02000000000000000000" pitchFamily="2" charset="-78"/>
              </a:rPr>
              <a:t>ب2 طرق تحضير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وطهو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الأطباق</a:t>
            </a:r>
            <a:r>
              <a:rPr lang="ar-JO" sz="3800" b="1" dirty="0">
                <a:latin typeface="Sakkal Majalla" panose="02000000000000000000" pitchFamily="2" charset="-78"/>
                <a:cs typeface="Sakkal Majalla" panose="02000000000000000000" pitchFamily="2" charset="-78"/>
              </a:rPr>
              <a:t> وتقديمها</a:t>
            </a:r>
            <a:r>
              <a:rPr lang="ar" sz="3800" b="1" dirty="0">
                <a:latin typeface="Sakkal Majalla" panose="02000000000000000000" pitchFamily="2" charset="-78"/>
                <a:cs typeface="Sakkal Majalla" panose="02000000000000000000" pitchFamily="2" charset="-78"/>
              </a:rPr>
              <a:t> بالشكل النهائي</a:t>
            </a:r>
          </a:p>
          <a:p>
            <a:pPr rtl="1"/>
            <a:r>
              <a:rPr lang="ar" sz="2600" dirty="0">
                <a:latin typeface="Sakkal Majalla" panose="02000000000000000000" pitchFamily="2" charset="-78"/>
                <a:cs typeface="Sakkal Majalla" panose="02000000000000000000" pitchFamily="2" charset="-78"/>
              </a:rPr>
              <a:t>تستخدم طرق طه</a:t>
            </a:r>
            <a:r>
              <a:rPr lang="ar-JO" sz="2600" dirty="0">
                <a:latin typeface="Sakkal Majalla" panose="02000000000000000000" pitchFamily="2" charset="-78"/>
                <a:cs typeface="Sakkal Majalla" panose="02000000000000000000" pitchFamily="2" charset="-78"/>
              </a:rPr>
              <a:t>و</a:t>
            </a:r>
            <a:r>
              <a:rPr lang="ar" sz="2600" dirty="0">
                <a:latin typeface="Sakkal Majalla" panose="02000000000000000000" pitchFamily="2" charset="-78"/>
                <a:cs typeface="Sakkal Majalla" panose="02000000000000000000" pitchFamily="2" charset="-78"/>
              </a:rPr>
              <a:t> متباينة لإعداد وصفات متنوعة، ما ينتج عنه نتائج مختلفة بناءً على الطريقة والمكونات المستعملة.</a:t>
            </a:r>
          </a:p>
          <a:p>
            <a:pPr rtl="1"/>
            <a:endParaRPr lang="en-GB" altLang="en-US" sz="24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طرق الطهو (1)</a:t>
            </a:r>
          </a:p>
        </p:txBody>
      </p:sp>
      <p:sp>
        <p:nvSpPr>
          <p:cNvPr id="2" name="Content Placeholder 3">
            <a:extLst>
              <a:ext uri="{FF2B5EF4-FFF2-40B4-BE49-F238E27FC236}">
                <a16:creationId xmlns:a16="http://schemas.microsoft.com/office/drawing/2014/main" id="{06179E48-F9A4-439C-9F27-78644CA87C4A}"/>
              </a:ext>
            </a:extLst>
          </p:cNvPr>
          <p:cNvSpPr txBox="1">
            <a:spLocks noChangeArrowheads="1"/>
          </p:cNvSpPr>
          <p:nvPr/>
        </p:nvSpPr>
        <p:spPr bwMode="auto">
          <a:xfrm>
            <a:off x="6066284" y="4329100"/>
            <a:ext cx="3096344"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685800" rtl="1"/>
            <a:r>
              <a:rPr lang="ar" sz="2000" kern="0" dirty="0">
                <a:latin typeface="Sakkal Majalla" panose="02000000000000000000" pitchFamily="2" charset="-78"/>
                <a:cs typeface="Sakkal Majalla" panose="02000000000000000000" pitchFamily="2" charset="-78"/>
              </a:rPr>
              <a:t>السلق البطيء</a:t>
            </a:r>
          </a:p>
          <a:p>
            <a:pPr marL="685800" rtl="1"/>
            <a:r>
              <a:rPr lang="ar" sz="2000" kern="0" dirty="0">
                <a:latin typeface="Sakkal Majalla" panose="02000000000000000000" pitchFamily="2" charset="-78"/>
                <a:cs typeface="Sakkal Majalla" panose="02000000000000000000" pitchFamily="2" charset="-78"/>
              </a:rPr>
              <a:t>الطهي بالبخار</a:t>
            </a:r>
          </a:p>
          <a:p>
            <a:pPr marL="685800" rtl="1"/>
            <a:r>
              <a:rPr lang="ar" sz="2000" kern="0" dirty="0">
                <a:latin typeface="Sakkal Majalla" panose="02000000000000000000" pitchFamily="2" charset="-78"/>
                <a:cs typeface="Sakkal Majalla" panose="02000000000000000000" pitchFamily="2" charset="-78"/>
              </a:rPr>
              <a:t>التسوية</a:t>
            </a:r>
          </a:p>
          <a:p>
            <a:pPr marL="685800" rtl="1"/>
            <a:r>
              <a:rPr lang="ar" sz="2000" kern="0" dirty="0">
                <a:latin typeface="Sakkal Majalla" panose="02000000000000000000" pitchFamily="2" charset="-78"/>
                <a:cs typeface="Sakkal Majalla" panose="02000000000000000000" pitchFamily="2" charset="-78"/>
              </a:rPr>
              <a:t>الطهو البطيء</a:t>
            </a:r>
          </a:p>
          <a:p>
            <a:pPr marL="685800" rtl="1"/>
            <a:r>
              <a:rPr lang="ar" sz="2000" kern="0" dirty="0">
                <a:latin typeface="Sakkal Majalla" panose="02000000000000000000" pitchFamily="2" charset="-78"/>
                <a:cs typeface="Sakkal Majalla" panose="02000000000000000000" pitchFamily="2" charset="-78"/>
              </a:rPr>
              <a:t>القلي</a:t>
            </a:r>
          </a:p>
        </p:txBody>
      </p:sp>
      <p:pic>
        <p:nvPicPr>
          <p:cNvPr id="5" name="Picture 4" descr="A person holding a sieve over an egg being cooked">
            <a:extLst>
              <a:ext uri="{FF2B5EF4-FFF2-40B4-BE49-F238E27FC236}">
                <a16:creationId xmlns:a16="http://schemas.microsoft.com/office/drawing/2014/main" id="{80485A88-49EB-AD56-658A-2994915810E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19296" y="3462357"/>
            <a:ext cx="3996720" cy="2664296"/>
          </a:xfrm>
          <a:prstGeom prst="rect">
            <a:avLst/>
          </a:prstGeom>
        </p:spPr>
      </p:pic>
      <p:sp>
        <p:nvSpPr>
          <p:cNvPr id="3" name="Footer Placeholder 2">
            <a:extLst>
              <a:ext uri="{FF2B5EF4-FFF2-40B4-BE49-F238E27FC236}">
                <a16:creationId xmlns:a16="http://schemas.microsoft.com/office/drawing/2014/main" id="{2F0595F1-E8F1-3E20-830E-5E55F6994C7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209917542"/>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041529" y="3140968"/>
            <a:ext cx="3096344"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000" dirty="0">
                <a:latin typeface="Sakkal Majalla" panose="02000000000000000000" pitchFamily="2" charset="-78"/>
                <a:cs typeface="Sakkal Majalla" panose="02000000000000000000" pitchFamily="2" charset="-78"/>
              </a:rPr>
              <a:t>الشي</a:t>
            </a:r>
          </a:p>
          <a:p>
            <a:pPr marL="685800" rtl="1"/>
            <a:r>
              <a:rPr lang="ar" sz="2000" dirty="0">
                <a:latin typeface="Sakkal Majalla" panose="02000000000000000000" pitchFamily="2" charset="-78"/>
                <a:cs typeface="Sakkal Majalla" panose="02000000000000000000" pitchFamily="2" charset="-78"/>
              </a:rPr>
              <a:t>الخَبز</a:t>
            </a:r>
          </a:p>
          <a:p>
            <a:pPr marL="685800" rtl="1"/>
            <a:r>
              <a:rPr lang="ar" sz="2000" dirty="0">
                <a:latin typeface="Sakkal Majalla" panose="02000000000000000000" pitchFamily="2" charset="-78"/>
                <a:cs typeface="Sakkal Majalla" panose="02000000000000000000" pitchFamily="2" charset="-78"/>
              </a:rPr>
              <a:t>التحميص</a:t>
            </a:r>
          </a:p>
          <a:p>
            <a:pPr marL="685800" rtl="1"/>
            <a:r>
              <a:rPr lang="ar" sz="2000" dirty="0">
                <a:latin typeface="Sakkal Majalla" panose="02000000000000000000" pitchFamily="2" charset="-78"/>
                <a:cs typeface="Sakkal Majalla" panose="02000000000000000000" pitchFamily="2" charset="-78"/>
              </a:rPr>
              <a:t>التحمير في الفرن</a:t>
            </a:r>
          </a:p>
          <a:p>
            <a:pPr marL="685800" rtl="1"/>
            <a:r>
              <a:rPr lang="ar" sz="2000" dirty="0">
                <a:latin typeface="Sakkal Majalla" panose="02000000000000000000" pitchFamily="2" charset="-78"/>
                <a:cs typeface="Sakkal Majalla" panose="02000000000000000000" pitchFamily="2" charset="-78"/>
              </a:rPr>
              <a:t>القلي السريع</a:t>
            </a:r>
          </a:p>
          <a:p>
            <a:pPr marL="685800" rtl="1"/>
            <a:r>
              <a:rPr lang="ar" sz="2000" dirty="0">
                <a:latin typeface="Sakkal Majalla" panose="02000000000000000000" pitchFamily="2" charset="-78"/>
                <a:cs typeface="Sakkal Majalla" panose="02000000000000000000" pitchFamily="2" charset="-78"/>
              </a:rPr>
              <a:t>الشي بشواية باربكيو</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800" b="1" dirty="0">
                <a:latin typeface="Sakkal Majalla" panose="02000000000000000000" pitchFamily="2" charset="-78"/>
                <a:cs typeface="Sakkal Majalla" panose="02000000000000000000" pitchFamily="2" charset="-78"/>
              </a:rPr>
              <a:t>ب2 طرق تحضير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وطهو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الأطباق</a:t>
            </a:r>
            <a:r>
              <a:rPr lang="ar-JO" sz="3800" b="1" dirty="0">
                <a:latin typeface="Sakkal Majalla" panose="02000000000000000000" pitchFamily="2" charset="-78"/>
                <a:cs typeface="Sakkal Majalla" panose="02000000000000000000" pitchFamily="2" charset="-78"/>
              </a:rPr>
              <a:t> وتقديمها</a:t>
            </a:r>
            <a:r>
              <a:rPr lang="ar" sz="3800" b="1" dirty="0">
                <a:latin typeface="Sakkal Majalla" panose="02000000000000000000" pitchFamily="2" charset="-78"/>
                <a:cs typeface="Sakkal Majalla" panose="02000000000000000000" pitchFamily="2" charset="-78"/>
              </a:rPr>
              <a:t> بالشكل النهائي</a:t>
            </a:r>
          </a:p>
        </p:txBody>
      </p:sp>
      <p:sp>
        <p:nvSpPr>
          <p:cNvPr id="6" name="TextBox 5">
            <a:extLst>
              <a:ext uri="{FF2B5EF4-FFF2-40B4-BE49-F238E27FC236}">
                <a16:creationId xmlns:a16="http://schemas.microsoft.com/office/drawing/2014/main" id="{19E1F9EF-9D82-410F-B541-05B109632498}"/>
              </a:ext>
            </a:extLst>
          </p:cNvPr>
          <p:cNvSpPr txBox="1"/>
          <p:nvPr/>
        </p:nvSpPr>
        <p:spPr>
          <a:xfrm>
            <a:off x="4262475" y="2492896"/>
            <a:ext cx="4625788" cy="492443"/>
          </a:xfrm>
          <a:prstGeom prst="rect">
            <a:avLst/>
          </a:prstGeom>
          <a:noFill/>
        </p:spPr>
        <p:txBody>
          <a:bodyPr wrap="square" rtlCol="1">
            <a:spAutoFit/>
          </a:bodyPr>
          <a:lstStyle/>
          <a:p>
            <a:pPr rtl="1"/>
            <a:r>
              <a:rPr lang="ar" sz="2600" dirty="0">
                <a:latin typeface="Sakkal Majalla" panose="02000000000000000000" pitchFamily="2" charset="-78"/>
                <a:cs typeface="Sakkal Majalla" panose="02000000000000000000" pitchFamily="2" charset="-78"/>
              </a:rPr>
              <a:t>طرق الطهو (2)</a:t>
            </a:r>
          </a:p>
        </p:txBody>
      </p:sp>
      <p:pic>
        <p:nvPicPr>
          <p:cNvPr id="3" name="Picture 2" descr="A pan of vegetables in a pan">
            <a:extLst>
              <a:ext uri="{FF2B5EF4-FFF2-40B4-BE49-F238E27FC236}">
                <a16:creationId xmlns:a16="http://schemas.microsoft.com/office/drawing/2014/main" id="{651B33A5-EBEB-E81A-DE97-B0A34B6DFC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22504" y="2825219"/>
            <a:ext cx="4356263" cy="2908037"/>
          </a:xfrm>
          <a:prstGeom prst="rect">
            <a:avLst/>
          </a:prstGeom>
        </p:spPr>
      </p:pic>
      <p:sp>
        <p:nvSpPr>
          <p:cNvPr id="2" name="Footer Placeholder 2">
            <a:extLst>
              <a:ext uri="{FF2B5EF4-FFF2-40B4-BE49-F238E27FC236}">
                <a16:creationId xmlns:a16="http://schemas.microsoft.com/office/drawing/2014/main" id="{688EABDD-6940-3431-9988-4C4C1887E7C9}"/>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1382750040"/>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0" y="3645024"/>
            <a:ext cx="4752528" cy="300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200" dirty="0">
                <a:latin typeface="Sakkal Majalla" panose="02000000000000000000" pitchFamily="2" charset="-78"/>
                <a:cs typeface="Sakkal Majalla" panose="02000000000000000000" pitchFamily="2" charset="-78"/>
              </a:rPr>
              <a:t>يشير تقديم الطعام في طبق إلى ترتيب الطعام على طبق أو تقديمه بشكل جذاب</a:t>
            </a:r>
          </a:p>
          <a:p>
            <a:pPr marL="685800" rtl="1"/>
            <a:r>
              <a:rPr lang="ar" sz="2200" dirty="0">
                <a:latin typeface="Sakkal Majalla" panose="02000000000000000000" pitchFamily="2" charset="-78"/>
                <a:cs typeface="Sakkal Majalla" panose="02000000000000000000" pitchFamily="2" charset="-78"/>
              </a:rPr>
              <a:t>المظهر </a:t>
            </a:r>
            <a:r>
              <a:rPr lang="ar-JO" sz="2200" dirty="0">
                <a:latin typeface="Sakkal Majalla" panose="02000000000000000000" pitchFamily="2" charset="-78"/>
                <a:cs typeface="Sakkal Majalla" panose="02000000000000000000" pitchFamily="2" charset="-78"/>
              </a:rPr>
              <a:t>البصري</a:t>
            </a:r>
            <a:r>
              <a:rPr lang="ar" sz="2200" dirty="0">
                <a:latin typeface="Sakkal Majalla" panose="02000000000000000000" pitchFamily="2" charset="-78"/>
                <a:cs typeface="Sakkal Majalla" panose="02000000000000000000" pitchFamily="2" charset="-78"/>
              </a:rPr>
              <a:t> للطبق هو شكله الظاهري</a:t>
            </a:r>
          </a:p>
          <a:p>
            <a:pPr marL="685800" rtl="1"/>
            <a:r>
              <a:rPr lang="ar-JO" sz="2200" dirty="0">
                <a:latin typeface="Sakkal Majalla" panose="02000000000000000000" pitchFamily="2" charset="-78"/>
                <a:cs typeface="Sakkal Majalla" panose="02000000000000000000" pitchFamily="2" charset="-78"/>
              </a:rPr>
              <a:t>اللمسة الشخصية</a:t>
            </a:r>
            <a:r>
              <a:rPr lang="ar" sz="2200" dirty="0">
                <a:latin typeface="Sakkal Majalla" panose="02000000000000000000" pitchFamily="2" charset="-78"/>
                <a:cs typeface="Sakkal Majalla" panose="02000000000000000000" pitchFamily="2" charset="-78"/>
              </a:rPr>
              <a:t> ه</a:t>
            </a:r>
            <a:r>
              <a:rPr lang="ar-JO" sz="2200" dirty="0">
                <a:latin typeface="Sakkal Majalla" panose="02000000000000000000" pitchFamily="2" charset="-78"/>
                <a:cs typeface="Sakkal Majalla" panose="02000000000000000000" pitchFamily="2" charset="-78"/>
              </a:rPr>
              <a:t>ي</a:t>
            </a:r>
            <a:r>
              <a:rPr lang="ar" sz="2200" dirty="0">
                <a:latin typeface="Sakkal Majalla" panose="02000000000000000000" pitchFamily="2" charset="-78"/>
                <a:cs typeface="Sakkal Majalla" panose="02000000000000000000" pitchFamily="2" charset="-78"/>
              </a:rPr>
              <a:t> الأسلوب الفردي للطاهي</a:t>
            </a:r>
          </a:p>
          <a:p>
            <a:pPr marL="685800" rtl="1"/>
            <a:r>
              <a:rPr lang="ar" sz="2200" dirty="0">
                <a:latin typeface="Sakkal Majalla" panose="02000000000000000000" pitchFamily="2" charset="-78"/>
                <a:cs typeface="Sakkal Majalla" panose="02000000000000000000" pitchFamily="2" charset="-78"/>
              </a:rPr>
              <a:t>النمط هو الفكرة العامة للطبق</a:t>
            </a:r>
          </a:p>
          <a:p>
            <a:pPr marL="685800" rtl="1"/>
            <a:endParaRPr lang="en-GB" altLang="en-US" sz="2200" dirty="0">
              <a:latin typeface="Sakkal Majalla" panose="02000000000000000000" pitchFamily="2" charset="-78"/>
              <a:cs typeface="Sakkal Majalla" panose="02000000000000000000" pitchFamily="2" charset="-78"/>
            </a:endParaRPr>
          </a:p>
          <a:p>
            <a:pPr marL="685800" rtl="1"/>
            <a:endParaRPr lang="en-GB" altLang="en-US" sz="22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3800" b="1" dirty="0">
                <a:latin typeface="Sakkal Majalla" panose="02000000000000000000" pitchFamily="2" charset="-78"/>
                <a:cs typeface="Sakkal Majalla" panose="02000000000000000000" pitchFamily="2" charset="-78"/>
              </a:rPr>
              <a:t>ب2 طرق تحضير</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 وطهو </a:t>
            </a:r>
            <a:r>
              <a:rPr lang="ar-JO" sz="3800" b="1" dirty="0">
                <a:latin typeface="Sakkal Majalla" panose="02000000000000000000" pitchFamily="2" charset="-78"/>
                <a:cs typeface="Sakkal Majalla" panose="02000000000000000000" pitchFamily="2" charset="-78"/>
              </a:rPr>
              <a:t> </a:t>
            </a:r>
            <a:r>
              <a:rPr lang="ar" sz="3800" b="1" dirty="0">
                <a:latin typeface="Sakkal Majalla" panose="02000000000000000000" pitchFamily="2" charset="-78"/>
                <a:cs typeface="Sakkal Majalla" panose="02000000000000000000" pitchFamily="2" charset="-78"/>
              </a:rPr>
              <a:t>الأطباق</a:t>
            </a:r>
            <a:r>
              <a:rPr lang="ar-JO" sz="3800" b="1" dirty="0">
                <a:latin typeface="Sakkal Majalla" panose="02000000000000000000" pitchFamily="2" charset="-78"/>
                <a:cs typeface="Sakkal Majalla" panose="02000000000000000000" pitchFamily="2" charset="-78"/>
              </a:rPr>
              <a:t> وتقديمها</a:t>
            </a:r>
            <a:r>
              <a:rPr lang="ar" sz="3800" b="1" dirty="0">
                <a:latin typeface="Sakkal Majalla" panose="02000000000000000000" pitchFamily="2" charset="-78"/>
                <a:cs typeface="Sakkal Majalla" panose="02000000000000000000" pitchFamily="2" charset="-78"/>
              </a:rPr>
              <a:t> بالشكل النهائي</a:t>
            </a:r>
          </a:p>
          <a:p>
            <a:pPr rtl="1"/>
            <a:r>
              <a:rPr lang="ar" sz="2600" dirty="0">
                <a:latin typeface="Sakkal Majalla" panose="02000000000000000000" pitchFamily="2" charset="-78"/>
                <a:cs typeface="Sakkal Majalla" panose="02000000000000000000" pitchFamily="2" charset="-78"/>
              </a:rPr>
              <a:t>إن إضافة اللمسات النهائية على الأطباق وتقديمها يشكل جزءًا مهمًا من تجربة تناول الطعام.</a:t>
            </a:r>
          </a:p>
          <a:p>
            <a:pPr rtl="1"/>
            <a:r>
              <a:rPr lang="ar" sz="2600" dirty="0">
                <a:latin typeface="Sakkal Majalla" panose="02000000000000000000" pitchFamily="2" charset="-78"/>
                <a:cs typeface="Sakkal Majalla" panose="02000000000000000000" pitchFamily="2" charset="-78"/>
              </a:rPr>
              <a:t>تقديم الأطباق بالشكل النهائي</a:t>
            </a:r>
            <a:r>
              <a:rPr lang="ar" sz="2400" dirty="0">
                <a:latin typeface="Sakkal Majalla" panose="02000000000000000000" pitchFamily="2" charset="-78"/>
                <a:cs typeface="Sakkal Majalla" panose="02000000000000000000" pitchFamily="2" charset="-78"/>
              </a:rPr>
              <a:t> </a:t>
            </a:r>
          </a:p>
        </p:txBody>
      </p:sp>
      <p:pic>
        <p:nvPicPr>
          <p:cNvPr id="3" name="Picture 2" descr="A plate of spaghetti and cherry tomatoes">
            <a:extLst>
              <a:ext uri="{FF2B5EF4-FFF2-40B4-BE49-F238E27FC236}">
                <a16:creationId xmlns:a16="http://schemas.microsoft.com/office/drawing/2014/main" id="{1B23D75C-CB29-A4F5-803C-53E8CCDF3A2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11307" y="3429000"/>
            <a:ext cx="3672661" cy="2448272"/>
          </a:xfrm>
          <a:prstGeom prst="rect">
            <a:avLst/>
          </a:prstGeom>
        </p:spPr>
      </p:pic>
      <p:sp>
        <p:nvSpPr>
          <p:cNvPr id="2" name="Footer Placeholder 2">
            <a:extLst>
              <a:ext uri="{FF2B5EF4-FFF2-40B4-BE49-F238E27FC236}">
                <a16:creationId xmlns:a16="http://schemas.microsoft.com/office/drawing/2014/main" id="{84F98E33-1E21-9DD1-8BD3-29F778977F5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538936148"/>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35288" y="2708920"/>
            <a:ext cx="8208712" cy="32403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latin typeface="Sakkal Majalla" panose="02000000000000000000" pitchFamily="2" charset="-78"/>
                <a:cs typeface="Sakkal Majalla" panose="02000000000000000000" pitchFamily="2" charset="-78"/>
              </a:rPr>
              <a:t>التنظيم وتخطيط الوقت</a:t>
            </a:r>
          </a:p>
          <a:p>
            <a:pPr marL="685800" rtl="1"/>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الأسلوب</a:t>
            </a:r>
          </a:p>
          <a:p>
            <a:pPr marL="685800" rtl="1"/>
            <a:r>
              <a:rPr lang="ar" sz="2600" dirty="0">
                <a:latin typeface="Sakkal Majalla" panose="02000000000000000000" pitchFamily="2" charset="-78"/>
                <a:cs typeface="Sakkal Majalla" panose="02000000000000000000" pitchFamily="2" charset="-78"/>
              </a:rPr>
              <a:t>المظهر والزي ومعايير العناية الشخصية</a:t>
            </a:r>
          </a:p>
          <a:p>
            <a:pPr marL="685800" rtl="1"/>
            <a:r>
              <a:rPr lang="ar" sz="2600" dirty="0">
                <a:latin typeface="Sakkal Majalla" panose="02000000000000000000" pitchFamily="2" charset="-78"/>
                <a:cs typeface="Sakkal Majalla" panose="02000000000000000000" pitchFamily="2" charset="-78"/>
              </a:rPr>
              <a:t>الحفاظ على معايير الصحة والسلامة والنظافة الشخصية</a:t>
            </a:r>
          </a:p>
          <a:p>
            <a:pPr marL="685800" rtl="1"/>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التواصل</a:t>
            </a:r>
          </a:p>
          <a:p>
            <a:pPr marL="685800" rtl="1"/>
            <a:r>
              <a:rPr lang="ar" sz="2600" dirty="0">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العمل الجماعي</a:t>
            </a:r>
            <a:endParaRPr lang="en-GB"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endParaRPr>
          </a:p>
          <a:p>
            <a:pPr marL="685800" rtl="1"/>
            <a:endParaRPr lang="en-GB" sz="2600" dirty="0">
              <a:highlight>
                <a:srgbClr val="FFFFFF"/>
              </a:highlight>
              <a:latin typeface="Sakkal Majalla" panose="02000000000000000000" pitchFamily="2" charset="-78"/>
              <a:ea typeface="Times New Roman" panose="02020603050405020304" pitchFamily="18" charset="0"/>
              <a:cs typeface="Sakkal Majalla" panose="02000000000000000000" pitchFamily="2" charset="-78"/>
            </a:endParaRPr>
          </a:p>
          <a:p>
            <a:pPr indent="0" rtl="1">
              <a:buNone/>
            </a:pPr>
            <a:endParaRPr lang="en-GB" altLang="en-US" sz="2600" u="sng"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ب3 المهارات المهنية</a:t>
            </a:r>
          </a:p>
          <a:p>
            <a:pPr rtl="1"/>
            <a:endParaRPr lang="en-GB" altLang="en-US" sz="24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يحتاج الطهاة إلى العديد من المهارات المهنية بما في ذلك:</a:t>
            </a:r>
          </a:p>
        </p:txBody>
      </p:sp>
      <p:graphicFrame>
        <p:nvGraphicFramePr>
          <p:cNvPr id="3" name="Diagram 2">
            <a:extLst>
              <a:ext uri="{FF2B5EF4-FFF2-40B4-BE49-F238E27FC236}">
                <a16:creationId xmlns:a16="http://schemas.microsoft.com/office/drawing/2014/main" id="{1DA37987-F07F-F6EC-EDE0-107A2E9A595A}"/>
              </a:ext>
            </a:extLst>
          </p:cNvPr>
          <p:cNvGraphicFramePr/>
          <p:nvPr>
            <p:extLst>
              <p:ext uri="{D42A27DB-BD31-4B8C-83A1-F6EECF244321}">
                <p14:modId xmlns:p14="http://schemas.microsoft.com/office/powerpoint/2010/main" val="1820636771"/>
              </p:ext>
            </p:extLst>
          </p:nvPr>
        </p:nvGraphicFramePr>
        <p:xfrm>
          <a:off x="1331640" y="5949280"/>
          <a:ext cx="7092788" cy="4320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B6EF3B51-204D-1C38-3023-D7FC58EA18C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1520550669"/>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81308" y="2636912"/>
            <a:ext cx="4392388" cy="2016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sz="2600" dirty="0">
              <a:latin typeface="Sakkal Majalla" panose="02000000000000000000" pitchFamily="2" charset="-78"/>
              <a:cs typeface="Sakkal Majalla" panose="02000000000000000000" pitchFamily="2" charset="-78"/>
            </a:endParaRPr>
          </a:p>
          <a:p>
            <a:pPr marL="685800" rtl="1"/>
            <a:r>
              <a:rPr lang="ar" sz="2600" dirty="0">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إتقان استخدام المعدات</a:t>
            </a:r>
          </a:p>
          <a:p>
            <a:pPr marL="685800" rtl="1"/>
            <a:r>
              <a:rPr lang="ar" sz="2600" dirty="0">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تقنيات الطهو </a:t>
            </a:r>
          </a:p>
          <a:p>
            <a:pPr marL="685800" rtl="1"/>
            <a:r>
              <a:rPr lang="ar" sz="2600" dirty="0">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مهارات استخدام السكين</a:t>
            </a:r>
          </a:p>
          <a:p>
            <a:pPr indent="0" rtl="1">
              <a:buNone/>
            </a:pP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ب3 المهارات المهنية</a:t>
            </a:r>
          </a:p>
          <a:p>
            <a:pPr rtl="1"/>
            <a:r>
              <a:rPr lang="ar" sz="2600" dirty="0">
                <a:latin typeface="Sakkal Majalla" panose="02000000000000000000" pitchFamily="2" charset="-78"/>
                <a:cs typeface="Sakkal Majalla" panose="02000000000000000000" pitchFamily="2" charset="-78"/>
              </a:rPr>
              <a:t>يحتاج الطهاة أيضًا إلى المهارات الفنية </a:t>
            </a:r>
          </a:p>
        </p:txBody>
      </p:sp>
      <p:graphicFrame>
        <p:nvGraphicFramePr>
          <p:cNvPr id="6" name="Diagram 5">
            <a:extLst>
              <a:ext uri="{FF2B5EF4-FFF2-40B4-BE49-F238E27FC236}">
                <a16:creationId xmlns:a16="http://schemas.microsoft.com/office/drawing/2014/main" id="{5216B93E-4212-1DC9-BA82-549E8EE4FE30}"/>
              </a:ext>
            </a:extLst>
          </p:cNvPr>
          <p:cNvGraphicFramePr/>
          <p:nvPr>
            <p:extLst>
              <p:ext uri="{D42A27DB-BD31-4B8C-83A1-F6EECF244321}">
                <p14:modId xmlns:p14="http://schemas.microsoft.com/office/powerpoint/2010/main" val="3691528721"/>
              </p:ext>
            </p:extLst>
          </p:nvPr>
        </p:nvGraphicFramePr>
        <p:xfrm>
          <a:off x="1151620" y="5805264"/>
          <a:ext cx="6840760"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descr="A group of chefs looking at a tablet&#10;&#10;Description automatically generated">
            <a:extLst>
              <a:ext uri="{FF2B5EF4-FFF2-40B4-BE49-F238E27FC236}">
                <a16:creationId xmlns:a16="http://schemas.microsoft.com/office/drawing/2014/main" id="{38ACEEF9-C322-8186-86FF-E34BD2546F22}"/>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525336" y="2636912"/>
            <a:ext cx="4255972" cy="2840399"/>
          </a:xfrm>
          <a:prstGeom prst="rect">
            <a:avLst/>
          </a:prstGeom>
        </p:spPr>
      </p:pic>
      <p:sp>
        <p:nvSpPr>
          <p:cNvPr id="2" name="Footer Placeholder 2">
            <a:extLst>
              <a:ext uri="{FF2B5EF4-FFF2-40B4-BE49-F238E27FC236}">
                <a16:creationId xmlns:a16="http://schemas.microsoft.com/office/drawing/2014/main" id="{97AAC4EB-C801-0633-71ED-CF3DAFB6B83C}"/>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268859507"/>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292504" y="2997325"/>
            <a:ext cx="6624736" cy="2016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sz="2600" dirty="0">
              <a:latin typeface="Sakkal Majalla" panose="02000000000000000000" pitchFamily="2" charset="-78"/>
              <a:cs typeface="Sakkal Majalla" panose="02000000000000000000" pitchFamily="2" charset="-78"/>
            </a:endParaRPr>
          </a:p>
          <a:p>
            <a:pPr marL="685800" rtl="1"/>
            <a:r>
              <a:rPr lang="ar" sz="2600" dirty="0">
                <a:latin typeface="Sakkal Majalla" panose="02000000000000000000" pitchFamily="2" charset="-78"/>
                <a:cs typeface="Sakkal Majalla" panose="02000000000000000000" pitchFamily="2" charset="-78"/>
              </a:rPr>
              <a:t>القيادة والإدارة</a:t>
            </a:r>
          </a:p>
          <a:p>
            <a:pPr marL="685800" rtl="1"/>
            <a:r>
              <a:rPr lang="ar" sz="2600" dirty="0">
                <a:latin typeface="Sakkal Majalla" panose="02000000000000000000" pitchFamily="2" charset="-78"/>
                <a:cs typeface="Sakkal Majalla" panose="02000000000000000000" pitchFamily="2" charset="-78"/>
              </a:rPr>
              <a:t>الإبداع والذوق</a:t>
            </a:r>
          </a:p>
          <a:p>
            <a:pPr marL="685800" rtl="1"/>
            <a:r>
              <a:rPr lang="ar" sz="2600" dirty="0">
                <a:latin typeface="Sakkal Majalla" panose="02000000000000000000" pitchFamily="2" charset="-78"/>
                <a:cs typeface="Sakkal Majalla" panose="02000000000000000000" pitchFamily="2" charset="-78"/>
              </a:rPr>
              <a:t>فهم العمل</a:t>
            </a: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ب3 المهارات المهنية</a:t>
            </a:r>
          </a:p>
          <a:p>
            <a:pPr rtl="1"/>
            <a:endParaRPr lang="en-GB" altLang="en-US" sz="2400" dirty="0">
              <a:latin typeface="Sakkal Majalla" panose="02000000000000000000" pitchFamily="2" charset="-78"/>
              <a:cs typeface="Sakkal Majalla" panose="02000000000000000000" pitchFamily="2" charset="-78"/>
            </a:endParaRPr>
          </a:p>
          <a:p>
            <a:pPr rtl="1"/>
            <a:endParaRPr lang="en-GB" altLang="en-US" sz="24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يحتاج الطهاة إلى التحلي بمهارات أخرى. </a:t>
            </a:r>
          </a:p>
        </p:txBody>
      </p:sp>
      <p:graphicFrame>
        <p:nvGraphicFramePr>
          <p:cNvPr id="3" name="Diagram 2">
            <a:extLst>
              <a:ext uri="{FF2B5EF4-FFF2-40B4-BE49-F238E27FC236}">
                <a16:creationId xmlns:a16="http://schemas.microsoft.com/office/drawing/2014/main" id="{A3678557-6827-BBDC-FF43-DCE85073B8BE}"/>
              </a:ext>
            </a:extLst>
          </p:cNvPr>
          <p:cNvGraphicFramePr/>
          <p:nvPr>
            <p:extLst>
              <p:ext uri="{D42A27DB-BD31-4B8C-83A1-F6EECF244321}">
                <p14:modId xmlns:p14="http://schemas.microsoft.com/office/powerpoint/2010/main" val="94827379"/>
              </p:ext>
            </p:extLst>
          </p:nvPr>
        </p:nvGraphicFramePr>
        <p:xfrm>
          <a:off x="635185" y="5475864"/>
          <a:ext cx="7873631"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CA0EA6D0-30D1-FD8C-59DF-402FD2D25C8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3561655802"/>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b="1" dirty="0">
                <a:latin typeface="Sakkal Majalla" panose="02000000000000000000" pitchFamily="2" charset="-78"/>
                <a:cs typeface="Sakkal Majalla" panose="02000000000000000000" pitchFamily="2" charset="-78"/>
              </a:rPr>
              <a:t>نتاج التعلم ج</a:t>
            </a:r>
            <a:br>
              <a:rPr lang="en-US" altLang="en-US" sz="2600" dirty="0">
                <a:latin typeface="Sakkal Majalla" panose="02000000000000000000" pitchFamily="2" charset="-78"/>
                <a:cs typeface="Sakkal Majalla" panose="02000000000000000000" pitchFamily="2" charset="-78"/>
              </a:rPr>
            </a:br>
            <a:br>
              <a:rPr lang="en-US" altLang="en-US" sz="2600" dirty="0">
                <a:latin typeface="Sakkal Majalla" panose="02000000000000000000" pitchFamily="2" charset="-78"/>
                <a:cs typeface="Sakkal Majalla" panose="02000000000000000000" pitchFamily="2" charset="-78"/>
              </a:rPr>
            </a:br>
            <a:endParaRPr lang="en-GB" altLang="en-US" sz="2600" dirty="0">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331292" y="3730298"/>
            <a:ext cx="6769100" cy="18716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85800" rtl="1"/>
            <a:r>
              <a:rPr lang="ar" sz="2600" dirty="0">
                <a:latin typeface="Sakkal Majalla" panose="02000000000000000000" pitchFamily="2" charset="-78"/>
                <a:cs typeface="Sakkal Majalla" panose="02000000000000000000" pitchFamily="2" charset="-78"/>
              </a:rPr>
              <a:t>ج1 معايير التقييم</a:t>
            </a:r>
          </a:p>
          <a:p>
            <a:pPr marL="685800" rtl="1"/>
            <a:r>
              <a:rPr lang="ar" sz="2600" dirty="0">
                <a:latin typeface="Sakkal Majalla" panose="02000000000000000000" pitchFamily="2" charset="-78"/>
                <a:cs typeface="Sakkal Majalla" panose="02000000000000000000" pitchFamily="2" charset="-78"/>
              </a:rPr>
              <a:t>ج2 معايير الجودة</a:t>
            </a:r>
          </a:p>
          <a:p>
            <a:pPr marL="685800" rtl="1"/>
            <a:r>
              <a:rPr lang="ar" sz="2600" dirty="0">
                <a:latin typeface="Sakkal Majalla" panose="02000000000000000000" pitchFamily="2" charset="-78"/>
                <a:cs typeface="Sakkal Majalla" panose="02000000000000000000" pitchFamily="2" charset="-78"/>
              </a:rPr>
              <a:t>ج3 تطبيق المعلومات التي حصل عليها الطالب من الملاحظات</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تقييم الأطباق في شكلها النهائي</a:t>
            </a:r>
          </a:p>
        </p:txBody>
      </p:sp>
      <p:sp>
        <p:nvSpPr>
          <p:cNvPr id="2" name="Footer Placeholder 2">
            <a:extLst>
              <a:ext uri="{FF2B5EF4-FFF2-40B4-BE49-F238E27FC236}">
                <a16:creationId xmlns:a16="http://schemas.microsoft.com/office/drawing/2014/main" id="{579C505B-B0C5-6308-8735-3E52F2C96C73}"/>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2005355495"/>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endParaRPr lang="en-GB" altLang="en-US" dirty="0">
              <a:latin typeface="Sakkal Majalla" panose="02000000000000000000" pitchFamily="2" charset="-78"/>
              <a:cs typeface="Sakkal Majalla" panose="02000000000000000000" pitchFamily="2" charset="-78"/>
            </a:endParaRPr>
          </a:p>
          <a:p>
            <a:pPr indent="0" algn="ctr" rtl="1">
              <a:buNone/>
            </a:pPr>
            <a:endParaRPr lang="en-GB" altLang="en-US" dirty="0">
              <a:latin typeface="Sakkal Majalla" panose="02000000000000000000" pitchFamily="2" charset="-78"/>
              <a:cs typeface="Sakkal Majalla" panose="02000000000000000000" pitchFamily="2" charset="-78"/>
            </a:endParaRPr>
          </a:p>
          <a:p>
            <a:pPr marL="685800" rtl="1"/>
            <a:endParaRPr lang="en-GB" altLang="en-US"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معايير التقييم</a:t>
            </a:r>
          </a:p>
          <a:p>
            <a:pPr rtl="1"/>
            <a:endParaRPr lang="en-GB" sz="24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endParaRPr>
          </a:p>
          <a:p>
            <a:pPr rtl="1"/>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النوعية والكمية</a:t>
            </a:r>
          </a:p>
          <a:p>
            <a:pPr rtl="1"/>
            <a:endParaRPr lang="en-GB" sz="24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تضطلع المعايير النوعية والكمية بدور حيوي في عملية تقييم الأطباق في شكلها النهائي</a:t>
            </a:r>
            <a:r>
              <a:rPr lang="ar-JO" sz="2600" dirty="0">
                <a:latin typeface="Sakkal Majalla" panose="02000000000000000000" pitchFamily="2" charset="-78"/>
                <a:cs typeface="Sakkal Majalla" panose="02000000000000000000" pitchFamily="2" charset="-78"/>
              </a:rPr>
              <a:t>.</a:t>
            </a:r>
            <a:r>
              <a:rPr lang="ar" sz="2600" dirty="0">
                <a:latin typeface="Sakkal Majalla" panose="02000000000000000000" pitchFamily="2" charset="-78"/>
                <a:cs typeface="Sakkal Majalla" panose="02000000000000000000" pitchFamily="2" charset="-78"/>
              </a:rPr>
              <a:t> </a:t>
            </a:r>
          </a:p>
          <a:p>
            <a:pPr rtl="1"/>
            <a:endParaRPr lang="en-GB" altLang="en-US" sz="26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حيث توفر البيانات الكمية قياسات موضوعية دقيقة، بينما تصف البيانات النوعية الجوانب الجمالية للمذاق وتجربة تناول الطعام الكلية.</a:t>
            </a:r>
          </a:p>
        </p:txBody>
      </p:sp>
      <p:sp>
        <p:nvSpPr>
          <p:cNvPr id="2" name="Footer Placeholder 2">
            <a:extLst>
              <a:ext uri="{FF2B5EF4-FFF2-40B4-BE49-F238E27FC236}">
                <a16:creationId xmlns:a16="http://schemas.microsoft.com/office/drawing/2014/main" id="{AE8987E9-C94E-584F-E3A8-7EA372E9B9F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47175209"/>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3777" y="1521389"/>
            <a:ext cx="8229600" cy="8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fontScale="85000" lnSpcReduction="20000"/>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lnSpc>
                <a:spcPct val="90000"/>
              </a:lnSpc>
            </a:pPr>
            <a:r>
              <a:rPr lang="ar" sz="4500" b="1" dirty="0">
                <a:latin typeface="Sakkal Majalla" panose="02000000000000000000" pitchFamily="2" charset="-78"/>
                <a:cs typeface="Sakkal Majalla" panose="02000000000000000000" pitchFamily="2" charset="-78"/>
              </a:rPr>
              <a:t>معايير التقييم</a:t>
            </a:r>
          </a:p>
          <a:p>
            <a:pPr algn="ctr" rtl="1">
              <a:lnSpc>
                <a:spcPct val="90000"/>
              </a:lnSpc>
              <a:spcAft>
                <a:spcPts val="600"/>
              </a:spcAft>
            </a:pPr>
            <a:r>
              <a:rPr lang="ar" sz="2800" dirty="0">
                <a:solidFill>
                  <a:schemeClr val="tx2"/>
                </a:solidFill>
                <a:effectLst/>
                <a:highlight>
                  <a:srgbClr val="FFFFFF"/>
                </a:highlight>
                <a:latin typeface="Sakkal Majalla" panose="02000000000000000000" pitchFamily="2" charset="-78"/>
                <a:cs typeface="Sakkal Majalla" panose="02000000000000000000" pitchFamily="2" charset="-78"/>
              </a:rPr>
              <a:t>النوعية</a:t>
            </a:r>
          </a:p>
          <a:p>
            <a:pPr algn="ctr" rtl="1">
              <a:lnSpc>
                <a:spcPct val="90000"/>
              </a:lnSpc>
              <a:spcAft>
                <a:spcPts val="600"/>
              </a:spcAft>
            </a:pPr>
            <a:endParaRPr lang="en-US" sz="2100" dirty="0">
              <a:solidFill>
                <a:schemeClr val="tx2"/>
              </a:solidFill>
              <a:effectLst/>
              <a:highlight>
                <a:srgbClr val="FFFFFF"/>
              </a:highlight>
              <a:latin typeface="Sakkal Majalla" panose="02000000000000000000" pitchFamily="2" charset="-78"/>
              <a:cs typeface="Sakkal Majalla" panose="02000000000000000000" pitchFamily="2" charset="-78"/>
            </a:endParaRPr>
          </a:p>
        </p:txBody>
      </p:sp>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1"/>
          </p:nvPr>
        </p:nvSpPr>
        <p:spPr bwMode="auto">
          <a:xfrm>
            <a:off x="5009009" y="3573016"/>
            <a:ext cx="4027487" cy="40241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normAutofit/>
          </a:bodyPr>
          <a:lstStyle/>
          <a:p>
            <a:pPr marL="685800" rtl="1">
              <a:lnSpc>
                <a:spcPct val="90000"/>
              </a:lnSpc>
            </a:pPr>
            <a:r>
              <a:rPr lang="ar" dirty="0">
                <a:latin typeface="Sakkal Majalla" panose="02000000000000000000" pitchFamily="2" charset="-78"/>
                <a:cs typeface="Sakkal Majalla" panose="02000000000000000000" pitchFamily="2" charset="-78"/>
              </a:rPr>
              <a:t>المذاق</a:t>
            </a:r>
          </a:p>
          <a:p>
            <a:pPr marL="685800" rtl="1">
              <a:lnSpc>
                <a:spcPct val="90000"/>
              </a:lnSpc>
            </a:pPr>
            <a:r>
              <a:rPr lang="ar" dirty="0">
                <a:latin typeface="Sakkal Majalla" panose="02000000000000000000" pitchFamily="2" charset="-78"/>
                <a:cs typeface="Sakkal Majalla" panose="02000000000000000000" pitchFamily="2" charset="-78"/>
              </a:rPr>
              <a:t>الملمس</a:t>
            </a:r>
          </a:p>
          <a:p>
            <a:pPr marL="685800" rtl="1">
              <a:lnSpc>
                <a:spcPct val="90000"/>
              </a:lnSpc>
            </a:pPr>
            <a:r>
              <a:rPr lang="ar" dirty="0">
                <a:latin typeface="Sakkal Majalla" panose="02000000000000000000" pitchFamily="2" charset="-78"/>
                <a:cs typeface="Sakkal Majalla" panose="02000000000000000000" pitchFamily="2" charset="-78"/>
              </a:rPr>
              <a:t>الرائحة</a:t>
            </a:r>
          </a:p>
          <a:p>
            <a:pPr marL="685800" rtl="1">
              <a:lnSpc>
                <a:spcPct val="90000"/>
              </a:lnSpc>
            </a:pPr>
            <a:r>
              <a:rPr lang="ar" dirty="0">
                <a:latin typeface="Sakkal Majalla" panose="02000000000000000000" pitchFamily="2" charset="-78"/>
                <a:cs typeface="Sakkal Majalla" panose="02000000000000000000" pitchFamily="2" charset="-78"/>
              </a:rPr>
              <a:t>الشكل الخارجي </a:t>
            </a:r>
          </a:p>
          <a:p>
            <a:pPr marL="685800" rtl="1">
              <a:lnSpc>
                <a:spcPct val="90000"/>
              </a:lnSpc>
            </a:pPr>
            <a:r>
              <a:rPr lang="ar" dirty="0">
                <a:latin typeface="Sakkal Majalla" panose="02000000000000000000" pitchFamily="2" charset="-78"/>
                <a:cs typeface="Sakkal Majalla" panose="02000000000000000000" pitchFamily="2" charset="-78"/>
              </a:rPr>
              <a:t>طريقة التقديم الكلية</a:t>
            </a:r>
          </a:p>
        </p:txBody>
      </p:sp>
      <p:sp>
        <p:nvSpPr>
          <p:cNvPr id="4" name="TextBox 3">
            <a:extLst>
              <a:ext uri="{FF2B5EF4-FFF2-40B4-BE49-F238E27FC236}">
                <a16:creationId xmlns:a16="http://schemas.microsoft.com/office/drawing/2014/main" id="{B89817B0-8B0A-6E9F-5D6D-56704CF31BB0}"/>
              </a:ext>
            </a:extLst>
          </p:cNvPr>
          <p:cNvSpPr txBox="1"/>
          <p:nvPr/>
        </p:nvSpPr>
        <p:spPr>
          <a:xfrm>
            <a:off x="683568" y="2385389"/>
            <a:ext cx="8003232" cy="766364"/>
          </a:xfrm>
          <a:prstGeom prst="rect">
            <a:avLst/>
          </a:prstGeom>
          <a:noFill/>
        </p:spPr>
        <p:txBody>
          <a:bodyPr wrap="square" rtlCol="1">
            <a:spAutoFit/>
          </a:bodyPr>
          <a:lstStyle/>
          <a:p>
            <a:pPr indent="0" rtl="1">
              <a:lnSpc>
                <a:spcPct val="90000"/>
              </a:lnSpc>
              <a:buNone/>
            </a:pPr>
            <a:r>
              <a:rPr lang="ar" sz="2400" dirty="0">
                <a:latin typeface="Sakkal Majalla" panose="02000000000000000000" pitchFamily="2" charset="-78"/>
                <a:cs typeface="Sakkal Majalla" panose="02000000000000000000" pitchFamily="2" charset="-78"/>
              </a:rPr>
              <a:t>يتضمن التقييم النوعي تقييم الصفات الحسية والخصائص الذاتية للأطباق في شكلها النهائي، بما في ذلك:</a:t>
            </a:r>
          </a:p>
        </p:txBody>
      </p:sp>
      <p:pic>
        <p:nvPicPr>
          <p:cNvPr id="5" name="Picture 4" descr="A tray of food on a table">
            <a:extLst>
              <a:ext uri="{FF2B5EF4-FFF2-40B4-BE49-F238E27FC236}">
                <a16:creationId xmlns:a16="http://schemas.microsoft.com/office/drawing/2014/main" id="{B6791713-6D78-E60F-63FE-0A2556FAE0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09057" y="3413309"/>
            <a:ext cx="4062943" cy="2704067"/>
          </a:xfrm>
          <a:prstGeom prst="rect">
            <a:avLst/>
          </a:prstGeom>
        </p:spPr>
      </p:pic>
      <p:sp>
        <p:nvSpPr>
          <p:cNvPr id="2" name="Footer Placeholder 2">
            <a:extLst>
              <a:ext uri="{FF2B5EF4-FFF2-40B4-BE49-F238E27FC236}">
                <a16:creationId xmlns:a16="http://schemas.microsoft.com/office/drawing/2014/main" id="{927B3D95-AC15-5FB7-8DA4-768A4ABE2020}"/>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162942982"/>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644" y="2420888"/>
            <a:ext cx="8208712" cy="9361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None/>
            </a:pPr>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تتضمن عملية التقييم الكمي الجوانب القابلة للقياس والخصائص الموضوعية،</a:t>
            </a:r>
            <a:r>
              <a:rPr lang="ar" sz="2600" dirty="0">
                <a:latin typeface="Sakkal Majalla" panose="02000000000000000000" pitchFamily="2" charset="-78"/>
                <a:cs typeface="Sakkal Majalla" panose="02000000000000000000" pitchFamily="2" charset="-78"/>
              </a:rPr>
              <a:t> بما في ذلك:</a:t>
            </a:r>
          </a:p>
          <a:p>
            <a:pPr indent="0" rtl="1">
              <a:buFont typeface="Wingdings" panose="05000000000000000000" pitchFamily="2" charset="2"/>
              <a:buNone/>
            </a:pPr>
            <a:endParaRPr lang="en-GB" altLang="en-US" sz="2600" dirty="0">
              <a:latin typeface="Sakkal Majalla" panose="02000000000000000000" pitchFamily="2" charset="-78"/>
              <a:cs typeface="Sakkal Majalla" panose="02000000000000000000" pitchFamily="2" charset="-78"/>
            </a:endParaRPr>
          </a:p>
          <a:p>
            <a:pPr marL="685800" rtl="1"/>
            <a:r>
              <a:rPr lang="ar" sz="2600" dirty="0">
                <a:latin typeface="Sakkal Majalla" panose="02000000000000000000" pitchFamily="2" charset="-78"/>
                <a:cs typeface="Sakkal Majalla" panose="02000000000000000000" pitchFamily="2" charset="-78"/>
              </a:rPr>
              <a:t>حجم حصص الطعام</a:t>
            </a:r>
          </a:p>
          <a:p>
            <a:pPr marL="685800" rtl="1"/>
            <a:r>
              <a:rPr lang="ar" sz="2600" dirty="0">
                <a:latin typeface="Sakkal Majalla" panose="02000000000000000000" pitchFamily="2" charset="-78"/>
                <a:cs typeface="Sakkal Majalla" panose="02000000000000000000" pitchFamily="2" charset="-78"/>
              </a:rPr>
              <a:t>درجة حرارة الطهو</a:t>
            </a:r>
          </a:p>
          <a:p>
            <a:pPr marL="685800" rtl="1"/>
            <a:r>
              <a:rPr lang="ar" sz="2600" dirty="0">
                <a:latin typeface="Sakkal Majalla" panose="02000000000000000000" pitchFamily="2" charset="-78"/>
                <a:cs typeface="Sakkal Majalla" panose="02000000000000000000" pitchFamily="2" charset="-78"/>
              </a:rPr>
              <a:t>وقت الطهو</a:t>
            </a:r>
          </a:p>
          <a:p>
            <a:pPr marL="685800" rtl="1"/>
            <a:r>
              <a:rPr lang="ar" sz="2600" dirty="0">
                <a:latin typeface="Sakkal Majalla" panose="02000000000000000000" pitchFamily="2" charset="-78"/>
                <a:cs typeface="Sakkal Majalla" panose="02000000000000000000" pitchFamily="2" charset="-78"/>
              </a:rPr>
              <a:t>نسب المكونات</a:t>
            </a:r>
          </a:p>
          <a:p>
            <a:pPr marL="685800" rtl="1"/>
            <a:r>
              <a:rPr lang="ar" sz="2600" dirty="0">
                <a:latin typeface="Sakkal Majalla" panose="02000000000000000000" pitchFamily="2" charset="-78"/>
                <a:cs typeface="Sakkal Majalla" panose="02000000000000000000" pitchFamily="2" charset="-78"/>
              </a:rPr>
              <a:t>القيمة الغذائية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معايير التقييم</a:t>
            </a:r>
          </a:p>
        </p:txBody>
      </p:sp>
      <p:graphicFrame>
        <p:nvGraphicFramePr>
          <p:cNvPr id="4" name="Diagram 3">
            <a:extLst>
              <a:ext uri="{FF2B5EF4-FFF2-40B4-BE49-F238E27FC236}">
                <a16:creationId xmlns:a16="http://schemas.microsoft.com/office/drawing/2014/main" id="{60A97093-6BFF-4384-B254-CC06C7573C8B}"/>
              </a:ext>
            </a:extLst>
          </p:cNvPr>
          <p:cNvGraphicFramePr/>
          <p:nvPr>
            <p:extLst>
              <p:ext uri="{D42A27DB-BD31-4B8C-83A1-F6EECF244321}">
                <p14:modId xmlns:p14="http://schemas.microsoft.com/office/powerpoint/2010/main" val="285544937"/>
              </p:ext>
            </p:extLst>
          </p:nvPr>
        </p:nvGraphicFramePr>
        <p:xfrm>
          <a:off x="352831" y="5445224"/>
          <a:ext cx="4572000" cy="9233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AF83197C-213B-8718-C173-571CFC0F86DF}"/>
              </a:ext>
            </a:extLst>
          </p:cNvPr>
          <p:cNvSpPr txBox="1"/>
          <p:nvPr/>
        </p:nvSpPr>
        <p:spPr>
          <a:xfrm>
            <a:off x="3419872" y="1839784"/>
            <a:ext cx="2304257" cy="492443"/>
          </a:xfrm>
          <a:prstGeom prst="rect">
            <a:avLst/>
          </a:prstGeom>
          <a:noFill/>
        </p:spPr>
        <p:txBody>
          <a:bodyPr wrap="square" rtlCol="1">
            <a:spAutoFit/>
          </a:bodyPr>
          <a:lstStyle/>
          <a:p>
            <a:pPr algn="ctr" rtl="1"/>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الكمية</a:t>
            </a:r>
          </a:p>
        </p:txBody>
      </p:sp>
      <p:sp>
        <p:nvSpPr>
          <p:cNvPr id="2" name="Footer Placeholder 2">
            <a:extLst>
              <a:ext uri="{FF2B5EF4-FFF2-40B4-BE49-F238E27FC236}">
                <a16:creationId xmlns:a16="http://schemas.microsoft.com/office/drawing/2014/main" id="{E6871259-67D5-9579-1147-FF57F32AA8FE}"/>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438102834"/>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048770" y="3140968"/>
            <a:ext cx="2627686"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rtl="1">
              <a:buFont typeface="Wingdings" panose="05000000000000000000" pitchFamily="2" charset="2"/>
              <a:buNone/>
            </a:pPr>
            <a:endParaRPr lang="en-GB" altLang="en-US" sz="2600" dirty="0">
              <a:latin typeface="Sakkal Majalla" panose="02000000000000000000" pitchFamily="2" charset="-78"/>
              <a:cs typeface="Sakkal Majalla" panose="02000000000000000000" pitchFamily="2" charset="-78"/>
            </a:endParaRPr>
          </a:p>
          <a:p>
            <a:pPr marL="685800" rtl="1"/>
            <a:r>
              <a:rPr lang="ar" sz="2600" dirty="0">
                <a:latin typeface="Sakkal Majalla" panose="02000000000000000000" pitchFamily="2" charset="-78"/>
                <a:cs typeface="Sakkal Majalla" panose="02000000000000000000" pitchFamily="2" charset="-78"/>
              </a:rPr>
              <a:t>التوقيت</a:t>
            </a:r>
          </a:p>
          <a:p>
            <a:pPr marL="685800" rtl="1"/>
            <a:r>
              <a:rPr lang="ar" sz="2600" dirty="0">
                <a:latin typeface="Sakkal Majalla" panose="02000000000000000000" pitchFamily="2" charset="-78"/>
                <a:cs typeface="Sakkal Majalla" panose="02000000000000000000" pitchFamily="2" charset="-78"/>
              </a:rPr>
              <a:t>الشكل الخارجي</a:t>
            </a:r>
          </a:p>
          <a:p>
            <a:pPr marL="685800" rtl="1"/>
            <a:r>
              <a:rPr lang="ar" sz="2600" dirty="0">
                <a:latin typeface="Sakkal Majalla" panose="02000000000000000000" pitchFamily="2" charset="-78"/>
                <a:cs typeface="Sakkal Majalla" panose="02000000000000000000" pitchFamily="2" charset="-78"/>
              </a:rPr>
              <a:t>المذاق</a:t>
            </a:r>
          </a:p>
          <a:p>
            <a:pPr marL="685800" rtl="1"/>
            <a:r>
              <a:rPr lang="ar" sz="2600" dirty="0">
                <a:latin typeface="Sakkal Majalla" panose="02000000000000000000" pitchFamily="2" charset="-78"/>
                <a:cs typeface="Sakkal Majalla" panose="02000000000000000000" pitchFamily="2" charset="-78"/>
              </a:rPr>
              <a:t>اللون</a:t>
            </a: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معايير الجودة</a:t>
            </a:r>
          </a:p>
          <a:p>
            <a:pPr rtl="1"/>
            <a:endParaRPr lang="en-GB" sz="2400" dirty="0">
              <a:effectLst/>
              <a:latin typeface="Sakkal Majalla" panose="02000000000000000000" pitchFamily="2" charset="-78"/>
              <a:ea typeface="Times New Roman" panose="02020603050405020304" pitchFamily="18" charset="0"/>
              <a:cs typeface="Sakkal Majalla" panose="02000000000000000000" pitchFamily="2" charset="-78"/>
            </a:endParaRPr>
          </a:p>
          <a:p>
            <a:pPr rtl="1"/>
            <a:r>
              <a:rPr lang="ar" sz="2600" dirty="0">
                <a:effectLst/>
                <a:latin typeface="Sakkal Majalla" panose="02000000000000000000" pitchFamily="2" charset="-78"/>
                <a:ea typeface="Times New Roman" panose="02020603050405020304" pitchFamily="18" charset="0"/>
                <a:cs typeface="Sakkal Majalla" panose="02000000000000000000" pitchFamily="2" charset="-78"/>
              </a:rPr>
              <a:t>تعتبر معايير الجودة ضرورية لتقييم الأطباق النهائية والتأكد من مطابقتها للمعايير المطلوبة. وتشمل معايير الجودة:</a:t>
            </a:r>
            <a:endParaRPr lang="en-GB" altLang="en-US" sz="2600" b="1" dirty="0">
              <a:highlight>
                <a:srgbClr val="FFFF00"/>
              </a:highlight>
              <a:latin typeface="Sakkal Majalla" panose="02000000000000000000" pitchFamily="2" charset="-78"/>
              <a:cs typeface="Sakkal Majalla" panose="02000000000000000000" pitchFamily="2" charset="-78"/>
            </a:endParaRPr>
          </a:p>
        </p:txBody>
      </p:sp>
      <p:sp>
        <p:nvSpPr>
          <p:cNvPr id="2" name="Content Placeholder 3">
            <a:extLst>
              <a:ext uri="{FF2B5EF4-FFF2-40B4-BE49-F238E27FC236}">
                <a16:creationId xmlns:a16="http://schemas.microsoft.com/office/drawing/2014/main" id="{82B0298F-A617-5627-C8E6-74E78E8D38BE}"/>
              </a:ext>
            </a:extLst>
          </p:cNvPr>
          <p:cNvSpPr txBox="1">
            <a:spLocks noChangeArrowheads="1"/>
          </p:cNvSpPr>
          <p:nvPr/>
        </p:nvSpPr>
        <p:spPr bwMode="auto">
          <a:xfrm>
            <a:off x="3168450" y="3140968"/>
            <a:ext cx="2627686" cy="2376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indent="0" rtl="1">
              <a:buFont typeface="Wingdings" panose="05000000000000000000" pitchFamily="2" charset="2"/>
              <a:buNone/>
            </a:pPr>
            <a:endParaRPr lang="en-GB" altLang="en-US" sz="2600" kern="0" dirty="0">
              <a:latin typeface="Sakkal Majalla" panose="02000000000000000000" pitchFamily="2" charset="-78"/>
              <a:cs typeface="Sakkal Majalla" panose="02000000000000000000" pitchFamily="2" charset="-78"/>
            </a:endParaRPr>
          </a:p>
          <a:p>
            <a:pPr marL="685800" rtl="1"/>
            <a:r>
              <a:rPr lang="ar" sz="2600" kern="0">
                <a:latin typeface="Sakkal Majalla" panose="02000000000000000000" pitchFamily="2" charset="-78"/>
                <a:cs typeface="Sakkal Majalla" panose="02000000000000000000" pitchFamily="2" charset="-78"/>
              </a:rPr>
              <a:t>الملمس</a:t>
            </a:r>
          </a:p>
          <a:p>
            <a:pPr marL="685800" rtl="1"/>
            <a:r>
              <a:rPr lang="ar" sz="2600" kern="0">
                <a:latin typeface="Sakkal Majalla" panose="02000000000000000000" pitchFamily="2" charset="-78"/>
                <a:cs typeface="Sakkal Majalla" panose="02000000000000000000" pitchFamily="2" charset="-78"/>
              </a:rPr>
              <a:t>التكلفة</a:t>
            </a:r>
          </a:p>
          <a:p>
            <a:pPr marL="685800" rtl="1"/>
            <a:r>
              <a:rPr lang="ar" sz="2600" kern="0">
                <a:latin typeface="Sakkal Majalla" panose="02000000000000000000" pitchFamily="2" charset="-78"/>
                <a:cs typeface="Sakkal Majalla" panose="02000000000000000000" pitchFamily="2" charset="-78"/>
              </a:rPr>
              <a:t>طريقة التقديم</a:t>
            </a:r>
          </a:p>
          <a:p>
            <a:pPr marL="685800" rtl="1"/>
            <a:endParaRPr lang="en-GB" altLang="en-US" sz="2600" kern="0" dirty="0">
              <a:latin typeface="Sakkal Majalla" panose="02000000000000000000" pitchFamily="2" charset="-78"/>
              <a:cs typeface="Sakkal Majalla" panose="02000000000000000000" pitchFamily="2" charset="-78"/>
            </a:endParaRPr>
          </a:p>
        </p:txBody>
      </p:sp>
      <p:graphicFrame>
        <p:nvGraphicFramePr>
          <p:cNvPr id="4" name="Diagram 3">
            <a:extLst>
              <a:ext uri="{FF2B5EF4-FFF2-40B4-BE49-F238E27FC236}">
                <a16:creationId xmlns:a16="http://schemas.microsoft.com/office/drawing/2014/main" id="{60D4A812-6778-8C09-17CD-AF3AC443EF60}"/>
              </a:ext>
            </a:extLst>
          </p:cNvPr>
          <p:cNvGraphicFramePr/>
          <p:nvPr>
            <p:extLst>
              <p:ext uri="{D42A27DB-BD31-4B8C-83A1-F6EECF244321}">
                <p14:modId xmlns:p14="http://schemas.microsoft.com/office/powerpoint/2010/main" val="3206470385"/>
              </p:ext>
            </p:extLst>
          </p:nvPr>
        </p:nvGraphicFramePr>
        <p:xfrm>
          <a:off x="323529" y="5733256"/>
          <a:ext cx="8280919"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Footer Placeholder 2">
            <a:extLst>
              <a:ext uri="{FF2B5EF4-FFF2-40B4-BE49-F238E27FC236}">
                <a16:creationId xmlns:a16="http://schemas.microsoft.com/office/drawing/2014/main" id="{29B2E6B3-B214-10B5-F127-236AECCF69F7}"/>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1379912550"/>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83768" y="3212976"/>
            <a:ext cx="8208712" cy="266429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628650" indent="-285750" rtl="1"/>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بطاقات التعليق</a:t>
            </a:r>
          </a:p>
          <a:p>
            <a:pPr marL="628650" indent="-285750" rtl="1"/>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المراجعات</a:t>
            </a:r>
          </a:p>
          <a:p>
            <a:pPr marL="628650" indent="-285750" rtl="1"/>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ملاحظات المشرف/المدير المباشر/ الزملاء</a:t>
            </a:r>
          </a:p>
          <a:p>
            <a:pPr marL="628650" indent="-285750" rtl="1"/>
            <a:r>
              <a:rPr lang="ar-JO"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جداول</a:t>
            </a:r>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 تحليل الطبق</a:t>
            </a:r>
          </a:p>
          <a:p>
            <a:pPr marL="628650" indent="-285750" rtl="1"/>
            <a:r>
              <a:rPr lang="ar" sz="2600" dirty="0">
                <a:effectLst/>
                <a:highlight>
                  <a:srgbClr val="FFFFFF"/>
                </a:highlight>
                <a:latin typeface="Sakkal Majalla" panose="02000000000000000000" pitchFamily="2" charset="-78"/>
                <a:ea typeface="Times New Roman" panose="02020603050405020304" pitchFamily="18" charset="0"/>
                <a:cs typeface="Sakkal Majalla" panose="02000000000000000000" pitchFamily="2" charset="-78"/>
              </a:rPr>
              <a:t>العملاء</a:t>
            </a:r>
          </a:p>
          <a:p>
            <a:pPr indent="0" algn="ctr" rtl="1">
              <a:buNone/>
            </a:pPr>
            <a:endParaRPr lang="en-GB" altLang="en-US" sz="2600" dirty="0">
              <a:latin typeface="Sakkal Majalla" panose="02000000000000000000" pitchFamily="2" charset="-78"/>
              <a:cs typeface="Sakkal Majalla" panose="02000000000000000000" pitchFamily="2" charset="-78"/>
            </a:endParaRPr>
          </a:p>
          <a:p>
            <a:pPr marL="685800" rtl="1"/>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تطبيق معلومات الملاحظات (1)</a:t>
            </a:r>
          </a:p>
          <a:p>
            <a:pPr rtl="1"/>
            <a:endParaRPr lang="en-GB" altLang="en-US" sz="2400" dirty="0">
              <a:latin typeface="Sakkal Majalla" panose="02000000000000000000" pitchFamily="2" charset="-78"/>
              <a:cs typeface="Sakkal Majalla" panose="02000000000000000000" pitchFamily="2" charset="-78"/>
            </a:endParaRPr>
          </a:p>
          <a:p>
            <a:pPr rtl="1"/>
            <a:r>
              <a:rPr lang="ar" sz="2600" dirty="0">
                <a:latin typeface="Sakkal Majalla" panose="02000000000000000000" pitchFamily="2" charset="-78"/>
                <a:cs typeface="Sakkal Majalla" panose="02000000000000000000" pitchFamily="2" charset="-78"/>
              </a:rPr>
              <a:t>يمكن تطبيق معلومات الملاحظات بطرق مختلفة، ومن بين الطرق الأكثر شيوعًا: </a:t>
            </a:r>
          </a:p>
        </p:txBody>
      </p:sp>
      <p:sp>
        <p:nvSpPr>
          <p:cNvPr id="2" name="Footer Placeholder 2">
            <a:extLst>
              <a:ext uri="{FF2B5EF4-FFF2-40B4-BE49-F238E27FC236}">
                <a16:creationId xmlns:a16="http://schemas.microsoft.com/office/drawing/2014/main" id="{8CA14C45-08FF-9508-8B3B-3D2316CBAE64}"/>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781202494"/>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1134" y="2780928"/>
            <a:ext cx="8208712" cy="1872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indent="0" algn="ctr" rtl="1">
              <a:buNone/>
            </a:pPr>
            <a:endParaRPr lang="en-GB" altLang="en-US" sz="2600" dirty="0">
              <a:latin typeface="Sakkal Majalla" panose="02000000000000000000" pitchFamily="2" charset="-78"/>
              <a:cs typeface="Sakkal Majalla" panose="02000000000000000000" pitchFamily="2" charset="-78"/>
            </a:endParaRPr>
          </a:p>
          <a:p>
            <a:pPr indent="0" rtl="1">
              <a:buNone/>
            </a:pPr>
            <a:r>
              <a:rPr lang="ar" sz="2600" dirty="0">
                <a:latin typeface="Sakkal Majalla" panose="02000000000000000000" pitchFamily="2" charset="-78"/>
                <a:cs typeface="Sakkal Majalla" panose="02000000000000000000" pitchFamily="2" charset="-78"/>
              </a:rPr>
              <a:t>يمكن للمطاعم تحسين جودة أصناف قائمة الطعام وتعزيز رضا العملاء وتحقيق النجاح على المدى الطويل من خلال تطبيق الملاحظات المستقاة من مجموعة متنوعة من المصادر.</a:t>
            </a:r>
          </a:p>
          <a:p>
            <a:pPr indent="0" rtl="1">
              <a:buNone/>
            </a:pPr>
            <a:endParaRPr lang="en-GB" altLang="en-US" sz="2600" dirty="0">
              <a:latin typeface="Sakkal Majalla" panose="02000000000000000000" pitchFamily="2" charset="-78"/>
              <a:cs typeface="Sakkal Majalla" panose="02000000000000000000" pitchFamily="2" charset="-78"/>
            </a:endParaRPr>
          </a:p>
          <a:p>
            <a:pPr indent="0" rtl="1">
              <a:buNone/>
            </a:pPr>
            <a:endParaRPr lang="en-GB" altLang="en-US" sz="2600" dirty="0">
              <a:latin typeface="Sakkal Majalla" panose="02000000000000000000" pitchFamily="2" charset="-78"/>
              <a:cs typeface="Sakkal Majalla" panose="02000000000000000000" pitchFamily="2" charset="-78"/>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23529" y="1196752"/>
            <a:ext cx="856895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تطبيق معلومات الملاحظات (2)</a:t>
            </a:r>
          </a:p>
        </p:txBody>
      </p:sp>
      <p:graphicFrame>
        <p:nvGraphicFramePr>
          <p:cNvPr id="4" name="Diagram 3">
            <a:extLst>
              <a:ext uri="{FF2B5EF4-FFF2-40B4-BE49-F238E27FC236}">
                <a16:creationId xmlns:a16="http://schemas.microsoft.com/office/drawing/2014/main" id="{DA94FF5B-2E13-07F7-2136-7575483A5366}"/>
              </a:ext>
            </a:extLst>
          </p:cNvPr>
          <p:cNvGraphicFramePr/>
          <p:nvPr>
            <p:extLst>
              <p:ext uri="{D42A27DB-BD31-4B8C-83A1-F6EECF244321}">
                <p14:modId xmlns:p14="http://schemas.microsoft.com/office/powerpoint/2010/main" val="2813982229"/>
              </p:ext>
            </p:extLst>
          </p:nvPr>
        </p:nvGraphicFramePr>
        <p:xfrm>
          <a:off x="791074" y="5570019"/>
          <a:ext cx="7488832"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309687E4-2D9F-68F5-3C6B-149A2474E6AA}"/>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extLst>
      <p:ext uri="{BB962C8B-B14F-4D97-AF65-F5344CB8AC3E}">
        <p14:creationId xmlns:p14="http://schemas.microsoft.com/office/powerpoint/2010/main" val="941393730"/>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latin typeface="Sakkal Majalla" panose="02000000000000000000" pitchFamily="2" charset="-78"/>
                <a:cs typeface="Sakkal Majalla" panose="02000000000000000000" pitchFamily="2" charset="-78"/>
              </a:rPr>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dirty="0">
                <a:latin typeface="Sakkal Majalla" panose="02000000000000000000" pitchFamily="2" charset="-78"/>
                <a:cs typeface="Sakkal Majalla" panose="02000000000000000000" pitchFamily="2" charset="-78"/>
              </a:rPr>
              <a:t>الصور:</a:t>
            </a:r>
            <a:endParaRPr lang="en-GB" sz="2600" b="1"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123آر اف: </a:t>
            </a:r>
            <a:r>
              <a:rPr lang="ar" sz="2600" dirty="0">
                <a:latin typeface="Sakkal Majalla" panose="02000000000000000000" pitchFamily="2" charset="-78"/>
                <a:cs typeface="Sakkal Majalla" panose="02000000000000000000" pitchFamily="2" charset="-78"/>
              </a:rPr>
              <a:t>ألفاسبيرت (شريحة 5)، كرول666 (شريحة 23)، زاكيروف (شريحة 25)؛ </a:t>
            </a:r>
          </a:p>
          <a:p>
            <a:pPr rtl="1"/>
            <a:r>
              <a:rPr lang="ar" sz="2600" b="1" dirty="0">
                <a:latin typeface="Sakkal Majalla" panose="02000000000000000000" pitchFamily="2" charset="-78"/>
                <a:cs typeface="Sakkal Majalla" panose="02000000000000000000" pitchFamily="2" charset="-78"/>
              </a:rPr>
              <a:t>صورة دعائية من منصة ألامي:</a:t>
            </a:r>
            <a:r>
              <a:rPr lang="ar" sz="2600" dirty="0">
                <a:latin typeface="Sakkal Majalla" panose="02000000000000000000" pitchFamily="2" charset="-78"/>
                <a:cs typeface="Sakkal Majalla" panose="02000000000000000000" pitchFamily="2" charset="-78"/>
              </a:rPr>
              <a:t> كيفن نيكلسون (شريحة 31)؛ </a:t>
            </a:r>
            <a:endParaRPr lang="en-GB" sz="2600" dirty="0">
              <a:latin typeface="Sakkal Majalla" panose="02000000000000000000" pitchFamily="2" charset="-78"/>
              <a:cs typeface="Sakkal Majalla" panose="02000000000000000000" pitchFamily="2" charset="-78"/>
            </a:endParaRPr>
          </a:p>
          <a:p>
            <a:pPr rtl="1"/>
            <a:r>
              <a:rPr lang="ar" sz="2600" b="1" dirty="0">
                <a:latin typeface="Sakkal Majalla" panose="02000000000000000000" pitchFamily="2" charset="-78"/>
                <a:cs typeface="Sakkal Majalla" panose="02000000000000000000" pitchFamily="2" charset="-78"/>
              </a:rPr>
              <a:t>شوترستوك:</a:t>
            </a:r>
            <a:r>
              <a:rPr lang="ar" sz="2600" dirty="0">
                <a:latin typeface="Sakkal Majalla" panose="02000000000000000000" pitchFamily="2" charset="-78"/>
                <a:cs typeface="Sakkal Majalla" panose="02000000000000000000" pitchFamily="2" charset="-78"/>
              </a:rPr>
              <a:t> كوندور83 (شريحة 15)، مايك فليبو (شريحة 16)، أديسا (شريحة 17)، سارانيا لويساموت (شريحة 22)، 3445128471 (شريحة 24)، جي بوينتستوديو (شريحة27).</a:t>
            </a:r>
          </a:p>
          <a:p>
            <a:pPr marL="0" indent="0" rtl="1">
              <a:buNone/>
            </a:pPr>
            <a:endParaRPr lang="en-GB" sz="260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200CA9D1-C8DA-3924-4876-84437D6A1DC6}"/>
              </a:ext>
            </a:extLst>
          </p:cNvPr>
          <p:cNvSpPr txBox="1">
            <a:spLocks/>
          </p:cNvSpPr>
          <p:nvPr/>
        </p:nvSpPr>
        <p:spPr bwMode="auto">
          <a:xfrm>
            <a:off x="107504" y="6525344"/>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A103000399996</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19" ma:contentTypeDescription="Create a new document." ma:contentTypeScope="" ma:versionID="c3fee6712a48a11fd6be67b8f79c7245">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a4549148fe956aca9da82eed9feb7880"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documentManagement>
</p:properties>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3772A143-D5E7-4F9A-93F0-2E95D0D66FDA}"/>
</file>

<file path=customXml/itemProps3.xml><?xml version="1.0" encoding="utf-8"?>
<ds:datastoreItem xmlns:ds="http://schemas.openxmlformats.org/officeDocument/2006/customXml" ds:itemID="{AC23B947-7365-46E6-97D8-39CC3AB7528F}">
  <ds:schemaRefs>
    <ds:schemaRef ds:uri="http://www.w3.org/XML/1998/namespace"/>
    <ds:schemaRef ds:uri="http://schemas.microsoft.com/office/2006/documentManagement/types"/>
    <ds:schemaRef ds:uri="http://schemas.microsoft.com/office/2006/metadata/properties"/>
    <ds:schemaRef ds:uri="6125ffc9-2c56-435e-8267-1393444907b2"/>
    <ds:schemaRef ds:uri="http://schemas.openxmlformats.org/package/2006/metadata/core-properties"/>
    <ds:schemaRef ds:uri="http://purl.org/dc/elements/1.1/"/>
    <ds:schemaRef ds:uri="http://schemas.microsoft.com/office/infopath/2007/PartnerControls"/>
    <ds:schemaRef ds:uri="7c1bd8dc-4e40-424f-a15f-9ffcd522197f"/>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11495</TotalTime>
  <Words>1944</Words>
  <Application>Microsoft Office PowerPoint</Application>
  <PresentationFormat>On-screen Show (4:3)</PresentationFormat>
  <Paragraphs>363</Paragraphs>
  <Slides>36</Slides>
  <Notes>36</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36</vt:i4>
      </vt:variant>
    </vt:vector>
  </HeadingPairs>
  <TitlesOfParts>
    <vt:vector size="51"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12 مطبخ بلدك  </vt:lpstr>
      <vt:lpstr>الضيافة </vt:lpstr>
      <vt:lpstr>نتاجات التعلم</vt:lpstr>
      <vt:lpstr>نتاج التعلُّم أ  البحث وتخطيط قوائم الطعام التي تعكس أنماط الطعام وأنواع الأطباق التي تحضر وتُطهى في بلدك  أ1 تاريخ الطعام والعوامل المؤثرة فيه أ2 أنماط وأنواع الطعام أ3 منافذ وقوائم الطعام التقليدي أ4 قوائم طعام متوازنة تقدم أطباقًا تقليدية تلبي احتياجات العمل والعملاء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ب  عرض مهارات إعداد الطعام وطهوه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121</cp:revision>
  <dcterms:created xsi:type="dcterms:W3CDTF">2020-07-15T07:14:47Z</dcterms:created>
  <dcterms:modified xsi:type="dcterms:W3CDTF">2024-09-10T15:20:57Z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