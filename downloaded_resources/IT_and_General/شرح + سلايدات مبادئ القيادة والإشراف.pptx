
<file path=[Content_Types].xml><?xml version="1.0" encoding="utf-8"?>
<Types xmlns="http://schemas.openxmlformats.org/package/2006/content-types">
  <Default Extension="bin" ContentType="audio/unknown"/>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8"/>
  </p:notesMasterIdLst>
  <p:sldIdLst>
    <p:sldId id="256" r:id="rId14"/>
    <p:sldId id="257" r:id="rId15"/>
    <p:sldId id="258" r:id="rId16"/>
    <p:sldId id="272" r:id="rId17"/>
    <p:sldId id="338" r:id="rId18"/>
    <p:sldId id="318" r:id="rId19"/>
    <p:sldId id="310" r:id="rId20"/>
    <p:sldId id="311" r:id="rId21"/>
    <p:sldId id="312" r:id="rId22"/>
    <p:sldId id="313" r:id="rId23"/>
    <p:sldId id="314" r:id="rId24"/>
    <p:sldId id="315" r:id="rId25"/>
    <p:sldId id="316" r:id="rId26"/>
    <p:sldId id="339" r:id="rId27"/>
    <p:sldId id="317" r:id="rId28"/>
    <p:sldId id="319" r:id="rId29"/>
    <p:sldId id="320" r:id="rId30"/>
    <p:sldId id="321" r:id="rId31"/>
    <p:sldId id="322" r:id="rId32"/>
    <p:sldId id="323" r:id="rId33"/>
    <p:sldId id="324" r:id="rId34"/>
    <p:sldId id="325" r:id="rId35"/>
    <p:sldId id="326" r:id="rId36"/>
    <p:sldId id="327" r:id="rId37"/>
    <p:sldId id="340" r:id="rId38"/>
    <p:sldId id="328" r:id="rId39"/>
    <p:sldId id="329" r:id="rId40"/>
    <p:sldId id="330" r:id="rId41"/>
    <p:sldId id="337" r:id="rId42"/>
    <p:sldId id="332" r:id="rId43"/>
    <p:sldId id="334" r:id="rId44"/>
    <p:sldId id="335" r:id="rId45"/>
    <p:sldId id="336" r:id="rId46"/>
    <p:sldId id="341" r:id="rId47"/>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5EA62A-13EA-21B5-3635-002244FC12EF}" name="Joyce Harvey" initials="JH" userId="1e04374d961c3b67" providerId="Windows Live"/>
  <p188:author id="{531F32EF-B7AB-FD12-ECD3-DD5955CD0FA8}" name="Andrew Bodmer" initials="AB" userId="e78b4f3cb0d7499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2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FCC926-BA43-473E-A31D-5EE5D5926346}" v="37" dt="2024-11-26T16:55:37.536"/>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084" autoAdjust="0"/>
    <p:restoredTop sz="84456" autoAdjust="0"/>
  </p:normalViewPr>
  <p:slideViewPr>
    <p:cSldViewPr snapToGrid="0">
      <p:cViewPr varScale="1">
        <p:scale>
          <a:sx n="132" d="100"/>
          <a:sy n="132" d="100"/>
        </p:scale>
        <p:origin x="2994" y="132"/>
      </p:cViewPr>
      <p:guideLst>
        <p:guide orient="horz" pos="1933"/>
        <p:guide pos="2880"/>
        <p:guide pos="1791"/>
        <p:guide orient="horz" pos="3657"/>
        <p:guide pos="106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Langley" userId="S::sarah.langley@pearson.com::239c5547-87b3-47be-8ff1-783a9a4cc887" providerId="AD" clId="Web-{2CB748F8-192E-01E5-5D59-9F653061ABF2}"/>
    <pc:docChg chg="addSld">
      <pc:chgData name="Sarah Langley" userId="S::sarah.langley@pearson.com::239c5547-87b3-47be-8ff1-783a9a4cc887" providerId="AD" clId="Web-{2CB748F8-192E-01E5-5D59-9F653061ABF2}" dt="2024-11-06T16:06:52.557" v="0"/>
      <pc:docMkLst>
        <pc:docMk/>
      </pc:docMkLst>
      <pc:sldChg chg="add">
        <pc:chgData name="Sarah Langley" userId="S::sarah.langley@pearson.com::239c5547-87b3-47be-8ff1-783a9a4cc887" providerId="AD" clId="Web-{2CB748F8-192E-01E5-5D59-9F653061ABF2}" dt="2024-11-06T16:06:52.557" v="0"/>
        <pc:sldMkLst>
          <pc:docMk/>
          <pc:sldMk cId="3840081449" sldId="341"/>
        </pc:sldMkLst>
      </pc:sldChg>
    </pc:docChg>
  </pc:docChgLst>
  <pc:docChgLst>
    <pc:chgData name="Sarah Langley" userId="239c5547-87b3-47be-8ff1-783a9a4cc887" providerId="ADAL" clId="{F366A692-DF11-4B32-9AB0-1D586F083D4D}"/>
    <pc:docChg chg="undo custSel modSld">
      <pc:chgData name="Sarah Langley" userId="239c5547-87b3-47be-8ff1-783a9a4cc887" providerId="ADAL" clId="{F366A692-DF11-4B32-9AB0-1D586F083D4D}" dt="2024-11-06T16:22:56.224" v="135" actId="478"/>
      <pc:docMkLst>
        <pc:docMk/>
      </pc:docMkLst>
      <pc:sldChg chg="delSp delCm">
        <pc:chgData name="Sarah Langley" userId="239c5547-87b3-47be-8ff1-783a9a4cc887" providerId="ADAL" clId="{F366A692-DF11-4B32-9AB0-1D586F083D4D}" dt="2024-11-06T16:09:52.786" v="1"/>
        <pc:sldMkLst>
          <pc:docMk/>
          <pc:sldMk cId="0" sldId="256"/>
        </pc:sldMkLst>
        <pc:spChg chg="del">
          <ac:chgData name="Sarah Langley" userId="239c5547-87b3-47be-8ff1-783a9a4cc887" providerId="ADAL" clId="{F366A692-DF11-4B32-9AB0-1D586F083D4D}" dt="2024-11-06T16:09:50.210" v="0" actId="478"/>
          <ac:spMkLst>
            <pc:docMk/>
            <pc:sldMk cId="0" sldId="256"/>
            <ac:spMk id="4" creationId="{03618BED-11B5-90CC-5910-B65474D700AA}"/>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09:52.786" v="1"/>
              <pc2:cmMkLst xmlns:pc2="http://schemas.microsoft.com/office/powerpoint/2019/9/main/command">
                <pc:docMk/>
                <pc:sldMk cId="0" sldId="256"/>
                <pc2:cmMk id="{43DF5F9D-488B-4F35-8365-BFB120DA2FAF}"/>
              </pc2:cmMkLst>
            </pc226:cmChg>
          </p:ext>
        </pc:extLst>
      </pc:sldChg>
      <pc:sldChg chg="addSp delSp modSp mod">
        <pc:chgData name="Sarah Langley" userId="239c5547-87b3-47be-8ff1-783a9a4cc887" providerId="ADAL" clId="{F366A692-DF11-4B32-9AB0-1D586F083D4D}" dt="2024-11-06T16:11:01.592" v="10" actId="167"/>
        <pc:sldMkLst>
          <pc:docMk/>
          <pc:sldMk cId="0" sldId="257"/>
        </pc:sldMkLst>
        <pc:picChg chg="del">
          <ac:chgData name="Sarah Langley" userId="239c5547-87b3-47be-8ff1-783a9a4cc887" providerId="ADAL" clId="{F366A692-DF11-4B32-9AB0-1D586F083D4D}" dt="2024-11-06T16:10:52.905" v="8" actId="478"/>
          <ac:picMkLst>
            <pc:docMk/>
            <pc:sldMk cId="0" sldId="257"/>
            <ac:picMk id="2" creationId="{328DB164-AA33-F4D0-12A3-8EB978C32A32}"/>
          </ac:picMkLst>
        </pc:picChg>
        <pc:picChg chg="add mod ord">
          <ac:chgData name="Sarah Langley" userId="239c5547-87b3-47be-8ff1-783a9a4cc887" providerId="ADAL" clId="{F366A692-DF11-4B32-9AB0-1D586F083D4D}" dt="2024-11-06T16:11:01.592" v="10" actId="167"/>
          <ac:picMkLst>
            <pc:docMk/>
            <pc:sldMk cId="0" sldId="257"/>
            <ac:picMk id="4" creationId="{42B067BA-2BBE-C8E1-62B5-AA35F116E2AB}"/>
          </ac:picMkLst>
        </pc:picChg>
      </pc:sldChg>
      <pc:sldChg chg="delCm">
        <pc:chgData name="Sarah Langley" userId="239c5547-87b3-47be-8ff1-783a9a4cc887" providerId="ADAL" clId="{F366A692-DF11-4B32-9AB0-1D586F083D4D}" dt="2024-11-06T16:11:13.216" v="11"/>
        <pc:sldMkLst>
          <pc:docMk/>
          <pc:sldMk cId="0" sldId="272"/>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1:13.216" v="11"/>
              <pc2:cmMkLst xmlns:pc2="http://schemas.microsoft.com/office/powerpoint/2019/9/main/command">
                <pc:docMk/>
                <pc:sldMk cId="0" sldId="272"/>
                <pc2:cmMk id="{6190385B-62A7-400A-AB88-0A926E445325}"/>
              </pc2:cmMkLst>
            </pc226:cmChg>
          </p:ext>
        </pc:extLst>
      </pc:sldChg>
      <pc:sldChg chg="addSp modSp mod delCm">
        <pc:chgData name="Sarah Langley" userId="239c5547-87b3-47be-8ff1-783a9a4cc887" providerId="ADAL" clId="{F366A692-DF11-4B32-9AB0-1D586F083D4D}" dt="2024-11-06T16:13:17.266" v="38" actId="1076"/>
        <pc:sldMkLst>
          <pc:docMk/>
          <pc:sldMk cId="1559962124" sldId="310"/>
        </pc:sldMkLst>
        <pc:spChg chg="add mod">
          <ac:chgData name="Sarah Langley" userId="239c5547-87b3-47be-8ff1-783a9a4cc887" providerId="ADAL" clId="{F366A692-DF11-4B32-9AB0-1D586F083D4D}" dt="2024-11-06T16:13:17.266" v="38" actId="1076"/>
          <ac:spMkLst>
            <pc:docMk/>
            <pc:sldMk cId="1559962124" sldId="310"/>
            <ac:spMk id="2" creationId="{C2B23A77-A905-EA69-ABF8-A94D9210686A}"/>
          </ac:spMkLst>
        </pc:spChg>
        <pc:spChg chg="mod">
          <ac:chgData name="Sarah Langley" userId="239c5547-87b3-47be-8ff1-783a9a4cc887" providerId="ADAL" clId="{F366A692-DF11-4B32-9AB0-1D586F083D4D}" dt="2024-11-06T16:13:10.354" v="36" actId="1076"/>
          <ac:spMkLst>
            <pc:docMk/>
            <pc:sldMk cId="1559962124" sldId="310"/>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2:12.494" v="24"/>
              <pc2:cmMkLst xmlns:pc2="http://schemas.microsoft.com/office/powerpoint/2019/9/main/command">
                <pc:docMk/>
                <pc:sldMk cId="1559962124" sldId="310"/>
                <pc2:cmMk id="{8CA8B5FB-876E-47D9-A104-5B761EF4A821}"/>
              </pc2:cmMkLst>
            </pc226:cmChg>
          </p:ext>
        </pc:extLst>
      </pc:sldChg>
      <pc:sldChg chg="addSp modSp mod delCm">
        <pc:chgData name="Sarah Langley" userId="239c5547-87b3-47be-8ff1-783a9a4cc887" providerId="ADAL" clId="{F366A692-DF11-4B32-9AB0-1D586F083D4D}" dt="2024-11-06T16:13:48.616" v="43" actId="1076"/>
        <pc:sldMkLst>
          <pc:docMk/>
          <pc:sldMk cId="3818933967" sldId="311"/>
        </pc:sldMkLst>
        <pc:spChg chg="add mod">
          <ac:chgData name="Sarah Langley" userId="239c5547-87b3-47be-8ff1-783a9a4cc887" providerId="ADAL" clId="{F366A692-DF11-4B32-9AB0-1D586F083D4D}" dt="2024-11-06T16:13:48.616" v="43" actId="1076"/>
          <ac:spMkLst>
            <pc:docMk/>
            <pc:sldMk cId="3818933967" sldId="311"/>
            <ac:spMk id="2" creationId="{DDA3CDFA-7287-377D-ED31-1DBFD193B9DB}"/>
          </ac:spMkLst>
        </pc:spChg>
        <pc:spChg chg="mod">
          <ac:chgData name="Sarah Langley" userId="239c5547-87b3-47be-8ff1-783a9a4cc887" providerId="ADAL" clId="{F366A692-DF11-4B32-9AB0-1D586F083D4D}" dt="2024-11-06T16:13:44.931" v="42" actId="6549"/>
          <ac:spMkLst>
            <pc:docMk/>
            <pc:sldMk cId="3818933967" sldId="311"/>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3:23.058" v="39"/>
              <pc2:cmMkLst xmlns:pc2="http://schemas.microsoft.com/office/powerpoint/2019/9/main/command">
                <pc:docMk/>
                <pc:sldMk cId="3818933967" sldId="311"/>
                <pc2:cmMk id="{816E8F6C-D4CE-43C5-9E17-3D15C93D3461}"/>
              </pc2:cmMkLst>
            </pc226:cmChg>
          </p:ext>
        </pc:extLst>
      </pc:sldChg>
      <pc:sldChg chg="delCm">
        <pc:chgData name="Sarah Langley" userId="239c5547-87b3-47be-8ff1-783a9a4cc887" providerId="ADAL" clId="{F366A692-DF11-4B32-9AB0-1D586F083D4D}" dt="2024-11-06T16:14:09.196" v="44"/>
        <pc:sldMkLst>
          <pc:docMk/>
          <pc:sldMk cId="111571557" sldId="312"/>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4:09.196" v="44"/>
              <pc2:cmMkLst xmlns:pc2="http://schemas.microsoft.com/office/powerpoint/2019/9/main/command">
                <pc:docMk/>
                <pc:sldMk cId="111571557" sldId="312"/>
                <pc2:cmMk id="{C7854441-396D-4619-A925-F0881C3C4C34}"/>
              </pc2:cmMkLst>
            </pc226:cmChg>
          </p:ext>
        </pc:extLst>
      </pc:sldChg>
      <pc:sldChg chg="addSp modSp mod delCm">
        <pc:chgData name="Sarah Langley" userId="239c5547-87b3-47be-8ff1-783a9a4cc887" providerId="ADAL" clId="{F366A692-DF11-4B32-9AB0-1D586F083D4D}" dt="2024-11-06T16:22:35.560" v="134" actId="14100"/>
        <pc:sldMkLst>
          <pc:docMk/>
          <pc:sldMk cId="1274057090" sldId="313"/>
        </pc:sldMkLst>
        <pc:spChg chg="add mod">
          <ac:chgData name="Sarah Langley" userId="239c5547-87b3-47be-8ff1-783a9a4cc887" providerId="ADAL" clId="{F366A692-DF11-4B32-9AB0-1D586F083D4D}" dt="2024-11-06T16:22:35.560" v="134" actId="14100"/>
          <ac:spMkLst>
            <pc:docMk/>
            <pc:sldMk cId="1274057090" sldId="313"/>
            <ac:spMk id="2" creationId="{9AE8F45C-46F2-65C6-8256-757E41B92E03}"/>
          </ac:spMkLst>
        </pc:spChg>
        <pc:spChg chg="mod">
          <ac:chgData name="Sarah Langley" userId="239c5547-87b3-47be-8ff1-783a9a4cc887" providerId="ADAL" clId="{F366A692-DF11-4B32-9AB0-1D586F083D4D}" dt="2024-11-06T16:22:25.146" v="131" actId="20577"/>
          <ac:spMkLst>
            <pc:docMk/>
            <pc:sldMk cId="1274057090" sldId="313"/>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4:17.052" v="45"/>
              <pc2:cmMkLst xmlns:pc2="http://schemas.microsoft.com/office/powerpoint/2019/9/main/command">
                <pc:docMk/>
                <pc:sldMk cId="1274057090" sldId="313"/>
                <pc2:cmMk id="{124A15F9-F1B9-4644-B897-35921DB372C0}"/>
              </pc2:cmMkLst>
            </pc226:cmChg>
          </p:ext>
        </pc:extLst>
      </pc:sldChg>
      <pc:sldChg chg="modSp delCm">
        <pc:chgData name="Sarah Langley" userId="239c5547-87b3-47be-8ff1-783a9a4cc887" providerId="ADAL" clId="{F366A692-DF11-4B32-9AB0-1D586F083D4D}" dt="2024-11-06T16:14:35.834" v="49"/>
        <pc:sldMkLst>
          <pc:docMk/>
          <pc:sldMk cId="2652651931" sldId="316"/>
        </pc:sldMkLst>
        <pc:spChg chg="mod">
          <ac:chgData name="Sarah Langley" userId="239c5547-87b3-47be-8ff1-783a9a4cc887" providerId="ADAL" clId="{F366A692-DF11-4B32-9AB0-1D586F083D4D}" dt="2024-11-06T16:14:28.576" v="47" actId="1076"/>
          <ac:spMkLst>
            <pc:docMk/>
            <pc:sldMk cId="2652651931" sldId="316"/>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4:32.813" v="48"/>
              <pc2:cmMkLst xmlns:pc2="http://schemas.microsoft.com/office/powerpoint/2019/9/main/command">
                <pc:docMk/>
                <pc:sldMk cId="2652651931" sldId="316"/>
                <pc2:cmMk id="{E04FCF12-F6B5-472C-AFEA-4BA6A403AB6C}"/>
              </pc2:cmMkLst>
            </pc226:cmChg>
            <pc226:cmChg xmlns:pc226="http://schemas.microsoft.com/office/powerpoint/2022/06/main/command" chg="del">
              <pc226:chgData name="Sarah Langley" userId="239c5547-87b3-47be-8ff1-783a9a4cc887" providerId="ADAL" clId="{F366A692-DF11-4B32-9AB0-1D586F083D4D}" dt="2024-11-06T16:14:35.834" v="49"/>
              <pc2:cmMkLst xmlns:pc2="http://schemas.microsoft.com/office/powerpoint/2019/9/main/command">
                <pc:docMk/>
                <pc:sldMk cId="2652651931" sldId="316"/>
                <pc2:cmMk id="{13878815-D4A4-49FA-BCB3-DC3B4FFA7351}"/>
              </pc2:cmMkLst>
            </pc226:cmChg>
          </p:ext>
        </pc:extLst>
      </pc:sldChg>
      <pc:sldChg chg="addSp delSp modSp mod">
        <pc:chgData name="Sarah Langley" userId="239c5547-87b3-47be-8ff1-783a9a4cc887" providerId="ADAL" clId="{F366A692-DF11-4B32-9AB0-1D586F083D4D}" dt="2024-11-06T16:15:12.251" v="59" actId="1076"/>
        <pc:sldMkLst>
          <pc:docMk/>
          <pc:sldMk cId="3551979003" sldId="317"/>
        </pc:sldMkLst>
        <pc:picChg chg="add mod">
          <ac:chgData name="Sarah Langley" userId="239c5547-87b3-47be-8ff1-783a9a4cc887" providerId="ADAL" clId="{F366A692-DF11-4B32-9AB0-1D586F083D4D}" dt="2024-11-06T16:15:12.251" v="59" actId="1076"/>
          <ac:picMkLst>
            <pc:docMk/>
            <pc:sldMk cId="3551979003" sldId="317"/>
            <ac:picMk id="3" creationId="{389C950A-C876-8BF4-EA88-C1B7E887DDB9}"/>
          </ac:picMkLst>
        </pc:picChg>
        <pc:picChg chg="del">
          <ac:chgData name="Sarah Langley" userId="239c5547-87b3-47be-8ff1-783a9a4cc887" providerId="ADAL" clId="{F366A692-DF11-4B32-9AB0-1D586F083D4D}" dt="2024-11-06T16:15:04.233" v="56" actId="478"/>
          <ac:picMkLst>
            <pc:docMk/>
            <pc:sldMk cId="3551979003" sldId="317"/>
            <ac:picMk id="4098" creationId="{78BE470D-6A56-CE25-5214-71FFCA6F5844}"/>
          </ac:picMkLst>
        </pc:picChg>
      </pc:sldChg>
      <pc:sldChg chg="addSp delSp modSp mod">
        <pc:chgData name="Sarah Langley" userId="239c5547-87b3-47be-8ff1-783a9a4cc887" providerId="ADAL" clId="{F366A692-DF11-4B32-9AB0-1D586F083D4D}" dt="2024-11-06T16:11:59.914" v="23" actId="1076"/>
        <pc:sldMkLst>
          <pc:docMk/>
          <pc:sldMk cId="1362265788" sldId="318"/>
        </pc:sldMkLst>
        <pc:picChg chg="del">
          <ac:chgData name="Sarah Langley" userId="239c5547-87b3-47be-8ff1-783a9a4cc887" providerId="ADAL" clId="{F366A692-DF11-4B32-9AB0-1D586F083D4D}" dt="2024-11-06T16:11:48.040" v="19" actId="478"/>
          <ac:picMkLst>
            <pc:docMk/>
            <pc:sldMk cId="1362265788" sldId="318"/>
            <ac:picMk id="2" creationId="{3FEF757D-BFBD-F4CD-9614-767E0BF40E72}"/>
          </ac:picMkLst>
        </pc:picChg>
        <pc:picChg chg="add mod">
          <ac:chgData name="Sarah Langley" userId="239c5547-87b3-47be-8ff1-783a9a4cc887" providerId="ADAL" clId="{F366A692-DF11-4B32-9AB0-1D586F083D4D}" dt="2024-11-06T16:11:59.914" v="23" actId="1076"/>
          <ac:picMkLst>
            <pc:docMk/>
            <pc:sldMk cId="1362265788" sldId="318"/>
            <ac:picMk id="4" creationId="{7A82E68B-6812-9513-224F-27458373B4DD}"/>
          </ac:picMkLst>
        </pc:picChg>
      </pc:sldChg>
      <pc:sldChg chg="delSp mod delCm">
        <pc:chgData name="Sarah Langley" userId="239c5547-87b3-47be-8ff1-783a9a4cc887" providerId="ADAL" clId="{F366A692-DF11-4B32-9AB0-1D586F083D4D}" dt="2024-11-06T16:15:49.171" v="61" actId="478"/>
        <pc:sldMkLst>
          <pc:docMk/>
          <pc:sldMk cId="3589114282" sldId="319"/>
        </pc:sldMkLst>
        <pc:spChg chg="del">
          <ac:chgData name="Sarah Langley" userId="239c5547-87b3-47be-8ff1-783a9a4cc887" providerId="ADAL" clId="{F366A692-DF11-4B32-9AB0-1D586F083D4D}" dt="2024-11-06T16:15:49.171" v="61" actId="478"/>
          <ac:spMkLst>
            <pc:docMk/>
            <pc:sldMk cId="3589114282" sldId="319"/>
            <ac:spMk id="34825" creationId="{F210ABF5-594C-D68B-1C6B-BFFA8EFF7D59}"/>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5:43.165" v="60"/>
              <pc2:cmMkLst xmlns:pc2="http://schemas.microsoft.com/office/powerpoint/2019/9/main/command">
                <pc:docMk/>
                <pc:sldMk cId="3589114282" sldId="319"/>
                <pc2:cmMk id="{153A7AA6-931D-43D4-BF4A-65391AC0FA37}"/>
              </pc2:cmMkLst>
            </pc226:cmChg>
          </p:ext>
        </pc:extLst>
      </pc:sldChg>
      <pc:sldChg chg="addSp modSp mod">
        <pc:chgData name="Sarah Langley" userId="239c5547-87b3-47be-8ff1-783a9a4cc887" providerId="ADAL" clId="{F366A692-DF11-4B32-9AB0-1D586F083D4D}" dt="2024-11-06T16:16:41.410" v="69" actId="1076"/>
        <pc:sldMkLst>
          <pc:docMk/>
          <pc:sldMk cId="3127808740" sldId="320"/>
        </pc:sldMkLst>
        <pc:spChg chg="add mod">
          <ac:chgData name="Sarah Langley" userId="239c5547-87b3-47be-8ff1-783a9a4cc887" providerId="ADAL" clId="{F366A692-DF11-4B32-9AB0-1D586F083D4D}" dt="2024-11-06T16:16:41.410" v="69" actId="1076"/>
          <ac:spMkLst>
            <pc:docMk/>
            <pc:sldMk cId="3127808740" sldId="320"/>
            <ac:spMk id="2" creationId="{BB67EEE8-3DB4-2D6B-A1D3-163F37DB28A0}"/>
          </ac:spMkLst>
        </pc:spChg>
        <pc:spChg chg="mod">
          <ac:chgData name="Sarah Langley" userId="239c5547-87b3-47be-8ff1-783a9a4cc887" providerId="ADAL" clId="{F366A692-DF11-4B32-9AB0-1D586F083D4D}" dt="2024-11-06T16:16:29.561" v="66" actId="6549"/>
          <ac:spMkLst>
            <pc:docMk/>
            <pc:sldMk cId="3127808740" sldId="320"/>
            <ac:spMk id="34819" creationId="{453C7683-8588-7ABC-32E0-8A4E68218620}"/>
          </ac:spMkLst>
        </pc:spChg>
      </pc:sldChg>
      <pc:sldChg chg="addSp modSp mod delCm">
        <pc:chgData name="Sarah Langley" userId="239c5547-87b3-47be-8ff1-783a9a4cc887" providerId="ADAL" clId="{F366A692-DF11-4B32-9AB0-1D586F083D4D}" dt="2024-11-06T16:17:24.786" v="78" actId="1076"/>
        <pc:sldMkLst>
          <pc:docMk/>
          <pc:sldMk cId="1681998627" sldId="321"/>
        </pc:sldMkLst>
        <pc:spChg chg="add mod">
          <ac:chgData name="Sarah Langley" userId="239c5547-87b3-47be-8ff1-783a9a4cc887" providerId="ADAL" clId="{F366A692-DF11-4B32-9AB0-1D586F083D4D}" dt="2024-11-06T16:17:24.786" v="78" actId="1076"/>
          <ac:spMkLst>
            <pc:docMk/>
            <pc:sldMk cId="1681998627" sldId="321"/>
            <ac:spMk id="2" creationId="{2AD273A4-DBEE-E283-6F64-7BAAC6C3BAFD}"/>
          </ac:spMkLst>
        </pc:spChg>
        <pc:spChg chg="mod">
          <ac:chgData name="Sarah Langley" userId="239c5547-87b3-47be-8ff1-783a9a4cc887" providerId="ADAL" clId="{F366A692-DF11-4B32-9AB0-1D586F083D4D}" dt="2024-11-06T16:17:17.309" v="75" actId="20577"/>
          <ac:spMkLst>
            <pc:docMk/>
            <pc:sldMk cId="1681998627" sldId="321"/>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5:59.691" v="63"/>
              <pc2:cmMkLst xmlns:pc2="http://schemas.microsoft.com/office/powerpoint/2019/9/main/command">
                <pc:docMk/>
                <pc:sldMk cId="1681998627" sldId="321"/>
                <pc2:cmMk id="{6623909A-7951-4C11-BAB7-FE9EF2FC648E}"/>
              </pc2:cmMkLst>
            </pc226:cmChg>
            <pc226:cmChg xmlns:pc226="http://schemas.microsoft.com/office/powerpoint/2022/06/main/command" chg="del">
              <pc226:chgData name="Sarah Langley" userId="239c5547-87b3-47be-8ff1-783a9a4cc887" providerId="ADAL" clId="{F366A692-DF11-4B32-9AB0-1D586F083D4D}" dt="2024-11-06T16:15:56.615" v="62"/>
              <pc2:cmMkLst xmlns:pc2="http://schemas.microsoft.com/office/powerpoint/2019/9/main/command">
                <pc:docMk/>
                <pc:sldMk cId="1681998627" sldId="321"/>
                <pc2:cmMk id="{402F17BC-7279-434B-A277-851EA6CFF41D}"/>
              </pc2:cmMkLst>
            </pc226:cmChg>
          </p:ext>
        </pc:extLst>
      </pc:sldChg>
      <pc:sldChg chg="addSp modSp mod">
        <pc:chgData name="Sarah Langley" userId="239c5547-87b3-47be-8ff1-783a9a4cc887" providerId="ADAL" clId="{F366A692-DF11-4B32-9AB0-1D586F083D4D}" dt="2024-11-06T16:17:49.777" v="82" actId="1076"/>
        <pc:sldMkLst>
          <pc:docMk/>
          <pc:sldMk cId="2807376785" sldId="322"/>
        </pc:sldMkLst>
        <pc:spChg chg="add mod">
          <ac:chgData name="Sarah Langley" userId="239c5547-87b3-47be-8ff1-783a9a4cc887" providerId="ADAL" clId="{F366A692-DF11-4B32-9AB0-1D586F083D4D}" dt="2024-11-06T16:17:49.777" v="82" actId="1076"/>
          <ac:spMkLst>
            <pc:docMk/>
            <pc:sldMk cId="2807376785" sldId="322"/>
            <ac:spMk id="2" creationId="{1B522BEA-127D-4653-A896-861B4E841D9D}"/>
          </ac:spMkLst>
        </pc:spChg>
        <pc:spChg chg="mod">
          <ac:chgData name="Sarah Langley" userId="239c5547-87b3-47be-8ff1-783a9a4cc887" providerId="ADAL" clId="{F366A692-DF11-4B32-9AB0-1D586F083D4D}" dt="2024-11-06T16:17:46.059" v="81" actId="6549"/>
          <ac:spMkLst>
            <pc:docMk/>
            <pc:sldMk cId="2807376785" sldId="322"/>
            <ac:spMk id="34819" creationId="{453C7683-8588-7ABC-32E0-8A4E68218620}"/>
          </ac:spMkLst>
        </pc:spChg>
      </pc:sldChg>
      <pc:sldChg chg="delCm">
        <pc:chgData name="Sarah Langley" userId="239c5547-87b3-47be-8ff1-783a9a4cc887" providerId="ADAL" clId="{F366A692-DF11-4B32-9AB0-1D586F083D4D}" dt="2024-11-06T16:17:57.176" v="83"/>
        <pc:sldMkLst>
          <pc:docMk/>
          <pc:sldMk cId="1977631567" sldId="324"/>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7:57.176" v="83"/>
              <pc2:cmMkLst xmlns:pc2="http://schemas.microsoft.com/office/powerpoint/2019/9/main/command">
                <pc:docMk/>
                <pc:sldMk cId="1977631567" sldId="324"/>
                <pc2:cmMk id="{26AF749C-2EFA-49A1-8E95-BFD7F85B8021}"/>
              </pc2:cmMkLst>
            </pc226:cmChg>
          </p:ext>
        </pc:extLst>
      </pc:sldChg>
      <pc:sldChg chg="delCm">
        <pc:chgData name="Sarah Langley" userId="239c5547-87b3-47be-8ff1-783a9a4cc887" providerId="ADAL" clId="{F366A692-DF11-4B32-9AB0-1D586F083D4D}" dt="2024-11-06T16:18:12.823" v="84"/>
        <pc:sldMkLst>
          <pc:docMk/>
          <pc:sldMk cId="2778081824" sldId="325"/>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8:12.823" v="84"/>
              <pc2:cmMkLst xmlns:pc2="http://schemas.microsoft.com/office/powerpoint/2019/9/main/command">
                <pc:docMk/>
                <pc:sldMk cId="2778081824" sldId="325"/>
                <pc2:cmMk id="{A199B68D-8851-432F-8E44-18617475992B}"/>
              </pc2:cmMkLst>
            </pc226:cmChg>
          </p:ext>
        </pc:extLst>
      </pc:sldChg>
      <pc:sldChg chg="delSp mod">
        <pc:chgData name="Sarah Langley" userId="239c5547-87b3-47be-8ff1-783a9a4cc887" providerId="ADAL" clId="{F366A692-DF11-4B32-9AB0-1D586F083D4D}" dt="2024-11-06T16:22:56.224" v="135" actId="478"/>
        <pc:sldMkLst>
          <pc:docMk/>
          <pc:sldMk cId="2881678337" sldId="326"/>
        </pc:sldMkLst>
        <pc:spChg chg="del">
          <ac:chgData name="Sarah Langley" userId="239c5547-87b3-47be-8ff1-783a9a4cc887" providerId="ADAL" clId="{F366A692-DF11-4B32-9AB0-1D586F083D4D}" dt="2024-11-06T16:22:56.224" v="135" actId="478"/>
          <ac:spMkLst>
            <pc:docMk/>
            <pc:sldMk cId="2881678337" sldId="326"/>
            <ac:spMk id="34825" creationId="{72B46F8D-5F49-90CA-1D25-BF85C2BD0C32}"/>
          </ac:spMkLst>
        </pc:spChg>
      </pc:sldChg>
      <pc:sldChg chg="delCm">
        <pc:chgData name="Sarah Langley" userId="239c5547-87b3-47be-8ff1-783a9a4cc887" providerId="ADAL" clId="{F366A692-DF11-4B32-9AB0-1D586F083D4D}" dt="2024-11-06T16:18:18.540" v="85"/>
        <pc:sldMkLst>
          <pc:docMk/>
          <pc:sldMk cId="640379686" sldId="327"/>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18:18.540" v="85"/>
              <pc2:cmMkLst xmlns:pc2="http://schemas.microsoft.com/office/powerpoint/2019/9/main/command">
                <pc:docMk/>
                <pc:sldMk cId="640379686" sldId="327"/>
                <pc2:cmMk id="{CB72F3C9-3EB0-4FA8-9CBD-7E75C74C139F}"/>
              </pc2:cmMkLst>
            </pc226:cmChg>
          </p:ext>
        </pc:extLst>
      </pc:sldChg>
      <pc:sldChg chg="addSp modSp mod">
        <pc:chgData name="Sarah Langley" userId="239c5547-87b3-47be-8ff1-783a9a4cc887" providerId="ADAL" clId="{F366A692-DF11-4B32-9AB0-1D586F083D4D}" dt="2024-11-06T16:19:00.368" v="91" actId="1076"/>
        <pc:sldMkLst>
          <pc:docMk/>
          <pc:sldMk cId="1024673052" sldId="329"/>
        </pc:sldMkLst>
        <pc:spChg chg="add mod">
          <ac:chgData name="Sarah Langley" userId="239c5547-87b3-47be-8ff1-783a9a4cc887" providerId="ADAL" clId="{F366A692-DF11-4B32-9AB0-1D586F083D4D}" dt="2024-11-06T16:19:00.368" v="91" actId="1076"/>
          <ac:spMkLst>
            <pc:docMk/>
            <pc:sldMk cId="1024673052" sldId="329"/>
            <ac:spMk id="2" creationId="{C1A58180-1AFA-4085-B2D1-1960B1AECD84}"/>
          </ac:spMkLst>
        </pc:spChg>
        <pc:spChg chg="mod">
          <ac:chgData name="Sarah Langley" userId="239c5547-87b3-47be-8ff1-783a9a4cc887" providerId="ADAL" clId="{F366A692-DF11-4B32-9AB0-1D586F083D4D}" dt="2024-11-06T16:18:50.392" v="89" actId="6549"/>
          <ac:spMkLst>
            <pc:docMk/>
            <pc:sldMk cId="1024673052" sldId="329"/>
            <ac:spMk id="34819" creationId="{453C7683-8588-7ABC-32E0-8A4E68218620}"/>
          </ac:spMkLst>
        </pc:spChg>
      </pc:sldChg>
      <pc:sldChg chg="addSp modSp mod delCm">
        <pc:chgData name="Sarah Langley" userId="239c5547-87b3-47be-8ff1-783a9a4cc887" providerId="ADAL" clId="{F366A692-DF11-4B32-9AB0-1D586F083D4D}" dt="2024-11-06T16:20:31.906" v="110"/>
        <pc:sldMkLst>
          <pc:docMk/>
          <pc:sldMk cId="559413259" sldId="332"/>
        </pc:sldMkLst>
        <pc:spChg chg="add mod">
          <ac:chgData name="Sarah Langley" userId="239c5547-87b3-47be-8ff1-783a9a4cc887" providerId="ADAL" clId="{F366A692-DF11-4B32-9AB0-1D586F083D4D}" dt="2024-11-06T16:20:26.435" v="109" actId="33524"/>
          <ac:spMkLst>
            <pc:docMk/>
            <pc:sldMk cId="559413259" sldId="332"/>
            <ac:spMk id="2" creationId="{57D87856-1FC0-66BF-5B22-D89D3F34EDF5}"/>
          </ac:spMkLst>
        </pc:spChg>
        <pc:spChg chg="mod">
          <ac:chgData name="Sarah Langley" userId="239c5547-87b3-47be-8ff1-783a9a4cc887" providerId="ADAL" clId="{F366A692-DF11-4B32-9AB0-1D586F083D4D}" dt="2024-11-06T16:19:34.023" v="95" actId="6549"/>
          <ac:spMkLst>
            <pc:docMk/>
            <pc:sldMk cId="559413259" sldId="332"/>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F366A692-DF11-4B32-9AB0-1D586F083D4D}" dt="2024-11-06T16:20:31.906" v="110"/>
              <pc2:cmMkLst xmlns:pc2="http://schemas.microsoft.com/office/powerpoint/2019/9/main/command">
                <pc:docMk/>
                <pc:sldMk cId="559413259" sldId="332"/>
                <pc2:cmMk id="{AC66795F-81EA-44E3-94A1-708234F37F3B}"/>
              </pc2:cmMkLst>
            </pc226:cmChg>
          </p:ext>
        </pc:extLst>
      </pc:sldChg>
      <pc:sldChg chg="addSp delSp modSp mod">
        <pc:chgData name="Sarah Langley" userId="239c5547-87b3-47be-8ff1-783a9a4cc887" providerId="ADAL" clId="{F366A692-DF11-4B32-9AB0-1D586F083D4D}" dt="2024-11-06T16:21:05.120" v="122" actId="1076"/>
        <pc:sldMkLst>
          <pc:docMk/>
          <pc:sldMk cId="1015025755" sldId="335"/>
        </pc:sldMkLst>
        <pc:picChg chg="del">
          <ac:chgData name="Sarah Langley" userId="239c5547-87b3-47be-8ff1-783a9a4cc887" providerId="ADAL" clId="{F366A692-DF11-4B32-9AB0-1D586F083D4D}" dt="2024-11-06T16:20:54.183" v="117" actId="478"/>
          <ac:picMkLst>
            <pc:docMk/>
            <pc:sldMk cId="1015025755" sldId="335"/>
            <ac:picMk id="2" creationId="{F9E8DD28-995C-68F6-1DBB-E1095A521F12}"/>
          </ac:picMkLst>
        </pc:picChg>
        <pc:picChg chg="add mod">
          <ac:chgData name="Sarah Langley" userId="239c5547-87b3-47be-8ff1-783a9a4cc887" providerId="ADAL" clId="{F366A692-DF11-4B32-9AB0-1D586F083D4D}" dt="2024-11-06T16:21:05.120" v="122" actId="1076"/>
          <ac:picMkLst>
            <pc:docMk/>
            <pc:sldMk cId="1015025755" sldId="335"/>
            <ac:picMk id="4" creationId="{C416C98D-C8C5-2101-938C-FF13F010C27A}"/>
          </ac:picMkLst>
        </pc:picChg>
      </pc:sldChg>
      <pc:sldChg chg="addSp modSp mod">
        <pc:chgData name="Sarah Langley" userId="239c5547-87b3-47be-8ff1-783a9a4cc887" providerId="ADAL" clId="{F366A692-DF11-4B32-9AB0-1D586F083D4D}" dt="2024-11-06T16:21:38.407" v="127" actId="1076"/>
        <pc:sldMkLst>
          <pc:docMk/>
          <pc:sldMk cId="4069931364" sldId="336"/>
        </pc:sldMkLst>
        <pc:spChg chg="add mod">
          <ac:chgData name="Sarah Langley" userId="239c5547-87b3-47be-8ff1-783a9a4cc887" providerId="ADAL" clId="{F366A692-DF11-4B32-9AB0-1D586F083D4D}" dt="2024-11-06T16:21:38.407" v="127" actId="1076"/>
          <ac:spMkLst>
            <pc:docMk/>
            <pc:sldMk cId="4069931364" sldId="336"/>
            <ac:spMk id="2" creationId="{4B106779-2455-413F-A13B-4177D3B256F8}"/>
          </ac:spMkLst>
        </pc:spChg>
        <pc:spChg chg="mod">
          <ac:chgData name="Sarah Langley" userId="239c5547-87b3-47be-8ff1-783a9a4cc887" providerId="ADAL" clId="{F366A692-DF11-4B32-9AB0-1D586F083D4D}" dt="2024-11-06T16:21:32.679" v="126" actId="6549"/>
          <ac:spMkLst>
            <pc:docMk/>
            <pc:sldMk cId="4069931364" sldId="336"/>
            <ac:spMk id="34819" creationId="{453C7683-8588-7ABC-32E0-8A4E68218620}"/>
          </ac:spMkLst>
        </pc:spChg>
      </pc:sldChg>
      <pc:sldChg chg="modSp">
        <pc:chgData name="Sarah Langley" userId="239c5547-87b3-47be-8ff1-783a9a4cc887" providerId="ADAL" clId="{F366A692-DF11-4B32-9AB0-1D586F083D4D}" dt="2024-11-06T16:11:23.994" v="12" actId="1076"/>
        <pc:sldMkLst>
          <pc:docMk/>
          <pc:sldMk cId="1321862660" sldId="338"/>
        </pc:sldMkLst>
        <pc:spChg chg="mod">
          <ac:chgData name="Sarah Langley" userId="239c5547-87b3-47be-8ff1-783a9a4cc887" providerId="ADAL" clId="{F366A692-DF11-4B32-9AB0-1D586F083D4D}" dt="2024-11-06T16:11:23.994" v="12" actId="1076"/>
          <ac:spMkLst>
            <pc:docMk/>
            <pc:sldMk cId="1321862660" sldId="338"/>
            <ac:spMk id="34819" creationId="{453C7683-8588-7ABC-32E0-8A4E68218620}"/>
          </ac:spMkLst>
        </pc:spChg>
      </pc:sldChg>
    </pc:docChg>
  </pc:docChgLst>
  <pc:docChgLst>
    <pc:chgData name="Joyce Harvey" userId="1e04374d961c3b67" providerId="LiveId" clId="{D6151167-F815-46E2-B1AE-4E48430AFA6F}"/>
    <pc:docChg chg="undo custSel addSld delSld modSld">
      <pc:chgData name="Joyce Harvey" userId="1e04374d961c3b67" providerId="LiveId" clId="{D6151167-F815-46E2-B1AE-4E48430AFA6F}" dt="2024-11-06T10:41:12.209" v="278" actId="33524"/>
      <pc:docMkLst>
        <pc:docMk/>
      </pc:docMkLst>
      <pc:sldChg chg="modSp mod modCm">
        <pc:chgData name="Joyce Harvey" userId="1e04374d961c3b67" providerId="LiveId" clId="{D6151167-F815-46E2-B1AE-4E48430AFA6F}" dt="2024-11-06T10:28:30.619" v="2"/>
        <pc:sldMkLst>
          <pc:docMk/>
          <pc:sldMk cId="0" sldId="272"/>
        </pc:sldMkLst>
        <pc:spChg chg="mod">
          <ac:chgData name="Joyce Harvey" userId="1e04374d961c3b67" providerId="LiveId" clId="{D6151167-F815-46E2-B1AE-4E48430AFA6F}" dt="2024-11-06T10:28:30.619" v="2"/>
          <ac:spMkLst>
            <pc:docMk/>
            <pc:sldMk cId="0" sldId="272"/>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28:30.619" v="2"/>
              <pc2:cmMkLst xmlns:pc2="http://schemas.microsoft.com/office/powerpoint/2019/9/main/command">
                <pc:docMk/>
                <pc:sldMk cId="0" sldId="272"/>
                <pc2:cmMk id="{6190385B-62A7-400A-AB88-0A926E445325}"/>
              </pc2:cmMkLst>
            </pc226:cmChg>
          </p:ext>
        </pc:extLst>
      </pc:sldChg>
      <pc:sldChg chg="modSp mod modCm">
        <pc:chgData name="Joyce Harvey" userId="1e04374d961c3b67" providerId="LiveId" clId="{D6151167-F815-46E2-B1AE-4E48430AFA6F}" dt="2024-11-06T10:29:23.703" v="26" actId="20577"/>
        <pc:sldMkLst>
          <pc:docMk/>
          <pc:sldMk cId="1559962124" sldId="310"/>
        </pc:sldMkLst>
        <pc:spChg chg="mod">
          <ac:chgData name="Joyce Harvey" userId="1e04374d961c3b67" providerId="LiveId" clId="{D6151167-F815-46E2-B1AE-4E48430AFA6F}" dt="2024-11-06T10:29:23.703" v="26" actId="20577"/>
          <ac:spMkLst>
            <pc:docMk/>
            <pc:sldMk cId="1559962124" sldId="310"/>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29:23.703" v="26" actId="20577"/>
              <pc2:cmMkLst xmlns:pc2="http://schemas.microsoft.com/office/powerpoint/2019/9/main/command">
                <pc:docMk/>
                <pc:sldMk cId="1559962124" sldId="310"/>
                <pc2:cmMk id="{8CA8B5FB-876E-47D9-A104-5B761EF4A821}"/>
              </pc2:cmMkLst>
            </pc226:cmChg>
          </p:ext>
        </pc:extLst>
      </pc:sldChg>
      <pc:sldChg chg="modSp mod modCm">
        <pc:chgData name="Joyce Harvey" userId="1e04374d961c3b67" providerId="LiveId" clId="{D6151167-F815-46E2-B1AE-4E48430AFA6F}" dt="2024-11-06T10:30:44.194" v="43" actId="20577"/>
        <pc:sldMkLst>
          <pc:docMk/>
          <pc:sldMk cId="3818933967" sldId="311"/>
        </pc:sldMkLst>
        <pc:spChg chg="mod">
          <ac:chgData name="Joyce Harvey" userId="1e04374d961c3b67" providerId="LiveId" clId="{D6151167-F815-46E2-B1AE-4E48430AFA6F}" dt="2024-11-06T10:30:44.194" v="43" actId="20577"/>
          <ac:spMkLst>
            <pc:docMk/>
            <pc:sldMk cId="3818933967" sldId="311"/>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30:44.194" v="43" actId="20577"/>
              <pc2:cmMkLst xmlns:pc2="http://schemas.microsoft.com/office/powerpoint/2019/9/main/command">
                <pc:docMk/>
                <pc:sldMk cId="3818933967" sldId="311"/>
                <pc2:cmMk id="{816E8F6C-D4CE-43C5-9E17-3D15C93D3461}"/>
              </pc2:cmMkLst>
            </pc226:cmChg>
          </p:ext>
        </pc:extLst>
      </pc:sldChg>
      <pc:sldChg chg="modSp mod">
        <pc:chgData name="Joyce Harvey" userId="1e04374d961c3b67" providerId="LiveId" clId="{D6151167-F815-46E2-B1AE-4E48430AFA6F}" dt="2024-11-06T10:31:18.330" v="52" actId="20577"/>
        <pc:sldMkLst>
          <pc:docMk/>
          <pc:sldMk cId="111571557" sldId="312"/>
        </pc:sldMkLst>
        <pc:spChg chg="mod">
          <ac:chgData name="Joyce Harvey" userId="1e04374d961c3b67" providerId="LiveId" clId="{D6151167-F815-46E2-B1AE-4E48430AFA6F}" dt="2024-11-06T10:31:18.330" v="52" actId="20577"/>
          <ac:spMkLst>
            <pc:docMk/>
            <pc:sldMk cId="111571557" sldId="312"/>
            <ac:spMk id="34819" creationId="{453C7683-8588-7ABC-32E0-8A4E68218620}"/>
          </ac:spMkLst>
        </pc:spChg>
      </pc:sldChg>
      <pc:sldChg chg="modSp mod modCm">
        <pc:chgData name="Joyce Harvey" userId="1e04374d961c3b67" providerId="LiveId" clId="{D6151167-F815-46E2-B1AE-4E48430AFA6F}" dt="2024-11-06T10:31:47.810" v="79" actId="20577"/>
        <pc:sldMkLst>
          <pc:docMk/>
          <pc:sldMk cId="1274057090" sldId="313"/>
        </pc:sldMkLst>
        <pc:spChg chg="mod">
          <ac:chgData name="Joyce Harvey" userId="1e04374d961c3b67" providerId="LiveId" clId="{D6151167-F815-46E2-B1AE-4E48430AFA6F}" dt="2024-11-06T10:31:47.810" v="79" actId="20577"/>
          <ac:spMkLst>
            <pc:docMk/>
            <pc:sldMk cId="1274057090" sldId="313"/>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31:47.810" v="79" actId="20577"/>
              <pc2:cmMkLst xmlns:pc2="http://schemas.microsoft.com/office/powerpoint/2019/9/main/command">
                <pc:docMk/>
                <pc:sldMk cId="1274057090" sldId="313"/>
                <pc2:cmMk id="{124A15F9-F1B9-4644-B897-35921DB372C0}"/>
              </pc2:cmMkLst>
            </pc226:cmChg>
          </p:ext>
        </pc:extLst>
      </pc:sldChg>
      <pc:sldChg chg="modSp mod modCm">
        <pc:chgData name="Joyce Harvey" userId="1e04374d961c3b67" providerId="LiveId" clId="{D6151167-F815-46E2-B1AE-4E48430AFA6F}" dt="2024-11-06T10:32:30.168" v="82"/>
        <pc:sldMkLst>
          <pc:docMk/>
          <pc:sldMk cId="2652651931" sldId="316"/>
        </pc:sldMkLst>
        <pc:spChg chg="mod">
          <ac:chgData name="Joyce Harvey" userId="1e04374d961c3b67" providerId="LiveId" clId="{D6151167-F815-46E2-B1AE-4E48430AFA6F}" dt="2024-11-06T10:32:30.168" v="82"/>
          <ac:spMkLst>
            <pc:docMk/>
            <pc:sldMk cId="2652651931" sldId="316"/>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32:30.168" v="82"/>
              <pc2:cmMkLst xmlns:pc2="http://schemas.microsoft.com/office/powerpoint/2019/9/main/command">
                <pc:docMk/>
                <pc:sldMk cId="2652651931" sldId="316"/>
                <pc2:cmMk id="{E04FCF12-F6B5-472C-AFEA-4BA6A403AB6C}"/>
              </pc2:cmMkLst>
            </pc226:cmChg>
            <pc226:cmChg xmlns:pc226="http://schemas.microsoft.com/office/powerpoint/2022/06/main/command" chg="mod">
              <pc226:chgData name="Joyce Harvey" userId="1e04374d961c3b67" providerId="LiveId" clId="{D6151167-F815-46E2-B1AE-4E48430AFA6F}" dt="2024-11-06T10:32:30.168" v="82"/>
              <pc2:cmMkLst xmlns:pc2="http://schemas.microsoft.com/office/powerpoint/2019/9/main/command">
                <pc:docMk/>
                <pc:sldMk cId="2652651931" sldId="316"/>
                <pc2:cmMk id="{13878815-D4A4-49FA-BCB3-DC3B4FFA7351}"/>
              </pc2:cmMkLst>
            </pc226:cmChg>
          </p:ext>
        </pc:extLst>
      </pc:sldChg>
      <pc:sldChg chg="modSp mod modCm">
        <pc:chgData name="Joyce Harvey" userId="1e04374d961c3b67" providerId="LiveId" clId="{D6151167-F815-46E2-B1AE-4E48430AFA6F}" dt="2024-11-06T10:34:41.476" v="122" actId="20577"/>
        <pc:sldMkLst>
          <pc:docMk/>
          <pc:sldMk cId="1681998627" sldId="321"/>
        </pc:sldMkLst>
        <pc:spChg chg="mod">
          <ac:chgData name="Joyce Harvey" userId="1e04374d961c3b67" providerId="LiveId" clId="{D6151167-F815-46E2-B1AE-4E48430AFA6F}" dt="2024-11-06T10:34:41.476" v="122" actId="20577"/>
          <ac:spMkLst>
            <pc:docMk/>
            <pc:sldMk cId="1681998627" sldId="321"/>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34:41.476" v="122" actId="20577"/>
              <pc2:cmMkLst xmlns:pc2="http://schemas.microsoft.com/office/powerpoint/2019/9/main/command">
                <pc:docMk/>
                <pc:sldMk cId="1681998627" sldId="321"/>
                <pc2:cmMk id="{6623909A-7951-4C11-BAB7-FE9EF2FC648E}"/>
              </pc2:cmMkLst>
            </pc226:cmChg>
            <pc226:cmChg xmlns:pc226="http://schemas.microsoft.com/office/powerpoint/2022/06/main/command" chg="mod">
              <pc226:chgData name="Joyce Harvey" userId="1e04374d961c3b67" providerId="LiveId" clId="{D6151167-F815-46E2-B1AE-4E48430AFA6F}" dt="2024-11-06T10:34:41.476" v="122" actId="20577"/>
              <pc2:cmMkLst xmlns:pc2="http://schemas.microsoft.com/office/powerpoint/2019/9/main/command">
                <pc:docMk/>
                <pc:sldMk cId="1681998627" sldId="321"/>
                <pc2:cmMk id="{402F17BC-7279-434B-A277-851EA6CFF41D}"/>
              </pc2:cmMkLst>
            </pc226:cmChg>
          </p:ext>
        </pc:extLst>
      </pc:sldChg>
      <pc:sldChg chg="modSp mod modCm">
        <pc:chgData name="Joyce Harvey" userId="1e04374d961c3b67" providerId="LiveId" clId="{D6151167-F815-46E2-B1AE-4E48430AFA6F}" dt="2024-11-06T10:39:09.892" v="247"/>
        <pc:sldMkLst>
          <pc:docMk/>
          <pc:sldMk cId="1977631567" sldId="324"/>
        </pc:sldMkLst>
        <pc:spChg chg="mod">
          <ac:chgData name="Joyce Harvey" userId="1e04374d961c3b67" providerId="LiveId" clId="{D6151167-F815-46E2-B1AE-4E48430AFA6F}" dt="2024-11-06T10:39:09.892" v="247"/>
          <ac:spMkLst>
            <pc:docMk/>
            <pc:sldMk cId="1977631567" sldId="324"/>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39:09.892" v="247"/>
              <pc2:cmMkLst xmlns:pc2="http://schemas.microsoft.com/office/powerpoint/2019/9/main/command">
                <pc:docMk/>
                <pc:sldMk cId="1977631567" sldId="324"/>
                <pc2:cmMk id="{26AF749C-2EFA-49A1-8E95-BFD7F85B8021}"/>
              </pc2:cmMkLst>
            </pc226:cmChg>
          </p:ext>
        </pc:extLst>
      </pc:sldChg>
      <pc:sldChg chg="modSp mod modCm">
        <pc:chgData name="Joyce Harvey" userId="1e04374d961c3b67" providerId="LiveId" clId="{D6151167-F815-46E2-B1AE-4E48430AFA6F}" dt="2024-11-06T10:40:20.967" v="254" actId="1076"/>
        <pc:sldMkLst>
          <pc:docMk/>
          <pc:sldMk cId="640379686" sldId="327"/>
        </pc:sldMkLst>
        <pc:spChg chg="mod">
          <ac:chgData name="Joyce Harvey" userId="1e04374d961c3b67" providerId="LiveId" clId="{D6151167-F815-46E2-B1AE-4E48430AFA6F}" dt="2024-11-06T10:40:17.536" v="253" actId="20577"/>
          <ac:spMkLst>
            <pc:docMk/>
            <pc:sldMk cId="640379686" sldId="327"/>
            <ac:spMk id="34818" creationId="{DF8F9D08-DF4C-4351-F6A0-75D9B8290DA6}"/>
          </ac:spMkLst>
        </pc:spChg>
        <pc:spChg chg="mod">
          <ac:chgData name="Joyce Harvey" userId="1e04374d961c3b67" providerId="LiveId" clId="{D6151167-F815-46E2-B1AE-4E48430AFA6F}" dt="2024-11-06T10:40:20.967" v="254" actId="1076"/>
          <ac:spMkLst>
            <pc:docMk/>
            <pc:sldMk cId="640379686" sldId="327"/>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40:10.185" v="250"/>
              <pc2:cmMkLst xmlns:pc2="http://schemas.microsoft.com/office/powerpoint/2019/9/main/command">
                <pc:docMk/>
                <pc:sldMk cId="640379686" sldId="327"/>
                <pc2:cmMk id="{CB72F3C9-3EB0-4FA8-9CBD-7E75C74C139F}"/>
              </pc2:cmMkLst>
            </pc226:cmChg>
          </p:ext>
        </pc:extLst>
      </pc:sldChg>
      <pc:sldChg chg="modSp mod modCm">
        <pc:chgData name="Joyce Harvey" userId="1e04374d961c3b67" providerId="LiveId" clId="{D6151167-F815-46E2-B1AE-4E48430AFA6F}" dt="2024-11-06T10:41:12.209" v="278" actId="33524"/>
        <pc:sldMkLst>
          <pc:docMk/>
          <pc:sldMk cId="559413259" sldId="332"/>
        </pc:sldMkLst>
        <pc:spChg chg="mod">
          <ac:chgData name="Joyce Harvey" userId="1e04374d961c3b67" providerId="LiveId" clId="{D6151167-F815-46E2-B1AE-4E48430AFA6F}" dt="2024-11-06T10:41:12.209" v="278" actId="33524"/>
          <ac:spMkLst>
            <pc:docMk/>
            <pc:sldMk cId="559413259" sldId="332"/>
            <ac:spMk id="34819" creationId="{453C7683-8588-7ABC-32E0-8A4E68218620}"/>
          </ac:spMkLst>
        </pc:spChg>
        <pc:extLst>
          <p:ext xmlns:p="http://schemas.openxmlformats.org/presentationml/2006/main" uri="{D6D511B9-2390-475A-947B-AFAB55BFBCF1}">
            <pc226:cmChg xmlns:pc226="http://schemas.microsoft.com/office/powerpoint/2022/06/main/command" chg="mod">
              <pc226:chgData name="Joyce Harvey" userId="1e04374d961c3b67" providerId="LiveId" clId="{D6151167-F815-46E2-B1AE-4E48430AFA6F}" dt="2024-11-06T10:41:12.209" v="278" actId="33524"/>
              <pc2:cmMkLst xmlns:pc2="http://schemas.microsoft.com/office/powerpoint/2019/9/main/command">
                <pc:docMk/>
                <pc:sldMk cId="559413259" sldId="332"/>
                <pc2:cmMk id="{AC66795F-81EA-44E3-94A1-708234F37F3B}"/>
              </pc2:cmMkLst>
            </pc226:cmChg>
          </p:ext>
        </pc:extLst>
      </pc:sldChg>
      <pc:sldChg chg="add">
        <pc:chgData name="Joyce Harvey" userId="1e04374d961c3b67" providerId="LiveId" clId="{D6151167-F815-46E2-B1AE-4E48430AFA6F}" dt="2024-11-06T10:28:01.220" v="0" actId="2890"/>
        <pc:sldMkLst>
          <pc:docMk/>
          <pc:sldMk cId="1321862660" sldId="338"/>
        </pc:sldMkLst>
      </pc:sldChg>
      <pc:sldChg chg="add">
        <pc:chgData name="Joyce Harvey" userId="1e04374d961c3b67" providerId="LiveId" clId="{D6151167-F815-46E2-B1AE-4E48430AFA6F}" dt="2024-11-06T10:32:03.965" v="80" actId="2890"/>
        <pc:sldMkLst>
          <pc:docMk/>
          <pc:sldMk cId="1465787094" sldId="339"/>
        </pc:sldMkLst>
      </pc:sldChg>
      <pc:sldChg chg="new del">
        <pc:chgData name="Joyce Harvey" userId="1e04374d961c3b67" providerId="LiveId" clId="{D6151167-F815-46E2-B1AE-4E48430AFA6F}" dt="2024-11-06T10:37:27.032" v="144" actId="47"/>
        <pc:sldMkLst>
          <pc:docMk/>
          <pc:sldMk cId="1696266559" sldId="340"/>
        </pc:sldMkLst>
      </pc:sldChg>
      <pc:sldChg chg="add">
        <pc:chgData name="Joyce Harvey" userId="1e04374d961c3b67" providerId="LiveId" clId="{D6151167-F815-46E2-B1AE-4E48430AFA6F}" dt="2024-11-06T10:39:53.439" v="248" actId="2890"/>
        <pc:sldMkLst>
          <pc:docMk/>
          <pc:sldMk cId="3730212502" sldId="340"/>
        </pc:sldMkLst>
      </pc:sldChg>
    </pc:docChg>
  </pc:docChgLst>
  <pc:docChgLst>
    <pc:chgData name="Paul Winser" userId="S::paul.winser@pearson.com::c3146a91-e6bd-4264-bd86-e164e04bc32d" providerId="AD" clId="Web-{EBA42038-7C0E-ECA2-FCBD-6D55674FAEB1}"/>
    <pc:docChg chg="modSld">
      <pc:chgData name="Paul Winser" userId="S::paul.winser@pearson.com::c3146a91-e6bd-4264-bd86-e164e04bc32d" providerId="AD" clId="Web-{EBA42038-7C0E-ECA2-FCBD-6D55674FAEB1}" dt="2024-11-13T14:37:59.533" v="1" actId="20577"/>
      <pc:docMkLst>
        <pc:docMk/>
      </pc:docMkLst>
      <pc:sldChg chg="modSp">
        <pc:chgData name="Paul Winser" userId="S::paul.winser@pearson.com::c3146a91-e6bd-4264-bd86-e164e04bc32d" providerId="AD" clId="Web-{EBA42038-7C0E-ECA2-FCBD-6D55674FAEB1}" dt="2024-11-13T14:37:59.533" v="1" actId="20577"/>
        <pc:sldMkLst>
          <pc:docMk/>
          <pc:sldMk cId="0" sldId="256"/>
        </pc:sldMkLst>
        <pc:spChg chg="mod">
          <ac:chgData name="Paul Winser" userId="S::paul.winser@pearson.com::c3146a91-e6bd-4264-bd86-e164e04bc32d" providerId="AD" clId="Web-{EBA42038-7C0E-ECA2-FCBD-6D55674FAEB1}" dt="2024-11-13T14:37:59.533" v="1" actId="20577"/>
          <ac:spMkLst>
            <pc:docMk/>
            <pc:sldMk cId="0" sldId="256"/>
            <ac:spMk id="28680" creationId="{250B1923-7747-07CF-317E-05CAA217CFCA}"/>
          </ac:spMkLst>
        </pc:spChg>
      </pc:sldChg>
    </pc:docChg>
  </pc:docChgLst>
  <pc:docChgLst>
    <pc:chgData name="Paul Winser" userId="c3146a91-e6bd-4264-bd86-e164e04bc32d" providerId="ADAL" clId="{9BCC02C7-5816-4F00-8E41-ED747BC5E8EA}"/>
    <pc:docChg chg="undo custSel modSld">
      <pc:chgData name="Paul Winser" userId="c3146a91-e6bd-4264-bd86-e164e04bc32d" providerId="ADAL" clId="{9BCC02C7-5816-4F00-8E41-ED747BC5E8EA}" dt="2024-11-13T14:07:30.961" v="31" actId="208"/>
      <pc:docMkLst>
        <pc:docMk/>
      </pc:docMkLst>
      <pc:sldChg chg="modSp mod">
        <pc:chgData name="Paul Winser" userId="c3146a91-e6bd-4264-bd86-e164e04bc32d" providerId="ADAL" clId="{9BCC02C7-5816-4F00-8E41-ED747BC5E8EA}" dt="2024-11-13T14:04:57.574" v="1" actId="20577"/>
        <pc:sldMkLst>
          <pc:docMk/>
          <pc:sldMk cId="0" sldId="257"/>
        </pc:sldMkLst>
        <pc:spChg chg="mod">
          <ac:chgData name="Paul Winser" userId="c3146a91-e6bd-4264-bd86-e164e04bc32d" providerId="ADAL" clId="{9BCC02C7-5816-4F00-8E41-ED747BC5E8EA}" dt="2024-11-13T14:04:57.574" v="1" actId="20577"/>
          <ac:spMkLst>
            <pc:docMk/>
            <pc:sldMk cId="0" sldId="257"/>
            <ac:spMk id="30723" creationId="{3C79F714-332C-AB63-03D9-E6D0CAE0623F}"/>
          </ac:spMkLst>
        </pc:spChg>
      </pc:sldChg>
      <pc:sldChg chg="modSp mod">
        <pc:chgData name="Paul Winser" userId="c3146a91-e6bd-4264-bd86-e164e04bc32d" providerId="ADAL" clId="{9BCC02C7-5816-4F00-8E41-ED747BC5E8EA}" dt="2024-11-13T14:05:20.198" v="4" actId="208"/>
        <pc:sldMkLst>
          <pc:docMk/>
          <pc:sldMk cId="1559962124" sldId="310"/>
        </pc:sldMkLst>
        <pc:spChg chg="mod">
          <ac:chgData name="Paul Winser" userId="c3146a91-e6bd-4264-bd86-e164e04bc32d" providerId="ADAL" clId="{9BCC02C7-5816-4F00-8E41-ED747BC5E8EA}" dt="2024-11-13T14:05:20.198" v="4" actId="208"/>
          <ac:spMkLst>
            <pc:docMk/>
            <pc:sldMk cId="1559962124" sldId="310"/>
            <ac:spMk id="2" creationId="{C2B23A77-A905-EA69-ABF8-A94D9210686A}"/>
          </ac:spMkLst>
        </pc:spChg>
      </pc:sldChg>
      <pc:sldChg chg="modSp mod">
        <pc:chgData name="Paul Winser" userId="c3146a91-e6bd-4264-bd86-e164e04bc32d" providerId="ADAL" clId="{9BCC02C7-5816-4F00-8E41-ED747BC5E8EA}" dt="2024-11-13T14:05:24.341" v="5" actId="208"/>
        <pc:sldMkLst>
          <pc:docMk/>
          <pc:sldMk cId="3818933967" sldId="311"/>
        </pc:sldMkLst>
        <pc:spChg chg="mod">
          <ac:chgData name="Paul Winser" userId="c3146a91-e6bd-4264-bd86-e164e04bc32d" providerId="ADAL" clId="{9BCC02C7-5816-4F00-8E41-ED747BC5E8EA}" dt="2024-11-13T14:05:24.341" v="5" actId="208"/>
          <ac:spMkLst>
            <pc:docMk/>
            <pc:sldMk cId="3818933967" sldId="311"/>
            <ac:spMk id="2" creationId="{DDA3CDFA-7287-377D-ED31-1DBFD193B9DB}"/>
          </ac:spMkLst>
        </pc:spChg>
      </pc:sldChg>
      <pc:sldChg chg="modSp mod">
        <pc:chgData name="Paul Winser" userId="c3146a91-e6bd-4264-bd86-e164e04bc32d" providerId="ADAL" clId="{9BCC02C7-5816-4F00-8E41-ED747BC5E8EA}" dt="2024-11-13T14:05:36.544" v="7" actId="20577"/>
        <pc:sldMkLst>
          <pc:docMk/>
          <pc:sldMk cId="1274057090" sldId="313"/>
        </pc:sldMkLst>
        <pc:spChg chg="mod">
          <ac:chgData name="Paul Winser" userId="c3146a91-e6bd-4264-bd86-e164e04bc32d" providerId="ADAL" clId="{9BCC02C7-5816-4F00-8E41-ED747BC5E8EA}" dt="2024-11-13T14:05:31.766" v="6" actId="208"/>
          <ac:spMkLst>
            <pc:docMk/>
            <pc:sldMk cId="1274057090" sldId="313"/>
            <ac:spMk id="2" creationId="{9AE8F45C-46F2-65C6-8256-757E41B92E03}"/>
          </ac:spMkLst>
        </pc:spChg>
        <pc:spChg chg="mod">
          <ac:chgData name="Paul Winser" userId="c3146a91-e6bd-4264-bd86-e164e04bc32d" providerId="ADAL" clId="{9BCC02C7-5816-4F00-8E41-ED747BC5E8EA}" dt="2024-11-13T14:05:36.544" v="7" actId="20577"/>
          <ac:spMkLst>
            <pc:docMk/>
            <pc:sldMk cId="1274057090" sldId="313"/>
            <ac:spMk id="34819" creationId="{453C7683-8588-7ABC-32E0-8A4E68218620}"/>
          </ac:spMkLst>
        </pc:spChg>
      </pc:sldChg>
      <pc:sldChg chg="modSp mod">
        <pc:chgData name="Paul Winser" userId="c3146a91-e6bd-4264-bd86-e164e04bc32d" providerId="ADAL" clId="{9BCC02C7-5816-4F00-8E41-ED747BC5E8EA}" dt="2024-11-13T14:05:56.819" v="9" actId="208"/>
        <pc:sldMkLst>
          <pc:docMk/>
          <pc:sldMk cId="3127808740" sldId="320"/>
        </pc:sldMkLst>
        <pc:spChg chg="mod">
          <ac:chgData name="Paul Winser" userId="c3146a91-e6bd-4264-bd86-e164e04bc32d" providerId="ADAL" clId="{9BCC02C7-5816-4F00-8E41-ED747BC5E8EA}" dt="2024-11-13T14:05:56.819" v="9" actId="208"/>
          <ac:spMkLst>
            <pc:docMk/>
            <pc:sldMk cId="3127808740" sldId="320"/>
            <ac:spMk id="2" creationId="{BB67EEE8-3DB4-2D6B-A1D3-163F37DB28A0}"/>
          </ac:spMkLst>
        </pc:spChg>
        <pc:spChg chg="mod">
          <ac:chgData name="Paul Winser" userId="c3146a91-e6bd-4264-bd86-e164e04bc32d" providerId="ADAL" clId="{9BCC02C7-5816-4F00-8E41-ED747BC5E8EA}" dt="2024-11-13T14:05:51.185" v="8" actId="20577"/>
          <ac:spMkLst>
            <pc:docMk/>
            <pc:sldMk cId="3127808740" sldId="320"/>
            <ac:spMk id="34819" creationId="{453C7683-8588-7ABC-32E0-8A4E68218620}"/>
          </ac:spMkLst>
        </pc:spChg>
      </pc:sldChg>
      <pc:sldChg chg="modSp mod">
        <pc:chgData name="Paul Winser" userId="c3146a91-e6bd-4264-bd86-e164e04bc32d" providerId="ADAL" clId="{9BCC02C7-5816-4F00-8E41-ED747BC5E8EA}" dt="2024-11-13T14:06:01.170" v="10" actId="208"/>
        <pc:sldMkLst>
          <pc:docMk/>
          <pc:sldMk cId="1681998627" sldId="321"/>
        </pc:sldMkLst>
        <pc:spChg chg="mod">
          <ac:chgData name="Paul Winser" userId="c3146a91-e6bd-4264-bd86-e164e04bc32d" providerId="ADAL" clId="{9BCC02C7-5816-4F00-8E41-ED747BC5E8EA}" dt="2024-11-13T14:06:01.170" v="10" actId="208"/>
          <ac:spMkLst>
            <pc:docMk/>
            <pc:sldMk cId="1681998627" sldId="321"/>
            <ac:spMk id="2" creationId="{2AD273A4-DBEE-E283-6F64-7BAAC6C3BAFD}"/>
          </ac:spMkLst>
        </pc:spChg>
      </pc:sldChg>
      <pc:sldChg chg="modSp mod">
        <pc:chgData name="Paul Winser" userId="c3146a91-e6bd-4264-bd86-e164e04bc32d" providerId="ADAL" clId="{9BCC02C7-5816-4F00-8E41-ED747BC5E8EA}" dt="2024-11-13T14:06:09.363" v="13" actId="20577"/>
        <pc:sldMkLst>
          <pc:docMk/>
          <pc:sldMk cId="2807376785" sldId="322"/>
        </pc:sldMkLst>
        <pc:spChg chg="mod">
          <ac:chgData name="Paul Winser" userId="c3146a91-e6bd-4264-bd86-e164e04bc32d" providerId="ADAL" clId="{9BCC02C7-5816-4F00-8E41-ED747BC5E8EA}" dt="2024-11-13T14:06:05.876" v="11" actId="208"/>
          <ac:spMkLst>
            <pc:docMk/>
            <pc:sldMk cId="2807376785" sldId="322"/>
            <ac:spMk id="2" creationId="{1B522BEA-127D-4653-A896-861B4E841D9D}"/>
          </ac:spMkLst>
        </pc:spChg>
        <pc:spChg chg="mod">
          <ac:chgData name="Paul Winser" userId="c3146a91-e6bd-4264-bd86-e164e04bc32d" providerId="ADAL" clId="{9BCC02C7-5816-4F00-8E41-ED747BC5E8EA}" dt="2024-11-13T14:06:09.363" v="13" actId="20577"/>
          <ac:spMkLst>
            <pc:docMk/>
            <pc:sldMk cId="2807376785" sldId="322"/>
            <ac:spMk id="34819" creationId="{453C7683-8588-7ABC-32E0-8A4E68218620}"/>
          </ac:spMkLst>
        </pc:spChg>
      </pc:sldChg>
      <pc:sldChg chg="modSp mod">
        <pc:chgData name="Paul Winser" userId="c3146a91-e6bd-4264-bd86-e164e04bc32d" providerId="ADAL" clId="{9BCC02C7-5816-4F00-8E41-ED747BC5E8EA}" dt="2024-11-13T14:06:27.750" v="17" actId="20577"/>
        <pc:sldMkLst>
          <pc:docMk/>
          <pc:sldMk cId="1977631567" sldId="324"/>
        </pc:sldMkLst>
        <pc:spChg chg="mod">
          <ac:chgData name="Paul Winser" userId="c3146a91-e6bd-4264-bd86-e164e04bc32d" providerId="ADAL" clId="{9BCC02C7-5816-4F00-8E41-ED747BC5E8EA}" dt="2024-11-13T14:06:27.750" v="17" actId="20577"/>
          <ac:spMkLst>
            <pc:docMk/>
            <pc:sldMk cId="1977631567" sldId="324"/>
            <ac:spMk id="34819" creationId="{453C7683-8588-7ABC-32E0-8A4E68218620}"/>
          </ac:spMkLst>
        </pc:spChg>
      </pc:sldChg>
      <pc:sldChg chg="modSp mod">
        <pc:chgData name="Paul Winser" userId="c3146a91-e6bd-4264-bd86-e164e04bc32d" providerId="ADAL" clId="{9BCC02C7-5816-4F00-8E41-ED747BC5E8EA}" dt="2024-11-13T14:06:43.700" v="18" actId="208"/>
        <pc:sldMkLst>
          <pc:docMk/>
          <pc:sldMk cId="1024673052" sldId="329"/>
        </pc:sldMkLst>
        <pc:spChg chg="mod">
          <ac:chgData name="Paul Winser" userId="c3146a91-e6bd-4264-bd86-e164e04bc32d" providerId="ADAL" clId="{9BCC02C7-5816-4F00-8E41-ED747BC5E8EA}" dt="2024-11-13T14:06:43.700" v="18" actId="208"/>
          <ac:spMkLst>
            <pc:docMk/>
            <pc:sldMk cId="1024673052" sldId="329"/>
            <ac:spMk id="2" creationId="{C1A58180-1AFA-4085-B2D1-1960B1AECD84}"/>
          </ac:spMkLst>
        </pc:spChg>
      </pc:sldChg>
      <pc:sldChg chg="modSp mod">
        <pc:chgData name="Paul Winser" userId="c3146a91-e6bd-4264-bd86-e164e04bc32d" providerId="ADAL" clId="{9BCC02C7-5816-4F00-8E41-ED747BC5E8EA}" dt="2024-11-13T14:06:50.673" v="20" actId="20577"/>
        <pc:sldMkLst>
          <pc:docMk/>
          <pc:sldMk cId="1739970098" sldId="330"/>
        </pc:sldMkLst>
        <pc:spChg chg="mod">
          <ac:chgData name="Paul Winser" userId="c3146a91-e6bd-4264-bd86-e164e04bc32d" providerId="ADAL" clId="{9BCC02C7-5816-4F00-8E41-ED747BC5E8EA}" dt="2024-11-13T14:06:50.673" v="20" actId="20577"/>
          <ac:spMkLst>
            <pc:docMk/>
            <pc:sldMk cId="1739970098" sldId="330"/>
            <ac:spMk id="34819" creationId="{453C7683-8588-7ABC-32E0-8A4E68218620}"/>
          </ac:spMkLst>
        </pc:spChg>
      </pc:sldChg>
      <pc:sldChg chg="modSp mod">
        <pc:chgData name="Paul Winser" userId="c3146a91-e6bd-4264-bd86-e164e04bc32d" providerId="ADAL" clId="{9BCC02C7-5816-4F00-8E41-ED747BC5E8EA}" dt="2024-11-13T14:07:07.962" v="22" actId="208"/>
        <pc:sldMkLst>
          <pc:docMk/>
          <pc:sldMk cId="559413259" sldId="332"/>
        </pc:sldMkLst>
        <pc:spChg chg="mod">
          <ac:chgData name="Paul Winser" userId="c3146a91-e6bd-4264-bd86-e164e04bc32d" providerId="ADAL" clId="{9BCC02C7-5816-4F00-8E41-ED747BC5E8EA}" dt="2024-11-13T14:07:07.962" v="22" actId="208"/>
          <ac:spMkLst>
            <pc:docMk/>
            <pc:sldMk cId="559413259" sldId="332"/>
            <ac:spMk id="2" creationId="{57D87856-1FC0-66BF-5B22-D89D3F34EDF5}"/>
          </ac:spMkLst>
        </pc:spChg>
      </pc:sldChg>
      <pc:sldChg chg="modSp mod">
        <pc:chgData name="Paul Winser" userId="c3146a91-e6bd-4264-bd86-e164e04bc32d" providerId="ADAL" clId="{9BCC02C7-5816-4F00-8E41-ED747BC5E8EA}" dt="2024-11-13T14:07:20.417" v="30" actId="14100"/>
        <pc:sldMkLst>
          <pc:docMk/>
          <pc:sldMk cId="1015025755" sldId="335"/>
        </pc:sldMkLst>
        <pc:spChg chg="mod">
          <ac:chgData name="Paul Winser" userId="c3146a91-e6bd-4264-bd86-e164e04bc32d" providerId="ADAL" clId="{9BCC02C7-5816-4F00-8E41-ED747BC5E8EA}" dt="2024-11-13T14:07:12.865" v="23" actId="20577"/>
          <ac:spMkLst>
            <pc:docMk/>
            <pc:sldMk cId="1015025755" sldId="335"/>
            <ac:spMk id="34818" creationId="{DF8F9D08-DF4C-4351-F6A0-75D9B8290DA6}"/>
          </ac:spMkLst>
        </pc:spChg>
        <pc:spChg chg="mod">
          <ac:chgData name="Paul Winser" userId="c3146a91-e6bd-4264-bd86-e164e04bc32d" providerId="ADAL" clId="{9BCC02C7-5816-4F00-8E41-ED747BC5E8EA}" dt="2024-11-13T14:07:18.341" v="29" actId="6549"/>
          <ac:spMkLst>
            <pc:docMk/>
            <pc:sldMk cId="1015025755" sldId="335"/>
            <ac:spMk id="34819" creationId="{453C7683-8588-7ABC-32E0-8A4E68218620}"/>
          </ac:spMkLst>
        </pc:spChg>
        <pc:picChg chg="mod">
          <ac:chgData name="Paul Winser" userId="c3146a91-e6bd-4264-bd86-e164e04bc32d" providerId="ADAL" clId="{9BCC02C7-5816-4F00-8E41-ED747BC5E8EA}" dt="2024-11-13T14:07:20.417" v="30" actId="14100"/>
          <ac:picMkLst>
            <pc:docMk/>
            <pc:sldMk cId="1015025755" sldId="335"/>
            <ac:picMk id="4" creationId="{C416C98D-C8C5-2101-938C-FF13F010C27A}"/>
          </ac:picMkLst>
        </pc:picChg>
      </pc:sldChg>
      <pc:sldChg chg="modSp mod">
        <pc:chgData name="Paul Winser" userId="c3146a91-e6bd-4264-bd86-e164e04bc32d" providerId="ADAL" clId="{9BCC02C7-5816-4F00-8E41-ED747BC5E8EA}" dt="2024-11-13T14:07:30.961" v="31" actId="208"/>
        <pc:sldMkLst>
          <pc:docMk/>
          <pc:sldMk cId="4069931364" sldId="336"/>
        </pc:sldMkLst>
        <pc:spChg chg="mod">
          <ac:chgData name="Paul Winser" userId="c3146a91-e6bd-4264-bd86-e164e04bc32d" providerId="ADAL" clId="{9BCC02C7-5816-4F00-8E41-ED747BC5E8EA}" dt="2024-11-13T14:07:30.961" v="31" actId="208"/>
          <ac:spMkLst>
            <pc:docMk/>
            <pc:sldMk cId="4069931364" sldId="336"/>
            <ac:spMk id="2" creationId="{4B106779-2455-413F-A13B-4177D3B256F8}"/>
          </ac:spMkLst>
        </pc:spChg>
      </pc:sldChg>
    </pc:docChg>
  </pc:docChgLst>
  <pc:docChgLst>
    <pc:chgData name="Paul Winser" userId="c3146a91-e6bd-4264-bd86-e164e04bc32d" providerId="ADAL" clId="{60FCC926-BA43-473E-A31D-5EE5D5926346}"/>
    <pc:docChg chg="modSld">
      <pc:chgData name="Paul Winser" userId="c3146a91-e6bd-4264-bd86-e164e04bc32d" providerId="ADAL" clId="{60FCC926-BA43-473E-A31D-5EE5D5926346}" dt="2024-11-26T16:52:56.361" v="43"/>
      <pc:docMkLst>
        <pc:docMk/>
      </pc:docMkLst>
      <pc:sldChg chg="addSp modSp mod">
        <pc:chgData name="Paul Winser" userId="c3146a91-e6bd-4264-bd86-e164e04bc32d" providerId="ADAL" clId="{60FCC926-BA43-473E-A31D-5EE5D5926346}" dt="2024-11-26T16:52:00.866" v="7" actId="20577"/>
        <pc:sldMkLst>
          <pc:docMk/>
          <pc:sldMk cId="0" sldId="256"/>
        </pc:sldMkLst>
        <pc:spChg chg="add mod">
          <ac:chgData name="Paul Winser" userId="c3146a91-e6bd-4264-bd86-e164e04bc32d" providerId="ADAL" clId="{60FCC926-BA43-473E-A31D-5EE5D5926346}" dt="2024-11-26T16:52:00.866" v="7" actId="20577"/>
          <ac:spMkLst>
            <pc:docMk/>
            <pc:sldMk cId="0" sldId="256"/>
            <ac:spMk id="2" creationId="{195623DE-A93E-BCD1-2B40-A72385DB8EC5}"/>
          </ac:spMkLst>
        </pc:spChg>
      </pc:sldChg>
      <pc:sldChg chg="addSp modSp mod">
        <pc:chgData name="Paul Winser" userId="c3146a91-e6bd-4264-bd86-e164e04bc32d" providerId="ADAL" clId="{60FCC926-BA43-473E-A31D-5EE5D5926346}" dt="2024-11-26T16:52:09.096" v="10" actId="1076"/>
        <pc:sldMkLst>
          <pc:docMk/>
          <pc:sldMk cId="0" sldId="257"/>
        </pc:sldMkLst>
        <pc:spChg chg="add mod">
          <ac:chgData name="Paul Winser" userId="c3146a91-e6bd-4264-bd86-e164e04bc32d" providerId="ADAL" clId="{60FCC926-BA43-473E-A31D-5EE5D5926346}" dt="2024-11-26T16:52:04.696" v="8"/>
          <ac:spMkLst>
            <pc:docMk/>
            <pc:sldMk cId="0" sldId="257"/>
            <ac:spMk id="2" creationId="{343AA1AB-4E48-E376-32E8-BCC953EF39B8}"/>
          </ac:spMkLst>
        </pc:spChg>
        <pc:picChg chg="mod">
          <ac:chgData name="Paul Winser" userId="c3146a91-e6bd-4264-bd86-e164e04bc32d" providerId="ADAL" clId="{60FCC926-BA43-473E-A31D-5EE5D5926346}" dt="2024-11-26T16:52:09.096" v="10" actId="1076"/>
          <ac:picMkLst>
            <pc:docMk/>
            <pc:sldMk cId="0" sldId="257"/>
            <ac:picMk id="4" creationId="{42B067BA-2BBE-C8E1-62B5-AA35F116E2AB}"/>
          </ac:picMkLst>
        </pc:picChg>
      </pc:sldChg>
      <pc:sldChg chg="addSp modSp">
        <pc:chgData name="Paul Winser" userId="c3146a91-e6bd-4264-bd86-e164e04bc32d" providerId="ADAL" clId="{60FCC926-BA43-473E-A31D-5EE5D5926346}" dt="2024-11-26T16:52:10.440" v="11"/>
        <pc:sldMkLst>
          <pc:docMk/>
          <pc:sldMk cId="0" sldId="258"/>
        </pc:sldMkLst>
        <pc:spChg chg="add mod">
          <ac:chgData name="Paul Winser" userId="c3146a91-e6bd-4264-bd86-e164e04bc32d" providerId="ADAL" clId="{60FCC926-BA43-473E-A31D-5EE5D5926346}" dt="2024-11-26T16:52:10.440" v="11"/>
          <ac:spMkLst>
            <pc:docMk/>
            <pc:sldMk cId="0" sldId="258"/>
            <ac:spMk id="2" creationId="{CAD005F0-802F-3A01-1190-B13141FE06BA}"/>
          </ac:spMkLst>
        </pc:spChg>
      </pc:sldChg>
      <pc:sldChg chg="addSp modSp">
        <pc:chgData name="Paul Winser" userId="c3146a91-e6bd-4264-bd86-e164e04bc32d" providerId="ADAL" clId="{60FCC926-BA43-473E-A31D-5EE5D5926346}" dt="2024-11-26T16:52:11.658" v="12"/>
        <pc:sldMkLst>
          <pc:docMk/>
          <pc:sldMk cId="0" sldId="272"/>
        </pc:sldMkLst>
        <pc:spChg chg="add mod">
          <ac:chgData name="Paul Winser" userId="c3146a91-e6bd-4264-bd86-e164e04bc32d" providerId="ADAL" clId="{60FCC926-BA43-473E-A31D-5EE5D5926346}" dt="2024-11-26T16:52:11.658" v="12"/>
          <ac:spMkLst>
            <pc:docMk/>
            <pc:sldMk cId="0" sldId="272"/>
            <ac:spMk id="2" creationId="{A7373FDF-A712-144C-AB35-CFE86E4297CF}"/>
          </ac:spMkLst>
        </pc:spChg>
      </pc:sldChg>
      <pc:sldChg chg="addSp modSp">
        <pc:chgData name="Paul Winser" userId="c3146a91-e6bd-4264-bd86-e164e04bc32d" providerId="ADAL" clId="{60FCC926-BA43-473E-A31D-5EE5D5926346}" dt="2024-11-26T16:52:16.362" v="15"/>
        <pc:sldMkLst>
          <pc:docMk/>
          <pc:sldMk cId="1559962124" sldId="310"/>
        </pc:sldMkLst>
        <pc:spChg chg="add mod">
          <ac:chgData name="Paul Winser" userId="c3146a91-e6bd-4264-bd86-e164e04bc32d" providerId="ADAL" clId="{60FCC926-BA43-473E-A31D-5EE5D5926346}" dt="2024-11-26T16:52:16.362" v="15"/>
          <ac:spMkLst>
            <pc:docMk/>
            <pc:sldMk cId="1559962124" sldId="310"/>
            <ac:spMk id="3" creationId="{F2244497-86F2-93C7-5B72-55D0D17D6393}"/>
          </ac:spMkLst>
        </pc:spChg>
      </pc:sldChg>
      <pc:sldChg chg="addSp modSp">
        <pc:chgData name="Paul Winser" userId="c3146a91-e6bd-4264-bd86-e164e04bc32d" providerId="ADAL" clId="{60FCC926-BA43-473E-A31D-5EE5D5926346}" dt="2024-11-26T16:52:17.798" v="16"/>
        <pc:sldMkLst>
          <pc:docMk/>
          <pc:sldMk cId="3818933967" sldId="311"/>
        </pc:sldMkLst>
        <pc:spChg chg="add mod">
          <ac:chgData name="Paul Winser" userId="c3146a91-e6bd-4264-bd86-e164e04bc32d" providerId="ADAL" clId="{60FCC926-BA43-473E-A31D-5EE5D5926346}" dt="2024-11-26T16:52:17.798" v="16"/>
          <ac:spMkLst>
            <pc:docMk/>
            <pc:sldMk cId="3818933967" sldId="311"/>
            <ac:spMk id="3" creationId="{305BF386-1C47-6BF7-D0E2-4543B4FBDD94}"/>
          </ac:spMkLst>
        </pc:spChg>
      </pc:sldChg>
      <pc:sldChg chg="addSp modSp">
        <pc:chgData name="Paul Winser" userId="c3146a91-e6bd-4264-bd86-e164e04bc32d" providerId="ADAL" clId="{60FCC926-BA43-473E-A31D-5EE5D5926346}" dt="2024-11-26T16:52:19.177" v="17"/>
        <pc:sldMkLst>
          <pc:docMk/>
          <pc:sldMk cId="111571557" sldId="312"/>
        </pc:sldMkLst>
        <pc:spChg chg="add mod">
          <ac:chgData name="Paul Winser" userId="c3146a91-e6bd-4264-bd86-e164e04bc32d" providerId="ADAL" clId="{60FCC926-BA43-473E-A31D-5EE5D5926346}" dt="2024-11-26T16:52:19.177" v="17"/>
          <ac:spMkLst>
            <pc:docMk/>
            <pc:sldMk cId="111571557" sldId="312"/>
            <ac:spMk id="2" creationId="{22DC324E-96A6-0E5A-794E-AA8925358FE4}"/>
          </ac:spMkLst>
        </pc:spChg>
      </pc:sldChg>
      <pc:sldChg chg="addSp modSp">
        <pc:chgData name="Paul Winser" userId="c3146a91-e6bd-4264-bd86-e164e04bc32d" providerId="ADAL" clId="{60FCC926-BA43-473E-A31D-5EE5D5926346}" dt="2024-11-26T16:52:20.404" v="18"/>
        <pc:sldMkLst>
          <pc:docMk/>
          <pc:sldMk cId="1274057090" sldId="313"/>
        </pc:sldMkLst>
        <pc:spChg chg="add mod">
          <ac:chgData name="Paul Winser" userId="c3146a91-e6bd-4264-bd86-e164e04bc32d" providerId="ADAL" clId="{60FCC926-BA43-473E-A31D-5EE5D5926346}" dt="2024-11-26T16:52:20.404" v="18"/>
          <ac:spMkLst>
            <pc:docMk/>
            <pc:sldMk cId="1274057090" sldId="313"/>
            <ac:spMk id="3" creationId="{58E98FBC-A05F-F176-345B-623CD1BE543A}"/>
          </ac:spMkLst>
        </pc:spChg>
      </pc:sldChg>
      <pc:sldChg chg="addSp modSp">
        <pc:chgData name="Paul Winser" userId="c3146a91-e6bd-4264-bd86-e164e04bc32d" providerId="ADAL" clId="{60FCC926-BA43-473E-A31D-5EE5D5926346}" dt="2024-11-26T16:52:21.740" v="19"/>
        <pc:sldMkLst>
          <pc:docMk/>
          <pc:sldMk cId="236834221" sldId="314"/>
        </pc:sldMkLst>
        <pc:spChg chg="add mod">
          <ac:chgData name="Paul Winser" userId="c3146a91-e6bd-4264-bd86-e164e04bc32d" providerId="ADAL" clId="{60FCC926-BA43-473E-A31D-5EE5D5926346}" dt="2024-11-26T16:52:21.740" v="19"/>
          <ac:spMkLst>
            <pc:docMk/>
            <pc:sldMk cId="236834221" sldId="314"/>
            <ac:spMk id="2" creationId="{E83AA49A-FD45-D0AF-25E6-68462A63E2CB}"/>
          </ac:spMkLst>
        </pc:spChg>
      </pc:sldChg>
      <pc:sldChg chg="addSp modSp">
        <pc:chgData name="Paul Winser" userId="c3146a91-e6bd-4264-bd86-e164e04bc32d" providerId="ADAL" clId="{60FCC926-BA43-473E-A31D-5EE5D5926346}" dt="2024-11-26T16:52:23.059" v="20"/>
        <pc:sldMkLst>
          <pc:docMk/>
          <pc:sldMk cId="1616228736" sldId="315"/>
        </pc:sldMkLst>
        <pc:spChg chg="add mod">
          <ac:chgData name="Paul Winser" userId="c3146a91-e6bd-4264-bd86-e164e04bc32d" providerId="ADAL" clId="{60FCC926-BA43-473E-A31D-5EE5D5926346}" dt="2024-11-26T16:52:23.059" v="20"/>
          <ac:spMkLst>
            <pc:docMk/>
            <pc:sldMk cId="1616228736" sldId="315"/>
            <ac:spMk id="2" creationId="{6FE2E5B6-F894-14D5-1667-894AF2F45578}"/>
          </ac:spMkLst>
        </pc:spChg>
      </pc:sldChg>
      <pc:sldChg chg="addSp modSp">
        <pc:chgData name="Paul Winser" userId="c3146a91-e6bd-4264-bd86-e164e04bc32d" providerId="ADAL" clId="{60FCC926-BA43-473E-A31D-5EE5D5926346}" dt="2024-11-26T16:52:24.278" v="21"/>
        <pc:sldMkLst>
          <pc:docMk/>
          <pc:sldMk cId="2652651931" sldId="316"/>
        </pc:sldMkLst>
        <pc:spChg chg="add mod">
          <ac:chgData name="Paul Winser" userId="c3146a91-e6bd-4264-bd86-e164e04bc32d" providerId="ADAL" clId="{60FCC926-BA43-473E-A31D-5EE5D5926346}" dt="2024-11-26T16:52:24.278" v="21"/>
          <ac:spMkLst>
            <pc:docMk/>
            <pc:sldMk cId="2652651931" sldId="316"/>
            <ac:spMk id="2" creationId="{4893A66B-E994-B4CB-12E0-CE661CFBC431}"/>
          </ac:spMkLst>
        </pc:spChg>
      </pc:sldChg>
      <pc:sldChg chg="addSp modSp">
        <pc:chgData name="Paul Winser" userId="c3146a91-e6bd-4264-bd86-e164e04bc32d" providerId="ADAL" clId="{60FCC926-BA43-473E-A31D-5EE5D5926346}" dt="2024-11-26T16:52:26.727" v="23"/>
        <pc:sldMkLst>
          <pc:docMk/>
          <pc:sldMk cId="3551979003" sldId="317"/>
        </pc:sldMkLst>
        <pc:spChg chg="add mod">
          <ac:chgData name="Paul Winser" userId="c3146a91-e6bd-4264-bd86-e164e04bc32d" providerId="ADAL" clId="{60FCC926-BA43-473E-A31D-5EE5D5926346}" dt="2024-11-26T16:52:26.727" v="23"/>
          <ac:spMkLst>
            <pc:docMk/>
            <pc:sldMk cId="3551979003" sldId="317"/>
            <ac:spMk id="2" creationId="{B7B804F2-0371-F2D6-35E7-2AFC5EF72D00}"/>
          </ac:spMkLst>
        </pc:spChg>
      </pc:sldChg>
      <pc:sldChg chg="addSp modSp">
        <pc:chgData name="Paul Winser" userId="c3146a91-e6bd-4264-bd86-e164e04bc32d" providerId="ADAL" clId="{60FCC926-BA43-473E-A31D-5EE5D5926346}" dt="2024-11-26T16:52:14.873" v="14"/>
        <pc:sldMkLst>
          <pc:docMk/>
          <pc:sldMk cId="1362265788" sldId="318"/>
        </pc:sldMkLst>
        <pc:spChg chg="add mod">
          <ac:chgData name="Paul Winser" userId="c3146a91-e6bd-4264-bd86-e164e04bc32d" providerId="ADAL" clId="{60FCC926-BA43-473E-A31D-5EE5D5926346}" dt="2024-11-26T16:52:14.873" v="14"/>
          <ac:spMkLst>
            <pc:docMk/>
            <pc:sldMk cId="1362265788" sldId="318"/>
            <ac:spMk id="2" creationId="{F87D35C8-7882-095F-4511-03FDF45028B6}"/>
          </ac:spMkLst>
        </pc:spChg>
      </pc:sldChg>
      <pc:sldChg chg="addSp modSp">
        <pc:chgData name="Paul Winser" userId="c3146a91-e6bd-4264-bd86-e164e04bc32d" providerId="ADAL" clId="{60FCC926-BA43-473E-A31D-5EE5D5926346}" dt="2024-11-26T16:52:27.978" v="24"/>
        <pc:sldMkLst>
          <pc:docMk/>
          <pc:sldMk cId="3589114282" sldId="319"/>
        </pc:sldMkLst>
        <pc:spChg chg="add mod">
          <ac:chgData name="Paul Winser" userId="c3146a91-e6bd-4264-bd86-e164e04bc32d" providerId="ADAL" clId="{60FCC926-BA43-473E-A31D-5EE5D5926346}" dt="2024-11-26T16:52:27.978" v="24"/>
          <ac:spMkLst>
            <pc:docMk/>
            <pc:sldMk cId="3589114282" sldId="319"/>
            <ac:spMk id="2" creationId="{F5DBE8DA-D0F2-E4A3-FB6B-E575C2FDF449}"/>
          </ac:spMkLst>
        </pc:spChg>
      </pc:sldChg>
      <pc:sldChg chg="addSp modSp">
        <pc:chgData name="Paul Winser" userId="c3146a91-e6bd-4264-bd86-e164e04bc32d" providerId="ADAL" clId="{60FCC926-BA43-473E-A31D-5EE5D5926346}" dt="2024-11-26T16:52:29.091" v="25"/>
        <pc:sldMkLst>
          <pc:docMk/>
          <pc:sldMk cId="3127808740" sldId="320"/>
        </pc:sldMkLst>
        <pc:spChg chg="add mod">
          <ac:chgData name="Paul Winser" userId="c3146a91-e6bd-4264-bd86-e164e04bc32d" providerId="ADAL" clId="{60FCC926-BA43-473E-A31D-5EE5D5926346}" dt="2024-11-26T16:52:29.091" v="25"/>
          <ac:spMkLst>
            <pc:docMk/>
            <pc:sldMk cId="3127808740" sldId="320"/>
            <ac:spMk id="3" creationId="{67EBF023-501B-0DD3-7162-9C5570BAA294}"/>
          </ac:spMkLst>
        </pc:spChg>
      </pc:sldChg>
      <pc:sldChg chg="addSp modSp">
        <pc:chgData name="Paul Winser" userId="c3146a91-e6bd-4264-bd86-e164e04bc32d" providerId="ADAL" clId="{60FCC926-BA43-473E-A31D-5EE5D5926346}" dt="2024-11-26T16:52:31.542" v="27"/>
        <pc:sldMkLst>
          <pc:docMk/>
          <pc:sldMk cId="1681998627" sldId="321"/>
        </pc:sldMkLst>
        <pc:spChg chg="add mod">
          <ac:chgData name="Paul Winser" userId="c3146a91-e6bd-4264-bd86-e164e04bc32d" providerId="ADAL" clId="{60FCC926-BA43-473E-A31D-5EE5D5926346}" dt="2024-11-26T16:52:30.247" v="26"/>
          <ac:spMkLst>
            <pc:docMk/>
            <pc:sldMk cId="1681998627" sldId="321"/>
            <ac:spMk id="3" creationId="{B0C9242C-BF6C-3441-6AB3-6D9AA6CB717A}"/>
          </ac:spMkLst>
        </pc:spChg>
        <pc:spChg chg="add mod">
          <ac:chgData name="Paul Winser" userId="c3146a91-e6bd-4264-bd86-e164e04bc32d" providerId="ADAL" clId="{60FCC926-BA43-473E-A31D-5EE5D5926346}" dt="2024-11-26T16:52:31.542" v="27"/>
          <ac:spMkLst>
            <pc:docMk/>
            <pc:sldMk cId="1681998627" sldId="321"/>
            <ac:spMk id="4" creationId="{9BD228B7-7197-EE6F-AF20-318FCB2C590F}"/>
          </ac:spMkLst>
        </pc:spChg>
      </pc:sldChg>
      <pc:sldChg chg="addSp modSp">
        <pc:chgData name="Paul Winser" userId="c3146a91-e6bd-4264-bd86-e164e04bc32d" providerId="ADAL" clId="{60FCC926-BA43-473E-A31D-5EE5D5926346}" dt="2024-11-26T16:52:35.496" v="28"/>
        <pc:sldMkLst>
          <pc:docMk/>
          <pc:sldMk cId="2807376785" sldId="322"/>
        </pc:sldMkLst>
        <pc:spChg chg="add mod">
          <ac:chgData name="Paul Winser" userId="c3146a91-e6bd-4264-bd86-e164e04bc32d" providerId="ADAL" clId="{60FCC926-BA43-473E-A31D-5EE5D5926346}" dt="2024-11-26T16:52:35.496" v="28"/>
          <ac:spMkLst>
            <pc:docMk/>
            <pc:sldMk cId="2807376785" sldId="322"/>
            <ac:spMk id="3" creationId="{A6E5FE8F-C5C5-C886-43FE-700F5FE59AF7}"/>
          </ac:spMkLst>
        </pc:spChg>
      </pc:sldChg>
      <pc:sldChg chg="addSp modSp">
        <pc:chgData name="Paul Winser" userId="c3146a91-e6bd-4264-bd86-e164e04bc32d" providerId="ADAL" clId="{60FCC926-BA43-473E-A31D-5EE5D5926346}" dt="2024-11-26T16:52:36.667" v="29"/>
        <pc:sldMkLst>
          <pc:docMk/>
          <pc:sldMk cId="774972091" sldId="323"/>
        </pc:sldMkLst>
        <pc:spChg chg="add mod">
          <ac:chgData name="Paul Winser" userId="c3146a91-e6bd-4264-bd86-e164e04bc32d" providerId="ADAL" clId="{60FCC926-BA43-473E-A31D-5EE5D5926346}" dt="2024-11-26T16:52:36.667" v="29"/>
          <ac:spMkLst>
            <pc:docMk/>
            <pc:sldMk cId="774972091" sldId="323"/>
            <ac:spMk id="2" creationId="{C084C5D2-01B6-1423-858E-5A354DF66A75}"/>
          </ac:spMkLst>
        </pc:spChg>
      </pc:sldChg>
      <pc:sldChg chg="addSp modSp">
        <pc:chgData name="Paul Winser" userId="c3146a91-e6bd-4264-bd86-e164e04bc32d" providerId="ADAL" clId="{60FCC926-BA43-473E-A31D-5EE5D5926346}" dt="2024-11-26T16:52:38.024" v="30"/>
        <pc:sldMkLst>
          <pc:docMk/>
          <pc:sldMk cId="1977631567" sldId="324"/>
        </pc:sldMkLst>
        <pc:spChg chg="add mod">
          <ac:chgData name="Paul Winser" userId="c3146a91-e6bd-4264-bd86-e164e04bc32d" providerId="ADAL" clId="{60FCC926-BA43-473E-A31D-5EE5D5926346}" dt="2024-11-26T16:52:38.024" v="30"/>
          <ac:spMkLst>
            <pc:docMk/>
            <pc:sldMk cId="1977631567" sldId="324"/>
            <ac:spMk id="2" creationId="{8A641310-DCBA-1052-A2EB-3C53BCE1442C}"/>
          </ac:spMkLst>
        </pc:spChg>
      </pc:sldChg>
      <pc:sldChg chg="addSp modSp">
        <pc:chgData name="Paul Winser" userId="c3146a91-e6bd-4264-bd86-e164e04bc32d" providerId="ADAL" clId="{60FCC926-BA43-473E-A31D-5EE5D5926346}" dt="2024-11-26T16:52:39.705" v="31"/>
        <pc:sldMkLst>
          <pc:docMk/>
          <pc:sldMk cId="2778081824" sldId="325"/>
        </pc:sldMkLst>
        <pc:spChg chg="add mod">
          <ac:chgData name="Paul Winser" userId="c3146a91-e6bd-4264-bd86-e164e04bc32d" providerId="ADAL" clId="{60FCC926-BA43-473E-A31D-5EE5D5926346}" dt="2024-11-26T16:52:39.705" v="31"/>
          <ac:spMkLst>
            <pc:docMk/>
            <pc:sldMk cId="2778081824" sldId="325"/>
            <ac:spMk id="2" creationId="{6D2959EA-098C-AC40-0E18-892447D871E9}"/>
          </ac:spMkLst>
        </pc:spChg>
      </pc:sldChg>
      <pc:sldChg chg="addSp modSp">
        <pc:chgData name="Paul Winser" userId="c3146a91-e6bd-4264-bd86-e164e04bc32d" providerId="ADAL" clId="{60FCC926-BA43-473E-A31D-5EE5D5926346}" dt="2024-11-26T16:52:41.192" v="32"/>
        <pc:sldMkLst>
          <pc:docMk/>
          <pc:sldMk cId="2881678337" sldId="326"/>
        </pc:sldMkLst>
        <pc:spChg chg="add mod">
          <ac:chgData name="Paul Winser" userId="c3146a91-e6bd-4264-bd86-e164e04bc32d" providerId="ADAL" clId="{60FCC926-BA43-473E-A31D-5EE5D5926346}" dt="2024-11-26T16:52:41.192" v="32"/>
          <ac:spMkLst>
            <pc:docMk/>
            <pc:sldMk cId="2881678337" sldId="326"/>
            <ac:spMk id="8" creationId="{3C54C0EE-6BCE-72DD-069F-FE1A7178A507}"/>
          </ac:spMkLst>
        </pc:spChg>
      </pc:sldChg>
      <pc:sldChg chg="addSp modSp">
        <pc:chgData name="Paul Winser" userId="c3146a91-e6bd-4264-bd86-e164e04bc32d" providerId="ADAL" clId="{60FCC926-BA43-473E-A31D-5EE5D5926346}" dt="2024-11-26T16:52:42.679" v="33"/>
        <pc:sldMkLst>
          <pc:docMk/>
          <pc:sldMk cId="640379686" sldId="327"/>
        </pc:sldMkLst>
        <pc:spChg chg="add mod">
          <ac:chgData name="Paul Winser" userId="c3146a91-e6bd-4264-bd86-e164e04bc32d" providerId="ADAL" clId="{60FCC926-BA43-473E-A31D-5EE5D5926346}" dt="2024-11-26T16:52:42.679" v="33"/>
          <ac:spMkLst>
            <pc:docMk/>
            <pc:sldMk cId="640379686" sldId="327"/>
            <ac:spMk id="2" creationId="{E2DC4D9F-C881-1D95-9494-108CD40DC5A5}"/>
          </ac:spMkLst>
        </pc:spChg>
      </pc:sldChg>
      <pc:sldChg chg="addSp modSp">
        <pc:chgData name="Paul Winser" userId="c3146a91-e6bd-4264-bd86-e164e04bc32d" providerId="ADAL" clId="{60FCC926-BA43-473E-A31D-5EE5D5926346}" dt="2024-11-26T16:52:45.482" v="35"/>
        <pc:sldMkLst>
          <pc:docMk/>
          <pc:sldMk cId="4236477141" sldId="328"/>
        </pc:sldMkLst>
        <pc:spChg chg="add mod">
          <ac:chgData name="Paul Winser" userId="c3146a91-e6bd-4264-bd86-e164e04bc32d" providerId="ADAL" clId="{60FCC926-BA43-473E-A31D-5EE5D5926346}" dt="2024-11-26T16:52:45.482" v="35"/>
          <ac:spMkLst>
            <pc:docMk/>
            <pc:sldMk cId="4236477141" sldId="328"/>
            <ac:spMk id="2" creationId="{D4B6A4EA-4DDC-02DF-7234-4FA5C3616E58}"/>
          </ac:spMkLst>
        </pc:spChg>
      </pc:sldChg>
      <pc:sldChg chg="addSp modSp">
        <pc:chgData name="Paul Winser" userId="c3146a91-e6bd-4264-bd86-e164e04bc32d" providerId="ADAL" clId="{60FCC926-BA43-473E-A31D-5EE5D5926346}" dt="2024-11-26T16:52:46.791" v="36"/>
        <pc:sldMkLst>
          <pc:docMk/>
          <pc:sldMk cId="1024673052" sldId="329"/>
        </pc:sldMkLst>
        <pc:spChg chg="add mod">
          <ac:chgData name="Paul Winser" userId="c3146a91-e6bd-4264-bd86-e164e04bc32d" providerId="ADAL" clId="{60FCC926-BA43-473E-A31D-5EE5D5926346}" dt="2024-11-26T16:52:46.791" v="36"/>
          <ac:spMkLst>
            <pc:docMk/>
            <pc:sldMk cId="1024673052" sldId="329"/>
            <ac:spMk id="3" creationId="{82F4F3E0-D8B4-C74A-8AA6-55400C246D28}"/>
          </ac:spMkLst>
        </pc:spChg>
      </pc:sldChg>
      <pc:sldChg chg="addSp modSp">
        <pc:chgData name="Paul Winser" userId="c3146a91-e6bd-4264-bd86-e164e04bc32d" providerId="ADAL" clId="{60FCC926-BA43-473E-A31D-5EE5D5926346}" dt="2024-11-26T16:52:48.078" v="37"/>
        <pc:sldMkLst>
          <pc:docMk/>
          <pc:sldMk cId="1739970098" sldId="330"/>
        </pc:sldMkLst>
        <pc:spChg chg="add mod">
          <ac:chgData name="Paul Winser" userId="c3146a91-e6bd-4264-bd86-e164e04bc32d" providerId="ADAL" clId="{60FCC926-BA43-473E-A31D-5EE5D5926346}" dt="2024-11-26T16:52:48.078" v="37"/>
          <ac:spMkLst>
            <pc:docMk/>
            <pc:sldMk cId="1739970098" sldId="330"/>
            <ac:spMk id="2" creationId="{042E2D47-383C-E53F-0D8C-7705CDF5F60F}"/>
          </ac:spMkLst>
        </pc:spChg>
      </pc:sldChg>
      <pc:sldChg chg="addSp modSp">
        <pc:chgData name="Paul Winser" userId="c3146a91-e6bd-4264-bd86-e164e04bc32d" providerId="ADAL" clId="{60FCC926-BA43-473E-A31D-5EE5D5926346}" dt="2024-11-26T16:52:50.873" v="39"/>
        <pc:sldMkLst>
          <pc:docMk/>
          <pc:sldMk cId="559413259" sldId="332"/>
        </pc:sldMkLst>
        <pc:spChg chg="add mod">
          <ac:chgData name="Paul Winser" userId="c3146a91-e6bd-4264-bd86-e164e04bc32d" providerId="ADAL" clId="{60FCC926-BA43-473E-A31D-5EE5D5926346}" dt="2024-11-26T16:52:50.873" v="39"/>
          <ac:spMkLst>
            <pc:docMk/>
            <pc:sldMk cId="559413259" sldId="332"/>
            <ac:spMk id="3" creationId="{4FA5F656-CD66-1A71-C4B3-6AEAEFDF3AC6}"/>
          </ac:spMkLst>
        </pc:spChg>
      </pc:sldChg>
      <pc:sldChg chg="addSp modSp">
        <pc:chgData name="Paul Winser" userId="c3146a91-e6bd-4264-bd86-e164e04bc32d" providerId="ADAL" clId="{60FCC926-BA43-473E-A31D-5EE5D5926346}" dt="2024-11-26T16:52:52.233" v="40"/>
        <pc:sldMkLst>
          <pc:docMk/>
          <pc:sldMk cId="3761396971" sldId="334"/>
        </pc:sldMkLst>
        <pc:spChg chg="add mod">
          <ac:chgData name="Paul Winser" userId="c3146a91-e6bd-4264-bd86-e164e04bc32d" providerId="ADAL" clId="{60FCC926-BA43-473E-A31D-5EE5D5926346}" dt="2024-11-26T16:52:52.233" v="40"/>
          <ac:spMkLst>
            <pc:docMk/>
            <pc:sldMk cId="3761396971" sldId="334"/>
            <ac:spMk id="2" creationId="{EB90446F-6FF1-FB5D-51DB-F7211A0E78D1}"/>
          </ac:spMkLst>
        </pc:spChg>
      </pc:sldChg>
      <pc:sldChg chg="addSp modSp">
        <pc:chgData name="Paul Winser" userId="c3146a91-e6bd-4264-bd86-e164e04bc32d" providerId="ADAL" clId="{60FCC926-BA43-473E-A31D-5EE5D5926346}" dt="2024-11-26T16:52:53.737" v="41"/>
        <pc:sldMkLst>
          <pc:docMk/>
          <pc:sldMk cId="1015025755" sldId="335"/>
        </pc:sldMkLst>
        <pc:spChg chg="add mod">
          <ac:chgData name="Paul Winser" userId="c3146a91-e6bd-4264-bd86-e164e04bc32d" providerId="ADAL" clId="{60FCC926-BA43-473E-A31D-5EE5D5926346}" dt="2024-11-26T16:52:53.737" v="41"/>
          <ac:spMkLst>
            <pc:docMk/>
            <pc:sldMk cId="1015025755" sldId="335"/>
            <ac:spMk id="2" creationId="{24EB6B9F-43FB-0A1F-D128-EB3B0CC91809}"/>
          </ac:spMkLst>
        </pc:spChg>
      </pc:sldChg>
      <pc:sldChg chg="addSp modSp">
        <pc:chgData name="Paul Winser" userId="c3146a91-e6bd-4264-bd86-e164e04bc32d" providerId="ADAL" clId="{60FCC926-BA43-473E-A31D-5EE5D5926346}" dt="2024-11-26T16:52:55.271" v="42"/>
        <pc:sldMkLst>
          <pc:docMk/>
          <pc:sldMk cId="4069931364" sldId="336"/>
        </pc:sldMkLst>
        <pc:spChg chg="add mod">
          <ac:chgData name="Paul Winser" userId="c3146a91-e6bd-4264-bd86-e164e04bc32d" providerId="ADAL" clId="{60FCC926-BA43-473E-A31D-5EE5D5926346}" dt="2024-11-26T16:52:55.271" v="42"/>
          <ac:spMkLst>
            <pc:docMk/>
            <pc:sldMk cId="4069931364" sldId="336"/>
            <ac:spMk id="3" creationId="{19901833-E1E5-0367-F009-4DBE4370AF0C}"/>
          </ac:spMkLst>
        </pc:spChg>
      </pc:sldChg>
      <pc:sldChg chg="addSp modSp">
        <pc:chgData name="Paul Winser" userId="c3146a91-e6bd-4264-bd86-e164e04bc32d" providerId="ADAL" clId="{60FCC926-BA43-473E-A31D-5EE5D5926346}" dt="2024-11-26T16:52:49.538" v="38"/>
        <pc:sldMkLst>
          <pc:docMk/>
          <pc:sldMk cId="1325601722" sldId="337"/>
        </pc:sldMkLst>
        <pc:spChg chg="add mod">
          <ac:chgData name="Paul Winser" userId="c3146a91-e6bd-4264-bd86-e164e04bc32d" providerId="ADAL" clId="{60FCC926-BA43-473E-A31D-5EE5D5926346}" dt="2024-11-26T16:52:49.538" v="38"/>
          <ac:spMkLst>
            <pc:docMk/>
            <pc:sldMk cId="1325601722" sldId="337"/>
            <ac:spMk id="3" creationId="{2902EC26-1913-75BC-B5FF-6BF0A964CD4A}"/>
          </ac:spMkLst>
        </pc:spChg>
      </pc:sldChg>
      <pc:sldChg chg="addSp modSp">
        <pc:chgData name="Paul Winser" userId="c3146a91-e6bd-4264-bd86-e164e04bc32d" providerId="ADAL" clId="{60FCC926-BA43-473E-A31D-5EE5D5926346}" dt="2024-11-26T16:52:13.241" v="13"/>
        <pc:sldMkLst>
          <pc:docMk/>
          <pc:sldMk cId="1321862660" sldId="338"/>
        </pc:sldMkLst>
        <pc:spChg chg="add mod">
          <ac:chgData name="Paul Winser" userId="c3146a91-e6bd-4264-bd86-e164e04bc32d" providerId="ADAL" clId="{60FCC926-BA43-473E-A31D-5EE5D5926346}" dt="2024-11-26T16:52:13.241" v="13"/>
          <ac:spMkLst>
            <pc:docMk/>
            <pc:sldMk cId="1321862660" sldId="338"/>
            <ac:spMk id="2" creationId="{C502AEA9-503A-FF9B-0AA3-52FF5CBE7D35}"/>
          </ac:spMkLst>
        </pc:spChg>
      </pc:sldChg>
      <pc:sldChg chg="addSp modSp">
        <pc:chgData name="Paul Winser" userId="c3146a91-e6bd-4264-bd86-e164e04bc32d" providerId="ADAL" clId="{60FCC926-BA43-473E-A31D-5EE5D5926346}" dt="2024-11-26T16:52:25.480" v="22"/>
        <pc:sldMkLst>
          <pc:docMk/>
          <pc:sldMk cId="1465787094" sldId="339"/>
        </pc:sldMkLst>
        <pc:spChg chg="add mod">
          <ac:chgData name="Paul Winser" userId="c3146a91-e6bd-4264-bd86-e164e04bc32d" providerId="ADAL" clId="{60FCC926-BA43-473E-A31D-5EE5D5926346}" dt="2024-11-26T16:52:25.480" v="22"/>
          <ac:spMkLst>
            <pc:docMk/>
            <pc:sldMk cId="1465787094" sldId="339"/>
            <ac:spMk id="2" creationId="{BE9FEBE2-30C5-3B47-44DA-DBE78DC43D68}"/>
          </ac:spMkLst>
        </pc:spChg>
      </pc:sldChg>
      <pc:sldChg chg="addSp modSp">
        <pc:chgData name="Paul Winser" userId="c3146a91-e6bd-4264-bd86-e164e04bc32d" providerId="ADAL" clId="{60FCC926-BA43-473E-A31D-5EE5D5926346}" dt="2024-11-26T16:52:43.886" v="34"/>
        <pc:sldMkLst>
          <pc:docMk/>
          <pc:sldMk cId="3730212502" sldId="340"/>
        </pc:sldMkLst>
        <pc:spChg chg="add mod">
          <ac:chgData name="Paul Winser" userId="c3146a91-e6bd-4264-bd86-e164e04bc32d" providerId="ADAL" clId="{60FCC926-BA43-473E-A31D-5EE5D5926346}" dt="2024-11-26T16:52:43.886" v="34"/>
          <ac:spMkLst>
            <pc:docMk/>
            <pc:sldMk cId="3730212502" sldId="340"/>
            <ac:spMk id="2" creationId="{E9B4D5F8-6FB8-13CB-7E32-91371187B933}"/>
          </ac:spMkLst>
        </pc:spChg>
      </pc:sldChg>
      <pc:sldChg chg="addSp modSp">
        <pc:chgData name="Paul Winser" userId="c3146a91-e6bd-4264-bd86-e164e04bc32d" providerId="ADAL" clId="{60FCC926-BA43-473E-A31D-5EE5D5926346}" dt="2024-11-26T16:52:56.361" v="43"/>
        <pc:sldMkLst>
          <pc:docMk/>
          <pc:sldMk cId="3840081449" sldId="341"/>
        </pc:sldMkLst>
        <pc:spChg chg="add mod">
          <ac:chgData name="Paul Winser" userId="c3146a91-e6bd-4264-bd86-e164e04bc32d" providerId="ADAL" clId="{60FCC926-BA43-473E-A31D-5EE5D5926346}" dt="2024-11-26T16:52:56.361" v="43"/>
          <ac:spMkLst>
            <pc:docMk/>
            <pc:sldMk cId="3840081449" sldId="341"/>
            <ac:spMk id="3" creationId="{5792D4B3-8FFD-F0FC-E286-C2560A3AB9F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4D250E-678A-4B6B-93ED-83080FEF93CB}" type="doc">
      <dgm:prSet loTypeId="urn:microsoft.com/office/officeart/2005/8/layout/default" loCatId="list" qsTypeId="urn:microsoft.com/office/officeart/2005/8/quickstyle/simple5" qsCatId="simple" csTypeId="urn:microsoft.com/office/officeart/2005/8/colors/accent1_2" csCatId="accent1" phldr="1"/>
      <dgm:spPr/>
      <dgm:t>
        <a:bodyPr rtlCol="1"/>
        <a:lstStyle/>
        <a:p>
          <a:pPr rtl="1"/>
          <a:endParaRPr lang="en-US"/>
        </a:p>
      </dgm:t>
    </dgm:pt>
    <dgm:pt modelId="{A4D0D15C-758A-476C-A744-77BF2A19C21F}">
      <dgm:prSet custT="1"/>
      <dgm:spPr/>
      <dgm:t>
        <a:bodyPr rtlCol="1"/>
        <a:lstStyle/>
        <a:p>
          <a:pPr rtl="1"/>
          <a:r>
            <a:rPr lang="ar" sz="2600">
              <a:solidFill>
                <a:schemeClr val="tx1"/>
              </a:solidFill>
              <a:latin typeface="Sakkal Majalla" panose="02000000000000000000" pitchFamily="2" charset="-78"/>
              <a:cs typeface="Sakkal Majalla" panose="02000000000000000000" pitchFamily="2" charset="-78"/>
            </a:rPr>
            <a:t>رسمي، غير رسمي</a:t>
          </a:r>
          <a:endParaRPr lang="en-US" sz="2600">
            <a:solidFill>
              <a:schemeClr val="tx1"/>
            </a:solidFill>
            <a:latin typeface="Sakkal Majalla" panose="02000000000000000000" pitchFamily="2" charset="-78"/>
            <a:cs typeface="Sakkal Majalla" panose="02000000000000000000" pitchFamily="2" charset="-78"/>
          </a:endParaRPr>
        </a:p>
      </dgm:t>
    </dgm:pt>
    <dgm:pt modelId="{5C64A33B-FAF9-45B9-9849-48112383354E}" type="parTrans" cxnId="{643F70C3-1ED8-4586-8561-E4DCC1FADA27}">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D0883FA0-E9FA-4E5A-859A-1B1B92A4F284}" type="sibTrans" cxnId="{643F70C3-1ED8-4586-8561-E4DCC1FADA27}">
      <dgm:prSet/>
      <dgm:spPr/>
      <dgm:t>
        <a:bodyPr rtlCol="1"/>
        <a:lstStyle/>
        <a:p>
          <a:pPr rtl="1"/>
          <a:endParaRPr lang="en-US" sz="2600">
            <a:latin typeface="Sakkal Majalla" panose="02000000000000000000" pitchFamily="2" charset="-78"/>
            <a:cs typeface="Sakkal Majalla" panose="02000000000000000000" pitchFamily="2" charset="-78"/>
          </a:endParaRPr>
        </a:p>
      </dgm:t>
    </dgm:pt>
    <dgm:pt modelId="{E687B1B8-1936-452D-82FB-A71AAA6429CE}">
      <dgm:prSet custT="1"/>
      <dgm:spPr/>
      <dgm:t>
        <a:bodyPr rtlCol="1"/>
        <a:lstStyle/>
        <a:p>
          <a:pPr rtl="1"/>
          <a:r>
            <a:rPr lang="ar" sz="2600">
              <a:solidFill>
                <a:schemeClr val="tx1"/>
              </a:solidFill>
              <a:latin typeface="Sakkal Majalla" panose="02000000000000000000" pitchFamily="2" charset="-78"/>
              <a:cs typeface="Sakkal Majalla" panose="02000000000000000000" pitchFamily="2" charset="-78"/>
            </a:rPr>
            <a:t>كبير، صغير</a:t>
          </a:r>
          <a:endParaRPr lang="en-US" sz="2600" dirty="0">
            <a:solidFill>
              <a:schemeClr val="tx1"/>
            </a:solidFill>
            <a:latin typeface="Sakkal Majalla" panose="02000000000000000000" pitchFamily="2" charset="-78"/>
            <a:cs typeface="Sakkal Majalla" panose="02000000000000000000" pitchFamily="2" charset="-78"/>
          </a:endParaRPr>
        </a:p>
      </dgm:t>
    </dgm:pt>
    <dgm:pt modelId="{208FA1B4-8177-4EC3-BCBB-4AB7B9B0BF1C}" type="parTrans" cxnId="{BE8E8279-8C3A-4C98-A506-73328409D13A}">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5B54E94C-8E9E-4213-8134-41AD64C08F9C}" type="sibTrans" cxnId="{BE8E8279-8C3A-4C98-A506-73328409D13A}">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97E8A774-36F7-456B-8985-D38912C45DCA}">
      <dgm:prSet custT="1"/>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مؤقت، دائم</a:t>
          </a:r>
          <a:endParaRPr lang="en-US" sz="2600" dirty="0">
            <a:solidFill>
              <a:schemeClr val="tx1"/>
            </a:solidFill>
            <a:latin typeface="Sakkal Majalla" panose="02000000000000000000" pitchFamily="2" charset="-78"/>
            <a:cs typeface="Sakkal Majalla" panose="02000000000000000000" pitchFamily="2" charset="-78"/>
          </a:endParaRPr>
        </a:p>
      </dgm:t>
    </dgm:pt>
    <dgm:pt modelId="{A1DA2D3D-0809-4217-9EAF-64E00ABE6B8A}" type="parTrans" cxnId="{B73A3293-D15D-4922-A996-7D370BA434F1}">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E8264CFB-9177-4437-965C-D769537C3C3A}" type="sibTrans" cxnId="{B73A3293-D15D-4922-A996-7D370BA434F1}">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B2590F7A-5A79-47C5-8CD3-7921BFA344B6}">
      <dgm:prSet custT="1"/>
      <dgm:spPr/>
      <dgm:t>
        <a:bodyPr rtlCol="1"/>
        <a:lstStyle/>
        <a:p>
          <a:pPr rtl="1"/>
          <a:r>
            <a:rPr lang="ar" sz="2600">
              <a:solidFill>
                <a:schemeClr val="tx1"/>
              </a:solidFill>
              <a:latin typeface="Sakkal Majalla" panose="02000000000000000000" pitchFamily="2" charset="-78"/>
              <a:cs typeface="Sakkal Majalla" panose="02000000000000000000" pitchFamily="2" charset="-78"/>
            </a:rPr>
            <a:t>مُخصص لمشروع/مهمة</a:t>
          </a:r>
          <a:endParaRPr lang="en-US" sz="2600" dirty="0">
            <a:solidFill>
              <a:schemeClr val="tx1"/>
            </a:solidFill>
            <a:latin typeface="Sakkal Majalla" panose="02000000000000000000" pitchFamily="2" charset="-78"/>
            <a:cs typeface="Sakkal Majalla" panose="02000000000000000000" pitchFamily="2" charset="-78"/>
          </a:endParaRPr>
        </a:p>
      </dgm:t>
    </dgm:pt>
    <dgm:pt modelId="{95E37179-B289-4CBA-8C80-B7EDE45AE8A4}" type="parTrans" cxnId="{65831D23-667D-43AE-B5FC-BC2A4CEB5A89}">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2184AFA8-3455-4BE2-9FDC-2FB63DF6C71C}" type="sibTrans" cxnId="{65831D23-667D-43AE-B5FC-BC2A4CEB5A89}">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21574BBD-B64A-414A-8054-EA6ECDE1E632}">
      <dgm:prSet custT="1"/>
      <dgm:spPr/>
      <dgm:t>
        <a:bodyPr rtlCol="1"/>
        <a:lstStyle/>
        <a:p>
          <a:pPr rtl="1"/>
          <a:r>
            <a:rPr lang="ar" sz="2600">
              <a:solidFill>
                <a:schemeClr val="tx1"/>
              </a:solidFill>
              <a:latin typeface="Sakkal Majalla" panose="02000000000000000000" pitchFamily="2" charset="-78"/>
              <a:cs typeface="Sakkal Majalla" panose="02000000000000000000" pitchFamily="2" charset="-78"/>
            </a:rPr>
            <a:t>عبر الإنترنت/افتراضي</a:t>
          </a:r>
          <a:endParaRPr lang="en-US" sz="2600">
            <a:solidFill>
              <a:schemeClr val="tx1"/>
            </a:solidFill>
            <a:latin typeface="Sakkal Majalla" panose="02000000000000000000" pitchFamily="2" charset="-78"/>
            <a:cs typeface="Sakkal Majalla" panose="02000000000000000000" pitchFamily="2" charset="-78"/>
          </a:endParaRPr>
        </a:p>
      </dgm:t>
    </dgm:pt>
    <dgm:pt modelId="{1D9F4F1E-3A6B-4EFB-A092-93E4762272FB}" type="parTrans" cxnId="{20D39788-97C6-4664-83D7-2D827C9AB4D3}">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112EEA95-BA79-4E18-8383-94DABF1532C8}" type="sibTrans" cxnId="{20D39788-97C6-4664-83D7-2D827C9AB4D3}">
      <dgm:prSet/>
      <dgm:spPr/>
      <dgm:t>
        <a:bodyPr rtlCol="1"/>
        <a:lstStyle/>
        <a:p>
          <a:pPr rtl="1"/>
          <a:endParaRPr lang="en-GB" sz="2600">
            <a:latin typeface="Sakkal Majalla" panose="02000000000000000000" pitchFamily="2" charset="-78"/>
            <a:cs typeface="Sakkal Majalla" panose="02000000000000000000" pitchFamily="2" charset="-78"/>
          </a:endParaRPr>
        </a:p>
      </dgm:t>
    </dgm:pt>
    <dgm:pt modelId="{74BDDFEC-B09B-4CB0-92D2-BB9A0A6815C8}" type="pres">
      <dgm:prSet presAssocID="{B24D250E-678A-4B6B-93ED-83080FEF93CB}" presName="diagram" presStyleCnt="0">
        <dgm:presLayoutVars>
          <dgm:dir/>
          <dgm:resizeHandles val="exact"/>
        </dgm:presLayoutVars>
      </dgm:prSet>
      <dgm:spPr/>
    </dgm:pt>
    <dgm:pt modelId="{014C9082-77B5-44AA-8309-CCC522CC765B}" type="pres">
      <dgm:prSet presAssocID="{A4D0D15C-758A-476C-A744-77BF2A19C21F}" presName="node" presStyleLbl="node1" presStyleIdx="0" presStyleCnt="5">
        <dgm:presLayoutVars>
          <dgm:bulletEnabled val="1"/>
        </dgm:presLayoutVars>
      </dgm:prSet>
      <dgm:spPr/>
    </dgm:pt>
    <dgm:pt modelId="{BA09C65A-C636-49AD-AEE6-F74D71F0ACDF}" type="pres">
      <dgm:prSet presAssocID="{D0883FA0-E9FA-4E5A-859A-1B1B92A4F284}" presName="sibTrans" presStyleCnt="0"/>
      <dgm:spPr/>
    </dgm:pt>
    <dgm:pt modelId="{BD2E3AAE-3722-4208-B580-5B449143E0A5}" type="pres">
      <dgm:prSet presAssocID="{E687B1B8-1936-452D-82FB-A71AAA6429CE}" presName="node" presStyleLbl="node1" presStyleIdx="1" presStyleCnt="5">
        <dgm:presLayoutVars>
          <dgm:bulletEnabled val="1"/>
        </dgm:presLayoutVars>
      </dgm:prSet>
      <dgm:spPr/>
    </dgm:pt>
    <dgm:pt modelId="{5FA37513-8ED9-426A-862B-B3AAFE17CD37}" type="pres">
      <dgm:prSet presAssocID="{5B54E94C-8E9E-4213-8134-41AD64C08F9C}" presName="sibTrans" presStyleCnt="0"/>
      <dgm:spPr/>
    </dgm:pt>
    <dgm:pt modelId="{447182A7-44C1-435E-B7F6-678D9EE9F958}" type="pres">
      <dgm:prSet presAssocID="{97E8A774-36F7-456B-8985-D38912C45DCA}" presName="node" presStyleLbl="node1" presStyleIdx="2" presStyleCnt="5">
        <dgm:presLayoutVars>
          <dgm:bulletEnabled val="1"/>
        </dgm:presLayoutVars>
      </dgm:prSet>
      <dgm:spPr/>
    </dgm:pt>
    <dgm:pt modelId="{BC7C03E3-DAC0-4211-984C-BCD7729E1219}" type="pres">
      <dgm:prSet presAssocID="{E8264CFB-9177-4437-965C-D769537C3C3A}" presName="sibTrans" presStyleCnt="0"/>
      <dgm:spPr/>
    </dgm:pt>
    <dgm:pt modelId="{C7F548F9-405C-4C00-AF16-D78D116213B2}" type="pres">
      <dgm:prSet presAssocID="{B2590F7A-5A79-47C5-8CD3-7921BFA344B6}" presName="node" presStyleLbl="node1" presStyleIdx="3" presStyleCnt="5">
        <dgm:presLayoutVars>
          <dgm:bulletEnabled val="1"/>
        </dgm:presLayoutVars>
      </dgm:prSet>
      <dgm:spPr/>
    </dgm:pt>
    <dgm:pt modelId="{3D2A9F8A-56C1-4B06-8871-0E96F79A2871}" type="pres">
      <dgm:prSet presAssocID="{2184AFA8-3455-4BE2-9FDC-2FB63DF6C71C}" presName="sibTrans" presStyleCnt="0"/>
      <dgm:spPr/>
    </dgm:pt>
    <dgm:pt modelId="{C548FD09-8E81-4DE1-B1EB-D2180CFB40E4}" type="pres">
      <dgm:prSet presAssocID="{21574BBD-B64A-414A-8054-EA6ECDE1E632}" presName="node" presStyleLbl="node1" presStyleIdx="4" presStyleCnt="5">
        <dgm:presLayoutVars>
          <dgm:bulletEnabled val="1"/>
        </dgm:presLayoutVars>
      </dgm:prSet>
      <dgm:spPr/>
    </dgm:pt>
  </dgm:ptLst>
  <dgm:cxnLst>
    <dgm:cxn modelId="{65831D23-667D-43AE-B5FC-BC2A4CEB5A89}" srcId="{B24D250E-678A-4B6B-93ED-83080FEF93CB}" destId="{B2590F7A-5A79-47C5-8CD3-7921BFA344B6}" srcOrd="3" destOrd="0" parTransId="{95E37179-B289-4CBA-8C80-B7EDE45AE8A4}" sibTransId="{2184AFA8-3455-4BE2-9FDC-2FB63DF6C71C}"/>
    <dgm:cxn modelId="{CDE7B664-BB5B-462A-8479-2EE5C9EAD90D}" type="presOf" srcId="{A4D0D15C-758A-476C-A744-77BF2A19C21F}" destId="{014C9082-77B5-44AA-8309-CCC522CC765B}" srcOrd="0" destOrd="0" presId="urn:microsoft.com/office/officeart/2005/8/layout/default"/>
    <dgm:cxn modelId="{8C03CD67-76DA-429B-98E1-596040DA68FC}" type="presOf" srcId="{B2590F7A-5A79-47C5-8CD3-7921BFA344B6}" destId="{C7F548F9-405C-4C00-AF16-D78D116213B2}" srcOrd="0" destOrd="0" presId="urn:microsoft.com/office/officeart/2005/8/layout/default"/>
    <dgm:cxn modelId="{35139254-3BF7-46C1-84AF-DB65D365716D}" type="presOf" srcId="{97E8A774-36F7-456B-8985-D38912C45DCA}" destId="{447182A7-44C1-435E-B7F6-678D9EE9F958}" srcOrd="0" destOrd="0" presId="urn:microsoft.com/office/officeart/2005/8/layout/default"/>
    <dgm:cxn modelId="{9664FC76-A4BE-45D7-BBD3-4973118AA46C}" type="presOf" srcId="{E687B1B8-1936-452D-82FB-A71AAA6429CE}" destId="{BD2E3AAE-3722-4208-B580-5B449143E0A5}" srcOrd="0" destOrd="0" presId="urn:microsoft.com/office/officeart/2005/8/layout/default"/>
    <dgm:cxn modelId="{BE8E8279-8C3A-4C98-A506-73328409D13A}" srcId="{B24D250E-678A-4B6B-93ED-83080FEF93CB}" destId="{E687B1B8-1936-452D-82FB-A71AAA6429CE}" srcOrd="1" destOrd="0" parTransId="{208FA1B4-8177-4EC3-BCBB-4AB7B9B0BF1C}" sibTransId="{5B54E94C-8E9E-4213-8134-41AD64C08F9C}"/>
    <dgm:cxn modelId="{20D39788-97C6-4664-83D7-2D827C9AB4D3}" srcId="{B24D250E-678A-4B6B-93ED-83080FEF93CB}" destId="{21574BBD-B64A-414A-8054-EA6ECDE1E632}" srcOrd="4" destOrd="0" parTransId="{1D9F4F1E-3A6B-4EFB-A092-93E4762272FB}" sibTransId="{112EEA95-BA79-4E18-8383-94DABF1532C8}"/>
    <dgm:cxn modelId="{F66E1792-2B01-454C-B1C3-A01E2BF020F9}" type="presOf" srcId="{21574BBD-B64A-414A-8054-EA6ECDE1E632}" destId="{C548FD09-8E81-4DE1-B1EB-D2180CFB40E4}" srcOrd="0" destOrd="0" presId="urn:microsoft.com/office/officeart/2005/8/layout/default"/>
    <dgm:cxn modelId="{B73A3293-D15D-4922-A996-7D370BA434F1}" srcId="{B24D250E-678A-4B6B-93ED-83080FEF93CB}" destId="{97E8A774-36F7-456B-8985-D38912C45DCA}" srcOrd="2" destOrd="0" parTransId="{A1DA2D3D-0809-4217-9EAF-64E00ABE6B8A}" sibTransId="{E8264CFB-9177-4437-965C-D769537C3C3A}"/>
    <dgm:cxn modelId="{643F70C3-1ED8-4586-8561-E4DCC1FADA27}" srcId="{B24D250E-678A-4B6B-93ED-83080FEF93CB}" destId="{A4D0D15C-758A-476C-A744-77BF2A19C21F}" srcOrd="0" destOrd="0" parTransId="{5C64A33B-FAF9-45B9-9849-48112383354E}" sibTransId="{D0883FA0-E9FA-4E5A-859A-1B1B92A4F284}"/>
    <dgm:cxn modelId="{AA375CD5-F299-4C8C-B832-F42B7FF3227A}" type="presOf" srcId="{B24D250E-678A-4B6B-93ED-83080FEF93CB}" destId="{74BDDFEC-B09B-4CB0-92D2-BB9A0A6815C8}" srcOrd="0" destOrd="0" presId="urn:microsoft.com/office/officeart/2005/8/layout/default"/>
    <dgm:cxn modelId="{A7BA7A31-4EE7-4EA6-A0B9-5655A7F4C02E}" type="presParOf" srcId="{74BDDFEC-B09B-4CB0-92D2-BB9A0A6815C8}" destId="{014C9082-77B5-44AA-8309-CCC522CC765B}" srcOrd="0" destOrd="0" presId="urn:microsoft.com/office/officeart/2005/8/layout/default"/>
    <dgm:cxn modelId="{32EA3994-E498-4BE0-93E7-9BC418D51D95}" type="presParOf" srcId="{74BDDFEC-B09B-4CB0-92D2-BB9A0A6815C8}" destId="{BA09C65A-C636-49AD-AEE6-F74D71F0ACDF}" srcOrd="1" destOrd="0" presId="urn:microsoft.com/office/officeart/2005/8/layout/default"/>
    <dgm:cxn modelId="{5B4B9C74-FCD3-4F55-9BCE-70C4A3570D60}" type="presParOf" srcId="{74BDDFEC-B09B-4CB0-92D2-BB9A0A6815C8}" destId="{BD2E3AAE-3722-4208-B580-5B449143E0A5}" srcOrd="2" destOrd="0" presId="urn:microsoft.com/office/officeart/2005/8/layout/default"/>
    <dgm:cxn modelId="{8C42CFF2-7566-4BD2-872C-0B8A956CFB8A}" type="presParOf" srcId="{74BDDFEC-B09B-4CB0-92D2-BB9A0A6815C8}" destId="{5FA37513-8ED9-426A-862B-B3AAFE17CD37}" srcOrd="3" destOrd="0" presId="urn:microsoft.com/office/officeart/2005/8/layout/default"/>
    <dgm:cxn modelId="{903BD0E0-9839-46EE-B198-8E1BB76BFD99}" type="presParOf" srcId="{74BDDFEC-B09B-4CB0-92D2-BB9A0A6815C8}" destId="{447182A7-44C1-435E-B7F6-678D9EE9F958}" srcOrd="4" destOrd="0" presId="urn:microsoft.com/office/officeart/2005/8/layout/default"/>
    <dgm:cxn modelId="{DC3A3860-DB3B-4D73-B11A-E557046A020B}" type="presParOf" srcId="{74BDDFEC-B09B-4CB0-92D2-BB9A0A6815C8}" destId="{BC7C03E3-DAC0-4211-984C-BCD7729E1219}" srcOrd="5" destOrd="0" presId="urn:microsoft.com/office/officeart/2005/8/layout/default"/>
    <dgm:cxn modelId="{2047A759-8744-4CA1-925A-28E3135F3E0A}" type="presParOf" srcId="{74BDDFEC-B09B-4CB0-92D2-BB9A0A6815C8}" destId="{C7F548F9-405C-4C00-AF16-D78D116213B2}" srcOrd="6" destOrd="0" presId="urn:microsoft.com/office/officeart/2005/8/layout/default"/>
    <dgm:cxn modelId="{3BBA5F21-F9E9-424D-B46C-5F707AA269D5}" type="presParOf" srcId="{74BDDFEC-B09B-4CB0-92D2-BB9A0A6815C8}" destId="{3D2A9F8A-56C1-4B06-8871-0E96F79A2871}" srcOrd="7" destOrd="0" presId="urn:microsoft.com/office/officeart/2005/8/layout/default"/>
    <dgm:cxn modelId="{115CDBC5-1BBF-4308-BED7-99FC7E57A1A5}" type="presParOf" srcId="{74BDDFEC-B09B-4CB0-92D2-BB9A0A6815C8}" destId="{C548FD09-8E81-4DE1-B1EB-D2180CFB40E4}"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C60FDC-59BC-4C7B-91A9-94AE9FB6D778}" type="doc">
      <dgm:prSet loTypeId="urn:microsoft.com/office/officeart/2005/8/layout/default" loCatId="list" qsTypeId="urn:microsoft.com/office/officeart/2005/8/quickstyle/simple1" qsCatId="simple" csTypeId="urn:microsoft.com/office/officeart/2005/8/colors/accent1_2" csCatId="accent1" phldr="1"/>
      <dgm:spPr/>
      <dgm:t>
        <a:bodyPr rtlCol="1"/>
        <a:lstStyle/>
        <a:p>
          <a:pPr rtl="1"/>
          <a:endParaRPr lang="en-US"/>
        </a:p>
      </dgm:t>
    </dgm:pt>
    <dgm:pt modelId="{4EC0B730-9E50-4C5F-92B8-A4533FEE8317}">
      <dgm:prSet custT="1"/>
      <dgm:spPr>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rtlCol="1"/>
        <a:lstStyle/>
        <a:p>
          <a:pPr rtl="1"/>
          <a:r>
            <a:rPr lang="ar" sz="2600" dirty="0">
              <a:solidFill>
                <a:schemeClr val="tx1"/>
              </a:solidFill>
              <a:latin typeface="Sakkal Majalla" panose="02000000000000000000" pitchFamily="2" charset="-78"/>
              <a:cs typeface="Sakkal Majalla" panose="02000000000000000000" pitchFamily="2" charset="-78"/>
            </a:rPr>
            <a:t>التواصل الضعيف الذي يؤدي إلى حدوث سوء تفاهم</a:t>
          </a:r>
          <a:endParaRPr lang="en-US" sz="2600" dirty="0">
            <a:solidFill>
              <a:schemeClr val="tx1"/>
            </a:solidFill>
            <a:latin typeface="Sakkal Majalla" panose="02000000000000000000" pitchFamily="2" charset="-78"/>
            <a:cs typeface="Sakkal Majalla" panose="02000000000000000000" pitchFamily="2" charset="-78"/>
          </a:endParaRPr>
        </a:p>
      </dgm:t>
    </dgm:pt>
    <dgm:pt modelId="{D0907218-4966-4D0A-88C8-AA980D778E48}" type="parTrans" cxnId="{3FDE4645-F24C-4620-B709-58FFD3B6C5AE}">
      <dgm:prSet/>
      <dgm:spPr/>
      <dgm:t>
        <a:bodyPr rtlCol="1"/>
        <a:lstStyle/>
        <a:p>
          <a:pPr rtl="1"/>
          <a:endParaRPr lang="en-US"/>
        </a:p>
      </dgm:t>
    </dgm:pt>
    <dgm:pt modelId="{3B68DC3E-9112-40B6-AB7D-E36C2C56C4B8}" type="sibTrans" cxnId="{3FDE4645-F24C-4620-B709-58FFD3B6C5AE}">
      <dgm:prSet/>
      <dgm:spPr/>
      <dgm:t>
        <a:bodyPr rtlCol="1"/>
        <a:lstStyle/>
        <a:p>
          <a:pPr rtl="1"/>
          <a:endParaRPr lang="en-US"/>
        </a:p>
      </dgm:t>
    </dgm:pt>
    <dgm:pt modelId="{616BF198-DAC7-4844-B90B-6EA8195674F4}" type="pres">
      <dgm:prSet presAssocID="{E5C60FDC-59BC-4C7B-91A9-94AE9FB6D778}" presName="diagram" presStyleCnt="0">
        <dgm:presLayoutVars>
          <dgm:dir/>
          <dgm:resizeHandles val="exact"/>
        </dgm:presLayoutVars>
      </dgm:prSet>
      <dgm:spPr/>
    </dgm:pt>
    <dgm:pt modelId="{0D940064-F760-40E5-8AF9-A9976A76546F}" type="pres">
      <dgm:prSet presAssocID="{4EC0B730-9E50-4C5F-92B8-A4533FEE8317}" presName="node" presStyleLbl="node1" presStyleIdx="0" presStyleCnt="1" custScaleY="20965" custLinFactNeighborX="-118" custLinFactNeighborY="-24252">
        <dgm:presLayoutVars>
          <dgm:bulletEnabled val="1"/>
        </dgm:presLayoutVars>
      </dgm:prSet>
      <dgm:spPr/>
    </dgm:pt>
  </dgm:ptLst>
  <dgm:cxnLst>
    <dgm:cxn modelId="{3FDE4645-F24C-4620-B709-58FFD3B6C5AE}" srcId="{E5C60FDC-59BC-4C7B-91A9-94AE9FB6D778}" destId="{4EC0B730-9E50-4C5F-92B8-A4533FEE8317}" srcOrd="0" destOrd="0" parTransId="{D0907218-4966-4D0A-88C8-AA980D778E48}" sibTransId="{3B68DC3E-9112-40B6-AB7D-E36C2C56C4B8}"/>
    <dgm:cxn modelId="{D0E2AD78-166B-439E-ABCC-30C5584B407A}" type="presOf" srcId="{E5C60FDC-59BC-4C7B-91A9-94AE9FB6D778}" destId="{616BF198-DAC7-4844-B90B-6EA8195674F4}" srcOrd="0" destOrd="0" presId="urn:microsoft.com/office/officeart/2005/8/layout/default"/>
    <dgm:cxn modelId="{698AF37C-8165-4B74-A2C5-762790B54A97}" type="presOf" srcId="{4EC0B730-9E50-4C5F-92B8-A4533FEE8317}" destId="{0D940064-F760-40E5-8AF9-A9976A76546F}" srcOrd="0" destOrd="0" presId="urn:microsoft.com/office/officeart/2005/8/layout/default"/>
    <dgm:cxn modelId="{F0DE35F3-818B-4819-95FD-4BE0C733BAE3}" type="presParOf" srcId="{616BF198-DAC7-4844-B90B-6EA8195674F4}" destId="{0D940064-F760-40E5-8AF9-A9976A76546F}"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C9082-77B5-44AA-8309-CCC522CC765B}">
      <dsp:nvSpPr>
        <dsp:cNvPr id="0" name=""/>
        <dsp:cNvSpPr/>
      </dsp:nvSpPr>
      <dsp:spPr>
        <a:xfrm>
          <a:off x="380148" y="1714"/>
          <a:ext cx="2214978" cy="132898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رسمي، غير رسمي</a:t>
          </a:r>
          <a:endParaRPr lang="en-US" sz="2600" kern="1200">
            <a:solidFill>
              <a:schemeClr val="tx1"/>
            </a:solidFill>
            <a:latin typeface="Sakkal Majalla" panose="02000000000000000000" pitchFamily="2" charset="-78"/>
            <a:cs typeface="Sakkal Majalla" panose="02000000000000000000" pitchFamily="2" charset="-78"/>
          </a:endParaRPr>
        </a:p>
      </dsp:txBody>
      <dsp:txXfrm>
        <a:off x="380148" y="1714"/>
        <a:ext cx="2214978" cy="1328986"/>
      </dsp:txXfrm>
    </dsp:sp>
    <dsp:sp modelId="{BD2E3AAE-3722-4208-B580-5B449143E0A5}">
      <dsp:nvSpPr>
        <dsp:cNvPr id="0" name=""/>
        <dsp:cNvSpPr/>
      </dsp:nvSpPr>
      <dsp:spPr>
        <a:xfrm>
          <a:off x="2816624" y="1714"/>
          <a:ext cx="2214978" cy="132898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كبير، صغير</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2816624" y="1714"/>
        <a:ext cx="2214978" cy="1328986"/>
      </dsp:txXfrm>
    </dsp:sp>
    <dsp:sp modelId="{447182A7-44C1-435E-B7F6-678D9EE9F958}">
      <dsp:nvSpPr>
        <dsp:cNvPr id="0" name=""/>
        <dsp:cNvSpPr/>
      </dsp:nvSpPr>
      <dsp:spPr>
        <a:xfrm>
          <a:off x="5253100" y="1714"/>
          <a:ext cx="2214978" cy="132898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مؤقت، دائم</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5253100" y="1714"/>
        <a:ext cx="2214978" cy="1328986"/>
      </dsp:txXfrm>
    </dsp:sp>
    <dsp:sp modelId="{C7F548F9-405C-4C00-AF16-D78D116213B2}">
      <dsp:nvSpPr>
        <dsp:cNvPr id="0" name=""/>
        <dsp:cNvSpPr/>
      </dsp:nvSpPr>
      <dsp:spPr>
        <a:xfrm>
          <a:off x="1598386" y="1552198"/>
          <a:ext cx="2214978" cy="132898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مُخصص لمشروع/مهمة</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1598386" y="1552198"/>
        <a:ext cx="2214978" cy="1328986"/>
      </dsp:txXfrm>
    </dsp:sp>
    <dsp:sp modelId="{C548FD09-8E81-4DE1-B1EB-D2180CFB40E4}">
      <dsp:nvSpPr>
        <dsp:cNvPr id="0" name=""/>
        <dsp:cNvSpPr/>
      </dsp:nvSpPr>
      <dsp:spPr>
        <a:xfrm>
          <a:off x="4034862" y="1552198"/>
          <a:ext cx="2214978" cy="132898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عبر الإنترنت/افتراضي</a:t>
          </a:r>
          <a:endParaRPr lang="en-US" sz="2600" kern="1200">
            <a:solidFill>
              <a:schemeClr val="tx1"/>
            </a:solidFill>
            <a:latin typeface="Sakkal Majalla" panose="02000000000000000000" pitchFamily="2" charset="-78"/>
            <a:cs typeface="Sakkal Majalla" panose="02000000000000000000" pitchFamily="2" charset="-78"/>
          </a:endParaRPr>
        </a:p>
      </dsp:txBody>
      <dsp:txXfrm>
        <a:off x="4034862" y="1552198"/>
        <a:ext cx="2214978" cy="13289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940064-F760-40E5-8AF9-A9976A76546F}">
      <dsp:nvSpPr>
        <dsp:cNvPr id="0" name=""/>
        <dsp:cNvSpPr/>
      </dsp:nvSpPr>
      <dsp:spPr>
        <a:xfrm>
          <a:off x="0" y="0"/>
          <a:ext cx="7440856" cy="93598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التواصل الضعيف الذي يؤدي إلى حدوث سوء تفاهم</a:t>
          </a:r>
          <a:endParaRPr lang="en-US" sz="2600" kern="1200" dirty="0">
            <a:solidFill>
              <a:schemeClr val="tx1"/>
            </a:solidFill>
            <a:latin typeface="Sakkal Majalla" panose="02000000000000000000" pitchFamily="2" charset="-78"/>
            <a:cs typeface="Sakkal Majalla" panose="02000000000000000000" pitchFamily="2" charset="-78"/>
          </a:endParaRPr>
        </a:p>
      </dsp:txBody>
      <dsp:txXfrm>
        <a:off x="0" y="0"/>
        <a:ext cx="7440856" cy="93598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50240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78958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20515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25367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8422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93607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97765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1701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29870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96610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367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2737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73865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76054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79907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92310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1994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03226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812529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33094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01518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94477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74519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477161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100226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80023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684620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50339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467204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49403532"/>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6" Type="http://schemas.openxmlformats.org/officeDocument/2006/relationships/image" Target="../media/image8.jpe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audio" Target="../media/audio1.bin"/><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image" Target="../media/image9.jpeg"/><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theme" Target="../theme/theme9.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0.jpe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10.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1.jpe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
        <p:nvSpPr>
          <p:cNvPr id="2" name="Rectangle 1">
            <a:extLst>
              <a:ext uri="{FF2B5EF4-FFF2-40B4-BE49-F238E27FC236}">
                <a16:creationId xmlns:a16="http://schemas.microsoft.com/office/drawing/2014/main" id="{9E29C9BA-567C-4710-463C-56CEC4AB4C6C}"/>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الضيافة</a:t>
            </a:r>
          </a:p>
        </p:txBody>
      </p:sp>
      <p:sp>
        <p:nvSpPr>
          <p:cNvPr id="4" name="Rectangle 3">
            <a:extLst>
              <a:ext uri="{FF2B5EF4-FFF2-40B4-BE49-F238E27FC236}">
                <a16:creationId xmlns:a16="http://schemas.microsoft.com/office/drawing/2014/main" id="{FF88C5B4-ACAC-2A91-A3C2-3752C41E682C}"/>
              </a:ext>
            </a:extLst>
          </p:cNvPr>
          <p:cNvSpPr/>
          <p:nvPr userDrawn="1"/>
        </p:nvSpPr>
        <p:spPr>
          <a:xfrm>
            <a:off x="5614416" y="111125"/>
            <a:ext cx="3529584" cy="874713"/>
          </a:xfrm>
          <a:prstGeom prst="rect">
            <a:avLst/>
          </a:prstGeom>
          <a:solidFill>
            <a:srgbClr val="33B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 id="214748493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81.xml"/><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90.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90.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90.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90.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16.xml"/><Relationship Id="rId1" Type="http://schemas.openxmlformats.org/officeDocument/2006/relationships/slideLayout" Target="../slideLayouts/slideLayout9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90.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90.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90.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90.xml"/></Relationships>
</file>

<file path=ppt/slides/_rels/slide2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23.xml"/><Relationship Id="rId1" Type="http://schemas.openxmlformats.org/officeDocument/2006/relationships/slideLayout" Target="../slideLayouts/slideLayout7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90.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90.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90.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90.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90.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90.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90.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90.xml"/><Relationship Id="rId4" Type="http://schemas.openxmlformats.org/officeDocument/2006/relationships/image" Target="../media/image15.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90.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090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4</a:t>
            </a:r>
            <a:br>
              <a:rPr lang="en-GB" altLang="en-US" sz="4600" dirty="0"/>
            </a:br>
            <a:r>
              <a:rPr lang="ar" sz="4600" dirty="0"/>
              <a:t>مبادئ القيادة والإشراف</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195623DE-A93E-BCD1-2B40-A72385DB8EC5}"/>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people standing in a circle">
            <a:extLst>
              <a:ext uri="{FF2B5EF4-FFF2-40B4-BE49-F238E27FC236}">
                <a16:creationId xmlns:a16="http://schemas.microsoft.com/office/drawing/2014/main" id="{42B067BA-2BBE-C8E1-62B5-AA35F116E2A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55671" y="2799392"/>
            <a:ext cx="3910768" cy="2607179"/>
          </a:xfrm>
          <a:prstGeom prst="rect">
            <a:avLst/>
          </a:prstGeom>
        </p:spPr>
      </p:pic>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3800" b="1" dirty="0"/>
              <a:t>مبادئ القيادة والإشراف</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68312" y="2275911"/>
            <a:ext cx="3703639"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200" dirty="0"/>
              <a:t>تتناول هذه الوحدة: </a:t>
            </a:r>
          </a:p>
          <a:p>
            <a:pPr rtl="1">
              <a:lnSpc>
                <a:spcPct val="90000"/>
              </a:lnSpc>
            </a:pPr>
            <a:r>
              <a:rPr lang="ar" sz="2200" dirty="0"/>
              <a:t>محفِّزات الموظفين لإقامة علاقات عمل ناجحة لتكوين فرق قوية في قطاع الضيافة.</a:t>
            </a:r>
          </a:p>
          <a:p>
            <a:pPr rtl="1">
              <a:lnSpc>
                <a:spcPct val="90000"/>
              </a:lnSpc>
            </a:pPr>
            <a:r>
              <a:rPr lang="ar" sz="2200" dirty="0"/>
              <a:t>كيفية تطوير المشرف لعلاقات العمل مع الزملاء للترسيخ ثقافة التفاهم والاحترام المتبادل لضمان تحقيق إحدى شركات الضيافة. </a:t>
            </a:r>
          </a:p>
        </p:txBody>
      </p:sp>
      <p:sp>
        <p:nvSpPr>
          <p:cNvPr id="2" name="Footer Placeholder 2">
            <a:extLst>
              <a:ext uri="{FF2B5EF4-FFF2-40B4-BE49-F238E27FC236}">
                <a16:creationId xmlns:a16="http://schemas.microsoft.com/office/drawing/2014/main" id="{343AA1AB-4E48-E376-32E8-BCC953EF39B8}"/>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a:t>
            </a:r>
            <a:r>
              <a:rPr lang="ar" sz="2600" dirty="0"/>
              <a:t>دراسة مهارات القيادة والتحفيز المطلوبة لإدارة الفريق بفعالية</a:t>
            </a:r>
            <a:endParaRPr lang="en-GB" altLang="en-US" sz="2600" dirty="0">
              <a:highlight>
                <a:srgbClr val="FFFF00"/>
              </a:highlight>
            </a:endParaRPr>
          </a:p>
          <a:p>
            <a:pPr marL="404813" indent="-404813" defTabSz="431800" rtl="1">
              <a:spcBef>
                <a:spcPts val="1200"/>
              </a:spcBef>
              <a:buNone/>
            </a:pPr>
            <a:r>
              <a:rPr lang="ar" sz="2600" b="1" dirty="0"/>
              <a:t>ب	</a:t>
            </a:r>
            <a:r>
              <a:rPr lang="ar" sz="2600" dirty="0"/>
              <a:t>دراسة كيفية تكوين فريق عمل فعّال لتحقيق أهداف العمل</a:t>
            </a:r>
            <a:endParaRPr lang="en-GB" altLang="en-US" sz="2600" dirty="0">
              <a:highlight>
                <a:srgbClr val="FFFF00"/>
              </a:highlight>
            </a:endParaRPr>
          </a:p>
          <a:p>
            <a:pPr marL="404813" indent="-404813" defTabSz="431800" rtl="1">
              <a:spcBef>
                <a:spcPts val="1200"/>
              </a:spcBef>
              <a:buNone/>
            </a:pPr>
            <a:r>
              <a:rPr lang="ar" sz="2600" b="1" dirty="0"/>
              <a:t>ج	</a:t>
            </a:r>
            <a:r>
              <a:rPr lang="ar" sz="2600" dirty="0"/>
              <a:t>تطبيق نظريات القيادة الفعّالة وبناء الفريق على مجموعة من المواقف ضمن سياق في قطاع الضيافة</a:t>
            </a:r>
            <a:endParaRPr lang="en-GB" altLang="en-US" sz="2600"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CAD005F0-802F-3A01-1190-B13141FE06BA}"/>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dirty="0"/>
              <a:t>نتاج التعلم أ</a:t>
            </a:r>
            <a:br>
              <a:rPr lang="en-US" altLang="en-US" sz="2400" b="1" dirty="0"/>
            </a:br>
            <a:r>
              <a:rPr lang="ar" sz="3000" b="1" dirty="0"/>
              <a:t>دراسة مهارات القيادة والتحفيز المطلوبة لإدارة الفريق بفعالية</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3284984"/>
            <a:ext cx="829126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أ1 أنماط القيادة وتطبيقاتها</a:t>
            </a:r>
          </a:p>
          <a:p>
            <a:pPr indent="0" rtl="1">
              <a:buFont typeface="Wingdings" panose="05000000000000000000" pitchFamily="2" charset="2"/>
              <a:buNone/>
            </a:pPr>
            <a:r>
              <a:rPr lang="ar" sz="2600" dirty="0"/>
              <a:t>أ2 النظريات الأساسية للتحفيز</a:t>
            </a:r>
          </a:p>
          <a:p>
            <a:pPr indent="0" rtl="1">
              <a:buFont typeface="Wingdings" panose="05000000000000000000" pitchFamily="2" charset="2"/>
              <a:buNone/>
            </a:pPr>
            <a:r>
              <a:rPr lang="ar" sz="2600" dirty="0"/>
              <a:t>أ3 المهارات القيادية والشخصية المطلوبة في قطاع الضيافة</a:t>
            </a:r>
          </a:p>
        </p:txBody>
      </p:sp>
      <p:sp>
        <p:nvSpPr>
          <p:cNvPr id="2" name="Footer Placeholder 2">
            <a:extLst>
              <a:ext uri="{FF2B5EF4-FFF2-40B4-BE49-F238E27FC236}">
                <a16:creationId xmlns:a16="http://schemas.microsoft.com/office/drawing/2014/main" id="{A7373FDF-A712-144C-AB35-CFE86E4297CF}"/>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dirty="0"/>
              <a:t>نتاج التعلم أ</a:t>
            </a:r>
            <a:br>
              <a:rPr lang="en-US" altLang="en-US" sz="2400" b="1" dirty="0"/>
            </a:br>
            <a:r>
              <a:rPr lang="ar" sz="3000" b="1" dirty="0"/>
              <a:t>دراسة مهارات القيادة والتحفيز المطلوبة لإدارة الفريق بفعالية</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9792" y="2998113"/>
            <a:ext cx="829126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هذا النتاج هو مقدمة للنظريات التحفيزية وأنماط القيادة المختلفة، يتناول المهارات الشخصية والسمات التي يمكن للمشرف تطبيقها في مجموعة من المواقف لتحفيز أعضاء الفريق وتشجيعهم على الأداء بما يعود بالنفع على الشركة. كما يدرس النتاج القيادة الفردية والأنماط الشخصية وكيفية تأثيرها في تماسك الفريق وأدائه.</a:t>
            </a:r>
          </a:p>
        </p:txBody>
      </p:sp>
      <p:sp>
        <p:nvSpPr>
          <p:cNvPr id="2" name="Footer Placeholder 2">
            <a:extLst>
              <a:ext uri="{FF2B5EF4-FFF2-40B4-BE49-F238E27FC236}">
                <a16:creationId xmlns:a16="http://schemas.microsoft.com/office/drawing/2014/main" id="{C502AEA9-503A-FF9B-0AA3-52FF5CBE7D35}"/>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321862660"/>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1521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br>
              <a:rPr lang="en-GB" altLang="en-US" sz="2400" b="1" dirty="0"/>
            </a:br>
            <a:r>
              <a:rPr lang="ar" sz="3800" b="1" dirty="0"/>
              <a:t>أ1 أنماط القيادة وتطبيقاتها (1)</a:t>
            </a:r>
            <a:br>
              <a:rPr lang="en-US" altLang="en-US" sz="3600" dirty="0"/>
            </a:br>
            <a:br>
              <a:rPr lang="en-US" altLang="en-US" sz="36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8" y="3284984"/>
            <a:ext cx="441542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أنماط القيادة المختلفة</a:t>
            </a:r>
            <a:endParaRPr lang="en-GB" altLang="en-US" sz="2600" dirty="0"/>
          </a:p>
          <a:p>
            <a:pPr marL="685800" rtl="1"/>
            <a:r>
              <a:rPr lang="ar" sz="2600" dirty="0"/>
              <a:t>القيادة الاستبدادية</a:t>
            </a:r>
          </a:p>
          <a:p>
            <a:pPr marL="685800" rtl="1"/>
            <a:r>
              <a:rPr lang="ar" sz="2600" dirty="0"/>
              <a:t>القيادة الديمقراطية</a:t>
            </a:r>
          </a:p>
          <a:p>
            <a:pPr marL="685800" rtl="1"/>
            <a:r>
              <a:rPr lang="ar" sz="2600" dirty="0"/>
              <a:t>القيادة المتساهلة</a:t>
            </a:r>
          </a:p>
        </p:txBody>
      </p:sp>
      <p:pic>
        <p:nvPicPr>
          <p:cNvPr id="4" name="Picture 3" descr="A hand drawing a diagram of people">
            <a:extLst>
              <a:ext uri="{FF2B5EF4-FFF2-40B4-BE49-F238E27FC236}">
                <a16:creationId xmlns:a16="http://schemas.microsoft.com/office/drawing/2014/main" id="{7A82E68B-6812-9513-224F-27458373B4D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46847" y="2701931"/>
            <a:ext cx="4201155" cy="3675295"/>
          </a:xfrm>
          <a:prstGeom prst="rect">
            <a:avLst/>
          </a:prstGeom>
        </p:spPr>
      </p:pic>
      <p:sp>
        <p:nvSpPr>
          <p:cNvPr id="2" name="Footer Placeholder 2">
            <a:extLst>
              <a:ext uri="{FF2B5EF4-FFF2-40B4-BE49-F238E27FC236}">
                <a16:creationId xmlns:a16="http://schemas.microsoft.com/office/drawing/2014/main" id="{F87D35C8-7882-095F-4511-03FDF45028B6}"/>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362265788"/>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720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أ1 أنماط القيادة وتطبيقاتها (2)</a:t>
            </a:r>
            <a:endParaRPr lang="en-GB" altLang="en-US" sz="3800" b="1"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2943" y="2538114"/>
            <a:ext cx="8291264" cy="43198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يجب على المشرفين فهم تأثير أنماط القيادة المختلفة عند التعامل مع مواقف وفِرق متنوعة من الموظفين.</a:t>
            </a:r>
          </a:p>
          <a:p>
            <a:pPr marL="685800" rtl="1"/>
            <a:r>
              <a:rPr lang="ar" sz="2600" dirty="0"/>
              <a:t>تأثير الأنماط في أداء الفريق.</a:t>
            </a:r>
          </a:p>
          <a:p>
            <a:pPr marL="685800" rtl="1"/>
            <a:r>
              <a:rPr lang="ar" sz="2600" dirty="0"/>
              <a:t>تكييف نمط القيادة وفقًا للموقف. </a:t>
            </a:r>
          </a:p>
          <a:p>
            <a:pPr marL="685800" rtl="1"/>
            <a:r>
              <a:rPr lang="ar" sz="2600" dirty="0"/>
              <a:t>تحديد نمط القيادة الشخصي.</a:t>
            </a:r>
          </a:p>
          <a:p>
            <a:pPr indent="0" rtl="1">
              <a:buNone/>
            </a:pPr>
            <a:endParaRPr lang="en-GB" altLang="en-US" sz="2600" dirty="0"/>
          </a:p>
        </p:txBody>
      </p:sp>
      <p:sp>
        <p:nvSpPr>
          <p:cNvPr id="2" name="TextBox 1">
            <a:extLst>
              <a:ext uri="{FF2B5EF4-FFF2-40B4-BE49-F238E27FC236}">
                <a16:creationId xmlns:a16="http://schemas.microsoft.com/office/drawing/2014/main" id="{C2B23A77-A905-EA69-ABF8-A94D9210686A}"/>
              </a:ext>
            </a:extLst>
          </p:cNvPr>
          <p:cNvSpPr txBox="1"/>
          <p:nvPr/>
        </p:nvSpPr>
        <p:spPr>
          <a:xfrm>
            <a:off x="382943" y="5298141"/>
            <a:ext cx="3994631" cy="707886"/>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سؤال: ما نوع نمط القيادة الذي تفضله عند الإشراف على فريق؟</a:t>
            </a:r>
          </a:p>
        </p:txBody>
      </p:sp>
      <p:sp>
        <p:nvSpPr>
          <p:cNvPr id="3" name="Footer Placeholder 2">
            <a:extLst>
              <a:ext uri="{FF2B5EF4-FFF2-40B4-BE49-F238E27FC236}">
                <a16:creationId xmlns:a16="http://schemas.microsoft.com/office/drawing/2014/main" id="{F2244497-86F2-93C7-5B72-55D0D17D6393}"/>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559962124"/>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720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أ2 النظريات الأساسية للتحفيز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132856"/>
            <a:ext cx="8291264" cy="43198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dirty="0"/>
          </a:p>
          <a:p>
            <a:pPr indent="0" rtl="1">
              <a:buNone/>
            </a:pPr>
            <a:r>
              <a:rPr lang="ar" sz="2600" dirty="0"/>
              <a:t>يوجد نوعين رئيسين للتحفيز</a:t>
            </a:r>
          </a:p>
          <a:p>
            <a:pPr marL="685800" rtl="1"/>
            <a:r>
              <a:rPr lang="ar" sz="2600" dirty="0"/>
              <a:t>التحفيز الخارجي (المستمد من العوامل الخارجية) عندما تتلقى تحفيزًا بالمكافآت الخارجية، مثل: المال، أو المنصب، أو التقدير.</a:t>
            </a:r>
          </a:p>
          <a:p>
            <a:pPr marL="685800" rtl="1"/>
            <a:r>
              <a:rPr lang="ar" sz="2600" dirty="0"/>
              <a:t>التحفيز الداخلي (المستمد من العوامل الداخلية) عندما تتلقى تحفيزًا يعود إلى اهتمامك بالعمل أو المهمة.</a:t>
            </a:r>
          </a:p>
          <a:p>
            <a:pPr indent="0" rtl="1">
              <a:buNone/>
            </a:pPr>
            <a:endParaRPr lang="en-GB" altLang="en-US" dirty="0"/>
          </a:p>
        </p:txBody>
      </p:sp>
      <p:sp>
        <p:nvSpPr>
          <p:cNvPr id="2" name="TextBox 1">
            <a:extLst>
              <a:ext uri="{FF2B5EF4-FFF2-40B4-BE49-F238E27FC236}">
                <a16:creationId xmlns:a16="http://schemas.microsoft.com/office/drawing/2014/main" id="{DDA3CDFA-7287-377D-ED31-1DBFD193B9DB}"/>
              </a:ext>
            </a:extLst>
          </p:cNvPr>
          <p:cNvSpPr txBox="1"/>
          <p:nvPr/>
        </p:nvSpPr>
        <p:spPr>
          <a:xfrm>
            <a:off x="723602" y="5172635"/>
            <a:ext cx="3994631" cy="1015663"/>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مناقشة: ناقش النوعين المذكورين أعلاه من التحفيز في صفك الدراسي، ما رأيك في العوامل التي تحفز معظم موظفي الضيافة؟</a:t>
            </a:r>
          </a:p>
        </p:txBody>
      </p:sp>
      <p:sp>
        <p:nvSpPr>
          <p:cNvPr id="3" name="Footer Placeholder 2">
            <a:extLst>
              <a:ext uri="{FF2B5EF4-FFF2-40B4-BE49-F238E27FC236}">
                <a16:creationId xmlns:a16="http://schemas.microsoft.com/office/drawing/2014/main" id="{305BF386-1C47-6BF7-D0E2-4543B4FBDD94}"/>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818933967"/>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124744"/>
            <a:ext cx="8229600" cy="720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أ2 النظريات الأساسية للتحفيز (2)</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1700808"/>
            <a:ext cx="8291264" cy="46799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يوجد العديد من الأنواع المختلفة من النظريات التي ترتبط جميعًا بالتحفيز، يرد سرد النظريات الرئيسة أدناه. </a:t>
            </a:r>
          </a:p>
          <a:p>
            <a:pPr indent="0" rtl="1">
              <a:buNone/>
            </a:pPr>
            <a:endParaRPr lang="en-GB" altLang="en-US" sz="2600" dirty="0"/>
          </a:p>
          <a:p>
            <a:pPr indent="0" rtl="1">
              <a:buNone/>
            </a:pPr>
            <a:endParaRPr lang="en-GB" altLang="en-US" sz="2600" dirty="0"/>
          </a:p>
        </p:txBody>
      </p:sp>
      <p:grpSp>
        <p:nvGrpSpPr>
          <p:cNvPr id="3" name="Group 2">
            <a:extLst>
              <a:ext uri="{FF2B5EF4-FFF2-40B4-BE49-F238E27FC236}">
                <a16:creationId xmlns:a16="http://schemas.microsoft.com/office/drawing/2014/main" id="{B777F0EC-5CB7-A053-DC93-F7BD26F4A892}"/>
              </a:ext>
            </a:extLst>
          </p:cNvPr>
          <p:cNvGrpSpPr/>
          <p:nvPr/>
        </p:nvGrpSpPr>
        <p:grpSpPr>
          <a:xfrm flipH="1">
            <a:off x="1911631" y="2636912"/>
            <a:ext cx="5826206" cy="3608336"/>
            <a:chOff x="1911631" y="2636912"/>
            <a:chExt cx="5826206" cy="3608336"/>
          </a:xfrm>
        </p:grpSpPr>
        <p:sp>
          <p:nvSpPr>
            <p:cNvPr id="4" name="Freeform: Shape 3">
              <a:extLst>
                <a:ext uri="{FF2B5EF4-FFF2-40B4-BE49-F238E27FC236}">
                  <a16:creationId xmlns:a16="http://schemas.microsoft.com/office/drawing/2014/main" id="{B89E849F-1113-750B-F44A-F53FCF20712B}"/>
                </a:ext>
              </a:extLst>
            </p:cNvPr>
            <p:cNvSpPr/>
            <p:nvPr/>
          </p:nvSpPr>
          <p:spPr>
            <a:xfrm>
              <a:off x="1911631" y="2638549"/>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تسلسل ماسلو الهرمي للاحتياجات</a:t>
              </a:r>
            </a:p>
          </p:txBody>
        </p:sp>
        <p:sp>
          <p:nvSpPr>
            <p:cNvPr id="5" name="Freeform: Shape 4">
              <a:extLst>
                <a:ext uri="{FF2B5EF4-FFF2-40B4-BE49-F238E27FC236}">
                  <a16:creationId xmlns:a16="http://schemas.microsoft.com/office/drawing/2014/main" id="{6A1DDF01-A9A7-FE51-F84A-2EE2F24E911A}"/>
                </a:ext>
              </a:extLst>
            </p:cNvPr>
            <p:cNvSpPr/>
            <p:nvPr/>
          </p:nvSpPr>
          <p:spPr>
            <a:xfrm>
              <a:off x="4933462" y="2636912"/>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نظرية احتياجات التحفيز لمكليلاند</a:t>
              </a:r>
            </a:p>
          </p:txBody>
        </p:sp>
        <p:sp>
          <p:nvSpPr>
            <p:cNvPr id="6" name="Freeform: Shape 5">
              <a:extLst>
                <a:ext uri="{FF2B5EF4-FFF2-40B4-BE49-F238E27FC236}">
                  <a16:creationId xmlns:a16="http://schemas.microsoft.com/office/drawing/2014/main" id="{E4F6126E-704E-86E0-6EE5-C46CE5A0BC8A}"/>
                </a:ext>
              </a:extLst>
            </p:cNvPr>
            <p:cNvSpPr/>
            <p:nvPr/>
          </p:nvSpPr>
          <p:spPr>
            <a:xfrm>
              <a:off x="1911631" y="4580618"/>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نظرية ماكجريجور X وY</a:t>
              </a:r>
            </a:p>
          </p:txBody>
        </p:sp>
        <p:sp>
          <p:nvSpPr>
            <p:cNvPr id="7" name="Freeform: Shape 6">
              <a:extLst>
                <a:ext uri="{FF2B5EF4-FFF2-40B4-BE49-F238E27FC236}">
                  <a16:creationId xmlns:a16="http://schemas.microsoft.com/office/drawing/2014/main" id="{EE19EA9F-B2FF-3995-CA2F-7CD99CE941FD}"/>
                </a:ext>
              </a:extLst>
            </p:cNvPr>
            <p:cNvSpPr/>
            <p:nvPr/>
          </p:nvSpPr>
          <p:spPr>
            <a:xfrm>
              <a:off x="4963453" y="4580618"/>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99060" tIns="99060" rIns="99060" bIns="99060" numCol="1" spcCol="1270" rtlCol="1" anchor="ctr" anchorCtr="0">
              <a:noAutofit/>
            </a:bodyPr>
            <a:lstStyle/>
            <a:p>
              <a:pPr marL="0" lvl="0" indent="0" algn="ctr" defTabSz="11557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نظرية العوامل الثنائية لهيرزبرغ.</a:t>
              </a:r>
            </a:p>
          </p:txBody>
        </p:sp>
      </p:grpSp>
      <p:sp>
        <p:nvSpPr>
          <p:cNvPr id="2" name="Footer Placeholder 2">
            <a:extLst>
              <a:ext uri="{FF2B5EF4-FFF2-40B4-BE49-F238E27FC236}">
                <a16:creationId xmlns:a16="http://schemas.microsoft.com/office/drawing/2014/main" id="{22DC324E-96A6-0E5A-794E-AA8925358FE4}"/>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11571557"/>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720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أ2 النظريات الأساسية للتحفيز (3)</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132856"/>
            <a:ext cx="8291264" cy="43198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تُستخدم الحوافز والمكافآت غالبًا لتحفيز الموظفين والفرق على تحسين أدائهم، ويحتاج المشرفون إلى فهم:</a:t>
            </a:r>
          </a:p>
          <a:p>
            <a:pPr indent="0" rtl="1">
              <a:buNone/>
            </a:pPr>
            <a:endParaRPr lang="en-GB" altLang="en-US" sz="2600" dirty="0"/>
          </a:p>
          <a:p>
            <a:pPr marL="685800" rtl="1"/>
            <a:r>
              <a:rPr lang="ar" sz="2600" dirty="0"/>
              <a:t>ماهية تلك الحوافز والمكافآت</a:t>
            </a:r>
          </a:p>
          <a:p>
            <a:pPr marL="685800" rtl="1"/>
            <a:r>
              <a:rPr lang="ar" sz="2600" dirty="0"/>
              <a:t>كيفية إجرائها والوقت المناسب لاستخدامها</a:t>
            </a:r>
          </a:p>
          <a:p>
            <a:pPr indent="0" rtl="1">
              <a:buNone/>
            </a:pPr>
            <a:endParaRPr lang="en-GB" altLang="en-US" dirty="0"/>
          </a:p>
        </p:txBody>
      </p:sp>
      <p:sp>
        <p:nvSpPr>
          <p:cNvPr id="2" name="TextBox 1">
            <a:extLst>
              <a:ext uri="{FF2B5EF4-FFF2-40B4-BE49-F238E27FC236}">
                <a16:creationId xmlns:a16="http://schemas.microsoft.com/office/drawing/2014/main" id="{9AE8F45C-46F2-65C6-8256-757E41B92E03}"/>
              </a:ext>
            </a:extLst>
          </p:cNvPr>
          <p:cNvSpPr txBox="1"/>
          <p:nvPr/>
        </p:nvSpPr>
        <p:spPr>
          <a:xfrm>
            <a:off x="559129" y="5381477"/>
            <a:ext cx="4604542" cy="707886"/>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سؤال: هل بإمكانك التفكير في أي حوافز ومكافآت تحفيزية يمكن أن تساعد على تحسين أداء الموظفين؟</a:t>
            </a:r>
          </a:p>
        </p:txBody>
      </p:sp>
      <p:sp>
        <p:nvSpPr>
          <p:cNvPr id="3" name="Footer Placeholder 2">
            <a:extLst>
              <a:ext uri="{FF2B5EF4-FFF2-40B4-BE49-F238E27FC236}">
                <a16:creationId xmlns:a16="http://schemas.microsoft.com/office/drawing/2014/main" id="{58E98FBC-A05F-F176-345B-623CD1BE543A}"/>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274057090"/>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1068636" y="1036319"/>
            <a:ext cx="7006728"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أ3 المهارات القيادية والشخصية المطلوبة </a:t>
            </a:r>
            <a:br>
              <a:rPr lang="en-US" sz="3800" b="1" dirty="0"/>
            </a:br>
            <a:r>
              <a:rPr lang="ar" sz="3800" b="1" dirty="0"/>
              <a:t>في قطاع الضيافة (1)</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38421"/>
            <a:ext cx="8291264" cy="42143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المهارات القيادية والإشرافية وسماتهما في قطاع الضيافة:</a:t>
            </a:r>
          </a:p>
        </p:txBody>
      </p:sp>
      <p:grpSp>
        <p:nvGrpSpPr>
          <p:cNvPr id="3" name="Group 2">
            <a:extLst>
              <a:ext uri="{FF2B5EF4-FFF2-40B4-BE49-F238E27FC236}">
                <a16:creationId xmlns:a16="http://schemas.microsoft.com/office/drawing/2014/main" id="{909A7638-896E-73B7-9E22-7774E7525E5F}"/>
              </a:ext>
            </a:extLst>
          </p:cNvPr>
          <p:cNvGrpSpPr/>
          <p:nvPr/>
        </p:nvGrpSpPr>
        <p:grpSpPr>
          <a:xfrm flipH="1">
            <a:off x="1771103" y="3070597"/>
            <a:ext cx="5826206" cy="3606699"/>
            <a:chOff x="1771103" y="3070597"/>
            <a:chExt cx="5826206" cy="3606699"/>
          </a:xfrm>
        </p:grpSpPr>
        <p:sp>
          <p:nvSpPr>
            <p:cNvPr id="4" name="Freeform: Shape 3">
              <a:extLst>
                <a:ext uri="{FF2B5EF4-FFF2-40B4-BE49-F238E27FC236}">
                  <a16:creationId xmlns:a16="http://schemas.microsoft.com/office/drawing/2014/main" id="{DC1278E0-0686-BB77-4FF3-C3146DCE3E85}"/>
                </a:ext>
              </a:extLst>
            </p:cNvPr>
            <p:cNvSpPr/>
            <p:nvPr/>
          </p:nvSpPr>
          <p:spPr>
            <a:xfrm>
              <a:off x="1771103" y="3070597"/>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تحديد الأهداف، وبناء الفريق، وتحقيق الهدف المشترك، والقدرة على التصور</a:t>
              </a:r>
            </a:p>
          </p:txBody>
        </p:sp>
        <p:sp>
          <p:nvSpPr>
            <p:cNvPr id="5" name="Freeform: Shape 4">
              <a:extLst>
                <a:ext uri="{FF2B5EF4-FFF2-40B4-BE49-F238E27FC236}">
                  <a16:creationId xmlns:a16="http://schemas.microsoft.com/office/drawing/2014/main" id="{0643BB37-DA95-536B-FCB3-52CAA57F1A7E}"/>
                </a:ext>
              </a:extLst>
            </p:cNvPr>
            <p:cNvSpPr/>
            <p:nvPr/>
          </p:nvSpPr>
          <p:spPr>
            <a:xfrm>
              <a:off x="4822925" y="3070597"/>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تحفيز الآخرين، وإدارة الطموحات والمواهب، وتقدير الآخرين ودعمهم</a:t>
              </a:r>
            </a:p>
          </p:txBody>
        </p:sp>
        <p:sp>
          <p:nvSpPr>
            <p:cNvPr id="6" name="Freeform: Shape 5">
              <a:extLst>
                <a:ext uri="{FF2B5EF4-FFF2-40B4-BE49-F238E27FC236}">
                  <a16:creationId xmlns:a16="http://schemas.microsoft.com/office/drawing/2014/main" id="{A20399B8-6DCA-1E07-C903-FC87ED15B44B}"/>
                </a:ext>
              </a:extLst>
            </p:cNvPr>
            <p:cNvSpPr/>
            <p:nvPr/>
          </p:nvSpPr>
          <p:spPr>
            <a:xfrm>
              <a:off x="1771103" y="5012666"/>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إدارة وحل النزاعات، وبناء علاقات شخصية إيجابية</a:t>
              </a:r>
            </a:p>
          </p:txBody>
        </p:sp>
        <p:sp>
          <p:nvSpPr>
            <p:cNvPr id="7" name="Freeform: Shape 6">
              <a:extLst>
                <a:ext uri="{FF2B5EF4-FFF2-40B4-BE49-F238E27FC236}">
                  <a16:creationId xmlns:a16="http://schemas.microsoft.com/office/drawing/2014/main" id="{A51940CE-9CBC-8C27-559F-B4FB5277052C}"/>
                </a:ext>
              </a:extLst>
            </p:cNvPr>
            <p:cNvSpPr/>
            <p:nvPr/>
          </p:nvSpPr>
          <p:spPr>
            <a:xfrm>
              <a:off x="4822925" y="5012666"/>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النزاهة، واستخدام الذكاء العاطفي</a:t>
              </a:r>
            </a:p>
          </p:txBody>
        </p:sp>
      </p:grpSp>
      <p:sp>
        <p:nvSpPr>
          <p:cNvPr id="2" name="Footer Placeholder 2">
            <a:extLst>
              <a:ext uri="{FF2B5EF4-FFF2-40B4-BE49-F238E27FC236}">
                <a16:creationId xmlns:a16="http://schemas.microsoft.com/office/drawing/2014/main" id="{E83AA49A-FD45-D0AF-25E6-68462A63E2CB}"/>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23683422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800" b="1" dirty="0"/>
              <a:t>أ3 المهارات القيادية والشخصية المطلوبة </a:t>
            </a:r>
            <a:br>
              <a:rPr lang="en-US" sz="3800" b="1" dirty="0"/>
            </a:br>
            <a:r>
              <a:rPr lang="ar" sz="3800" b="1" dirty="0"/>
              <a:t>في قطاع الضيافة (2)</a:t>
            </a:r>
          </a:p>
        </p:txBody>
      </p:sp>
      <p:grpSp>
        <p:nvGrpSpPr>
          <p:cNvPr id="3" name="Group 2">
            <a:extLst>
              <a:ext uri="{FF2B5EF4-FFF2-40B4-BE49-F238E27FC236}">
                <a16:creationId xmlns:a16="http://schemas.microsoft.com/office/drawing/2014/main" id="{163F7ABC-60A2-65B9-0296-ADA99161394F}"/>
              </a:ext>
            </a:extLst>
          </p:cNvPr>
          <p:cNvGrpSpPr/>
          <p:nvPr/>
        </p:nvGrpSpPr>
        <p:grpSpPr>
          <a:xfrm flipH="1">
            <a:off x="1846463" y="2561754"/>
            <a:ext cx="5826206" cy="3606699"/>
            <a:chOff x="1846463" y="2561754"/>
            <a:chExt cx="5826206" cy="3606699"/>
          </a:xfrm>
        </p:grpSpPr>
        <p:sp>
          <p:nvSpPr>
            <p:cNvPr id="4" name="Freeform: Shape 3">
              <a:extLst>
                <a:ext uri="{FF2B5EF4-FFF2-40B4-BE49-F238E27FC236}">
                  <a16:creationId xmlns:a16="http://schemas.microsoft.com/office/drawing/2014/main" id="{34DF59D3-6806-3985-B086-DA17FC316C4F}"/>
                </a:ext>
              </a:extLst>
            </p:cNvPr>
            <p:cNvSpPr/>
            <p:nvPr/>
          </p:nvSpPr>
          <p:spPr>
            <a:xfrm>
              <a:off x="1846463" y="2561754"/>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None/>
              </a:pPr>
              <a:r>
                <a:rPr lang="ar" sz="2800" kern="1200">
                  <a:solidFill>
                    <a:schemeClr val="tx1"/>
                  </a:solidFill>
                  <a:latin typeface="Sakkal Majalla" panose="02000000000000000000" pitchFamily="2" charset="-78"/>
                  <a:cs typeface="Sakkal Majalla" panose="02000000000000000000" pitchFamily="2" charset="-78"/>
                </a:rPr>
                <a:t>التواصل، وتقديم التعليقات</a:t>
              </a:r>
            </a:p>
          </p:txBody>
        </p:sp>
        <p:sp>
          <p:nvSpPr>
            <p:cNvPr id="5" name="Freeform: Shape 4">
              <a:extLst>
                <a:ext uri="{FF2B5EF4-FFF2-40B4-BE49-F238E27FC236}">
                  <a16:creationId xmlns:a16="http://schemas.microsoft.com/office/drawing/2014/main" id="{7BA45871-2CEF-67B3-CBA1-77D1DFBFCCBF}"/>
                </a:ext>
              </a:extLst>
            </p:cNvPr>
            <p:cNvSpPr/>
            <p:nvPr/>
          </p:nvSpPr>
          <p:spPr>
            <a:xfrm>
              <a:off x="4898285" y="2561754"/>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None/>
              </a:pPr>
              <a:r>
                <a:rPr lang="ar" sz="2800" kern="1200">
                  <a:solidFill>
                    <a:schemeClr val="tx1"/>
                  </a:solidFill>
                  <a:latin typeface="Sakkal Majalla" panose="02000000000000000000" pitchFamily="2" charset="-78"/>
                  <a:cs typeface="Sakkal Majalla" panose="02000000000000000000" pitchFamily="2" charset="-78"/>
                </a:rPr>
                <a:t>الاستعداد لتحمل المسؤولية والمحاسبة</a:t>
              </a:r>
            </a:p>
          </p:txBody>
        </p:sp>
        <p:sp>
          <p:nvSpPr>
            <p:cNvPr id="6" name="Freeform: Shape 5">
              <a:extLst>
                <a:ext uri="{FF2B5EF4-FFF2-40B4-BE49-F238E27FC236}">
                  <a16:creationId xmlns:a16="http://schemas.microsoft.com/office/drawing/2014/main" id="{442A7B38-0960-CFF9-1E8B-511C8CB97860}"/>
                </a:ext>
              </a:extLst>
            </p:cNvPr>
            <p:cNvSpPr/>
            <p:nvPr/>
          </p:nvSpPr>
          <p:spPr>
            <a:xfrm>
              <a:off x="3372374" y="4503823"/>
              <a:ext cx="2774384" cy="1664630"/>
            </a:xfrm>
            <a:custGeom>
              <a:avLst/>
              <a:gdLst>
                <a:gd name="connsiteX0" fmla="*/ 0 w 2774384"/>
                <a:gd name="connsiteY0" fmla="*/ 0 h 1664630"/>
                <a:gd name="connsiteX1" fmla="*/ 2774384 w 2774384"/>
                <a:gd name="connsiteY1" fmla="*/ 0 h 1664630"/>
                <a:gd name="connsiteX2" fmla="*/ 2774384 w 2774384"/>
                <a:gd name="connsiteY2" fmla="*/ 1664630 h 1664630"/>
                <a:gd name="connsiteX3" fmla="*/ 0 w 2774384"/>
                <a:gd name="connsiteY3" fmla="*/ 1664630 h 1664630"/>
                <a:gd name="connsiteX4" fmla="*/ 0 w 2774384"/>
                <a:gd name="connsiteY4" fmla="*/ 0 h 166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84" h="1664630">
                  <a:moveTo>
                    <a:pt x="0" y="0"/>
                  </a:moveTo>
                  <a:lnTo>
                    <a:pt x="2774384" y="0"/>
                  </a:lnTo>
                  <a:lnTo>
                    <a:pt x="2774384" y="1664630"/>
                  </a:lnTo>
                  <a:lnTo>
                    <a:pt x="0" y="166463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None/>
              </a:pPr>
              <a:r>
                <a:rPr lang="ar" sz="2800" kern="1200">
                  <a:solidFill>
                    <a:schemeClr val="tx1"/>
                  </a:solidFill>
                  <a:latin typeface="Sakkal Majalla" panose="02000000000000000000" pitchFamily="2" charset="-78"/>
                  <a:cs typeface="Sakkal Majalla" panose="02000000000000000000" pitchFamily="2" charset="-78"/>
                </a:rPr>
                <a:t>المرونة في التعامل مع المستجدات غير المتوقعة وحل المشكلات.</a:t>
              </a:r>
            </a:p>
          </p:txBody>
        </p:sp>
      </p:grpSp>
      <p:sp>
        <p:nvSpPr>
          <p:cNvPr id="2" name="Footer Placeholder 2">
            <a:extLst>
              <a:ext uri="{FF2B5EF4-FFF2-40B4-BE49-F238E27FC236}">
                <a16:creationId xmlns:a16="http://schemas.microsoft.com/office/drawing/2014/main" id="{6FE2E5B6-F894-14D5-1667-894AF2F45578}"/>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616228736"/>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dirty="0"/>
              <a:t>نتاج التعلم ب</a:t>
            </a:r>
            <a:br>
              <a:rPr lang="en-US" altLang="en-US" sz="2400" b="1" dirty="0"/>
            </a:br>
            <a:r>
              <a:rPr lang="ar" sz="3400" b="1" dirty="0"/>
              <a:t>دراسة كيفية تكوين فريق عمل فعّال لتحقيق أهداف العمل</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59223" y="3429000"/>
            <a:ext cx="7614663" cy="295173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ب1 نظرية فرق العمل وتطوير الفريق</a:t>
            </a:r>
          </a:p>
          <a:p>
            <a:pPr indent="0" rtl="1">
              <a:buFont typeface="Wingdings" panose="05000000000000000000" pitchFamily="2" charset="2"/>
              <a:buNone/>
            </a:pPr>
            <a:r>
              <a:rPr lang="ar" sz="2600" dirty="0"/>
              <a:t>ب2 خصائص الفريق الفعّال والفوائد التي يحققها</a:t>
            </a:r>
          </a:p>
          <a:p>
            <a:pPr indent="0" rtl="1">
              <a:buFont typeface="Wingdings" panose="05000000000000000000" pitchFamily="2" charset="2"/>
              <a:buNone/>
            </a:pPr>
            <a:r>
              <a:rPr lang="ar" sz="2600" dirty="0"/>
              <a:t>ب3 أسباب الصراع داخل الفريق</a:t>
            </a:r>
          </a:p>
        </p:txBody>
      </p:sp>
      <p:sp>
        <p:nvSpPr>
          <p:cNvPr id="2" name="Footer Placeholder 2">
            <a:extLst>
              <a:ext uri="{FF2B5EF4-FFF2-40B4-BE49-F238E27FC236}">
                <a16:creationId xmlns:a16="http://schemas.microsoft.com/office/drawing/2014/main" id="{4893A66B-E994-B4CB-12E0-CE661CFBC431}"/>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265265193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dirty="0"/>
              <a:t>نتاج التعلم ب</a:t>
            </a:r>
            <a:br>
              <a:rPr lang="en-US" altLang="en-US" sz="3400" b="1" dirty="0"/>
            </a:br>
            <a:r>
              <a:rPr lang="ar" sz="3400" b="1" dirty="0"/>
              <a:t>دراسة كيفية تكوين فريق عمل فعّال لتحقيق أهداف العمل</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3212976"/>
            <a:ext cx="829126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يستكشف هذا النتاج الأنواع المختلفة للفرق في مؤسسات الضيافة ونقاط قوتها وضعفها، وسيساعدك هذا الأمر على فهم كيفية تكوين الفرق ومختلف العمليات التي تتم عند تشكيل فريق. كما يتم دراسة التأثيرات الإيجابية والسلبية للفرق على إحدى المؤسسات، بالإضافة إلى دور المشرف في تطوير فرق العمل.</a:t>
            </a:r>
          </a:p>
        </p:txBody>
      </p:sp>
      <p:sp>
        <p:nvSpPr>
          <p:cNvPr id="2" name="Footer Placeholder 2">
            <a:extLst>
              <a:ext uri="{FF2B5EF4-FFF2-40B4-BE49-F238E27FC236}">
                <a16:creationId xmlns:a16="http://schemas.microsoft.com/office/drawing/2014/main" id="{BE9FEBE2-30C5-3B47-44DA-DBE78DC43D68}"/>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465787094"/>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584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br>
              <a:rPr lang="en-GB" altLang="en-US" sz="2400" b="1" dirty="0"/>
            </a:br>
            <a:r>
              <a:rPr lang="ar" sz="3400" b="1" dirty="0"/>
              <a:t>ب1 نظرية فرق العمل وتطوير الفريق (1)</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8" y="2996952"/>
            <a:ext cx="441542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الغرض:</a:t>
            </a:r>
          </a:p>
          <a:p>
            <a:pPr marL="685800" rtl="1"/>
            <a:r>
              <a:rPr lang="ar" sz="2600" dirty="0"/>
              <a:t>تحقيق الأهداف</a:t>
            </a:r>
          </a:p>
          <a:p>
            <a:pPr marL="685800" rtl="1"/>
            <a:r>
              <a:rPr lang="ar" sz="2600" dirty="0"/>
              <a:t>زيادة الكفاءة والإنتاجية</a:t>
            </a:r>
          </a:p>
          <a:p>
            <a:pPr marL="685800" rtl="1"/>
            <a:r>
              <a:rPr lang="ar" sz="2600" dirty="0"/>
              <a:t>الابتكار </a:t>
            </a:r>
          </a:p>
        </p:txBody>
      </p:sp>
      <p:pic>
        <p:nvPicPr>
          <p:cNvPr id="3" name="Picture 2" descr="A group of people putting their hands together">
            <a:extLst>
              <a:ext uri="{FF2B5EF4-FFF2-40B4-BE49-F238E27FC236}">
                <a16:creationId xmlns:a16="http://schemas.microsoft.com/office/drawing/2014/main" id="{389C950A-C876-8BF4-EA88-C1B7E887DDB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4608" y="2996952"/>
            <a:ext cx="4027395" cy="2684930"/>
          </a:xfrm>
          <a:prstGeom prst="rect">
            <a:avLst/>
          </a:prstGeom>
        </p:spPr>
      </p:pic>
      <p:sp>
        <p:nvSpPr>
          <p:cNvPr id="2" name="Footer Placeholder 2">
            <a:extLst>
              <a:ext uri="{FF2B5EF4-FFF2-40B4-BE49-F238E27FC236}">
                <a16:creationId xmlns:a16="http://schemas.microsoft.com/office/drawing/2014/main" id="{B7B804F2-0371-F2D6-35E7-2AFC5EF72D00}"/>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551979003"/>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388"/>
            <a:ext cx="8229600" cy="86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90000"/>
          </a:bodyPr>
          <a:lstStyle/>
          <a:p>
            <a:pPr rtl="1">
              <a:lnSpc>
                <a:spcPct val="90000"/>
              </a:lnSpc>
              <a:spcBef>
                <a:spcPts val="1200"/>
              </a:spcBef>
              <a:spcAft>
                <a:spcPts val="1500"/>
              </a:spcAft>
            </a:pPr>
            <a:br>
              <a:rPr lang="en-GB" altLang="en-US" sz="2400" b="1" dirty="0"/>
            </a:br>
            <a:r>
              <a:rPr lang="ar" sz="3800" b="1" dirty="0"/>
              <a:t>ب1 نظرية فرق العمل وتطوير الفريق (2)</a:t>
            </a:r>
            <a:br>
              <a:rPr lang="en-US" altLang="en-US" sz="2400" dirty="0"/>
            </a:br>
            <a:br>
              <a:rPr lang="en-US" altLang="en-US" sz="1400" dirty="0"/>
            </a:br>
            <a:endParaRPr lang="en-GB" altLang="en-US" sz="1400" dirty="0"/>
          </a:p>
        </p:txBody>
      </p:sp>
      <p:graphicFrame>
        <p:nvGraphicFramePr>
          <p:cNvPr id="34821" name="Content Placeholder 3">
            <a:extLst>
              <a:ext uri="{FF2B5EF4-FFF2-40B4-BE49-F238E27FC236}">
                <a16:creationId xmlns:a16="http://schemas.microsoft.com/office/drawing/2014/main" id="{EC69763D-2C1E-ECC1-9AE7-2CD0445C83F7}"/>
              </a:ext>
            </a:extLst>
          </p:cNvPr>
          <p:cNvGraphicFramePr>
            <a:graphicFrameLocks noGrp="1"/>
          </p:cNvGraphicFramePr>
          <p:nvPr>
            <p:ph sz="half" idx="2"/>
            <p:extLst>
              <p:ext uri="{D42A27DB-BD31-4B8C-83A1-F6EECF244321}">
                <p14:modId xmlns:p14="http://schemas.microsoft.com/office/powerpoint/2010/main" val="2239424218"/>
              </p:ext>
            </p:extLst>
          </p:nvPr>
        </p:nvGraphicFramePr>
        <p:xfrm>
          <a:off x="611560" y="2922588"/>
          <a:ext cx="7848227" cy="2882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4D69CE1E-FB14-031A-C695-0E61D05D3FAC}"/>
              </a:ext>
            </a:extLst>
          </p:cNvPr>
          <p:cNvSpPr txBox="1"/>
          <p:nvPr/>
        </p:nvSpPr>
        <p:spPr>
          <a:xfrm>
            <a:off x="1043608" y="2058988"/>
            <a:ext cx="7416179"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أنواع الفرق في قطاع الضيافة:</a:t>
            </a:r>
          </a:p>
        </p:txBody>
      </p:sp>
      <p:sp>
        <p:nvSpPr>
          <p:cNvPr id="2" name="Footer Placeholder 2">
            <a:extLst>
              <a:ext uri="{FF2B5EF4-FFF2-40B4-BE49-F238E27FC236}">
                <a16:creationId xmlns:a16="http://schemas.microsoft.com/office/drawing/2014/main" id="{F5DBE8DA-D0F2-E4A3-FB6B-E575C2FDF449}"/>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589114282"/>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792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مراحل تطور الفريق عند تاكمان</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76872"/>
            <a:ext cx="8291264" cy="41758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تُستخدم نظرية تاكمان للمراحل المختلفة لتطوير الفريق من أجل شرح العمليات المختلفة التي يمر بها الفريق في أثناء تطويره.</a:t>
            </a:r>
          </a:p>
          <a:p>
            <a:pPr marL="685800" rtl="1"/>
            <a:r>
              <a:rPr lang="ar" sz="2600" dirty="0"/>
              <a:t>التكوين</a:t>
            </a:r>
          </a:p>
          <a:p>
            <a:pPr marL="685800" rtl="1"/>
            <a:r>
              <a:rPr lang="ar" sz="2600" dirty="0"/>
              <a:t>العصف الذهني</a:t>
            </a:r>
          </a:p>
          <a:p>
            <a:pPr marL="685800" rtl="1"/>
            <a:r>
              <a:rPr lang="ar" sz="2600" dirty="0"/>
              <a:t>وضع المعايير</a:t>
            </a:r>
          </a:p>
          <a:p>
            <a:pPr marL="685800" rtl="1"/>
            <a:r>
              <a:rPr lang="ar" sz="2600" dirty="0"/>
              <a:t>الأداء</a:t>
            </a:r>
          </a:p>
          <a:p>
            <a:pPr marL="685800" rtl="1"/>
            <a:r>
              <a:rPr lang="ar" sz="2600" dirty="0"/>
              <a:t>الختام</a:t>
            </a:r>
          </a:p>
        </p:txBody>
      </p:sp>
      <p:sp>
        <p:nvSpPr>
          <p:cNvPr id="2" name="TextBox 1">
            <a:extLst>
              <a:ext uri="{FF2B5EF4-FFF2-40B4-BE49-F238E27FC236}">
                <a16:creationId xmlns:a16="http://schemas.microsoft.com/office/drawing/2014/main" id="{BB67EEE8-3DB4-2D6B-A1D3-163F37DB28A0}"/>
              </a:ext>
            </a:extLst>
          </p:cNvPr>
          <p:cNvSpPr txBox="1"/>
          <p:nvPr/>
        </p:nvSpPr>
        <p:spPr>
          <a:xfrm>
            <a:off x="741530" y="5441576"/>
            <a:ext cx="4995880" cy="707886"/>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سؤال: ما المرحلة التي تعتقد أن مجموعتك الدراسية تمر بها حاليًّا وفقًا لنظرية تاكمان؟</a:t>
            </a:r>
          </a:p>
        </p:txBody>
      </p:sp>
      <p:sp>
        <p:nvSpPr>
          <p:cNvPr id="3" name="Footer Placeholder 2">
            <a:extLst>
              <a:ext uri="{FF2B5EF4-FFF2-40B4-BE49-F238E27FC236}">
                <a16:creationId xmlns:a16="http://schemas.microsoft.com/office/drawing/2014/main" id="{67EBF023-501B-0DD3-7162-9C5570BAA294}"/>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127808740"/>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792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نظرية أدوار الفريق لبيلبين</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76872"/>
            <a:ext cx="8291264" cy="41758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تحدد نظرية أدوار الفريق لبيلبين الأدوار المميزة التي يمكن أن يؤديها الأفراد ضمن الفريق من أجل تعزيز فعاليته.</a:t>
            </a:r>
            <a:endParaRPr lang="pt-BR" altLang="en-US" sz="2600" dirty="0"/>
          </a:p>
          <a:p>
            <a:pPr marL="685800" rtl="1"/>
            <a:r>
              <a:rPr lang="ar" sz="2600" dirty="0"/>
              <a:t>تحديد الأدوار الفردية في الفريق</a:t>
            </a:r>
          </a:p>
          <a:p>
            <a:pPr marL="685800" rtl="1"/>
            <a:r>
              <a:rPr lang="ar" sz="2600" dirty="0"/>
              <a:t>تحديد نقاط القوة والضعف السلوكية للأفراد في بيئة العمل لتوفير فريق متوازن الخصائص، بالإضافة إلى تحديد الإسهامات ونقاط الضعف المسموح بها لكل دور.</a:t>
            </a:r>
          </a:p>
          <a:p>
            <a:pPr indent="0" rtl="1">
              <a:buNone/>
            </a:pPr>
            <a:endParaRPr lang="pt-BR" altLang="en-US" sz="2600" dirty="0"/>
          </a:p>
        </p:txBody>
      </p:sp>
      <p:sp>
        <p:nvSpPr>
          <p:cNvPr id="2" name="TextBox 1">
            <a:extLst>
              <a:ext uri="{FF2B5EF4-FFF2-40B4-BE49-F238E27FC236}">
                <a16:creationId xmlns:a16="http://schemas.microsoft.com/office/drawing/2014/main" id="{2AD273A4-DBEE-E283-6F64-7BAAC6C3BAFD}"/>
              </a:ext>
            </a:extLst>
          </p:cNvPr>
          <p:cNvSpPr txBox="1"/>
          <p:nvPr/>
        </p:nvSpPr>
        <p:spPr>
          <a:xfrm>
            <a:off x="197224" y="5663846"/>
            <a:ext cx="5988424" cy="400110"/>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مناقشة: ناقش كيفية استخدام نظرية أدوار الفريق لبيلبين لتكوين فريق فعال.</a:t>
            </a:r>
            <a:endParaRPr lang="pt-BR" altLang="en-US" sz="20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B0C9242C-BF6C-3441-6AB3-6D9AA6CB717A}"/>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681998627"/>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ب2 خصائص الفريق الفعّال والفوائد التي يحققها (1)</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6368" y="2546680"/>
            <a:ext cx="8291264"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الخصائص:</a:t>
            </a:r>
          </a:p>
          <a:p>
            <a:pPr marL="685800" rtl="1"/>
            <a:r>
              <a:rPr lang="ar" sz="2600" dirty="0"/>
              <a:t>تحديد الأهداف بوضوح</a:t>
            </a:r>
          </a:p>
          <a:p>
            <a:pPr marL="685800" rtl="1"/>
            <a:r>
              <a:rPr lang="ar" sz="2600" dirty="0"/>
              <a:t>تحديد واضح للأدوار والمسؤوليات</a:t>
            </a:r>
          </a:p>
          <a:p>
            <a:pPr marL="685800" rtl="1"/>
            <a:r>
              <a:rPr lang="ar" sz="2600" dirty="0"/>
              <a:t>وضع حدود واضحة للصلاحيات واتخاذ القرارات</a:t>
            </a:r>
          </a:p>
          <a:p>
            <a:pPr marL="685800" rtl="1"/>
            <a:r>
              <a:rPr lang="ar" sz="2600" dirty="0"/>
              <a:t>وضع معايير جماعية للعمل معًا</a:t>
            </a:r>
          </a:p>
          <a:p>
            <a:pPr marL="685800" rtl="1"/>
            <a:r>
              <a:rPr lang="ar" sz="2600" dirty="0"/>
              <a:t>تقدير الصفات الشخصية والاستفادة منها</a:t>
            </a:r>
          </a:p>
          <a:p>
            <a:pPr marL="685800" rtl="1"/>
            <a:r>
              <a:rPr lang="ar" sz="2600" dirty="0"/>
              <a:t>مشاركة النجاحات والاحتفاء بها</a:t>
            </a:r>
          </a:p>
          <a:p>
            <a:pPr marL="685800" rtl="1"/>
            <a:endParaRPr lang="en-GB" altLang="en-US" sz="2600" dirty="0"/>
          </a:p>
        </p:txBody>
      </p:sp>
      <p:sp>
        <p:nvSpPr>
          <p:cNvPr id="2" name="TextBox 1">
            <a:extLst>
              <a:ext uri="{FF2B5EF4-FFF2-40B4-BE49-F238E27FC236}">
                <a16:creationId xmlns:a16="http://schemas.microsoft.com/office/drawing/2014/main" id="{1B522BEA-127D-4653-A896-861B4E841D9D}"/>
              </a:ext>
            </a:extLst>
          </p:cNvPr>
          <p:cNvSpPr txBox="1"/>
          <p:nvPr/>
        </p:nvSpPr>
        <p:spPr>
          <a:xfrm>
            <a:off x="313766" y="5895417"/>
            <a:ext cx="5988424" cy="400110"/>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مناقشة: ناقش في صفك الدراسي أهمية كلٍ من هذه الخصائص. </a:t>
            </a:r>
          </a:p>
        </p:txBody>
      </p:sp>
      <p:sp>
        <p:nvSpPr>
          <p:cNvPr id="3" name="Footer Placeholder 2">
            <a:extLst>
              <a:ext uri="{FF2B5EF4-FFF2-40B4-BE49-F238E27FC236}">
                <a16:creationId xmlns:a16="http://schemas.microsoft.com/office/drawing/2014/main" id="{A6E5FE8F-C5C5-C886-43FE-700F5FE59AF7}"/>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2807376785"/>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ب2 خصائص الفريق الفعّال والفوائد التي يحققها (2)</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555824"/>
            <a:ext cx="8291264"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الفوائد:</a:t>
            </a:r>
          </a:p>
          <a:p>
            <a:pPr marL="685800" rtl="1"/>
            <a:r>
              <a:rPr lang="ar" sz="2600" dirty="0"/>
              <a:t>زيادة الإنتاجية والكفاءة</a:t>
            </a:r>
          </a:p>
          <a:p>
            <a:pPr marL="685800" rtl="1"/>
            <a:r>
              <a:rPr lang="ar" sz="2600" dirty="0"/>
              <a:t>تعزيز الدافع</a:t>
            </a:r>
          </a:p>
          <a:p>
            <a:pPr marL="685800" rtl="1"/>
            <a:r>
              <a:rPr lang="ar" sz="2600" dirty="0"/>
              <a:t>تبادل الخبرات</a:t>
            </a:r>
          </a:p>
          <a:p>
            <a:pPr marL="685800" rtl="1"/>
            <a:r>
              <a:rPr lang="ar" sz="2600" dirty="0"/>
              <a:t>تقليل التكرار والأخطاء</a:t>
            </a:r>
          </a:p>
          <a:p>
            <a:pPr marL="685800" rtl="1"/>
            <a:r>
              <a:rPr lang="ar" sz="2600" dirty="0"/>
              <a:t>اكتشاف المواهب وتطويرها</a:t>
            </a:r>
          </a:p>
        </p:txBody>
      </p:sp>
      <p:sp>
        <p:nvSpPr>
          <p:cNvPr id="2" name="Footer Placeholder 2">
            <a:extLst>
              <a:ext uri="{FF2B5EF4-FFF2-40B4-BE49-F238E27FC236}">
                <a16:creationId xmlns:a16="http://schemas.microsoft.com/office/drawing/2014/main" id="{C084C5D2-01B6-1423-858E-5A354DF66A75}"/>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77497209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ب3 أسباب الصراع داخل الفريق (1)</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76872"/>
            <a:ext cx="8291264"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تواجه جميع الفرق صراعات في مرحلة ما، ويجب على المشرفين فهم أسباب هذه الصراعات لحل مشكلات الموظفين.</a:t>
            </a:r>
          </a:p>
          <a:p>
            <a:pPr indent="0" rtl="1">
              <a:buNone/>
            </a:pPr>
            <a:endParaRPr lang="en-GB" altLang="en-US" sz="2600" dirty="0"/>
          </a:p>
          <a:p>
            <a:pPr indent="0" rtl="1">
              <a:buNone/>
            </a:pPr>
            <a:r>
              <a:rPr lang="ar" sz="2600" dirty="0"/>
              <a:t>الأسباب الثمانية للنزاعات وفقًا لنموذج بيل وهارت هي:</a:t>
            </a:r>
          </a:p>
          <a:p>
            <a:pPr indent="0" rtl="1">
              <a:buNone/>
              <a:tabLst>
                <a:tab pos="2974975" algn="r"/>
              </a:tabLst>
            </a:pPr>
            <a:r>
              <a:rPr lang="ar" sz="2600" dirty="0"/>
              <a:t>تضارب الموارد              </a:t>
            </a:r>
            <a:r>
              <a:rPr lang="en-US" sz="2600" dirty="0"/>
              <a:t>	</a:t>
            </a:r>
            <a:r>
              <a:rPr lang="ar" sz="2600" dirty="0"/>
              <a:t>تضارب الضغوط</a:t>
            </a:r>
          </a:p>
          <a:p>
            <a:pPr indent="0" rtl="1">
              <a:buNone/>
              <a:tabLst>
                <a:tab pos="2974975" algn="r"/>
              </a:tabLst>
            </a:pPr>
            <a:r>
              <a:rPr lang="ar" sz="2600" dirty="0"/>
              <a:t>تضارب أنماط العمل            </a:t>
            </a:r>
            <a:r>
              <a:rPr lang="en-US" sz="2600" dirty="0"/>
              <a:t>	</a:t>
            </a:r>
            <a:r>
              <a:rPr lang="ar" sz="2600" dirty="0"/>
              <a:t>تضارب الأدوار</a:t>
            </a:r>
          </a:p>
          <a:p>
            <a:pPr indent="0" rtl="1">
              <a:buNone/>
              <a:tabLst>
                <a:tab pos="2974975" algn="r"/>
              </a:tabLst>
            </a:pPr>
            <a:r>
              <a:rPr lang="ar" sz="2600" dirty="0"/>
              <a:t>تضارب التصورات           </a:t>
            </a:r>
            <a:r>
              <a:rPr lang="en-US" sz="2600" dirty="0"/>
              <a:t>	</a:t>
            </a:r>
            <a:r>
              <a:rPr lang="ar" sz="2600" dirty="0"/>
              <a:t>اختلاف القيم الشخصية</a:t>
            </a:r>
          </a:p>
          <a:p>
            <a:pPr indent="0" rtl="1">
              <a:buNone/>
              <a:tabLst>
                <a:tab pos="2974975" algn="r"/>
              </a:tabLst>
            </a:pPr>
            <a:r>
              <a:rPr lang="ar" sz="2600" dirty="0"/>
              <a:t>تضارب الأهداف                     </a:t>
            </a:r>
            <a:r>
              <a:rPr lang="en-US" sz="2600" dirty="0"/>
              <a:t>	</a:t>
            </a:r>
            <a:r>
              <a:rPr lang="ar" sz="2600" dirty="0"/>
              <a:t>السياسات غير المتوقعة</a:t>
            </a:r>
          </a:p>
          <a:p>
            <a:pPr indent="0" rtl="1">
              <a:buNone/>
            </a:pPr>
            <a:endParaRPr lang="en-GB" altLang="en-US" sz="2600" dirty="0"/>
          </a:p>
        </p:txBody>
      </p:sp>
      <p:sp>
        <p:nvSpPr>
          <p:cNvPr id="2" name="Footer Placeholder 2">
            <a:extLst>
              <a:ext uri="{FF2B5EF4-FFF2-40B4-BE49-F238E27FC236}">
                <a16:creationId xmlns:a16="http://schemas.microsoft.com/office/drawing/2014/main" id="{8A641310-DCBA-1052-A2EB-3C53BCE1442C}"/>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977631567"/>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69792" y="1268760"/>
            <a:ext cx="8229600"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ب3 أسباب الصراع داخل الفريق (2)</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76872"/>
            <a:ext cx="8291264"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عدم التزام القواعد والسياسات:</a:t>
            </a:r>
          </a:p>
          <a:p>
            <a:pPr marL="685800" rtl="1"/>
            <a:r>
              <a:rPr lang="ar" sz="2600" dirty="0"/>
              <a:t>انعدام الالتزام الشخصي أو تجاهل الزملاء لسياسة الشركة. </a:t>
            </a:r>
          </a:p>
          <a:p>
            <a:pPr indent="0" rtl="1">
              <a:buNone/>
            </a:pPr>
            <a:endParaRPr lang="en-GB" altLang="en-US" sz="2600" dirty="0"/>
          </a:p>
          <a:p>
            <a:pPr marL="685800" rtl="1"/>
            <a:endParaRPr lang="en-GB" altLang="en-US" sz="2600" dirty="0"/>
          </a:p>
        </p:txBody>
      </p:sp>
      <p:grpSp>
        <p:nvGrpSpPr>
          <p:cNvPr id="3" name="Group 2">
            <a:extLst>
              <a:ext uri="{FF2B5EF4-FFF2-40B4-BE49-F238E27FC236}">
                <a16:creationId xmlns:a16="http://schemas.microsoft.com/office/drawing/2014/main" id="{F8840D45-520F-C16A-BD39-6CD5625E6223}"/>
              </a:ext>
            </a:extLst>
          </p:cNvPr>
          <p:cNvGrpSpPr/>
          <p:nvPr/>
        </p:nvGrpSpPr>
        <p:grpSpPr>
          <a:xfrm>
            <a:off x="629647" y="4420130"/>
            <a:ext cx="7848226" cy="1471542"/>
            <a:chOff x="629647" y="4420130"/>
            <a:chExt cx="7848226" cy="1471542"/>
          </a:xfrm>
        </p:grpSpPr>
        <p:sp>
          <p:nvSpPr>
            <p:cNvPr id="4" name="Freeform: Shape 3">
              <a:extLst>
                <a:ext uri="{FF2B5EF4-FFF2-40B4-BE49-F238E27FC236}">
                  <a16:creationId xmlns:a16="http://schemas.microsoft.com/office/drawing/2014/main" id="{3EA055B0-9BAB-5586-E86E-0BC175B6A508}"/>
                </a:ext>
              </a:extLst>
            </p:cNvPr>
            <p:cNvSpPr/>
            <p:nvPr/>
          </p:nvSpPr>
          <p:spPr>
            <a:xfrm>
              <a:off x="629647" y="4420130"/>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Font typeface="Courier New" panose="02070309020205020404" pitchFamily="49" charset="0"/>
                <a:buNone/>
              </a:pPr>
              <a:r>
                <a:rPr lang="ar" sz="3100" kern="1200">
                  <a:solidFill>
                    <a:schemeClr val="tx1"/>
                  </a:solidFill>
                  <a:latin typeface="Sakkal Majalla" panose="02000000000000000000" pitchFamily="2" charset="-78"/>
                  <a:cs typeface="Sakkal Majalla" panose="02000000000000000000" pitchFamily="2" charset="-78"/>
                </a:rPr>
                <a:t>سلوك تمييزي</a:t>
              </a:r>
              <a:endParaRPr lang="en-US" sz="3100" kern="1200">
                <a:solidFill>
                  <a:schemeClr val="tx1"/>
                </a:solidFill>
                <a:latin typeface="Sakkal Majalla" panose="02000000000000000000" pitchFamily="2" charset="-78"/>
                <a:cs typeface="Sakkal Majalla" panose="02000000000000000000" pitchFamily="2" charset="-78"/>
              </a:endParaRPr>
            </a:p>
          </p:txBody>
        </p:sp>
        <p:sp>
          <p:nvSpPr>
            <p:cNvPr id="5" name="Freeform: Shape 4">
              <a:extLst>
                <a:ext uri="{FF2B5EF4-FFF2-40B4-BE49-F238E27FC236}">
                  <a16:creationId xmlns:a16="http://schemas.microsoft.com/office/drawing/2014/main" id="{08A41342-38FE-3A32-D97B-6B11DDB3753D}"/>
                </a:ext>
              </a:extLst>
            </p:cNvPr>
            <p:cNvSpPr/>
            <p:nvPr/>
          </p:nvSpPr>
          <p:spPr>
            <a:xfrm>
              <a:off x="3327475" y="4420130"/>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None/>
              </a:pPr>
              <a:r>
                <a:rPr lang="ar" sz="3100" kern="1200">
                  <a:solidFill>
                    <a:schemeClr val="tx1"/>
                  </a:solidFill>
                  <a:latin typeface="Sakkal Majalla" panose="02000000000000000000" pitchFamily="2" charset="-78"/>
                  <a:cs typeface="Sakkal Majalla" panose="02000000000000000000" pitchFamily="2" charset="-78"/>
                </a:rPr>
                <a:t>لغة غير مقبولة </a:t>
              </a:r>
            </a:p>
          </p:txBody>
        </p:sp>
        <p:sp>
          <p:nvSpPr>
            <p:cNvPr id="6" name="Freeform: Shape 5">
              <a:extLst>
                <a:ext uri="{FF2B5EF4-FFF2-40B4-BE49-F238E27FC236}">
                  <a16:creationId xmlns:a16="http://schemas.microsoft.com/office/drawing/2014/main" id="{9A95EC46-D97D-4899-BADB-9429714B2285}"/>
                </a:ext>
              </a:extLst>
            </p:cNvPr>
            <p:cNvSpPr/>
            <p:nvPr/>
          </p:nvSpPr>
          <p:spPr>
            <a:xfrm>
              <a:off x="6025303" y="4420130"/>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0490" tIns="110490" rIns="110490" bIns="110490" numCol="1" spcCol="1270" rtlCol="1" anchor="ctr" anchorCtr="0">
              <a:noAutofit/>
            </a:bodyPr>
            <a:lstStyle/>
            <a:p>
              <a:pPr marL="0" lvl="0" indent="0" algn="ctr" defTabSz="1289050" rtl="1">
                <a:lnSpc>
                  <a:spcPct val="90000"/>
                </a:lnSpc>
                <a:spcBef>
                  <a:spcPct val="0"/>
                </a:spcBef>
                <a:spcAft>
                  <a:spcPct val="35000"/>
                </a:spcAft>
                <a:buNone/>
              </a:pPr>
              <a:r>
                <a:rPr lang="ar" sz="3100" kern="1200">
                  <a:solidFill>
                    <a:schemeClr val="tx1"/>
                  </a:solidFill>
                  <a:latin typeface="Sakkal Majalla" panose="02000000000000000000" pitchFamily="2" charset="-78"/>
                  <a:cs typeface="Sakkal Majalla" panose="02000000000000000000" pitchFamily="2" charset="-78"/>
                </a:rPr>
                <a:t>حضور غير منتظم وسوء التزام مواعيد العمل</a:t>
              </a:r>
            </a:p>
          </p:txBody>
        </p:sp>
      </p:grpSp>
      <p:sp>
        <p:nvSpPr>
          <p:cNvPr id="2" name="Footer Placeholder 2">
            <a:extLst>
              <a:ext uri="{FF2B5EF4-FFF2-40B4-BE49-F238E27FC236}">
                <a16:creationId xmlns:a16="http://schemas.microsoft.com/office/drawing/2014/main" id="{6D2959EA-098C-AC40-0E18-892447D871E9}"/>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2778081824"/>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90000"/>
          </a:bodyPr>
          <a:lstStyle/>
          <a:p>
            <a:pPr rtl="1">
              <a:lnSpc>
                <a:spcPct val="90000"/>
              </a:lnSpc>
              <a:spcBef>
                <a:spcPts val="1200"/>
              </a:spcBef>
              <a:spcAft>
                <a:spcPts val="1500"/>
              </a:spcAft>
            </a:pPr>
            <a:br>
              <a:rPr lang="en-GB" altLang="en-US" sz="1400" b="1" dirty="0"/>
            </a:br>
            <a:r>
              <a:rPr lang="ar" sz="3800" b="1" dirty="0"/>
              <a:t>ب3 أسباب الصراع داخل الفريق (3)</a:t>
            </a:r>
            <a:br>
              <a:rPr lang="en-US" altLang="en-US" sz="1400" dirty="0"/>
            </a:br>
            <a:br>
              <a:rPr lang="en-US" altLang="en-US" sz="1400" dirty="0"/>
            </a:br>
            <a:endParaRPr lang="en-GB" altLang="en-US" sz="1400" dirty="0"/>
          </a:p>
        </p:txBody>
      </p:sp>
      <p:grpSp>
        <p:nvGrpSpPr>
          <p:cNvPr id="5" name="Group 4">
            <a:extLst>
              <a:ext uri="{FF2B5EF4-FFF2-40B4-BE49-F238E27FC236}">
                <a16:creationId xmlns:a16="http://schemas.microsoft.com/office/drawing/2014/main" id="{ACA4307C-BB3E-4CF9-23D8-681069FDA116}"/>
              </a:ext>
            </a:extLst>
          </p:cNvPr>
          <p:cNvGrpSpPr/>
          <p:nvPr/>
        </p:nvGrpSpPr>
        <p:grpSpPr>
          <a:xfrm flipH="1">
            <a:off x="1044425" y="4522207"/>
            <a:ext cx="6695109" cy="1548004"/>
            <a:chOff x="1044425" y="4522207"/>
            <a:chExt cx="6695109" cy="1548004"/>
          </a:xfrm>
        </p:grpSpPr>
        <p:sp>
          <p:nvSpPr>
            <p:cNvPr id="6" name="Freeform: Shape 5">
              <a:extLst>
                <a:ext uri="{FF2B5EF4-FFF2-40B4-BE49-F238E27FC236}">
                  <a16:creationId xmlns:a16="http://schemas.microsoft.com/office/drawing/2014/main" id="{6485AD25-F011-72BB-E43E-133F24E58361}"/>
                </a:ext>
              </a:extLst>
            </p:cNvPr>
            <p:cNvSpPr/>
            <p:nvPr/>
          </p:nvSpPr>
          <p:spPr>
            <a:xfrm>
              <a:off x="1044425" y="4522207"/>
              <a:ext cx="3188147" cy="1548004"/>
            </a:xfrm>
            <a:custGeom>
              <a:avLst/>
              <a:gdLst>
                <a:gd name="connsiteX0" fmla="*/ 0 w 3188147"/>
                <a:gd name="connsiteY0" fmla="*/ 0 h 1548004"/>
                <a:gd name="connsiteX1" fmla="*/ 3188147 w 3188147"/>
                <a:gd name="connsiteY1" fmla="*/ 0 h 1548004"/>
                <a:gd name="connsiteX2" fmla="*/ 3188147 w 3188147"/>
                <a:gd name="connsiteY2" fmla="*/ 1548004 h 1548004"/>
                <a:gd name="connsiteX3" fmla="*/ 0 w 3188147"/>
                <a:gd name="connsiteY3" fmla="*/ 1548004 h 1548004"/>
                <a:gd name="connsiteX4" fmla="*/ 0 w 3188147"/>
                <a:gd name="connsiteY4" fmla="*/ 0 h 1548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8147" h="1548004">
                  <a:moveTo>
                    <a:pt x="0" y="0"/>
                  </a:moveTo>
                  <a:lnTo>
                    <a:pt x="3188147" y="0"/>
                  </a:lnTo>
                  <a:lnTo>
                    <a:pt x="3188147" y="1548004"/>
                  </a:lnTo>
                  <a:lnTo>
                    <a:pt x="0" y="1548004"/>
                  </a:lnTo>
                  <a:lnTo>
                    <a:pt x="0" y="0"/>
                  </a:lnTo>
                  <a:close/>
                </a:path>
              </a:pathLst>
            </a:cu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1" anchor="ctr" anchorCtr="0">
              <a:noAutofit/>
            </a:bodyPr>
            <a:lstStyle/>
            <a:p>
              <a:pPr marL="0" lvl="0" indent="0" algn="ctr" defTabSz="10668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التنافس بدلًا من التعاون </a:t>
              </a:r>
              <a:endParaRPr lang="en-US" sz="2600" kern="1200" dirty="0">
                <a:solidFill>
                  <a:schemeClr val="tx1"/>
                </a:solidFill>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110BD171-9B06-E7CA-D713-E584C5CE3258}"/>
                </a:ext>
              </a:extLst>
            </p:cNvPr>
            <p:cNvSpPr/>
            <p:nvPr/>
          </p:nvSpPr>
          <p:spPr>
            <a:xfrm>
              <a:off x="4551387" y="4522207"/>
              <a:ext cx="3188147" cy="1548004"/>
            </a:xfrm>
            <a:custGeom>
              <a:avLst/>
              <a:gdLst>
                <a:gd name="connsiteX0" fmla="*/ 0 w 3188147"/>
                <a:gd name="connsiteY0" fmla="*/ 0 h 1548004"/>
                <a:gd name="connsiteX1" fmla="*/ 3188147 w 3188147"/>
                <a:gd name="connsiteY1" fmla="*/ 0 h 1548004"/>
                <a:gd name="connsiteX2" fmla="*/ 3188147 w 3188147"/>
                <a:gd name="connsiteY2" fmla="*/ 1548004 h 1548004"/>
                <a:gd name="connsiteX3" fmla="*/ 0 w 3188147"/>
                <a:gd name="connsiteY3" fmla="*/ 1548004 h 1548004"/>
                <a:gd name="connsiteX4" fmla="*/ 0 w 3188147"/>
                <a:gd name="connsiteY4" fmla="*/ 0 h 1548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8147" h="1548004">
                  <a:moveTo>
                    <a:pt x="0" y="0"/>
                  </a:moveTo>
                  <a:lnTo>
                    <a:pt x="3188147" y="0"/>
                  </a:lnTo>
                  <a:lnTo>
                    <a:pt x="3188147" y="1548004"/>
                  </a:lnTo>
                  <a:lnTo>
                    <a:pt x="0" y="1548004"/>
                  </a:lnTo>
                  <a:lnTo>
                    <a:pt x="0" y="0"/>
                  </a:lnTo>
                  <a:close/>
                </a:path>
              </a:pathLst>
            </a:cu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1" anchor="ctr" anchorCtr="0">
              <a:noAutofit/>
            </a:bodyPr>
            <a:lstStyle/>
            <a:p>
              <a:pPr marL="0" lvl="0" indent="0" algn="ctr" defTabSz="10668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السلوك غير المنتج</a:t>
              </a:r>
              <a:endParaRPr lang="en-US" sz="2600" kern="1200" dirty="0">
                <a:solidFill>
                  <a:schemeClr val="tx1"/>
                </a:solidFill>
                <a:latin typeface="Sakkal Majalla" panose="02000000000000000000" pitchFamily="2" charset="-78"/>
                <a:cs typeface="Sakkal Majalla" panose="02000000000000000000" pitchFamily="2" charset="-78"/>
              </a:endParaRPr>
            </a:p>
          </p:txBody>
        </p:sp>
      </p:grpSp>
      <p:sp>
        <p:nvSpPr>
          <p:cNvPr id="2" name="TextBox 1">
            <a:extLst>
              <a:ext uri="{FF2B5EF4-FFF2-40B4-BE49-F238E27FC236}">
                <a16:creationId xmlns:a16="http://schemas.microsoft.com/office/drawing/2014/main" id="{9210C515-BDC7-53A7-BCAE-BA693270F46F}"/>
              </a:ext>
            </a:extLst>
          </p:cNvPr>
          <p:cNvSpPr txBox="1"/>
          <p:nvPr/>
        </p:nvSpPr>
        <p:spPr>
          <a:xfrm>
            <a:off x="457200" y="1844824"/>
            <a:ext cx="8363272"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سوء الفهم </a:t>
            </a:r>
          </a:p>
        </p:txBody>
      </p:sp>
      <p:sp>
        <p:nvSpPr>
          <p:cNvPr id="3" name="TextBox 2">
            <a:extLst>
              <a:ext uri="{FF2B5EF4-FFF2-40B4-BE49-F238E27FC236}">
                <a16:creationId xmlns:a16="http://schemas.microsoft.com/office/drawing/2014/main" id="{23EA032D-0583-8C7B-222E-E93BB4CF1A58}"/>
              </a:ext>
            </a:extLst>
          </p:cNvPr>
          <p:cNvSpPr txBox="1"/>
          <p:nvPr/>
        </p:nvSpPr>
        <p:spPr>
          <a:xfrm>
            <a:off x="323528" y="3962828"/>
            <a:ext cx="8363272"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المنافسة/ التنافس </a:t>
            </a:r>
          </a:p>
        </p:txBody>
      </p:sp>
      <p:graphicFrame>
        <p:nvGraphicFramePr>
          <p:cNvPr id="4" name="Content Placeholder 3">
            <a:extLst>
              <a:ext uri="{FF2B5EF4-FFF2-40B4-BE49-F238E27FC236}">
                <a16:creationId xmlns:a16="http://schemas.microsoft.com/office/drawing/2014/main" id="{145C9259-3A9B-F2FA-14F0-0A56C46E4A02}"/>
              </a:ext>
            </a:extLst>
          </p:cNvPr>
          <p:cNvGraphicFramePr>
            <a:graphicFrameLocks/>
          </p:cNvGraphicFramePr>
          <p:nvPr>
            <p:extLst>
              <p:ext uri="{D42A27DB-BD31-4B8C-83A1-F6EECF244321}">
                <p14:modId xmlns:p14="http://schemas.microsoft.com/office/powerpoint/2010/main" val="1937027826"/>
              </p:ext>
            </p:extLst>
          </p:nvPr>
        </p:nvGraphicFramePr>
        <p:xfrm>
          <a:off x="851572" y="2619182"/>
          <a:ext cx="7440856" cy="13177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Footer Placeholder 2">
            <a:extLst>
              <a:ext uri="{FF2B5EF4-FFF2-40B4-BE49-F238E27FC236}">
                <a16:creationId xmlns:a16="http://schemas.microsoft.com/office/drawing/2014/main" id="{3C54C0EE-6BCE-72DD-069F-FE1A7178A507}"/>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288167833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216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dirty="0"/>
              <a:t>نتاج التعلم ج</a:t>
            </a:r>
            <a:br>
              <a:rPr lang="en-US" altLang="en-US" sz="3400" b="1" dirty="0"/>
            </a:br>
            <a:r>
              <a:rPr lang="ar" sz="3400" b="1" dirty="0"/>
              <a:t>تطبيق نظريات القيادة الفعّالة وبناء الفريق على مجموعة من المواقف ضمن سياق في قطاع الضيافة</a:t>
            </a:r>
            <a:br>
              <a:rPr lang="en-GB" altLang="en-US" sz="2400" b="1"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3978776"/>
            <a:ext cx="8291264" cy="216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ج1 تخطيط العمل لفِرَق قطاع الضيافة والإشراف عليه</a:t>
            </a:r>
          </a:p>
          <a:p>
            <a:pPr indent="0" rtl="1">
              <a:buFont typeface="Wingdings" panose="05000000000000000000" pitchFamily="2" charset="2"/>
              <a:buNone/>
            </a:pPr>
            <a:r>
              <a:rPr lang="ar" sz="2600" dirty="0"/>
              <a:t>ج2 مراقبة أداء الفريق، ودعمه، وتطويره</a:t>
            </a:r>
          </a:p>
          <a:p>
            <a:pPr indent="0" rtl="1">
              <a:buFont typeface="Wingdings" panose="05000000000000000000" pitchFamily="2" charset="2"/>
              <a:buNone/>
            </a:pPr>
            <a:r>
              <a:rPr lang="ar" sz="2600" dirty="0"/>
              <a:t>ج3 الغرض من المسؤوليات الإشرافية وكيفية إجرائها</a:t>
            </a:r>
          </a:p>
        </p:txBody>
      </p:sp>
      <p:sp>
        <p:nvSpPr>
          <p:cNvPr id="2" name="Footer Placeholder 2">
            <a:extLst>
              <a:ext uri="{FF2B5EF4-FFF2-40B4-BE49-F238E27FC236}">
                <a16:creationId xmlns:a16="http://schemas.microsoft.com/office/drawing/2014/main" id="{E2DC4D9F-C881-1D95-9494-108CD40DC5A5}"/>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64037968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216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dirty="0"/>
              <a:t>نتاج التعلم ج</a:t>
            </a:r>
            <a:br>
              <a:rPr lang="en-US" altLang="en-US" sz="2400" b="1" dirty="0"/>
            </a:br>
            <a:r>
              <a:rPr lang="ar" sz="3400" b="1" dirty="0"/>
              <a:t>تطبيق نظريات القيادة الفعّالة وبناء الفريق على مجموعة </a:t>
            </a:r>
            <a:br>
              <a:rPr lang="en-US" sz="3400" b="1" dirty="0"/>
            </a:br>
            <a:r>
              <a:rPr lang="ar" sz="3400" b="1" dirty="0"/>
              <a:t>من المواقف ضمن سياق في قطاع الضيافة</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1544" y="4390256"/>
            <a:ext cx="8291264" cy="16561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يتميز نتاج التعلم هذا بأنه عملي، ويتيح لك تطبيق المعرفة التي اكتسبتها حول مبادئ القيادة والإشراف في الممارسة العملية.</a:t>
            </a:r>
          </a:p>
        </p:txBody>
      </p:sp>
      <p:sp>
        <p:nvSpPr>
          <p:cNvPr id="2" name="Footer Placeholder 2">
            <a:extLst>
              <a:ext uri="{FF2B5EF4-FFF2-40B4-BE49-F238E27FC236}">
                <a16:creationId xmlns:a16="http://schemas.microsoft.com/office/drawing/2014/main" id="{E9B4D5F8-6FB8-13CB-7E32-91371187B933}"/>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730212502"/>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944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ج1 تخطيط العمل لفِرَق قطاع الضيافة والإشراف عليه</a:t>
            </a:r>
            <a:br>
              <a:rPr lang="en-GB" altLang="en-US" sz="3400" b="1" dirty="0"/>
            </a:br>
            <a:r>
              <a:rPr lang="ar" sz="3400" b="1" dirty="0"/>
              <a:t>الغرض من تقنيات التخطيط وكيفية إجرائها (1)</a:t>
            </a:r>
            <a:br>
              <a:rPr lang="en-GB" altLang="en-US" sz="2400" b="1" dirty="0"/>
            </a:br>
            <a:br>
              <a:rPr lang="en-US" altLang="en-US" sz="2400" dirty="0"/>
            </a:br>
            <a:br>
              <a:rPr lang="en-US" altLang="en-US" sz="2400" dirty="0"/>
            </a:br>
            <a:endParaRPr lang="en-GB" altLang="en-US" sz="3600" dirty="0"/>
          </a:p>
        </p:txBody>
      </p:sp>
      <p:grpSp>
        <p:nvGrpSpPr>
          <p:cNvPr id="3" name="Group 2">
            <a:extLst>
              <a:ext uri="{FF2B5EF4-FFF2-40B4-BE49-F238E27FC236}">
                <a16:creationId xmlns:a16="http://schemas.microsoft.com/office/drawing/2014/main" id="{1827E5CB-5F1C-720E-1AAA-979DBBBD3777}"/>
              </a:ext>
            </a:extLst>
          </p:cNvPr>
          <p:cNvGrpSpPr/>
          <p:nvPr/>
        </p:nvGrpSpPr>
        <p:grpSpPr>
          <a:xfrm>
            <a:off x="492640" y="4206686"/>
            <a:ext cx="7848226" cy="1485949"/>
            <a:chOff x="492640" y="4206686"/>
            <a:chExt cx="7848226" cy="1485949"/>
          </a:xfrm>
        </p:grpSpPr>
        <p:sp>
          <p:nvSpPr>
            <p:cNvPr id="4" name="Freeform: Shape 3">
              <a:extLst>
                <a:ext uri="{FF2B5EF4-FFF2-40B4-BE49-F238E27FC236}">
                  <a16:creationId xmlns:a16="http://schemas.microsoft.com/office/drawing/2014/main" id="{10F4BC97-50E2-EFF5-899D-EBE705BD1E81}"/>
                </a:ext>
              </a:extLst>
            </p:cNvPr>
            <p:cNvSpPr/>
            <p:nvPr/>
          </p:nvSpPr>
          <p:spPr>
            <a:xfrm>
              <a:off x="492640" y="4206686"/>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500" kern="1200">
                  <a:solidFill>
                    <a:schemeClr val="tx1"/>
                  </a:solidFill>
                  <a:latin typeface="Sakkal Majalla" panose="02000000000000000000" pitchFamily="2" charset="-78"/>
                  <a:cs typeface="Sakkal Majalla" panose="02000000000000000000" pitchFamily="2" charset="-78"/>
                </a:rPr>
                <a:t>التدقيق في المهارات</a:t>
              </a:r>
              <a:endParaRPr lang="en-US" sz="2500" kern="1200">
                <a:solidFill>
                  <a:schemeClr val="tx1"/>
                </a:solidFill>
                <a:latin typeface="Sakkal Majalla" panose="02000000000000000000" pitchFamily="2" charset="-78"/>
                <a:cs typeface="Sakkal Majalla" panose="02000000000000000000" pitchFamily="2" charset="-78"/>
              </a:endParaRPr>
            </a:p>
          </p:txBody>
        </p:sp>
        <p:sp>
          <p:nvSpPr>
            <p:cNvPr id="5" name="Freeform: Shape 4">
              <a:extLst>
                <a:ext uri="{FF2B5EF4-FFF2-40B4-BE49-F238E27FC236}">
                  <a16:creationId xmlns:a16="http://schemas.microsoft.com/office/drawing/2014/main" id="{5FB69880-9808-3A17-FAB6-0F3B5EB15FE7}"/>
                </a:ext>
              </a:extLst>
            </p:cNvPr>
            <p:cNvSpPr/>
            <p:nvPr/>
          </p:nvSpPr>
          <p:spPr>
            <a:xfrm>
              <a:off x="3190468" y="4206686"/>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500" kern="1200">
                  <a:solidFill>
                    <a:schemeClr val="tx1"/>
                  </a:solidFill>
                  <a:latin typeface="Sakkal Majalla" panose="02000000000000000000" pitchFamily="2" charset="-78"/>
                  <a:cs typeface="Sakkal Majalla" panose="02000000000000000000" pitchFamily="2" charset="-78"/>
                </a:rPr>
                <a:t>الاحتياجات/</a:t>
              </a:r>
            </a:p>
            <a:p>
              <a:pPr marL="0" lvl="0" indent="0" algn="ctr" defTabSz="1022350" rtl="1">
                <a:lnSpc>
                  <a:spcPct val="90000"/>
                </a:lnSpc>
                <a:spcBef>
                  <a:spcPct val="0"/>
                </a:spcBef>
                <a:spcAft>
                  <a:spcPct val="35000"/>
                </a:spcAft>
                <a:buNone/>
              </a:pPr>
              <a:r>
                <a:rPr lang="ar" sz="2500" kern="1200">
                  <a:solidFill>
                    <a:schemeClr val="tx1"/>
                  </a:solidFill>
                  <a:latin typeface="Sakkal Majalla" panose="02000000000000000000" pitchFamily="2" charset="-78"/>
                  <a:cs typeface="Sakkal Majalla" panose="02000000000000000000" pitchFamily="2" charset="-78"/>
                </a:rPr>
                <a:t>تطلعات أعضاء الفريق الفرديين</a:t>
              </a:r>
            </a:p>
          </p:txBody>
        </p:sp>
        <p:sp>
          <p:nvSpPr>
            <p:cNvPr id="6" name="Freeform: Shape 5">
              <a:extLst>
                <a:ext uri="{FF2B5EF4-FFF2-40B4-BE49-F238E27FC236}">
                  <a16:creationId xmlns:a16="http://schemas.microsoft.com/office/drawing/2014/main" id="{282D2531-A427-FF8B-2019-F31D2764B7EF}"/>
                </a:ext>
              </a:extLst>
            </p:cNvPr>
            <p:cNvSpPr/>
            <p:nvPr/>
          </p:nvSpPr>
          <p:spPr>
            <a:xfrm>
              <a:off x="5888296" y="4221093"/>
              <a:ext cx="2452570" cy="1471542"/>
            </a:xfrm>
            <a:custGeom>
              <a:avLst/>
              <a:gdLst>
                <a:gd name="connsiteX0" fmla="*/ 0 w 2452570"/>
                <a:gd name="connsiteY0" fmla="*/ 0 h 1471542"/>
                <a:gd name="connsiteX1" fmla="*/ 2452570 w 2452570"/>
                <a:gd name="connsiteY1" fmla="*/ 0 h 1471542"/>
                <a:gd name="connsiteX2" fmla="*/ 2452570 w 2452570"/>
                <a:gd name="connsiteY2" fmla="*/ 1471542 h 1471542"/>
                <a:gd name="connsiteX3" fmla="*/ 0 w 2452570"/>
                <a:gd name="connsiteY3" fmla="*/ 1471542 h 1471542"/>
                <a:gd name="connsiteX4" fmla="*/ 0 w 2452570"/>
                <a:gd name="connsiteY4" fmla="*/ 0 h 147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2570" h="1471542">
                  <a:moveTo>
                    <a:pt x="0" y="0"/>
                  </a:moveTo>
                  <a:lnTo>
                    <a:pt x="2452570" y="0"/>
                  </a:lnTo>
                  <a:lnTo>
                    <a:pt x="2452570" y="1471542"/>
                  </a:lnTo>
                  <a:lnTo>
                    <a:pt x="0" y="147154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87630" tIns="87630" rIns="87630" bIns="87630" numCol="1" spcCol="1270" rtlCol="1" anchor="ctr" anchorCtr="0">
              <a:noAutofit/>
            </a:bodyPr>
            <a:lstStyle/>
            <a:p>
              <a:pPr marL="0" lvl="0" indent="0" algn="ctr" defTabSz="1022350" rtl="1">
                <a:lnSpc>
                  <a:spcPct val="90000"/>
                </a:lnSpc>
                <a:spcBef>
                  <a:spcPct val="0"/>
                </a:spcBef>
                <a:spcAft>
                  <a:spcPct val="35000"/>
                </a:spcAft>
                <a:buNone/>
              </a:pPr>
              <a:r>
                <a:rPr lang="ar" sz="2500" kern="1200">
                  <a:solidFill>
                    <a:schemeClr val="tx1"/>
                  </a:solidFill>
                  <a:latin typeface="Sakkal Majalla" panose="02000000000000000000" pitchFamily="2" charset="-78"/>
                  <a:cs typeface="Sakkal Majalla" panose="02000000000000000000" pitchFamily="2" charset="-78"/>
                </a:rPr>
                <a:t>توزيع أدوار العمل</a:t>
              </a:r>
            </a:p>
          </p:txBody>
        </p:sp>
      </p:grpSp>
      <p:sp>
        <p:nvSpPr>
          <p:cNvPr id="2" name="Footer Placeholder 2">
            <a:extLst>
              <a:ext uri="{FF2B5EF4-FFF2-40B4-BE49-F238E27FC236}">
                <a16:creationId xmlns:a16="http://schemas.microsoft.com/office/drawing/2014/main" id="{D4B6A4EA-4DDC-02DF-7234-4FA5C3616E58}"/>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423647714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الغرض من تقنيات التخطيط وكيفية إجرائها (2)</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996952"/>
            <a:ext cx="8291264" cy="34557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وضع أهداف معيار SMART (أهداف محددة، وقابلة للقياس، وقابلة للتحقيق، وواقعية، ومحددة زمنيًّا)</a:t>
            </a:r>
          </a:p>
          <a:p>
            <a:pPr marL="685800" rtl="1"/>
            <a:r>
              <a:rPr lang="ar" sz="2600" dirty="0"/>
              <a:t>تحديد/استخدام المعايير</a:t>
            </a:r>
          </a:p>
          <a:p>
            <a:pPr marL="685800" rtl="1"/>
            <a:r>
              <a:rPr lang="ar" sz="2600" dirty="0"/>
              <a:t>جداول العمل اليومية والأسبوعية</a:t>
            </a:r>
          </a:p>
          <a:p>
            <a:pPr marL="685800" rtl="1"/>
            <a:endParaRPr lang="en-GB" altLang="en-US" sz="2600" dirty="0"/>
          </a:p>
          <a:p>
            <a:pPr marL="685800" rtl="1"/>
            <a:endParaRPr lang="en-GB" altLang="en-US" sz="2600" dirty="0"/>
          </a:p>
        </p:txBody>
      </p:sp>
      <p:sp>
        <p:nvSpPr>
          <p:cNvPr id="2" name="TextBox 1">
            <a:extLst>
              <a:ext uri="{FF2B5EF4-FFF2-40B4-BE49-F238E27FC236}">
                <a16:creationId xmlns:a16="http://schemas.microsoft.com/office/drawing/2014/main" id="{C1A58180-1AFA-4085-B2D1-1960B1AECD84}"/>
              </a:ext>
            </a:extLst>
          </p:cNvPr>
          <p:cNvSpPr txBox="1"/>
          <p:nvPr/>
        </p:nvSpPr>
        <p:spPr>
          <a:xfrm>
            <a:off x="820505" y="5433717"/>
            <a:ext cx="5988424" cy="400110"/>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سؤال: كيف سيستفيد الفريق من تحديد أهداف SMART له؟</a:t>
            </a:r>
          </a:p>
        </p:txBody>
      </p:sp>
      <p:sp>
        <p:nvSpPr>
          <p:cNvPr id="3" name="Footer Placeholder 2">
            <a:extLst>
              <a:ext uri="{FF2B5EF4-FFF2-40B4-BE49-F238E27FC236}">
                <a16:creationId xmlns:a16="http://schemas.microsoft.com/office/drawing/2014/main" id="{82F4F3E0-D8B4-C74A-8AA6-55400C246D28}"/>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02467305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أنواع الأهداف، والغرض منها وطريقة تحديدها</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276475"/>
            <a:ext cx="8291264" cy="41762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أهداف تنظيمية</a:t>
            </a:r>
          </a:p>
          <a:p>
            <a:pPr marL="685800" rtl="1"/>
            <a:r>
              <a:rPr lang="ar" sz="2600" dirty="0"/>
              <a:t>أهداف إدارية</a:t>
            </a:r>
          </a:p>
          <a:p>
            <a:pPr marL="685800" rtl="1"/>
            <a:r>
              <a:rPr lang="ar" sz="2600" dirty="0"/>
              <a:t>أهداف تخص الأقسام</a:t>
            </a:r>
          </a:p>
          <a:p>
            <a:pPr marL="685800" rtl="1"/>
            <a:r>
              <a:rPr lang="ar" sz="2600" dirty="0"/>
              <a:t>أهداف على المدى الطويل/القصير</a:t>
            </a:r>
          </a:p>
          <a:p>
            <a:pPr marL="685800" rtl="1"/>
            <a:r>
              <a:rPr lang="ar" sz="2600" dirty="0"/>
              <a:t>أهداف مالية</a:t>
            </a:r>
          </a:p>
          <a:p>
            <a:pPr marL="685800" rtl="1"/>
            <a:r>
              <a:rPr lang="ar" sz="2600" dirty="0"/>
              <a:t>أهداف اجتماعية</a:t>
            </a:r>
          </a:p>
          <a:p>
            <a:pPr marL="685800" rtl="1"/>
            <a:r>
              <a:rPr lang="ar" sz="2600" dirty="0"/>
              <a:t>أهداف للأداء</a:t>
            </a:r>
          </a:p>
          <a:p>
            <a:pPr marL="685800" rtl="1"/>
            <a:r>
              <a:rPr lang="ar" sz="2600" dirty="0"/>
              <a:t>أهداف شخصية</a:t>
            </a:r>
          </a:p>
          <a:p>
            <a:pPr marL="685800" rtl="1"/>
            <a:r>
              <a:rPr lang="ar" sz="2600" dirty="0"/>
              <a:t>التعبير الواضح عن توقعات الأداء</a:t>
            </a:r>
          </a:p>
        </p:txBody>
      </p:sp>
      <p:sp>
        <p:nvSpPr>
          <p:cNvPr id="2" name="Footer Placeholder 2">
            <a:extLst>
              <a:ext uri="{FF2B5EF4-FFF2-40B4-BE49-F238E27FC236}">
                <a16:creationId xmlns:a16="http://schemas.microsoft.com/office/drawing/2014/main" id="{042E2D47-383C-E53F-0D8C-7705CDF5F60F}"/>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739970098"/>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6752"/>
            <a:ext cx="8229600"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ج2 مراقبة أداء الفريق، ودعمه، وتطويره</a:t>
            </a:r>
            <a:br>
              <a:rPr lang="en-GB" altLang="en-US" sz="3400" b="1" dirty="0"/>
            </a:br>
            <a:r>
              <a:rPr lang="ar" sz="3400" dirty="0"/>
              <a:t>غرض وكيفية مراقبة ومراجعة أداء الفريق وإنجازاته (1)</a:t>
            </a:r>
            <a:br>
              <a:rPr lang="en-GB" altLang="en-US" sz="2400" dirty="0"/>
            </a:br>
            <a:br>
              <a:rPr lang="en-GB" altLang="en-US" sz="2400" b="1" dirty="0"/>
            </a:br>
            <a:br>
              <a:rPr lang="en-US" altLang="en-US" sz="2400" dirty="0"/>
            </a:br>
            <a:br>
              <a:rPr lang="en-US" altLang="en-US" sz="2400" dirty="0"/>
            </a:br>
            <a:endParaRPr lang="en-GB" altLang="en-US" sz="3600" dirty="0"/>
          </a:p>
        </p:txBody>
      </p:sp>
      <p:grpSp>
        <p:nvGrpSpPr>
          <p:cNvPr id="2" name="Group 1">
            <a:extLst>
              <a:ext uri="{FF2B5EF4-FFF2-40B4-BE49-F238E27FC236}">
                <a16:creationId xmlns:a16="http://schemas.microsoft.com/office/drawing/2014/main" id="{D4BD9766-B0D9-BCDA-D161-850B6E336BD3}"/>
              </a:ext>
            </a:extLst>
          </p:cNvPr>
          <p:cNvGrpSpPr/>
          <p:nvPr/>
        </p:nvGrpSpPr>
        <p:grpSpPr>
          <a:xfrm>
            <a:off x="828997" y="3789040"/>
            <a:ext cx="7798339" cy="2589654"/>
            <a:chOff x="828997" y="3789040"/>
            <a:chExt cx="7798339" cy="2589654"/>
          </a:xfrm>
        </p:grpSpPr>
        <p:sp>
          <p:nvSpPr>
            <p:cNvPr id="4" name="Freeform: Shape 3">
              <a:extLst>
                <a:ext uri="{FF2B5EF4-FFF2-40B4-BE49-F238E27FC236}">
                  <a16:creationId xmlns:a16="http://schemas.microsoft.com/office/drawing/2014/main" id="{C8FEE491-DC4C-B549-4861-0F6BD763C1AA}"/>
                </a:ext>
              </a:extLst>
            </p:cNvPr>
            <p:cNvSpPr/>
            <p:nvPr/>
          </p:nvSpPr>
          <p:spPr>
            <a:xfrm>
              <a:off x="2119557" y="3789040"/>
              <a:ext cx="5410353" cy="1211281"/>
            </a:xfrm>
            <a:custGeom>
              <a:avLst/>
              <a:gdLst>
                <a:gd name="connsiteX0" fmla="*/ 0 w 5410353"/>
                <a:gd name="connsiteY0" fmla="*/ 0 h 1211281"/>
                <a:gd name="connsiteX1" fmla="*/ 5410353 w 5410353"/>
                <a:gd name="connsiteY1" fmla="*/ 0 h 1211281"/>
                <a:gd name="connsiteX2" fmla="*/ 5410353 w 5410353"/>
                <a:gd name="connsiteY2" fmla="*/ 1211281 h 1211281"/>
                <a:gd name="connsiteX3" fmla="*/ 0 w 5410353"/>
                <a:gd name="connsiteY3" fmla="*/ 1211281 h 1211281"/>
                <a:gd name="connsiteX4" fmla="*/ 0 w 5410353"/>
                <a:gd name="connsiteY4" fmla="*/ 0 h 1211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353" h="1211281">
                  <a:moveTo>
                    <a:pt x="0" y="0"/>
                  </a:moveTo>
                  <a:lnTo>
                    <a:pt x="5410353" y="0"/>
                  </a:lnTo>
                  <a:lnTo>
                    <a:pt x="5410353" y="1211281"/>
                  </a:lnTo>
                  <a:lnTo>
                    <a:pt x="0" y="1211281"/>
                  </a:lnTo>
                  <a:lnTo>
                    <a:pt x="0" y="0"/>
                  </a:lnTo>
                  <a:close/>
                </a:path>
              </a:pathLst>
            </a:cu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1" anchor="ctr" anchorCtr="0">
              <a:noAutofit/>
            </a:bodyPr>
            <a:lstStyle/>
            <a:p>
              <a:pPr marL="0" lvl="0" indent="0" algn="ctr" defTabSz="1066800" rtl="1">
                <a:lnSpc>
                  <a:spcPct val="90000"/>
                </a:lnSpc>
                <a:spcBef>
                  <a:spcPct val="0"/>
                </a:spcBef>
                <a:spcAft>
                  <a:spcPct val="35000"/>
                </a:spcAft>
                <a:buNone/>
              </a:pPr>
              <a:r>
                <a:rPr lang="ar" sz="2600" kern="1200" dirty="0">
                  <a:solidFill>
                    <a:schemeClr val="tx1"/>
                  </a:solidFill>
                  <a:latin typeface="Sakkal Majalla" panose="02000000000000000000" pitchFamily="2" charset="-78"/>
                  <a:cs typeface="Sakkal Majalla" panose="02000000000000000000" pitchFamily="2" charset="-78"/>
                </a:rPr>
                <a:t>ضمان فرص تعلم شاملة وعادلة لجميع أعضاء الفريق</a:t>
              </a:r>
              <a:endParaRPr lang="en-US" sz="2600" kern="1200" dirty="0">
                <a:solidFill>
                  <a:schemeClr val="tx1"/>
                </a:solidFill>
                <a:latin typeface="Sakkal Majalla" panose="02000000000000000000" pitchFamily="2" charset="-78"/>
                <a:cs typeface="Sakkal Majalla" panose="02000000000000000000" pitchFamily="2" charset="-78"/>
              </a:endParaRPr>
            </a:p>
          </p:txBody>
        </p:sp>
        <p:sp>
          <p:nvSpPr>
            <p:cNvPr id="5" name="Freeform: Shape 4">
              <a:extLst>
                <a:ext uri="{FF2B5EF4-FFF2-40B4-BE49-F238E27FC236}">
                  <a16:creationId xmlns:a16="http://schemas.microsoft.com/office/drawing/2014/main" id="{C2D70A30-624D-DB72-10D8-743AF624B134}"/>
                </a:ext>
              </a:extLst>
            </p:cNvPr>
            <p:cNvSpPr/>
            <p:nvPr/>
          </p:nvSpPr>
          <p:spPr>
            <a:xfrm>
              <a:off x="828997" y="5169895"/>
              <a:ext cx="3963972" cy="1185023"/>
            </a:xfrm>
            <a:custGeom>
              <a:avLst/>
              <a:gdLst>
                <a:gd name="connsiteX0" fmla="*/ 0 w 3963972"/>
                <a:gd name="connsiteY0" fmla="*/ 0 h 1185023"/>
                <a:gd name="connsiteX1" fmla="*/ 3963972 w 3963972"/>
                <a:gd name="connsiteY1" fmla="*/ 0 h 1185023"/>
                <a:gd name="connsiteX2" fmla="*/ 3963972 w 3963972"/>
                <a:gd name="connsiteY2" fmla="*/ 1185023 h 1185023"/>
                <a:gd name="connsiteX3" fmla="*/ 0 w 3963972"/>
                <a:gd name="connsiteY3" fmla="*/ 1185023 h 1185023"/>
                <a:gd name="connsiteX4" fmla="*/ 0 w 3963972"/>
                <a:gd name="connsiteY4" fmla="*/ 0 h 1185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3972" h="1185023">
                  <a:moveTo>
                    <a:pt x="0" y="0"/>
                  </a:moveTo>
                  <a:lnTo>
                    <a:pt x="3963972" y="0"/>
                  </a:lnTo>
                  <a:lnTo>
                    <a:pt x="3963972" y="1185023"/>
                  </a:lnTo>
                  <a:lnTo>
                    <a:pt x="0" y="1185023"/>
                  </a:lnTo>
                  <a:lnTo>
                    <a:pt x="0" y="0"/>
                  </a:lnTo>
                  <a:close/>
                </a:path>
              </a:pathLst>
            </a:cu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1" anchor="ctr" anchorCtr="0">
              <a:noAutofit/>
            </a:bodyPr>
            <a:lstStyle/>
            <a:p>
              <a:pPr marL="0" lvl="0" indent="0" algn="ctr" defTabSz="10668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استخدام مؤشرات الأداء</a:t>
              </a:r>
            </a:p>
          </p:txBody>
        </p:sp>
        <p:sp>
          <p:nvSpPr>
            <p:cNvPr id="6" name="Freeform: Shape 5">
              <a:extLst>
                <a:ext uri="{FF2B5EF4-FFF2-40B4-BE49-F238E27FC236}">
                  <a16:creationId xmlns:a16="http://schemas.microsoft.com/office/drawing/2014/main" id="{4F0E4B8A-1523-EBBB-4626-048ED57E1950}"/>
                </a:ext>
              </a:extLst>
            </p:cNvPr>
            <p:cNvSpPr/>
            <p:nvPr/>
          </p:nvSpPr>
          <p:spPr>
            <a:xfrm>
              <a:off x="4906189" y="5146120"/>
              <a:ext cx="3721147" cy="1232574"/>
            </a:xfrm>
            <a:custGeom>
              <a:avLst/>
              <a:gdLst>
                <a:gd name="connsiteX0" fmla="*/ 0 w 3721147"/>
                <a:gd name="connsiteY0" fmla="*/ 0 h 1232574"/>
                <a:gd name="connsiteX1" fmla="*/ 3721147 w 3721147"/>
                <a:gd name="connsiteY1" fmla="*/ 0 h 1232574"/>
                <a:gd name="connsiteX2" fmla="*/ 3721147 w 3721147"/>
                <a:gd name="connsiteY2" fmla="*/ 1232574 h 1232574"/>
                <a:gd name="connsiteX3" fmla="*/ 0 w 3721147"/>
                <a:gd name="connsiteY3" fmla="*/ 1232574 h 1232574"/>
                <a:gd name="connsiteX4" fmla="*/ 0 w 3721147"/>
                <a:gd name="connsiteY4" fmla="*/ 0 h 1232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1147" h="1232574">
                  <a:moveTo>
                    <a:pt x="0" y="0"/>
                  </a:moveTo>
                  <a:lnTo>
                    <a:pt x="3721147" y="0"/>
                  </a:lnTo>
                  <a:lnTo>
                    <a:pt x="3721147" y="1232574"/>
                  </a:lnTo>
                  <a:lnTo>
                    <a:pt x="0" y="1232574"/>
                  </a:lnTo>
                  <a:lnTo>
                    <a:pt x="0" y="0"/>
                  </a:lnTo>
                  <a:close/>
                </a:path>
              </a:pathLst>
            </a:cu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rtlCol="1" anchor="ctr" anchorCtr="0">
              <a:noAutofit/>
            </a:bodyPr>
            <a:lstStyle/>
            <a:p>
              <a:pPr marL="0" lvl="0" indent="0" algn="ctr" defTabSz="1066800" rtl="1">
                <a:lnSpc>
                  <a:spcPct val="90000"/>
                </a:lnSpc>
                <a:spcBef>
                  <a:spcPct val="0"/>
                </a:spcBef>
                <a:spcAft>
                  <a:spcPct val="35000"/>
                </a:spcAft>
                <a:buNone/>
              </a:pPr>
              <a:r>
                <a:rPr lang="ar" sz="2600" kern="1200">
                  <a:solidFill>
                    <a:schemeClr val="tx1"/>
                  </a:solidFill>
                  <a:latin typeface="Sakkal Majalla" panose="02000000000000000000" pitchFamily="2" charset="-78"/>
                  <a:cs typeface="Sakkal Majalla" panose="02000000000000000000" pitchFamily="2" charset="-78"/>
                </a:rPr>
                <a:t>المراجعة المنتظمة للأداء مقارنةً بالأهداف</a:t>
              </a:r>
            </a:p>
          </p:txBody>
        </p:sp>
      </p:grpSp>
      <p:sp>
        <p:nvSpPr>
          <p:cNvPr id="3" name="Footer Placeholder 2">
            <a:extLst>
              <a:ext uri="{FF2B5EF4-FFF2-40B4-BE49-F238E27FC236}">
                <a16:creationId xmlns:a16="http://schemas.microsoft.com/office/drawing/2014/main" id="{2902EC26-1913-75BC-B5FF-6BF0A964CD4A}"/>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325601722"/>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غرض وكيفية مراقبة ومراجعة أداء الفريق وإنجازاته (2)</a:t>
            </a:r>
            <a:br>
              <a:rPr lang="en-GB" altLang="en-US" sz="2400" b="1" dirty="0"/>
            </a:b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3140968"/>
            <a:ext cx="8291264" cy="33123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مراجعة أداء العمل وتقييمه</a:t>
            </a:r>
          </a:p>
          <a:p>
            <a:pPr marL="685800" rtl="1"/>
            <a:r>
              <a:rPr lang="ar" sz="2600" dirty="0"/>
              <a:t>مراجعة توزيع الأعمال</a:t>
            </a:r>
          </a:p>
          <a:p>
            <a:pPr marL="685800" rtl="1"/>
            <a:r>
              <a:rPr lang="ar" sz="2600" dirty="0"/>
              <a:t>إمكانية تكييف المهام أو إعادة تخصيصها</a:t>
            </a:r>
          </a:p>
          <a:p>
            <a:pPr marL="685800" rtl="1"/>
            <a:r>
              <a:rPr lang="ar" sz="2600" dirty="0"/>
              <a:t>إجراء مقابلات للتقييم.</a:t>
            </a:r>
          </a:p>
          <a:p>
            <a:pPr indent="0" rtl="1">
              <a:buNone/>
            </a:pPr>
            <a:endParaRPr lang="en-GB" altLang="en-US" sz="2600" dirty="0"/>
          </a:p>
        </p:txBody>
      </p:sp>
      <p:sp>
        <p:nvSpPr>
          <p:cNvPr id="2" name="TextBox 1">
            <a:extLst>
              <a:ext uri="{FF2B5EF4-FFF2-40B4-BE49-F238E27FC236}">
                <a16:creationId xmlns:a16="http://schemas.microsoft.com/office/drawing/2014/main" id="{57D87856-1FC0-66BF-5B22-D89D3F34EDF5}"/>
              </a:ext>
            </a:extLst>
          </p:cNvPr>
          <p:cNvSpPr txBox="1"/>
          <p:nvPr/>
        </p:nvSpPr>
        <p:spPr>
          <a:xfrm>
            <a:off x="457200" y="5604045"/>
            <a:ext cx="5988424" cy="707886"/>
          </a:xfrm>
          <a:prstGeom prst="rect">
            <a:avLst/>
          </a:prstGeom>
          <a:ln>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سؤال: كيف تعتقد أن مراجعة توزيع العمل بين أفراد الفريق ستسهم في تحسين أدائهم؟ </a:t>
            </a:r>
          </a:p>
        </p:txBody>
      </p:sp>
      <p:sp>
        <p:nvSpPr>
          <p:cNvPr id="3" name="Footer Placeholder 2">
            <a:extLst>
              <a:ext uri="{FF2B5EF4-FFF2-40B4-BE49-F238E27FC236}">
                <a16:creationId xmlns:a16="http://schemas.microsoft.com/office/drawing/2014/main" id="{4FA5F656-CD66-1A71-C4B3-6AEAEFDF3AC6}"/>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55941325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7281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غرض وعملية دعم وتطوير أعضاء الفريق الذين لا يبلغون بأدائهم المستوى المستهدف</a:t>
            </a:r>
            <a:br>
              <a:rPr lang="en-GB" altLang="en-US" sz="2400" b="1" dirty="0"/>
            </a:b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6368" y="3424440"/>
            <a:ext cx="8291264"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القدرة على دعم جميع أعضاء الفريق</a:t>
            </a:r>
          </a:p>
          <a:p>
            <a:pPr marL="685800" rtl="1"/>
            <a:r>
              <a:rPr lang="ar" sz="2600" dirty="0"/>
              <a:t>إمكانية مراجعة المسؤوليات الفردية والجماعية (مسؤوليات الفريق)</a:t>
            </a:r>
          </a:p>
          <a:p>
            <a:pPr marL="685800" rtl="1"/>
            <a:r>
              <a:rPr lang="ar" sz="2600" dirty="0"/>
              <a:t>مراجعة وتقييم ترتيبات العمل الفردية والجماعية (العمل الجماعي)</a:t>
            </a:r>
          </a:p>
          <a:p>
            <a:pPr marL="685800" rtl="1"/>
            <a:r>
              <a:rPr lang="ar" sz="2600" dirty="0"/>
              <a:t>تطبيق الإجراءات التصحيحية لمعالجة تقصير الأفراد والفريق</a:t>
            </a:r>
          </a:p>
          <a:p>
            <a:pPr marL="685800" rtl="1"/>
            <a:r>
              <a:rPr lang="ar" sz="2600" dirty="0"/>
              <a:t>الحفاظ على التركيز الفردي والجماعي.</a:t>
            </a:r>
          </a:p>
        </p:txBody>
      </p:sp>
      <p:sp>
        <p:nvSpPr>
          <p:cNvPr id="2" name="Footer Placeholder 2">
            <a:extLst>
              <a:ext uri="{FF2B5EF4-FFF2-40B4-BE49-F238E27FC236}">
                <a16:creationId xmlns:a16="http://schemas.microsoft.com/office/drawing/2014/main" id="{EB90446F-6FF1-FB5D-51DB-F7211A0E78D1}"/>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761396971"/>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ج3 الغرض من المسؤوليات الإشرافية وكيفية إجرائها (1)</a:t>
            </a: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8128" y="2636912"/>
            <a:ext cx="8291264" cy="38158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إصدار التعليمات للفريق بالمعلومات والتقييم اللاحق لأعضائه</a:t>
            </a:r>
          </a:p>
          <a:p>
            <a:pPr marL="685800" rtl="1"/>
            <a:r>
              <a:rPr lang="ar" sz="2600" dirty="0"/>
              <a:t>التواصل</a:t>
            </a:r>
          </a:p>
          <a:p>
            <a:pPr marL="685800" rtl="1"/>
            <a:r>
              <a:rPr lang="ar" sz="2600" dirty="0"/>
              <a:t>توجيه أعضاء الفريق</a:t>
            </a:r>
          </a:p>
          <a:p>
            <a:pPr marL="685800" rtl="1"/>
            <a:r>
              <a:rPr lang="ar" sz="2600" dirty="0"/>
              <a:t>دعم أعضاء الفريق</a:t>
            </a:r>
          </a:p>
          <a:p>
            <a:pPr marL="685800" rtl="1"/>
            <a:endParaRPr lang="en-GB" altLang="en-US" sz="2600" dirty="0"/>
          </a:p>
          <a:p>
            <a:pPr marL="685800" rtl="1"/>
            <a:endParaRPr lang="en-GB" altLang="en-US" sz="2600" dirty="0"/>
          </a:p>
        </p:txBody>
      </p:sp>
      <p:pic>
        <p:nvPicPr>
          <p:cNvPr id="4" name="Picture 3" descr="A group of people sitting at a table">
            <a:extLst>
              <a:ext uri="{FF2B5EF4-FFF2-40B4-BE49-F238E27FC236}">
                <a16:creationId xmlns:a16="http://schemas.microsoft.com/office/drawing/2014/main" id="{C416C98D-C8C5-2101-938C-FF13F010C27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419350" y="4572482"/>
            <a:ext cx="3898132" cy="1949067"/>
          </a:xfrm>
          <a:prstGeom prst="rect">
            <a:avLst/>
          </a:prstGeom>
        </p:spPr>
      </p:pic>
      <p:sp>
        <p:nvSpPr>
          <p:cNvPr id="2" name="Footer Placeholder 2">
            <a:extLst>
              <a:ext uri="{FF2B5EF4-FFF2-40B4-BE49-F238E27FC236}">
                <a16:creationId xmlns:a16="http://schemas.microsoft.com/office/drawing/2014/main" id="{24EB6B9F-43FB-0A1F-D128-EB3B0CC91809}"/>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1015025755"/>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400" b="1" dirty="0"/>
              <a:t>ج3 الغرض من المسؤوليات الإشرافية وكيفية إجرائها (2)</a:t>
            </a:r>
            <a:br>
              <a:rPr lang="en-GB" altLang="en-US" sz="2400" b="1" dirty="0"/>
            </a:br>
            <a:br>
              <a:rPr lang="en-GB"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6368" y="2642640"/>
            <a:ext cx="8291264"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التدريب.</a:t>
            </a:r>
          </a:p>
          <a:p>
            <a:pPr marL="685800" rtl="1"/>
            <a:r>
              <a:rPr lang="ar" sz="2600" dirty="0"/>
              <a:t>الإرشاد.</a:t>
            </a:r>
          </a:p>
          <a:p>
            <a:pPr marL="685800" rtl="1"/>
            <a:r>
              <a:rPr lang="ar" sz="2600" dirty="0"/>
              <a:t>التطوير المخطط لأعضاء الفريق.</a:t>
            </a:r>
          </a:p>
          <a:p>
            <a:pPr marL="685800" rtl="1"/>
            <a:r>
              <a:rPr lang="ar" sz="2600" dirty="0"/>
              <a:t>الحفاظ علاقات العمل الفعّالة وتطويرها.</a:t>
            </a:r>
          </a:p>
          <a:p>
            <a:pPr marL="685800" rtl="1"/>
            <a:r>
              <a:rPr lang="ar" sz="2600" dirty="0"/>
              <a:t>الحفاظ على الجودة.</a:t>
            </a:r>
          </a:p>
          <a:p>
            <a:pPr indent="0" rtl="1">
              <a:buNone/>
            </a:pPr>
            <a:endParaRPr lang="en-GB" altLang="en-US" sz="2600" dirty="0"/>
          </a:p>
        </p:txBody>
      </p:sp>
      <p:sp>
        <p:nvSpPr>
          <p:cNvPr id="2" name="TextBox 1">
            <a:extLst>
              <a:ext uri="{FF2B5EF4-FFF2-40B4-BE49-F238E27FC236}">
                <a16:creationId xmlns:a16="http://schemas.microsoft.com/office/drawing/2014/main" id="{4B106779-2455-413F-A13B-4177D3B256F8}"/>
              </a:ext>
            </a:extLst>
          </p:cNvPr>
          <p:cNvSpPr txBox="1"/>
          <p:nvPr/>
        </p:nvSpPr>
        <p:spPr>
          <a:xfrm>
            <a:off x="457200" y="5715972"/>
            <a:ext cx="5988424" cy="400110"/>
          </a:xfrm>
          <a:prstGeom prst="rect">
            <a:avLst/>
          </a:prstGeom>
          <a:noFill/>
          <a:ln w="38100">
            <a:solidFill>
              <a:schemeClr val="accent6">
                <a:lumMod val="60000"/>
                <a:lumOff val="40000"/>
              </a:schemeClr>
            </a:solidFill>
          </a:ln>
        </p:spPr>
        <p:txBody>
          <a:bodyPr wrap="square" rtlCol="1">
            <a:spAutoFit/>
          </a:bodyPr>
          <a:lstStyle/>
          <a:p>
            <a:pPr indent="0" rtl="1">
              <a:buNone/>
            </a:pPr>
            <a:r>
              <a:rPr lang="ar" sz="2000" dirty="0">
                <a:latin typeface="Sakkal Majalla" panose="02000000000000000000" pitchFamily="2" charset="-78"/>
                <a:cs typeface="Sakkal Majalla" panose="02000000000000000000" pitchFamily="2" charset="-78"/>
              </a:rPr>
              <a:t>مناقشة: ناقش كيفية دعم المشرف لتطوير أعضاء الفريق</a:t>
            </a:r>
          </a:p>
        </p:txBody>
      </p:sp>
      <p:sp>
        <p:nvSpPr>
          <p:cNvPr id="3" name="Footer Placeholder 2">
            <a:extLst>
              <a:ext uri="{FF2B5EF4-FFF2-40B4-BE49-F238E27FC236}">
                <a16:creationId xmlns:a16="http://schemas.microsoft.com/office/drawing/2014/main" id="{19901833-E1E5-0367-F009-4DBE4370AF0C}"/>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4069931364"/>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dirty="0"/>
              <a:t>الصور:</a:t>
            </a:r>
          </a:p>
          <a:p>
            <a:pPr marL="0" indent="0" rtl="1">
              <a:buNone/>
            </a:pPr>
            <a:endParaRPr lang="en-GB" dirty="0"/>
          </a:p>
          <a:p>
            <a:pPr rtl="1"/>
            <a:r>
              <a:rPr lang="ar" sz="2200" b="1" dirty="0"/>
              <a:t>123آر اف:</a:t>
            </a:r>
            <a:r>
              <a:rPr lang="ar" sz="2200" dirty="0"/>
              <a:t> ماسيمو 1 جي (الشريحة 2)؛ </a:t>
            </a:r>
          </a:p>
          <a:p>
            <a:pPr rtl="1" fontAlgn="base"/>
            <a:r>
              <a:rPr lang="ar" sz="2200" b="1" dirty="0"/>
              <a:t>شوترستوك:</a:t>
            </a:r>
            <a:r>
              <a:rPr lang="ar" sz="2200" dirty="0"/>
              <a:t> وينيو (الشريحة 5)، فيزكس (الشريحة 13)، Rawpixel.com </a:t>
            </a:r>
            <a:br>
              <a:rPr lang="en-US" sz="2200" dirty="0"/>
            </a:br>
            <a:r>
              <a:rPr lang="ar" sz="2200" dirty="0"/>
              <a:t>(الشريحة 29). </a:t>
            </a:r>
            <a:endParaRPr lang="en-IN" sz="2200" dirty="0"/>
          </a:p>
          <a:p>
            <a:pPr marL="0" indent="0" rtl="1">
              <a:buNone/>
            </a:pPr>
            <a:endParaRPr lang="en-GB" sz="1200" b="1" dirty="0"/>
          </a:p>
          <a:p>
            <a:pPr marL="0" indent="0" rtl="1">
              <a:buNone/>
            </a:pPr>
            <a:endParaRPr lang="en-GB" b="1" dirty="0"/>
          </a:p>
          <a:p>
            <a:pPr marL="0" indent="0" rtl="1">
              <a:buNone/>
            </a:pPr>
            <a:endParaRPr lang="en-GB" dirty="0"/>
          </a:p>
        </p:txBody>
      </p:sp>
      <p:sp>
        <p:nvSpPr>
          <p:cNvPr id="3" name="Footer Placeholder 2">
            <a:extLst>
              <a:ext uri="{FF2B5EF4-FFF2-40B4-BE49-F238E27FC236}">
                <a16:creationId xmlns:a16="http://schemas.microsoft.com/office/drawing/2014/main" id="{5792D4B3-8FFD-F0FC-E286-C2560A3AB9F9}"/>
              </a:ext>
            </a:extLst>
          </p:cNvPr>
          <p:cNvSpPr txBox="1">
            <a:spLocks/>
          </p:cNvSpPr>
          <p:nvPr/>
        </p:nvSpPr>
        <p:spPr bwMode="auto">
          <a:xfrm>
            <a:off x="69540" y="6603206"/>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A103000400004</a:t>
            </a:r>
            <a:endParaRPr lang="ar" sz="1000" dirty="0"/>
          </a:p>
        </p:txBody>
      </p:sp>
    </p:spTree>
    <p:extLst>
      <p:ext uri="{BB962C8B-B14F-4D97-AF65-F5344CB8AC3E}">
        <p14:creationId xmlns:p14="http://schemas.microsoft.com/office/powerpoint/2010/main" val="3840081449"/>
      </p:ext>
    </p:extLst>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2" ma:contentTypeDescription="Create a new document." ma:contentTypeScope="" ma:versionID="2ce127b3dc80ffa4c6c46b1baef24a92">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6ed09ce462a7bdf5841df57885213077" ns2:_="" ns3:_="">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AdditionalInfo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2C43D9-3F55-49D1-95A8-3E315067F63F}"/>
</file>

<file path=customXml/itemProps2.xml><?xml version="1.0" encoding="utf-8"?>
<ds:datastoreItem xmlns:ds="http://schemas.openxmlformats.org/officeDocument/2006/customXml" ds:itemID="{AC23B947-7365-46E6-97D8-39CC3AB7528F}">
  <ds:schemaRefs>
    <ds:schemaRef ds:uri="http://schemas.microsoft.com/office/2006/documentManagement/types"/>
    <ds:schemaRef ds:uri="6125ffc9-2c56-435e-8267-1393444907b2"/>
    <ds:schemaRef ds:uri="http://schemas.microsoft.com/office/infopath/2007/PartnerControls"/>
    <ds:schemaRef ds:uri="http://purl.org/dc/dcmitype/"/>
    <ds:schemaRef ds:uri="http://purl.org/dc/terms/"/>
    <ds:schemaRef ds:uri="http://purl.org/dc/elements/1.1/"/>
    <ds:schemaRef ds:uri="http://schemas.openxmlformats.org/package/2006/metadata/core-properties"/>
    <ds:schemaRef ds:uri="7c1bd8dc-4e40-424f-a15f-9ffcd522197f"/>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54</TotalTime>
  <Words>1527</Words>
  <Application>Microsoft Office PowerPoint</Application>
  <PresentationFormat>On-screen Show (4:3)</PresentationFormat>
  <Paragraphs>254</Paragraphs>
  <Slides>34</Slides>
  <Notes>34</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34</vt:i4>
      </vt:variant>
    </vt:vector>
  </HeadingPairs>
  <TitlesOfParts>
    <vt:vector size="50" baseType="lpstr">
      <vt:lpstr>Arial</vt:lpstr>
      <vt:lpstr>Calibri</vt:lpstr>
      <vt:lpstr>Courier New</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4 مبادئ القيادة والإشراف  </vt:lpstr>
      <vt:lpstr>مبادئ القيادة والإشراف</vt:lpstr>
      <vt:lpstr>نتاجات التعلم</vt:lpstr>
      <vt:lpstr>نتاج التعلم أ دراسة مهارات القيادة والتحفيز المطلوبة لإدارة الفريق بفعالية   </vt:lpstr>
      <vt:lpstr>نتاج التعلم أ دراسة مهارات القيادة والتحفيز المطلوبة لإدارة الفريق بفعالية   </vt:lpstr>
      <vt:lpstr> أ1 أنماط القيادة وتطبيقاتها (1)  </vt:lpstr>
      <vt:lpstr>أ1 أنماط القيادة وتطبيقاتها (2)</vt:lpstr>
      <vt:lpstr>أ2 النظريات الأساسية للتحفيز (1)</vt:lpstr>
      <vt:lpstr>أ2 النظريات الأساسية للتحفيز (2)</vt:lpstr>
      <vt:lpstr>أ2 النظريات الأساسية للتحفيز (3)</vt:lpstr>
      <vt:lpstr>أ3 المهارات القيادية والشخصية المطلوبة  في قطاع الضيافة (1)</vt:lpstr>
      <vt:lpstr>أ3 المهارات القيادية والشخصية المطلوبة  في قطاع الضيافة (2)</vt:lpstr>
      <vt:lpstr>نتاج التعلم ب دراسة كيفية تكوين فريق عمل فعّال لتحقيق أهداف العمل   </vt:lpstr>
      <vt:lpstr>نتاج التعلم ب دراسة كيفية تكوين فريق عمل فعّال لتحقيق أهداف العمل   </vt:lpstr>
      <vt:lpstr> ب1 نظرية فرق العمل وتطوير الفريق (1)  </vt:lpstr>
      <vt:lpstr> ب1 نظرية فرق العمل وتطوير الفريق (2)  </vt:lpstr>
      <vt:lpstr>مراحل تطور الفريق عند تاكمان   </vt:lpstr>
      <vt:lpstr>نظرية أدوار الفريق لبيلبين   </vt:lpstr>
      <vt:lpstr>ب2 خصائص الفريق الفعّال والفوائد التي يحققها (1)  </vt:lpstr>
      <vt:lpstr>ب2 خصائص الفريق الفعّال والفوائد التي يحققها (2)  </vt:lpstr>
      <vt:lpstr>ب3 أسباب الصراع داخل الفريق (1)  </vt:lpstr>
      <vt:lpstr>ب3 أسباب الصراع داخل الفريق (2)  </vt:lpstr>
      <vt:lpstr> ب3 أسباب الصراع داخل الفريق (3)  </vt:lpstr>
      <vt:lpstr>نتاج التعلم ج تطبيق نظريات القيادة الفعّالة وبناء الفريق على مجموعة من المواقف ضمن سياق في قطاع الضيافة </vt:lpstr>
      <vt:lpstr>نتاج التعلم ج تطبيق نظريات القيادة الفعّالة وبناء الفريق على مجموعة  من المواقف ضمن سياق في قطاع الضيافة   </vt:lpstr>
      <vt:lpstr>ج1 تخطيط العمل لفِرَق قطاع الضيافة والإشراف عليه الغرض من تقنيات التخطيط وكيفية إجرائها (1)   </vt:lpstr>
      <vt:lpstr>الغرض من تقنيات التخطيط وكيفية إجرائها (2)   </vt:lpstr>
      <vt:lpstr>أنواع الأهداف، والغرض منها وطريقة تحديدها   </vt:lpstr>
      <vt:lpstr>ج2 مراقبة أداء الفريق، ودعمه، وتطويره غرض وكيفية مراقبة ومراجعة أداء الفريق وإنجازاته (1)    </vt:lpstr>
      <vt:lpstr>غرض وكيفية مراقبة ومراجعة أداء الفريق وإنجازاته (2)    </vt:lpstr>
      <vt:lpstr>غرض وعملية دعم وتطوير أعضاء الفريق الذين لا يبلغون بأدائهم المستوى المستهدف    </vt:lpstr>
      <vt:lpstr>ج3 الغرض من المسؤوليات الإشرافية وكيفية إجرائها (1)   </vt:lpstr>
      <vt:lpstr>ج3 الغرض من المسؤوليات الإشرافية وكيفية إجرائها (2)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19</cp:revision>
  <dcterms:created xsi:type="dcterms:W3CDTF">2020-07-15T07:14:47Z</dcterms:created>
  <dcterms:modified xsi:type="dcterms:W3CDTF">2024-11-26T16:55:46Z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