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1"/>
  </p:notesMasterIdLst>
  <p:sldIdLst>
    <p:sldId id="310" r:id="rId14"/>
    <p:sldId id="311" r:id="rId15"/>
    <p:sldId id="258" r:id="rId16"/>
    <p:sldId id="272" r:id="rId17"/>
    <p:sldId id="305" r:id="rId18"/>
    <p:sldId id="313" r:id="rId19"/>
    <p:sldId id="314" r:id="rId20"/>
    <p:sldId id="312" r:id="rId21"/>
    <p:sldId id="332" r:id="rId22"/>
    <p:sldId id="323" r:id="rId23"/>
    <p:sldId id="324" r:id="rId24"/>
    <p:sldId id="306" r:id="rId25"/>
    <p:sldId id="317" r:id="rId26"/>
    <p:sldId id="325" r:id="rId27"/>
    <p:sldId id="326" r:id="rId28"/>
    <p:sldId id="342" r:id="rId29"/>
    <p:sldId id="343" r:id="rId30"/>
    <p:sldId id="333" r:id="rId31"/>
    <p:sldId id="334" r:id="rId32"/>
    <p:sldId id="345" r:id="rId33"/>
    <p:sldId id="335" r:id="rId34"/>
    <p:sldId id="346" r:id="rId35"/>
    <p:sldId id="336" r:id="rId36"/>
    <p:sldId id="338" r:id="rId37"/>
    <p:sldId id="347" r:id="rId38"/>
    <p:sldId id="339" r:id="rId39"/>
    <p:sldId id="349" r:id="rId40"/>
    <p:sldId id="340" r:id="rId41"/>
    <p:sldId id="341" r:id="rId42"/>
    <p:sldId id="330" r:id="rId43"/>
    <p:sldId id="331" r:id="rId44"/>
    <p:sldId id="308" r:id="rId45"/>
    <p:sldId id="319" r:id="rId46"/>
    <p:sldId id="320" r:id="rId47"/>
    <p:sldId id="321" r:id="rId48"/>
    <p:sldId id="350" r:id="rId49"/>
    <p:sldId id="351" r:id="rId50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F91B24-5E16-5372-1A59-A6B6C128E905}" name="Jill Marshall Simms" initials="JM" userId="4896547be21e36f3" providerId="Windows Live"/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A6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2231C-EEE1-4779-A916-3C0465B16DFA}" v="107" dt="2024-05-28T12:54:47.20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82" autoAdjust="0"/>
    <p:restoredTop sz="93458" autoAdjust="0"/>
  </p:normalViewPr>
  <p:slideViewPr>
    <p:cSldViewPr>
      <p:cViewPr varScale="1">
        <p:scale>
          <a:sx n="151" d="100"/>
          <a:sy n="151" d="100"/>
        </p:scale>
        <p:origin x="2280" y="13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404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microsoft.com/office/2018/10/relationships/authors" Target="author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b8c1c271-dd5b-4079-a09a-81f4ce8be867" providerId="ADAL" clId="{4C6AB197-939D-476C-8977-A30245E7B6FF}"/>
    <pc:docChg chg="undo custSel modSld">
      <pc:chgData name="Sam Prince" userId="b8c1c271-dd5b-4079-a09a-81f4ce8be867" providerId="ADAL" clId="{4C6AB197-939D-476C-8977-A30245E7B6FF}" dt="2024-03-26T15:53:37.404" v="246" actId="20577"/>
      <pc:docMkLst>
        <pc:docMk/>
      </pc:docMkLst>
      <pc:sldChg chg="modSp mod">
        <pc:chgData name="Sam Prince" userId="b8c1c271-dd5b-4079-a09a-81f4ce8be867" providerId="ADAL" clId="{4C6AB197-939D-476C-8977-A30245E7B6FF}" dt="2024-03-26T15:40:56.144" v="237" actId="113"/>
        <pc:sldMkLst>
          <pc:docMk/>
          <pc:sldMk cId="0" sldId="258"/>
        </pc:sldMkLst>
        <pc:spChg chg="mod">
          <ac:chgData name="Sam Prince" userId="b8c1c271-dd5b-4079-a09a-81f4ce8be867" providerId="ADAL" clId="{4C6AB197-939D-476C-8977-A30245E7B6FF}" dt="2024-03-26T15:40:56.144" v="237" actId="113"/>
          <ac:spMkLst>
            <pc:docMk/>
            <pc:sldMk cId="0" sldId="258"/>
            <ac:spMk id="32771" creationId="{44DFA49F-83B7-E61C-00EB-D6046D571A05}"/>
          </ac:spMkLst>
        </pc:spChg>
      </pc:sldChg>
      <pc:sldChg chg="modSp mod delCm modNotesTx">
        <pc:chgData name="Sam Prince" userId="b8c1c271-dd5b-4079-a09a-81f4ce8be867" providerId="ADAL" clId="{4C6AB197-939D-476C-8977-A30245E7B6FF}" dt="2024-03-26T15:24:56.325" v="46" actId="20577"/>
        <pc:sldMkLst>
          <pc:docMk/>
          <pc:sldMk cId="884549766" sldId="305"/>
        </pc:sldMkLst>
        <pc:spChg chg="mod">
          <ac:chgData name="Sam Prince" userId="b8c1c271-dd5b-4079-a09a-81f4ce8be867" providerId="ADAL" clId="{4C6AB197-939D-476C-8977-A30245E7B6FF}" dt="2024-03-26T15:24:56.325" v="46" actId="20577"/>
          <ac:spMkLst>
            <pc:docMk/>
            <pc:sldMk cId="884549766" sldId="305"/>
            <ac:spMk id="34819" creationId="{453C7683-8588-7ABC-32E0-8A4E682186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24:47.622" v="44"/>
              <pc2:cmMkLst xmlns:pc2="http://schemas.microsoft.com/office/powerpoint/2019/9/main/command">
                <pc:docMk/>
                <pc:sldMk cId="884549766" sldId="305"/>
                <pc2:cmMk id="{F0B1CE17-2A35-43F8-838B-C0E6FAD4E7DB}"/>
              </pc2:cmMkLst>
            </pc226:cmChg>
          </p:ext>
        </pc:extLst>
      </pc:sldChg>
      <pc:sldChg chg="modSp mod">
        <pc:chgData name="Sam Prince" userId="b8c1c271-dd5b-4079-a09a-81f4ce8be867" providerId="ADAL" clId="{4C6AB197-939D-476C-8977-A30245E7B6FF}" dt="2024-03-26T15:22:59.184" v="19" actId="20577"/>
        <pc:sldMkLst>
          <pc:docMk/>
          <pc:sldMk cId="588007661" sldId="306"/>
        </pc:sldMkLst>
        <pc:spChg chg="mod">
          <ac:chgData name="Sam Prince" userId="b8c1c271-dd5b-4079-a09a-81f4ce8be867" providerId="ADAL" clId="{4C6AB197-939D-476C-8977-A30245E7B6FF}" dt="2024-03-26T15:22:59.184" v="19" actId="20577"/>
          <ac:spMkLst>
            <pc:docMk/>
            <pc:sldMk cId="588007661" sldId="306"/>
            <ac:spMk id="34820" creationId="{8DCD7CE1-603D-4D59-3DBB-C13C0B6505F0}"/>
          </ac:spMkLst>
        </pc:spChg>
      </pc:sldChg>
      <pc:sldChg chg="delCm modNotes">
        <pc:chgData name="Sam Prince" userId="b8c1c271-dd5b-4079-a09a-81f4ce8be867" providerId="ADAL" clId="{4C6AB197-939D-476C-8977-A30245E7B6FF}" dt="2024-03-26T15:40:31.190" v="234"/>
        <pc:sldMkLst>
          <pc:docMk/>
          <pc:sldMk cId="1505216828" sldId="31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40:31.190" v="234"/>
              <pc2:cmMkLst xmlns:pc2="http://schemas.microsoft.com/office/powerpoint/2019/9/main/command">
                <pc:docMk/>
                <pc:sldMk cId="1505216828" sldId="310"/>
                <pc2:cmMk id="{81C2BA44-696D-4F33-BE47-64E5838CFD8C}"/>
              </pc2:cmMkLst>
            </pc226:cmChg>
          </p:ext>
        </pc:extLst>
      </pc:sldChg>
      <pc:sldChg chg="modSp mod delCm modNotes">
        <pc:chgData name="Sam Prince" userId="b8c1c271-dd5b-4079-a09a-81f4ce8be867" providerId="ADAL" clId="{4C6AB197-939D-476C-8977-A30245E7B6FF}" dt="2024-03-26T15:40:14.068" v="232" actId="20577"/>
        <pc:sldMkLst>
          <pc:docMk/>
          <pc:sldMk cId="1699302388" sldId="312"/>
        </pc:sldMkLst>
        <pc:spChg chg="mod">
          <ac:chgData name="Sam Prince" userId="b8c1c271-dd5b-4079-a09a-81f4ce8be867" providerId="ADAL" clId="{4C6AB197-939D-476C-8977-A30245E7B6FF}" dt="2024-03-26T15:26:27.997" v="66" actId="14100"/>
          <ac:spMkLst>
            <pc:docMk/>
            <pc:sldMk cId="1699302388" sldId="312"/>
            <ac:spMk id="2" creationId="{0343BE2D-1E55-4E00-6AE3-8E2FDB032AD4}"/>
          </ac:spMkLst>
        </pc:spChg>
        <pc:spChg chg="mod">
          <ac:chgData name="Sam Prince" userId="b8c1c271-dd5b-4079-a09a-81f4ce8be867" providerId="ADAL" clId="{4C6AB197-939D-476C-8977-A30245E7B6FF}" dt="2024-03-26T15:26:22.445" v="64" actId="403"/>
          <ac:spMkLst>
            <pc:docMk/>
            <pc:sldMk cId="1699302388" sldId="312"/>
            <ac:spMk id="34819" creationId="{453C7683-8588-7ABC-32E0-8A4E68218620}"/>
          </ac:spMkLst>
        </pc:spChg>
        <pc:spChg chg="mod">
          <ac:chgData name="Sam Prince" userId="b8c1c271-dd5b-4079-a09a-81f4ce8be867" providerId="ADAL" clId="{4C6AB197-939D-476C-8977-A30245E7B6FF}" dt="2024-03-26T15:22:08.329" v="10" actId="20577"/>
          <ac:spMkLst>
            <pc:docMk/>
            <pc:sldMk cId="1699302388" sldId="312"/>
            <ac:spMk id="34820" creationId="{8DCD7CE1-603D-4D59-3DBB-C13C0B6505F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21:53.831" v="2"/>
              <pc2:cmMkLst xmlns:pc2="http://schemas.microsoft.com/office/powerpoint/2019/9/main/command">
                <pc:docMk/>
                <pc:sldMk cId="1699302388" sldId="312"/>
                <pc2:cmMk id="{AD91C54A-C4B8-41EB-BE4D-5758EB70DF69}"/>
              </pc2:cmMkLst>
            </pc226:cmChg>
          </p:ext>
        </pc:extLst>
      </pc:sldChg>
      <pc:sldChg chg="modSp mod modNotesTx">
        <pc:chgData name="Sam Prince" userId="b8c1c271-dd5b-4079-a09a-81f4ce8be867" providerId="ADAL" clId="{4C6AB197-939D-476C-8977-A30245E7B6FF}" dt="2024-03-26T15:25:09.593" v="48" actId="255"/>
        <pc:sldMkLst>
          <pc:docMk/>
          <pc:sldMk cId="3978143264" sldId="313"/>
        </pc:sldMkLst>
        <pc:spChg chg="mod">
          <ac:chgData name="Sam Prince" userId="b8c1c271-dd5b-4079-a09a-81f4ce8be867" providerId="ADAL" clId="{4C6AB197-939D-476C-8977-A30245E7B6FF}" dt="2024-03-26T15:25:09.593" v="48" actId="255"/>
          <ac:spMkLst>
            <pc:docMk/>
            <pc:sldMk cId="3978143264" sldId="313"/>
            <ac:spMk id="34819" creationId="{453C7683-8588-7ABC-32E0-8A4E68218620}"/>
          </ac:spMkLst>
        </pc:spChg>
        <pc:spChg chg="mod">
          <ac:chgData name="Sam Prince" userId="b8c1c271-dd5b-4079-a09a-81f4ce8be867" providerId="ADAL" clId="{4C6AB197-939D-476C-8977-A30245E7B6FF}" dt="2024-03-26T15:21:33.088" v="0" actId="20577"/>
          <ac:spMkLst>
            <pc:docMk/>
            <pc:sldMk cId="3978143264" sldId="313"/>
            <ac:spMk id="34820" creationId="{8DCD7CE1-603D-4D59-3DBB-C13C0B6505F0}"/>
          </ac:spMkLst>
        </pc:spChg>
      </pc:sldChg>
      <pc:sldChg chg="modSp mod modNotesTx">
        <pc:chgData name="Sam Prince" userId="b8c1c271-dd5b-4079-a09a-81f4ce8be867" providerId="ADAL" clId="{4C6AB197-939D-476C-8977-A30245E7B6FF}" dt="2024-03-26T15:25:45.207" v="56" actId="1076"/>
        <pc:sldMkLst>
          <pc:docMk/>
          <pc:sldMk cId="1493606964" sldId="314"/>
        </pc:sldMkLst>
        <pc:spChg chg="mod">
          <ac:chgData name="Sam Prince" userId="b8c1c271-dd5b-4079-a09a-81f4ce8be867" providerId="ADAL" clId="{4C6AB197-939D-476C-8977-A30245E7B6FF}" dt="2024-03-26T15:25:40.839" v="55" actId="20577"/>
          <ac:spMkLst>
            <pc:docMk/>
            <pc:sldMk cId="1493606964" sldId="314"/>
            <ac:spMk id="34819" creationId="{453C7683-8588-7ABC-32E0-8A4E68218620}"/>
          </ac:spMkLst>
        </pc:spChg>
        <pc:spChg chg="mod">
          <ac:chgData name="Sam Prince" userId="b8c1c271-dd5b-4079-a09a-81f4ce8be867" providerId="ADAL" clId="{4C6AB197-939D-476C-8977-A30245E7B6FF}" dt="2024-03-26T15:21:39.770" v="1" actId="20577"/>
          <ac:spMkLst>
            <pc:docMk/>
            <pc:sldMk cId="1493606964" sldId="314"/>
            <ac:spMk id="34820" creationId="{8DCD7CE1-603D-4D59-3DBB-C13C0B6505F0}"/>
          </ac:spMkLst>
        </pc:spChg>
        <pc:picChg chg="mod">
          <ac:chgData name="Sam Prince" userId="b8c1c271-dd5b-4079-a09a-81f4ce8be867" providerId="ADAL" clId="{4C6AB197-939D-476C-8977-A30245E7B6FF}" dt="2024-03-26T15:25:45.207" v="56" actId="1076"/>
          <ac:picMkLst>
            <pc:docMk/>
            <pc:sldMk cId="1493606964" sldId="314"/>
            <ac:picMk id="3" creationId="{349A9E56-A28D-7819-E1E7-168707E2BDD9}"/>
          </ac:picMkLst>
        </pc:picChg>
      </pc:sldChg>
      <pc:sldChg chg="modSp mod modNotesTx">
        <pc:chgData name="Sam Prince" userId="b8c1c271-dd5b-4079-a09a-81f4ce8be867" providerId="ADAL" clId="{4C6AB197-939D-476C-8977-A30245E7B6FF}" dt="2024-03-26T15:23:25.548" v="27" actId="6549"/>
        <pc:sldMkLst>
          <pc:docMk/>
          <pc:sldMk cId="3957469130" sldId="317"/>
        </pc:sldMkLst>
        <pc:spChg chg="mod">
          <ac:chgData name="Sam Prince" userId="b8c1c271-dd5b-4079-a09a-81f4ce8be867" providerId="ADAL" clId="{4C6AB197-939D-476C-8977-A30245E7B6FF}" dt="2024-03-26T15:23:23.832" v="26" actId="20577"/>
          <ac:spMkLst>
            <pc:docMk/>
            <pc:sldMk cId="3957469130" sldId="317"/>
            <ac:spMk id="34819" creationId="{453C7683-8588-7ABC-32E0-8A4E68218620}"/>
          </ac:spMkLst>
        </pc:spChg>
        <pc:spChg chg="mod">
          <ac:chgData name="Sam Prince" userId="b8c1c271-dd5b-4079-a09a-81f4ce8be867" providerId="ADAL" clId="{4C6AB197-939D-476C-8977-A30245E7B6FF}" dt="2024-03-26T15:23:12.367" v="22" actId="20577"/>
          <ac:spMkLst>
            <pc:docMk/>
            <pc:sldMk cId="3957469130" sldId="31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C6AB197-939D-476C-8977-A30245E7B6FF}" dt="2024-03-26T15:38:59.778" v="222" actId="20577"/>
        <pc:sldMkLst>
          <pc:docMk/>
          <pc:sldMk cId="2880668957" sldId="319"/>
        </pc:sldMkLst>
        <pc:spChg chg="mod">
          <ac:chgData name="Sam Prince" userId="b8c1c271-dd5b-4079-a09a-81f4ce8be867" providerId="ADAL" clId="{4C6AB197-939D-476C-8977-A30245E7B6FF}" dt="2024-03-26T15:38:59.778" v="222" actId="20577"/>
          <ac:spMkLst>
            <pc:docMk/>
            <pc:sldMk cId="2880668957" sldId="319"/>
            <ac:spMk id="34819" creationId="{453C7683-8588-7ABC-32E0-8A4E68218620}"/>
          </ac:spMkLst>
        </pc:spChg>
        <pc:spChg chg="mod">
          <ac:chgData name="Sam Prince" userId="b8c1c271-dd5b-4079-a09a-81f4ce8be867" providerId="ADAL" clId="{4C6AB197-939D-476C-8977-A30245E7B6FF}" dt="2024-03-26T15:38:50.388" v="220" actId="20577"/>
          <ac:spMkLst>
            <pc:docMk/>
            <pc:sldMk cId="2880668957" sldId="319"/>
            <ac:spMk id="34820" creationId="{8DCD7CE1-603D-4D59-3DBB-C13C0B6505F0}"/>
          </ac:spMkLst>
        </pc:spChg>
      </pc:sldChg>
      <pc:sldChg chg="modSp mod delCm">
        <pc:chgData name="Sam Prince" userId="b8c1c271-dd5b-4079-a09a-81f4ce8be867" providerId="ADAL" clId="{4C6AB197-939D-476C-8977-A30245E7B6FF}" dt="2024-03-26T15:39:34.817" v="229" actId="14100"/>
        <pc:sldMkLst>
          <pc:docMk/>
          <pc:sldMk cId="3279222656" sldId="320"/>
        </pc:sldMkLst>
        <pc:spChg chg="mod">
          <ac:chgData name="Sam Prince" userId="b8c1c271-dd5b-4079-a09a-81f4ce8be867" providerId="ADAL" clId="{4C6AB197-939D-476C-8977-A30245E7B6FF}" dt="2024-03-26T15:39:34.817" v="229" actId="14100"/>
          <ac:spMkLst>
            <pc:docMk/>
            <pc:sldMk cId="3279222656" sldId="320"/>
            <ac:spMk id="2" creationId="{B84CC3DB-DC6D-588A-B9E5-50FCAB2B96EB}"/>
          </ac:spMkLst>
        </pc:spChg>
        <pc:spChg chg="mod">
          <ac:chgData name="Sam Prince" userId="b8c1c271-dd5b-4079-a09a-81f4ce8be867" providerId="ADAL" clId="{4C6AB197-939D-476C-8977-A30245E7B6FF}" dt="2024-03-26T15:39:11.912" v="225" actId="404"/>
          <ac:spMkLst>
            <pc:docMk/>
            <pc:sldMk cId="3279222656" sldId="320"/>
            <ac:spMk id="34819" creationId="{453C7683-8588-7ABC-32E0-8A4E682186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39:04.809" v="223"/>
              <pc2:cmMkLst xmlns:pc2="http://schemas.microsoft.com/office/powerpoint/2019/9/main/command">
                <pc:docMk/>
                <pc:sldMk cId="3279222656" sldId="320"/>
                <pc2:cmMk id="{C1C665B0-038D-408D-A3EF-CC402CBBBB41}"/>
              </pc2:cmMkLst>
            </pc226:cmChg>
          </p:ext>
        </pc:extLst>
      </pc:sldChg>
      <pc:sldChg chg="modSp mod">
        <pc:chgData name="Sam Prince" userId="b8c1c271-dd5b-4079-a09a-81f4ce8be867" providerId="ADAL" clId="{4C6AB197-939D-476C-8977-A30245E7B6FF}" dt="2024-03-26T15:39:46.131" v="230" actId="403"/>
        <pc:sldMkLst>
          <pc:docMk/>
          <pc:sldMk cId="2072091948" sldId="321"/>
        </pc:sldMkLst>
        <pc:spChg chg="mod">
          <ac:chgData name="Sam Prince" userId="b8c1c271-dd5b-4079-a09a-81f4ce8be867" providerId="ADAL" clId="{4C6AB197-939D-476C-8977-A30245E7B6FF}" dt="2024-03-26T15:39:46.131" v="230" actId="403"/>
          <ac:spMkLst>
            <pc:docMk/>
            <pc:sldMk cId="2072091948" sldId="321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C6AB197-939D-476C-8977-A30245E7B6FF}" dt="2024-03-26T15:22:31.724" v="14" actId="20577"/>
        <pc:sldMkLst>
          <pc:docMk/>
          <pc:sldMk cId="474925309" sldId="323"/>
        </pc:sldMkLst>
        <pc:spChg chg="mod">
          <ac:chgData name="Sam Prince" userId="b8c1c271-dd5b-4079-a09a-81f4ce8be867" providerId="ADAL" clId="{4C6AB197-939D-476C-8977-A30245E7B6FF}" dt="2024-03-26T15:22:31.724" v="14" actId="20577"/>
          <ac:spMkLst>
            <pc:docMk/>
            <pc:sldMk cId="474925309" sldId="323"/>
            <ac:spMk id="6" creationId="{FCC23A3B-4EFE-C7D4-2F41-EB01EDA9CF35}"/>
          </ac:spMkLst>
        </pc:spChg>
      </pc:sldChg>
      <pc:sldChg chg="modSp mod">
        <pc:chgData name="Sam Prince" userId="b8c1c271-dd5b-4079-a09a-81f4ce8be867" providerId="ADAL" clId="{4C6AB197-939D-476C-8977-A30245E7B6FF}" dt="2024-03-26T15:26:42.940" v="68" actId="1076"/>
        <pc:sldMkLst>
          <pc:docMk/>
          <pc:sldMk cId="111528100" sldId="324"/>
        </pc:sldMkLst>
        <pc:spChg chg="mod">
          <ac:chgData name="Sam Prince" userId="b8c1c271-dd5b-4079-a09a-81f4ce8be867" providerId="ADAL" clId="{4C6AB197-939D-476C-8977-A30245E7B6FF}" dt="2024-03-26T15:22:47.695" v="17" actId="403"/>
          <ac:spMkLst>
            <pc:docMk/>
            <pc:sldMk cId="111528100" sldId="324"/>
            <ac:spMk id="4" creationId="{E05E0219-B0A3-FEA2-13E0-1761AF9B49B5}"/>
          </ac:spMkLst>
        </pc:spChg>
        <pc:spChg chg="mod">
          <ac:chgData name="Sam Prince" userId="b8c1c271-dd5b-4079-a09a-81f4ce8be867" providerId="ADAL" clId="{4C6AB197-939D-476C-8977-A30245E7B6FF}" dt="2024-03-26T15:22:38.593" v="15" actId="20577"/>
          <ac:spMkLst>
            <pc:docMk/>
            <pc:sldMk cId="111528100" sldId="324"/>
            <ac:spMk id="6" creationId="{FCC23A3B-4EFE-C7D4-2F41-EB01EDA9CF35}"/>
          </ac:spMkLst>
        </pc:spChg>
        <pc:picChg chg="mod">
          <ac:chgData name="Sam Prince" userId="b8c1c271-dd5b-4079-a09a-81f4ce8be867" providerId="ADAL" clId="{4C6AB197-939D-476C-8977-A30245E7B6FF}" dt="2024-03-26T15:26:42.940" v="68" actId="1076"/>
          <ac:picMkLst>
            <pc:docMk/>
            <pc:sldMk cId="111528100" sldId="324"/>
            <ac:picMk id="7" creationId="{5487673B-0DC8-53A0-0444-48601E5A1EA5}"/>
          </ac:picMkLst>
        </pc:picChg>
      </pc:sldChg>
      <pc:sldChg chg="modSp mod">
        <pc:chgData name="Sam Prince" userId="b8c1c271-dd5b-4079-a09a-81f4ce8be867" providerId="ADAL" clId="{4C6AB197-939D-476C-8977-A30245E7B6FF}" dt="2024-03-26T15:23:44.733" v="31" actId="27636"/>
        <pc:sldMkLst>
          <pc:docMk/>
          <pc:sldMk cId="1529318317" sldId="325"/>
        </pc:sldMkLst>
        <pc:spChg chg="mod">
          <ac:chgData name="Sam Prince" userId="b8c1c271-dd5b-4079-a09a-81f4ce8be867" providerId="ADAL" clId="{4C6AB197-939D-476C-8977-A30245E7B6FF}" dt="2024-03-26T15:23:44.733" v="31" actId="27636"/>
          <ac:spMkLst>
            <pc:docMk/>
            <pc:sldMk cId="1529318317" sldId="325"/>
            <ac:spMk id="2" creationId="{B313E8EE-74B1-0B2F-E3C6-2D1A90921346}"/>
          </ac:spMkLst>
        </pc:spChg>
        <pc:spChg chg="mod">
          <ac:chgData name="Sam Prince" userId="b8c1c271-dd5b-4079-a09a-81f4ce8be867" providerId="ADAL" clId="{4C6AB197-939D-476C-8977-A30245E7B6FF}" dt="2024-03-26T15:23:36.840" v="28" actId="20577"/>
          <ac:spMkLst>
            <pc:docMk/>
            <pc:sldMk cId="1529318317" sldId="325"/>
            <ac:spMk id="4" creationId="{DBF4FC4B-6E65-7998-FB73-2614E44BCFA9}"/>
          </ac:spMkLst>
        </pc:spChg>
      </pc:sldChg>
      <pc:sldChg chg="modSp mod delCm modCm">
        <pc:chgData name="Sam Prince" userId="b8c1c271-dd5b-4079-a09a-81f4ce8be867" providerId="ADAL" clId="{4C6AB197-939D-476C-8977-A30245E7B6FF}" dt="2024-03-26T15:24:29.702" v="43" actId="14100"/>
        <pc:sldMkLst>
          <pc:docMk/>
          <pc:sldMk cId="3107171136" sldId="326"/>
        </pc:sldMkLst>
        <pc:spChg chg="mod">
          <ac:chgData name="Sam Prince" userId="b8c1c271-dd5b-4079-a09a-81f4ce8be867" providerId="ADAL" clId="{4C6AB197-939D-476C-8977-A30245E7B6FF}" dt="2024-03-26T15:23:49.969" v="32" actId="20577"/>
          <ac:spMkLst>
            <pc:docMk/>
            <pc:sldMk cId="3107171136" sldId="326"/>
            <ac:spMk id="2" creationId="{43F6C120-BC40-7A64-F36A-D6F1F3283171}"/>
          </ac:spMkLst>
        </pc:spChg>
        <pc:spChg chg="mod">
          <ac:chgData name="Sam Prince" userId="b8c1c271-dd5b-4079-a09a-81f4ce8be867" providerId="ADAL" clId="{4C6AB197-939D-476C-8977-A30245E7B6FF}" dt="2024-03-26T15:24:29.702" v="43" actId="14100"/>
          <ac:spMkLst>
            <pc:docMk/>
            <pc:sldMk cId="3107171136" sldId="326"/>
            <ac:spMk id="33" creationId="{19965EC3-F6E0-4A3C-E936-C38514D927DC}"/>
          </ac:spMkLst>
        </pc:spChg>
        <pc:picChg chg="mod">
          <ac:chgData name="Sam Prince" userId="b8c1c271-dd5b-4079-a09a-81f4ce8be867" providerId="ADAL" clId="{4C6AB197-939D-476C-8977-A30245E7B6FF}" dt="2024-03-26T15:24:03.829" v="35" actId="1076"/>
          <ac:picMkLst>
            <pc:docMk/>
            <pc:sldMk cId="3107171136" sldId="326"/>
            <ac:picMk id="32" creationId="{F12FFBB4-D6F7-731C-736F-B2F0BCAEBF0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Sam Prince" userId="b8c1c271-dd5b-4079-a09a-81f4ce8be867" providerId="ADAL" clId="{4C6AB197-939D-476C-8977-A30245E7B6FF}" dt="2024-03-26T15:23:55.736" v="33"/>
              <pc2:cmMkLst xmlns:pc2="http://schemas.microsoft.com/office/powerpoint/2019/9/main/command">
                <pc:docMk/>
                <pc:sldMk cId="3107171136" sldId="326"/>
                <pc2:cmMk id="{CC5A94E3-1375-4C34-9003-5C1DF17F8C5C}"/>
              </pc2:cmMkLst>
            </pc226:cmChg>
          </p:ext>
        </pc:extLst>
      </pc:sldChg>
      <pc:sldChg chg="modSp mod modNotesTx">
        <pc:chgData name="Sam Prince" userId="b8c1c271-dd5b-4079-a09a-81f4ce8be867" providerId="ADAL" clId="{4C6AB197-939D-476C-8977-A30245E7B6FF}" dt="2024-03-26T15:38:12.114" v="212" actId="6549"/>
        <pc:sldMkLst>
          <pc:docMk/>
          <pc:sldMk cId="2798606905" sldId="330"/>
        </pc:sldMkLst>
        <pc:spChg chg="mod">
          <ac:chgData name="Sam Prince" userId="b8c1c271-dd5b-4079-a09a-81f4ce8be867" providerId="ADAL" clId="{4C6AB197-939D-476C-8977-A30245E7B6FF}" dt="2024-03-26T15:38:07.651" v="211" actId="20577"/>
          <ac:spMkLst>
            <pc:docMk/>
            <pc:sldMk cId="2798606905" sldId="330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C6AB197-939D-476C-8977-A30245E7B6FF}" dt="2024-03-26T15:38:32.115" v="217" actId="20577"/>
        <pc:sldMkLst>
          <pc:docMk/>
          <pc:sldMk cId="1546869761" sldId="331"/>
        </pc:sldMkLst>
        <pc:spChg chg="mod">
          <ac:chgData name="Sam Prince" userId="b8c1c271-dd5b-4079-a09a-81f4ce8be867" providerId="ADAL" clId="{4C6AB197-939D-476C-8977-A30245E7B6FF}" dt="2024-03-26T15:38:18.918" v="214" actId="20577"/>
          <ac:spMkLst>
            <pc:docMk/>
            <pc:sldMk cId="1546869761" sldId="331"/>
            <ac:spMk id="34820" creationId="{8DCD7CE1-603D-4D59-3DBB-C13C0B6505F0}"/>
          </ac:spMkLst>
        </pc:spChg>
        <pc:graphicFrameChg chg="mod modGraphic">
          <ac:chgData name="Sam Prince" userId="b8c1c271-dd5b-4079-a09a-81f4ce8be867" providerId="ADAL" clId="{4C6AB197-939D-476C-8977-A30245E7B6FF}" dt="2024-03-26T15:38:32.115" v="217" actId="20577"/>
          <ac:graphicFrameMkLst>
            <pc:docMk/>
            <pc:sldMk cId="1546869761" sldId="331"/>
            <ac:graphicFrameMk id="2" creationId="{16F21FFA-020A-EFF0-74CD-D6B9420427B7}"/>
          </ac:graphicFrameMkLst>
        </pc:graphicFrameChg>
      </pc:sldChg>
      <pc:sldChg chg="modSp mod">
        <pc:chgData name="Sam Prince" userId="b8c1c271-dd5b-4079-a09a-81f4ce8be867" providerId="ADAL" clId="{4C6AB197-939D-476C-8977-A30245E7B6FF}" dt="2024-03-26T15:26:16.735" v="63" actId="403"/>
        <pc:sldMkLst>
          <pc:docMk/>
          <pc:sldMk cId="2905520476" sldId="332"/>
        </pc:sldMkLst>
        <pc:spChg chg="mod">
          <ac:chgData name="Sam Prince" userId="b8c1c271-dd5b-4079-a09a-81f4ce8be867" providerId="ADAL" clId="{4C6AB197-939D-476C-8977-A30245E7B6FF}" dt="2024-03-26T15:26:16.735" v="63" actId="403"/>
          <ac:spMkLst>
            <pc:docMk/>
            <pc:sldMk cId="2905520476" sldId="332"/>
            <ac:spMk id="34819" creationId="{453C7683-8588-7ABC-32E0-8A4E68218620}"/>
          </ac:spMkLst>
        </pc:spChg>
        <pc:spChg chg="mod">
          <ac:chgData name="Sam Prince" userId="b8c1c271-dd5b-4079-a09a-81f4ce8be867" providerId="ADAL" clId="{4C6AB197-939D-476C-8977-A30245E7B6FF}" dt="2024-03-26T15:22:27.472" v="13" actId="20577"/>
          <ac:spMkLst>
            <pc:docMk/>
            <pc:sldMk cId="2905520476" sldId="332"/>
            <ac:spMk id="34820" creationId="{8DCD7CE1-603D-4D59-3DBB-C13C0B6505F0}"/>
          </ac:spMkLst>
        </pc:spChg>
      </pc:sldChg>
      <pc:sldChg chg="modSp mod delCm">
        <pc:chgData name="Sam Prince" userId="b8c1c271-dd5b-4079-a09a-81f4ce8be867" providerId="ADAL" clId="{4C6AB197-939D-476C-8977-A30245E7B6FF}" dt="2024-03-26T15:53:00.408" v="240" actId="20577"/>
        <pc:sldMkLst>
          <pc:docMk/>
          <pc:sldMk cId="2070316691" sldId="333"/>
        </pc:sldMkLst>
        <pc:spChg chg="mod">
          <ac:chgData name="Sam Prince" userId="b8c1c271-dd5b-4079-a09a-81f4ce8be867" providerId="ADAL" clId="{4C6AB197-939D-476C-8977-A30245E7B6FF}" dt="2024-03-26T15:53:00.408" v="240" actId="20577"/>
          <ac:spMkLst>
            <pc:docMk/>
            <pc:sldMk cId="2070316691" sldId="333"/>
            <ac:spMk id="2" creationId="{43F6C120-BC40-7A64-F36A-D6F1F3283171}"/>
          </ac:spMkLst>
        </pc:spChg>
        <pc:graphicFrameChg chg="mod modGraphic">
          <ac:chgData name="Sam Prince" userId="b8c1c271-dd5b-4079-a09a-81f4ce8be867" providerId="ADAL" clId="{4C6AB197-939D-476C-8977-A30245E7B6FF}" dt="2024-03-26T15:29:52.796" v="105" actId="404"/>
          <ac:graphicFrameMkLst>
            <pc:docMk/>
            <pc:sldMk cId="2070316691" sldId="333"/>
            <ac:graphicFrameMk id="3" creationId="{C4DF8772-2FA2-0DE2-EB78-677B9242ACFD}"/>
          </ac:graphicFrameMkLst>
        </pc:graphicFrameChg>
        <pc:picChg chg="mod">
          <ac:chgData name="Sam Prince" userId="b8c1c271-dd5b-4079-a09a-81f4ce8be867" providerId="ADAL" clId="{4C6AB197-939D-476C-8977-A30245E7B6FF}" dt="2024-03-26T15:29:56.909" v="106" actId="1076"/>
          <ac:picMkLst>
            <pc:docMk/>
            <pc:sldMk cId="2070316691" sldId="333"/>
            <ac:picMk id="5" creationId="{BC975F98-A2F0-B9D9-6CD2-6107AC414B4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29:17.590" v="93"/>
              <pc2:cmMkLst xmlns:pc2="http://schemas.microsoft.com/office/powerpoint/2019/9/main/command">
                <pc:docMk/>
                <pc:sldMk cId="2070316691" sldId="333"/>
                <pc2:cmMk id="{61A34604-6831-4BD6-9B81-6E88C6154B6B}"/>
              </pc2:cmMkLst>
            </pc226:cmChg>
          </p:ext>
        </pc:extLst>
      </pc:sldChg>
      <pc:sldChg chg="modSp mod delCm">
        <pc:chgData name="Sam Prince" userId="b8c1c271-dd5b-4079-a09a-81f4ce8be867" providerId="ADAL" clId="{4C6AB197-939D-476C-8977-A30245E7B6FF}" dt="2024-03-26T15:34:57.708" v="170" actId="255"/>
        <pc:sldMkLst>
          <pc:docMk/>
          <pc:sldMk cId="1319416479" sldId="334"/>
        </pc:sldMkLst>
        <pc:graphicFrameChg chg="mod modGraphic">
          <ac:chgData name="Sam Prince" userId="b8c1c271-dd5b-4079-a09a-81f4ce8be867" providerId="ADAL" clId="{4C6AB197-939D-476C-8977-A30245E7B6FF}" dt="2024-03-26T15:34:57.708" v="170" actId="255"/>
          <ac:graphicFrameMkLst>
            <pc:docMk/>
            <pc:sldMk cId="1319416479" sldId="334"/>
            <ac:graphicFrameMk id="6" creationId="{7AF718E0-A47C-4CAB-B429-84423FE07AE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30:01.345" v="107"/>
              <pc2:cmMkLst xmlns:pc2="http://schemas.microsoft.com/office/powerpoint/2019/9/main/command">
                <pc:docMk/>
                <pc:sldMk cId="1319416479" sldId="334"/>
                <pc2:cmMk id="{42BA89A3-784A-42EE-B5D4-D1D3E63B2978}"/>
              </pc2:cmMkLst>
            </pc226:cmChg>
          </p:ext>
        </pc:extLst>
      </pc:sldChg>
      <pc:sldChg chg="modSp mod delCm">
        <pc:chgData name="Sam Prince" userId="b8c1c271-dd5b-4079-a09a-81f4ce8be867" providerId="ADAL" clId="{4C6AB197-939D-476C-8977-A30245E7B6FF}" dt="2024-03-26T15:53:05.987" v="241" actId="20577"/>
        <pc:sldMkLst>
          <pc:docMk/>
          <pc:sldMk cId="103580695" sldId="335"/>
        </pc:sldMkLst>
        <pc:spChg chg="mod">
          <ac:chgData name="Sam Prince" userId="b8c1c271-dd5b-4079-a09a-81f4ce8be867" providerId="ADAL" clId="{4C6AB197-939D-476C-8977-A30245E7B6FF}" dt="2024-03-26T15:53:05.987" v="241" actId="20577"/>
          <ac:spMkLst>
            <pc:docMk/>
            <pc:sldMk cId="103580695" sldId="335"/>
            <ac:spMk id="2" creationId="{43F6C120-BC40-7A64-F36A-D6F1F3283171}"/>
          </ac:spMkLst>
        </pc:spChg>
        <pc:graphicFrameChg chg="mod">
          <ac:chgData name="Sam Prince" userId="b8c1c271-dd5b-4079-a09a-81f4ce8be867" providerId="ADAL" clId="{4C6AB197-939D-476C-8977-A30245E7B6FF}" dt="2024-03-26T15:31:27.132" v="120" actId="255"/>
          <ac:graphicFrameMkLst>
            <pc:docMk/>
            <pc:sldMk cId="103580695" sldId="335"/>
            <ac:graphicFrameMk id="3" creationId="{B867B430-F857-57F3-92CF-FCB94018173E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31:01.785" v="116"/>
              <pc2:cmMkLst xmlns:pc2="http://schemas.microsoft.com/office/powerpoint/2019/9/main/command">
                <pc:docMk/>
                <pc:sldMk cId="103580695" sldId="335"/>
                <pc2:cmMk id="{18765A06-EC16-4D2D-B310-057C5DBE9E1C}"/>
              </pc2:cmMkLst>
            </pc226:cmChg>
          </p:ext>
        </pc:extLst>
      </pc:sldChg>
      <pc:sldChg chg="modSp mod delCm">
        <pc:chgData name="Sam Prince" userId="b8c1c271-dd5b-4079-a09a-81f4ce8be867" providerId="ADAL" clId="{4C6AB197-939D-476C-8977-A30245E7B6FF}" dt="2024-03-26T15:53:14.168" v="243" actId="20577"/>
        <pc:sldMkLst>
          <pc:docMk/>
          <pc:sldMk cId="4074847374" sldId="336"/>
        </pc:sldMkLst>
        <pc:spChg chg="mod">
          <ac:chgData name="Sam Prince" userId="b8c1c271-dd5b-4079-a09a-81f4ce8be867" providerId="ADAL" clId="{4C6AB197-939D-476C-8977-A30245E7B6FF}" dt="2024-03-26T15:53:14.168" v="243" actId="20577"/>
          <ac:spMkLst>
            <pc:docMk/>
            <pc:sldMk cId="4074847374" sldId="336"/>
            <ac:spMk id="2" creationId="{43F6C120-BC40-7A64-F36A-D6F1F3283171}"/>
          </ac:spMkLst>
        </pc:spChg>
        <pc:graphicFrameChg chg="mod">
          <ac:chgData name="Sam Prince" userId="b8c1c271-dd5b-4079-a09a-81f4ce8be867" providerId="ADAL" clId="{4C6AB197-939D-476C-8977-A30245E7B6FF}" dt="2024-03-26T15:36:10.899" v="185" actId="255"/>
          <ac:graphicFrameMkLst>
            <pc:docMk/>
            <pc:sldMk cId="4074847374" sldId="336"/>
            <ac:graphicFrameMk id="4" creationId="{12BE508E-A1EA-EB7C-4F1E-71156C7B232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35:37.309" v="178"/>
              <pc2:cmMkLst xmlns:pc2="http://schemas.microsoft.com/office/powerpoint/2019/9/main/command">
                <pc:docMk/>
                <pc:sldMk cId="4074847374" sldId="336"/>
                <pc2:cmMk id="{C3C12CCA-CA02-4F3B-A9B3-C5931DB95C11}"/>
              </pc2:cmMkLst>
            </pc226:cmChg>
          </p:ext>
        </pc:extLst>
      </pc:sldChg>
      <pc:sldChg chg="modSp mod delCm">
        <pc:chgData name="Sam Prince" userId="b8c1c271-dd5b-4079-a09a-81f4ce8be867" providerId="ADAL" clId="{4C6AB197-939D-476C-8977-A30245E7B6FF}" dt="2024-03-26T15:36:21.343" v="187" actId="255"/>
        <pc:sldMkLst>
          <pc:docMk/>
          <pc:sldMk cId="2102109794" sldId="338"/>
        </pc:sldMkLst>
        <pc:graphicFrameChg chg="mod modGraphic">
          <ac:chgData name="Sam Prince" userId="b8c1c271-dd5b-4079-a09a-81f4ce8be867" providerId="ADAL" clId="{4C6AB197-939D-476C-8977-A30245E7B6FF}" dt="2024-03-26T15:36:21.343" v="187" actId="255"/>
          <ac:graphicFrameMkLst>
            <pc:docMk/>
            <pc:sldMk cId="2102109794" sldId="338"/>
            <ac:graphicFrameMk id="5" creationId="{C851FCB8-3D4E-DD25-7D66-665431DC1880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32:17.739" v="136"/>
              <pc2:cmMkLst xmlns:pc2="http://schemas.microsoft.com/office/powerpoint/2019/9/main/command">
                <pc:docMk/>
                <pc:sldMk cId="2102109794" sldId="338"/>
                <pc2:cmMk id="{863037BE-E81D-498E-B021-89DE3B7CACDA}"/>
              </pc2:cmMkLst>
            </pc226:cmChg>
          </p:ext>
        </pc:extLst>
      </pc:sldChg>
      <pc:sldChg chg="modSp mod">
        <pc:chgData name="Sam Prince" userId="b8c1c271-dd5b-4079-a09a-81f4ce8be867" providerId="ADAL" clId="{4C6AB197-939D-476C-8977-A30245E7B6FF}" dt="2024-03-26T15:53:29.296" v="244" actId="20577"/>
        <pc:sldMkLst>
          <pc:docMk/>
          <pc:sldMk cId="354818676" sldId="339"/>
        </pc:sldMkLst>
        <pc:spChg chg="mod">
          <ac:chgData name="Sam Prince" userId="b8c1c271-dd5b-4079-a09a-81f4ce8be867" providerId="ADAL" clId="{4C6AB197-939D-476C-8977-A30245E7B6FF}" dt="2024-03-26T15:53:29.296" v="244" actId="20577"/>
          <ac:spMkLst>
            <pc:docMk/>
            <pc:sldMk cId="354818676" sldId="339"/>
            <ac:spMk id="2" creationId="{43F6C120-BC40-7A64-F36A-D6F1F3283171}"/>
          </ac:spMkLst>
        </pc:spChg>
        <pc:graphicFrameChg chg="mod">
          <ac:chgData name="Sam Prince" userId="b8c1c271-dd5b-4079-a09a-81f4ce8be867" providerId="ADAL" clId="{4C6AB197-939D-476C-8977-A30245E7B6FF}" dt="2024-03-26T15:37:14.306" v="197" actId="255"/>
          <ac:graphicFrameMkLst>
            <pc:docMk/>
            <pc:sldMk cId="354818676" sldId="339"/>
            <ac:graphicFrameMk id="3" creationId="{D46A93F8-5D0B-6B64-D0B2-1B463226EE4E}"/>
          </ac:graphicFrameMkLst>
        </pc:graphicFrameChg>
      </pc:sldChg>
      <pc:sldChg chg="modSp mod delCm">
        <pc:chgData name="Sam Prince" userId="b8c1c271-dd5b-4079-a09a-81f4ce8be867" providerId="ADAL" clId="{4C6AB197-939D-476C-8977-A30245E7B6FF}" dt="2024-03-26T15:53:37.404" v="246" actId="20577"/>
        <pc:sldMkLst>
          <pc:docMk/>
          <pc:sldMk cId="2193725343" sldId="340"/>
        </pc:sldMkLst>
        <pc:spChg chg="mod">
          <ac:chgData name="Sam Prince" userId="b8c1c271-dd5b-4079-a09a-81f4ce8be867" providerId="ADAL" clId="{4C6AB197-939D-476C-8977-A30245E7B6FF}" dt="2024-03-26T15:53:37.404" v="246" actId="20577"/>
          <ac:spMkLst>
            <pc:docMk/>
            <pc:sldMk cId="2193725343" sldId="340"/>
            <ac:spMk id="2" creationId="{43F6C120-BC40-7A64-F36A-D6F1F3283171}"/>
          </ac:spMkLst>
        </pc:spChg>
        <pc:graphicFrameChg chg="mod">
          <ac:chgData name="Sam Prince" userId="b8c1c271-dd5b-4079-a09a-81f4ce8be867" providerId="ADAL" clId="{4C6AB197-939D-476C-8977-A30245E7B6FF}" dt="2024-03-26T15:37:42.101" v="202" actId="255"/>
          <ac:graphicFrameMkLst>
            <pc:docMk/>
            <pc:sldMk cId="2193725343" sldId="340"/>
            <ac:graphicFrameMk id="4" creationId="{2830E7D9-3E04-2965-53B2-D85FC6522EA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37:21.649" v="198"/>
              <pc2:cmMkLst xmlns:pc2="http://schemas.microsoft.com/office/powerpoint/2019/9/main/command">
                <pc:docMk/>
                <pc:sldMk cId="2193725343" sldId="340"/>
                <pc2:cmMk id="{C03F2ED9-77B4-4943-85A7-56682E082E31}"/>
              </pc2:cmMkLst>
            </pc226:cmChg>
          </p:ext>
        </pc:extLst>
      </pc:sldChg>
      <pc:sldChg chg="modSp">
        <pc:chgData name="Sam Prince" userId="b8c1c271-dd5b-4079-a09a-81f4ce8be867" providerId="ADAL" clId="{4C6AB197-939D-476C-8977-A30245E7B6FF}" dt="2024-03-26T15:37:55.920" v="206" actId="255"/>
        <pc:sldMkLst>
          <pc:docMk/>
          <pc:sldMk cId="2817422980" sldId="341"/>
        </pc:sldMkLst>
        <pc:graphicFrameChg chg="mod">
          <ac:chgData name="Sam Prince" userId="b8c1c271-dd5b-4079-a09a-81f4ce8be867" providerId="ADAL" clId="{4C6AB197-939D-476C-8977-A30245E7B6FF}" dt="2024-03-26T15:37:55.920" v="206" actId="255"/>
          <ac:graphicFrameMkLst>
            <pc:docMk/>
            <pc:sldMk cId="2817422980" sldId="341"/>
            <ac:graphicFrameMk id="3" creationId="{750654E3-1815-82B1-43E0-9AB30D1B3CB6}"/>
          </ac:graphicFrameMkLst>
        </pc:graphicFrameChg>
      </pc:sldChg>
      <pc:sldChg chg="modSp mod delCm">
        <pc:chgData name="Sam Prince" userId="b8c1c271-dd5b-4079-a09a-81f4ce8be867" providerId="ADAL" clId="{4C6AB197-939D-476C-8977-A30245E7B6FF}" dt="2024-03-26T15:52:50.335" v="238" actId="20577"/>
        <pc:sldMkLst>
          <pc:docMk/>
          <pc:sldMk cId="3633556486" sldId="342"/>
        </pc:sldMkLst>
        <pc:spChg chg="mod">
          <ac:chgData name="Sam Prince" userId="b8c1c271-dd5b-4079-a09a-81f4ce8be867" providerId="ADAL" clId="{4C6AB197-939D-476C-8977-A30245E7B6FF}" dt="2024-03-26T15:52:50.335" v="238" actId="20577"/>
          <ac:spMkLst>
            <pc:docMk/>
            <pc:sldMk cId="3633556486" sldId="342"/>
            <ac:spMk id="2" creationId="{43F6C120-BC40-7A64-F36A-D6F1F3283171}"/>
          </ac:spMkLst>
        </pc:spChg>
        <pc:graphicFrameChg chg="mod modGraphic">
          <ac:chgData name="Sam Prince" userId="b8c1c271-dd5b-4079-a09a-81f4ce8be867" providerId="ADAL" clId="{4C6AB197-939D-476C-8977-A30245E7B6FF}" dt="2024-03-26T15:28:45.151" v="85" actId="179"/>
          <ac:graphicFrameMkLst>
            <pc:docMk/>
            <pc:sldMk cId="3633556486" sldId="342"/>
            <ac:graphicFrameMk id="3" creationId="{C4DF8772-2FA2-0DE2-EB78-677B9242ACF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Prince" userId="b8c1c271-dd5b-4079-a09a-81f4ce8be867" providerId="ADAL" clId="{4C6AB197-939D-476C-8977-A30245E7B6FF}" dt="2024-03-26T15:27:07.081" v="69"/>
              <pc2:cmMkLst xmlns:pc2="http://schemas.microsoft.com/office/powerpoint/2019/9/main/command">
                <pc:docMk/>
                <pc:sldMk cId="3633556486" sldId="342"/>
                <pc2:cmMk id="{82C6D0FC-5364-4458-AC64-4B46B4EFA1AE}"/>
              </pc2:cmMkLst>
            </pc226:cmChg>
          </p:ext>
        </pc:extLst>
      </pc:sldChg>
      <pc:sldChg chg="modSp mod">
        <pc:chgData name="Sam Prince" userId="b8c1c271-dd5b-4079-a09a-81f4ce8be867" providerId="ADAL" clId="{4C6AB197-939D-476C-8977-A30245E7B6FF}" dt="2024-03-26T15:52:54.714" v="239" actId="20577"/>
        <pc:sldMkLst>
          <pc:docMk/>
          <pc:sldMk cId="2421757926" sldId="343"/>
        </pc:sldMkLst>
        <pc:spChg chg="mod">
          <ac:chgData name="Sam Prince" userId="b8c1c271-dd5b-4079-a09a-81f4ce8be867" providerId="ADAL" clId="{4C6AB197-939D-476C-8977-A30245E7B6FF}" dt="2024-03-26T15:52:54.714" v="239" actId="20577"/>
          <ac:spMkLst>
            <pc:docMk/>
            <pc:sldMk cId="2421757926" sldId="343"/>
            <ac:spMk id="2" creationId="{43F6C120-BC40-7A64-F36A-D6F1F3283171}"/>
          </ac:spMkLst>
        </pc:spChg>
        <pc:graphicFrameChg chg="mod modGraphic">
          <ac:chgData name="Sam Prince" userId="b8c1c271-dd5b-4079-a09a-81f4ce8be867" providerId="ADAL" clId="{4C6AB197-939D-476C-8977-A30245E7B6FF}" dt="2024-03-26T15:29:11.048" v="92" actId="120"/>
          <ac:graphicFrameMkLst>
            <pc:docMk/>
            <pc:sldMk cId="2421757926" sldId="343"/>
            <ac:graphicFrameMk id="3" creationId="{C4DF8772-2FA2-0DE2-EB78-677B9242ACFD}"/>
          </ac:graphicFrameMkLst>
        </pc:graphicFrameChg>
      </pc:sldChg>
      <pc:sldChg chg="modSp mod">
        <pc:chgData name="Sam Prince" userId="b8c1c271-dd5b-4079-a09a-81f4ce8be867" providerId="ADAL" clId="{4C6AB197-939D-476C-8977-A30245E7B6FF}" dt="2024-03-26T15:35:15.555" v="175" actId="20577"/>
        <pc:sldMkLst>
          <pc:docMk/>
          <pc:sldMk cId="2321527082" sldId="345"/>
        </pc:sldMkLst>
        <pc:graphicFrameChg chg="mod modGraphic">
          <ac:chgData name="Sam Prince" userId="b8c1c271-dd5b-4079-a09a-81f4ce8be867" providerId="ADAL" clId="{4C6AB197-939D-476C-8977-A30245E7B6FF}" dt="2024-03-26T15:35:15.555" v="175" actId="20577"/>
          <ac:graphicFrameMkLst>
            <pc:docMk/>
            <pc:sldMk cId="2321527082" sldId="345"/>
            <ac:graphicFrameMk id="6" creationId="{7AF718E0-A47C-4CAB-B429-84423FE07AE4}"/>
          </ac:graphicFrameMkLst>
        </pc:graphicFrameChg>
      </pc:sldChg>
      <pc:sldChg chg="modSp mod">
        <pc:chgData name="Sam Prince" userId="b8c1c271-dd5b-4079-a09a-81f4ce8be867" providerId="ADAL" clId="{4C6AB197-939D-476C-8977-A30245E7B6FF}" dt="2024-03-26T15:53:09.296" v="242" actId="20577"/>
        <pc:sldMkLst>
          <pc:docMk/>
          <pc:sldMk cId="1319445942" sldId="346"/>
        </pc:sldMkLst>
        <pc:spChg chg="mod">
          <ac:chgData name="Sam Prince" userId="b8c1c271-dd5b-4079-a09a-81f4ce8be867" providerId="ADAL" clId="{4C6AB197-939D-476C-8977-A30245E7B6FF}" dt="2024-03-26T15:53:09.296" v="242" actId="20577"/>
          <ac:spMkLst>
            <pc:docMk/>
            <pc:sldMk cId="1319445942" sldId="346"/>
            <ac:spMk id="2" creationId="{43F6C120-BC40-7A64-F36A-D6F1F3283171}"/>
          </ac:spMkLst>
        </pc:spChg>
        <pc:graphicFrameChg chg="mod modGraphic">
          <ac:chgData name="Sam Prince" userId="b8c1c271-dd5b-4079-a09a-81f4ce8be867" providerId="ADAL" clId="{4C6AB197-939D-476C-8977-A30245E7B6FF}" dt="2024-03-26T15:35:33.435" v="177" actId="255"/>
          <ac:graphicFrameMkLst>
            <pc:docMk/>
            <pc:sldMk cId="1319445942" sldId="346"/>
            <ac:graphicFrameMk id="5" creationId="{09D0C45C-24FC-398E-6779-3FE13BEF9172}"/>
          </ac:graphicFrameMkLst>
        </pc:graphicFrameChg>
      </pc:sldChg>
      <pc:sldChg chg="modSp mod">
        <pc:chgData name="Sam Prince" userId="b8c1c271-dd5b-4079-a09a-81f4ce8be867" providerId="ADAL" clId="{4C6AB197-939D-476C-8977-A30245E7B6FF}" dt="2024-03-26T15:36:57.260" v="194" actId="20577"/>
        <pc:sldMkLst>
          <pc:docMk/>
          <pc:sldMk cId="1655418264" sldId="347"/>
        </pc:sldMkLst>
        <pc:spChg chg="mod">
          <ac:chgData name="Sam Prince" userId="b8c1c271-dd5b-4079-a09a-81f4ce8be867" providerId="ADAL" clId="{4C6AB197-939D-476C-8977-A30245E7B6FF}" dt="2024-03-26T15:34:22.940" v="164" actId="1076"/>
          <ac:spMkLst>
            <pc:docMk/>
            <pc:sldMk cId="1655418264" sldId="347"/>
            <ac:spMk id="4" creationId="{A8868CDD-F8DD-CCDE-7954-9040D291039E}"/>
          </ac:spMkLst>
        </pc:spChg>
        <pc:spChg chg="mod">
          <ac:chgData name="Sam Prince" userId="b8c1c271-dd5b-4079-a09a-81f4ce8be867" providerId="ADAL" clId="{4C6AB197-939D-476C-8977-A30245E7B6FF}" dt="2024-03-26T15:34:25.540" v="165" actId="1076"/>
          <ac:spMkLst>
            <pc:docMk/>
            <pc:sldMk cId="1655418264" sldId="347"/>
            <ac:spMk id="10" creationId="{CE5CA082-BE5A-F91F-80B7-6D7FBBED4D77}"/>
          </ac:spMkLst>
        </pc:spChg>
        <pc:graphicFrameChg chg="mod modGraphic">
          <ac:chgData name="Sam Prince" userId="b8c1c271-dd5b-4079-a09a-81f4ce8be867" providerId="ADAL" clId="{4C6AB197-939D-476C-8977-A30245E7B6FF}" dt="2024-03-26T15:36:57.260" v="194" actId="20577"/>
          <ac:graphicFrameMkLst>
            <pc:docMk/>
            <pc:sldMk cId="1655418264" sldId="347"/>
            <ac:graphicFrameMk id="5" creationId="{C851FCB8-3D4E-DD25-7D66-665431DC1880}"/>
          </ac:graphicFrameMkLst>
        </pc:graphicFrameChg>
      </pc:sldChg>
      <pc:sldChg chg="modSp mod">
        <pc:chgData name="Sam Prince" userId="b8c1c271-dd5b-4079-a09a-81f4ce8be867" providerId="ADAL" clId="{4C6AB197-939D-476C-8977-A30245E7B6FF}" dt="2024-03-26T15:53:33.235" v="245" actId="20577"/>
        <pc:sldMkLst>
          <pc:docMk/>
          <pc:sldMk cId="842343464" sldId="349"/>
        </pc:sldMkLst>
        <pc:spChg chg="mod">
          <ac:chgData name="Sam Prince" userId="b8c1c271-dd5b-4079-a09a-81f4ce8be867" providerId="ADAL" clId="{4C6AB197-939D-476C-8977-A30245E7B6FF}" dt="2024-03-26T15:53:33.235" v="245" actId="20577"/>
          <ac:spMkLst>
            <pc:docMk/>
            <pc:sldMk cId="842343464" sldId="349"/>
            <ac:spMk id="2" creationId="{43F6C120-BC40-7A64-F36A-D6F1F3283171}"/>
          </ac:spMkLst>
        </pc:spChg>
      </pc:sldChg>
    </pc:docChg>
  </pc:docChgLst>
  <pc:docChgLst>
    <pc:chgData name="Paul Winser" userId="c3146a91-e6bd-4264-bd86-e164e04bc32d" providerId="ADAL" clId="{0AEEDA15-2342-4E15-B2D4-E8A52C8BA257}"/>
    <pc:docChg chg="modSld">
      <pc:chgData name="Paul Winser" userId="c3146a91-e6bd-4264-bd86-e164e04bc32d" providerId="ADAL" clId="{0AEEDA15-2342-4E15-B2D4-E8A52C8BA257}" dt="2024-04-02T12:22:54.284" v="34" actId="1076"/>
      <pc:docMkLst>
        <pc:docMk/>
      </pc:docMkLst>
      <pc:sldChg chg="modSp mod">
        <pc:chgData name="Paul Winser" userId="c3146a91-e6bd-4264-bd86-e164e04bc32d" providerId="ADAL" clId="{0AEEDA15-2342-4E15-B2D4-E8A52C8BA257}" dt="2024-04-02T12:20:23.319" v="4" actId="20577"/>
        <pc:sldMkLst>
          <pc:docMk/>
          <pc:sldMk cId="0" sldId="258"/>
        </pc:sldMkLst>
        <pc:spChg chg="mod">
          <ac:chgData name="Paul Winser" userId="c3146a91-e6bd-4264-bd86-e164e04bc32d" providerId="ADAL" clId="{0AEEDA15-2342-4E15-B2D4-E8A52C8BA257}" dt="2024-04-02T12:20:23.319" v="4" actId="20577"/>
          <ac:spMkLst>
            <pc:docMk/>
            <pc:sldMk cId="0" sldId="258"/>
            <ac:spMk id="32771" creationId="{44DFA49F-83B7-E61C-00EB-D6046D571A05}"/>
          </ac:spMkLst>
        </pc:spChg>
      </pc:sldChg>
      <pc:sldChg chg="modSp mod">
        <pc:chgData name="Paul Winser" userId="c3146a91-e6bd-4264-bd86-e164e04bc32d" providerId="ADAL" clId="{0AEEDA15-2342-4E15-B2D4-E8A52C8BA257}" dt="2024-04-02T12:20:26.484" v="5" actId="20577"/>
        <pc:sldMkLst>
          <pc:docMk/>
          <pc:sldMk cId="0" sldId="272"/>
        </pc:sldMkLst>
        <pc:spChg chg="mod">
          <ac:chgData name="Paul Winser" userId="c3146a91-e6bd-4264-bd86-e164e04bc32d" providerId="ADAL" clId="{0AEEDA15-2342-4E15-B2D4-E8A52C8BA257}" dt="2024-04-02T12:20:26.484" v="5" actId="20577"/>
          <ac:spMkLst>
            <pc:docMk/>
            <pc:sldMk cId="0" sldId="272"/>
            <ac:spMk id="34820" creationId="{8DCD7CE1-603D-4D59-3DBB-C13C0B6505F0}"/>
          </ac:spMkLst>
        </pc:spChg>
      </pc:sldChg>
      <pc:sldChg chg="modSp mod">
        <pc:chgData name="Paul Winser" userId="c3146a91-e6bd-4264-bd86-e164e04bc32d" providerId="ADAL" clId="{0AEEDA15-2342-4E15-B2D4-E8A52C8BA257}" dt="2024-04-02T12:21:09.111" v="16" actId="20577"/>
        <pc:sldMkLst>
          <pc:docMk/>
          <pc:sldMk cId="588007661" sldId="306"/>
        </pc:sldMkLst>
        <pc:spChg chg="mod">
          <ac:chgData name="Paul Winser" userId="c3146a91-e6bd-4264-bd86-e164e04bc32d" providerId="ADAL" clId="{0AEEDA15-2342-4E15-B2D4-E8A52C8BA257}" dt="2024-04-02T12:21:09.111" v="16" actId="20577"/>
          <ac:spMkLst>
            <pc:docMk/>
            <pc:sldMk cId="588007661" sldId="306"/>
            <ac:spMk id="34820" creationId="{8DCD7CE1-603D-4D59-3DBB-C13C0B6505F0}"/>
          </ac:spMkLst>
        </pc:spChg>
      </pc:sldChg>
      <pc:sldChg chg="modSp mod">
        <pc:chgData name="Paul Winser" userId="c3146a91-e6bd-4264-bd86-e164e04bc32d" providerId="ADAL" clId="{0AEEDA15-2342-4E15-B2D4-E8A52C8BA257}" dt="2024-04-02T12:22:33.923" v="32" actId="20577"/>
        <pc:sldMkLst>
          <pc:docMk/>
          <pc:sldMk cId="2005355495" sldId="308"/>
        </pc:sldMkLst>
        <pc:spChg chg="mod">
          <ac:chgData name="Paul Winser" userId="c3146a91-e6bd-4264-bd86-e164e04bc32d" providerId="ADAL" clId="{0AEEDA15-2342-4E15-B2D4-E8A52C8BA257}" dt="2024-04-02T12:22:33.923" v="32" actId="20577"/>
          <ac:spMkLst>
            <pc:docMk/>
            <pc:sldMk cId="2005355495" sldId="308"/>
            <ac:spMk id="34820" creationId="{8DCD7CE1-603D-4D59-3DBB-C13C0B6505F0}"/>
          </ac:spMkLst>
        </pc:spChg>
      </pc:sldChg>
      <pc:sldChg chg="modSp">
        <pc:chgData name="Paul Winser" userId="c3146a91-e6bd-4264-bd86-e164e04bc32d" providerId="ADAL" clId="{0AEEDA15-2342-4E15-B2D4-E8A52C8BA257}" dt="2024-04-02T12:20:45.763" v="8" actId="1076"/>
        <pc:sldMkLst>
          <pc:docMk/>
          <pc:sldMk cId="1699302388" sldId="312"/>
        </pc:sldMkLst>
        <pc:spChg chg="mod">
          <ac:chgData name="Paul Winser" userId="c3146a91-e6bd-4264-bd86-e164e04bc32d" providerId="ADAL" clId="{0AEEDA15-2342-4E15-B2D4-E8A52C8BA257}" dt="2024-04-02T12:20:45.763" v="8" actId="1076"/>
          <ac:spMkLst>
            <pc:docMk/>
            <pc:sldMk cId="1699302388" sldId="312"/>
            <ac:spMk id="34819" creationId="{453C7683-8588-7ABC-32E0-8A4E68218620}"/>
          </ac:spMkLst>
        </pc:spChg>
      </pc:sldChg>
      <pc:sldChg chg="modSp mod">
        <pc:chgData name="Paul Winser" userId="c3146a91-e6bd-4264-bd86-e164e04bc32d" providerId="ADAL" clId="{0AEEDA15-2342-4E15-B2D4-E8A52C8BA257}" dt="2024-04-02T12:20:36.963" v="7" actId="1076"/>
        <pc:sldMkLst>
          <pc:docMk/>
          <pc:sldMk cId="3978143264" sldId="313"/>
        </pc:sldMkLst>
        <pc:picChg chg="mod">
          <ac:chgData name="Paul Winser" userId="c3146a91-e6bd-4264-bd86-e164e04bc32d" providerId="ADAL" clId="{0AEEDA15-2342-4E15-B2D4-E8A52C8BA257}" dt="2024-04-02T12:20:36.963" v="7" actId="1076"/>
          <ac:picMkLst>
            <pc:docMk/>
            <pc:sldMk cId="3978143264" sldId="313"/>
            <ac:picMk id="4" creationId="{C229F3D4-F9BC-29E7-E456-CF922A7F91B2}"/>
          </ac:picMkLst>
        </pc:picChg>
      </pc:sldChg>
      <pc:sldChg chg="modSp mod">
        <pc:chgData name="Paul Winser" userId="c3146a91-e6bd-4264-bd86-e164e04bc32d" providerId="ADAL" clId="{0AEEDA15-2342-4E15-B2D4-E8A52C8BA257}" dt="2024-04-02T12:22:54.284" v="34" actId="1076"/>
        <pc:sldMkLst>
          <pc:docMk/>
          <pc:sldMk cId="2880668957" sldId="319"/>
        </pc:sldMkLst>
        <pc:picChg chg="mod">
          <ac:chgData name="Paul Winser" userId="c3146a91-e6bd-4264-bd86-e164e04bc32d" providerId="ADAL" clId="{0AEEDA15-2342-4E15-B2D4-E8A52C8BA257}" dt="2024-04-02T12:22:54.284" v="34" actId="1076"/>
          <ac:picMkLst>
            <pc:docMk/>
            <pc:sldMk cId="2880668957" sldId="319"/>
            <ac:picMk id="3" creationId="{FFA4181A-E937-2F52-1313-3D0981F044DF}"/>
          </ac:picMkLst>
        </pc:picChg>
      </pc:sldChg>
      <pc:sldChg chg="modSp mod">
        <pc:chgData name="Paul Winser" userId="c3146a91-e6bd-4264-bd86-e164e04bc32d" providerId="ADAL" clId="{0AEEDA15-2342-4E15-B2D4-E8A52C8BA257}" dt="2024-04-02T12:20:53.611" v="10" actId="1076"/>
        <pc:sldMkLst>
          <pc:docMk/>
          <pc:sldMk cId="474925309" sldId="323"/>
        </pc:sldMkLst>
        <pc:picChg chg="mod">
          <ac:chgData name="Paul Winser" userId="c3146a91-e6bd-4264-bd86-e164e04bc32d" providerId="ADAL" clId="{0AEEDA15-2342-4E15-B2D4-E8A52C8BA257}" dt="2024-04-02T12:20:53.611" v="10" actId="1076"/>
          <ac:picMkLst>
            <pc:docMk/>
            <pc:sldMk cId="474925309" sldId="323"/>
            <ac:picMk id="3" creationId="{261F72FC-F938-E311-87AA-089D7212F281}"/>
          </ac:picMkLst>
        </pc:picChg>
      </pc:sldChg>
      <pc:sldChg chg="modSp mod">
        <pc:chgData name="Paul Winser" userId="c3146a91-e6bd-4264-bd86-e164e04bc32d" providerId="ADAL" clId="{0AEEDA15-2342-4E15-B2D4-E8A52C8BA257}" dt="2024-04-02T12:20:59.980" v="12" actId="1076"/>
        <pc:sldMkLst>
          <pc:docMk/>
          <pc:sldMk cId="111528100" sldId="324"/>
        </pc:sldMkLst>
        <pc:picChg chg="mod">
          <ac:chgData name="Paul Winser" userId="c3146a91-e6bd-4264-bd86-e164e04bc32d" providerId="ADAL" clId="{0AEEDA15-2342-4E15-B2D4-E8A52C8BA257}" dt="2024-04-02T12:20:59.980" v="12" actId="1076"/>
          <ac:picMkLst>
            <pc:docMk/>
            <pc:sldMk cId="111528100" sldId="324"/>
            <ac:picMk id="7" creationId="{5487673B-0DC8-53A0-0444-48601E5A1EA5}"/>
          </ac:picMkLst>
        </pc:picChg>
      </pc:sldChg>
      <pc:sldChg chg="modSp">
        <pc:chgData name="Paul Winser" userId="c3146a91-e6bd-4264-bd86-e164e04bc32d" providerId="ADAL" clId="{0AEEDA15-2342-4E15-B2D4-E8A52C8BA257}" dt="2024-04-02T12:21:40.852" v="19"/>
        <pc:sldMkLst>
          <pc:docMk/>
          <pc:sldMk cId="2070316691" sldId="333"/>
        </pc:sldMkLst>
        <pc:graphicFrameChg chg="mod">
          <ac:chgData name="Paul Winser" userId="c3146a91-e6bd-4264-bd86-e164e04bc32d" providerId="ADAL" clId="{0AEEDA15-2342-4E15-B2D4-E8A52C8BA257}" dt="2024-04-02T12:21:40.852" v="19"/>
          <ac:graphicFrameMkLst>
            <pc:docMk/>
            <pc:sldMk cId="2070316691" sldId="333"/>
            <ac:graphicFrameMk id="3" creationId="{C4DF8772-2FA2-0DE2-EB78-677B9242ACFD}"/>
          </ac:graphicFrameMkLst>
        </pc:graphicFrameChg>
      </pc:sldChg>
      <pc:sldChg chg="modSp mod">
        <pc:chgData name="Paul Winser" userId="c3146a91-e6bd-4264-bd86-e164e04bc32d" providerId="ADAL" clId="{0AEEDA15-2342-4E15-B2D4-E8A52C8BA257}" dt="2024-04-02T12:21:59.347" v="20" actId="1076"/>
        <pc:sldMkLst>
          <pc:docMk/>
          <pc:sldMk cId="1655418264" sldId="347"/>
        </pc:sldMkLst>
        <pc:spChg chg="mod">
          <ac:chgData name="Paul Winser" userId="c3146a91-e6bd-4264-bd86-e164e04bc32d" providerId="ADAL" clId="{0AEEDA15-2342-4E15-B2D4-E8A52C8BA257}" dt="2024-04-02T12:21:59.347" v="20" actId="1076"/>
          <ac:spMkLst>
            <pc:docMk/>
            <pc:sldMk cId="1655418264" sldId="347"/>
            <ac:spMk id="10" creationId="{CE5CA082-BE5A-F91F-80B7-6D7FBBED4D77}"/>
          </ac:spMkLst>
        </pc:spChg>
      </pc:sldChg>
    </pc:docChg>
  </pc:docChgLst>
  <pc:docChgLst>
    <pc:chgData name="Paul Winser" userId="c3146a91-e6bd-4264-bd86-e164e04bc32d" providerId="ADAL" clId="{80A2231C-EEE1-4779-A916-3C0465B16DFA}"/>
    <pc:docChg chg="undo custSel addSld modSld">
      <pc:chgData name="Paul Winser" userId="c3146a91-e6bd-4264-bd86-e164e04bc32d" providerId="ADAL" clId="{80A2231C-EEE1-4779-A916-3C0465B16DFA}" dt="2024-05-28T12:54:47.200" v="339"/>
      <pc:docMkLst>
        <pc:docMk/>
      </pc:docMkLst>
      <pc:sldChg chg="addSp modSp">
        <pc:chgData name="Paul Winser" userId="c3146a91-e6bd-4264-bd86-e164e04bc32d" providerId="ADAL" clId="{80A2231C-EEE1-4779-A916-3C0465B16DFA}" dt="2024-05-21T12:33:43.855" v="3"/>
        <pc:sldMkLst>
          <pc:docMk/>
          <pc:sldMk cId="0" sldId="258"/>
        </pc:sldMkLst>
        <pc:spChg chg="add mod">
          <ac:chgData name="Paul Winser" userId="c3146a91-e6bd-4264-bd86-e164e04bc32d" providerId="ADAL" clId="{80A2231C-EEE1-4779-A916-3C0465B16DFA}" dt="2024-05-21T12:33:43.855" v="3"/>
          <ac:spMkLst>
            <pc:docMk/>
            <pc:sldMk cId="0" sldId="258"/>
            <ac:spMk id="2" creationId="{29778EC1-2203-09B1-1282-944EB334E016}"/>
          </ac:spMkLst>
        </pc:spChg>
      </pc:sldChg>
      <pc:sldChg chg="addSp modSp">
        <pc:chgData name="Paul Winser" userId="c3146a91-e6bd-4264-bd86-e164e04bc32d" providerId="ADAL" clId="{80A2231C-EEE1-4779-A916-3C0465B16DFA}" dt="2024-05-21T12:33:44.839" v="4"/>
        <pc:sldMkLst>
          <pc:docMk/>
          <pc:sldMk cId="0" sldId="272"/>
        </pc:sldMkLst>
        <pc:spChg chg="add mod">
          <ac:chgData name="Paul Winser" userId="c3146a91-e6bd-4264-bd86-e164e04bc32d" providerId="ADAL" clId="{80A2231C-EEE1-4779-A916-3C0465B16DFA}" dt="2024-05-21T12:33:44.839" v="4"/>
          <ac:spMkLst>
            <pc:docMk/>
            <pc:sldMk cId="0" sldId="272"/>
            <ac:spMk id="2" creationId="{8148A455-46C2-D70A-5077-A6AAFA0F26A8}"/>
          </ac:spMkLst>
        </pc:spChg>
      </pc:sldChg>
      <pc:sldChg chg="addSp modSp">
        <pc:chgData name="Paul Winser" userId="c3146a91-e6bd-4264-bd86-e164e04bc32d" providerId="ADAL" clId="{80A2231C-EEE1-4779-A916-3C0465B16DFA}" dt="2024-05-21T12:33:46.324" v="5"/>
        <pc:sldMkLst>
          <pc:docMk/>
          <pc:sldMk cId="884549766" sldId="305"/>
        </pc:sldMkLst>
        <pc:spChg chg="add mod">
          <ac:chgData name="Paul Winser" userId="c3146a91-e6bd-4264-bd86-e164e04bc32d" providerId="ADAL" clId="{80A2231C-EEE1-4779-A916-3C0465B16DFA}" dt="2024-05-21T12:33:46.324" v="5"/>
          <ac:spMkLst>
            <pc:docMk/>
            <pc:sldMk cId="884549766" sldId="305"/>
            <ac:spMk id="2" creationId="{7156DFF1-BE92-ED90-B474-002A78DC9636}"/>
          </ac:spMkLst>
        </pc:spChg>
      </pc:sldChg>
      <pc:sldChg chg="addSp modSp">
        <pc:chgData name="Paul Winser" userId="c3146a91-e6bd-4264-bd86-e164e04bc32d" providerId="ADAL" clId="{80A2231C-EEE1-4779-A916-3C0465B16DFA}" dt="2024-05-21T12:33:59.709" v="15"/>
        <pc:sldMkLst>
          <pc:docMk/>
          <pc:sldMk cId="588007661" sldId="306"/>
        </pc:sldMkLst>
        <pc:spChg chg="add mod">
          <ac:chgData name="Paul Winser" userId="c3146a91-e6bd-4264-bd86-e164e04bc32d" providerId="ADAL" clId="{80A2231C-EEE1-4779-A916-3C0465B16DFA}" dt="2024-05-21T12:33:59.709" v="15"/>
          <ac:spMkLst>
            <pc:docMk/>
            <pc:sldMk cId="588007661" sldId="306"/>
            <ac:spMk id="2" creationId="{5001DE17-18CB-AF5A-BDFF-10011C0200F3}"/>
          </ac:spMkLst>
        </pc:spChg>
      </pc:sldChg>
      <pc:sldChg chg="addSp modSp">
        <pc:chgData name="Paul Winser" userId="c3146a91-e6bd-4264-bd86-e164e04bc32d" providerId="ADAL" clId="{80A2231C-EEE1-4779-A916-3C0465B16DFA}" dt="2024-05-21T12:35:12.972" v="60"/>
        <pc:sldMkLst>
          <pc:docMk/>
          <pc:sldMk cId="2005355495" sldId="308"/>
        </pc:sldMkLst>
        <pc:spChg chg="add mod">
          <ac:chgData name="Paul Winser" userId="c3146a91-e6bd-4264-bd86-e164e04bc32d" providerId="ADAL" clId="{80A2231C-EEE1-4779-A916-3C0465B16DFA}" dt="2024-05-21T12:35:12.972" v="60"/>
          <ac:spMkLst>
            <pc:docMk/>
            <pc:sldMk cId="2005355495" sldId="308"/>
            <ac:spMk id="2" creationId="{1E18F2FD-0829-5FBF-A7C5-F0879061D71F}"/>
          </ac:spMkLst>
        </pc:spChg>
      </pc:sldChg>
      <pc:sldChg chg="addSp modSp mod">
        <pc:chgData name="Paul Winser" userId="c3146a91-e6bd-4264-bd86-e164e04bc32d" providerId="ADAL" clId="{80A2231C-EEE1-4779-A916-3C0465B16DFA}" dt="2024-05-21T12:33:38.180" v="1"/>
        <pc:sldMkLst>
          <pc:docMk/>
          <pc:sldMk cId="1505216828" sldId="310"/>
        </pc:sldMkLst>
        <pc:spChg chg="add mod">
          <ac:chgData name="Paul Winser" userId="c3146a91-e6bd-4264-bd86-e164e04bc32d" providerId="ADAL" clId="{80A2231C-EEE1-4779-A916-3C0465B16DFA}" dt="2024-05-21T12:33:38.180" v="1"/>
          <ac:spMkLst>
            <pc:docMk/>
            <pc:sldMk cId="1505216828" sldId="310"/>
            <ac:spMk id="3" creationId="{EF343AC4-0716-0D33-F4D4-6668746B76D4}"/>
          </ac:spMkLst>
        </pc:spChg>
      </pc:sldChg>
      <pc:sldChg chg="addSp modSp">
        <pc:chgData name="Paul Winser" userId="c3146a91-e6bd-4264-bd86-e164e04bc32d" providerId="ADAL" clId="{80A2231C-EEE1-4779-A916-3C0465B16DFA}" dt="2024-05-21T12:33:42.355" v="2"/>
        <pc:sldMkLst>
          <pc:docMk/>
          <pc:sldMk cId="1386089668" sldId="311"/>
        </pc:sldMkLst>
        <pc:spChg chg="add mod">
          <ac:chgData name="Paul Winser" userId="c3146a91-e6bd-4264-bd86-e164e04bc32d" providerId="ADAL" clId="{80A2231C-EEE1-4779-A916-3C0465B16DFA}" dt="2024-05-21T12:33:42.355" v="2"/>
          <ac:spMkLst>
            <pc:docMk/>
            <pc:sldMk cId="1386089668" sldId="311"/>
            <ac:spMk id="2" creationId="{7E421CB0-6C9A-A70A-AF89-4C048164B9A3}"/>
          </ac:spMkLst>
        </pc:spChg>
      </pc:sldChg>
      <pc:sldChg chg="addSp modSp mod">
        <pc:chgData name="Paul Winser" userId="c3146a91-e6bd-4264-bd86-e164e04bc32d" providerId="ADAL" clId="{80A2231C-EEE1-4779-A916-3C0465B16DFA}" dt="2024-05-21T12:33:54.549" v="11" actId="1076"/>
        <pc:sldMkLst>
          <pc:docMk/>
          <pc:sldMk cId="1699302388" sldId="312"/>
        </pc:sldMkLst>
        <pc:spChg chg="mod">
          <ac:chgData name="Paul Winser" userId="c3146a91-e6bd-4264-bd86-e164e04bc32d" providerId="ADAL" clId="{80A2231C-EEE1-4779-A916-3C0465B16DFA}" dt="2024-05-21T12:33:54.549" v="11" actId="1076"/>
          <ac:spMkLst>
            <pc:docMk/>
            <pc:sldMk cId="1699302388" sldId="312"/>
            <ac:spMk id="2" creationId="{0343BE2D-1E55-4E00-6AE3-8E2FDB032AD4}"/>
          </ac:spMkLst>
        </pc:spChg>
        <pc:spChg chg="add mod">
          <ac:chgData name="Paul Winser" userId="c3146a91-e6bd-4264-bd86-e164e04bc32d" providerId="ADAL" clId="{80A2231C-EEE1-4779-A916-3C0465B16DFA}" dt="2024-05-21T12:33:52.416" v="10"/>
          <ac:spMkLst>
            <pc:docMk/>
            <pc:sldMk cId="1699302388" sldId="312"/>
            <ac:spMk id="3" creationId="{52DF1ACF-EE4B-8AAF-5A91-6876DFBC86E0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4:44.699" v="67" actId="1076"/>
        <pc:sldMkLst>
          <pc:docMk/>
          <pc:sldMk cId="3978143264" sldId="313"/>
        </pc:sldMkLst>
        <pc:spChg chg="add mod">
          <ac:chgData name="Paul Winser" userId="c3146a91-e6bd-4264-bd86-e164e04bc32d" providerId="ADAL" clId="{80A2231C-EEE1-4779-A916-3C0465B16DFA}" dt="2024-05-21T12:33:47.741" v="6"/>
          <ac:spMkLst>
            <pc:docMk/>
            <pc:sldMk cId="3978143264" sldId="313"/>
            <ac:spMk id="2" creationId="{301D7C16-7D18-0D4D-9074-E10F48A7E7D5}"/>
          </ac:spMkLst>
        </pc:spChg>
        <pc:picChg chg="add mod">
          <ac:chgData name="Paul Winser" userId="c3146a91-e6bd-4264-bd86-e164e04bc32d" providerId="ADAL" clId="{80A2231C-EEE1-4779-A916-3C0465B16DFA}" dt="2024-05-21T12:54:44.699" v="67" actId="1076"/>
          <ac:picMkLst>
            <pc:docMk/>
            <pc:sldMk cId="3978143264" sldId="313"/>
            <ac:picMk id="3" creationId="{5DC5502D-0462-88E7-F0E4-C180861803CE}"/>
          </ac:picMkLst>
        </pc:picChg>
        <pc:picChg chg="del">
          <ac:chgData name="Paul Winser" userId="c3146a91-e6bd-4264-bd86-e164e04bc32d" providerId="ADAL" clId="{80A2231C-EEE1-4779-A916-3C0465B16DFA}" dt="2024-05-21T12:54:41.797" v="65" actId="478"/>
          <ac:picMkLst>
            <pc:docMk/>
            <pc:sldMk cId="3978143264" sldId="313"/>
            <ac:picMk id="4" creationId="{C229F3D4-F9BC-29E7-E456-CF922A7F91B2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2:54:57.095" v="72" actId="1076"/>
        <pc:sldMkLst>
          <pc:docMk/>
          <pc:sldMk cId="1493606964" sldId="314"/>
        </pc:sldMkLst>
        <pc:spChg chg="add mod">
          <ac:chgData name="Paul Winser" userId="c3146a91-e6bd-4264-bd86-e164e04bc32d" providerId="ADAL" clId="{80A2231C-EEE1-4779-A916-3C0465B16DFA}" dt="2024-05-21T12:33:49.297" v="7"/>
          <ac:spMkLst>
            <pc:docMk/>
            <pc:sldMk cId="1493606964" sldId="314"/>
            <ac:spMk id="2" creationId="{CB910C2C-7D7D-BB94-3F1E-2E2566A06874}"/>
          </ac:spMkLst>
        </pc:spChg>
        <pc:spChg chg="add del mod">
          <ac:chgData name="Paul Winser" userId="c3146a91-e6bd-4264-bd86-e164e04bc32d" providerId="ADAL" clId="{80A2231C-EEE1-4779-A916-3C0465B16DFA}" dt="2024-05-21T12:33:51.521" v="9"/>
          <ac:spMkLst>
            <pc:docMk/>
            <pc:sldMk cId="1493606964" sldId="314"/>
            <ac:spMk id="4" creationId="{F823B667-1658-4F91-EDA4-ECEAC796B65C}"/>
          </ac:spMkLst>
        </pc:spChg>
        <pc:picChg chg="del">
          <ac:chgData name="Paul Winser" userId="c3146a91-e6bd-4264-bd86-e164e04bc32d" providerId="ADAL" clId="{80A2231C-EEE1-4779-A916-3C0465B16DFA}" dt="2024-05-21T12:54:51.315" v="68" actId="478"/>
          <ac:picMkLst>
            <pc:docMk/>
            <pc:sldMk cId="1493606964" sldId="314"/>
            <ac:picMk id="3" creationId="{349A9E56-A28D-7819-E1E7-168707E2BDD9}"/>
          </ac:picMkLst>
        </pc:picChg>
        <pc:picChg chg="add mod">
          <ac:chgData name="Paul Winser" userId="c3146a91-e6bd-4264-bd86-e164e04bc32d" providerId="ADAL" clId="{80A2231C-EEE1-4779-A916-3C0465B16DFA}" dt="2024-05-21T12:54:57.095" v="72" actId="1076"/>
          <ac:picMkLst>
            <pc:docMk/>
            <pc:sldMk cId="1493606964" sldId="314"/>
            <ac:picMk id="4" creationId="{3836589F-95E5-2654-BC63-638881EE2B36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2:55:53.078" v="94" actId="1076"/>
        <pc:sldMkLst>
          <pc:docMk/>
          <pc:sldMk cId="3957469130" sldId="317"/>
        </pc:sldMkLst>
        <pc:spChg chg="add mod">
          <ac:chgData name="Paul Winser" userId="c3146a91-e6bd-4264-bd86-e164e04bc32d" providerId="ADAL" clId="{80A2231C-EEE1-4779-A916-3C0465B16DFA}" dt="2024-05-21T12:34:01.286" v="16"/>
          <ac:spMkLst>
            <pc:docMk/>
            <pc:sldMk cId="3957469130" sldId="317"/>
            <ac:spMk id="2" creationId="{F1674780-DCE4-2A06-603F-B9B38F3D99DC}"/>
          </ac:spMkLst>
        </pc:spChg>
        <pc:picChg chg="add mod">
          <ac:chgData name="Paul Winser" userId="c3146a91-e6bd-4264-bd86-e164e04bc32d" providerId="ADAL" clId="{80A2231C-EEE1-4779-A916-3C0465B16DFA}" dt="2024-05-21T12:55:32.414" v="85" actId="1076"/>
          <ac:picMkLst>
            <pc:docMk/>
            <pc:sldMk cId="3957469130" sldId="317"/>
            <ac:picMk id="3" creationId="{4C870F57-EF49-7A01-2578-4A062465DECD}"/>
          </ac:picMkLst>
        </pc:picChg>
        <pc:picChg chg="del mod">
          <ac:chgData name="Paul Winser" userId="c3146a91-e6bd-4264-bd86-e164e04bc32d" providerId="ADAL" clId="{80A2231C-EEE1-4779-A916-3C0465B16DFA}" dt="2024-05-21T12:55:28.610" v="83" actId="478"/>
          <ac:picMkLst>
            <pc:docMk/>
            <pc:sldMk cId="3957469130" sldId="317"/>
            <ac:picMk id="4" creationId="{85578371-132E-FFC7-F121-5FF2BCA3EE40}"/>
          </ac:picMkLst>
        </pc:picChg>
        <pc:picChg chg="add mod">
          <ac:chgData name="Paul Winser" userId="c3146a91-e6bd-4264-bd86-e164e04bc32d" providerId="ADAL" clId="{80A2231C-EEE1-4779-A916-3C0465B16DFA}" dt="2024-05-21T12:55:38.126" v="88" actId="1076"/>
          <ac:picMkLst>
            <pc:docMk/>
            <pc:sldMk cId="3957469130" sldId="317"/>
            <ac:picMk id="5" creationId="{3ED7956E-5C0F-20C1-4EF7-58AAE9FBC59E}"/>
          </ac:picMkLst>
        </pc:picChg>
        <pc:picChg chg="del mod">
          <ac:chgData name="Paul Winser" userId="c3146a91-e6bd-4264-bd86-e164e04bc32d" providerId="ADAL" clId="{80A2231C-EEE1-4779-A916-3C0465B16DFA}" dt="2024-05-21T12:55:35.312" v="86" actId="478"/>
          <ac:picMkLst>
            <pc:docMk/>
            <pc:sldMk cId="3957469130" sldId="317"/>
            <ac:picMk id="6" creationId="{AD107F31-28D1-7B83-CF69-9046031ABC89}"/>
          </ac:picMkLst>
        </pc:picChg>
        <pc:picChg chg="add mod">
          <ac:chgData name="Paul Winser" userId="c3146a91-e6bd-4264-bd86-e164e04bc32d" providerId="ADAL" clId="{80A2231C-EEE1-4779-A916-3C0465B16DFA}" dt="2024-05-21T12:55:53.078" v="94" actId="1076"/>
          <ac:picMkLst>
            <pc:docMk/>
            <pc:sldMk cId="3957469130" sldId="317"/>
            <ac:picMk id="7" creationId="{B7C69B28-BDB5-A9C3-9276-6952A282C02B}"/>
          </ac:picMkLst>
        </pc:picChg>
        <pc:picChg chg="add mod">
          <ac:chgData name="Paul Winser" userId="c3146a91-e6bd-4264-bd86-e164e04bc32d" providerId="ADAL" clId="{80A2231C-EEE1-4779-A916-3C0465B16DFA}" dt="2024-05-21T12:55:47.784" v="93" actId="1076"/>
          <ac:picMkLst>
            <pc:docMk/>
            <pc:sldMk cId="3957469130" sldId="317"/>
            <ac:picMk id="8" creationId="{B07E6D71-1EF9-4FAF-37E4-97B6B2022EF7}"/>
          </ac:picMkLst>
        </pc:picChg>
        <pc:picChg chg="del mod">
          <ac:chgData name="Paul Winser" userId="c3146a91-e6bd-4264-bd86-e164e04bc32d" providerId="ADAL" clId="{80A2231C-EEE1-4779-A916-3C0465B16DFA}" dt="2024-05-21T12:55:41.293" v="89" actId="478"/>
          <ac:picMkLst>
            <pc:docMk/>
            <pc:sldMk cId="3957469130" sldId="317"/>
            <ac:picMk id="11" creationId="{5F46BE54-ACCC-BE2F-FA0E-011E0DBAAA84}"/>
          </ac:picMkLst>
        </pc:picChg>
        <pc:picChg chg="del mod">
          <ac:chgData name="Paul Winser" userId="c3146a91-e6bd-4264-bd86-e164e04bc32d" providerId="ADAL" clId="{80A2231C-EEE1-4779-A916-3C0465B16DFA}" dt="2024-05-21T12:55:45.104" v="91" actId="478"/>
          <ac:picMkLst>
            <pc:docMk/>
            <pc:sldMk cId="3957469130" sldId="317"/>
            <ac:picMk id="13" creationId="{F54CEFEE-7F92-458E-FA97-02531C38BB63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3:02:41.806" v="329" actId="1076"/>
        <pc:sldMkLst>
          <pc:docMk/>
          <pc:sldMk cId="2880668957" sldId="319"/>
        </pc:sldMkLst>
        <pc:spChg chg="add mod">
          <ac:chgData name="Paul Winser" userId="c3146a91-e6bd-4264-bd86-e164e04bc32d" providerId="ADAL" clId="{80A2231C-EEE1-4779-A916-3C0465B16DFA}" dt="2024-05-21T12:35:14.168" v="61"/>
          <ac:spMkLst>
            <pc:docMk/>
            <pc:sldMk cId="2880668957" sldId="319"/>
            <ac:spMk id="2" creationId="{FCDF4239-1481-899F-DE02-C559C44A339B}"/>
          </ac:spMkLst>
        </pc:spChg>
        <pc:picChg chg="del">
          <ac:chgData name="Paul Winser" userId="c3146a91-e6bd-4264-bd86-e164e04bc32d" providerId="ADAL" clId="{80A2231C-EEE1-4779-A916-3C0465B16DFA}" dt="2024-05-21T13:02:38.305" v="327" actId="478"/>
          <ac:picMkLst>
            <pc:docMk/>
            <pc:sldMk cId="2880668957" sldId="319"/>
            <ac:picMk id="3" creationId="{FFA4181A-E937-2F52-1313-3D0981F044DF}"/>
          </ac:picMkLst>
        </pc:picChg>
        <pc:picChg chg="add mod">
          <ac:chgData name="Paul Winser" userId="c3146a91-e6bd-4264-bd86-e164e04bc32d" providerId="ADAL" clId="{80A2231C-EEE1-4779-A916-3C0465B16DFA}" dt="2024-05-21T13:02:41.806" v="329" actId="1076"/>
          <ac:picMkLst>
            <pc:docMk/>
            <pc:sldMk cId="2880668957" sldId="319"/>
            <ac:picMk id="4" creationId="{55FDCE64-184A-438E-1584-1CBEE05D83D0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3:02:53.871" v="334" actId="1076"/>
        <pc:sldMkLst>
          <pc:docMk/>
          <pc:sldMk cId="3279222656" sldId="320"/>
        </pc:sldMkLst>
        <pc:spChg chg="mod">
          <ac:chgData name="Paul Winser" userId="c3146a91-e6bd-4264-bd86-e164e04bc32d" providerId="ADAL" clId="{80A2231C-EEE1-4779-A916-3C0465B16DFA}" dt="2024-05-21T12:35:18.422" v="63" actId="14100"/>
          <ac:spMkLst>
            <pc:docMk/>
            <pc:sldMk cId="3279222656" sldId="320"/>
            <ac:spMk id="2" creationId="{B84CC3DB-DC6D-588A-B9E5-50FCAB2B96EB}"/>
          </ac:spMkLst>
        </pc:spChg>
        <pc:spChg chg="add mod">
          <ac:chgData name="Paul Winser" userId="c3146a91-e6bd-4264-bd86-e164e04bc32d" providerId="ADAL" clId="{80A2231C-EEE1-4779-A916-3C0465B16DFA}" dt="2024-05-21T12:35:15.459" v="62"/>
          <ac:spMkLst>
            <pc:docMk/>
            <pc:sldMk cId="3279222656" sldId="320"/>
            <ac:spMk id="4" creationId="{2DB77F30-05B3-AB78-0EED-3E1A545F9A6B}"/>
          </ac:spMkLst>
        </pc:spChg>
        <pc:picChg chg="del">
          <ac:chgData name="Paul Winser" userId="c3146a91-e6bd-4264-bd86-e164e04bc32d" providerId="ADAL" clId="{80A2231C-EEE1-4779-A916-3C0465B16DFA}" dt="2024-05-21T13:02:48.816" v="330" actId="478"/>
          <ac:picMkLst>
            <pc:docMk/>
            <pc:sldMk cId="3279222656" sldId="320"/>
            <ac:picMk id="3" creationId="{B3E7FFCC-B9F9-094B-941E-ED37908D855B}"/>
          </ac:picMkLst>
        </pc:picChg>
        <pc:picChg chg="add mod">
          <ac:chgData name="Paul Winser" userId="c3146a91-e6bd-4264-bd86-e164e04bc32d" providerId="ADAL" clId="{80A2231C-EEE1-4779-A916-3C0465B16DFA}" dt="2024-05-21T13:02:53.871" v="334" actId="1076"/>
          <ac:picMkLst>
            <pc:docMk/>
            <pc:sldMk cId="3279222656" sldId="320"/>
            <ac:picMk id="5" creationId="{8BE8FEEF-E928-FDB4-BC0F-1B5364EFCC5B}"/>
          </ac:picMkLst>
        </pc:picChg>
      </pc:sldChg>
      <pc:sldChg chg="addSp modSp">
        <pc:chgData name="Paul Winser" userId="c3146a91-e6bd-4264-bd86-e164e04bc32d" providerId="ADAL" clId="{80A2231C-EEE1-4779-A916-3C0465B16DFA}" dt="2024-05-21T12:35:19.937" v="64"/>
        <pc:sldMkLst>
          <pc:docMk/>
          <pc:sldMk cId="2072091948" sldId="321"/>
        </pc:sldMkLst>
        <pc:spChg chg="add mod">
          <ac:chgData name="Paul Winser" userId="c3146a91-e6bd-4264-bd86-e164e04bc32d" providerId="ADAL" clId="{80A2231C-EEE1-4779-A916-3C0465B16DFA}" dt="2024-05-21T12:35:19.937" v="64"/>
          <ac:spMkLst>
            <pc:docMk/>
            <pc:sldMk cId="2072091948" sldId="321"/>
            <ac:spMk id="2" creationId="{F0162C5B-476B-1F12-DB2A-18F1DD27C960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5:09.829" v="77" actId="1076"/>
        <pc:sldMkLst>
          <pc:docMk/>
          <pc:sldMk cId="474925309" sldId="323"/>
        </pc:sldMkLst>
        <pc:spChg chg="add mod">
          <ac:chgData name="Paul Winser" userId="c3146a91-e6bd-4264-bd86-e164e04bc32d" providerId="ADAL" clId="{80A2231C-EEE1-4779-A916-3C0465B16DFA}" dt="2024-05-21T12:33:57.073" v="13"/>
          <ac:spMkLst>
            <pc:docMk/>
            <pc:sldMk cId="474925309" sldId="323"/>
            <ac:spMk id="2" creationId="{809F21B6-BB05-AA65-E796-75B0885B1EB0}"/>
          </ac:spMkLst>
        </pc:spChg>
        <pc:picChg chg="del">
          <ac:chgData name="Paul Winser" userId="c3146a91-e6bd-4264-bd86-e164e04bc32d" providerId="ADAL" clId="{80A2231C-EEE1-4779-A916-3C0465B16DFA}" dt="2024-05-21T12:55:04.449" v="73" actId="478"/>
          <ac:picMkLst>
            <pc:docMk/>
            <pc:sldMk cId="474925309" sldId="323"/>
            <ac:picMk id="3" creationId="{261F72FC-F938-E311-87AA-089D7212F281}"/>
          </ac:picMkLst>
        </pc:picChg>
        <pc:picChg chg="add mod">
          <ac:chgData name="Paul Winser" userId="c3146a91-e6bd-4264-bd86-e164e04bc32d" providerId="ADAL" clId="{80A2231C-EEE1-4779-A916-3C0465B16DFA}" dt="2024-05-21T12:55:09.829" v="77" actId="1076"/>
          <ac:picMkLst>
            <pc:docMk/>
            <pc:sldMk cId="474925309" sldId="323"/>
            <ac:picMk id="5" creationId="{4D426506-FABF-BDE2-BFEC-4E07DE873C47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2:55:18.999" v="82" actId="1076"/>
        <pc:sldMkLst>
          <pc:docMk/>
          <pc:sldMk cId="111528100" sldId="324"/>
        </pc:sldMkLst>
        <pc:spChg chg="add mod">
          <ac:chgData name="Paul Winser" userId="c3146a91-e6bd-4264-bd86-e164e04bc32d" providerId="ADAL" clId="{80A2231C-EEE1-4779-A916-3C0465B16DFA}" dt="2024-05-21T12:33:58.386" v="14"/>
          <ac:spMkLst>
            <pc:docMk/>
            <pc:sldMk cId="111528100" sldId="324"/>
            <ac:spMk id="2" creationId="{07CDD47F-B68F-6471-9A63-36E5217BA672}"/>
          </ac:spMkLst>
        </pc:spChg>
        <pc:picChg chg="add mod">
          <ac:chgData name="Paul Winser" userId="c3146a91-e6bd-4264-bd86-e164e04bc32d" providerId="ADAL" clId="{80A2231C-EEE1-4779-A916-3C0465B16DFA}" dt="2024-05-21T12:55:18.999" v="82" actId="1076"/>
          <ac:picMkLst>
            <pc:docMk/>
            <pc:sldMk cId="111528100" sldId="324"/>
            <ac:picMk id="3" creationId="{46408E27-41A3-72C6-06E9-E6A3A5A2490B}"/>
          </ac:picMkLst>
        </pc:picChg>
        <pc:picChg chg="del">
          <ac:chgData name="Paul Winser" userId="c3146a91-e6bd-4264-bd86-e164e04bc32d" providerId="ADAL" clId="{80A2231C-EEE1-4779-A916-3C0465B16DFA}" dt="2024-05-21T12:55:14.797" v="78" actId="478"/>
          <ac:picMkLst>
            <pc:docMk/>
            <pc:sldMk cId="111528100" sldId="324"/>
            <ac:picMk id="7" creationId="{5487673B-0DC8-53A0-0444-48601E5A1EA5}"/>
          </ac:picMkLst>
        </pc:picChg>
      </pc:sldChg>
      <pc:sldChg chg="addSp modSp">
        <pc:chgData name="Paul Winser" userId="c3146a91-e6bd-4264-bd86-e164e04bc32d" providerId="ADAL" clId="{80A2231C-EEE1-4779-A916-3C0465B16DFA}" dt="2024-05-21T12:34:19.119" v="37"/>
        <pc:sldMkLst>
          <pc:docMk/>
          <pc:sldMk cId="1529318317" sldId="325"/>
        </pc:sldMkLst>
        <pc:spChg chg="add mod">
          <ac:chgData name="Paul Winser" userId="c3146a91-e6bd-4264-bd86-e164e04bc32d" providerId="ADAL" clId="{80A2231C-EEE1-4779-A916-3C0465B16DFA}" dt="2024-05-21T12:34:19.119" v="37"/>
          <ac:spMkLst>
            <pc:docMk/>
            <pc:sldMk cId="1529318317" sldId="325"/>
            <ac:spMk id="3" creationId="{F99C6107-44DF-C8C0-A545-1EDB3B1FF3BB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6:12.070" v="99" actId="14100"/>
        <pc:sldMkLst>
          <pc:docMk/>
          <pc:sldMk cId="3107171136" sldId="326"/>
        </pc:sldMkLst>
        <pc:spChg chg="add mod">
          <ac:chgData name="Paul Winser" userId="c3146a91-e6bd-4264-bd86-e164e04bc32d" providerId="ADAL" clId="{80A2231C-EEE1-4779-A916-3C0465B16DFA}" dt="2024-05-21T12:34:20.863" v="38"/>
          <ac:spMkLst>
            <pc:docMk/>
            <pc:sldMk cId="3107171136" sldId="326"/>
            <ac:spMk id="3" creationId="{4712D97E-D8AF-DD89-8A34-681122AE190E}"/>
          </ac:spMkLst>
        </pc:spChg>
        <pc:spChg chg="mod">
          <ac:chgData name="Paul Winser" userId="c3146a91-e6bd-4264-bd86-e164e04bc32d" providerId="ADAL" clId="{80A2231C-EEE1-4779-A916-3C0465B16DFA}" dt="2024-05-21T12:56:12.070" v="99" actId="14100"/>
          <ac:spMkLst>
            <pc:docMk/>
            <pc:sldMk cId="3107171136" sldId="326"/>
            <ac:spMk id="33" creationId="{19965EC3-F6E0-4A3C-E936-C38514D927DC}"/>
          </ac:spMkLst>
        </pc:spChg>
        <pc:picChg chg="add mod">
          <ac:chgData name="Paul Winser" userId="c3146a91-e6bd-4264-bd86-e164e04bc32d" providerId="ADAL" clId="{80A2231C-EEE1-4779-A916-3C0465B16DFA}" dt="2024-05-21T12:56:09.227" v="98" actId="1076"/>
          <ac:picMkLst>
            <pc:docMk/>
            <pc:sldMk cId="3107171136" sldId="326"/>
            <ac:picMk id="5" creationId="{36FD8C12-5CC6-F109-D05A-3C9CF2FE8095}"/>
          </ac:picMkLst>
        </pc:picChg>
        <pc:picChg chg="del">
          <ac:chgData name="Paul Winser" userId="c3146a91-e6bd-4264-bd86-e164e04bc32d" providerId="ADAL" clId="{80A2231C-EEE1-4779-A916-3C0465B16DFA}" dt="2024-05-21T12:56:04.177" v="95" actId="478"/>
          <ac:picMkLst>
            <pc:docMk/>
            <pc:sldMk cId="3107171136" sldId="326"/>
            <ac:picMk id="32" creationId="{F12FFBB4-D6F7-731C-736F-B2F0BCAEBF0C}"/>
          </ac:picMkLst>
        </pc:picChg>
      </pc:sldChg>
      <pc:sldChg chg="addSp modSp">
        <pc:chgData name="Paul Winser" userId="c3146a91-e6bd-4264-bd86-e164e04bc32d" providerId="ADAL" clId="{80A2231C-EEE1-4779-A916-3C0465B16DFA}" dt="2024-05-21T12:35:10.313" v="58"/>
        <pc:sldMkLst>
          <pc:docMk/>
          <pc:sldMk cId="2798606905" sldId="330"/>
        </pc:sldMkLst>
        <pc:spChg chg="add mod">
          <ac:chgData name="Paul Winser" userId="c3146a91-e6bd-4264-bd86-e164e04bc32d" providerId="ADAL" clId="{80A2231C-EEE1-4779-A916-3C0465B16DFA}" dt="2024-05-21T12:35:10.313" v="58"/>
          <ac:spMkLst>
            <pc:docMk/>
            <pc:sldMk cId="2798606905" sldId="330"/>
            <ac:spMk id="2" creationId="{1F267CAF-8E73-3679-532C-85B66765DD44}"/>
          </ac:spMkLst>
        </pc:spChg>
      </pc:sldChg>
      <pc:sldChg chg="addSp modSp">
        <pc:chgData name="Paul Winser" userId="c3146a91-e6bd-4264-bd86-e164e04bc32d" providerId="ADAL" clId="{80A2231C-EEE1-4779-A916-3C0465B16DFA}" dt="2024-05-21T12:35:11.699" v="59"/>
        <pc:sldMkLst>
          <pc:docMk/>
          <pc:sldMk cId="1546869761" sldId="331"/>
        </pc:sldMkLst>
        <pc:spChg chg="add mod">
          <ac:chgData name="Paul Winser" userId="c3146a91-e6bd-4264-bd86-e164e04bc32d" providerId="ADAL" clId="{80A2231C-EEE1-4779-A916-3C0465B16DFA}" dt="2024-05-21T12:35:11.699" v="59"/>
          <ac:spMkLst>
            <pc:docMk/>
            <pc:sldMk cId="1546869761" sldId="331"/>
            <ac:spMk id="2" creationId="{B4FAFE9C-5D41-113A-053D-2015230BB07A}"/>
          </ac:spMkLst>
        </pc:spChg>
      </pc:sldChg>
      <pc:sldChg chg="addSp modSp">
        <pc:chgData name="Paul Winser" userId="c3146a91-e6bd-4264-bd86-e164e04bc32d" providerId="ADAL" clId="{80A2231C-EEE1-4779-A916-3C0465B16DFA}" dt="2024-05-21T12:33:55.636" v="12"/>
        <pc:sldMkLst>
          <pc:docMk/>
          <pc:sldMk cId="2905520476" sldId="332"/>
        </pc:sldMkLst>
        <pc:spChg chg="add mod">
          <ac:chgData name="Paul Winser" userId="c3146a91-e6bd-4264-bd86-e164e04bc32d" providerId="ADAL" clId="{80A2231C-EEE1-4779-A916-3C0465B16DFA}" dt="2024-05-21T12:33:55.636" v="12"/>
          <ac:spMkLst>
            <pc:docMk/>
            <pc:sldMk cId="2905520476" sldId="332"/>
            <ac:spMk id="2" creationId="{FC40B5EC-81E3-AC51-338D-0303314C8B83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7:40.734" v="143" actId="14100"/>
        <pc:sldMkLst>
          <pc:docMk/>
          <pc:sldMk cId="2070316691" sldId="333"/>
        </pc:sldMkLst>
        <pc:spChg chg="add mod">
          <ac:chgData name="Paul Winser" userId="c3146a91-e6bd-4264-bd86-e164e04bc32d" providerId="ADAL" clId="{80A2231C-EEE1-4779-A916-3C0465B16DFA}" dt="2024-05-21T12:34:32.113" v="41"/>
          <ac:spMkLst>
            <pc:docMk/>
            <pc:sldMk cId="2070316691" sldId="333"/>
            <ac:spMk id="4" creationId="{B9572531-D43B-0A1E-F60E-3739DE08A08A}"/>
          </ac:spMkLst>
        </pc:spChg>
        <pc:picChg chg="del">
          <ac:chgData name="Paul Winser" userId="c3146a91-e6bd-4264-bd86-e164e04bc32d" providerId="ADAL" clId="{80A2231C-EEE1-4779-A916-3C0465B16DFA}" dt="2024-05-21T12:57:35.218" v="139" actId="478"/>
          <ac:picMkLst>
            <pc:docMk/>
            <pc:sldMk cId="2070316691" sldId="333"/>
            <ac:picMk id="5" creationId="{BC975F98-A2F0-B9D9-6CD2-6107AC414B48}"/>
          </ac:picMkLst>
        </pc:picChg>
        <pc:picChg chg="add mod">
          <ac:chgData name="Paul Winser" userId="c3146a91-e6bd-4264-bd86-e164e04bc32d" providerId="ADAL" clId="{80A2231C-EEE1-4779-A916-3C0465B16DFA}" dt="2024-05-21T12:57:32.638" v="138" actId="1076"/>
          <ac:picMkLst>
            <pc:docMk/>
            <pc:sldMk cId="2070316691" sldId="333"/>
            <ac:picMk id="6" creationId="{0D4A9313-8C94-7E14-30CF-37C41C931B1B}"/>
          </ac:picMkLst>
        </pc:picChg>
        <pc:picChg chg="add mod">
          <ac:chgData name="Paul Winser" userId="c3146a91-e6bd-4264-bd86-e164e04bc32d" providerId="ADAL" clId="{80A2231C-EEE1-4779-A916-3C0465B16DFA}" dt="2024-05-21T12:57:40.734" v="143" actId="14100"/>
          <ac:picMkLst>
            <pc:docMk/>
            <pc:sldMk cId="2070316691" sldId="333"/>
            <ac:picMk id="7" creationId="{895443B7-5675-4872-200F-1947BA03D1A6}"/>
          </ac:picMkLst>
        </pc:picChg>
        <pc:picChg chg="del">
          <ac:chgData name="Paul Winser" userId="c3146a91-e6bd-4264-bd86-e164e04bc32d" providerId="ADAL" clId="{80A2231C-EEE1-4779-A916-3C0465B16DFA}" dt="2024-05-21T12:57:28.214" v="135" actId="478"/>
          <ac:picMkLst>
            <pc:docMk/>
            <pc:sldMk cId="2070316691" sldId="333"/>
            <ac:picMk id="12" creationId="{4C20FEA9-88E0-858B-14BA-737D47D46409}"/>
          </ac:picMkLst>
        </pc:picChg>
      </pc:sldChg>
      <pc:sldChg chg="addSp modSp">
        <pc:chgData name="Paul Winser" userId="c3146a91-e6bd-4264-bd86-e164e04bc32d" providerId="ADAL" clId="{80A2231C-EEE1-4779-A916-3C0465B16DFA}" dt="2024-05-21T12:34:34.037" v="42"/>
        <pc:sldMkLst>
          <pc:docMk/>
          <pc:sldMk cId="1319416479" sldId="334"/>
        </pc:sldMkLst>
        <pc:spChg chg="add mod">
          <ac:chgData name="Paul Winser" userId="c3146a91-e6bd-4264-bd86-e164e04bc32d" providerId="ADAL" clId="{80A2231C-EEE1-4779-A916-3C0465B16DFA}" dt="2024-05-21T12:34:34.037" v="42"/>
          <ac:spMkLst>
            <pc:docMk/>
            <pc:sldMk cId="1319416479" sldId="334"/>
            <ac:spMk id="3" creationId="{7B11D988-98C2-EC1E-36C8-09C612A03F40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8:22.175" v="155" actId="1076"/>
        <pc:sldMkLst>
          <pc:docMk/>
          <pc:sldMk cId="103580695" sldId="335"/>
        </pc:sldMkLst>
        <pc:spChg chg="add mod">
          <ac:chgData name="Paul Winser" userId="c3146a91-e6bd-4264-bd86-e164e04bc32d" providerId="ADAL" clId="{80A2231C-EEE1-4779-A916-3C0465B16DFA}" dt="2024-05-21T12:34:36.861" v="44"/>
          <ac:spMkLst>
            <pc:docMk/>
            <pc:sldMk cId="103580695" sldId="335"/>
            <ac:spMk id="3" creationId="{648CFD0D-5539-8C13-AB3B-2114F28954C2}"/>
          </ac:spMkLst>
        </pc:spChg>
        <pc:spChg chg="add mod">
          <ac:chgData name="Paul Winser" userId="c3146a91-e6bd-4264-bd86-e164e04bc32d" providerId="ADAL" clId="{80A2231C-EEE1-4779-A916-3C0465B16DFA}" dt="2024-05-21T12:57:54.704" v="146" actId="1076"/>
          <ac:spMkLst>
            <pc:docMk/>
            <pc:sldMk cId="103580695" sldId="335"/>
            <ac:spMk id="5" creationId="{683CBECA-570E-A042-AC49-77D561FA4179}"/>
          </ac:spMkLst>
        </pc:spChg>
        <pc:spChg chg="del">
          <ac:chgData name="Paul Winser" userId="c3146a91-e6bd-4264-bd86-e164e04bc32d" providerId="ADAL" clId="{80A2231C-EEE1-4779-A916-3C0465B16DFA}" dt="2024-05-21T12:57:51.249" v="144" actId="478"/>
          <ac:spMkLst>
            <pc:docMk/>
            <pc:sldMk cId="103580695" sldId="335"/>
            <ac:spMk id="7" creationId="{43068A35-0894-B20F-BF7A-61EC14B7D5AB}"/>
          </ac:spMkLst>
        </pc:spChg>
        <pc:spChg chg="del">
          <ac:chgData name="Paul Winser" userId="c3146a91-e6bd-4264-bd86-e164e04bc32d" providerId="ADAL" clId="{80A2231C-EEE1-4779-A916-3C0465B16DFA}" dt="2024-05-21T12:57:59.941" v="147" actId="478"/>
          <ac:spMkLst>
            <pc:docMk/>
            <pc:sldMk cId="103580695" sldId="335"/>
            <ac:spMk id="9" creationId="{A298EE06-71D9-8B8A-91E1-19811F28A2AD}"/>
          </ac:spMkLst>
        </pc:spChg>
        <pc:spChg chg="del">
          <ac:chgData name="Paul Winser" userId="c3146a91-e6bd-4264-bd86-e164e04bc32d" providerId="ADAL" clId="{80A2231C-EEE1-4779-A916-3C0465B16DFA}" dt="2024-05-21T12:58:09.353" v="150" actId="478"/>
          <ac:spMkLst>
            <pc:docMk/>
            <pc:sldMk cId="103580695" sldId="335"/>
            <ac:spMk id="11" creationId="{1CDEB802-5410-B01D-DBCA-B1D082E2C97A}"/>
          </ac:spMkLst>
        </pc:spChg>
        <pc:spChg chg="del">
          <ac:chgData name="Paul Winser" userId="c3146a91-e6bd-4264-bd86-e164e04bc32d" providerId="ADAL" clId="{80A2231C-EEE1-4779-A916-3C0465B16DFA}" dt="2024-05-21T12:58:16.667" v="153" actId="478"/>
          <ac:spMkLst>
            <pc:docMk/>
            <pc:sldMk cId="103580695" sldId="335"/>
            <ac:spMk id="13" creationId="{28A5404C-AA24-7AF7-FF46-91E51707AE73}"/>
          </ac:spMkLst>
        </pc:spChg>
        <pc:spChg chg="add mod">
          <ac:chgData name="Paul Winser" userId="c3146a91-e6bd-4264-bd86-e164e04bc32d" providerId="ADAL" clId="{80A2231C-EEE1-4779-A916-3C0465B16DFA}" dt="2024-05-21T12:58:03.823" v="149" actId="1076"/>
          <ac:spMkLst>
            <pc:docMk/>
            <pc:sldMk cId="103580695" sldId="335"/>
            <ac:spMk id="14" creationId="{E855066F-6A66-9476-0EA4-FCC631F114DC}"/>
          </ac:spMkLst>
        </pc:spChg>
        <pc:spChg chg="add mod">
          <ac:chgData name="Paul Winser" userId="c3146a91-e6bd-4264-bd86-e164e04bc32d" providerId="ADAL" clId="{80A2231C-EEE1-4779-A916-3C0465B16DFA}" dt="2024-05-21T12:58:12.722" v="152" actId="1076"/>
          <ac:spMkLst>
            <pc:docMk/>
            <pc:sldMk cId="103580695" sldId="335"/>
            <ac:spMk id="15" creationId="{6F2A73E7-762F-771F-7073-BBE0186B3958}"/>
          </ac:spMkLst>
        </pc:spChg>
        <pc:spChg chg="add mod">
          <ac:chgData name="Paul Winser" userId="c3146a91-e6bd-4264-bd86-e164e04bc32d" providerId="ADAL" clId="{80A2231C-EEE1-4779-A916-3C0465B16DFA}" dt="2024-05-21T12:58:22.175" v="155" actId="1076"/>
          <ac:spMkLst>
            <pc:docMk/>
            <pc:sldMk cId="103580695" sldId="335"/>
            <ac:spMk id="16" creationId="{E6B2BB67-1516-248B-9C02-DEB7ED142E60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9:01.978" v="167" actId="1076"/>
        <pc:sldMkLst>
          <pc:docMk/>
          <pc:sldMk cId="4074847374" sldId="336"/>
        </pc:sldMkLst>
        <pc:spChg chg="add mod">
          <ac:chgData name="Paul Winser" userId="c3146a91-e6bd-4264-bd86-e164e04bc32d" providerId="ADAL" clId="{80A2231C-EEE1-4779-A916-3C0465B16DFA}" dt="2024-05-21T12:34:39.743" v="46"/>
          <ac:spMkLst>
            <pc:docMk/>
            <pc:sldMk cId="4074847374" sldId="336"/>
            <ac:spMk id="3" creationId="{6D0F4EA4-B878-7168-D860-58918E41B7DF}"/>
          </ac:spMkLst>
        </pc:spChg>
        <pc:spChg chg="add mod">
          <ac:chgData name="Paul Winser" userId="c3146a91-e6bd-4264-bd86-e164e04bc32d" providerId="ADAL" clId="{80A2231C-EEE1-4779-A916-3C0465B16DFA}" dt="2024-05-21T12:58:33.449" v="158" actId="1076"/>
          <ac:spMkLst>
            <pc:docMk/>
            <pc:sldMk cId="4074847374" sldId="336"/>
            <ac:spMk id="4" creationId="{A729DA33-EC16-D189-0409-5EB055F1B4B3}"/>
          </ac:spMkLst>
        </pc:spChg>
        <pc:spChg chg="del">
          <ac:chgData name="Paul Winser" userId="c3146a91-e6bd-4264-bd86-e164e04bc32d" providerId="ADAL" clId="{80A2231C-EEE1-4779-A916-3C0465B16DFA}" dt="2024-05-21T12:58:29.976" v="156" actId="478"/>
          <ac:spMkLst>
            <pc:docMk/>
            <pc:sldMk cId="4074847374" sldId="336"/>
            <ac:spMk id="6" creationId="{7E2BD57B-3645-88B3-18D9-E42D00054ADC}"/>
          </ac:spMkLst>
        </pc:spChg>
        <pc:spChg chg="del">
          <ac:chgData name="Paul Winser" userId="c3146a91-e6bd-4264-bd86-e164e04bc32d" providerId="ADAL" clId="{80A2231C-EEE1-4779-A916-3C0465B16DFA}" dt="2024-05-21T12:58:37.808" v="159" actId="478"/>
          <ac:spMkLst>
            <pc:docMk/>
            <pc:sldMk cId="4074847374" sldId="336"/>
            <ac:spMk id="8" creationId="{B4BEC31E-84CE-CEAB-0122-5382E6BDDBDB}"/>
          </ac:spMkLst>
        </pc:spChg>
        <pc:spChg chg="del">
          <ac:chgData name="Paul Winser" userId="c3146a91-e6bd-4264-bd86-e164e04bc32d" providerId="ADAL" clId="{80A2231C-EEE1-4779-A916-3C0465B16DFA}" dt="2024-05-21T12:58:52.708" v="164" actId="478"/>
          <ac:spMkLst>
            <pc:docMk/>
            <pc:sldMk cId="4074847374" sldId="336"/>
            <ac:spMk id="10" creationId="{9A4CE731-A3DD-EBCD-19E7-CEB5E34A0630}"/>
          </ac:spMkLst>
        </pc:spChg>
        <pc:spChg chg="del">
          <ac:chgData name="Paul Winser" userId="c3146a91-e6bd-4264-bd86-e164e04bc32d" providerId="ADAL" clId="{80A2231C-EEE1-4779-A916-3C0465B16DFA}" dt="2024-05-21T12:58:48.132" v="162" actId="478"/>
          <ac:spMkLst>
            <pc:docMk/>
            <pc:sldMk cId="4074847374" sldId="336"/>
            <ac:spMk id="12" creationId="{08A7130D-0FBB-395A-97CD-ED3ACC7E584F}"/>
          </ac:spMkLst>
        </pc:spChg>
        <pc:spChg chg="add mod">
          <ac:chgData name="Paul Winser" userId="c3146a91-e6bd-4264-bd86-e164e04bc32d" providerId="ADAL" clId="{80A2231C-EEE1-4779-A916-3C0465B16DFA}" dt="2024-05-21T12:58:43.652" v="161" actId="1076"/>
          <ac:spMkLst>
            <pc:docMk/>
            <pc:sldMk cId="4074847374" sldId="336"/>
            <ac:spMk id="13" creationId="{58BC6D60-A6E8-1372-9452-B6248A5804EB}"/>
          </ac:spMkLst>
        </pc:spChg>
        <pc:spChg chg="add mod">
          <ac:chgData name="Paul Winser" userId="c3146a91-e6bd-4264-bd86-e164e04bc32d" providerId="ADAL" clId="{80A2231C-EEE1-4779-A916-3C0465B16DFA}" dt="2024-05-21T12:58:55.936" v="165" actId="1076"/>
          <ac:spMkLst>
            <pc:docMk/>
            <pc:sldMk cId="4074847374" sldId="336"/>
            <ac:spMk id="14" creationId="{171CBE2A-789C-E4D6-FEE8-363213229588}"/>
          </ac:spMkLst>
        </pc:spChg>
        <pc:spChg chg="add mod">
          <ac:chgData name="Paul Winser" userId="c3146a91-e6bd-4264-bd86-e164e04bc32d" providerId="ADAL" clId="{80A2231C-EEE1-4779-A916-3C0465B16DFA}" dt="2024-05-21T12:59:01.978" v="167" actId="1076"/>
          <ac:spMkLst>
            <pc:docMk/>
            <pc:sldMk cId="4074847374" sldId="336"/>
            <ac:spMk id="15" creationId="{482EC398-0F84-AA66-008C-876B4C4AE8E6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9:54.064" v="203" actId="1037"/>
        <pc:sldMkLst>
          <pc:docMk/>
          <pc:sldMk cId="2102109794" sldId="338"/>
        </pc:sldMkLst>
        <pc:spChg chg="add mod">
          <ac:chgData name="Paul Winser" userId="c3146a91-e6bd-4264-bd86-e164e04bc32d" providerId="ADAL" clId="{80A2231C-EEE1-4779-A916-3C0465B16DFA}" dt="2024-05-21T12:34:41.317" v="47"/>
          <ac:spMkLst>
            <pc:docMk/>
            <pc:sldMk cId="2102109794" sldId="338"/>
            <ac:spMk id="3" creationId="{19C3E9DA-45E9-0F83-7659-D84DB79B8A62}"/>
          </ac:spMkLst>
        </pc:spChg>
        <pc:spChg chg="del">
          <ac:chgData name="Paul Winser" userId="c3146a91-e6bd-4264-bd86-e164e04bc32d" providerId="ADAL" clId="{80A2231C-EEE1-4779-A916-3C0465B16DFA}" dt="2024-05-21T12:59:15.489" v="168" actId="478"/>
          <ac:spMkLst>
            <pc:docMk/>
            <pc:sldMk cId="2102109794" sldId="338"/>
            <ac:spMk id="6" creationId="{CCAB8B75-647F-E480-09FB-8A5BC0814FD1}"/>
          </ac:spMkLst>
        </pc:spChg>
        <pc:spChg chg="del">
          <ac:chgData name="Paul Winser" userId="c3146a91-e6bd-4264-bd86-e164e04bc32d" providerId="ADAL" clId="{80A2231C-EEE1-4779-A916-3C0465B16DFA}" dt="2024-05-21T12:59:29.283" v="174" actId="478"/>
          <ac:spMkLst>
            <pc:docMk/>
            <pc:sldMk cId="2102109794" sldId="338"/>
            <ac:spMk id="7" creationId="{EA4629E9-50B1-104C-578B-8AF8DDEBAA28}"/>
          </ac:spMkLst>
        </pc:spChg>
        <pc:spChg chg="del">
          <ac:chgData name="Paul Winser" userId="c3146a91-e6bd-4264-bd86-e164e04bc32d" providerId="ADAL" clId="{80A2231C-EEE1-4779-A916-3C0465B16DFA}" dt="2024-05-21T12:59:34.929" v="177" actId="478"/>
          <ac:spMkLst>
            <pc:docMk/>
            <pc:sldMk cId="2102109794" sldId="338"/>
            <ac:spMk id="8" creationId="{B288ABB7-3D96-BA8E-7F0F-7339D3452F2E}"/>
          </ac:spMkLst>
        </pc:spChg>
        <pc:spChg chg="del">
          <ac:chgData name="Paul Winser" userId="c3146a91-e6bd-4264-bd86-e164e04bc32d" providerId="ADAL" clId="{80A2231C-EEE1-4779-A916-3C0465B16DFA}" dt="2024-05-21T12:59:23.251" v="171" actId="478"/>
          <ac:spMkLst>
            <pc:docMk/>
            <pc:sldMk cId="2102109794" sldId="338"/>
            <ac:spMk id="9" creationId="{6F57A09F-0CB8-A639-D2E2-0232AC81FBCF}"/>
          </ac:spMkLst>
        </pc:spChg>
        <pc:graphicFrameChg chg="mod modGraphic">
          <ac:chgData name="Paul Winser" userId="c3146a91-e6bd-4264-bd86-e164e04bc32d" providerId="ADAL" clId="{80A2231C-EEE1-4779-A916-3C0465B16DFA}" dt="2024-05-21T12:34:52.743" v="51" actId="14100"/>
          <ac:graphicFrameMkLst>
            <pc:docMk/>
            <pc:sldMk cId="2102109794" sldId="338"/>
            <ac:graphicFrameMk id="5" creationId="{C851FCB8-3D4E-DD25-7D66-665431DC1880}"/>
          </ac:graphicFrameMkLst>
        </pc:graphicFrameChg>
        <pc:picChg chg="add mod">
          <ac:chgData name="Paul Winser" userId="c3146a91-e6bd-4264-bd86-e164e04bc32d" providerId="ADAL" clId="{80A2231C-EEE1-4779-A916-3C0465B16DFA}" dt="2024-05-21T12:59:46.735" v="191" actId="1038"/>
          <ac:picMkLst>
            <pc:docMk/>
            <pc:sldMk cId="2102109794" sldId="338"/>
            <ac:picMk id="4" creationId="{6349A060-C131-9D4A-2DE4-251FFDA992B3}"/>
          </ac:picMkLst>
        </pc:picChg>
        <pc:picChg chg="add mod">
          <ac:chgData name="Paul Winser" userId="c3146a91-e6bd-4264-bd86-e164e04bc32d" providerId="ADAL" clId="{80A2231C-EEE1-4779-A916-3C0465B16DFA}" dt="2024-05-21T12:59:49.413" v="196" actId="1037"/>
          <ac:picMkLst>
            <pc:docMk/>
            <pc:sldMk cId="2102109794" sldId="338"/>
            <ac:picMk id="10" creationId="{CA8C3C08-F62E-C072-EDAB-8A3115928123}"/>
          </ac:picMkLst>
        </pc:picChg>
        <pc:picChg chg="add mod">
          <ac:chgData name="Paul Winser" userId="c3146a91-e6bd-4264-bd86-e164e04bc32d" providerId="ADAL" clId="{80A2231C-EEE1-4779-A916-3C0465B16DFA}" dt="2024-05-21T12:59:52.100" v="201" actId="1038"/>
          <ac:picMkLst>
            <pc:docMk/>
            <pc:sldMk cId="2102109794" sldId="338"/>
            <ac:picMk id="11" creationId="{F2E43AC4-519E-7B8C-5AEF-D31D8F398A2C}"/>
          </ac:picMkLst>
        </pc:picChg>
        <pc:picChg chg="add mod">
          <ac:chgData name="Paul Winser" userId="c3146a91-e6bd-4264-bd86-e164e04bc32d" providerId="ADAL" clId="{80A2231C-EEE1-4779-A916-3C0465B16DFA}" dt="2024-05-21T12:59:54.064" v="203" actId="1037"/>
          <ac:picMkLst>
            <pc:docMk/>
            <pc:sldMk cId="2102109794" sldId="338"/>
            <ac:picMk id="12" creationId="{8435CC80-3379-2250-D67F-BFA144F16557}"/>
          </ac:picMkLst>
        </pc:picChg>
      </pc:sldChg>
      <pc:sldChg chg="addSp modSp">
        <pc:chgData name="Paul Winser" userId="c3146a91-e6bd-4264-bd86-e164e04bc32d" providerId="ADAL" clId="{80A2231C-EEE1-4779-A916-3C0465B16DFA}" dt="2024-05-21T13:01:14.991" v="303"/>
        <pc:sldMkLst>
          <pc:docMk/>
          <pc:sldMk cId="354818676" sldId="339"/>
        </pc:sldMkLst>
        <pc:spChg chg="add mod">
          <ac:chgData name="Paul Winser" userId="c3146a91-e6bd-4264-bd86-e164e04bc32d" providerId="ADAL" clId="{80A2231C-EEE1-4779-A916-3C0465B16DFA}" dt="2024-05-21T12:35:01.529" v="54"/>
          <ac:spMkLst>
            <pc:docMk/>
            <pc:sldMk cId="354818676" sldId="339"/>
            <ac:spMk id="4" creationId="{19CADE2A-1126-D8F5-4A34-008571A76BC6}"/>
          </ac:spMkLst>
        </pc:spChg>
        <pc:graphicFrameChg chg="mod">
          <ac:chgData name="Paul Winser" userId="c3146a91-e6bd-4264-bd86-e164e04bc32d" providerId="ADAL" clId="{80A2231C-EEE1-4779-A916-3C0465B16DFA}" dt="2024-05-21T13:01:14.991" v="303"/>
          <ac:graphicFrameMkLst>
            <pc:docMk/>
            <pc:sldMk cId="354818676" sldId="339"/>
            <ac:graphicFrameMk id="3" creationId="{D46A93F8-5D0B-6B64-D0B2-1B463226EE4E}"/>
          </ac:graphicFrameMkLst>
        </pc:graphicFrameChg>
      </pc:sldChg>
      <pc:sldChg chg="addSp delSp modSp mod">
        <pc:chgData name="Paul Winser" userId="c3146a91-e6bd-4264-bd86-e164e04bc32d" providerId="ADAL" clId="{80A2231C-EEE1-4779-A916-3C0465B16DFA}" dt="2024-05-21T13:02:29.563" v="326" actId="1076"/>
        <pc:sldMkLst>
          <pc:docMk/>
          <pc:sldMk cId="2193725343" sldId="340"/>
        </pc:sldMkLst>
        <pc:spChg chg="add mod">
          <ac:chgData name="Paul Winser" userId="c3146a91-e6bd-4264-bd86-e164e04bc32d" providerId="ADAL" clId="{80A2231C-EEE1-4779-A916-3C0465B16DFA}" dt="2024-05-21T12:35:06.653" v="56"/>
          <ac:spMkLst>
            <pc:docMk/>
            <pc:sldMk cId="2193725343" sldId="340"/>
            <ac:spMk id="3" creationId="{EB98B8AD-6EBC-D99D-5695-4E1138BD63E4}"/>
          </ac:spMkLst>
        </pc:spChg>
        <pc:spChg chg="add mod">
          <ac:chgData name="Paul Winser" userId="c3146a91-e6bd-4264-bd86-e164e04bc32d" providerId="ADAL" clId="{80A2231C-EEE1-4779-A916-3C0465B16DFA}" dt="2024-05-21T13:02:04.331" v="316" actId="1076"/>
          <ac:spMkLst>
            <pc:docMk/>
            <pc:sldMk cId="2193725343" sldId="340"/>
            <ac:spMk id="4" creationId="{2CFA2420-F6A5-ACA9-932D-BAE0701A80AE}"/>
          </ac:spMkLst>
        </pc:spChg>
        <pc:spChg chg="del">
          <ac:chgData name="Paul Winser" userId="c3146a91-e6bd-4264-bd86-e164e04bc32d" providerId="ADAL" clId="{80A2231C-EEE1-4779-A916-3C0465B16DFA}" dt="2024-05-21T13:02:00.466" v="314" actId="478"/>
          <ac:spMkLst>
            <pc:docMk/>
            <pc:sldMk cId="2193725343" sldId="340"/>
            <ac:spMk id="6" creationId="{62FF078A-8CF5-2A5F-ED2D-B792FAC6ED4D}"/>
          </ac:spMkLst>
        </pc:spChg>
        <pc:spChg chg="del">
          <ac:chgData name="Paul Winser" userId="c3146a91-e6bd-4264-bd86-e164e04bc32d" providerId="ADAL" clId="{80A2231C-EEE1-4779-A916-3C0465B16DFA}" dt="2024-05-21T13:02:10.740" v="317" actId="478"/>
          <ac:spMkLst>
            <pc:docMk/>
            <pc:sldMk cId="2193725343" sldId="340"/>
            <ac:spMk id="8" creationId="{6F172CD8-761C-9C8E-35F6-0A7BB974EC21}"/>
          </ac:spMkLst>
        </pc:spChg>
        <pc:spChg chg="del">
          <ac:chgData name="Paul Winser" userId="c3146a91-e6bd-4264-bd86-e164e04bc32d" providerId="ADAL" clId="{80A2231C-EEE1-4779-A916-3C0465B16DFA}" dt="2024-05-21T13:02:23.040" v="323" actId="478"/>
          <ac:spMkLst>
            <pc:docMk/>
            <pc:sldMk cId="2193725343" sldId="340"/>
            <ac:spMk id="10" creationId="{D3F73A69-5CEB-F45A-8EB1-EA9AEBC8FE3B}"/>
          </ac:spMkLst>
        </pc:spChg>
        <pc:spChg chg="del">
          <ac:chgData name="Paul Winser" userId="c3146a91-e6bd-4264-bd86-e164e04bc32d" providerId="ADAL" clId="{80A2231C-EEE1-4779-A916-3C0465B16DFA}" dt="2024-05-21T13:02:17.663" v="320" actId="478"/>
          <ac:spMkLst>
            <pc:docMk/>
            <pc:sldMk cId="2193725343" sldId="340"/>
            <ac:spMk id="12" creationId="{608C4460-96A3-371B-51F7-532A21F639BC}"/>
          </ac:spMkLst>
        </pc:spChg>
        <pc:spChg chg="add mod">
          <ac:chgData name="Paul Winser" userId="c3146a91-e6bd-4264-bd86-e164e04bc32d" providerId="ADAL" clId="{80A2231C-EEE1-4779-A916-3C0465B16DFA}" dt="2024-05-21T13:02:13.203" v="319" actId="1076"/>
          <ac:spMkLst>
            <pc:docMk/>
            <pc:sldMk cId="2193725343" sldId="340"/>
            <ac:spMk id="13" creationId="{B3674EAD-2179-E8A5-3514-2284D747F777}"/>
          </ac:spMkLst>
        </pc:spChg>
        <pc:spChg chg="add mod">
          <ac:chgData name="Paul Winser" userId="c3146a91-e6bd-4264-bd86-e164e04bc32d" providerId="ADAL" clId="{80A2231C-EEE1-4779-A916-3C0465B16DFA}" dt="2024-05-21T13:02:29.563" v="326" actId="1076"/>
          <ac:spMkLst>
            <pc:docMk/>
            <pc:sldMk cId="2193725343" sldId="340"/>
            <ac:spMk id="14" creationId="{341DF499-45D1-D9C2-E0EB-488D528C976C}"/>
          </ac:spMkLst>
        </pc:spChg>
        <pc:spChg chg="add mod">
          <ac:chgData name="Paul Winser" userId="c3146a91-e6bd-4264-bd86-e164e04bc32d" providerId="ADAL" clId="{80A2231C-EEE1-4779-A916-3C0465B16DFA}" dt="2024-05-21T13:02:26.246" v="325" actId="1076"/>
          <ac:spMkLst>
            <pc:docMk/>
            <pc:sldMk cId="2193725343" sldId="340"/>
            <ac:spMk id="15" creationId="{8C31DD0A-22B8-97CD-0694-19866F304C69}"/>
          </ac:spMkLst>
        </pc:spChg>
      </pc:sldChg>
      <pc:sldChg chg="addSp modSp">
        <pc:chgData name="Paul Winser" userId="c3146a91-e6bd-4264-bd86-e164e04bc32d" providerId="ADAL" clId="{80A2231C-EEE1-4779-A916-3C0465B16DFA}" dt="2024-05-21T12:35:08.529" v="57"/>
        <pc:sldMkLst>
          <pc:docMk/>
          <pc:sldMk cId="2817422980" sldId="341"/>
        </pc:sldMkLst>
        <pc:spChg chg="add mod">
          <ac:chgData name="Paul Winser" userId="c3146a91-e6bd-4264-bd86-e164e04bc32d" providerId="ADAL" clId="{80A2231C-EEE1-4779-A916-3C0465B16DFA}" dt="2024-05-21T12:35:08.529" v="57"/>
          <ac:spMkLst>
            <pc:docMk/>
            <pc:sldMk cId="2817422980" sldId="341"/>
            <ac:spMk id="3" creationId="{2E0D31D8-4CCA-02CE-2466-F417A840FF3B}"/>
          </ac:spMkLst>
        </pc:spChg>
      </pc:sldChg>
      <pc:sldChg chg="addSp delSp modSp mod">
        <pc:chgData name="Paul Winser" userId="c3146a91-e6bd-4264-bd86-e164e04bc32d" providerId="ADAL" clId="{80A2231C-EEE1-4779-A916-3C0465B16DFA}" dt="2024-05-21T12:56:38.435" v="111" actId="1076"/>
        <pc:sldMkLst>
          <pc:docMk/>
          <pc:sldMk cId="3633556486" sldId="342"/>
        </pc:sldMkLst>
        <pc:spChg chg="add mod">
          <ac:chgData name="Paul Winser" userId="c3146a91-e6bd-4264-bd86-e164e04bc32d" providerId="ADAL" clId="{80A2231C-EEE1-4779-A916-3C0465B16DFA}" dt="2024-05-21T12:34:27.725" v="39"/>
          <ac:spMkLst>
            <pc:docMk/>
            <pc:sldMk cId="3633556486" sldId="342"/>
            <ac:spMk id="4" creationId="{6D8B5C32-6C6D-606E-7CFA-04BF4D66BB86}"/>
          </ac:spMkLst>
        </pc:spChg>
        <pc:picChg chg="del">
          <ac:chgData name="Paul Winser" userId="c3146a91-e6bd-4264-bd86-e164e04bc32d" providerId="ADAL" clId="{80A2231C-EEE1-4779-A916-3C0465B16DFA}" dt="2024-05-21T12:56:17.584" v="100" actId="478"/>
          <ac:picMkLst>
            <pc:docMk/>
            <pc:sldMk cId="3633556486" sldId="342"/>
            <ac:picMk id="5" creationId="{DF48E87A-10D2-5E2F-DBA0-AF9DCEB64666}"/>
          </ac:picMkLst>
        </pc:picChg>
        <pc:picChg chg="del">
          <ac:chgData name="Paul Winser" userId="c3146a91-e6bd-4264-bd86-e164e04bc32d" providerId="ADAL" clId="{80A2231C-EEE1-4779-A916-3C0465B16DFA}" dt="2024-05-21T12:56:24.796" v="103" actId="478"/>
          <ac:picMkLst>
            <pc:docMk/>
            <pc:sldMk cId="3633556486" sldId="342"/>
            <ac:picMk id="6" creationId="{15206BAB-C892-40C0-31E6-1E355F2184C3}"/>
          </ac:picMkLst>
        </pc:picChg>
        <pc:picChg chg="del">
          <ac:chgData name="Paul Winser" userId="c3146a91-e6bd-4264-bd86-e164e04bc32d" providerId="ADAL" clId="{80A2231C-EEE1-4779-A916-3C0465B16DFA}" dt="2024-05-21T12:56:30.788" v="106" actId="478"/>
          <ac:picMkLst>
            <pc:docMk/>
            <pc:sldMk cId="3633556486" sldId="342"/>
            <ac:picMk id="7" creationId="{39A959A1-AC54-148D-A31B-7B97401D53D2}"/>
          </ac:picMkLst>
        </pc:picChg>
        <pc:picChg chg="add mod">
          <ac:chgData name="Paul Winser" userId="c3146a91-e6bd-4264-bd86-e164e04bc32d" providerId="ADAL" clId="{80A2231C-EEE1-4779-A916-3C0465B16DFA}" dt="2024-05-21T12:56:19.135" v="102" actId="1076"/>
          <ac:picMkLst>
            <pc:docMk/>
            <pc:sldMk cId="3633556486" sldId="342"/>
            <ac:picMk id="8" creationId="{D59FB23E-A03A-A0C7-ECB8-7D17801ABF5E}"/>
          </ac:picMkLst>
        </pc:picChg>
        <pc:picChg chg="add mod">
          <ac:chgData name="Paul Winser" userId="c3146a91-e6bd-4264-bd86-e164e04bc32d" providerId="ADAL" clId="{80A2231C-EEE1-4779-A916-3C0465B16DFA}" dt="2024-05-21T12:56:27.984" v="105" actId="1076"/>
          <ac:picMkLst>
            <pc:docMk/>
            <pc:sldMk cId="3633556486" sldId="342"/>
            <ac:picMk id="9" creationId="{EF0EB08D-1F07-C594-FFB5-87E75ABE14EB}"/>
          </ac:picMkLst>
        </pc:picChg>
        <pc:picChg chg="del">
          <ac:chgData name="Paul Winser" userId="c3146a91-e6bd-4264-bd86-e164e04bc32d" providerId="ADAL" clId="{80A2231C-EEE1-4779-A916-3C0465B16DFA}" dt="2024-05-21T12:56:35.957" v="109" actId="478"/>
          <ac:picMkLst>
            <pc:docMk/>
            <pc:sldMk cId="3633556486" sldId="342"/>
            <ac:picMk id="10" creationId="{8171E01C-F1E5-D8B4-97F0-FAF342CE0DD2}"/>
          </ac:picMkLst>
        </pc:picChg>
        <pc:picChg chg="add mod">
          <ac:chgData name="Paul Winser" userId="c3146a91-e6bd-4264-bd86-e164e04bc32d" providerId="ADAL" clId="{80A2231C-EEE1-4779-A916-3C0465B16DFA}" dt="2024-05-21T12:56:32.818" v="108" actId="1076"/>
          <ac:picMkLst>
            <pc:docMk/>
            <pc:sldMk cId="3633556486" sldId="342"/>
            <ac:picMk id="11" creationId="{174BBCE2-0F36-EE7D-80D2-1A6C26665C8F}"/>
          </ac:picMkLst>
        </pc:picChg>
        <pc:picChg chg="add mod">
          <ac:chgData name="Paul Winser" userId="c3146a91-e6bd-4264-bd86-e164e04bc32d" providerId="ADAL" clId="{80A2231C-EEE1-4779-A916-3C0465B16DFA}" dt="2024-05-21T12:56:38.435" v="111" actId="1076"/>
          <ac:picMkLst>
            <pc:docMk/>
            <pc:sldMk cId="3633556486" sldId="342"/>
            <ac:picMk id="12" creationId="{EDD3C152-CB52-A6F9-7994-4572AEA641AF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2:57:19.885" v="134" actId="1076"/>
        <pc:sldMkLst>
          <pc:docMk/>
          <pc:sldMk cId="2421757926" sldId="343"/>
        </pc:sldMkLst>
        <pc:spChg chg="add mod">
          <ac:chgData name="Paul Winser" userId="c3146a91-e6bd-4264-bd86-e164e04bc32d" providerId="ADAL" clId="{80A2231C-EEE1-4779-A916-3C0465B16DFA}" dt="2024-05-21T12:34:29.904" v="40"/>
          <ac:spMkLst>
            <pc:docMk/>
            <pc:sldMk cId="2421757926" sldId="343"/>
            <ac:spMk id="4" creationId="{B5D45B0B-F749-AA0E-BFC3-EB837912ED53}"/>
          </ac:spMkLst>
        </pc:spChg>
        <pc:picChg chg="add mod">
          <ac:chgData name="Paul Winser" userId="c3146a91-e6bd-4264-bd86-e164e04bc32d" providerId="ADAL" clId="{80A2231C-EEE1-4779-A916-3C0465B16DFA}" dt="2024-05-21T12:57:16.627" v="132" actId="1076"/>
          <ac:picMkLst>
            <pc:docMk/>
            <pc:sldMk cId="2421757926" sldId="343"/>
            <ac:picMk id="5" creationId="{02B2D6F1-1489-D24A-6687-96E0C614C51E}"/>
          </ac:picMkLst>
        </pc:picChg>
        <pc:picChg chg="add mod">
          <ac:chgData name="Paul Winser" userId="c3146a91-e6bd-4264-bd86-e164e04bc32d" providerId="ADAL" clId="{80A2231C-EEE1-4779-A916-3C0465B16DFA}" dt="2024-05-21T12:57:15.253" v="131" actId="1076"/>
          <ac:picMkLst>
            <pc:docMk/>
            <pc:sldMk cId="2421757926" sldId="343"/>
            <ac:picMk id="8" creationId="{84F71821-4D91-A546-9BD7-012B8B816ADA}"/>
          </ac:picMkLst>
        </pc:picChg>
        <pc:picChg chg="del">
          <ac:chgData name="Paul Winser" userId="c3146a91-e6bd-4264-bd86-e164e04bc32d" providerId="ADAL" clId="{80A2231C-EEE1-4779-A916-3C0465B16DFA}" dt="2024-05-21T12:57:00.513" v="120" actId="478"/>
          <ac:picMkLst>
            <pc:docMk/>
            <pc:sldMk cId="2421757926" sldId="343"/>
            <ac:picMk id="9" creationId="{4F8C3ADF-BAFA-A06C-A8D0-D69C73852911}"/>
          </ac:picMkLst>
        </pc:picChg>
        <pc:picChg chg="del">
          <ac:chgData name="Paul Winser" userId="c3146a91-e6bd-4264-bd86-e164e04bc32d" providerId="ADAL" clId="{80A2231C-EEE1-4779-A916-3C0465B16DFA}" dt="2024-05-21T12:57:05.178" v="123" actId="478"/>
          <ac:picMkLst>
            <pc:docMk/>
            <pc:sldMk cId="2421757926" sldId="343"/>
            <ac:picMk id="10" creationId="{472DAFE6-C6F2-59D2-893E-B60341B61A8C}"/>
          </ac:picMkLst>
        </pc:picChg>
        <pc:picChg chg="add mod">
          <ac:chgData name="Paul Winser" userId="c3146a91-e6bd-4264-bd86-e164e04bc32d" providerId="ADAL" clId="{80A2231C-EEE1-4779-A916-3C0465B16DFA}" dt="2024-05-21T12:57:18.642" v="133" actId="1076"/>
          <ac:picMkLst>
            <pc:docMk/>
            <pc:sldMk cId="2421757926" sldId="343"/>
            <ac:picMk id="11" creationId="{54F774B7-9175-9A5C-BFEC-5E3DFE1CDB45}"/>
          </ac:picMkLst>
        </pc:picChg>
        <pc:picChg chg="add mod">
          <ac:chgData name="Paul Winser" userId="c3146a91-e6bd-4264-bd86-e164e04bc32d" providerId="ADAL" clId="{80A2231C-EEE1-4779-A916-3C0465B16DFA}" dt="2024-05-21T12:57:19.885" v="134" actId="1076"/>
          <ac:picMkLst>
            <pc:docMk/>
            <pc:sldMk cId="2421757926" sldId="343"/>
            <ac:picMk id="12" creationId="{61B4F540-08D8-EA37-3DB2-9473A310153F}"/>
          </ac:picMkLst>
        </pc:picChg>
        <pc:picChg chg="del">
          <ac:chgData name="Paul Winser" userId="c3146a91-e6bd-4264-bd86-e164e04bc32d" providerId="ADAL" clId="{80A2231C-EEE1-4779-A916-3C0465B16DFA}" dt="2024-05-21T12:56:46.563" v="112" actId="478"/>
          <ac:picMkLst>
            <pc:docMk/>
            <pc:sldMk cId="2421757926" sldId="343"/>
            <ac:picMk id="1025" creationId="{D5BD0C9E-3AFD-5B12-7609-4D8B0E5DFC13}"/>
          </ac:picMkLst>
        </pc:picChg>
        <pc:picChg chg="del">
          <ac:chgData name="Paul Winser" userId="c3146a91-e6bd-4264-bd86-e164e04bc32d" providerId="ADAL" clId="{80A2231C-EEE1-4779-A916-3C0465B16DFA}" dt="2024-05-21T12:56:55.094" v="117" actId="478"/>
          <ac:picMkLst>
            <pc:docMk/>
            <pc:sldMk cId="2421757926" sldId="343"/>
            <ac:picMk id="1027" creationId="{840529CB-6DEE-0EB3-21A3-4180BC3FC5EF}"/>
          </ac:picMkLst>
        </pc:picChg>
      </pc:sldChg>
      <pc:sldChg chg="addSp modSp">
        <pc:chgData name="Paul Winser" userId="c3146a91-e6bd-4264-bd86-e164e04bc32d" providerId="ADAL" clId="{80A2231C-EEE1-4779-A916-3C0465B16DFA}" dt="2024-05-21T12:34:35.427" v="43"/>
        <pc:sldMkLst>
          <pc:docMk/>
          <pc:sldMk cId="2321527082" sldId="345"/>
        </pc:sldMkLst>
        <pc:spChg chg="add mod">
          <ac:chgData name="Paul Winser" userId="c3146a91-e6bd-4264-bd86-e164e04bc32d" providerId="ADAL" clId="{80A2231C-EEE1-4779-A916-3C0465B16DFA}" dt="2024-05-21T12:34:35.427" v="43"/>
          <ac:spMkLst>
            <pc:docMk/>
            <pc:sldMk cId="2321527082" sldId="345"/>
            <ac:spMk id="3" creationId="{9FBDB9D1-1D73-6D00-46F8-D2DFE51140E3}"/>
          </ac:spMkLst>
        </pc:spChg>
      </pc:sldChg>
      <pc:sldChg chg="addSp modSp">
        <pc:chgData name="Paul Winser" userId="c3146a91-e6bd-4264-bd86-e164e04bc32d" providerId="ADAL" clId="{80A2231C-EEE1-4779-A916-3C0465B16DFA}" dt="2024-05-21T12:34:38.434" v="45"/>
        <pc:sldMkLst>
          <pc:docMk/>
          <pc:sldMk cId="1319445942" sldId="346"/>
        </pc:sldMkLst>
        <pc:spChg chg="add mod">
          <ac:chgData name="Paul Winser" userId="c3146a91-e6bd-4264-bd86-e164e04bc32d" providerId="ADAL" clId="{80A2231C-EEE1-4779-A916-3C0465B16DFA}" dt="2024-05-21T12:34:38.434" v="45"/>
          <ac:spMkLst>
            <pc:docMk/>
            <pc:sldMk cId="1319445942" sldId="346"/>
            <ac:spMk id="3" creationId="{A3A60181-9DF1-8A2A-6776-C87D3F484318}"/>
          </ac:spMkLst>
        </pc:spChg>
      </pc:sldChg>
      <pc:sldChg chg="addSp delSp modSp mod">
        <pc:chgData name="Paul Winser" userId="c3146a91-e6bd-4264-bd86-e164e04bc32d" providerId="ADAL" clId="{80A2231C-EEE1-4779-A916-3C0465B16DFA}" dt="2024-05-21T13:00:44.686" v="284" actId="1038"/>
        <pc:sldMkLst>
          <pc:docMk/>
          <pc:sldMk cId="1655418264" sldId="347"/>
        </pc:sldMkLst>
        <pc:spChg chg="add mod">
          <ac:chgData name="Paul Winser" userId="c3146a91-e6bd-4264-bd86-e164e04bc32d" providerId="ADAL" clId="{80A2231C-EEE1-4779-A916-3C0465B16DFA}" dt="2024-05-21T12:34:55.870" v="52"/>
          <ac:spMkLst>
            <pc:docMk/>
            <pc:sldMk cId="1655418264" sldId="347"/>
            <ac:spMk id="3" creationId="{F1C10DC4-B889-550D-75AC-81E93047E9F3}"/>
          </ac:spMkLst>
        </pc:spChg>
        <pc:spChg chg="del">
          <ac:chgData name="Paul Winser" userId="c3146a91-e6bd-4264-bd86-e164e04bc32d" providerId="ADAL" clId="{80A2231C-EEE1-4779-A916-3C0465B16DFA}" dt="2024-05-21T13:00:01.895" v="204" actId="478"/>
          <ac:spMkLst>
            <pc:docMk/>
            <pc:sldMk cId="1655418264" sldId="347"/>
            <ac:spMk id="4" creationId="{A8868CDD-F8DD-CCDE-7954-9040D291039E}"/>
          </ac:spMkLst>
        </pc:spChg>
        <pc:spChg chg="del">
          <ac:chgData name="Paul Winser" userId="c3146a91-e6bd-4264-bd86-e164e04bc32d" providerId="ADAL" clId="{80A2231C-EEE1-4779-A916-3C0465B16DFA}" dt="2024-05-21T13:00:07.537" v="207" actId="478"/>
          <ac:spMkLst>
            <pc:docMk/>
            <pc:sldMk cId="1655418264" sldId="347"/>
            <ac:spMk id="10" creationId="{CE5CA082-BE5A-F91F-80B7-6D7FBBED4D77}"/>
          </ac:spMkLst>
        </pc:spChg>
        <pc:spChg chg="del">
          <ac:chgData name="Paul Winser" userId="c3146a91-e6bd-4264-bd86-e164e04bc32d" providerId="ADAL" clId="{80A2231C-EEE1-4779-A916-3C0465B16DFA}" dt="2024-05-21T13:00:12.767" v="210" actId="478"/>
          <ac:spMkLst>
            <pc:docMk/>
            <pc:sldMk cId="1655418264" sldId="347"/>
            <ac:spMk id="13" creationId="{627F4647-31BC-96C7-C2E5-57E2BCA59172}"/>
          </ac:spMkLst>
        </pc:spChg>
        <pc:spChg chg="del">
          <ac:chgData name="Paul Winser" userId="c3146a91-e6bd-4264-bd86-e164e04bc32d" providerId="ADAL" clId="{80A2231C-EEE1-4779-A916-3C0465B16DFA}" dt="2024-05-21T13:00:16.597" v="212" actId="478"/>
          <ac:spMkLst>
            <pc:docMk/>
            <pc:sldMk cId="1655418264" sldId="347"/>
            <ac:spMk id="16" creationId="{9CEBDA63-AEE2-6E6E-063C-3A6928C4831A}"/>
          </ac:spMkLst>
        </pc:spChg>
        <pc:graphicFrameChg chg="modGraphic">
          <ac:chgData name="Paul Winser" userId="c3146a91-e6bd-4264-bd86-e164e04bc32d" providerId="ADAL" clId="{80A2231C-EEE1-4779-A916-3C0465B16DFA}" dt="2024-05-21T12:34:59.029" v="53" actId="14100"/>
          <ac:graphicFrameMkLst>
            <pc:docMk/>
            <pc:sldMk cId="1655418264" sldId="347"/>
            <ac:graphicFrameMk id="5" creationId="{C851FCB8-3D4E-DD25-7D66-665431DC1880}"/>
          </ac:graphicFrameMkLst>
        </pc:graphicFrameChg>
        <pc:picChg chg="add mod">
          <ac:chgData name="Paul Winser" userId="c3146a91-e6bd-4264-bd86-e164e04bc32d" providerId="ADAL" clId="{80A2231C-EEE1-4779-A916-3C0465B16DFA}" dt="2024-05-21T13:00:30.879" v="243" actId="1036"/>
          <ac:picMkLst>
            <pc:docMk/>
            <pc:sldMk cId="1655418264" sldId="347"/>
            <ac:picMk id="6" creationId="{839F77B4-0BA2-C10F-0BB3-19F5A2BBDFE7}"/>
          </ac:picMkLst>
        </pc:picChg>
        <pc:picChg chg="add mod">
          <ac:chgData name="Paul Winser" userId="c3146a91-e6bd-4264-bd86-e164e04bc32d" providerId="ADAL" clId="{80A2231C-EEE1-4779-A916-3C0465B16DFA}" dt="2024-05-21T13:00:26.888" v="233" actId="1037"/>
          <ac:picMkLst>
            <pc:docMk/>
            <pc:sldMk cId="1655418264" sldId="347"/>
            <ac:picMk id="7" creationId="{623EE087-C802-8423-5776-7E8FA7DFD932}"/>
          </ac:picMkLst>
        </pc:picChg>
        <pc:picChg chg="add mod">
          <ac:chgData name="Paul Winser" userId="c3146a91-e6bd-4264-bd86-e164e04bc32d" providerId="ADAL" clId="{80A2231C-EEE1-4779-A916-3C0465B16DFA}" dt="2024-05-21T13:00:37.741" v="276" actId="1035"/>
          <ac:picMkLst>
            <pc:docMk/>
            <pc:sldMk cId="1655418264" sldId="347"/>
            <ac:picMk id="8" creationId="{3D05D32A-C940-280E-E94C-5121DA913FC9}"/>
          </ac:picMkLst>
        </pc:picChg>
        <pc:picChg chg="add mod">
          <ac:chgData name="Paul Winser" userId="c3146a91-e6bd-4264-bd86-e164e04bc32d" providerId="ADAL" clId="{80A2231C-EEE1-4779-A916-3C0465B16DFA}" dt="2024-05-21T13:00:44.686" v="284" actId="1038"/>
          <ac:picMkLst>
            <pc:docMk/>
            <pc:sldMk cId="1655418264" sldId="347"/>
            <ac:picMk id="9" creationId="{1EC2CB36-8F3B-20F0-2165-7E661AB9C5F3}"/>
          </ac:picMkLst>
        </pc:picChg>
      </pc:sldChg>
      <pc:sldChg chg="addSp delSp modSp mod">
        <pc:chgData name="Paul Winser" userId="c3146a91-e6bd-4264-bd86-e164e04bc32d" providerId="ADAL" clId="{80A2231C-EEE1-4779-A916-3C0465B16DFA}" dt="2024-05-21T13:01:49.805" v="313" actId="1076"/>
        <pc:sldMkLst>
          <pc:docMk/>
          <pc:sldMk cId="842343464" sldId="349"/>
        </pc:sldMkLst>
        <pc:spChg chg="add mod">
          <ac:chgData name="Paul Winser" userId="c3146a91-e6bd-4264-bd86-e164e04bc32d" providerId="ADAL" clId="{80A2231C-EEE1-4779-A916-3C0465B16DFA}" dt="2024-05-21T12:35:04.168" v="55"/>
          <ac:spMkLst>
            <pc:docMk/>
            <pc:sldMk cId="842343464" sldId="349"/>
            <ac:spMk id="3" creationId="{9CBD19BB-F980-0C77-27AF-2E2516E62CCA}"/>
          </ac:spMkLst>
        </pc:spChg>
        <pc:spChg chg="add mod">
          <ac:chgData name="Paul Winser" userId="c3146a91-e6bd-4264-bd86-e164e04bc32d" providerId="ADAL" clId="{80A2231C-EEE1-4779-A916-3C0465B16DFA}" dt="2024-05-21T13:01:31.311" v="306" actId="1076"/>
          <ac:spMkLst>
            <pc:docMk/>
            <pc:sldMk cId="842343464" sldId="349"/>
            <ac:spMk id="4" creationId="{519A2362-10E1-6A72-8826-34635E03B1D1}"/>
          </ac:spMkLst>
        </pc:spChg>
        <pc:spChg chg="del">
          <ac:chgData name="Paul Winser" userId="c3146a91-e6bd-4264-bd86-e164e04bc32d" providerId="ADAL" clId="{80A2231C-EEE1-4779-A916-3C0465B16DFA}" dt="2024-05-21T13:01:26.510" v="304" actId="478"/>
          <ac:spMkLst>
            <pc:docMk/>
            <pc:sldMk cId="842343464" sldId="349"/>
            <ac:spMk id="6" creationId="{B2C6638F-CF31-2E7D-9185-F9E355A20924}"/>
          </ac:spMkLst>
        </pc:spChg>
        <pc:spChg chg="del">
          <ac:chgData name="Paul Winser" userId="c3146a91-e6bd-4264-bd86-e164e04bc32d" providerId="ADAL" clId="{80A2231C-EEE1-4779-A916-3C0465B16DFA}" dt="2024-05-21T13:01:36.048" v="307" actId="478"/>
          <ac:spMkLst>
            <pc:docMk/>
            <pc:sldMk cId="842343464" sldId="349"/>
            <ac:spMk id="8" creationId="{D20E6767-9155-DBC0-9FD7-36B8AF802E26}"/>
          </ac:spMkLst>
        </pc:spChg>
        <pc:spChg chg="del">
          <ac:chgData name="Paul Winser" userId="c3146a91-e6bd-4264-bd86-e164e04bc32d" providerId="ADAL" clId="{80A2231C-EEE1-4779-A916-3C0465B16DFA}" dt="2024-05-21T13:01:44.805" v="311" actId="478"/>
          <ac:spMkLst>
            <pc:docMk/>
            <pc:sldMk cId="842343464" sldId="349"/>
            <ac:spMk id="10" creationId="{E11EFB87-6D38-6327-F86A-88AEB1A5A16D}"/>
          </ac:spMkLst>
        </pc:spChg>
        <pc:spChg chg="add mod">
          <ac:chgData name="Paul Winser" userId="c3146a91-e6bd-4264-bd86-e164e04bc32d" providerId="ADAL" clId="{80A2231C-EEE1-4779-A916-3C0465B16DFA}" dt="2024-05-21T13:01:41.065" v="310" actId="1037"/>
          <ac:spMkLst>
            <pc:docMk/>
            <pc:sldMk cId="842343464" sldId="349"/>
            <ac:spMk id="11" creationId="{22FE4FDD-1BA6-1E10-63C7-615ECBDA1774}"/>
          </ac:spMkLst>
        </pc:spChg>
        <pc:spChg chg="add mod">
          <ac:chgData name="Paul Winser" userId="c3146a91-e6bd-4264-bd86-e164e04bc32d" providerId="ADAL" clId="{80A2231C-EEE1-4779-A916-3C0465B16DFA}" dt="2024-05-21T13:01:49.805" v="313" actId="1076"/>
          <ac:spMkLst>
            <pc:docMk/>
            <pc:sldMk cId="842343464" sldId="349"/>
            <ac:spMk id="12" creationId="{A1880B7B-6154-EE1B-BE58-7CD97E02D0FD}"/>
          </ac:spMkLst>
        </pc:spChg>
      </pc:sldChg>
      <pc:sldChg chg="addSp delSp modSp add mod modTransition">
        <pc:chgData name="Paul Winser" userId="c3146a91-e6bd-4264-bd86-e164e04bc32d" providerId="ADAL" clId="{80A2231C-EEE1-4779-A916-3C0465B16DFA}" dt="2024-05-28T12:54:43.729" v="337"/>
        <pc:sldMkLst>
          <pc:docMk/>
          <pc:sldMk cId="813671598" sldId="350"/>
        </pc:sldMkLst>
        <pc:spChg chg="del">
          <ac:chgData name="Paul Winser" userId="c3146a91-e6bd-4264-bd86-e164e04bc32d" providerId="ADAL" clId="{80A2231C-EEE1-4779-A916-3C0465B16DFA}" dt="2024-05-28T12:54:42.957" v="336" actId="478"/>
          <ac:spMkLst>
            <pc:docMk/>
            <pc:sldMk cId="813671598" sldId="350"/>
            <ac:spMk id="3" creationId="{44E69EFD-6D97-F92E-E932-24988DC278FC}"/>
          </ac:spMkLst>
        </pc:spChg>
        <pc:spChg chg="add mod">
          <ac:chgData name="Paul Winser" userId="c3146a91-e6bd-4264-bd86-e164e04bc32d" providerId="ADAL" clId="{80A2231C-EEE1-4779-A916-3C0465B16DFA}" dt="2024-05-28T12:54:43.729" v="337"/>
          <ac:spMkLst>
            <pc:docMk/>
            <pc:sldMk cId="813671598" sldId="350"/>
            <ac:spMk id="4" creationId="{D7045AC7-68D4-6072-69DF-E783DBF479DF}"/>
          </ac:spMkLst>
        </pc:spChg>
      </pc:sldChg>
      <pc:sldChg chg="addSp delSp modSp add mod modTransition">
        <pc:chgData name="Paul Winser" userId="c3146a91-e6bd-4264-bd86-e164e04bc32d" providerId="ADAL" clId="{80A2231C-EEE1-4779-A916-3C0465B16DFA}" dt="2024-05-28T12:54:47.200" v="339"/>
        <pc:sldMkLst>
          <pc:docMk/>
          <pc:sldMk cId="3435254284" sldId="351"/>
        </pc:sldMkLst>
        <pc:spChg chg="del">
          <ac:chgData name="Paul Winser" userId="c3146a91-e6bd-4264-bd86-e164e04bc32d" providerId="ADAL" clId="{80A2231C-EEE1-4779-A916-3C0465B16DFA}" dt="2024-05-28T12:54:46.431" v="338" actId="478"/>
          <ac:spMkLst>
            <pc:docMk/>
            <pc:sldMk cId="3435254284" sldId="351"/>
            <ac:spMk id="3" creationId="{44E69EFD-6D97-F92E-E932-24988DC278FC}"/>
          </ac:spMkLst>
        </pc:spChg>
        <pc:spChg chg="add mod">
          <ac:chgData name="Paul Winser" userId="c3146a91-e6bd-4264-bd86-e164e04bc32d" providerId="ADAL" clId="{80A2231C-EEE1-4779-A916-3C0465B16DFA}" dt="2024-05-28T12:54:47.200" v="339"/>
          <ac:spMkLst>
            <pc:docMk/>
            <pc:sldMk cId="3435254284" sldId="351"/>
            <ac:spMk id="4" creationId="{3CD7F7AA-EDD0-3CE3-14B8-A4629F36173E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889DD0-A566-7948-BA4F-1B73769A65A1}" type="doc">
      <dgm:prSet loTypeId="urn:microsoft.com/office/officeart/2005/8/layout/hList1" loCatId="list" qsTypeId="urn:microsoft.com/office/officeart/2005/8/quickstyle/simple1" qsCatId="simple" csTypeId="urn:microsoft.com/office/officeart/2005/8/colors/accent0_2" csCatId="mainScheme" phldr="1"/>
      <dgm:spPr/>
      <dgm:t>
        <a:bodyPr rtlCol="1"/>
        <a:lstStyle/>
        <a:p>
          <a:pPr rtl="1"/>
          <a:endParaRPr lang="en-GB"/>
        </a:p>
      </dgm:t>
    </dgm:pt>
    <dgm:pt modelId="{96DFA79B-E873-6446-91BA-9127E5B2DF37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algn="r" rtl="1"/>
          <a:r>
            <a:rPr lang="ar" sz="2600" b="1" dirty="0">
              <a:latin typeface="Sakkal Majalla" panose="02000000000000000000" pitchFamily="2" charset="-78"/>
              <a:cs typeface="Sakkal Majalla" panose="02000000000000000000" pitchFamily="2" charset="-78"/>
            </a:rPr>
            <a:t>الألياف الطبيعية والأقمشة</a:t>
          </a:r>
          <a:endParaRPr lang="en-GB" sz="2600" b="1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48F8EC4-5DA9-1642-B895-AA6AC16CB67D}" type="parTrans" cxnId="{20B4012B-8712-AA43-A352-1B9CC64AD179}">
      <dgm:prSet/>
      <dgm:spPr/>
      <dgm:t>
        <a:bodyPr rtlCol="1"/>
        <a:lstStyle/>
        <a:p>
          <a:pPr rtl="1"/>
          <a:endParaRPr lang="en-GB"/>
        </a:p>
      </dgm:t>
    </dgm:pt>
    <dgm:pt modelId="{F32DDEAC-81C6-5746-93DD-E8C4C295B11D}" type="sibTrans" cxnId="{20B4012B-8712-AA43-A352-1B9CC64AD179}">
      <dgm:prSet/>
      <dgm:spPr/>
      <dgm:t>
        <a:bodyPr rtlCol="1"/>
        <a:lstStyle/>
        <a:p>
          <a:pPr rtl="1"/>
          <a:endParaRPr lang="en-GB"/>
        </a:p>
      </dgm:t>
    </dgm:pt>
    <dgm:pt modelId="{1468A509-80EA-854D-96AB-07CDEE6A7031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271463" indent="-263525" rtl="1"/>
          <a:r>
            <a:rPr lang="ar" sz="2600" dirty="0">
              <a:latin typeface="Sakkal Majalla" panose="02000000000000000000" pitchFamily="2" charset="-78"/>
              <a:cs typeface="Sakkal Majalla" panose="02000000000000000000" pitchFamily="2" charset="-78"/>
            </a:rPr>
            <a:t>القطن</a:t>
          </a:r>
        </a:p>
      </dgm:t>
    </dgm:pt>
    <dgm:pt modelId="{F76C6BC8-4682-9847-A0B5-7EA2F34C41BD}" type="sibTrans" cxnId="{7A0FF4BB-4A2C-5544-A782-6B6F4E67F455}">
      <dgm:prSet/>
      <dgm:spPr/>
      <dgm:t>
        <a:bodyPr rtlCol="1"/>
        <a:lstStyle/>
        <a:p>
          <a:pPr rtl="1"/>
          <a:endParaRPr lang="en-GB"/>
        </a:p>
      </dgm:t>
    </dgm:pt>
    <dgm:pt modelId="{A99D19FD-AE90-544A-8544-CEC7242FA564}" type="parTrans" cxnId="{7A0FF4BB-4A2C-5544-A782-6B6F4E67F455}">
      <dgm:prSet/>
      <dgm:spPr/>
      <dgm:t>
        <a:bodyPr rtlCol="1"/>
        <a:lstStyle/>
        <a:p>
          <a:pPr rtl="1"/>
          <a:endParaRPr lang="en-GB"/>
        </a:p>
      </dgm:t>
    </dgm:pt>
    <dgm:pt modelId="{8E857315-D191-584C-9521-7152CA0E318C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271463" indent="-263525" rtl="1"/>
          <a:r>
            <a:rPr lang="ar" sz="2600" dirty="0">
              <a:latin typeface="Sakkal Majalla" panose="02000000000000000000" pitchFamily="2" charset="-78"/>
              <a:cs typeface="Sakkal Majalla" panose="02000000000000000000" pitchFamily="2" charset="-78"/>
            </a:rPr>
            <a:t>الجوت</a:t>
          </a:r>
        </a:p>
      </dgm:t>
    </dgm:pt>
    <dgm:pt modelId="{AEDA4BA9-7C4E-D444-A4D5-CCCF3248BEF7}" type="parTrans" cxnId="{E7B4F038-8D44-B04F-A81B-9191A634BD26}">
      <dgm:prSet/>
      <dgm:spPr/>
      <dgm:t>
        <a:bodyPr rtlCol="1"/>
        <a:lstStyle/>
        <a:p>
          <a:pPr rtl="1"/>
          <a:endParaRPr lang="en-GB"/>
        </a:p>
      </dgm:t>
    </dgm:pt>
    <dgm:pt modelId="{B7585B07-B699-4041-BF56-C327C1B289E9}" type="sibTrans" cxnId="{E7B4F038-8D44-B04F-A81B-9191A634BD26}">
      <dgm:prSet/>
      <dgm:spPr/>
      <dgm:t>
        <a:bodyPr rtlCol="1"/>
        <a:lstStyle/>
        <a:p>
          <a:pPr rtl="1"/>
          <a:endParaRPr lang="en-GB"/>
        </a:p>
      </dgm:t>
    </dgm:pt>
    <dgm:pt modelId="{511E0BD0-424F-D44B-9E00-A0BBADCB4425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271463" indent="-263525"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الكتان</a:t>
          </a:r>
        </a:p>
      </dgm:t>
    </dgm:pt>
    <dgm:pt modelId="{FAF3D262-6977-0F45-A578-C4E527DBB781}" type="parTrans" cxnId="{CD3F5064-0B69-E14B-A76E-3704EEC7995C}">
      <dgm:prSet/>
      <dgm:spPr/>
      <dgm:t>
        <a:bodyPr rtlCol="1"/>
        <a:lstStyle/>
        <a:p>
          <a:pPr rtl="1"/>
          <a:endParaRPr lang="en-GB"/>
        </a:p>
      </dgm:t>
    </dgm:pt>
    <dgm:pt modelId="{235C68C2-8B3D-1B46-B080-E0E83CEFC27D}" type="sibTrans" cxnId="{CD3F5064-0B69-E14B-A76E-3704EEC7995C}">
      <dgm:prSet/>
      <dgm:spPr/>
      <dgm:t>
        <a:bodyPr rtlCol="1"/>
        <a:lstStyle/>
        <a:p>
          <a:pPr rtl="1"/>
          <a:endParaRPr lang="en-GB"/>
        </a:p>
      </dgm:t>
    </dgm:pt>
    <dgm:pt modelId="{5326A9F7-9084-A041-A750-909ACDF69CB1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271463" indent="-263525"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الحرير</a:t>
          </a:r>
        </a:p>
      </dgm:t>
    </dgm:pt>
    <dgm:pt modelId="{7FDAF52D-35C9-D64F-8D38-0E9B5F19C4C4}" type="parTrans" cxnId="{037D7883-93CA-454D-AC3D-AA7C9F462DD6}">
      <dgm:prSet/>
      <dgm:spPr/>
      <dgm:t>
        <a:bodyPr rtlCol="1"/>
        <a:lstStyle/>
        <a:p>
          <a:pPr rtl="1"/>
          <a:endParaRPr lang="en-GB"/>
        </a:p>
      </dgm:t>
    </dgm:pt>
    <dgm:pt modelId="{AC1B8ECE-2FA9-994E-9D1E-05B94B29F24B}" type="sibTrans" cxnId="{037D7883-93CA-454D-AC3D-AA7C9F462DD6}">
      <dgm:prSet/>
      <dgm:spPr/>
      <dgm:t>
        <a:bodyPr rtlCol="1"/>
        <a:lstStyle/>
        <a:p>
          <a:pPr rtl="1"/>
          <a:endParaRPr lang="en-GB"/>
        </a:p>
      </dgm:t>
    </dgm:pt>
    <dgm:pt modelId="{B56D5AC8-A324-0648-9B7D-56DEB0037032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271463" indent="-263525" rtl="1"/>
          <a:r>
            <a:rPr lang="ar" sz="2600" dirty="0">
              <a:latin typeface="Sakkal Majalla" panose="02000000000000000000" pitchFamily="2" charset="-78"/>
              <a:cs typeface="Sakkal Majalla" panose="02000000000000000000" pitchFamily="2" charset="-78"/>
            </a:rPr>
            <a:t>الصوف</a:t>
          </a:r>
        </a:p>
      </dgm:t>
    </dgm:pt>
    <dgm:pt modelId="{95D83D1F-3C44-3F4D-A3D8-C7F301EBE149}" type="parTrans" cxnId="{FD43D2C4-129F-2D40-ABEF-31415D95A888}">
      <dgm:prSet/>
      <dgm:spPr/>
      <dgm:t>
        <a:bodyPr rtlCol="1"/>
        <a:lstStyle/>
        <a:p>
          <a:pPr rtl="1"/>
          <a:endParaRPr lang="en-GB"/>
        </a:p>
      </dgm:t>
    </dgm:pt>
    <dgm:pt modelId="{61D8CDD4-EDD5-3044-B476-022FDC2DD4A8}" type="sibTrans" cxnId="{FD43D2C4-129F-2D40-ABEF-31415D95A888}">
      <dgm:prSet/>
      <dgm:spPr/>
      <dgm:t>
        <a:bodyPr rtlCol="1"/>
        <a:lstStyle/>
        <a:p>
          <a:pPr rtl="1"/>
          <a:endParaRPr lang="en-GB"/>
        </a:p>
      </dgm:t>
    </dgm:pt>
    <dgm:pt modelId="{7EFF8DCA-DC90-894B-ADA1-744A4F71C997}" type="pres">
      <dgm:prSet presAssocID="{88889DD0-A566-7948-BA4F-1B73769A65A1}" presName="Name0" presStyleCnt="0">
        <dgm:presLayoutVars>
          <dgm:dir/>
          <dgm:animLvl val="lvl"/>
          <dgm:resizeHandles val="exact"/>
        </dgm:presLayoutVars>
      </dgm:prSet>
      <dgm:spPr/>
    </dgm:pt>
    <dgm:pt modelId="{EF1404BB-6122-AF45-A334-985755BE349B}" type="pres">
      <dgm:prSet presAssocID="{96DFA79B-E873-6446-91BA-9127E5B2DF37}" presName="composite" presStyleCnt="0"/>
      <dgm:spPr/>
    </dgm:pt>
    <dgm:pt modelId="{BFACA5EE-10E8-4D4E-8C0D-E617A72FDCB5}" type="pres">
      <dgm:prSet presAssocID="{96DFA79B-E873-6446-91BA-9127E5B2DF37}" presName="parTx" presStyleLbl="alignNode1" presStyleIdx="0" presStyleCnt="1" custLinFactNeighborX="-1973" custLinFactNeighborY="507">
        <dgm:presLayoutVars>
          <dgm:chMax val="0"/>
          <dgm:chPref val="0"/>
          <dgm:bulletEnabled val="1"/>
        </dgm:presLayoutVars>
      </dgm:prSet>
      <dgm:spPr/>
    </dgm:pt>
    <dgm:pt modelId="{31933104-6817-4044-8442-82F4D017AD34}" type="pres">
      <dgm:prSet presAssocID="{96DFA79B-E873-6446-91BA-9127E5B2DF37}" presName="desTx" presStyleLbl="alignAccFollowNode1" presStyleIdx="0" presStyleCnt="1" custScaleY="117087" custLinFactNeighborX="11014" custLinFactNeighborY="4646">
        <dgm:presLayoutVars>
          <dgm:bulletEnabled val="1"/>
        </dgm:presLayoutVars>
      </dgm:prSet>
      <dgm:spPr/>
    </dgm:pt>
  </dgm:ptLst>
  <dgm:cxnLst>
    <dgm:cxn modelId="{20B4012B-8712-AA43-A352-1B9CC64AD179}" srcId="{88889DD0-A566-7948-BA4F-1B73769A65A1}" destId="{96DFA79B-E873-6446-91BA-9127E5B2DF37}" srcOrd="0" destOrd="0" parTransId="{B48F8EC4-5DA9-1642-B895-AA6AC16CB67D}" sibTransId="{F32DDEAC-81C6-5746-93DD-E8C4C295B11D}"/>
    <dgm:cxn modelId="{8D5B5836-CCFB-074C-9010-8701C678C95D}" type="presOf" srcId="{8E857315-D191-584C-9521-7152CA0E318C}" destId="{31933104-6817-4044-8442-82F4D017AD34}" srcOrd="0" destOrd="1" presId="urn:microsoft.com/office/officeart/2005/8/layout/hList1"/>
    <dgm:cxn modelId="{E7B4F038-8D44-B04F-A81B-9191A634BD26}" srcId="{96DFA79B-E873-6446-91BA-9127E5B2DF37}" destId="{8E857315-D191-584C-9521-7152CA0E318C}" srcOrd="1" destOrd="0" parTransId="{AEDA4BA9-7C4E-D444-A4D5-CCCF3248BEF7}" sibTransId="{B7585B07-B699-4041-BF56-C327C1B289E9}"/>
    <dgm:cxn modelId="{C79F165D-8798-0B4B-8C61-3DB9879B3ED9}" type="presOf" srcId="{511E0BD0-424F-D44B-9E00-A0BBADCB4425}" destId="{31933104-6817-4044-8442-82F4D017AD34}" srcOrd="0" destOrd="2" presId="urn:microsoft.com/office/officeart/2005/8/layout/hList1"/>
    <dgm:cxn modelId="{CD3F5064-0B69-E14B-A76E-3704EEC7995C}" srcId="{96DFA79B-E873-6446-91BA-9127E5B2DF37}" destId="{511E0BD0-424F-D44B-9E00-A0BBADCB4425}" srcOrd="2" destOrd="0" parTransId="{FAF3D262-6977-0F45-A578-C4E527DBB781}" sibTransId="{235C68C2-8B3D-1B46-B080-E0E83CEFC27D}"/>
    <dgm:cxn modelId="{A6816271-C0BD-5744-959F-8DDBE2B2507D}" type="presOf" srcId="{96DFA79B-E873-6446-91BA-9127E5B2DF37}" destId="{BFACA5EE-10E8-4D4E-8C0D-E617A72FDCB5}" srcOrd="0" destOrd="0" presId="urn:microsoft.com/office/officeart/2005/8/layout/hList1"/>
    <dgm:cxn modelId="{F2CDE379-0FAE-5848-BB08-55F5D67E29E8}" type="presOf" srcId="{5326A9F7-9084-A041-A750-909ACDF69CB1}" destId="{31933104-6817-4044-8442-82F4D017AD34}" srcOrd="0" destOrd="3" presId="urn:microsoft.com/office/officeart/2005/8/layout/hList1"/>
    <dgm:cxn modelId="{C3A4B85A-2616-AC4B-AA16-9F15F1EF4BB9}" type="presOf" srcId="{1468A509-80EA-854D-96AB-07CDEE6A7031}" destId="{31933104-6817-4044-8442-82F4D017AD34}" srcOrd="0" destOrd="0" presId="urn:microsoft.com/office/officeart/2005/8/layout/hList1"/>
    <dgm:cxn modelId="{037D7883-93CA-454D-AC3D-AA7C9F462DD6}" srcId="{96DFA79B-E873-6446-91BA-9127E5B2DF37}" destId="{5326A9F7-9084-A041-A750-909ACDF69CB1}" srcOrd="3" destOrd="0" parTransId="{7FDAF52D-35C9-D64F-8D38-0E9B5F19C4C4}" sibTransId="{AC1B8ECE-2FA9-994E-9D1E-05B94B29F24B}"/>
    <dgm:cxn modelId="{279C3598-0A77-F748-93E1-EF060735C84F}" type="presOf" srcId="{88889DD0-A566-7948-BA4F-1B73769A65A1}" destId="{7EFF8DCA-DC90-894B-ADA1-744A4F71C997}" srcOrd="0" destOrd="0" presId="urn:microsoft.com/office/officeart/2005/8/layout/hList1"/>
    <dgm:cxn modelId="{7A0FF4BB-4A2C-5544-A782-6B6F4E67F455}" srcId="{96DFA79B-E873-6446-91BA-9127E5B2DF37}" destId="{1468A509-80EA-854D-96AB-07CDEE6A7031}" srcOrd="0" destOrd="0" parTransId="{A99D19FD-AE90-544A-8544-CEC7242FA564}" sibTransId="{F76C6BC8-4682-9847-A0B5-7EA2F34C41BD}"/>
    <dgm:cxn modelId="{FD43D2C4-129F-2D40-ABEF-31415D95A888}" srcId="{96DFA79B-E873-6446-91BA-9127E5B2DF37}" destId="{B56D5AC8-A324-0648-9B7D-56DEB0037032}" srcOrd="4" destOrd="0" parTransId="{95D83D1F-3C44-3F4D-A3D8-C7F301EBE149}" sibTransId="{61D8CDD4-EDD5-3044-B476-022FDC2DD4A8}"/>
    <dgm:cxn modelId="{A1F03CC7-86AA-0046-8CF3-D159F5A203B1}" type="presOf" srcId="{B56D5AC8-A324-0648-9B7D-56DEB0037032}" destId="{31933104-6817-4044-8442-82F4D017AD34}" srcOrd="0" destOrd="4" presId="urn:microsoft.com/office/officeart/2005/8/layout/hList1"/>
    <dgm:cxn modelId="{2C7CB038-C789-F94D-942E-AB29808913FF}" type="presParOf" srcId="{7EFF8DCA-DC90-894B-ADA1-744A4F71C997}" destId="{EF1404BB-6122-AF45-A334-985755BE349B}" srcOrd="0" destOrd="0" presId="urn:microsoft.com/office/officeart/2005/8/layout/hList1"/>
    <dgm:cxn modelId="{95D35F97-1D40-024C-9F56-75A6A0BF414B}" type="presParOf" srcId="{EF1404BB-6122-AF45-A334-985755BE349B}" destId="{BFACA5EE-10E8-4D4E-8C0D-E617A72FDCB5}" srcOrd="0" destOrd="0" presId="urn:microsoft.com/office/officeart/2005/8/layout/hList1"/>
    <dgm:cxn modelId="{10A79320-B63C-E34F-8E27-E5B159CAC970}" type="presParOf" srcId="{EF1404BB-6122-AF45-A334-985755BE349B}" destId="{31933104-6817-4044-8442-82F4D017AD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889DD0-A566-7948-BA4F-1B73769A65A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447D6853-FAA8-E44F-8C18-9264E7D2B74B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algn="r" rtl="1"/>
          <a:r>
            <a:rPr lang="ar" sz="26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الأقمشة الاصطناعية</a:t>
          </a:r>
        </a:p>
      </dgm:t>
    </dgm:pt>
    <dgm:pt modelId="{3E004CB9-3AA7-BD42-9F4E-F1BB74C659A9}" type="parTrans" cxnId="{E32A61A2-7520-2347-A168-DA0F0A80DE27}">
      <dgm:prSet/>
      <dgm:spPr/>
      <dgm:t>
        <a:bodyPr rtlCol="1"/>
        <a:lstStyle/>
        <a:p>
          <a:pPr rtl="1"/>
          <a:endParaRPr lang="en-GB"/>
        </a:p>
      </dgm:t>
    </dgm:pt>
    <dgm:pt modelId="{B8BD73B2-D882-3C4D-86AA-1368CADC4D44}" type="sibTrans" cxnId="{E32A61A2-7520-2347-A168-DA0F0A80DE27}">
      <dgm:prSet/>
      <dgm:spPr/>
      <dgm:t>
        <a:bodyPr rtlCol="1"/>
        <a:lstStyle/>
        <a:p>
          <a:pPr rtl="1"/>
          <a:endParaRPr lang="en-GB"/>
        </a:p>
      </dgm:t>
    </dgm:pt>
    <dgm:pt modelId="{555AAC10-3ED9-AF4D-B79D-74D1D2DBDF5A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بوليستر</a:t>
          </a:r>
        </a:p>
      </dgm:t>
    </dgm:pt>
    <dgm:pt modelId="{6C3264E1-B014-CE4E-AC22-09E91E6823E9}" type="parTrans" cxnId="{7529C35E-6DF9-854F-85EE-73253B4B108F}">
      <dgm:prSet/>
      <dgm:spPr/>
      <dgm:t>
        <a:bodyPr rtlCol="1"/>
        <a:lstStyle/>
        <a:p>
          <a:pPr rtl="1"/>
          <a:endParaRPr lang="en-GB"/>
        </a:p>
      </dgm:t>
    </dgm:pt>
    <dgm:pt modelId="{5CEA6573-16F2-2644-B5A2-D307EFA319F8}" type="sibTrans" cxnId="{7529C35E-6DF9-854F-85EE-73253B4B108F}">
      <dgm:prSet/>
      <dgm:spPr/>
      <dgm:t>
        <a:bodyPr rtlCol="1"/>
        <a:lstStyle/>
        <a:p>
          <a:pPr rtl="1"/>
          <a:endParaRPr lang="en-GB"/>
        </a:p>
      </dgm:t>
    </dgm:pt>
    <dgm:pt modelId="{6379B8AA-F154-9C43-88F2-C4DF898E294F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حرير صناعي</a:t>
          </a:r>
        </a:p>
      </dgm:t>
    </dgm:pt>
    <dgm:pt modelId="{8B9731D8-1B24-D84E-A5E0-1606867AC53E}" type="parTrans" cxnId="{07F60A0B-7BB6-DF4E-844C-318B32160567}">
      <dgm:prSet/>
      <dgm:spPr/>
      <dgm:t>
        <a:bodyPr rtlCol="1"/>
        <a:lstStyle/>
        <a:p>
          <a:pPr rtl="1"/>
          <a:endParaRPr lang="en-GB"/>
        </a:p>
      </dgm:t>
    </dgm:pt>
    <dgm:pt modelId="{40332DC0-DD53-2748-AA1E-FAF19835C2E7}" type="sibTrans" cxnId="{07F60A0B-7BB6-DF4E-844C-318B32160567}">
      <dgm:prSet/>
      <dgm:spPr/>
      <dgm:t>
        <a:bodyPr rtlCol="1"/>
        <a:lstStyle/>
        <a:p>
          <a:pPr rtl="1"/>
          <a:endParaRPr lang="en-GB"/>
        </a:p>
      </dgm:t>
    </dgm:pt>
    <dgm:pt modelId="{7D2DC6E4-2D52-3043-B63E-3EA8450A8752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سباندكس</a:t>
          </a:r>
        </a:p>
      </dgm:t>
    </dgm:pt>
    <dgm:pt modelId="{A65B427D-7175-C24A-844C-D650315CC70E}" type="parTrans" cxnId="{AEF9C13D-C9AE-4E49-B758-664D8F1EAB8E}">
      <dgm:prSet/>
      <dgm:spPr/>
      <dgm:t>
        <a:bodyPr rtlCol="1"/>
        <a:lstStyle/>
        <a:p>
          <a:pPr rtl="1"/>
          <a:endParaRPr lang="en-GB"/>
        </a:p>
      </dgm:t>
    </dgm:pt>
    <dgm:pt modelId="{5F8F71CC-1D20-6D40-B6C5-E6414048B854}" type="sibTrans" cxnId="{AEF9C13D-C9AE-4E49-B758-664D8F1EAB8E}">
      <dgm:prSet/>
      <dgm:spPr/>
      <dgm:t>
        <a:bodyPr rtlCol="1"/>
        <a:lstStyle/>
        <a:p>
          <a:pPr rtl="1"/>
          <a:endParaRPr lang="en-GB"/>
        </a:p>
      </dgm:t>
    </dgm:pt>
    <dgm:pt modelId="{DCCEFDFC-E3C7-A740-8196-AB7BEAA7A13D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أكريليك</a:t>
          </a:r>
        </a:p>
      </dgm:t>
    </dgm:pt>
    <dgm:pt modelId="{FD130743-EAAC-1642-98EF-77709C97E149}" type="parTrans" cxnId="{9B517603-451C-074A-AEB6-350930AD5C7E}">
      <dgm:prSet/>
      <dgm:spPr/>
      <dgm:t>
        <a:bodyPr rtlCol="1"/>
        <a:lstStyle/>
        <a:p>
          <a:pPr rtl="1"/>
          <a:endParaRPr lang="en-GB"/>
        </a:p>
      </dgm:t>
    </dgm:pt>
    <dgm:pt modelId="{D6B831F2-C59F-0847-97B4-C54160A17C2D}" type="sibTrans" cxnId="{9B517603-451C-074A-AEB6-350930AD5C7E}">
      <dgm:prSet/>
      <dgm:spPr/>
      <dgm:t>
        <a:bodyPr rtlCol="1"/>
        <a:lstStyle/>
        <a:p>
          <a:pPr rtl="1"/>
          <a:endParaRPr lang="en-GB"/>
        </a:p>
      </dgm:t>
    </dgm:pt>
    <dgm:pt modelId="{C9CDD87C-C760-5240-8E4C-B97867049DF5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كيفلار</a:t>
          </a:r>
        </a:p>
      </dgm:t>
    </dgm:pt>
    <dgm:pt modelId="{9A3D9723-5E5E-314B-BF07-2A95308AB0A5}" type="parTrans" cxnId="{1C6F5BCD-2B5A-DA45-83BA-AF96A56E1812}">
      <dgm:prSet/>
      <dgm:spPr/>
      <dgm:t>
        <a:bodyPr rtlCol="1"/>
        <a:lstStyle/>
        <a:p>
          <a:pPr rtl="1"/>
          <a:endParaRPr lang="en-GB"/>
        </a:p>
      </dgm:t>
    </dgm:pt>
    <dgm:pt modelId="{DAF20269-FA61-6146-9BC9-A60ED70490DB}" type="sibTrans" cxnId="{1C6F5BCD-2B5A-DA45-83BA-AF96A56E1812}">
      <dgm:prSet/>
      <dgm:spPr/>
      <dgm:t>
        <a:bodyPr rtlCol="1"/>
        <a:lstStyle/>
        <a:p>
          <a:pPr rtl="1"/>
          <a:endParaRPr lang="en-GB"/>
        </a:p>
      </dgm:t>
    </dgm:pt>
    <dgm:pt modelId="{7EFF8DCA-DC90-894B-ADA1-744A4F71C997}" type="pres">
      <dgm:prSet presAssocID="{88889DD0-A566-7948-BA4F-1B73769A65A1}" presName="Name0" presStyleCnt="0">
        <dgm:presLayoutVars>
          <dgm:dir/>
          <dgm:animLvl val="lvl"/>
          <dgm:resizeHandles val="exact"/>
        </dgm:presLayoutVars>
      </dgm:prSet>
      <dgm:spPr/>
    </dgm:pt>
    <dgm:pt modelId="{A1A30267-F1DA-B34A-8F05-27FFDA7B25DC}" type="pres">
      <dgm:prSet presAssocID="{447D6853-FAA8-E44F-8C18-9264E7D2B74B}" presName="composite" presStyleCnt="0"/>
      <dgm:spPr/>
    </dgm:pt>
    <dgm:pt modelId="{572901C1-D75E-EF4C-BC69-79794D733A34}" type="pres">
      <dgm:prSet presAssocID="{447D6853-FAA8-E44F-8C18-9264E7D2B74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6950307-293A-3640-8028-1C861D4C291C}" type="pres">
      <dgm:prSet presAssocID="{447D6853-FAA8-E44F-8C18-9264E7D2B74B}" presName="desTx" presStyleLbl="alignAccFollowNode1" presStyleIdx="0" presStyleCnt="1" custLinFactNeighborX="-402" custLinFactNeighborY="1272">
        <dgm:presLayoutVars>
          <dgm:bulletEnabled val="1"/>
        </dgm:presLayoutVars>
      </dgm:prSet>
      <dgm:spPr/>
    </dgm:pt>
  </dgm:ptLst>
  <dgm:cxnLst>
    <dgm:cxn modelId="{9B517603-451C-074A-AEB6-350930AD5C7E}" srcId="{447D6853-FAA8-E44F-8C18-9264E7D2B74B}" destId="{DCCEFDFC-E3C7-A740-8196-AB7BEAA7A13D}" srcOrd="3" destOrd="0" parTransId="{FD130743-EAAC-1642-98EF-77709C97E149}" sibTransId="{D6B831F2-C59F-0847-97B4-C54160A17C2D}"/>
    <dgm:cxn modelId="{DDC2D00A-6588-7E47-A0AA-4611824FEA09}" type="presOf" srcId="{555AAC10-3ED9-AF4D-B79D-74D1D2DBDF5A}" destId="{56950307-293A-3640-8028-1C861D4C291C}" srcOrd="0" destOrd="0" presId="urn:microsoft.com/office/officeart/2005/8/layout/hList1"/>
    <dgm:cxn modelId="{07F60A0B-7BB6-DF4E-844C-318B32160567}" srcId="{447D6853-FAA8-E44F-8C18-9264E7D2B74B}" destId="{6379B8AA-F154-9C43-88F2-C4DF898E294F}" srcOrd="1" destOrd="0" parTransId="{8B9731D8-1B24-D84E-A5E0-1606867AC53E}" sibTransId="{40332DC0-DD53-2748-AA1E-FAF19835C2E7}"/>
    <dgm:cxn modelId="{F9815B0B-C1E4-2642-8DF5-BBD6CC971E26}" type="presOf" srcId="{DCCEFDFC-E3C7-A740-8196-AB7BEAA7A13D}" destId="{56950307-293A-3640-8028-1C861D4C291C}" srcOrd="0" destOrd="3" presId="urn:microsoft.com/office/officeart/2005/8/layout/hList1"/>
    <dgm:cxn modelId="{59FFDB2E-38F4-AE48-8334-2B31984A0DEF}" type="presOf" srcId="{6379B8AA-F154-9C43-88F2-C4DF898E294F}" destId="{56950307-293A-3640-8028-1C861D4C291C}" srcOrd="0" destOrd="1" presId="urn:microsoft.com/office/officeart/2005/8/layout/hList1"/>
    <dgm:cxn modelId="{AEF9C13D-C9AE-4E49-B758-664D8F1EAB8E}" srcId="{447D6853-FAA8-E44F-8C18-9264E7D2B74B}" destId="{7D2DC6E4-2D52-3043-B63E-3EA8450A8752}" srcOrd="2" destOrd="0" parTransId="{A65B427D-7175-C24A-844C-D650315CC70E}" sibTransId="{5F8F71CC-1D20-6D40-B6C5-E6414048B854}"/>
    <dgm:cxn modelId="{7529C35E-6DF9-854F-85EE-73253B4B108F}" srcId="{447D6853-FAA8-E44F-8C18-9264E7D2B74B}" destId="{555AAC10-3ED9-AF4D-B79D-74D1D2DBDF5A}" srcOrd="0" destOrd="0" parTransId="{6C3264E1-B014-CE4E-AC22-09E91E6823E9}" sibTransId="{5CEA6573-16F2-2644-B5A2-D307EFA319F8}"/>
    <dgm:cxn modelId="{86A04080-8B34-8E41-82B7-CDB0DA30CC66}" type="presOf" srcId="{7D2DC6E4-2D52-3043-B63E-3EA8450A8752}" destId="{56950307-293A-3640-8028-1C861D4C291C}" srcOrd="0" destOrd="2" presId="urn:microsoft.com/office/officeart/2005/8/layout/hList1"/>
    <dgm:cxn modelId="{279C3598-0A77-F748-93E1-EF060735C84F}" type="presOf" srcId="{88889DD0-A566-7948-BA4F-1B73769A65A1}" destId="{7EFF8DCA-DC90-894B-ADA1-744A4F71C997}" srcOrd="0" destOrd="0" presId="urn:microsoft.com/office/officeart/2005/8/layout/hList1"/>
    <dgm:cxn modelId="{E32A61A2-7520-2347-A168-DA0F0A80DE27}" srcId="{88889DD0-A566-7948-BA4F-1B73769A65A1}" destId="{447D6853-FAA8-E44F-8C18-9264E7D2B74B}" srcOrd="0" destOrd="0" parTransId="{3E004CB9-3AA7-BD42-9F4E-F1BB74C659A9}" sibTransId="{B8BD73B2-D882-3C4D-86AA-1368CADC4D44}"/>
    <dgm:cxn modelId="{1C6F5BCD-2B5A-DA45-83BA-AF96A56E1812}" srcId="{447D6853-FAA8-E44F-8C18-9264E7D2B74B}" destId="{C9CDD87C-C760-5240-8E4C-B97867049DF5}" srcOrd="4" destOrd="0" parTransId="{9A3D9723-5E5E-314B-BF07-2A95308AB0A5}" sibTransId="{DAF20269-FA61-6146-9BC9-A60ED70490DB}"/>
    <dgm:cxn modelId="{A3A75DCF-576B-234E-8528-297D40089737}" type="presOf" srcId="{447D6853-FAA8-E44F-8C18-9264E7D2B74B}" destId="{572901C1-D75E-EF4C-BC69-79794D733A34}" srcOrd="0" destOrd="0" presId="urn:microsoft.com/office/officeart/2005/8/layout/hList1"/>
    <dgm:cxn modelId="{447B43DD-48B1-2D4F-A133-1B3458B8C12D}" type="presOf" srcId="{C9CDD87C-C760-5240-8E4C-B97867049DF5}" destId="{56950307-293A-3640-8028-1C861D4C291C}" srcOrd="0" destOrd="4" presId="urn:microsoft.com/office/officeart/2005/8/layout/hList1"/>
    <dgm:cxn modelId="{2F2E2EEC-26CB-3648-82B1-7760636944C3}" type="presParOf" srcId="{7EFF8DCA-DC90-894B-ADA1-744A4F71C997}" destId="{A1A30267-F1DA-B34A-8F05-27FFDA7B25DC}" srcOrd="0" destOrd="0" presId="urn:microsoft.com/office/officeart/2005/8/layout/hList1"/>
    <dgm:cxn modelId="{88862CEA-4336-054E-BF9C-6586E1FB68BB}" type="presParOf" srcId="{A1A30267-F1DA-B34A-8F05-27FFDA7B25DC}" destId="{572901C1-D75E-EF4C-BC69-79794D733A34}" srcOrd="0" destOrd="0" presId="urn:microsoft.com/office/officeart/2005/8/layout/hList1"/>
    <dgm:cxn modelId="{F3F31B56-9596-8848-A518-3B6F64FB409A}" type="presParOf" srcId="{A1A30267-F1DA-B34A-8F05-27FFDA7B25DC}" destId="{56950307-293A-3640-8028-1C861D4C291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889DD0-A566-7948-BA4F-1B73769A65A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B15F5606-8947-B34D-8D45-D0B04D1FB388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algn="r" rtl="1"/>
          <a:r>
            <a:rPr lang="ar" sz="26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الأسطح البديلة</a:t>
          </a:r>
        </a:p>
      </dgm:t>
    </dgm:pt>
    <dgm:pt modelId="{5D0D2677-35FA-5547-9DDB-B4DA5F962A91}" type="parTrans" cxnId="{0265C03D-E31B-B941-BBF0-12F65E2B3DC6}">
      <dgm:prSet/>
      <dgm:spPr/>
      <dgm:t>
        <a:bodyPr rtlCol="1"/>
        <a:lstStyle/>
        <a:p>
          <a:pPr rtl="1"/>
          <a:endParaRPr lang="en-GB"/>
        </a:p>
      </dgm:t>
    </dgm:pt>
    <dgm:pt modelId="{B656D529-124B-AF42-BDF6-9FC7F8BE8175}" type="sibTrans" cxnId="{0265C03D-E31B-B941-BBF0-12F65E2B3DC6}">
      <dgm:prSet/>
      <dgm:spPr/>
      <dgm:t>
        <a:bodyPr rtlCol="1"/>
        <a:lstStyle/>
        <a:p>
          <a:pPr rtl="1"/>
          <a:endParaRPr lang="en-GB"/>
        </a:p>
      </dgm:t>
    </dgm:pt>
    <dgm:pt modelId="{1B5AE380-E384-A74C-A295-50FA20765C39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algn="r" rtl="1"/>
          <a:r>
            <a:rPr lang="ar" sz="26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المواد التطبيقية</a:t>
          </a:r>
        </a:p>
      </dgm:t>
    </dgm:pt>
    <dgm:pt modelId="{411F5BD2-4EC2-EC4E-AB28-402D03A96686}" type="parTrans" cxnId="{DDF8BE51-82A8-314E-8EE3-520A76D9537E}">
      <dgm:prSet/>
      <dgm:spPr/>
      <dgm:t>
        <a:bodyPr rtlCol="1"/>
        <a:lstStyle/>
        <a:p>
          <a:pPr rtl="1"/>
          <a:endParaRPr lang="en-GB"/>
        </a:p>
      </dgm:t>
    </dgm:pt>
    <dgm:pt modelId="{CA672C71-BD2F-8C40-9B49-931CB6F31742}" type="sibTrans" cxnId="{DDF8BE51-82A8-314E-8EE3-520A76D9537E}">
      <dgm:prSet/>
      <dgm:spPr/>
      <dgm:t>
        <a:bodyPr rtlCol="1"/>
        <a:lstStyle/>
        <a:p>
          <a:pPr rtl="1"/>
          <a:endParaRPr lang="en-GB"/>
        </a:p>
      </dgm:t>
    </dgm:pt>
    <dgm:pt modelId="{9A8B5471-2740-104A-9793-8F2D2E4AB0F6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الشرائط</a:t>
          </a:r>
        </a:p>
      </dgm:t>
    </dgm:pt>
    <dgm:pt modelId="{21CFE722-0DBF-A448-A87D-053F5C9632AB}" type="sibTrans" cxnId="{CD1ABD1B-1E10-3A41-8599-AC4E3B567AA1}">
      <dgm:prSet/>
      <dgm:spPr/>
      <dgm:t>
        <a:bodyPr rtlCol="1"/>
        <a:lstStyle/>
        <a:p>
          <a:pPr rtl="1"/>
          <a:endParaRPr lang="en-GB"/>
        </a:p>
      </dgm:t>
    </dgm:pt>
    <dgm:pt modelId="{31D16257-0ABA-764C-810C-A7C3B90E5BE2}" type="parTrans" cxnId="{CD1ABD1B-1E10-3A41-8599-AC4E3B567AA1}">
      <dgm:prSet/>
      <dgm:spPr/>
      <dgm:t>
        <a:bodyPr rtlCol="1"/>
        <a:lstStyle/>
        <a:p>
          <a:pPr rtl="1"/>
          <a:endParaRPr lang="en-GB"/>
        </a:p>
      </dgm:t>
    </dgm:pt>
    <dgm:pt modelId="{E171F1EE-F5AA-604E-86AE-64F87AD66093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الخشب</a:t>
          </a:r>
        </a:p>
      </dgm:t>
    </dgm:pt>
    <dgm:pt modelId="{5A07A738-CA51-A142-A4FF-D5F5FB1B0AFA}" type="parTrans" cxnId="{2055A648-1178-744C-A320-3C3F941D063B}">
      <dgm:prSet/>
      <dgm:spPr/>
      <dgm:t>
        <a:bodyPr rtlCol="1"/>
        <a:lstStyle/>
        <a:p>
          <a:pPr rtl="1"/>
          <a:endParaRPr lang="en-GB"/>
        </a:p>
      </dgm:t>
    </dgm:pt>
    <dgm:pt modelId="{93B83979-3196-B240-A68B-F89B2F85C86F}" type="sibTrans" cxnId="{2055A648-1178-744C-A320-3C3F941D063B}">
      <dgm:prSet/>
      <dgm:spPr/>
      <dgm:t>
        <a:bodyPr rtlCol="1"/>
        <a:lstStyle/>
        <a:p>
          <a:pPr rtl="1"/>
          <a:endParaRPr lang="en-GB"/>
        </a:p>
      </dgm:t>
    </dgm:pt>
    <dgm:pt modelId="{F1D7F4E0-8211-FA49-B0F9-E6F04FF103FB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البلاستيك</a:t>
          </a:r>
        </a:p>
      </dgm:t>
    </dgm:pt>
    <dgm:pt modelId="{5AD9ADBB-474E-C74D-A311-DC8797311734}" type="parTrans" cxnId="{4ED4057F-A840-484A-9B9E-9B124D0192C8}">
      <dgm:prSet/>
      <dgm:spPr/>
      <dgm:t>
        <a:bodyPr rtlCol="1"/>
        <a:lstStyle/>
        <a:p>
          <a:pPr rtl="1"/>
          <a:endParaRPr lang="en-GB"/>
        </a:p>
      </dgm:t>
    </dgm:pt>
    <dgm:pt modelId="{7E67F0D5-DE51-D046-A1A8-4154C41479AE}" type="sibTrans" cxnId="{4ED4057F-A840-484A-9B9E-9B124D0192C8}">
      <dgm:prSet/>
      <dgm:spPr/>
      <dgm:t>
        <a:bodyPr rtlCol="1"/>
        <a:lstStyle/>
        <a:p>
          <a:pPr rtl="1"/>
          <a:endParaRPr lang="en-GB"/>
        </a:p>
      </dgm:t>
    </dgm:pt>
    <dgm:pt modelId="{496B8D31-B966-2848-812D-3500F6131495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المعدن</a:t>
          </a:r>
        </a:p>
      </dgm:t>
    </dgm:pt>
    <dgm:pt modelId="{28A29F05-112D-3144-AC01-43C03B7A2518}" type="parTrans" cxnId="{7307CAF5-B4B9-6044-AA73-7C9543A1F0D5}">
      <dgm:prSet/>
      <dgm:spPr/>
      <dgm:t>
        <a:bodyPr rtlCol="1"/>
        <a:lstStyle/>
        <a:p>
          <a:pPr rtl="1"/>
          <a:endParaRPr lang="en-GB"/>
        </a:p>
      </dgm:t>
    </dgm:pt>
    <dgm:pt modelId="{FB7C6D35-A8F7-B243-85C3-95B9016F7899}" type="sibTrans" cxnId="{7307CAF5-B4B9-6044-AA73-7C9543A1F0D5}">
      <dgm:prSet/>
      <dgm:spPr/>
      <dgm:t>
        <a:bodyPr rtlCol="1"/>
        <a:lstStyle/>
        <a:p>
          <a:pPr rtl="1"/>
          <a:endParaRPr lang="en-GB"/>
        </a:p>
      </dgm:t>
    </dgm:pt>
    <dgm:pt modelId="{A7C3BD28-3C4D-CA4E-95C7-7F05F3E8E4F8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الخيوط</a:t>
          </a:r>
        </a:p>
      </dgm:t>
    </dgm:pt>
    <dgm:pt modelId="{89BF9441-1084-5541-867E-DCA87C42A248}" type="parTrans" cxnId="{2A87F173-D1B1-FD42-BE2D-48A0117CEFEB}">
      <dgm:prSet/>
      <dgm:spPr/>
      <dgm:t>
        <a:bodyPr rtlCol="1"/>
        <a:lstStyle/>
        <a:p>
          <a:pPr rtl="1"/>
          <a:endParaRPr lang="en-GB"/>
        </a:p>
      </dgm:t>
    </dgm:pt>
    <dgm:pt modelId="{D080641E-238C-F840-90FE-4A718B75CC03}" type="sibTrans" cxnId="{2A87F173-D1B1-FD42-BE2D-48A0117CEFEB}">
      <dgm:prSet/>
      <dgm:spPr/>
      <dgm:t>
        <a:bodyPr rtlCol="1"/>
        <a:lstStyle/>
        <a:p>
          <a:pPr rtl="1"/>
          <a:endParaRPr lang="en-GB"/>
        </a:p>
      </dgm:t>
    </dgm:pt>
    <dgm:pt modelId="{6DF8BBDD-C109-4E4E-ABE3-AE639EE17881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 rtlCol="1"/>
        <a:lstStyle/>
        <a:p>
          <a:pPr rtl="1"/>
          <a:r>
            <a:rPr lang="ar" sz="2600">
              <a:latin typeface="Sakkal Majalla" panose="02000000000000000000" pitchFamily="2" charset="-78"/>
              <a:cs typeface="Sakkal Majalla" panose="02000000000000000000" pitchFamily="2" charset="-78"/>
            </a:rPr>
            <a:t>خيوط الغزل</a:t>
          </a:r>
        </a:p>
      </dgm:t>
    </dgm:pt>
    <dgm:pt modelId="{895A39D7-3CFD-004D-970C-CDC7912973B9}" type="parTrans" cxnId="{8F1B3BB3-3A6E-CD4C-9B5A-F6A9E3B366C7}">
      <dgm:prSet/>
      <dgm:spPr/>
      <dgm:t>
        <a:bodyPr rtlCol="1"/>
        <a:lstStyle/>
        <a:p>
          <a:pPr rtl="1"/>
          <a:endParaRPr lang="en-GB"/>
        </a:p>
      </dgm:t>
    </dgm:pt>
    <dgm:pt modelId="{73002BBA-EFD8-E74A-A9D2-C6E41590DFDB}" type="sibTrans" cxnId="{8F1B3BB3-3A6E-CD4C-9B5A-F6A9E3B366C7}">
      <dgm:prSet/>
      <dgm:spPr/>
      <dgm:t>
        <a:bodyPr rtlCol="1"/>
        <a:lstStyle/>
        <a:p>
          <a:pPr rtl="1"/>
          <a:endParaRPr lang="en-GB"/>
        </a:p>
      </dgm:t>
    </dgm:pt>
    <dgm:pt modelId="{7EFF8DCA-DC90-894B-ADA1-744A4F71C997}" type="pres">
      <dgm:prSet presAssocID="{88889DD0-A566-7948-BA4F-1B73769A65A1}" presName="Name0" presStyleCnt="0">
        <dgm:presLayoutVars>
          <dgm:dir/>
          <dgm:animLvl val="lvl"/>
          <dgm:resizeHandles val="exact"/>
        </dgm:presLayoutVars>
      </dgm:prSet>
      <dgm:spPr/>
    </dgm:pt>
    <dgm:pt modelId="{0EEDA154-49D7-EF4E-8FEA-08CCE798EE5A}" type="pres">
      <dgm:prSet presAssocID="{B15F5606-8947-B34D-8D45-D0B04D1FB388}" presName="composite" presStyleCnt="0"/>
      <dgm:spPr/>
    </dgm:pt>
    <dgm:pt modelId="{80B0C2AF-5FC0-CE42-A3B3-3407A1628144}" type="pres">
      <dgm:prSet presAssocID="{B15F5606-8947-B34D-8D45-D0B04D1FB38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F7CFA06-7C0A-4047-B3B8-7C8CB4C124A0}" type="pres">
      <dgm:prSet presAssocID="{B15F5606-8947-B34D-8D45-D0B04D1FB388}" presName="desTx" presStyleLbl="alignAccFollowNode1" presStyleIdx="0" presStyleCnt="2" custLinFactNeighborX="-138" custLinFactNeighborY="-17578">
        <dgm:presLayoutVars>
          <dgm:bulletEnabled val="1"/>
        </dgm:presLayoutVars>
      </dgm:prSet>
      <dgm:spPr/>
    </dgm:pt>
    <dgm:pt modelId="{33CDDB08-250F-1B46-93FE-6281D1CE183A}" type="pres">
      <dgm:prSet presAssocID="{B656D529-124B-AF42-BDF6-9FC7F8BE8175}" presName="space" presStyleCnt="0"/>
      <dgm:spPr/>
    </dgm:pt>
    <dgm:pt modelId="{79101323-91B0-AC4C-B82B-D408633000A4}" type="pres">
      <dgm:prSet presAssocID="{1B5AE380-E384-A74C-A295-50FA20765C39}" presName="composite" presStyleCnt="0"/>
      <dgm:spPr/>
    </dgm:pt>
    <dgm:pt modelId="{4E5F5E8F-DFE6-614C-A586-6A3B53A8CBC3}" type="pres">
      <dgm:prSet presAssocID="{1B5AE380-E384-A74C-A295-50FA20765C3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4912C36-10EB-6D4C-8EEE-928D5A705F50}" type="pres">
      <dgm:prSet presAssocID="{1B5AE380-E384-A74C-A295-50FA20765C39}" presName="desTx" presStyleLbl="alignAccFollowNode1" presStyleIdx="1" presStyleCnt="2" custLinFactNeighborX="276" custLinFactNeighborY="-18198">
        <dgm:presLayoutVars>
          <dgm:bulletEnabled val="1"/>
        </dgm:presLayoutVars>
      </dgm:prSet>
      <dgm:spPr/>
    </dgm:pt>
  </dgm:ptLst>
  <dgm:cxnLst>
    <dgm:cxn modelId="{B548C313-D0C6-F546-A0F7-9ACDABAACB5A}" type="presOf" srcId="{F1D7F4E0-8211-FA49-B0F9-E6F04FF103FB}" destId="{0F7CFA06-7C0A-4047-B3B8-7C8CB4C124A0}" srcOrd="0" destOrd="1" presId="urn:microsoft.com/office/officeart/2005/8/layout/hList1"/>
    <dgm:cxn modelId="{CD1ABD1B-1E10-3A41-8599-AC4E3B567AA1}" srcId="{1B5AE380-E384-A74C-A295-50FA20765C39}" destId="{9A8B5471-2740-104A-9793-8F2D2E4AB0F6}" srcOrd="0" destOrd="0" parTransId="{31D16257-0ABA-764C-810C-A7C3B90E5BE2}" sibTransId="{21CFE722-0DBF-A448-A87D-053F5C9632AB}"/>
    <dgm:cxn modelId="{A09DF73C-21B6-2543-AF6C-3C1D6694DDC6}" type="presOf" srcId="{9A8B5471-2740-104A-9793-8F2D2E4AB0F6}" destId="{B4912C36-10EB-6D4C-8EEE-928D5A705F50}" srcOrd="0" destOrd="0" presId="urn:microsoft.com/office/officeart/2005/8/layout/hList1"/>
    <dgm:cxn modelId="{0265C03D-E31B-B941-BBF0-12F65E2B3DC6}" srcId="{88889DD0-A566-7948-BA4F-1B73769A65A1}" destId="{B15F5606-8947-B34D-8D45-D0B04D1FB388}" srcOrd="0" destOrd="0" parTransId="{5D0D2677-35FA-5547-9DDB-B4DA5F962A91}" sibTransId="{B656D529-124B-AF42-BDF6-9FC7F8BE8175}"/>
    <dgm:cxn modelId="{2055A648-1178-744C-A320-3C3F941D063B}" srcId="{B15F5606-8947-B34D-8D45-D0B04D1FB388}" destId="{E171F1EE-F5AA-604E-86AE-64F87AD66093}" srcOrd="0" destOrd="0" parTransId="{5A07A738-CA51-A142-A4FF-D5F5FB1B0AFA}" sibTransId="{93B83979-3196-B240-A68B-F89B2F85C86F}"/>
    <dgm:cxn modelId="{DDF8BE51-82A8-314E-8EE3-520A76D9537E}" srcId="{88889DD0-A566-7948-BA4F-1B73769A65A1}" destId="{1B5AE380-E384-A74C-A295-50FA20765C39}" srcOrd="1" destOrd="0" parTransId="{411F5BD2-4EC2-EC4E-AB28-402D03A96686}" sibTransId="{CA672C71-BD2F-8C40-9B49-931CB6F31742}"/>
    <dgm:cxn modelId="{2A87F173-D1B1-FD42-BE2D-48A0117CEFEB}" srcId="{1B5AE380-E384-A74C-A295-50FA20765C39}" destId="{A7C3BD28-3C4D-CA4E-95C7-7F05F3E8E4F8}" srcOrd="1" destOrd="0" parTransId="{89BF9441-1084-5541-867E-DCA87C42A248}" sibTransId="{D080641E-238C-F840-90FE-4A718B75CC03}"/>
    <dgm:cxn modelId="{711B827D-A5F1-F343-9406-2B198729A8A4}" type="presOf" srcId="{E171F1EE-F5AA-604E-86AE-64F87AD66093}" destId="{0F7CFA06-7C0A-4047-B3B8-7C8CB4C124A0}" srcOrd="0" destOrd="0" presId="urn:microsoft.com/office/officeart/2005/8/layout/hList1"/>
    <dgm:cxn modelId="{4ED4057F-A840-484A-9B9E-9B124D0192C8}" srcId="{B15F5606-8947-B34D-8D45-D0B04D1FB388}" destId="{F1D7F4E0-8211-FA49-B0F9-E6F04FF103FB}" srcOrd="1" destOrd="0" parTransId="{5AD9ADBB-474E-C74D-A311-DC8797311734}" sibTransId="{7E67F0D5-DE51-D046-A1A8-4154C41479AE}"/>
    <dgm:cxn modelId="{BE641F88-5630-C346-B600-9C3F464C7908}" type="presOf" srcId="{A7C3BD28-3C4D-CA4E-95C7-7F05F3E8E4F8}" destId="{B4912C36-10EB-6D4C-8EEE-928D5A705F50}" srcOrd="0" destOrd="1" presId="urn:microsoft.com/office/officeart/2005/8/layout/hList1"/>
    <dgm:cxn modelId="{7A34548A-E6F3-4542-B59D-D792C719AEF4}" type="presOf" srcId="{6DF8BBDD-C109-4E4E-ABE3-AE639EE17881}" destId="{B4912C36-10EB-6D4C-8EEE-928D5A705F50}" srcOrd="0" destOrd="2" presId="urn:microsoft.com/office/officeart/2005/8/layout/hList1"/>
    <dgm:cxn modelId="{279C3598-0A77-F748-93E1-EF060735C84F}" type="presOf" srcId="{88889DD0-A566-7948-BA4F-1B73769A65A1}" destId="{7EFF8DCA-DC90-894B-ADA1-744A4F71C997}" srcOrd="0" destOrd="0" presId="urn:microsoft.com/office/officeart/2005/8/layout/hList1"/>
    <dgm:cxn modelId="{C144B6B2-9EE6-084C-AA43-02345595AAC6}" type="presOf" srcId="{496B8D31-B966-2848-812D-3500F6131495}" destId="{0F7CFA06-7C0A-4047-B3B8-7C8CB4C124A0}" srcOrd="0" destOrd="2" presId="urn:microsoft.com/office/officeart/2005/8/layout/hList1"/>
    <dgm:cxn modelId="{8F1B3BB3-3A6E-CD4C-9B5A-F6A9E3B366C7}" srcId="{1B5AE380-E384-A74C-A295-50FA20765C39}" destId="{6DF8BBDD-C109-4E4E-ABE3-AE639EE17881}" srcOrd="2" destOrd="0" parTransId="{895A39D7-3CFD-004D-970C-CDC7912973B9}" sibTransId="{73002BBA-EFD8-E74A-A9D2-C6E41590DFDB}"/>
    <dgm:cxn modelId="{B0CC2FCF-5871-7A47-AA57-8952DDB3A4DC}" type="presOf" srcId="{B15F5606-8947-B34D-8D45-D0B04D1FB388}" destId="{80B0C2AF-5FC0-CE42-A3B3-3407A1628144}" srcOrd="0" destOrd="0" presId="urn:microsoft.com/office/officeart/2005/8/layout/hList1"/>
    <dgm:cxn modelId="{7307CAF5-B4B9-6044-AA73-7C9543A1F0D5}" srcId="{B15F5606-8947-B34D-8D45-D0B04D1FB388}" destId="{496B8D31-B966-2848-812D-3500F6131495}" srcOrd="2" destOrd="0" parTransId="{28A29F05-112D-3144-AC01-43C03B7A2518}" sibTransId="{FB7C6D35-A8F7-B243-85C3-95B9016F7899}"/>
    <dgm:cxn modelId="{45B9A4FE-325E-E849-BB8C-AE8B112F3664}" type="presOf" srcId="{1B5AE380-E384-A74C-A295-50FA20765C39}" destId="{4E5F5E8F-DFE6-614C-A586-6A3B53A8CBC3}" srcOrd="0" destOrd="0" presId="urn:microsoft.com/office/officeart/2005/8/layout/hList1"/>
    <dgm:cxn modelId="{AC88AEEB-999D-EC42-ACAE-A36336E25104}" type="presParOf" srcId="{7EFF8DCA-DC90-894B-ADA1-744A4F71C997}" destId="{0EEDA154-49D7-EF4E-8FEA-08CCE798EE5A}" srcOrd="0" destOrd="0" presId="urn:microsoft.com/office/officeart/2005/8/layout/hList1"/>
    <dgm:cxn modelId="{B0CA2683-A328-4745-8279-D3B9E59397B2}" type="presParOf" srcId="{0EEDA154-49D7-EF4E-8FEA-08CCE798EE5A}" destId="{80B0C2AF-5FC0-CE42-A3B3-3407A1628144}" srcOrd="0" destOrd="0" presId="urn:microsoft.com/office/officeart/2005/8/layout/hList1"/>
    <dgm:cxn modelId="{189CFCF1-895E-6441-A3F7-1B7E885ADEDC}" type="presParOf" srcId="{0EEDA154-49D7-EF4E-8FEA-08CCE798EE5A}" destId="{0F7CFA06-7C0A-4047-B3B8-7C8CB4C124A0}" srcOrd="1" destOrd="0" presId="urn:microsoft.com/office/officeart/2005/8/layout/hList1"/>
    <dgm:cxn modelId="{ADD049DD-2638-2149-B1B3-1077E1C70AD8}" type="presParOf" srcId="{7EFF8DCA-DC90-894B-ADA1-744A4F71C997}" destId="{33CDDB08-250F-1B46-93FE-6281D1CE183A}" srcOrd="1" destOrd="0" presId="urn:microsoft.com/office/officeart/2005/8/layout/hList1"/>
    <dgm:cxn modelId="{2208DACB-3A18-A245-8BE1-BD69AB08F8E4}" type="presParOf" srcId="{7EFF8DCA-DC90-894B-ADA1-744A4F71C997}" destId="{79101323-91B0-AC4C-B82B-D408633000A4}" srcOrd="2" destOrd="0" presId="urn:microsoft.com/office/officeart/2005/8/layout/hList1"/>
    <dgm:cxn modelId="{FC9702DD-BF7E-B746-972D-643543F73A0F}" type="presParOf" srcId="{79101323-91B0-AC4C-B82B-D408633000A4}" destId="{4E5F5E8F-DFE6-614C-A586-6A3B53A8CBC3}" srcOrd="0" destOrd="0" presId="urn:microsoft.com/office/officeart/2005/8/layout/hList1"/>
    <dgm:cxn modelId="{E69799D2-C7F0-674D-B882-73CE90C19383}" type="presParOf" srcId="{79101323-91B0-AC4C-B82B-D408633000A4}" destId="{B4912C36-10EB-6D4C-8EEE-928D5A705F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39CC6A-458D-784F-B622-5EEFF30B6834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92D1D780-899F-0746-9AA0-B9FBE4C8575C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1828800" rtl="1"/>
          <a:r>
            <a:rPr lang="ar" sz="2000" b="1" dirty="0">
              <a:latin typeface="Sakkal Majalla" panose="02000000000000000000" pitchFamily="2" charset="-78"/>
              <a:cs typeface="Sakkal Majalla" panose="02000000000000000000" pitchFamily="2" charset="-78"/>
            </a:rPr>
            <a:t>الصباغة</a:t>
          </a:r>
        </a:p>
        <a:p>
          <a:pPr marL="1828800" rtl="1"/>
          <a:r>
            <a:rPr lang="ar" sz="2000" dirty="0">
              <a:latin typeface="Sakkal Majalla" panose="02000000000000000000" pitchFamily="2" charset="-78"/>
              <a:cs typeface="Sakkal Majalla" panose="02000000000000000000" pitchFamily="2" charset="-78"/>
            </a:rPr>
            <a:t>تتضمن عملية صبغ النسيج بطريقة تضفي ثباتًا للألوان</a:t>
          </a:r>
        </a:p>
      </dgm:t>
    </dgm:pt>
    <dgm:pt modelId="{880E7F7D-16E0-7C4F-B795-D119FF009FBA}" type="parTrans" cxnId="{629CC9A3-5CC3-4845-8E35-2682F0768404}">
      <dgm:prSet/>
      <dgm:spPr/>
      <dgm:t>
        <a:bodyPr rtlCol="1"/>
        <a:lstStyle/>
        <a:p>
          <a:pPr rtl="1"/>
          <a:endParaRPr lang="en-GB"/>
        </a:p>
      </dgm:t>
    </dgm:pt>
    <dgm:pt modelId="{A9F3F3C3-CCFF-4B41-8322-9BAC34269572}" type="sibTrans" cxnId="{629CC9A3-5CC3-4845-8E35-2682F0768404}">
      <dgm:prSet/>
      <dgm:spPr/>
      <dgm:t>
        <a:bodyPr rtlCol="1"/>
        <a:lstStyle/>
        <a:p>
          <a:pPr rtl="1"/>
          <a:endParaRPr lang="en-GB"/>
        </a:p>
      </dgm:t>
    </dgm:pt>
    <dgm:pt modelId="{0CBB9D2E-776C-5E4D-A61B-613124E8D696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1828800" rtl="1">
            <a:spcAft>
              <a:spcPts val="0"/>
            </a:spcAft>
          </a:pPr>
          <a:r>
            <a:rPr lang="ar" sz="2000" b="1" dirty="0">
              <a:latin typeface="Sakkal Majalla" panose="02000000000000000000" pitchFamily="2" charset="-78"/>
              <a:cs typeface="Sakkal Majalla" panose="02000000000000000000" pitchFamily="2" charset="-78"/>
            </a:rPr>
            <a:t>التزيين</a:t>
          </a:r>
        </a:p>
        <a:p>
          <a:pPr marL="1828800" rtl="1">
            <a:spcAft>
              <a:spcPct val="35000"/>
            </a:spcAft>
          </a:pPr>
          <a:r>
            <a:rPr lang="ar" sz="2000" dirty="0">
              <a:latin typeface="Sakkal Majalla" panose="02000000000000000000" pitchFamily="2" charset="-78"/>
              <a:cs typeface="Sakkal Majalla" panose="02000000000000000000" pitchFamily="2" charset="-78"/>
            </a:rPr>
            <a:t>يتضمن التزيين بإضافة عناصر على القماش أو تثبيتها ويمكن أن تشمل هذه الأشياء الأزرار والشراشيب والترتر والسحابات </a:t>
          </a:r>
        </a:p>
      </dgm:t>
    </dgm:pt>
    <dgm:pt modelId="{28A239FF-CB3E-C04E-8EC9-7B0C8A4971C0}" type="parTrans" cxnId="{3EE6902D-C011-F647-9FF9-4D20B45F0024}">
      <dgm:prSet/>
      <dgm:spPr/>
      <dgm:t>
        <a:bodyPr rtlCol="1"/>
        <a:lstStyle/>
        <a:p>
          <a:pPr rtl="1"/>
          <a:endParaRPr lang="en-GB"/>
        </a:p>
      </dgm:t>
    </dgm:pt>
    <dgm:pt modelId="{C257E142-4BE9-7D47-9590-285EC60B4EA3}" type="sibTrans" cxnId="{3EE6902D-C011-F647-9FF9-4D20B45F0024}">
      <dgm:prSet/>
      <dgm:spPr/>
      <dgm:t>
        <a:bodyPr rtlCol="1"/>
        <a:lstStyle/>
        <a:p>
          <a:pPr rtl="1"/>
          <a:endParaRPr lang="en-GB"/>
        </a:p>
      </dgm:t>
    </dgm:pt>
    <dgm:pt modelId="{D79ED1E3-E461-F749-ACF6-DAB37CDE2CFC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 rtlCol="1"/>
        <a:lstStyle/>
        <a:p>
          <a:pPr marL="1828800" rtl="1"/>
          <a:r>
            <a:rPr lang="ar" sz="2000" b="1" dirty="0">
              <a:latin typeface="Sakkal Majalla" panose="02000000000000000000" pitchFamily="2" charset="-78"/>
              <a:cs typeface="Sakkal Majalla" panose="02000000000000000000" pitchFamily="2" charset="-78"/>
            </a:rPr>
            <a:t>التطريز بالخرز</a:t>
          </a:r>
        </a:p>
        <a:p>
          <a:pPr marL="1828800" rtl="1"/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تشير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هذه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العملية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إلى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استخدام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الخرز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أو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الترتر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لتزيين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الأقمشة</a:t>
          </a:r>
          <a:r>
            <a:rPr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</a:p>
      </dgm:t>
    </dgm:pt>
    <dgm:pt modelId="{5C687727-2E1D-784B-B40F-3FD26F266CEC}" type="parTrans" cxnId="{B0159522-1D0C-9241-ACF8-F7A48ABB8D6A}">
      <dgm:prSet/>
      <dgm:spPr/>
      <dgm:t>
        <a:bodyPr rtlCol="1"/>
        <a:lstStyle/>
        <a:p>
          <a:pPr rtl="1"/>
          <a:endParaRPr lang="en-GB"/>
        </a:p>
      </dgm:t>
    </dgm:pt>
    <dgm:pt modelId="{4702FD19-ADE2-BE49-9326-766D06488CA1}" type="sibTrans" cxnId="{B0159522-1D0C-9241-ACF8-F7A48ABB8D6A}">
      <dgm:prSet/>
      <dgm:spPr/>
      <dgm:t>
        <a:bodyPr rtlCol="1"/>
        <a:lstStyle/>
        <a:p>
          <a:pPr rtl="1"/>
          <a:endParaRPr lang="en-GB"/>
        </a:p>
      </dgm:t>
    </dgm:pt>
    <dgm:pt modelId="{009DCF9A-A798-7241-8530-8AD23A03F128}" type="pres">
      <dgm:prSet presAssocID="{3339CC6A-458D-784F-B622-5EEFF30B6834}" presName="linear" presStyleCnt="0">
        <dgm:presLayoutVars>
          <dgm:dir/>
          <dgm:resizeHandles val="exact"/>
        </dgm:presLayoutVars>
      </dgm:prSet>
      <dgm:spPr/>
    </dgm:pt>
    <dgm:pt modelId="{2A34E34C-842A-3344-BC09-1213DD41CC6F}" type="pres">
      <dgm:prSet presAssocID="{92D1D780-899F-0746-9AA0-B9FBE4C8575C}" presName="comp" presStyleCnt="0"/>
      <dgm:spPr/>
    </dgm:pt>
    <dgm:pt modelId="{9533CFFD-8257-0141-98C7-C3BC68B31F90}" type="pres">
      <dgm:prSet presAssocID="{92D1D780-899F-0746-9AA0-B9FBE4C8575C}" presName="box" presStyleLbl="node1" presStyleIdx="0" presStyleCnt="3"/>
      <dgm:spPr/>
    </dgm:pt>
    <dgm:pt modelId="{30EBC14A-162B-9F49-A39C-E7E897BCA135}" type="pres">
      <dgm:prSet presAssocID="{92D1D780-899F-0746-9AA0-B9FBE4C8575C}" presName="img" presStyleLbl="fgImgPlace1" presStyleIdx="0" presStyleCnt="3" custLinFactX="184103" custLinFactNeighborX="200000"/>
      <dgm:spPr>
        <a:blipFill rotWithShape="1"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7D26986-1D98-4644-AAEE-C681594023FF}" type="pres">
      <dgm:prSet presAssocID="{92D1D780-899F-0746-9AA0-B9FBE4C8575C}" presName="text" presStyleLbl="node1" presStyleIdx="0" presStyleCnt="3">
        <dgm:presLayoutVars>
          <dgm:bulletEnabled val="1"/>
        </dgm:presLayoutVars>
      </dgm:prSet>
      <dgm:spPr/>
    </dgm:pt>
    <dgm:pt modelId="{FBA1ACAF-8A0A-2145-B267-7EB2B5D6272C}" type="pres">
      <dgm:prSet presAssocID="{A9F3F3C3-CCFF-4B41-8322-9BAC34269572}" presName="spacer" presStyleCnt="0"/>
      <dgm:spPr/>
    </dgm:pt>
    <dgm:pt modelId="{E88E5CE0-D1D8-0E4F-9266-A1773CDCF67E}" type="pres">
      <dgm:prSet presAssocID="{0CBB9D2E-776C-5E4D-A61B-613124E8D696}" presName="comp" presStyleCnt="0"/>
      <dgm:spPr/>
    </dgm:pt>
    <dgm:pt modelId="{172719A9-D28A-7D46-82BE-94C8C4B78E8E}" type="pres">
      <dgm:prSet presAssocID="{0CBB9D2E-776C-5E4D-A61B-613124E8D696}" presName="box" presStyleLbl="node1" presStyleIdx="1" presStyleCnt="3"/>
      <dgm:spPr/>
    </dgm:pt>
    <dgm:pt modelId="{0923CB51-A505-984D-B4DE-96B7B02EFF06}" type="pres">
      <dgm:prSet presAssocID="{0CBB9D2E-776C-5E4D-A61B-613124E8D696}" presName="img" presStyleLbl="fgImgPlace1" presStyleIdx="1" presStyleCnt="3" custLinFactX="184103" custLinFactNeighborX="200000"/>
      <dgm:spPr>
        <a:blipFill rotWithShape="1"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BC1FD4D0-6399-CA44-9D63-598CD9D16F09}" type="pres">
      <dgm:prSet presAssocID="{0CBB9D2E-776C-5E4D-A61B-613124E8D696}" presName="text" presStyleLbl="node1" presStyleIdx="1" presStyleCnt="3">
        <dgm:presLayoutVars>
          <dgm:bulletEnabled val="1"/>
        </dgm:presLayoutVars>
      </dgm:prSet>
      <dgm:spPr/>
    </dgm:pt>
    <dgm:pt modelId="{58C90BEA-612C-744F-A814-236C72E5D89B}" type="pres">
      <dgm:prSet presAssocID="{C257E142-4BE9-7D47-9590-285EC60B4EA3}" presName="spacer" presStyleCnt="0"/>
      <dgm:spPr/>
    </dgm:pt>
    <dgm:pt modelId="{A9D5A305-5294-C64D-B0F4-8B9E7D905789}" type="pres">
      <dgm:prSet presAssocID="{D79ED1E3-E461-F749-ACF6-DAB37CDE2CFC}" presName="comp" presStyleCnt="0"/>
      <dgm:spPr/>
    </dgm:pt>
    <dgm:pt modelId="{53871899-8FB8-C548-BC85-9B3A8E5EE83D}" type="pres">
      <dgm:prSet presAssocID="{D79ED1E3-E461-F749-ACF6-DAB37CDE2CFC}" presName="box" presStyleLbl="node1" presStyleIdx="2" presStyleCnt="3"/>
      <dgm:spPr/>
    </dgm:pt>
    <dgm:pt modelId="{458C33FC-3C23-FB4B-B580-F2F734918D90}" type="pres">
      <dgm:prSet presAssocID="{D79ED1E3-E461-F749-ACF6-DAB37CDE2CFC}" presName="img" presStyleLbl="fgImgPlace1" presStyleIdx="2" presStyleCnt="3" custScaleY="100001" custLinFactX="184103" custLinFactNeighborX="200000" custLinFactNeighborY="753"/>
      <dgm:spPr>
        <a:blipFill rotWithShape="1"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7833D9B9-5B8A-A741-B89B-492E9203A56F}" type="pres">
      <dgm:prSet presAssocID="{D79ED1E3-E461-F749-ACF6-DAB37CDE2CFC}" presName="text" presStyleLbl="node1" presStyleIdx="2" presStyleCnt="3">
        <dgm:presLayoutVars>
          <dgm:bulletEnabled val="1"/>
        </dgm:presLayoutVars>
      </dgm:prSet>
      <dgm:spPr/>
    </dgm:pt>
  </dgm:ptLst>
  <dgm:cxnLst>
    <dgm:cxn modelId="{B0159522-1D0C-9241-ACF8-F7A48ABB8D6A}" srcId="{3339CC6A-458D-784F-B622-5EEFF30B6834}" destId="{D79ED1E3-E461-F749-ACF6-DAB37CDE2CFC}" srcOrd="2" destOrd="0" parTransId="{5C687727-2E1D-784B-B40F-3FD26F266CEC}" sibTransId="{4702FD19-ADE2-BE49-9326-766D06488CA1}"/>
    <dgm:cxn modelId="{B692682A-3A6C-6E4A-9DE4-EB41A61C0A3D}" type="presOf" srcId="{0CBB9D2E-776C-5E4D-A61B-613124E8D696}" destId="{172719A9-D28A-7D46-82BE-94C8C4B78E8E}" srcOrd="0" destOrd="0" presId="urn:microsoft.com/office/officeart/2005/8/layout/vList4"/>
    <dgm:cxn modelId="{3EE6902D-C011-F647-9FF9-4D20B45F0024}" srcId="{3339CC6A-458D-784F-B622-5EEFF30B6834}" destId="{0CBB9D2E-776C-5E4D-A61B-613124E8D696}" srcOrd="1" destOrd="0" parTransId="{28A239FF-CB3E-C04E-8EC9-7B0C8A4971C0}" sibTransId="{C257E142-4BE9-7D47-9590-285EC60B4EA3}"/>
    <dgm:cxn modelId="{22091A48-4206-2C4F-B4F0-AFAE0ACD464C}" type="presOf" srcId="{D79ED1E3-E461-F749-ACF6-DAB37CDE2CFC}" destId="{7833D9B9-5B8A-A741-B89B-492E9203A56F}" srcOrd="1" destOrd="0" presId="urn:microsoft.com/office/officeart/2005/8/layout/vList4"/>
    <dgm:cxn modelId="{14868289-627D-044C-B5DC-A510BF446721}" type="presOf" srcId="{92D1D780-899F-0746-9AA0-B9FBE4C8575C}" destId="{47D26986-1D98-4644-AAEE-C681594023FF}" srcOrd="1" destOrd="0" presId="urn:microsoft.com/office/officeart/2005/8/layout/vList4"/>
    <dgm:cxn modelId="{D5739695-90DF-DD4D-B775-CB90C95529D9}" type="presOf" srcId="{D79ED1E3-E461-F749-ACF6-DAB37CDE2CFC}" destId="{53871899-8FB8-C548-BC85-9B3A8E5EE83D}" srcOrd="0" destOrd="0" presId="urn:microsoft.com/office/officeart/2005/8/layout/vList4"/>
    <dgm:cxn modelId="{629CC9A3-5CC3-4845-8E35-2682F0768404}" srcId="{3339CC6A-458D-784F-B622-5EEFF30B6834}" destId="{92D1D780-899F-0746-9AA0-B9FBE4C8575C}" srcOrd="0" destOrd="0" parTransId="{880E7F7D-16E0-7C4F-B795-D119FF009FBA}" sibTransId="{A9F3F3C3-CCFF-4B41-8322-9BAC34269572}"/>
    <dgm:cxn modelId="{F65BDED9-D840-DD40-8588-33BA428EF728}" type="presOf" srcId="{0CBB9D2E-776C-5E4D-A61B-613124E8D696}" destId="{BC1FD4D0-6399-CA44-9D63-598CD9D16F09}" srcOrd="1" destOrd="0" presId="urn:microsoft.com/office/officeart/2005/8/layout/vList4"/>
    <dgm:cxn modelId="{88CB0FDA-9B98-424C-A9F0-F2AB3F4A8614}" type="presOf" srcId="{3339CC6A-458D-784F-B622-5EEFF30B6834}" destId="{009DCF9A-A798-7241-8530-8AD23A03F128}" srcOrd="0" destOrd="0" presId="urn:microsoft.com/office/officeart/2005/8/layout/vList4"/>
    <dgm:cxn modelId="{21A29DEF-F387-704B-8C5E-D1688BBBFD1F}" type="presOf" srcId="{92D1D780-899F-0746-9AA0-B9FBE4C8575C}" destId="{9533CFFD-8257-0141-98C7-C3BC68B31F90}" srcOrd="0" destOrd="0" presId="urn:microsoft.com/office/officeart/2005/8/layout/vList4"/>
    <dgm:cxn modelId="{3B5AFFE7-3F5A-9A40-9F48-6E57B00E5048}" type="presParOf" srcId="{009DCF9A-A798-7241-8530-8AD23A03F128}" destId="{2A34E34C-842A-3344-BC09-1213DD41CC6F}" srcOrd="0" destOrd="0" presId="urn:microsoft.com/office/officeart/2005/8/layout/vList4"/>
    <dgm:cxn modelId="{E67CA221-90A0-E243-92D7-2A137DCC694F}" type="presParOf" srcId="{2A34E34C-842A-3344-BC09-1213DD41CC6F}" destId="{9533CFFD-8257-0141-98C7-C3BC68B31F90}" srcOrd="0" destOrd="0" presId="urn:microsoft.com/office/officeart/2005/8/layout/vList4"/>
    <dgm:cxn modelId="{BEF16885-BD55-6A4E-BB8F-732E18E16406}" type="presParOf" srcId="{2A34E34C-842A-3344-BC09-1213DD41CC6F}" destId="{30EBC14A-162B-9F49-A39C-E7E897BCA135}" srcOrd="1" destOrd="0" presId="urn:microsoft.com/office/officeart/2005/8/layout/vList4"/>
    <dgm:cxn modelId="{BBCD705A-00D4-F54C-A2E3-618800AF2C91}" type="presParOf" srcId="{2A34E34C-842A-3344-BC09-1213DD41CC6F}" destId="{47D26986-1D98-4644-AAEE-C681594023FF}" srcOrd="2" destOrd="0" presId="urn:microsoft.com/office/officeart/2005/8/layout/vList4"/>
    <dgm:cxn modelId="{4816AE63-425D-5844-AFAA-C24F09E425EE}" type="presParOf" srcId="{009DCF9A-A798-7241-8530-8AD23A03F128}" destId="{FBA1ACAF-8A0A-2145-B267-7EB2B5D6272C}" srcOrd="1" destOrd="0" presId="urn:microsoft.com/office/officeart/2005/8/layout/vList4"/>
    <dgm:cxn modelId="{5307F86E-9EAC-9644-A74D-8B3FFD9C8688}" type="presParOf" srcId="{009DCF9A-A798-7241-8530-8AD23A03F128}" destId="{E88E5CE0-D1D8-0E4F-9266-A1773CDCF67E}" srcOrd="2" destOrd="0" presId="urn:microsoft.com/office/officeart/2005/8/layout/vList4"/>
    <dgm:cxn modelId="{A4D4FAE1-9EEB-AB49-A6E8-BF4DD2C94113}" type="presParOf" srcId="{E88E5CE0-D1D8-0E4F-9266-A1773CDCF67E}" destId="{172719A9-D28A-7D46-82BE-94C8C4B78E8E}" srcOrd="0" destOrd="0" presId="urn:microsoft.com/office/officeart/2005/8/layout/vList4"/>
    <dgm:cxn modelId="{C8E4313E-5849-5E43-BEA3-8692B682D0EE}" type="presParOf" srcId="{E88E5CE0-D1D8-0E4F-9266-A1773CDCF67E}" destId="{0923CB51-A505-984D-B4DE-96B7B02EFF06}" srcOrd="1" destOrd="0" presId="urn:microsoft.com/office/officeart/2005/8/layout/vList4"/>
    <dgm:cxn modelId="{2540819D-8BC0-5743-99EF-98FBBEAEC774}" type="presParOf" srcId="{E88E5CE0-D1D8-0E4F-9266-A1773CDCF67E}" destId="{BC1FD4D0-6399-CA44-9D63-598CD9D16F09}" srcOrd="2" destOrd="0" presId="urn:microsoft.com/office/officeart/2005/8/layout/vList4"/>
    <dgm:cxn modelId="{99475804-3FA6-B74B-95F0-B595AAB49FA3}" type="presParOf" srcId="{009DCF9A-A798-7241-8530-8AD23A03F128}" destId="{58C90BEA-612C-744F-A814-236C72E5D89B}" srcOrd="3" destOrd="0" presId="urn:microsoft.com/office/officeart/2005/8/layout/vList4"/>
    <dgm:cxn modelId="{97733367-5DEE-7943-8566-9433E3F1C75C}" type="presParOf" srcId="{009DCF9A-A798-7241-8530-8AD23A03F128}" destId="{A9D5A305-5294-C64D-B0F4-8B9E7D905789}" srcOrd="4" destOrd="0" presId="urn:microsoft.com/office/officeart/2005/8/layout/vList4"/>
    <dgm:cxn modelId="{6248B72C-29A9-8141-B7D4-156456BB6BE3}" type="presParOf" srcId="{A9D5A305-5294-C64D-B0F4-8B9E7D905789}" destId="{53871899-8FB8-C548-BC85-9B3A8E5EE83D}" srcOrd="0" destOrd="0" presId="urn:microsoft.com/office/officeart/2005/8/layout/vList4"/>
    <dgm:cxn modelId="{60FA0E93-20AF-9C4E-98E8-282E43C670E8}" type="presParOf" srcId="{A9D5A305-5294-C64D-B0F4-8B9E7D905789}" destId="{458C33FC-3C23-FB4B-B580-F2F734918D90}" srcOrd="1" destOrd="0" presId="urn:microsoft.com/office/officeart/2005/8/layout/vList4"/>
    <dgm:cxn modelId="{3E0AC822-045C-434E-882B-43BFB7E37CBB}" type="presParOf" srcId="{A9D5A305-5294-C64D-B0F4-8B9E7D905789}" destId="{7833D9B9-5B8A-A741-B89B-492E9203A56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CA5EE-10E8-4D4E-8C0D-E617A72FDCB5}">
      <dsp:nvSpPr>
        <dsp:cNvPr id="0" name=""/>
        <dsp:cNvSpPr/>
      </dsp:nvSpPr>
      <dsp:spPr>
        <a:xfrm>
          <a:off x="0" y="382103"/>
          <a:ext cx="3326905" cy="1330762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84912" tIns="105664" rIns="184912" bIns="105664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b="1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الألياف الطبيعية والأقمشة</a:t>
          </a:r>
          <a:endParaRPr lang="en-GB" sz="2600" b="1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382103"/>
        <a:ext cx="3326905" cy="1330762"/>
      </dsp:txXfrm>
    </dsp:sp>
    <dsp:sp modelId="{31933104-6817-4044-8442-82F4D017AD34}">
      <dsp:nvSpPr>
        <dsp:cNvPr id="0" name=""/>
        <dsp:cNvSpPr/>
      </dsp:nvSpPr>
      <dsp:spPr>
        <a:xfrm>
          <a:off x="0" y="1594853"/>
          <a:ext cx="3326905" cy="334259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38684" tIns="138684" rIns="184912" bIns="208026" numCol="1" spcCol="1270" rtlCol="1" anchor="t" anchorCtr="0">
          <a:noAutofit/>
        </a:bodyPr>
        <a:lstStyle/>
        <a:p>
          <a:pPr marL="271463" lvl="1" indent="-263525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القطن</a:t>
          </a:r>
        </a:p>
        <a:p>
          <a:pPr marL="271463" lvl="1" indent="-263525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الجوت</a:t>
          </a:r>
        </a:p>
        <a:p>
          <a:pPr marL="271463" lvl="1" indent="-263525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الكتان</a:t>
          </a:r>
        </a:p>
        <a:p>
          <a:pPr marL="271463" lvl="1" indent="-263525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الحرير</a:t>
          </a:r>
        </a:p>
        <a:p>
          <a:pPr marL="271463" lvl="1" indent="-263525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الصوف</a:t>
          </a:r>
        </a:p>
      </dsp:txBody>
      <dsp:txXfrm>
        <a:off x="0" y="1594853"/>
        <a:ext cx="3326905" cy="3342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901C1-D75E-EF4C-BC69-79794D733A34}">
      <dsp:nvSpPr>
        <dsp:cNvPr id="0" name=""/>
        <dsp:cNvSpPr/>
      </dsp:nvSpPr>
      <dsp:spPr>
        <a:xfrm>
          <a:off x="0" y="129643"/>
          <a:ext cx="3670870" cy="1468348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84912" tIns="105664" rIns="184912" bIns="105664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الأقمشة الاصطناعية</a:t>
          </a:r>
        </a:p>
      </dsp:txBody>
      <dsp:txXfrm>
        <a:off x="0" y="129643"/>
        <a:ext cx="3670870" cy="1468348"/>
      </dsp:txXfrm>
    </dsp:sp>
    <dsp:sp modelId="{56950307-293A-3640-8028-1C861D4C291C}">
      <dsp:nvSpPr>
        <dsp:cNvPr id="0" name=""/>
        <dsp:cNvSpPr/>
      </dsp:nvSpPr>
      <dsp:spPr>
        <a:xfrm>
          <a:off x="0" y="1634305"/>
          <a:ext cx="3670870" cy="285480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38684" tIns="138684" rIns="184912" bIns="208026" numCol="1" spcCol="1270" rtlCol="1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بوليستر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حرير صناعي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سباندكس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أكريليك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كيفلار</a:t>
          </a:r>
        </a:p>
      </dsp:txBody>
      <dsp:txXfrm>
        <a:off x="0" y="1634305"/>
        <a:ext cx="3670870" cy="2854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0C2AF-5FC0-CE42-A3B3-3407A1628144}">
      <dsp:nvSpPr>
        <dsp:cNvPr id="0" name=""/>
        <dsp:cNvSpPr/>
      </dsp:nvSpPr>
      <dsp:spPr>
        <a:xfrm>
          <a:off x="41" y="21051"/>
          <a:ext cx="3958739" cy="120960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84912" tIns="105664" rIns="184912" bIns="105664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الأسطح البديلة</a:t>
          </a:r>
        </a:p>
      </dsp:txBody>
      <dsp:txXfrm>
        <a:off x="41" y="21051"/>
        <a:ext cx="3958739" cy="1209600"/>
      </dsp:txXfrm>
    </dsp:sp>
    <dsp:sp modelId="{0F7CFA06-7C0A-4047-B3B8-7C8CB4C124A0}">
      <dsp:nvSpPr>
        <dsp:cNvPr id="0" name=""/>
        <dsp:cNvSpPr/>
      </dsp:nvSpPr>
      <dsp:spPr>
        <a:xfrm>
          <a:off x="0" y="906401"/>
          <a:ext cx="3958739" cy="184464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38684" tIns="138684" rIns="184912" bIns="208026" numCol="1" spcCol="1270" rtlCol="1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الخشب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البلاستيك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المعدن</a:t>
          </a:r>
        </a:p>
      </dsp:txBody>
      <dsp:txXfrm>
        <a:off x="0" y="906401"/>
        <a:ext cx="3958739" cy="1844640"/>
      </dsp:txXfrm>
    </dsp:sp>
    <dsp:sp modelId="{4E5F5E8F-DFE6-614C-A586-6A3B53A8CBC3}">
      <dsp:nvSpPr>
        <dsp:cNvPr id="0" name=""/>
        <dsp:cNvSpPr/>
      </dsp:nvSpPr>
      <dsp:spPr>
        <a:xfrm>
          <a:off x="4513004" y="21051"/>
          <a:ext cx="3958739" cy="120960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84912" tIns="105664" rIns="184912" bIns="105664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المواد التطبيقية</a:t>
          </a:r>
        </a:p>
      </dsp:txBody>
      <dsp:txXfrm>
        <a:off x="4513004" y="21051"/>
        <a:ext cx="3958739" cy="1209600"/>
      </dsp:txXfrm>
    </dsp:sp>
    <dsp:sp modelId="{B4912C36-10EB-6D4C-8EEE-928D5A705F50}">
      <dsp:nvSpPr>
        <dsp:cNvPr id="0" name=""/>
        <dsp:cNvSpPr/>
      </dsp:nvSpPr>
      <dsp:spPr>
        <a:xfrm>
          <a:off x="4513045" y="894964"/>
          <a:ext cx="3958739" cy="184464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38684" tIns="138684" rIns="184912" bIns="208026" numCol="1" spcCol="1270" rtlCol="1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الشرائط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الخيوط</a:t>
          </a:r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600" kern="1200">
              <a:latin typeface="Sakkal Majalla" panose="02000000000000000000" pitchFamily="2" charset="-78"/>
              <a:cs typeface="Sakkal Majalla" panose="02000000000000000000" pitchFamily="2" charset="-78"/>
            </a:rPr>
            <a:t>خيوط الغزل</a:t>
          </a:r>
        </a:p>
      </dsp:txBody>
      <dsp:txXfrm>
        <a:off x="4513045" y="894964"/>
        <a:ext cx="3958739" cy="1844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3CFFD-8257-0141-98C7-C3BC68B31F90}">
      <dsp:nvSpPr>
        <dsp:cNvPr id="0" name=""/>
        <dsp:cNvSpPr/>
      </dsp:nvSpPr>
      <dsp:spPr>
        <a:xfrm>
          <a:off x="0" y="0"/>
          <a:ext cx="7704856" cy="12975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182880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الصباغة</a:t>
          </a:r>
        </a:p>
        <a:p>
          <a:pPr marL="182880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تتضمن عملية صبغ النسيج بطريقة تضفي ثباتًا للألوان</a:t>
          </a:r>
        </a:p>
      </dsp:txBody>
      <dsp:txXfrm>
        <a:off x="1670722" y="0"/>
        <a:ext cx="6034133" cy="1297511"/>
      </dsp:txXfrm>
    </dsp:sp>
    <dsp:sp modelId="{30EBC14A-162B-9F49-A39C-E7E897BCA135}">
      <dsp:nvSpPr>
        <dsp:cNvPr id="0" name=""/>
        <dsp:cNvSpPr/>
      </dsp:nvSpPr>
      <dsp:spPr>
        <a:xfrm>
          <a:off x="6048667" y="129751"/>
          <a:ext cx="1540971" cy="103800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719A9-D28A-7D46-82BE-94C8C4B78E8E}">
      <dsp:nvSpPr>
        <dsp:cNvPr id="0" name=""/>
        <dsp:cNvSpPr/>
      </dsp:nvSpPr>
      <dsp:spPr>
        <a:xfrm>
          <a:off x="0" y="1427262"/>
          <a:ext cx="7704856" cy="12975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1828800" lvl="0" indent="0" algn="r" defTabSz="889000" rtl="1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ar" sz="2000" b="1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التزيين</a:t>
          </a:r>
        </a:p>
        <a:p>
          <a:pPr marL="182880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يتضمن التزيين بإضافة عناصر على القماش أو تثبيتها ويمكن أن تشمل هذه الأشياء الأزرار والشراشيب والترتر والسحابات </a:t>
          </a:r>
        </a:p>
      </dsp:txBody>
      <dsp:txXfrm>
        <a:off x="1670722" y="1427262"/>
        <a:ext cx="6034133" cy="1297511"/>
      </dsp:txXfrm>
    </dsp:sp>
    <dsp:sp modelId="{0923CB51-A505-984D-B4DE-96B7B02EFF06}">
      <dsp:nvSpPr>
        <dsp:cNvPr id="0" name=""/>
        <dsp:cNvSpPr/>
      </dsp:nvSpPr>
      <dsp:spPr>
        <a:xfrm>
          <a:off x="6048667" y="1557013"/>
          <a:ext cx="1540971" cy="103800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71899-8FB8-C548-BC85-9B3A8E5EE83D}">
      <dsp:nvSpPr>
        <dsp:cNvPr id="0" name=""/>
        <dsp:cNvSpPr/>
      </dsp:nvSpPr>
      <dsp:spPr>
        <a:xfrm>
          <a:off x="0" y="2854524"/>
          <a:ext cx="7704856" cy="12975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182880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التطريز بالخرز</a:t>
          </a:r>
        </a:p>
        <a:p>
          <a:pPr marL="182880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تشير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هذه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العملية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إلى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استخدام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الخرز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أو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الترتر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لتزيين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sz="2000" kern="1200" dirty="0" err="1">
              <a:latin typeface="Sakkal Majalla" panose="02000000000000000000" pitchFamily="2" charset="-78"/>
              <a:cs typeface="Sakkal Majalla" panose="02000000000000000000" pitchFamily="2" charset="-78"/>
            </a:rPr>
            <a:t>الأقمشة</a:t>
          </a:r>
          <a:r>
            <a:rPr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</a:p>
      </dsp:txBody>
      <dsp:txXfrm>
        <a:off x="1670722" y="2854524"/>
        <a:ext cx="6034133" cy="1297511"/>
      </dsp:txXfrm>
    </dsp:sp>
    <dsp:sp modelId="{458C33FC-3C23-FB4B-B580-F2F734918D90}">
      <dsp:nvSpPr>
        <dsp:cNvPr id="0" name=""/>
        <dsp:cNvSpPr/>
      </dsp:nvSpPr>
      <dsp:spPr>
        <a:xfrm>
          <a:off x="6048667" y="2992086"/>
          <a:ext cx="1540971" cy="103801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0266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84889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8244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73962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8702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i="1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&lt;PH_009&gt; &lt;Photo &gt;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937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4502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96769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83419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20811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3581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8463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2046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52996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0304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9385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4445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0448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00141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9402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6623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64523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9500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35388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546658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44352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10998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16143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177094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280302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11889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0302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12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3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3.jpeg"/><Relationship Id="rId5" Type="http://schemas.openxmlformats.org/officeDocument/2006/relationships/diagramLayout" Target="../diagrams/layout1.xml"/><Relationship Id="rId10" Type="http://schemas.openxmlformats.org/officeDocument/2006/relationships/image" Target="../media/image22.jpeg"/><Relationship Id="rId4" Type="http://schemas.openxmlformats.org/officeDocument/2006/relationships/diagramData" Target="../diagrams/data1.xml"/><Relationship Id="rId9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12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3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7.jpeg"/><Relationship Id="rId5" Type="http://schemas.openxmlformats.org/officeDocument/2006/relationships/diagramLayout" Target="../diagrams/layout2.xml"/><Relationship Id="rId10" Type="http://schemas.openxmlformats.org/officeDocument/2006/relationships/image" Target="../media/image26.jpeg"/><Relationship Id="rId4" Type="http://schemas.openxmlformats.org/officeDocument/2006/relationships/diagramData" Target="../diagrams/data2.xml"/><Relationship Id="rId9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image" Target="../media/image30.jpeg"/><Relationship Id="rId4" Type="http://schemas.openxmlformats.org/officeDocument/2006/relationships/diagramData" Target="../diagrams/data3.xml"/><Relationship Id="rId9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4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5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5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5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1EAE-BCB5-F841-80CC-B1FEE2968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734" y="2742321"/>
            <a:ext cx="7959714" cy="1470025"/>
          </a:xfrm>
        </p:spPr>
        <p:txBody>
          <a:bodyPr rtlCol="1"/>
          <a:lstStyle/>
          <a:p>
            <a:pPr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8</a:t>
            </a:r>
            <a:br>
              <a:rPr lang="en-GB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موجز العمل على تصميم المنسوجات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7DB274B-EB8E-5949-BACA-63372B5101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شركة بيرسون إيديوكيشن ليمتد 2024. لا يُسمح بالنسخ إلا للمؤسسة المُشترية فقط. </a:t>
            </a:r>
            <a:endParaRPr lang="en-GB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43AC4-0716-0D33-F4D4-6668746B76D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0521682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1759" y="2455064"/>
            <a:ext cx="8208712" cy="32403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هذه الوحدة سوف تتعلم كيفية إنتاج عمل بناءً على مهمة تصميم المنسوجات.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استكشف عوالم لا حصر لها من الإبداع باستخدام مختلف الوسائط والمواد.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ستتمكن من تجربة تقنيات وعمليات متنوعة.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ستبحث، وتُنشئ أفكارًا، وتُطور عملك التطبيقي، وتُنقحه، وتنتج مخرجًا نهائيًا وفقًا للمهمة.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موجز العمل على تصميم المنسوجات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421CB0-6C9A-A70A-AF89-4C048164B9A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860896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1464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495" indent="-387350" defTabSz="431800" rtl="1">
              <a:buNone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	</a:t>
            </a:r>
            <a:r>
              <a:rPr lang="ar" sz="2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توليد الأفكار وتوصيلها بالاعتماد على عملية الاستقصاء لتتوافق مع مهمة تصميم المنسوجات</a:t>
            </a: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04495" indent="-387350" defTabSz="431800" rtl="1">
              <a:buNone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	</a:t>
            </a:r>
            <a:r>
              <a:rPr lang="ar" sz="2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تطوير وإنتاج مخرجات متوافقة مع مهمة تصميم المنسوجات</a:t>
            </a:r>
            <a:endParaRPr lang="en-GB" sz="26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04495" indent="-387350" defTabSz="431800" rtl="1"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	</a:t>
            </a:r>
            <a:r>
              <a:rPr lang="en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آليات العمل والمخرجات المنتجة لتنفيذ مهمة تصميم المنسوجات</a:t>
            </a:r>
            <a:endParaRPr lang="en-GB" altLang="en-US" sz="260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9778EC1-2203-09B1-1282-944EB334E01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5762" y="1247086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التعلّم أ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3140969"/>
            <a:ext cx="6769100" cy="288042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الاستقصاء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توليد الأفكار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توصيل الأفكار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1" y="1739107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توليد الأفكار وتوصيلها بالاعتماد على عملية الاستقصاء لتتوافق مع مهمة تصميم المنسوجات</a:t>
            </a:r>
            <a:endParaRPr lang="en-GB" altLang="en-US" sz="30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148A455-46C2-D70A-5077-A6AAFA0F26A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568" y="1863164"/>
            <a:ext cx="7938580" cy="45901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68580" indent="0" rtl="1">
              <a:spcBef>
                <a:spcPts val="300"/>
              </a:spcBef>
              <a:spcAft>
                <a:spcPts val="300"/>
              </a:spcAft>
              <a:buNone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يتعلق تفسير الموجز بعملية تحديد الهدف والغرض والموضوع والوظيفة أو السياق الذي يتضمنه الموجز أو المهمة.</a:t>
            </a:r>
            <a:endParaRPr lang="en-GB" sz="22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0" marR="68580" lvl="0" indent="0" rtl="1">
              <a:spcBef>
                <a:spcPts val="300"/>
              </a:spcBef>
              <a:spcAft>
                <a:spcPts val="300"/>
              </a:spcAft>
              <a:buNone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اسأل نفسك:</a:t>
            </a:r>
          </a:p>
          <a:p>
            <a:pPr marL="342900" marR="68580" lvl="0" indent="-342900" rt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من وضع الموجز؟</a:t>
            </a:r>
          </a:p>
          <a:p>
            <a:pPr marL="342900" marR="68580" lvl="0" indent="-342900" rt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وما هي المعلومات التي يحتوي عليها؟</a:t>
            </a:r>
          </a:p>
          <a:p>
            <a:pPr marL="342900" marR="68580" lvl="0" indent="-342900" rt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ماذا يُطلب منك تحقيقه؟</a:t>
            </a:r>
          </a:p>
          <a:p>
            <a:pPr marL="342900" marR="68580" lvl="0" indent="-342900" rt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ولماذا يُطلب منك تحقيقه؟</a:t>
            </a:r>
          </a:p>
          <a:p>
            <a:pPr marL="342900" marR="68580" lvl="0" indent="-342900" rt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من هو الجمهور المستهدف؟</a:t>
            </a:r>
            <a:endParaRPr lang="en-GB" sz="2200" dirty="0">
              <a:solidFill>
                <a:srgbClr val="000000"/>
              </a:solidFill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marR="68580" lvl="0" indent="-342900" rt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كيف ستحقق ذلك؟</a:t>
            </a:r>
          </a:p>
          <a:p>
            <a:pPr marL="0" marR="68580" lvl="0" indent="0" rtl="1">
              <a:spcBef>
                <a:spcPts val="300"/>
              </a:spcBef>
              <a:spcAft>
                <a:spcPts val="300"/>
              </a:spcAft>
              <a:buNone/>
              <a:tabLst>
                <a:tab pos="320675" algn="l"/>
              </a:tabLst>
            </a:pPr>
            <a:endParaRPr lang="en-GB" sz="2200" dirty="0">
              <a:solidFill>
                <a:srgbClr val="000000"/>
              </a:solidFill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0" marR="68580" lvl="0" indent="0" rtl="1">
              <a:spcBef>
                <a:spcPts val="300"/>
              </a:spcBef>
              <a:spcAft>
                <a:spcPts val="300"/>
              </a:spcAft>
              <a:buNone/>
              <a:tabLst>
                <a:tab pos="320675" algn="l"/>
              </a:tabLst>
            </a:pPr>
            <a:r>
              <a:rPr lang="ar" sz="2200" dirty="0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ستساعدك معرفة هذه الأمور على </a:t>
            </a:r>
            <a:r>
              <a:rPr lang="ar" sz="22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تحديد أي صعوبات أو إمكانات موجودة في المهمة وسيمنحك الفرصة لبدء التخطيط لكيفية التعامل مع المهمة.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تفسير الموجز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156DFF1-BE92-ED90-B474-002A78DC963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788024" y="2420888"/>
            <a:ext cx="3888432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المعلومات المكتسبة من الخبرة المباشرة والاستطلاعات والملاحظات الحياتية وجمع المصنوعات اليدوية مثل صور عينات الأقمشة ليتم إدراجها في سلسلة أعمالك العملية.</a:t>
            </a:r>
          </a:p>
          <a:p>
            <a:pPr indent="0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المصادر الأولية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01D7C16-7D18-0D4D-9074-E10F48A7E7D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3" name="Picture 2" descr="A young person sitting on a rock&#10;&#10;Description automatically generated">
            <a:extLst>
              <a:ext uri="{FF2B5EF4-FFF2-40B4-BE49-F238E27FC236}">
                <a16:creationId xmlns:a16="http://schemas.microsoft.com/office/drawing/2014/main" id="{5DC5502D-0462-88E7-F0E4-C180861803C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2132856"/>
            <a:ext cx="249651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432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39953" y="1844452"/>
            <a:ext cx="4788533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spcBef>
                <a:spcPts val="0"/>
              </a:spcBef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المعلومات الثانوية الواردة من مواد أنتجها الآخرون مثل:</a:t>
            </a:r>
          </a:p>
          <a:p>
            <a:pPr marL="358775" rtl="1">
              <a:spcBef>
                <a:spcPts val="0"/>
              </a:spcBef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موجودة على شبكة الإنترنت</a:t>
            </a:r>
          </a:p>
          <a:p>
            <a:pPr marL="358775" rtl="1">
              <a:spcBef>
                <a:spcPts val="0"/>
              </a:spcBef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الكتب أو الصحف</a:t>
            </a:r>
          </a:p>
          <a:p>
            <a:pPr marL="358775" rtl="1">
              <a:spcBef>
                <a:spcPts val="0"/>
              </a:spcBef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كتالوجات لمختلف منتجات المنسوجات</a:t>
            </a:r>
          </a:p>
          <a:p>
            <a:pPr marL="358775" rtl="1">
              <a:spcBef>
                <a:spcPts val="0"/>
              </a:spcBef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المواقع الإلكترونية المتخصصة في المنسوجات والمصادر الرقمية الأخرى مثل الإعلانات والتطبيقات ومواقع الهاتف الجوال وغيرها من المصادر. </a:t>
            </a:r>
          </a:p>
          <a:p>
            <a:pPr marL="358775" rtl="1">
              <a:spcBef>
                <a:spcPts val="0"/>
              </a:spcBef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المجلات المتخصصة في المنسوجات.</a:t>
            </a: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المصادر الثانوية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B910C2C-7D7D-BB94-3F1E-2E2566A0687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4" name="Picture 3" descr="A person looking at a book&#10;&#10;Description automatically generated">
            <a:extLst>
              <a:ext uri="{FF2B5EF4-FFF2-40B4-BE49-F238E27FC236}">
                <a16:creationId xmlns:a16="http://schemas.microsoft.com/office/drawing/2014/main" id="{3836589F-95E5-2654-BC63-638881EE2B3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2852936"/>
            <a:ext cx="3456384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069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96242" y="2492896"/>
            <a:ext cx="7380214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الأعمال الفنية وأعمال التصميم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العاملون في مجال المنسوجات، قديمًا وحديثًا وممارسات العمل المرتبطة بهم  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الأبحاث بناءً على النقاط المحورية الواردة في موجز مهمتك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البحث لتطوير فهم ممارسات المنسوجات (2) 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0343BE2D-1E55-4E00-6AE3-8E2FDB032AD4}"/>
              </a:ext>
            </a:extLst>
          </p:cNvPr>
          <p:cNvSpPr/>
          <p:nvPr/>
        </p:nvSpPr>
        <p:spPr>
          <a:xfrm flipH="1">
            <a:off x="657858" y="4509120"/>
            <a:ext cx="3816424" cy="1584176"/>
          </a:xfrm>
          <a:prstGeom prst="wedgeRoundRectCallout">
            <a:avLst>
              <a:gd name="adj1" fmla="val -64901"/>
              <a:gd name="adj2" fmla="val 4133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" sz="26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التفكير في مجالات أخرى يمكن أن تركز عليها أبحاثك؟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F1ACF-EE4B-8AAF-5A91-6876DFBC86E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993023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5576" y="2060848"/>
            <a:ext cx="7380214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جمع المواد والمصنوعات اليدوية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الرسم والتخطيط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التصوير الفوتوغرافي 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تسجيل المناقشات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نتائج الاستبيان والبيانات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التفاعل الحسي من خلال النظر واللمس والشكل والحجم 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الاختبار واقعي ملموس للأقمشة لقياس مستوى الراحة والعملية والتناسب 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كتابة الملاحظات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طرق الاستقصاء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40B5EC-81E3-AC51-338D-0303314C8B8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055204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CC23A3B-4EFE-C7D4-2F41-EB01EDA9C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51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توليد الأفكار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E0219-B0A3-FEA2-13E0-1761AF9B4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6001"/>
            <a:ext cx="4027488" cy="4024100"/>
          </a:xfrm>
        </p:spPr>
        <p:txBody>
          <a:bodyPr wrap="square" rtlCol="1" anchor="t"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مجموعة من التقنيات لتوليد الأفكار:</a:t>
            </a:r>
          </a:p>
          <a:p>
            <a:pPr marL="358775" lvl="1"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حل المشكلات بالتجربة</a:t>
            </a:r>
          </a:p>
          <a:p>
            <a:pPr marL="358775" lvl="1"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أساليب رسمية</a:t>
            </a:r>
          </a:p>
          <a:p>
            <a:pPr marL="358775" lvl="1"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البحث في عمل الممارسين الآخرين</a:t>
            </a:r>
          </a:p>
          <a:p>
            <a:pPr marL="358775" lvl="1"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الوسائل البصرية.</a:t>
            </a:r>
          </a:p>
          <a:p>
            <a:pPr rtl="1">
              <a:lnSpc>
                <a:spcPct val="90000"/>
              </a:lnSpc>
            </a:pP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09F21B6-BB05-AA65-E796-75B0885B1EB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5" name="Picture 4" descr="A person looking up at light bulbs&#10;&#10;Description automatically generated">
            <a:extLst>
              <a:ext uri="{FF2B5EF4-FFF2-40B4-BE49-F238E27FC236}">
                <a16:creationId xmlns:a16="http://schemas.microsoft.com/office/drawing/2014/main" id="{4D426506-FABF-BDE2-BFEC-4E07DE873C4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2040" y="2492896"/>
            <a:ext cx="3557855" cy="303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253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CC23A3B-4EFE-C7D4-2F41-EB01EDA9C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51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توصيل الأفكار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E0219-B0A3-FEA2-13E0-1761AF9B4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095" y="2196001"/>
            <a:ext cx="3239590" cy="4024100"/>
          </a:xfrm>
        </p:spPr>
        <p:txBody>
          <a:bodyPr wrap="square" rtlCol="1" anchor="t"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هناك العديد من الطرق لتسجيل عملك والتواصل بأفكارك، على سبيل المثال:</a:t>
            </a:r>
          </a:p>
          <a:p>
            <a:pPr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الرسومات</a:t>
            </a:r>
          </a:p>
          <a:p>
            <a:pPr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التصوير الفوتوغرافي</a:t>
            </a:r>
          </a:p>
          <a:p>
            <a:pPr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العينات المادية</a:t>
            </a:r>
          </a:p>
          <a:p>
            <a:pPr rtl="1">
              <a:lnSpc>
                <a:spcPct val="9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الشروح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7CDD47F-B68F-6471-9A63-36E5217BA67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3" name="Picture 2" descr="A group of people looking at photos&#10;&#10;Description automatically generated">
            <a:extLst>
              <a:ext uri="{FF2B5EF4-FFF2-40B4-BE49-F238E27FC236}">
                <a16:creationId xmlns:a16="http://schemas.microsoft.com/office/drawing/2014/main" id="{46408E27-41A3-72C6-06E9-E6A3A5A2490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556" y="2708920"/>
            <a:ext cx="3996444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81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5762" y="126072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التعلّم ب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3284985"/>
            <a:ext cx="6769100" cy="27364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استكشاف الوسائط والمواد والتقنيات والعمليات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عمل إبداعي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العملية الإبداعية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54" y="176447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تطوير وإنتاج مخرجات متوافقة مع مهمة تصميم المنسوجات</a:t>
            </a:r>
            <a:endParaRPr lang="en-GB" sz="34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4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001DE17-18CB-AF5A-BDFF-10011C0200F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12160" y="2492896"/>
            <a:ext cx="2955035" cy="43651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المنتجات التي تتضمن المنسوجات.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الوسائط والمواد المستخدمة في المنسوجات.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التقنيات والعمليات المستخدمة في المنسوجات.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الوسائط والمواد والتقنيات والعمليات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1674780-DCE4-2A06-603F-B9B38F3D99D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3" name="Picture 2" descr="A street with many shops and clothes&#10;&#10;Description automatically generated with medium confidence">
            <a:extLst>
              <a:ext uri="{FF2B5EF4-FFF2-40B4-BE49-F238E27FC236}">
                <a16:creationId xmlns:a16="http://schemas.microsoft.com/office/drawing/2014/main" id="{4C870F57-EF49-7A01-2578-4A062465DEC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1817" y="2149686"/>
            <a:ext cx="2826822" cy="1884424"/>
          </a:xfrm>
          <a:prstGeom prst="rect">
            <a:avLst/>
          </a:prstGeom>
        </p:spPr>
      </p:pic>
      <p:pic>
        <p:nvPicPr>
          <p:cNvPr id="5" name="Picture 4" descr="A person holding a piece of fabric&#10;&#10;Description automatically generated">
            <a:extLst>
              <a:ext uri="{FF2B5EF4-FFF2-40B4-BE49-F238E27FC236}">
                <a16:creationId xmlns:a16="http://schemas.microsoft.com/office/drawing/2014/main" id="{3ED7956E-5C0F-20C1-4EF7-58AAE9FBC5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686" y="2132484"/>
            <a:ext cx="2690515" cy="2019424"/>
          </a:xfrm>
          <a:prstGeom prst="rect">
            <a:avLst/>
          </a:prstGeom>
        </p:spPr>
      </p:pic>
      <p:pic>
        <p:nvPicPr>
          <p:cNvPr id="7" name="Picture 6" descr="A person using a screen printing press&#10;&#10;Description automatically generated">
            <a:extLst>
              <a:ext uri="{FF2B5EF4-FFF2-40B4-BE49-F238E27FC236}">
                <a16:creationId xmlns:a16="http://schemas.microsoft.com/office/drawing/2014/main" id="{B7C69B28-BDB5-A9C3-9276-6952A282C02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1817" y="4287888"/>
            <a:ext cx="2826636" cy="1884424"/>
          </a:xfrm>
          <a:prstGeom prst="rect">
            <a:avLst/>
          </a:prstGeom>
        </p:spPr>
      </p:pic>
      <p:pic>
        <p:nvPicPr>
          <p:cNvPr id="8" name="Picture 7" descr="Close-up of a person sewing&#10;&#10;Description automatically generated">
            <a:extLst>
              <a:ext uri="{FF2B5EF4-FFF2-40B4-BE49-F238E27FC236}">
                <a16:creationId xmlns:a16="http://schemas.microsoft.com/office/drawing/2014/main" id="{B07E6D71-1EF9-4FAF-37E4-97B6B2022EF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924" y="4430638"/>
            <a:ext cx="2595277" cy="173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691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3E8EE-74B1-0B2F-E3C6-2D1A90921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المنتجات التي تتضمن المنسوجات.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4FC4B-6E65-7998-FB73-2614E44BC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6001"/>
            <a:ext cx="7776096" cy="4024100"/>
          </a:xfrm>
        </p:spPr>
        <p:txBody>
          <a:bodyPr rtlCol="1"/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الملابس والإكسسوارات والأحذية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التطبيقات الداخلية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تطبيقات الفنون الجميلة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تطبيقات بديلة للمنتجات المتخصصة بما في ذلك القطاع الطبي والعسكري والرياضي والتشييد والبناء.</a:t>
            </a:r>
          </a:p>
          <a:p>
            <a:pPr rtl="1"/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C6107-44DF-C8C0-A545-1EDB3B1FF3B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293183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الرسم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F2884-8607-59E0-1128-CC363097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1" y="2196000"/>
            <a:ext cx="8207375" cy="3878436"/>
          </a:xfrm>
        </p:spPr>
        <p:txBody>
          <a:bodyPr rtlCol="1"/>
          <a:lstStyle/>
          <a:p>
            <a:pPr marL="0" indent="0" rtl="1">
              <a:buNone/>
            </a:pP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3FBCCA-5CBA-B974-C004-4C83A70A8D6C}"/>
              </a:ext>
            </a:extLst>
          </p:cNvPr>
          <p:cNvSpPr txBox="1"/>
          <p:nvPr/>
        </p:nvSpPr>
        <p:spPr>
          <a:xfrm>
            <a:off x="3635896" y="2196000"/>
            <a:ext cx="4824536" cy="209288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rtl="1"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أقلام رصاص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دهانات</a:t>
            </a:r>
          </a:p>
          <a:p>
            <a:pPr marL="342900" lvl="0" indent="-342900" rtl="1"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البرامج الرقمية</a:t>
            </a:r>
          </a:p>
          <a:p>
            <a:pPr marL="342900" lvl="0" indent="-342900" rtl="1"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معدات الطباعة</a:t>
            </a:r>
          </a:p>
          <a:p>
            <a:pPr rtl="1"/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3" name="Rounded Rectangular Callout 32">
            <a:extLst>
              <a:ext uri="{FF2B5EF4-FFF2-40B4-BE49-F238E27FC236}">
                <a16:creationId xmlns:a16="http://schemas.microsoft.com/office/drawing/2014/main" id="{19965EC3-F6E0-4A3C-E936-C38514D927DC}"/>
              </a:ext>
            </a:extLst>
          </p:cNvPr>
          <p:cNvSpPr/>
          <p:nvPr/>
        </p:nvSpPr>
        <p:spPr>
          <a:xfrm flipH="1">
            <a:off x="755576" y="2059200"/>
            <a:ext cx="3600400" cy="1801848"/>
          </a:xfrm>
          <a:prstGeom prst="wedgeRoundRectCallout">
            <a:avLst>
              <a:gd name="adj1" fmla="val -30404"/>
              <a:gd name="adj2" fmla="val 7001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" sz="26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فكر في أدوات الرسم الأخرى التي يمكنك استخدامها لتطوير عملك وتسجيله.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2D97E-D8AF-DD89-8A34-681122AE190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5" name="Picture 4" descr="A group of pencils and eraser on a table&#10;&#10;Description automatically generated">
            <a:extLst>
              <a:ext uri="{FF2B5EF4-FFF2-40B4-BE49-F238E27FC236}">
                <a16:creationId xmlns:a16="http://schemas.microsoft.com/office/drawing/2014/main" id="{36FD8C12-5CC6-F109-D05A-3C9CF2FE809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3182" y="4425681"/>
            <a:ext cx="5319464" cy="196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711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السطح (1)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4DF8772-2FA2-0DE2-EB78-677B9242A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748514"/>
              </p:ext>
            </p:extLst>
          </p:nvPr>
        </p:nvGraphicFramePr>
        <p:xfrm>
          <a:off x="5499947" y="1484784"/>
          <a:ext cx="3326906" cy="5180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D8B5C32-6C6D-606E-7CFA-04BF4D66BB8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8" name="Picture 7" descr="A person in a field of cotton&#10;&#10;Description automatically generated">
            <a:extLst>
              <a:ext uri="{FF2B5EF4-FFF2-40B4-BE49-F238E27FC236}">
                <a16:creationId xmlns:a16="http://schemas.microsoft.com/office/drawing/2014/main" id="{D59FB23E-A03A-A0C7-ECB8-7D17801ABF5E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832" y="2301638"/>
            <a:ext cx="2572384" cy="1716787"/>
          </a:xfrm>
          <a:prstGeom prst="rect">
            <a:avLst/>
          </a:prstGeom>
        </p:spPr>
      </p:pic>
      <p:pic>
        <p:nvPicPr>
          <p:cNvPr id="9" name="Picture 8" descr="A person holding a bundle of green plants&#10;&#10;Description automatically generated">
            <a:extLst>
              <a:ext uri="{FF2B5EF4-FFF2-40B4-BE49-F238E27FC236}">
                <a16:creationId xmlns:a16="http://schemas.microsoft.com/office/drawing/2014/main" id="{EF0EB08D-1F07-C594-FFB5-87E75ABE14E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006" y="2277386"/>
            <a:ext cx="2708694" cy="1741039"/>
          </a:xfrm>
          <a:prstGeom prst="rect">
            <a:avLst/>
          </a:prstGeom>
        </p:spPr>
      </p:pic>
      <p:pic>
        <p:nvPicPr>
          <p:cNvPr id="11" name="Picture 10" descr="A pile of hay in the grass&#10;&#10;Description automatically generated">
            <a:extLst>
              <a:ext uri="{FF2B5EF4-FFF2-40B4-BE49-F238E27FC236}">
                <a16:creationId xmlns:a16="http://schemas.microsoft.com/office/drawing/2014/main" id="{174BBCE2-0F36-EE7D-80D2-1A6C26665C8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391" y="4234928"/>
            <a:ext cx="2584825" cy="1716787"/>
          </a:xfrm>
          <a:prstGeom prst="rect">
            <a:avLst/>
          </a:prstGeom>
        </p:spPr>
      </p:pic>
      <p:pic>
        <p:nvPicPr>
          <p:cNvPr id="12" name="Picture 11" descr="A group of white silkworms and a leaf&#10;&#10;Description automatically generated">
            <a:extLst>
              <a:ext uri="{FF2B5EF4-FFF2-40B4-BE49-F238E27FC236}">
                <a16:creationId xmlns:a16="http://schemas.microsoft.com/office/drawing/2014/main" id="{EDD3C152-CB52-A6F9-7994-4572AEA641A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724" y="4284266"/>
            <a:ext cx="2427165" cy="161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564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السطح (2)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4DF8772-2FA2-0DE2-EB78-677B9242A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2513633"/>
              </p:ext>
            </p:extLst>
          </p:nvPr>
        </p:nvGraphicFramePr>
        <p:xfrm>
          <a:off x="397074" y="2082720"/>
          <a:ext cx="3670870" cy="4582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4FCCABF7-D855-6D99-1572-2B9AA2A0B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935" y="2115065"/>
            <a:ext cx="41242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9D127B2-909C-9E8B-5462-BBF287E4B8A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-161807"/>
            <a:ext cx="86544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5D45B0B-F749-AA0E-BFC3-EB837912ED5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5" name="Picture 4" descr="A group of people working in a factory&#10;&#10;Description automatically generated">
            <a:extLst>
              <a:ext uri="{FF2B5EF4-FFF2-40B4-BE49-F238E27FC236}">
                <a16:creationId xmlns:a16="http://schemas.microsoft.com/office/drawing/2014/main" id="{02B2D6F1-1489-D24A-6687-96E0C614C51E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2109" y="2445672"/>
            <a:ext cx="2211265" cy="1474361"/>
          </a:xfrm>
          <a:prstGeom prst="rect">
            <a:avLst/>
          </a:prstGeom>
        </p:spPr>
      </p:pic>
      <p:pic>
        <p:nvPicPr>
          <p:cNvPr id="8" name="Picture 7" descr="A machine with many rolls of fabric&#10;&#10;Description automatically generated">
            <a:extLst>
              <a:ext uri="{FF2B5EF4-FFF2-40B4-BE49-F238E27FC236}">
                <a16:creationId xmlns:a16="http://schemas.microsoft.com/office/drawing/2014/main" id="{84F71821-4D91-A546-9BD7-012B8B816AD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365" y="2445341"/>
            <a:ext cx="2022140" cy="1509155"/>
          </a:xfrm>
          <a:prstGeom prst="rect">
            <a:avLst/>
          </a:prstGeom>
        </p:spPr>
      </p:pic>
      <p:pic>
        <p:nvPicPr>
          <p:cNvPr id="11" name="Picture 10" descr="A couch with many pillows&#10;&#10;Description automatically generated">
            <a:extLst>
              <a:ext uri="{FF2B5EF4-FFF2-40B4-BE49-F238E27FC236}">
                <a16:creationId xmlns:a16="http://schemas.microsoft.com/office/drawing/2014/main" id="{54F774B7-9175-9A5C-BFEC-5E3DFE1CDB4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9643" y="4281224"/>
            <a:ext cx="2263731" cy="1509154"/>
          </a:xfrm>
          <a:prstGeom prst="rect">
            <a:avLst/>
          </a:prstGeom>
        </p:spPr>
      </p:pic>
      <p:pic>
        <p:nvPicPr>
          <p:cNvPr id="12" name="Picture 11" descr="A close-up of a vest&#10;&#10;Description automatically generated">
            <a:extLst>
              <a:ext uri="{FF2B5EF4-FFF2-40B4-BE49-F238E27FC236}">
                <a16:creationId xmlns:a16="http://schemas.microsoft.com/office/drawing/2014/main" id="{61B4F540-08D8-EA37-3DB2-9473A310153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4281224"/>
            <a:ext cx="1420854" cy="183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579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السطح (3)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4DF8772-2FA2-0DE2-EB78-677B9242A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7669198"/>
              </p:ext>
            </p:extLst>
          </p:nvPr>
        </p:nvGraphicFramePr>
        <p:xfrm>
          <a:off x="336107" y="2059200"/>
          <a:ext cx="8471785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9572531-D43B-0A1E-F60E-3739DE08A08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6" name="Picture 5" descr="A person standing in front of white fabric&#10;&#10;Description automatically generated">
            <a:extLst>
              <a:ext uri="{FF2B5EF4-FFF2-40B4-BE49-F238E27FC236}">
                <a16:creationId xmlns:a16="http://schemas.microsoft.com/office/drawing/2014/main" id="{0D4A9313-8C94-7E14-30CF-37C41C931B1B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8" y="4640208"/>
            <a:ext cx="2386608" cy="1591073"/>
          </a:xfrm>
          <a:prstGeom prst="rect">
            <a:avLst/>
          </a:prstGeom>
        </p:spPr>
      </p:pic>
      <p:pic>
        <p:nvPicPr>
          <p:cNvPr id="7" name="Picture 6" descr="A close-up of a fabric with coins&#10;&#10;Description automatically generated">
            <a:extLst>
              <a:ext uri="{FF2B5EF4-FFF2-40B4-BE49-F238E27FC236}">
                <a16:creationId xmlns:a16="http://schemas.microsoft.com/office/drawing/2014/main" id="{895443B7-5675-4872-200F-1947BA03D1A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8794" y="4624308"/>
            <a:ext cx="2415290" cy="160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1669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الأصباغ (1)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F718E0-A47C-4CAB-B429-84423FE07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076884"/>
              </p:ext>
            </p:extLst>
          </p:nvPr>
        </p:nvGraphicFramePr>
        <p:xfrm>
          <a:off x="534380" y="2059200"/>
          <a:ext cx="8075240" cy="29870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2669468">
                  <a:extLst>
                    <a:ext uri="{9D8B030D-6E8A-4147-A177-3AD203B41FA5}">
                      <a16:colId xmlns:a16="http://schemas.microsoft.com/office/drawing/2014/main" val="2045895851"/>
                    </a:ext>
                  </a:extLst>
                </a:gridCol>
                <a:gridCol w="5405772">
                  <a:extLst>
                    <a:ext uri="{9D8B030D-6E8A-4147-A177-3AD203B41FA5}">
                      <a16:colId xmlns:a16="http://schemas.microsoft.com/office/drawing/2014/main" val="268870291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 التجارية المستخدمة في صناعة المنسوجات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157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أصباغ الآزو والأصباغ الآزوية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الأنواع الرئيسية للصبغة المستخدمة في صناعة المسنوجات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221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 الكاتيونية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أقمشة مقاومة لسيلان اللون والبهتان والبقع والتنظيف الجاف والغسيل مما يجعلها الخيار الأفضل للأقمشة التي تحتاج إلى غسل متكرر.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75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أصباغ التشتيت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مناسبة للصباغة على أقمشة صناعية مثل الاكريليك والبوليستر 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ولا تذوب في الماء.</a:t>
                      </a:r>
                      <a:endParaRPr lang="en-GB" sz="2000" kern="1200" dirty="0">
                        <a:solidFill>
                          <a:schemeClr val="dk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88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أصباغ الكبريت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تستخدم عادة لصباغة المنسوجات مثل القطن والحرير الصناعي.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80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أصباغ الأحواض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فئة من الصبغات الكيميائية التي تستخدم في صبغ أقمشة السليلوز.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05212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1D988-98C2-EC1E-36C8-09C612A03F4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194164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الأصباغ (2)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F718E0-A47C-4CAB-B429-84423FE07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699152"/>
              </p:ext>
            </p:extLst>
          </p:nvPr>
        </p:nvGraphicFramePr>
        <p:xfrm>
          <a:off x="534380" y="2059200"/>
          <a:ext cx="8075240" cy="3200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2525452">
                  <a:extLst>
                    <a:ext uri="{9D8B030D-6E8A-4147-A177-3AD203B41FA5}">
                      <a16:colId xmlns:a16="http://schemas.microsoft.com/office/drawing/2014/main" val="2045895851"/>
                    </a:ext>
                  </a:extLst>
                </a:gridCol>
                <a:gridCol w="5549788">
                  <a:extLst>
                    <a:ext uri="{9D8B030D-6E8A-4147-A177-3AD203B41FA5}">
                      <a16:colId xmlns:a16="http://schemas.microsoft.com/office/drawing/2014/main" val="268870291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 المحلية التي يمكن استخدامها في المنزل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157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 الحمضية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تُثبت هذه الأصباغ باستخدام حمض الليمون أو الخل الأبيض المقطر أو باستخدام حرارة البخار. </a:t>
                      </a:r>
                      <a:endParaRPr lang="en-GB" sz="2000" kern="1200" dirty="0">
                        <a:solidFill>
                          <a:schemeClr val="dk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37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20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أصباغ مثبتات الألوان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هناك مجموعة متنوعة من مثبتات الألوان الطبيعية والاصطناعية التي يمكن استخدامها كمثبتة للصبغة.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59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0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 الطبيعية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هي تلك الناتجة من موارد طبيعية مختلفة، مثل الحيوانات والنباتات والمعادن. 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956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0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 التفاعلية أو التي تتفاعل مع الأقمشة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يشار إليها أحيانًا باسم «أصباغ الماء البارد» أو «أصباغ الطباعة الملونة». وتعد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الأصباغ</a:t>
                      </a:r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الأكثر دوامًا وثباتًا في الغسيل من بين جميع الأصباغ غير التجارية.</a:t>
                      </a:r>
                      <a:r>
                        <a:rPr lang="ar" sz="20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" sz="20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US" sz="20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17094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DB9D1-1D73-6D00-46F8-D2DFE51140E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215270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الإنتاج (1)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B1C0B0C-4E49-F8BA-ECFF-2A717F34D98F}"/>
              </a:ext>
            </a:extLst>
          </p:cNvPr>
          <p:cNvSpPr/>
          <p:nvPr/>
        </p:nvSpPr>
        <p:spPr>
          <a:xfrm>
            <a:off x="4732353" y="2071354"/>
            <a:ext cx="3872095" cy="1779651"/>
          </a:xfrm>
          <a:custGeom>
            <a:avLst/>
            <a:gdLst>
              <a:gd name="connsiteX0" fmla="*/ 0 w 3872095"/>
              <a:gd name="connsiteY0" fmla="*/ 0 h 1779651"/>
              <a:gd name="connsiteX1" fmla="*/ 3872095 w 3872095"/>
              <a:gd name="connsiteY1" fmla="*/ 0 h 1779651"/>
              <a:gd name="connsiteX2" fmla="*/ 3872095 w 3872095"/>
              <a:gd name="connsiteY2" fmla="*/ 1779651 h 1779651"/>
              <a:gd name="connsiteX3" fmla="*/ 0 w 3872095"/>
              <a:gd name="connsiteY3" fmla="*/ 1779651 h 1779651"/>
              <a:gd name="connsiteX4" fmla="*/ 0 w 3872095"/>
              <a:gd name="connsiteY4" fmla="*/ 0 h 177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79651">
                <a:moveTo>
                  <a:pt x="0" y="0"/>
                </a:moveTo>
                <a:lnTo>
                  <a:pt x="3872095" y="0"/>
                </a:lnTo>
                <a:lnTo>
                  <a:pt x="3872095" y="1779651"/>
                </a:lnTo>
                <a:lnTo>
                  <a:pt x="0" y="17796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1203325" lvl="0" indent="-52070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الشريط اللاصق</a:t>
            </a:r>
          </a:p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تتضمن الطريقة الأساسية إنشاء استنسيل على شاشة شبكية دقيقة. ثم يتم نفث الحبر من خلال الشاشة لإنشاء بصمة للتصميم على السطح السفلي.</a:t>
            </a:r>
            <a:endParaRPr lang="en-GB" sz="18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7B9B14-5121-6F53-AD5E-77EDD6E66993}"/>
              </a:ext>
            </a:extLst>
          </p:cNvPr>
          <p:cNvSpPr/>
          <p:nvPr/>
        </p:nvSpPr>
        <p:spPr>
          <a:xfrm>
            <a:off x="397297" y="2069642"/>
            <a:ext cx="3872095" cy="1783063"/>
          </a:xfrm>
          <a:custGeom>
            <a:avLst/>
            <a:gdLst>
              <a:gd name="connsiteX0" fmla="*/ 0 w 3872095"/>
              <a:gd name="connsiteY0" fmla="*/ 0 h 1783063"/>
              <a:gd name="connsiteX1" fmla="*/ 3872095 w 3872095"/>
              <a:gd name="connsiteY1" fmla="*/ 0 h 1783063"/>
              <a:gd name="connsiteX2" fmla="*/ 3872095 w 3872095"/>
              <a:gd name="connsiteY2" fmla="*/ 1783063 h 1783063"/>
              <a:gd name="connsiteX3" fmla="*/ 0 w 3872095"/>
              <a:gd name="connsiteY3" fmla="*/ 1783063 h 1783063"/>
              <a:gd name="connsiteX4" fmla="*/ 0 w 3872095"/>
              <a:gd name="connsiteY4" fmla="*/ 0 h 178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83063">
                <a:moveTo>
                  <a:pt x="0" y="0"/>
                </a:moveTo>
                <a:lnTo>
                  <a:pt x="3872095" y="0"/>
                </a:lnTo>
                <a:lnTo>
                  <a:pt x="3872095" y="1783063"/>
                </a:lnTo>
                <a:lnTo>
                  <a:pt x="0" y="17830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97155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النول</a:t>
            </a:r>
          </a:p>
          <a:p>
            <a:pPr marL="97155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لية أو أداة تُستخدم في نسج الخيوط والألياف لصنع المنسوجات. </a:t>
            </a:r>
            <a:endParaRPr lang="en-US" sz="18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8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FC3352E-F92A-06E2-C905-A5E59BB93A8F}"/>
              </a:ext>
            </a:extLst>
          </p:cNvPr>
          <p:cNvSpPr/>
          <p:nvPr/>
        </p:nvSpPr>
        <p:spPr>
          <a:xfrm>
            <a:off x="4732353" y="4446811"/>
            <a:ext cx="3872095" cy="1747307"/>
          </a:xfrm>
          <a:custGeom>
            <a:avLst/>
            <a:gdLst>
              <a:gd name="connsiteX0" fmla="*/ 0 w 3872095"/>
              <a:gd name="connsiteY0" fmla="*/ 0 h 1747307"/>
              <a:gd name="connsiteX1" fmla="*/ 3872095 w 3872095"/>
              <a:gd name="connsiteY1" fmla="*/ 0 h 1747307"/>
              <a:gd name="connsiteX2" fmla="*/ 3872095 w 3872095"/>
              <a:gd name="connsiteY2" fmla="*/ 1747307 h 1747307"/>
              <a:gd name="connsiteX3" fmla="*/ 0 w 3872095"/>
              <a:gd name="connsiteY3" fmla="*/ 1747307 h 1747307"/>
              <a:gd name="connsiteX4" fmla="*/ 0 w 3872095"/>
              <a:gd name="connsiteY4" fmla="*/ 0 h 174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47307">
                <a:moveTo>
                  <a:pt x="0" y="0"/>
                </a:moveTo>
                <a:lnTo>
                  <a:pt x="3872095" y="0"/>
                </a:lnTo>
                <a:lnTo>
                  <a:pt x="3872095" y="1747307"/>
                </a:lnTo>
                <a:lnTo>
                  <a:pt x="0" y="17473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ماكينات الحياكة</a:t>
            </a:r>
          </a:p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 الميكانيكية المستخدمة لصنع الأقمشة المحبوكة. </a:t>
            </a:r>
            <a:endParaRPr lang="en-US" sz="18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C98542-050B-6D2C-0734-46BA934AE419}"/>
              </a:ext>
            </a:extLst>
          </p:cNvPr>
          <p:cNvSpPr/>
          <p:nvPr/>
        </p:nvSpPr>
        <p:spPr>
          <a:xfrm>
            <a:off x="397297" y="4444397"/>
            <a:ext cx="3872095" cy="1750525"/>
          </a:xfrm>
          <a:custGeom>
            <a:avLst/>
            <a:gdLst>
              <a:gd name="connsiteX0" fmla="*/ 0 w 3872095"/>
              <a:gd name="connsiteY0" fmla="*/ 0 h 1750525"/>
              <a:gd name="connsiteX1" fmla="*/ 3872095 w 3872095"/>
              <a:gd name="connsiteY1" fmla="*/ 0 h 1750525"/>
              <a:gd name="connsiteX2" fmla="*/ 3872095 w 3872095"/>
              <a:gd name="connsiteY2" fmla="*/ 1750525 h 1750525"/>
              <a:gd name="connsiteX3" fmla="*/ 0 w 3872095"/>
              <a:gd name="connsiteY3" fmla="*/ 1750525 h 1750525"/>
              <a:gd name="connsiteX4" fmla="*/ 0 w 3872095"/>
              <a:gd name="connsiteY4" fmla="*/ 0 h 175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50525">
                <a:moveTo>
                  <a:pt x="0" y="0"/>
                </a:moveTo>
                <a:lnTo>
                  <a:pt x="3872095" y="0"/>
                </a:lnTo>
                <a:lnTo>
                  <a:pt x="3872095" y="1750525"/>
                </a:lnTo>
                <a:lnTo>
                  <a:pt x="0" y="17505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97155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ماكينات الخياطة</a:t>
            </a:r>
          </a:p>
          <a:p>
            <a:pPr marL="97155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تتوفر ماكينات الخياطة  بجميع الأشكال والأحجام - من الأجهزة الصغيرة المحمولة باليد إلى الماكينات الصناعية الكبيرة. </a:t>
            </a:r>
            <a:endParaRPr lang="en-US" sz="18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5F5F0-8312-BB66-4363-802CA3B088C0}"/>
              </a:ext>
            </a:extLst>
          </p:cNvPr>
          <p:cNvSpPr txBox="1"/>
          <p:nvPr/>
        </p:nvSpPr>
        <p:spPr>
          <a:xfrm>
            <a:off x="1794981" y="1340768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CFD0D-5539-8C13-AB3B-2114F28954C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CBECA-570E-A042-AC49-77D561FA4179}"/>
              </a:ext>
            </a:extLst>
          </p:cNvPr>
          <p:cNvSpPr/>
          <p:nvPr/>
        </p:nvSpPr>
        <p:spPr>
          <a:xfrm>
            <a:off x="7853101" y="2132856"/>
            <a:ext cx="1109622" cy="1490612"/>
          </a:xfrm>
          <a:prstGeom prst="rect">
            <a:avLst/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55066F-6A66-9476-0EA4-FCC631F114DC}"/>
              </a:ext>
            </a:extLst>
          </p:cNvPr>
          <p:cNvSpPr/>
          <p:nvPr/>
        </p:nvSpPr>
        <p:spPr>
          <a:xfrm>
            <a:off x="3391251" y="2132856"/>
            <a:ext cx="1109622" cy="1490612"/>
          </a:xfrm>
          <a:prstGeom prst="rect">
            <a:avLst/>
          </a:pr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2A73E7-762F-771F-7073-BBE0186B3958}"/>
              </a:ext>
            </a:extLst>
          </p:cNvPr>
          <p:cNvSpPr/>
          <p:nvPr/>
        </p:nvSpPr>
        <p:spPr>
          <a:xfrm>
            <a:off x="7850911" y="4574353"/>
            <a:ext cx="1109622" cy="1490612"/>
          </a:xfrm>
          <a:prstGeom prst="rect">
            <a:avLst/>
          </a:prstGeom>
          <a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B2BB67-1516-248B-9C02-DEB7ED142E60}"/>
              </a:ext>
            </a:extLst>
          </p:cNvPr>
          <p:cNvSpPr/>
          <p:nvPr/>
        </p:nvSpPr>
        <p:spPr>
          <a:xfrm>
            <a:off x="3391251" y="4574353"/>
            <a:ext cx="1109622" cy="1490612"/>
          </a:xfrm>
          <a:prstGeom prst="rect">
            <a:avLst/>
          </a:prstGeom>
          <a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035806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الإنتاج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5F5F0-8312-BB66-4363-802CA3B088C0}"/>
              </a:ext>
            </a:extLst>
          </p:cNvPr>
          <p:cNvSpPr txBox="1"/>
          <p:nvPr/>
        </p:nvSpPr>
        <p:spPr>
          <a:xfrm>
            <a:off x="1794981" y="1340768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D0C45C-24FC-398E-6779-3FE13BEF9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74439"/>
              </p:ext>
            </p:extLst>
          </p:nvPr>
        </p:nvGraphicFramePr>
        <p:xfrm>
          <a:off x="755576" y="2214349"/>
          <a:ext cx="7416824" cy="338328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2124236">
                  <a:extLst>
                    <a:ext uri="{9D8B030D-6E8A-4147-A177-3AD203B41FA5}">
                      <a16:colId xmlns:a16="http://schemas.microsoft.com/office/drawing/2014/main" val="1445092229"/>
                    </a:ext>
                  </a:extLst>
                </a:gridCol>
                <a:gridCol w="5292588">
                  <a:extLst>
                    <a:ext uri="{9D8B030D-6E8A-4147-A177-3AD203B41FA5}">
                      <a16:colId xmlns:a16="http://schemas.microsoft.com/office/drawing/2014/main" val="2030662989"/>
                    </a:ext>
                  </a:extLst>
                </a:gridCol>
              </a:tblGrid>
              <a:tr h="198272">
                <a:tc gridSpan="2">
                  <a:txBody>
                    <a:bodyPr/>
                    <a:lstStyle/>
                    <a:p>
                      <a:pPr algn="r" rtl="1"/>
                      <a:r>
                        <a:rPr lang="ar" sz="22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مواد الإنتاج (تكنولوجيا جديدة)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597458"/>
                  </a:ext>
                </a:extLst>
              </a:tr>
              <a:tr h="198272">
                <a:tc>
                  <a:txBody>
                    <a:bodyPr/>
                    <a:lstStyle/>
                    <a:p>
                      <a:pPr lvl="0" algn="r" rtl="1"/>
                      <a:r>
                        <a:rPr lang="ar" sz="22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البرامج المتخصصة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صُممت البرامج المتخصصة لتشغيل العديد من الماكينات الرقمية المستخدمة في عملية الإنتاج. 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توفر هذه البرامج للممارسين إمكانية تطوير تصميمات المنسوجات بالإضافة إلى التعاون مع زملائهم في المجال على مشاريع مختلفة.</a:t>
                      </a:r>
                      <a:endParaRPr lang="en-GB" sz="2200" kern="1200" dirty="0">
                        <a:solidFill>
                          <a:schemeClr val="dk1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72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r" rtl="1"/>
                      <a:r>
                        <a:rPr lang="ar" sz="22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الطابعات الرقمية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2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تسمح لك الطابعات الرقمية بالطباعة مباشرة على مجموعة واسعة من الأقمشة. </a:t>
                      </a:r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933813"/>
                  </a:ext>
                </a:extLst>
              </a:tr>
              <a:tr h="198272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القص بالليزر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2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تستخدم قاطعات الليزر شعاع ليزر رفيع ومكثف لقص أو نقش تصميم على الخامات. </a:t>
                      </a:r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35325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60181-9DF1-8A2A-6776-C87D3F48431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194459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التقنيات الزخرفية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9D0A54E-59D7-C244-1F4B-A96682E73D1B}"/>
              </a:ext>
            </a:extLst>
          </p:cNvPr>
          <p:cNvSpPr/>
          <p:nvPr/>
        </p:nvSpPr>
        <p:spPr>
          <a:xfrm>
            <a:off x="4516334" y="2071354"/>
            <a:ext cx="3872095" cy="1779651"/>
          </a:xfrm>
          <a:custGeom>
            <a:avLst/>
            <a:gdLst>
              <a:gd name="connsiteX0" fmla="*/ 0 w 3872095"/>
              <a:gd name="connsiteY0" fmla="*/ 0 h 1779651"/>
              <a:gd name="connsiteX1" fmla="*/ 3872095 w 3872095"/>
              <a:gd name="connsiteY1" fmla="*/ 0 h 1779651"/>
              <a:gd name="connsiteX2" fmla="*/ 3872095 w 3872095"/>
              <a:gd name="connsiteY2" fmla="*/ 1779651 h 1779651"/>
              <a:gd name="connsiteX3" fmla="*/ 0 w 3872095"/>
              <a:gd name="connsiteY3" fmla="*/ 1779651 h 1779651"/>
              <a:gd name="connsiteX4" fmla="*/ 0 w 3872095"/>
              <a:gd name="connsiteY4" fmla="*/ 0 h 177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79651">
                <a:moveTo>
                  <a:pt x="0" y="0"/>
                </a:moveTo>
                <a:lnTo>
                  <a:pt x="3872095" y="0"/>
                </a:lnTo>
                <a:lnTo>
                  <a:pt x="3872095" y="1779651"/>
                </a:lnTo>
                <a:lnTo>
                  <a:pt x="0" y="17796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0960" rIns="60960" bIns="60960" numCol="1" spcCol="1270" rtlCol="1" anchor="ctr" anchorCtr="0">
            <a:noAutofit/>
          </a:bodyPr>
          <a:lstStyle/>
          <a:p>
            <a:pPr marL="798513" lvl="0" indent="-5715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التطريز اليدوي:</a:t>
            </a:r>
          </a:p>
          <a:p>
            <a:pPr marL="798513" lvl="0" indent="-5715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التطريز هو عملية تزيين الأقمشة أو الخامات الأخرى باستخدام الإبرة والخيط، وأحيانًا الأسلاك الرفيعة. </a:t>
            </a:r>
            <a:endParaRPr lang="en-GB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B216B26-1666-D716-963C-111DCE8EB524}"/>
              </a:ext>
            </a:extLst>
          </p:cNvPr>
          <p:cNvSpPr/>
          <p:nvPr/>
        </p:nvSpPr>
        <p:spPr>
          <a:xfrm>
            <a:off x="181278" y="2069642"/>
            <a:ext cx="3872095" cy="1783063"/>
          </a:xfrm>
          <a:custGeom>
            <a:avLst/>
            <a:gdLst>
              <a:gd name="connsiteX0" fmla="*/ 0 w 3872095"/>
              <a:gd name="connsiteY0" fmla="*/ 0 h 1783063"/>
              <a:gd name="connsiteX1" fmla="*/ 3872095 w 3872095"/>
              <a:gd name="connsiteY1" fmla="*/ 0 h 1783063"/>
              <a:gd name="connsiteX2" fmla="*/ 3872095 w 3872095"/>
              <a:gd name="connsiteY2" fmla="*/ 1783063 h 1783063"/>
              <a:gd name="connsiteX3" fmla="*/ 0 w 3872095"/>
              <a:gd name="connsiteY3" fmla="*/ 1783063 h 1783063"/>
              <a:gd name="connsiteX4" fmla="*/ 0 w 3872095"/>
              <a:gd name="connsiteY4" fmla="*/ 0 h 178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83063">
                <a:moveTo>
                  <a:pt x="0" y="0"/>
                </a:moveTo>
                <a:lnTo>
                  <a:pt x="3872095" y="0"/>
                </a:lnTo>
                <a:lnTo>
                  <a:pt x="3872095" y="1783063"/>
                </a:lnTo>
                <a:lnTo>
                  <a:pt x="0" y="17830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0960" rIns="60960" bIns="60960" numCol="1" spcCol="1270" rtlCol="1" anchor="ctr" anchorCtr="0">
            <a:noAutofit/>
          </a:bodyPr>
          <a:lstStyle/>
          <a:p>
            <a:pPr marL="798513" lvl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التطريز الآلي</a:t>
            </a:r>
          </a:p>
          <a:p>
            <a:pPr marL="798513" lvl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عملية إنشاء زخارف التطريز الآلية على المنسوجات باستخدام ماكينة الخياطة أو ماكينة التطريز. </a:t>
            </a:r>
            <a:endParaRPr lang="en-US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341ACC6-5BBF-F140-AFFB-53FB972A963A}"/>
              </a:ext>
            </a:extLst>
          </p:cNvPr>
          <p:cNvSpPr/>
          <p:nvPr/>
        </p:nvSpPr>
        <p:spPr>
          <a:xfrm>
            <a:off x="4516334" y="4446811"/>
            <a:ext cx="3872095" cy="1747307"/>
          </a:xfrm>
          <a:custGeom>
            <a:avLst/>
            <a:gdLst>
              <a:gd name="connsiteX0" fmla="*/ 0 w 3872095"/>
              <a:gd name="connsiteY0" fmla="*/ 0 h 1747307"/>
              <a:gd name="connsiteX1" fmla="*/ 3872095 w 3872095"/>
              <a:gd name="connsiteY1" fmla="*/ 0 h 1747307"/>
              <a:gd name="connsiteX2" fmla="*/ 3872095 w 3872095"/>
              <a:gd name="connsiteY2" fmla="*/ 1747307 h 1747307"/>
              <a:gd name="connsiteX3" fmla="*/ 0 w 3872095"/>
              <a:gd name="connsiteY3" fmla="*/ 1747307 h 1747307"/>
              <a:gd name="connsiteX4" fmla="*/ 0 w 3872095"/>
              <a:gd name="connsiteY4" fmla="*/ 0 h 174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47307">
                <a:moveTo>
                  <a:pt x="0" y="0"/>
                </a:moveTo>
                <a:lnTo>
                  <a:pt x="3872095" y="0"/>
                </a:lnTo>
                <a:lnTo>
                  <a:pt x="3872095" y="1747307"/>
                </a:lnTo>
                <a:lnTo>
                  <a:pt x="0" y="17473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0960" rIns="60960" bIns="60960" numCol="1" spcCol="1270" rtlCol="1" anchor="ctr" anchorCtr="0">
            <a:noAutofit/>
          </a:bodyPr>
          <a:lstStyle/>
          <a:p>
            <a:pPr marL="798513" lvl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الزخرفة:</a:t>
            </a:r>
          </a:p>
          <a:p>
            <a:pPr marL="798513" lvl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الزخرفة هي تقنيةٌ تُستخدم في مجال المنسوجات، حيث يتم تثبيت قطعة واحدة أو أكثر من القماش على قطعة أكبر من قماش الخلفية لإنشاء صور أو نقوش. </a:t>
            </a:r>
            <a:endParaRPr lang="en-US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08C3BB5-D4DB-E45D-F867-3F16F724FA01}"/>
              </a:ext>
            </a:extLst>
          </p:cNvPr>
          <p:cNvSpPr/>
          <p:nvPr/>
        </p:nvSpPr>
        <p:spPr>
          <a:xfrm>
            <a:off x="181278" y="4444397"/>
            <a:ext cx="3872095" cy="1750525"/>
          </a:xfrm>
          <a:custGeom>
            <a:avLst/>
            <a:gdLst>
              <a:gd name="connsiteX0" fmla="*/ 0 w 3872095"/>
              <a:gd name="connsiteY0" fmla="*/ 0 h 1750525"/>
              <a:gd name="connsiteX1" fmla="*/ 3872095 w 3872095"/>
              <a:gd name="connsiteY1" fmla="*/ 0 h 1750525"/>
              <a:gd name="connsiteX2" fmla="*/ 3872095 w 3872095"/>
              <a:gd name="connsiteY2" fmla="*/ 1750525 h 1750525"/>
              <a:gd name="connsiteX3" fmla="*/ 0 w 3872095"/>
              <a:gd name="connsiteY3" fmla="*/ 1750525 h 1750525"/>
              <a:gd name="connsiteX4" fmla="*/ 0 w 3872095"/>
              <a:gd name="connsiteY4" fmla="*/ 0 h 175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50525">
                <a:moveTo>
                  <a:pt x="0" y="0"/>
                </a:moveTo>
                <a:lnTo>
                  <a:pt x="3872095" y="0"/>
                </a:lnTo>
                <a:lnTo>
                  <a:pt x="3872095" y="1750525"/>
                </a:lnTo>
                <a:lnTo>
                  <a:pt x="0" y="17505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0960" rIns="60960" bIns="60960" numCol="1" spcCol="1270" rtlCol="1" anchor="ctr" anchorCtr="0">
            <a:noAutofit/>
          </a:bodyPr>
          <a:lstStyle/>
          <a:p>
            <a:pPr marL="857250" lvl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الزخرفة العكسية</a:t>
            </a:r>
          </a:p>
          <a:p>
            <a:pPr marL="857250" lvl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الزخرفة العكسية هي نوع من تقنية الزخرفة التي تتطلب قص الطبقة العليا من القماش للكشف عن أقمشة أخرى مميزة أسفلها</a:t>
            </a:r>
            <a:endParaRPr lang="en-US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F4EA4-B878-7168-D860-58918E41B7D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29DA33-EC16-D189-0409-5EB055F1B4B3}"/>
              </a:ext>
            </a:extLst>
          </p:cNvPr>
          <p:cNvSpPr/>
          <p:nvPr/>
        </p:nvSpPr>
        <p:spPr>
          <a:xfrm>
            <a:off x="7670311" y="2186617"/>
            <a:ext cx="1109622" cy="1490612"/>
          </a:xfrm>
          <a:prstGeom prst="rect">
            <a:avLst/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BC6D60-A6E8-1372-9452-B6248A5804EB}"/>
              </a:ext>
            </a:extLst>
          </p:cNvPr>
          <p:cNvSpPr/>
          <p:nvPr/>
        </p:nvSpPr>
        <p:spPr>
          <a:xfrm>
            <a:off x="3275856" y="2182177"/>
            <a:ext cx="1109622" cy="1490612"/>
          </a:xfrm>
          <a:prstGeom prst="rect">
            <a:avLst/>
          </a:pr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1CBE2A-789C-E4D6-FEE8-363213229588}"/>
              </a:ext>
            </a:extLst>
          </p:cNvPr>
          <p:cNvSpPr/>
          <p:nvPr/>
        </p:nvSpPr>
        <p:spPr>
          <a:xfrm>
            <a:off x="7651385" y="4574353"/>
            <a:ext cx="1109622" cy="1490612"/>
          </a:xfrm>
          <a:prstGeom prst="rect">
            <a:avLst/>
          </a:prstGeom>
          <a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EC398-0F84-AA66-008C-876B4C4AE8E6}"/>
              </a:ext>
            </a:extLst>
          </p:cNvPr>
          <p:cNvSpPr/>
          <p:nvPr/>
        </p:nvSpPr>
        <p:spPr>
          <a:xfrm>
            <a:off x="3275856" y="4557792"/>
            <a:ext cx="1109622" cy="1490612"/>
          </a:xfrm>
          <a:prstGeom prst="rect">
            <a:avLst/>
          </a:prstGeom>
          <a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0748473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الطباعة (1)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51FCB8-3D4E-DD25-7D66-665431DC1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340210"/>
              </p:ext>
            </p:extLst>
          </p:nvPr>
        </p:nvGraphicFramePr>
        <p:xfrm>
          <a:off x="450757" y="2087577"/>
          <a:ext cx="8211942" cy="4304203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1216822">
                  <a:extLst>
                    <a:ext uri="{9D8B030D-6E8A-4147-A177-3AD203B41FA5}">
                      <a16:colId xmlns:a16="http://schemas.microsoft.com/office/drawing/2014/main" val="962176554"/>
                    </a:ext>
                  </a:extLst>
                </a:gridCol>
                <a:gridCol w="1633945">
                  <a:extLst>
                    <a:ext uri="{9D8B030D-6E8A-4147-A177-3AD203B41FA5}">
                      <a16:colId xmlns:a16="http://schemas.microsoft.com/office/drawing/2014/main" val="2457840249"/>
                    </a:ext>
                  </a:extLst>
                </a:gridCol>
                <a:gridCol w="5361175">
                  <a:extLst>
                    <a:ext uri="{9D8B030D-6E8A-4147-A177-3AD203B41FA5}">
                      <a16:colId xmlns:a16="http://schemas.microsoft.com/office/drawing/2014/main" val="3495682424"/>
                    </a:ext>
                  </a:extLst>
                </a:gridCol>
              </a:tblGrid>
              <a:tr h="1045791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طباعة الشاشة الحريرية:</a:t>
                      </a:r>
                      <a:endParaRPr lang="en-GB" sz="2200" b="1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0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عملية نفث الحبر من خلال شاشة مطبوعة بقوالب لإنشاء تصميم مطبوع. 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822208"/>
                  </a:ext>
                </a:extLst>
              </a:tr>
              <a:tr h="1045791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الطباعة أحادية الشكل/اللون</a:t>
                      </a:r>
                      <a:endParaRPr lang="en-GB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نقل الحبر من لوحة الطباعة إلى سطح مثل الورق أو القماش. 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086334"/>
                  </a:ext>
                </a:extLst>
              </a:tr>
              <a:tr h="1045791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الطباعة بالقوالب الخشبية:</a:t>
                      </a:r>
                      <a:endParaRPr lang="en-GB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تُنقَش نقوش أو أشكال أو تصميم كامل على سطح القالب. 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111922"/>
                  </a:ext>
                </a:extLst>
              </a:tr>
              <a:tr h="1012363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طباعة الاستنسل:</a:t>
                      </a:r>
                      <a:endParaRPr lang="en-GB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عملية تمرير الحبر أو الطلاء من خلال ثقوب مقطوعة في الورق المقوى أو البلاستيك أو المعدن إلى القماش.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8087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C3E9DA-45E9-0F83-7659-D84DB79B8A6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4" name="Picture 3" descr="A person using a large metal tool&#10;&#10;Description automatically generated with medium confidence">
            <a:extLst>
              <a:ext uri="{FF2B5EF4-FFF2-40B4-BE49-F238E27FC236}">
                <a16:creationId xmlns:a16="http://schemas.microsoft.com/office/drawing/2014/main" id="{6349A060-C131-9D4A-2DE4-251FFDA992B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6770" y="2250229"/>
            <a:ext cx="1115616" cy="743744"/>
          </a:xfrm>
          <a:prstGeom prst="rect">
            <a:avLst/>
          </a:prstGeom>
        </p:spPr>
      </p:pic>
      <p:pic>
        <p:nvPicPr>
          <p:cNvPr id="10" name="Picture 9" descr="A person painting a black surface&#10;&#10;Description automatically generated">
            <a:extLst>
              <a:ext uri="{FF2B5EF4-FFF2-40B4-BE49-F238E27FC236}">
                <a16:creationId xmlns:a16="http://schemas.microsoft.com/office/drawing/2014/main" id="{CA8C3C08-F62E-C072-EDAB-8A311592812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7790" y="3302791"/>
            <a:ext cx="1088010" cy="816007"/>
          </a:xfrm>
          <a:prstGeom prst="rect">
            <a:avLst/>
          </a:prstGeom>
        </p:spPr>
      </p:pic>
      <p:pic>
        <p:nvPicPr>
          <p:cNvPr id="11" name="Picture 10" descr="A hand holding a small object&#10;&#10;Description automatically generated">
            <a:extLst>
              <a:ext uri="{FF2B5EF4-FFF2-40B4-BE49-F238E27FC236}">
                <a16:creationId xmlns:a16="http://schemas.microsoft.com/office/drawing/2014/main" id="{F2E43AC4-519E-7B8C-5AEF-D31D8F398A2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4438" y="4437919"/>
            <a:ext cx="1086803" cy="816008"/>
          </a:xfrm>
          <a:prstGeom prst="rect">
            <a:avLst/>
          </a:prstGeom>
        </p:spPr>
      </p:pic>
      <p:pic>
        <p:nvPicPr>
          <p:cNvPr id="12" name="Picture 11" descr="A person painting a rug&#10;&#10;Description automatically generated">
            <a:extLst>
              <a:ext uri="{FF2B5EF4-FFF2-40B4-BE49-F238E27FC236}">
                <a16:creationId xmlns:a16="http://schemas.microsoft.com/office/drawing/2014/main" id="{8435CC80-3379-2250-D67F-BFA144F1655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5562" y="5517232"/>
            <a:ext cx="1122007" cy="74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097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56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الطباعة (2)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51FCB8-3D4E-DD25-7D66-665431DC1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226877"/>
              </p:ext>
            </p:extLst>
          </p:nvPr>
        </p:nvGraphicFramePr>
        <p:xfrm>
          <a:off x="320498" y="2127034"/>
          <a:ext cx="8211942" cy="4198304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1216822">
                  <a:extLst>
                    <a:ext uri="{9D8B030D-6E8A-4147-A177-3AD203B41FA5}">
                      <a16:colId xmlns:a16="http://schemas.microsoft.com/office/drawing/2014/main" val="962176554"/>
                    </a:ext>
                  </a:extLst>
                </a:gridCol>
                <a:gridCol w="1807514">
                  <a:extLst>
                    <a:ext uri="{9D8B030D-6E8A-4147-A177-3AD203B41FA5}">
                      <a16:colId xmlns:a16="http://schemas.microsoft.com/office/drawing/2014/main" val="2457840249"/>
                    </a:ext>
                  </a:extLst>
                </a:gridCol>
                <a:gridCol w="5187606">
                  <a:extLst>
                    <a:ext uri="{9D8B030D-6E8A-4147-A177-3AD203B41FA5}">
                      <a16:colId xmlns:a16="http://schemas.microsoft.com/office/drawing/2014/main" val="3495682424"/>
                    </a:ext>
                  </a:extLst>
                </a:gridCol>
              </a:tblGrid>
              <a:tr h="989355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مادة مقاومة للكيماويات</a:t>
                      </a:r>
                      <a:endParaRPr lang="en-GB" sz="2200" b="1" dirty="0">
                        <a:solidFill>
                          <a:schemeClr val="tx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تتضمن هذه العملية وضع معجون أو شمع على القماش كمادة مانعة للتفاعل، قبل صبغه باللون المطلوب.</a:t>
                      </a:r>
                      <a:r>
                        <a:rPr lang="ar" sz="2200" b="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GB" sz="2200" b="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822208"/>
                  </a:ext>
                </a:extLst>
              </a:tr>
              <a:tr h="853848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 kern="120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مقاومة ميكانيكية</a:t>
                      </a:r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تتضمن هذه التقنية ربط أجزاء من القماش قبل علاجها بالصبغة.</a:t>
                      </a:r>
                      <a:r>
                        <a:rPr lang="ar" sz="2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GB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086334"/>
                  </a:ext>
                </a:extLst>
              </a:tr>
              <a:tr h="989355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طباعة تداخل الألوان</a:t>
                      </a:r>
                      <a:endParaRPr lang="en-GB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200" kern="120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تُطبع الألوان مباشرة فوق بعضها البعض ينتج عن ذلك إنشاء ألوان جديدة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111922"/>
                  </a:ext>
                </a:extLst>
              </a:tr>
              <a:tr h="1149896">
                <a:tc>
                  <a:txBody>
                    <a:bodyPr/>
                    <a:lstStyle/>
                    <a:p>
                      <a:pPr algn="r" rtl="1"/>
                      <a:endParaRPr lang="en-US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r" rtl="1"/>
                      <a:r>
                        <a:rPr lang="ar" sz="2200" b="1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التصميم الرقمي والطباعة</a:t>
                      </a:r>
                      <a:endParaRPr lang="en-GB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algn="r" rtl="1"/>
                      <a:endParaRPr lang="en-US" sz="2200" b="1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22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عملية طباعة التصاميم المخزنة على الحاسوب مباشرة على القماش.</a:t>
                      </a:r>
                      <a:r>
                        <a:rPr lang="ar" sz="2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GB" sz="22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8087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10DC4-B889-550D-75AC-81E93047E9F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6" name="Picture 5" descr="A colorful painting of fish&#10;&#10;Description automatically generated">
            <a:extLst>
              <a:ext uri="{FF2B5EF4-FFF2-40B4-BE49-F238E27FC236}">
                <a16:creationId xmlns:a16="http://schemas.microsoft.com/office/drawing/2014/main" id="{839F77B4-0BA2-C10F-0BB3-19F5A2BBDFE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262" y="2313456"/>
            <a:ext cx="1115616" cy="743744"/>
          </a:xfrm>
          <a:prstGeom prst="rect">
            <a:avLst/>
          </a:prstGeom>
        </p:spPr>
      </p:pic>
      <p:pic>
        <p:nvPicPr>
          <p:cNvPr id="7" name="Picture 6" descr="A colorful tie dye swirl&#10;&#10;Description automatically generated">
            <a:extLst>
              <a:ext uri="{FF2B5EF4-FFF2-40B4-BE49-F238E27FC236}">
                <a16:creationId xmlns:a16="http://schemas.microsoft.com/office/drawing/2014/main" id="{623EE087-C802-8423-5776-7E8FA7DFD93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4657" y="3277268"/>
            <a:ext cx="950659" cy="726766"/>
          </a:xfrm>
          <a:prstGeom prst="rect">
            <a:avLst/>
          </a:prstGeom>
        </p:spPr>
      </p:pic>
      <p:pic>
        <p:nvPicPr>
          <p:cNvPr id="8" name="Picture 7" descr="A group of bottles and glasses&#10;&#10;Description automatically generated">
            <a:extLst>
              <a:ext uri="{FF2B5EF4-FFF2-40B4-BE49-F238E27FC236}">
                <a16:creationId xmlns:a16="http://schemas.microsoft.com/office/drawing/2014/main" id="{3D05D32A-C940-280E-E94C-5121DA913FC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340" y="4304364"/>
            <a:ext cx="1115616" cy="630100"/>
          </a:xfrm>
          <a:prstGeom prst="rect">
            <a:avLst/>
          </a:prstGeom>
        </p:spPr>
      </p:pic>
      <p:pic>
        <p:nvPicPr>
          <p:cNvPr id="9" name="Picture 8" descr="A large yellow and black machine&#10;&#10;Description automatically generated">
            <a:extLst>
              <a:ext uri="{FF2B5EF4-FFF2-40B4-BE49-F238E27FC236}">
                <a16:creationId xmlns:a16="http://schemas.microsoft.com/office/drawing/2014/main" id="{1EC2CB36-8F3B-20F0-2165-7E661AB9C5F3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8495" y="5356811"/>
            <a:ext cx="1160133" cy="7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182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معالجة الأسطح (1)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46A93F8-5D0B-6B64-D0B2-1B463226E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334632"/>
              </p:ext>
            </p:extLst>
          </p:nvPr>
        </p:nvGraphicFramePr>
        <p:xfrm>
          <a:off x="827584" y="2059200"/>
          <a:ext cx="7704856" cy="4152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9CADE2A-1126-D8F5-4A34-008571A76BC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48186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معالجة الأسطح (2)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1D2FF7F-93B9-789A-B26D-7CAD23074E08}"/>
              </a:ext>
            </a:extLst>
          </p:cNvPr>
          <p:cNvSpPr/>
          <p:nvPr/>
        </p:nvSpPr>
        <p:spPr>
          <a:xfrm>
            <a:off x="827584" y="2059200"/>
            <a:ext cx="7704856" cy="1297511"/>
          </a:xfrm>
          <a:custGeom>
            <a:avLst/>
            <a:gdLst>
              <a:gd name="connsiteX0" fmla="*/ 0 w 7704856"/>
              <a:gd name="connsiteY0" fmla="*/ 129751 h 1297511"/>
              <a:gd name="connsiteX1" fmla="*/ 129751 w 7704856"/>
              <a:gd name="connsiteY1" fmla="*/ 0 h 1297511"/>
              <a:gd name="connsiteX2" fmla="*/ 7575105 w 7704856"/>
              <a:gd name="connsiteY2" fmla="*/ 0 h 1297511"/>
              <a:gd name="connsiteX3" fmla="*/ 7704856 w 7704856"/>
              <a:gd name="connsiteY3" fmla="*/ 129751 h 1297511"/>
              <a:gd name="connsiteX4" fmla="*/ 7704856 w 7704856"/>
              <a:gd name="connsiteY4" fmla="*/ 1167760 h 1297511"/>
              <a:gd name="connsiteX5" fmla="*/ 7575105 w 7704856"/>
              <a:gd name="connsiteY5" fmla="*/ 1297511 h 1297511"/>
              <a:gd name="connsiteX6" fmla="*/ 129751 w 7704856"/>
              <a:gd name="connsiteY6" fmla="*/ 1297511 h 1297511"/>
              <a:gd name="connsiteX7" fmla="*/ 0 w 7704856"/>
              <a:gd name="connsiteY7" fmla="*/ 1167760 h 1297511"/>
              <a:gd name="connsiteX8" fmla="*/ 0 w 7704856"/>
              <a:gd name="connsiteY8" fmla="*/ 129751 h 129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04856" h="1297511">
                <a:moveTo>
                  <a:pt x="0" y="129751"/>
                </a:moveTo>
                <a:cubicBezTo>
                  <a:pt x="0" y="58092"/>
                  <a:pt x="58092" y="0"/>
                  <a:pt x="129751" y="0"/>
                </a:cubicBezTo>
                <a:lnTo>
                  <a:pt x="7575105" y="0"/>
                </a:lnTo>
                <a:cubicBezTo>
                  <a:pt x="7646764" y="0"/>
                  <a:pt x="7704856" y="58092"/>
                  <a:pt x="7704856" y="129751"/>
                </a:cubicBezTo>
                <a:lnTo>
                  <a:pt x="7704856" y="1167760"/>
                </a:lnTo>
                <a:cubicBezTo>
                  <a:pt x="7704856" y="1239419"/>
                  <a:pt x="7646764" y="1297511"/>
                  <a:pt x="7575105" y="1297511"/>
                </a:cubicBezTo>
                <a:lnTo>
                  <a:pt x="129751" y="1297511"/>
                </a:lnTo>
                <a:cubicBezTo>
                  <a:pt x="58092" y="1297511"/>
                  <a:pt x="0" y="1239419"/>
                  <a:pt x="0" y="1167760"/>
                </a:cubicBezTo>
                <a:lnTo>
                  <a:pt x="0" y="12975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762162" tIns="91440" rIns="91441" bIns="91440" numCol="1" spcCol="1270" rtlCol="1" anchor="ctr" anchorCtr="0">
            <a:noAutofit/>
          </a:bodyPr>
          <a:lstStyle/>
          <a:p>
            <a:pPr marL="1828800" lvl="0" indent="0" algn="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الرسم</a:t>
            </a:r>
          </a:p>
          <a:p>
            <a:pPr marL="1828800" lvl="0" indent="0" algn="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الرسم المباشر على القماش يتيح الفرصة لإنشاء تصميمات فردية مباشرة. تُستخدم دهانات خاصة بالأقمشة في معظم أعمال الرسم على الأقمشة.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330F38-6840-C2A7-1F3B-840A7E83993B}"/>
              </a:ext>
            </a:extLst>
          </p:cNvPr>
          <p:cNvSpPr/>
          <p:nvPr/>
        </p:nvSpPr>
        <p:spPr>
          <a:xfrm>
            <a:off x="827584" y="3486462"/>
            <a:ext cx="7704856" cy="1297511"/>
          </a:xfrm>
          <a:custGeom>
            <a:avLst/>
            <a:gdLst>
              <a:gd name="connsiteX0" fmla="*/ 0 w 7704856"/>
              <a:gd name="connsiteY0" fmla="*/ 129751 h 1297511"/>
              <a:gd name="connsiteX1" fmla="*/ 129751 w 7704856"/>
              <a:gd name="connsiteY1" fmla="*/ 0 h 1297511"/>
              <a:gd name="connsiteX2" fmla="*/ 7575105 w 7704856"/>
              <a:gd name="connsiteY2" fmla="*/ 0 h 1297511"/>
              <a:gd name="connsiteX3" fmla="*/ 7704856 w 7704856"/>
              <a:gd name="connsiteY3" fmla="*/ 129751 h 1297511"/>
              <a:gd name="connsiteX4" fmla="*/ 7704856 w 7704856"/>
              <a:gd name="connsiteY4" fmla="*/ 1167760 h 1297511"/>
              <a:gd name="connsiteX5" fmla="*/ 7575105 w 7704856"/>
              <a:gd name="connsiteY5" fmla="*/ 1297511 h 1297511"/>
              <a:gd name="connsiteX6" fmla="*/ 129751 w 7704856"/>
              <a:gd name="connsiteY6" fmla="*/ 1297511 h 1297511"/>
              <a:gd name="connsiteX7" fmla="*/ 0 w 7704856"/>
              <a:gd name="connsiteY7" fmla="*/ 1167760 h 1297511"/>
              <a:gd name="connsiteX8" fmla="*/ 0 w 7704856"/>
              <a:gd name="connsiteY8" fmla="*/ 129751 h 129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04856" h="1297511">
                <a:moveTo>
                  <a:pt x="0" y="129751"/>
                </a:moveTo>
                <a:cubicBezTo>
                  <a:pt x="0" y="58092"/>
                  <a:pt x="58092" y="0"/>
                  <a:pt x="129751" y="0"/>
                </a:cubicBezTo>
                <a:lnTo>
                  <a:pt x="7575105" y="0"/>
                </a:lnTo>
                <a:cubicBezTo>
                  <a:pt x="7646764" y="0"/>
                  <a:pt x="7704856" y="58092"/>
                  <a:pt x="7704856" y="129751"/>
                </a:cubicBezTo>
                <a:lnTo>
                  <a:pt x="7704856" y="1167760"/>
                </a:lnTo>
                <a:cubicBezTo>
                  <a:pt x="7704856" y="1239419"/>
                  <a:pt x="7646764" y="1297511"/>
                  <a:pt x="7575105" y="1297511"/>
                </a:cubicBezTo>
                <a:lnTo>
                  <a:pt x="129751" y="1297511"/>
                </a:lnTo>
                <a:cubicBezTo>
                  <a:pt x="58092" y="1297511"/>
                  <a:pt x="0" y="1239419"/>
                  <a:pt x="0" y="1167760"/>
                </a:cubicBezTo>
                <a:lnTo>
                  <a:pt x="0" y="12975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762162" tIns="91440" rIns="91441" bIns="91440" numCol="1" spcCol="1270" rtlCol="1" anchor="ctr" anchorCtr="0">
            <a:noAutofit/>
          </a:bodyPr>
          <a:lstStyle/>
          <a:p>
            <a:pPr marL="1828800" lvl="0" indent="0" algn="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إعطاء القماش مظهرًا عتيقًا</a:t>
            </a:r>
          </a:p>
          <a:p>
            <a:pPr marL="1828800" lvl="0" indent="0" algn="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معالجة أسطح القماش بطريقة تجعل المواد تبدو أقدم أو مستخدمة لفترة طويلة.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0B3714-F75C-F3C0-EB53-B0C75DA0A7A4}"/>
              </a:ext>
            </a:extLst>
          </p:cNvPr>
          <p:cNvSpPr/>
          <p:nvPr/>
        </p:nvSpPr>
        <p:spPr>
          <a:xfrm>
            <a:off x="827584" y="4913724"/>
            <a:ext cx="7704856" cy="1297511"/>
          </a:xfrm>
          <a:custGeom>
            <a:avLst/>
            <a:gdLst>
              <a:gd name="connsiteX0" fmla="*/ 0 w 7704856"/>
              <a:gd name="connsiteY0" fmla="*/ 129751 h 1297511"/>
              <a:gd name="connsiteX1" fmla="*/ 129751 w 7704856"/>
              <a:gd name="connsiteY1" fmla="*/ 0 h 1297511"/>
              <a:gd name="connsiteX2" fmla="*/ 7575105 w 7704856"/>
              <a:gd name="connsiteY2" fmla="*/ 0 h 1297511"/>
              <a:gd name="connsiteX3" fmla="*/ 7704856 w 7704856"/>
              <a:gd name="connsiteY3" fmla="*/ 129751 h 1297511"/>
              <a:gd name="connsiteX4" fmla="*/ 7704856 w 7704856"/>
              <a:gd name="connsiteY4" fmla="*/ 1167760 h 1297511"/>
              <a:gd name="connsiteX5" fmla="*/ 7575105 w 7704856"/>
              <a:gd name="connsiteY5" fmla="*/ 1297511 h 1297511"/>
              <a:gd name="connsiteX6" fmla="*/ 129751 w 7704856"/>
              <a:gd name="connsiteY6" fmla="*/ 1297511 h 1297511"/>
              <a:gd name="connsiteX7" fmla="*/ 0 w 7704856"/>
              <a:gd name="connsiteY7" fmla="*/ 1167760 h 1297511"/>
              <a:gd name="connsiteX8" fmla="*/ 0 w 7704856"/>
              <a:gd name="connsiteY8" fmla="*/ 129751 h 129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04856" h="1297511">
                <a:moveTo>
                  <a:pt x="0" y="129751"/>
                </a:moveTo>
                <a:cubicBezTo>
                  <a:pt x="0" y="58092"/>
                  <a:pt x="58092" y="0"/>
                  <a:pt x="129751" y="0"/>
                </a:cubicBezTo>
                <a:lnTo>
                  <a:pt x="7575105" y="0"/>
                </a:lnTo>
                <a:cubicBezTo>
                  <a:pt x="7646764" y="0"/>
                  <a:pt x="7704856" y="58092"/>
                  <a:pt x="7704856" y="129751"/>
                </a:cubicBezTo>
                <a:lnTo>
                  <a:pt x="7704856" y="1167760"/>
                </a:lnTo>
                <a:cubicBezTo>
                  <a:pt x="7704856" y="1239419"/>
                  <a:pt x="7646764" y="1297511"/>
                  <a:pt x="7575105" y="1297511"/>
                </a:cubicBezTo>
                <a:lnTo>
                  <a:pt x="129751" y="1297511"/>
                </a:lnTo>
                <a:cubicBezTo>
                  <a:pt x="58092" y="1297511"/>
                  <a:pt x="0" y="1239419"/>
                  <a:pt x="0" y="1167760"/>
                </a:cubicBezTo>
                <a:lnTo>
                  <a:pt x="0" y="12975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762162" tIns="91440" rIns="91441" bIns="91440" numCol="1" spcCol="1270" rtlCol="1" anchor="ctr" anchorCtr="0">
            <a:noAutofit/>
          </a:bodyPr>
          <a:lstStyle/>
          <a:p>
            <a:pPr marL="1828800" lvl="0" indent="0" algn="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النقش</a:t>
            </a:r>
          </a:p>
          <a:p>
            <a:pPr marL="1828800" lvl="0" indent="0" algn="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إضافة نقش أو تصميم على القماش باستخدام الضغط والحرارة.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D19BB-F980-0C77-27AF-2E2516E62CC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9A2362-10E1-6A72-8826-34635E03B1D1}"/>
              </a:ext>
            </a:extLst>
          </p:cNvPr>
          <p:cNvSpPr/>
          <p:nvPr/>
        </p:nvSpPr>
        <p:spPr>
          <a:xfrm>
            <a:off x="6861717" y="2188950"/>
            <a:ext cx="1540971" cy="1038009"/>
          </a:xfrm>
          <a:prstGeom prst="roundRect">
            <a:avLst>
              <a:gd name="adj" fmla="val 10000"/>
            </a:avLst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FE4FDD-1BA6-1E10-63C7-615ECBDA1774}"/>
              </a:ext>
            </a:extLst>
          </p:cNvPr>
          <p:cNvSpPr/>
          <p:nvPr/>
        </p:nvSpPr>
        <p:spPr>
          <a:xfrm>
            <a:off x="6876256" y="3616212"/>
            <a:ext cx="1540971" cy="1038009"/>
          </a:xfrm>
          <a:prstGeom prst="roundRect">
            <a:avLst>
              <a:gd name="adj" fmla="val 10000"/>
            </a:avLst>
          </a:pr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880B7B-6154-EE1B-BE58-7CD97E02D0FD}"/>
              </a:ext>
            </a:extLst>
          </p:cNvPr>
          <p:cNvSpPr/>
          <p:nvPr/>
        </p:nvSpPr>
        <p:spPr>
          <a:xfrm>
            <a:off x="6887365" y="5043474"/>
            <a:ext cx="1540971" cy="1038009"/>
          </a:xfrm>
          <a:prstGeom prst="roundRect">
            <a:avLst>
              <a:gd name="adj" fmla="val 10000"/>
            </a:avLst>
          </a:prstGeom>
          <a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8423434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أساليب البناء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415FA04-8D4B-AF07-5406-060B329F35B3}"/>
              </a:ext>
            </a:extLst>
          </p:cNvPr>
          <p:cNvSpPr/>
          <p:nvPr/>
        </p:nvSpPr>
        <p:spPr>
          <a:xfrm>
            <a:off x="4516334" y="2071354"/>
            <a:ext cx="3872095" cy="1779651"/>
          </a:xfrm>
          <a:custGeom>
            <a:avLst/>
            <a:gdLst>
              <a:gd name="connsiteX0" fmla="*/ 0 w 3872095"/>
              <a:gd name="connsiteY0" fmla="*/ 0 h 1779651"/>
              <a:gd name="connsiteX1" fmla="*/ 3872095 w 3872095"/>
              <a:gd name="connsiteY1" fmla="*/ 0 h 1779651"/>
              <a:gd name="connsiteX2" fmla="*/ 3872095 w 3872095"/>
              <a:gd name="connsiteY2" fmla="*/ 1779651 h 1779651"/>
              <a:gd name="connsiteX3" fmla="*/ 0 w 3872095"/>
              <a:gd name="connsiteY3" fmla="*/ 1779651 h 1779651"/>
              <a:gd name="connsiteX4" fmla="*/ 0 w 3872095"/>
              <a:gd name="connsiteY4" fmla="*/ 0 h 177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79651">
                <a:moveTo>
                  <a:pt x="0" y="0"/>
                </a:moveTo>
                <a:lnTo>
                  <a:pt x="3872095" y="0"/>
                </a:lnTo>
                <a:lnTo>
                  <a:pt x="3872095" y="1779651"/>
                </a:lnTo>
                <a:lnTo>
                  <a:pt x="0" y="17796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النسج:</a:t>
            </a:r>
          </a:p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النسج هو عملية إنتاج الأقمشة التي يتم فيها تشابك خيطين أو مجموعتين مميزتين من الخيوط بزاوية قائمة لتكوين القماش.</a:t>
            </a:r>
            <a:endParaRPr lang="en-GB" sz="20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081ED2B-A67E-276F-E205-ABF7C10F933B}"/>
              </a:ext>
            </a:extLst>
          </p:cNvPr>
          <p:cNvSpPr/>
          <p:nvPr/>
        </p:nvSpPr>
        <p:spPr>
          <a:xfrm>
            <a:off x="181278" y="2069642"/>
            <a:ext cx="3872095" cy="1783063"/>
          </a:xfrm>
          <a:custGeom>
            <a:avLst/>
            <a:gdLst>
              <a:gd name="connsiteX0" fmla="*/ 0 w 3872095"/>
              <a:gd name="connsiteY0" fmla="*/ 0 h 1783063"/>
              <a:gd name="connsiteX1" fmla="*/ 3872095 w 3872095"/>
              <a:gd name="connsiteY1" fmla="*/ 0 h 1783063"/>
              <a:gd name="connsiteX2" fmla="*/ 3872095 w 3872095"/>
              <a:gd name="connsiteY2" fmla="*/ 1783063 h 1783063"/>
              <a:gd name="connsiteX3" fmla="*/ 0 w 3872095"/>
              <a:gd name="connsiteY3" fmla="*/ 1783063 h 1783063"/>
              <a:gd name="connsiteX4" fmla="*/ 0 w 3872095"/>
              <a:gd name="connsiteY4" fmla="*/ 0 h 178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83063">
                <a:moveTo>
                  <a:pt x="0" y="0"/>
                </a:moveTo>
                <a:lnTo>
                  <a:pt x="3872095" y="0"/>
                </a:lnTo>
                <a:lnTo>
                  <a:pt x="3872095" y="1783063"/>
                </a:lnTo>
                <a:lnTo>
                  <a:pt x="0" y="17830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الحياكة:</a:t>
            </a:r>
          </a:p>
          <a:p>
            <a:pPr marL="798513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الحياكة اليدوية إبرًا طويلة لترابط أو عقد سلسلة من الدرز المصنوعة من خيط صوفي واحد متصل. </a:t>
            </a:r>
            <a:endParaRPr lang="en-US" sz="20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97D48CF-6157-27CA-4D10-0040BA6E6A9F}"/>
              </a:ext>
            </a:extLst>
          </p:cNvPr>
          <p:cNvSpPr/>
          <p:nvPr/>
        </p:nvSpPr>
        <p:spPr>
          <a:xfrm>
            <a:off x="4516334" y="4446811"/>
            <a:ext cx="3872095" cy="1747307"/>
          </a:xfrm>
          <a:custGeom>
            <a:avLst/>
            <a:gdLst>
              <a:gd name="connsiteX0" fmla="*/ 0 w 3872095"/>
              <a:gd name="connsiteY0" fmla="*/ 0 h 1747307"/>
              <a:gd name="connsiteX1" fmla="*/ 3872095 w 3872095"/>
              <a:gd name="connsiteY1" fmla="*/ 0 h 1747307"/>
              <a:gd name="connsiteX2" fmla="*/ 3872095 w 3872095"/>
              <a:gd name="connsiteY2" fmla="*/ 1747307 h 1747307"/>
              <a:gd name="connsiteX3" fmla="*/ 0 w 3872095"/>
              <a:gd name="connsiteY3" fmla="*/ 1747307 h 1747307"/>
              <a:gd name="connsiteX4" fmla="*/ 0 w 3872095"/>
              <a:gd name="connsiteY4" fmla="*/ 0 h 174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47307">
                <a:moveTo>
                  <a:pt x="0" y="0"/>
                </a:moveTo>
                <a:lnTo>
                  <a:pt x="3872095" y="0"/>
                </a:lnTo>
                <a:lnTo>
                  <a:pt x="3872095" y="1747307"/>
                </a:lnTo>
                <a:lnTo>
                  <a:pt x="0" y="17473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91440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صناعة اللباد</a:t>
            </a:r>
            <a:endParaRPr lang="en-US" sz="20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91440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اللباد هو نسيج يتم إنتاجه عن طريق قفل الألياف معًا باستخدام الاحتكاك والرطوبة. </a:t>
            </a:r>
            <a:endParaRPr lang="en-US" sz="20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6AED2DA-B599-9D02-ACBB-2559C7FF51D0}"/>
              </a:ext>
            </a:extLst>
          </p:cNvPr>
          <p:cNvSpPr/>
          <p:nvPr/>
        </p:nvSpPr>
        <p:spPr>
          <a:xfrm>
            <a:off x="181278" y="4444397"/>
            <a:ext cx="3872095" cy="1750525"/>
          </a:xfrm>
          <a:custGeom>
            <a:avLst/>
            <a:gdLst>
              <a:gd name="connsiteX0" fmla="*/ 0 w 3872095"/>
              <a:gd name="connsiteY0" fmla="*/ 0 h 1750525"/>
              <a:gd name="connsiteX1" fmla="*/ 3872095 w 3872095"/>
              <a:gd name="connsiteY1" fmla="*/ 0 h 1750525"/>
              <a:gd name="connsiteX2" fmla="*/ 3872095 w 3872095"/>
              <a:gd name="connsiteY2" fmla="*/ 1750525 h 1750525"/>
              <a:gd name="connsiteX3" fmla="*/ 0 w 3872095"/>
              <a:gd name="connsiteY3" fmla="*/ 1750525 h 1750525"/>
              <a:gd name="connsiteX4" fmla="*/ 0 w 3872095"/>
              <a:gd name="connsiteY4" fmla="*/ 0 h 175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2095" h="1750525">
                <a:moveTo>
                  <a:pt x="0" y="0"/>
                </a:moveTo>
                <a:lnTo>
                  <a:pt x="3872095" y="0"/>
                </a:lnTo>
                <a:lnTo>
                  <a:pt x="3872095" y="1750525"/>
                </a:lnTo>
                <a:lnTo>
                  <a:pt x="0" y="17505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9593" tIns="68580" rIns="68580" bIns="68580" numCol="1" spcCol="1270" rtlCol="1" anchor="ctr" anchorCtr="0">
            <a:noAutofit/>
          </a:bodyPr>
          <a:lstStyle/>
          <a:p>
            <a:pPr marL="91440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المكرمية</a:t>
            </a:r>
          </a:p>
          <a:p>
            <a:pPr marL="914400" lvl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هذه تقنية عربية قديمة تتضمن عقد خيوط الأقمشة لإنشاء أنماط جميلة. </a:t>
            </a:r>
            <a:endParaRPr lang="en-US" sz="20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8B8AD-6EBC-D99D-5695-4E1138BD63E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A2420-F6A5-ACA9-932D-BAE0701A80AE}"/>
              </a:ext>
            </a:extLst>
          </p:cNvPr>
          <p:cNvSpPr/>
          <p:nvPr/>
        </p:nvSpPr>
        <p:spPr>
          <a:xfrm>
            <a:off x="7656375" y="2186617"/>
            <a:ext cx="1109622" cy="1490612"/>
          </a:xfrm>
          <a:prstGeom prst="rect">
            <a:avLst/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74EAD-2179-E8A5-3514-2284D747F777}"/>
              </a:ext>
            </a:extLst>
          </p:cNvPr>
          <p:cNvSpPr/>
          <p:nvPr/>
        </p:nvSpPr>
        <p:spPr>
          <a:xfrm>
            <a:off x="3318364" y="2132856"/>
            <a:ext cx="1109622" cy="1490612"/>
          </a:xfrm>
          <a:prstGeom prst="rect">
            <a:avLst/>
          </a:pr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1DF499-45D1-D9C2-E0EB-488D528C976C}"/>
              </a:ext>
            </a:extLst>
          </p:cNvPr>
          <p:cNvSpPr/>
          <p:nvPr/>
        </p:nvSpPr>
        <p:spPr>
          <a:xfrm>
            <a:off x="3275856" y="4566713"/>
            <a:ext cx="1109622" cy="1490612"/>
          </a:xfrm>
          <a:prstGeom prst="rect">
            <a:avLst/>
          </a:prstGeom>
          <a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31DD0A-22B8-97CD-0694-19866F304C69}"/>
              </a:ext>
            </a:extLst>
          </p:cNvPr>
          <p:cNvSpPr/>
          <p:nvPr/>
        </p:nvSpPr>
        <p:spPr>
          <a:xfrm>
            <a:off x="7717852" y="4574353"/>
            <a:ext cx="1109622" cy="1490612"/>
          </a:xfrm>
          <a:prstGeom prst="rect">
            <a:avLst/>
          </a:prstGeom>
          <a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1937253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120-BC40-7A64-F36A-D6F1F328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marL="685800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التصنيع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C78DB07-3963-C54B-CBBF-488A5812621A}"/>
              </a:ext>
            </a:extLst>
          </p:cNvPr>
          <p:cNvSpPr/>
          <p:nvPr/>
        </p:nvSpPr>
        <p:spPr>
          <a:xfrm>
            <a:off x="7555233" y="2708234"/>
            <a:ext cx="1297058" cy="1945587"/>
          </a:xfrm>
          <a:custGeom>
            <a:avLst/>
            <a:gdLst>
              <a:gd name="connsiteX0" fmla="*/ 0 w 1297058"/>
              <a:gd name="connsiteY0" fmla="*/ 129706 h 1945587"/>
              <a:gd name="connsiteX1" fmla="*/ 129706 w 1297058"/>
              <a:gd name="connsiteY1" fmla="*/ 0 h 1945587"/>
              <a:gd name="connsiteX2" fmla="*/ 1167352 w 1297058"/>
              <a:gd name="connsiteY2" fmla="*/ 0 h 1945587"/>
              <a:gd name="connsiteX3" fmla="*/ 1297058 w 1297058"/>
              <a:gd name="connsiteY3" fmla="*/ 129706 h 1945587"/>
              <a:gd name="connsiteX4" fmla="*/ 1297058 w 1297058"/>
              <a:gd name="connsiteY4" fmla="*/ 1815881 h 1945587"/>
              <a:gd name="connsiteX5" fmla="*/ 1167352 w 1297058"/>
              <a:gd name="connsiteY5" fmla="*/ 1945587 h 1945587"/>
              <a:gd name="connsiteX6" fmla="*/ 129706 w 1297058"/>
              <a:gd name="connsiteY6" fmla="*/ 1945587 h 1945587"/>
              <a:gd name="connsiteX7" fmla="*/ 0 w 1297058"/>
              <a:gd name="connsiteY7" fmla="*/ 1815881 h 1945587"/>
              <a:gd name="connsiteX8" fmla="*/ 0 w 1297058"/>
              <a:gd name="connsiteY8" fmla="*/ 129706 h 194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058" h="1945587">
                <a:moveTo>
                  <a:pt x="0" y="129706"/>
                </a:moveTo>
                <a:cubicBezTo>
                  <a:pt x="0" y="58071"/>
                  <a:pt x="58071" y="0"/>
                  <a:pt x="129706" y="0"/>
                </a:cubicBezTo>
                <a:lnTo>
                  <a:pt x="1167352" y="0"/>
                </a:lnTo>
                <a:cubicBezTo>
                  <a:pt x="1238987" y="0"/>
                  <a:pt x="1297058" y="58071"/>
                  <a:pt x="1297058" y="129706"/>
                </a:cubicBezTo>
                <a:lnTo>
                  <a:pt x="1297058" y="1815881"/>
                </a:lnTo>
                <a:cubicBezTo>
                  <a:pt x="1297058" y="1887516"/>
                  <a:pt x="1238987" y="1945587"/>
                  <a:pt x="1167352" y="1945587"/>
                </a:cubicBezTo>
                <a:lnTo>
                  <a:pt x="129706" y="1945587"/>
                </a:lnTo>
                <a:cubicBezTo>
                  <a:pt x="58071" y="1945587"/>
                  <a:pt x="0" y="1887516"/>
                  <a:pt x="0" y="1815881"/>
                </a:cubicBezTo>
                <a:lnTo>
                  <a:pt x="0" y="12970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06570" tIns="106570" rIns="106570" bIns="10657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اختيار المواد</a:t>
            </a:r>
            <a:endParaRPr lang="en-GB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93E02B-15D4-004C-9FE5-4E2AD3C7EE00}"/>
              </a:ext>
            </a:extLst>
          </p:cNvPr>
          <p:cNvSpPr/>
          <p:nvPr/>
        </p:nvSpPr>
        <p:spPr>
          <a:xfrm flipH="1">
            <a:off x="7150552" y="3520192"/>
            <a:ext cx="274976" cy="321670"/>
          </a:xfrm>
          <a:custGeom>
            <a:avLst/>
            <a:gdLst>
              <a:gd name="connsiteX0" fmla="*/ 0 w 274976"/>
              <a:gd name="connsiteY0" fmla="*/ 64334 h 321670"/>
              <a:gd name="connsiteX1" fmla="*/ 137488 w 274976"/>
              <a:gd name="connsiteY1" fmla="*/ 64334 h 321670"/>
              <a:gd name="connsiteX2" fmla="*/ 137488 w 274976"/>
              <a:gd name="connsiteY2" fmla="*/ 0 h 321670"/>
              <a:gd name="connsiteX3" fmla="*/ 274976 w 274976"/>
              <a:gd name="connsiteY3" fmla="*/ 160835 h 321670"/>
              <a:gd name="connsiteX4" fmla="*/ 137488 w 274976"/>
              <a:gd name="connsiteY4" fmla="*/ 321670 h 321670"/>
              <a:gd name="connsiteX5" fmla="*/ 137488 w 274976"/>
              <a:gd name="connsiteY5" fmla="*/ 257336 h 321670"/>
              <a:gd name="connsiteX6" fmla="*/ 0 w 274976"/>
              <a:gd name="connsiteY6" fmla="*/ 257336 h 321670"/>
              <a:gd name="connsiteX7" fmla="*/ 0 w 274976"/>
              <a:gd name="connsiteY7" fmla="*/ 64334 h 3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976" h="321670">
                <a:moveTo>
                  <a:pt x="0" y="64334"/>
                </a:moveTo>
                <a:lnTo>
                  <a:pt x="137488" y="64334"/>
                </a:lnTo>
                <a:lnTo>
                  <a:pt x="137488" y="0"/>
                </a:lnTo>
                <a:lnTo>
                  <a:pt x="274976" y="160835"/>
                </a:lnTo>
                <a:lnTo>
                  <a:pt x="137488" y="321670"/>
                </a:lnTo>
                <a:lnTo>
                  <a:pt x="137488" y="257336"/>
                </a:lnTo>
                <a:lnTo>
                  <a:pt x="0" y="257336"/>
                </a:lnTo>
                <a:lnTo>
                  <a:pt x="0" y="64334"/>
                </a:lnTo>
                <a:close/>
              </a:path>
            </a:pathLst>
          </a:custGeom>
          <a:solidFill>
            <a:srgbClr val="E1A6C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4334" rIns="82493" bIns="64334" numCol="1" spcCol="1270" rtlCol="1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1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820C114-E90F-5622-70CF-6C63AB22109A}"/>
              </a:ext>
            </a:extLst>
          </p:cNvPr>
          <p:cNvSpPr/>
          <p:nvPr/>
        </p:nvSpPr>
        <p:spPr>
          <a:xfrm>
            <a:off x="5739352" y="2708234"/>
            <a:ext cx="1297058" cy="1945587"/>
          </a:xfrm>
          <a:custGeom>
            <a:avLst/>
            <a:gdLst>
              <a:gd name="connsiteX0" fmla="*/ 0 w 1297058"/>
              <a:gd name="connsiteY0" fmla="*/ 129706 h 1945587"/>
              <a:gd name="connsiteX1" fmla="*/ 129706 w 1297058"/>
              <a:gd name="connsiteY1" fmla="*/ 0 h 1945587"/>
              <a:gd name="connsiteX2" fmla="*/ 1167352 w 1297058"/>
              <a:gd name="connsiteY2" fmla="*/ 0 h 1945587"/>
              <a:gd name="connsiteX3" fmla="*/ 1297058 w 1297058"/>
              <a:gd name="connsiteY3" fmla="*/ 129706 h 1945587"/>
              <a:gd name="connsiteX4" fmla="*/ 1297058 w 1297058"/>
              <a:gd name="connsiteY4" fmla="*/ 1815881 h 1945587"/>
              <a:gd name="connsiteX5" fmla="*/ 1167352 w 1297058"/>
              <a:gd name="connsiteY5" fmla="*/ 1945587 h 1945587"/>
              <a:gd name="connsiteX6" fmla="*/ 129706 w 1297058"/>
              <a:gd name="connsiteY6" fmla="*/ 1945587 h 1945587"/>
              <a:gd name="connsiteX7" fmla="*/ 0 w 1297058"/>
              <a:gd name="connsiteY7" fmla="*/ 1815881 h 1945587"/>
              <a:gd name="connsiteX8" fmla="*/ 0 w 1297058"/>
              <a:gd name="connsiteY8" fmla="*/ 129706 h 194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058" h="1945587">
                <a:moveTo>
                  <a:pt x="0" y="129706"/>
                </a:moveTo>
                <a:cubicBezTo>
                  <a:pt x="0" y="58071"/>
                  <a:pt x="58071" y="0"/>
                  <a:pt x="129706" y="0"/>
                </a:cubicBezTo>
                <a:lnTo>
                  <a:pt x="1167352" y="0"/>
                </a:lnTo>
                <a:cubicBezTo>
                  <a:pt x="1238987" y="0"/>
                  <a:pt x="1297058" y="58071"/>
                  <a:pt x="1297058" y="129706"/>
                </a:cubicBezTo>
                <a:lnTo>
                  <a:pt x="1297058" y="1815881"/>
                </a:lnTo>
                <a:cubicBezTo>
                  <a:pt x="1297058" y="1887516"/>
                  <a:pt x="1238987" y="1945587"/>
                  <a:pt x="1167352" y="1945587"/>
                </a:cubicBezTo>
                <a:lnTo>
                  <a:pt x="129706" y="1945587"/>
                </a:lnTo>
                <a:cubicBezTo>
                  <a:pt x="58071" y="1945587"/>
                  <a:pt x="0" y="1887516"/>
                  <a:pt x="0" y="1815881"/>
                </a:cubicBezTo>
                <a:lnTo>
                  <a:pt x="0" y="12970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06570" tIns="106570" rIns="106570" bIns="10657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دمج عمليات مختلفة (بما في ذلك الأساليب التقليدية وغير التقليدية والرقمية)</a:t>
            </a:r>
            <a:endParaRPr lang="en-GB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9562981-4B20-9055-E12A-CB195CB98BA0}"/>
              </a:ext>
            </a:extLst>
          </p:cNvPr>
          <p:cNvSpPr/>
          <p:nvPr/>
        </p:nvSpPr>
        <p:spPr>
          <a:xfrm flipH="1">
            <a:off x="5334670" y="3520192"/>
            <a:ext cx="274976" cy="321670"/>
          </a:xfrm>
          <a:custGeom>
            <a:avLst/>
            <a:gdLst>
              <a:gd name="connsiteX0" fmla="*/ 0 w 274976"/>
              <a:gd name="connsiteY0" fmla="*/ 64334 h 321670"/>
              <a:gd name="connsiteX1" fmla="*/ 137488 w 274976"/>
              <a:gd name="connsiteY1" fmla="*/ 64334 h 321670"/>
              <a:gd name="connsiteX2" fmla="*/ 137488 w 274976"/>
              <a:gd name="connsiteY2" fmla="*/ 0 h 321670"/>
              <a:gd name="connsiteX3" fmla="*/ 274976 w 274976"/>
              <a:gd name="connsiteY3" fmla="*/ 160835 h 321670"/>
              <a:gd name="connsiteX4" fmla="*/ 137488 w 274976"/>
              <a:gd name="connsiteY4" fmla="*/ 321670 h 321670"/>
              <a:gd name="connsiteX5" fmla="*/ 137488 w 274976"/>
              <a:gd name="connsiteY5" fmla="*/ 257336 h 321670"/>
              <a:gd name="connsiteX6" fmla="*/ 0 w 274976"/>
              <a:gd name="connsiteY6" fmla="*/ 257336 h 321670"/>
              <a:gd name="connsiteX7" fmla="*/ 0 w 274976"/>
              <a:gd name="connsiteY7" fmla="*/ 64334 h 3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976" h="321670">
                <a:moveTo>
                  <a:pt x="0" y="64334"/>
                </a:moveTo>
                <a:lnTo>
                  <a:pt x="137488" y="64334"/>
                </a:lnTo>
                <a:lnTo>
                  <a:pt x="137488" y="0"/>
                </a:lnTo>
                <a:lnTo>
                  <a:pt x="274976" y="160835"/>
                </a:lnTo>
                <a:lnTo>
                  <a:pt x="137488" y="321670"/>
                </a:lnTo>
                <a:lnTo>
                  <a:pt x="137488" y="257336"/>
                </a:lnTo>
                <a:lnTo>
                  <a:pt x="0" y="257336"/>
                </a:lnTo>
                <a:lnTo>
                  <a:pt x="0" y="64334"/>
                </a:lnTo>
                <a:close/>
              </a:path>
            </a:pathLst>
          </a:custGeom>
          <a:solidFill>
            <a:srgbClr val="E1A6C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4334" rIns="82493" bIns="64334" numCol="1" spcCol="1270" rtlCol="1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1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55AB826-660A-895C-5379-4A95666AEEA6}"/>
              </a:ext>
            </a:extLst>
          </p:cNvPr>
          <p:cNvSpPr/>
          <p:nvPr/>
        </p:nvSpPr>
        <p:spPr>
          <a:xfrm>
            <a:off x="3923471" y="2708234"/>
            <a:ext cx="1297058" cy="1945587"/>
          </a:xfrm>
          <a:custGeom>
            <a:avLst/>
            <a:gdLst>
              <a:gd name="connsiteX0" fmla="*/ 0 w 1297058"/>
              <a:gd name="connsiteY0" fmla="*/ 129706 h 1945587"/>
              <a:gd name="connsiteX1" fmla="*/ 129706 w 1297058"/>
              <a:gd name="connsiteY1" fmla="*/ 0 h 1945587"/>
              <a:gd name="connsiteX2" fmla="*/ 1167352 w 1297058"/>
              <a:gd name="connsiteY2" fmla="*/ 0 h 1945587"/>
              <a:gd name="connsiteX3" fmla="*/ 1297058 w 1297058"/>
              <a:gd name="connsiteY3" fmla="*/ 129706 h 1945587"/>
              <a:gd name="connsiteX4" fmla="*/ 1297058 w 1297058"/>
              <a:gd name="connsiteY4" fmla="*/ 1815881 h 1945587"/>
              <a:gd name="connsiteX5" fmla="*/ 1167352 w 1297058"/>
              <a:gd name="connsiteY5" fmla="*/ 1945587 h 1945587"/>
              <a:gd name="connsiteX6" fmla="*/ 129706 w 1297058"/>
              <a:gd name="connsiteY6" fmla="*/ 1945587 h 1945587"/>
              <a:gd name="connsiteX7" fmla="*/ 0 w 1297058"/>
              <a:gd name="connsiteY7" fmla="*/ 1815881 h 1945587"/>
              <a:gd name="connsiteX8" fmla="*/ 0 w 1297058"/>
              <a:gd name="connsiteY8" fmla="*/ 129706 h 194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058" h="1945587">
                <a:moveTo>
                  <a:pt x="0" y="129706"/>
                </a:moveTo>
                <a:cubicBezTo>
                  <a:pt x="0" y="58071"/>
                  <a:pt x="58071" y="0"/>
                  <a:pt x="129706" y="0"/>
                </a:cubicBezTo>
                <a:lnTo>
                  <a:pt x="1167352" y="0"/>
                </a:lnTo>
                <a:cubicBezTo>
                  <a:pt x="1238987" y="0"/>
                  <a:pt x="1297058" y="58071"/>
                  <a:pt x="1297058" y="129706"/>
                </a:cubicBezTo>
                <a:lnTo>
                  <a:pt x="1297058" y="1815881"/>
                </a:lnTo>
                <a:cubicBezTo>
                  <a:pt x="1297058" y="1887516"/>
                  <a:pt x="1238987" y="1945587"/>
                  <a:pt x="1167352" y="1945587"/>
                </a:cubicBezTo>
                <a:lnTo>
                  <a:pt x="129706" y="1945587"/>
                </a:lnTo>
                <a:cubicBezTo>
                  <a:pt x="58071" y="1945587"/>
                  <a:pt x="0" y="1887516"/>
                  <a:pt x="0" y="1815881"/>
                </a:cubicBezTo>
                <a:lnTo>
                  <a:pt x="0" y="12970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06570" tIns="106570" rIns="106570" bIns="10657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تنقيح الأفكار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B7E0345-B13E-8E7E-9D7B-6782B1EDBDDE}"/>
              </a:ext>
            </a:extLst>
          </p:cNvPr>
          <p:cNvSpPr/>
          <p:nvPr/>
        </p:nvSpPr>
        <p:spPr>
          <a:xfrm flipH="1">
            <a:off x="3518789" y="3520192"/>
            <a:ext cx="274976" cy="321670"/>
          </a:xfrm>
          <a:custGeom>
            <a:avLst/>
            <a:gdLst>
              <a:gd name="connsiteX0" fmla="*/ 0 w 274976"/>
              <a:gd name="connsiteY0" fmla="*/ 64334 h 321670"/>
              <a:gd name="connsiteX1" fmla="*/ 137488 w 274976"/>
              <a:gd name="connsiteY1" fmla="*/ 64334 h 321670"/>
              <a:gd name="connsiteX2" fmla="*/ 137488 w 274976"/>
              <a:gd name="connsiteY2" fmla="*/ 0 h 321670"/>
              <a:gd name="connsiteX3" fmla="*/ 274976 w 274976"/>
              <a:gd name="connsiteY3" fmla="*/ 160835 h 321670"/>
              <a:gd name="connsiteX4" fmla="*/ 137488 w 274976"/>
              <a:gd name="connsiteY4" fmla="*/ 321670 h 321670"/>
              <a:gd name="connsiteX5" fmla="*/ 137488 w 274976"/>
              <a:gd name="connsiteY5" fmla="*/ 257336 h 321670"/>
              <a:gd name="connsiteX6" fmla="*/ 0 w 274976"/>
              <a:gd name="connsiteY6" fmla="*/ 257336 h 321670"/>
              <a:gd name="connsiteX7" fmla="*/ 0 w 274976"/>
              <a:gd name="connsiteY7" fmla="*/ 64334 h 3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976" h="321670">
                <a:moveTo>
                  <a:pt x="0" y="64334"/>
                </a:moveTo>
                <a:lnTo>
                  <a:pt x="137488" y="64334"/>
                </a:lnTo>
                <a:lnTo>
                  <a:pt x="137488" y="0"/>
                </a:lnTo>
                <a:lnTo>
                  <a:pt x="274976" y="160835"/>
                </a:lnTo>
                <a:lnTo>
                  <a:pt x="137488" y="321670"/>
                </a:lnTo>
                <a:lnTo>
                  <a:pt x="137488" y="257336"/>
                </a:lnTo>
                <a:lnTo>
                  <a:pt x="0" y="257336"/>
                </a:lnTo>
                <a:lnTo>
                  <a:pt x="0" y="64334"/>
                </a:lnTo>
                <a:close/>
              </a:path>
            </a:pathLst>
          </a:custGeom>
          <a:solidFill>
            <a:srgbClr val="E1A6C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4334" rIns="82493" bIns="64334" numCol="1" spcCol="1270" rtlCol="1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1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11DB89-9B2D-75E5-4C4A-6D8E78E34E01}"/>
              </a:ext>
            </a:extLst>
          </p:cNvPr>
          <p:cNvSpPr/>
          <p:nvPr/>
        </p:nvSpPr>
        <p:spPr>
          <a:xfrm>
            <a:off x="2107590" y="2708234"/>
            <a:ext cx="1297058" cy="1945587"/>
          </a:xfrm>
          <a:custGeom>
            <a:avLst/>
            <a:gdLst>
              <a:gd name="connsiteX0" fmla="*/ 0 w 1297058"/>
              <a:gd name="connsiteY0" fmla="*/ 129706 h 1945587"/>
              <a:gd name="connsiteX1" fmla="*/ 129706 w 1297058"/>
              <a:gd name="connsiteY1" fmla="*/ 0 h 1945587"/>
              <a:gd name="connsiteX2" fmla="*/ 1167352 w 1297058"/>
              <a:gd name="connsiteY2" fmla="*/ 0 h 1945587"/>
              <a:gd name="connsiteX3" fmla="*/ 1297058 w 1297058"/>
              <a:gd name="connsiteY3" fmla="*/ 129706 h 1945587"/>
              <a:gd name="connsiteX4" fmla="*/ 1297058 w 1297058"/>
              <a:gd name="connsiteY4" fmla="*/ 1815881 h 1945587"/>
              <a:gd name="connsiteX5" fmla="*/ 1167352 w 1297058"/>
              <a:gd name="connsiteY5" fmla="*/ 1945587 h 1945587"/>
              <a:gd name="connsiteX6" fmla="*/ 129706 w 1297058"/>
              <a:gd name="connsiteY6" fmla="*/ 1945587 h 1945587"/>
              <a:gd name="connsiteX7" fmla="*/ 0 w 1297058"/>
              <a:gd name="connsiteY7" fmla="*/ 1815881 h 1945587"/>
              <a:gd name="connsiteX8" fmla="*/ 0 w 1297058"/>
              <a:gd name="connsiteY8" fmla="*/ 129706 h 194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058" h="1945587">
                <a:moveTo>
                  <a:pt x="0" y="129706"/>
                </a:moveTo>
                <a:cubicBezTo>
                  <a:pt x="0" y="58071"/>
                  <a:pt x="58071" y="0"/>
                  <a:pt x="129706" y="0"/>
                </a:cubicBezTo>
                <a:lnTo>
                  <a:pt x="1167352" y="0"/>
                </a:lnTo>
                <a:cubicBezTo>
                  <a:pt x="1238987" y="0"/>
                  <a:pt x="1297058" y="58071"/>
                  <a:pt x="1297058" y="129706"/>
                </a:cubicBezTo>
                <a:lnTo>
                  <a:pt x="1297058" y="1815881"/>
                </a:lnTo>
                <a:cubicBezTo>
                  <a:pt x="1297058" y="1887516"/>
                  <a:pt x="1238987" y="1945587"/>
                  <a:pt x="1167352" y="1945587"/>
                </a:cubicBezTo>
                <a:lnTo>
                  <a:pt x="129706" y="1945587"/>
                </a:lnTo>
                <a:cubicBezTo>
                  <a:pt x="58071" y="1945587"/>
                  <a:pt x="0" y="1887516"/>
                  <a:pt x="0" y="1815881"/>
                </a:cubicBezTo>
                <a:lnTo>
                  <a:pt x="0" y="12970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06570" tIns="106570" rIns="106570" bIns="10657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المهارات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9708B50-CE42-F6BB-A2D2-4C39B65FFEF0}"/>
              </a:ext>
            </a:extLst>
          </p:cNvPr>
          <p:cNvSpPr/>
          <p:nvPr/>
        </p:nvSpPr>
        <p:spPr>
          <a:xfrm flipH="1">
            <a:off x="1702908" y="3520192"/>
            <a:ext cx="274976" cy="321670"/>
          </a:xfrm>
          <a:custGeom>
            <a:avLst/>
            <a:gdLst>
              <a:gd name="connsiteX0" fmla="*/ 0 w 274976"/>
              <a:gd name="connsiteY0" fmla="*/ 64334 h 321670"/>
              <a:gd name="connsiteX1" fmla="*/ 137488 w 274976"/>
              <a:gd name="connsiteY1" fmla="*/ 64334 h 321670"/>
              <a:gd name="connsiteX2" fmla="*/ 137488 w 274976"/>
              <a:gd name="connsiteY2" fmla="*/ 0 h 321670"/>
              <a:gd name="connsiteX3" fmla="*/ 274976 w 274976"/>
              <a:gd name="connsiteY3" fmla="*/ 160835 h 321670"/>
              <a:gd name="connsiteX4" fmla="*/ 137488 w 274976"/>
              <a:gd name="connsiteY4" fmla="*/ 321670 h 321670"/>
              <a:gd name="connsiteX5" fmla="*/ 137488 w 274976"/>
              <a:gd name="connsiteY5" fmla="*/ 257336 h 321670"/>
              <a:gd name="connsiteX6" fmla="*/ 0 w 274976"/>
              <a:gd name="connsiteY6" fmla="*/ 257336 h 321670"/>
              <a:gd name="connsiteX7" fmla="*/ 0 w 274976"/>
              <a:gd name="connsiteY7" fmla="*/ 64334 h 3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976" h="321670">
                <a:moveTo>
                  <a:pt x="0" y="64334"/>
                </a:moveTo>
                <a:lnTo>
                  <a:pt x="137488" y="64334"/>
                </a:lnTo>
                <a:lnTo>
                  <a:pt x="137488" y="0"/>
                </a:lnTo>
                <a:lnTo>
                  <a:pt x="274976" y="160835"/>
                </a:lnTo>
                <a:lnTo>
                  <a:pt x="137488" y="321670"/>
                </a:lnTo>
                <a:lnTo>
                  <a:pt x="137488" y="257336"/>
                </a:lnTo>
                <a:lnTo>
                  <a:pt x="0" y="257336"/>
                </a:lnTo>
                <a:lnTo>
                  <a:pt x="0" y="64334"/>
                </a:lnTo>
                <a:close/>
              </a:path>
            </a:pathLst>
          </a:custGeom>
          <a:solidFill>
            <a:srgbClr val="E1A6C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4334" rIns="82493" bIns="64334" numCol="1" spcCol="1270" rtlCol="1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1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93F55D-5315-A9DC-88E8-87B56A04394D}"/>
              </a:ext>
            </a:extLst>
          </p:cNvPr>
          <p:cNvSpPr/>
          <p:nvPr/>
        </p:nvSpPr>
        <p:spPr>
          <a:xfrm>
            <a:off x="291709" y="2708234"/>
            <a:ext cx="1297058" cy="1945587"/>
          </a:xfrm>
          <a:custGeom>
            <a:avLst/>
            <a:gdLst>
              <a:gd name="connsiteX0" fmla="*/ 0 w 1297058"/>
              <a:gd name="connsiteY0" fmla="*/ 129706 h 1945587"/>
              <a:gd name="connsiteX1" fmla="*/ 129706 w 1297058"/>
              <a:gd name="connsiteY1" fmla="*/ 0 h 1945587"/>
              <a:gd name="connsiteX2" fmla="*/ 1167352 w 1297058"/>
              <a:gd name="connsiteY2" fmla="*/ 0 h 1945587"/>
              <a:gd name="connsiteX3" fmla="*/ 1297058 w 1297058"/>
              <a:gd name="connsiteY3" fmla="*/ 129706 h 1945587"/>
              <a:gd name="connsiteX4" fmla="*/ 1297058 w 1297058"/>
              <a:gd name="connsiteY4" fmla="*/ 1815881 h 1945587"/>
              <a:gd name="connsiteX5" fmla="*/ 1167352 w 1297058"/>
              <a:gd name="connsiteY5" fmla="*/ 1945587 h 1945587"/>
              <a:gd name="connsiteX6" fmla="*/ 129706 w 1297058"/>
              <a:gd name="connsiteY6" fmla="*/ 1945587 h 1945587"/>
              <a:gd name="connsiteX7" fmla="*/ 0 w 1297058"/>
              <a:gd name="connsiteY7" fmla="*/ 1815881 h 1945587"/>
              <a:gd name="connsiteX8" fmla="*/ 0 w 1297058"/>
              <a:gd name="connsiteY8" fmla="*/ 129706 h 194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058" h="1945587">
                <a:moveTo>
                  <a:pt x="0" y="129706"/>
                </a:moveTo>
                <a:cubicBezTo>
                  <a:pt x="0" y="58071"/>
                  <a:pt x="58071" y="0"/>
                  <a:pt x="129706" y="0"/>
                </a:cubicBezTo>
                <a:lnTo>
                  <a:pt x="1167352" y="0"/>
                </a:lnTo>
                <a:cubicBezTo>
                  <a:pt x="1238987" y="0"/>
                  <a:pt x="1297058" y="58071"/>
                  <a:pt x="1297058" y="129706"/>
                </a:cubicBezTo>
                <a:lnTo>
                  <a:pt x="1297058" y="1815881"/>
                </a:lnTo>
                <a:cubicBezTo>
                  <a:pt x="1297058" y="1887516"/>
                  <a:pt x="1238987" y="1945587"/>
                  <a:pt x="1167352" y="1945587"/>
                </a:cubicBezTo>
                <a:lnTo>
                  <a:pt x="129706" y="1945587"/>
                </a:lnTo>
                <a:cubicBezTo>
                  <a:pt x="58071" y="1945587"/>
                  <a:pt x="0" y="1887516"/>
                  <a:pt x="0" y="1815881"/>
                </a:cubicBezTo>
                <a:lnTo>
                  <a:pt x="0" y="12970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06570" tIns="106570" rIns="106570" bIns="10657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إنتاج مخرجات نهائية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D31D8-4CCA-02CE-2466-F417A840FF3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174229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568" y="2132856"/>
            <a:ext cx="7992888" cy="4248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الأفكار - ابدأ بالإطلاع على بحثك والموجز. تنقيح الأفكار وتوضيحها.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تطبيق المواد والعمليات والمهارات التقنية - إنجاز عينات واختبارات وتجارب. تذكر أن تأخذ الصحة والسلامة بعين الاعتبار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الاستقصاء والتجريب - انظر إلى إمكانيات وحدود المواد والتقنيات المستخدمة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سجّل تقدّمك بصيغة مناسبة.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عمل إبداعي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F267CAF-8E73-3679-532C-85B66765DD4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986069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2DFA502-DDC6-3E6B-B673-A32F5C76A6DC}"/>
              </a:ext>
            </a:extLst>
          </p:cNvPr>
          <p:cNvSpPr/>
          <p:nvPr/>
        </p:nvSpPr>
        <p:spPr>
          <a:xfrm>
            <a:off x="6857299" y="2051273"/>
            <a:ext cx="2027176" cy="3825999"/>
          </a:xfrm>
          <a:custGeom>
            <a:avLst/>
            <a:gdLst>
              <a:gd name="connsiteX0" fmla="*/ 0 w 2027176"/>
              <a:gd name="connsiteY0" fmla="*/ 202718 h 3825999"/>
              <a:gd name="connsiteX1" fmla="*/ 202718 w 2027176"/>
              <a:gd name="connsiteY1" fmla="*/ 0 h 3825999"/>
              <a:gd name="connsiteX2" fmla="*/ 1824458 w 2027176"/>
              <a:gd name="connsiteY2" fmla="*/ 0 h 3825999"/>
              <a:gd name="connsiteX3" fmla="*/ 2027176 w 2027176"/>
              <a:gd name="connsiteY3" fmla="*/ 202718 h 3825999"/>
              <a:gd name="connsiteX4" fmla="*/ 2027176 w 2027176"/>
              <a:gd name="connsiteY4" fmla="*/ 3623281 h 3825999"/>
              <a:gd name="connsiteX5" fmla="*/ 1824458 w 2027176"/>
              <a:gd name="connsiteY5" fmla="*/ 3825999 h 3825999"/>
              <a:gd name="connsiteX6" fmla="*/ 202718 w 2027176"/>
              <a:gd name="connsiteY6" fmla="*/ 3825999 h 3825999"/>
              <a:gd name="connsiteX7" fmla="*/ 0 w 2027176"/>
              <a:gd name="connsiteY7" fmla="*/ 3623281 h 3825999"/>
              <a:gd name="connsiteX8" fmla="*/ 0 w 2027176"/>
              <a:gd name="connsiteY8" fmla="*/ 202718 h 382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176" h="3825999">
                <a:moveTo>
                  <a:pt x="0" y="202718"/>
                </a:moveTo>
                <a:cubicBezTo>
                  <a:pt x="0" y="90760"/>
                  <a:pt x="90760" y="0"/>
                  <a:pt x="202718" y="0"/>
                </a:cubicBezTo>
                <a:lnTo>
                  <a:pt x="1824458" y="0"/>
                </a:lnTo>
                <a:cubicBezTo>
                  <a:pt x="1936416" y="0"/>
                  <a:pt x="2027176" y="90760"/>
                  <a:pt x="2027176" y="202718"/>
                </a:cubicBezTo>
                <a:lnTo>
                  <a:pt x="2027176" y="3623281"/>
                </a:lnTo>
                <a:cubicBezTo>
                  <a:pt x="2027176" y="3735239"/>
                  <a:pt x="1936416" y="3825999"/>
                  <a:pt x="1824458" y="3825999"/>
                </a:cubicBezTo>
                <a:lnTo>
                  <a:pt x="202718" y="3825999"/>
                </a:lnTo>
                <a:cubicBezTo>
                  <a:pt x="90760" y="3825999"/>
                  <a:pt x="0" y="3735239"/>
                  <a:pt x="0" y="3623281"/>
                </a:cubicBezTo>
                <a:lnTo>
                  <a:pt x="0" y="20271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2754400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التفكير</a:t>
            </a:r>
            <a:endParaRPr lang="en-GB" sz="29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E78CC70-F67B-2D5B-1C0A-211A0E825F91}"/>
              </a:ext>
            </a:extLst>
          </p:cNvPr>
          <p:cNvSpPr/>
          <p:nvPr/>
        </p:nvSpPr>
        <p:spPr>
          <a:xfrm>
            <a:off x="7065957" y="3199399"/>
            <a:ext cx="1621740" cy="751655"/>
          </a:xfrm>
          <a:custGeom>
            <a:avLst/>
            <a:gdLst>
              <a:gd name="connsiteX0" fmla="*/ 0 w 1621740"/>
              <a:gd name="connsiteY0" fmla="*/ 75166 h 751655"/>
              <a:gd name="connsiteX1" fmla="*/ 75166 w 1621740"/>
              <a:gd name="connsiteY1" fmla="*/ 0 h 751655"/>
              <a:gd name="connsiteX2" fmla="*/ 1546575 w 1621740"/>
              <a:gd name="connsiteY2" fmla="*/ 0 h 751655"/>
              <a:gd name="connsiteX3" fmla="*/ 1621741 w 1621740"/>
              <a:gd name="connsiteY3" fmla="*/ 75166 h 751655"/>
              <a:gd name="connsiteX4" fmla="*/ 1621740 w 1621740"/>
              <a:gd name="connsiteY4" fmla="*/ 676490 h 751655"/>
              <a:gd name="connsiteX5" fmla="*/ 1546574 w 1621740"/>
              <a:gd name="connsiteY5" fmla="*/ 751656 h 751655"/>
              <a:gd name="connsiteX6" fmla="*/ 75166 w 1621740"/>
              <a:gd name="connsiteY6" fmla="*/ 751655 h 751655"/>
              <a:gd name="connsiteX7" fmla="*/ 0 w 1621740"/>
              <a:gd name="connsiteY7" fmla="*/ 676489 h 751655"/>
              <a:gd name="connsiteX8" fmla="*/ 0 w 1621740"/>
              <a:gd name="connsiteY8" fmla="*/ 75166 h 7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751655">
                <a:moveTo>
                  <a:pt x="0" y="75166"/>
                </a:moveTo>
                <a:cubicBezTo>
                  <a:pt x="0" y="33653"/>
                  <a:pt x="33653" y="0"/>
                  <a:pt x="75166" y="0"/>
                </a:cubicBezTo>
                <a:lnTo>
                  <a:pt x="1546575" y="0"/>
                </a:lnTo>
                <a:cubicBezTo>
                  <a:pt x="1588088" y="0"/>
                  <a:pt x="1621741" y="33653"/>
                  <a:pt x="1621741" y="75166"/>
                </a:cubicBezTo>
                <a:cubicBezTo>
                  <a:pt x="1621741" y="275607"/>
                  <a:pt x="1621740" y="476049"/>
                  <a:pt x="1621740" y="676490"/>
                </a:cubicBezTo>
                <a:cubicBezTo>
                  <a:pt x="1621740" y="718003"/>
                  <a:pt x="1588087" y="751656"/>
                  <a:pt x="1546574" y="751656"/>
                </a:cubicBezTo>
                <a:lnTo>
                  <a:pt x="75166" y="751655"/>
                </a:lnTo>
                <a:cubicBezTo>
                  <a:pt x="33653" y="751655"/>
                  <a:pt x="0" y="718002"/>
                  <a:pt x="0" y="676489"/>
                </a:cubicBezTo>
                <a:lnTo>
                  <a:pt x="0" y="75166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515" tIns="69640" rIns="85515" bIns="6964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توليد الأفكار</a:t>
            </a:r>
            <a:endParaRPr lang="en-GB" sz="27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506F23E-1C97-22AB-B362-36BA11EF481C}"/>
              </a:ext>
            </a:extLst>
          </p:cNvPr>
          <p:cNvSpPr/>
          <p:nvPr/>
        </p:nvSpPr>
        <p:spPr>
          <a:xfrm>
            <a:off x="7065957" y="4066694"/>
            <a:ext cx="1621740" cy="751655"/>
          </a:xfrm>
          <a:custGeom>
            <a:avLst/>
            <a:gdLst>
              <a:gd name="connsiteX0" fmla="*/ 0 w 1621740"/>
              <a:gd name="connsiteY0" fmla="*/ 75166 h 751655"/>
              <a:gd name="connsiteX1" fmla="*/ 75166 w 1621740"/>
              <a:gd name="connsiteY1" fmla="*/ 0 h 751655"/>
              <a:gd name="connsiteX2" fmla="*/ 1546575 w 1621740"/>
              <a:gd name="connsiteY2" fmla="*/ 0 h 751655"/>
              <a:gd name="connsiteX3" fmla="*/ 1621741 w 1621740"/>
              <a:gd name="connsiteY3" fmla="*/ 75166 h 751655"/>
              <a:gd name="connsiteX4" fmla="*/ 1621740 w 1621740"/>
              <a:gd name="connsiteY4" fmla="*/ 676490 h 751655"/>
              <a:gd name="connsiteX5" fmla="*/ 1546574 w 1621740"/>
              <a:gd name="connsiteY5" fmla="*/ 751656 h 751655"/>
              <a:gd name="connsiteX6" fmla="*/ 75166 w 1621740"/>
              <a:gd name="connsiteY6" fmla="*/ 751655 h 751655"/>
              <a:gd name="connsiteX7" fmla="*/ 0 w 1621740"/>
              <a:gd name="connsiteY7" fmla="*/ 676489 h 751655"/>
              <a:gd name="connsiteX8" fmla="*/ 0 w 1621740"/>
              <a:gd name="connsiteY8" fmla="*/ 75166 h 7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751655">
                <a:moveTo>
                  <a:pt x="0" y="75166"/>
                </a:moveTo>
                <a:cubicBezTo>
                  <a:pt x="0" y="33653"/>
                  <a:pt x="33653" y="0"/>
                  <a:pt x="75166" y="0"/>
                </a:cubicBezTo>
                <a:lnTo>
                  <a:pt x="1546575" y="0"/>
                </a:lnTo>
                <a:cubicBezTo>
                  <a:pt x="1588088" y="0"/>
                  <a:pt x="1621741" y="33653"/>
                  <a:pt x="1621741" y="75166"/>
                </a:cubicBezTo>
                <a:cubicBezTo>
                  <a:pt x="1621741" y="275607"/>
                  <a:pt x="1621740" y="476049"/>
                  <a:pt x="1621740" y="676490"/>
                </a:cubicBezTo>
                <a:cubicBezTo>
                  <a:pt x="1621740" y="718003"/>
                  <a:pt x="1588087" y="751656"/>
                  <a:pt x="1546574" y="751656"/>
                </a:cubicBezTo>
                <a:lnTo>
                  <a:pt x="75166" y="751655"/>
                </a:lnTo>
                <a:cubicBezTo>
                  <a:pt x="33653" y="751655"/>
                  <a:pt x="0" y="718002"/>
                  <a:pt x="0" y="676489"/>
                </a:cubicBezTo>
                <a:lnTo>
                  <a:pt x="0" y="75166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515" tIns="69640" rIns="85515" bIns="6964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الاستقصاء</a:t>
            </a:r>
            <a:endParaRPr lang="en-GB" sz="27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C1AD0C-4D24-4C7B-8867-79F888C1F4BD}"/>
              </a:ext>
            </a:extLst>
          </p:cNvPr>
          <p:cNvSpPr/>
          <p:nvPr/>
        </p:nvSpPr>
        <p:spPr>
          <a:xfrm>
            <a:off x="7065957" y="4933989"/>
            <a:ext cx="1621740" cy="751655"/>
          </a:xfrm>
          <a:custGeom>
            <a:avLst/>
            <a:gdLst>
              <a:gd name="connsiteX0" fmla="*/ 0 w 1621740"/>
              <a:gd name="connsiteY0" fmla="*/ 75166 h 751655"/>
              <a:gd name="connsiteX1" fmla="*/ 75166 w 1621740"/>
              <a:gd name="connsiteY1" fmla="*/ 0 h 751655"/>
              <a:gd name="connsiteX2" fmla="*/ 1546575 w 1621740"/>
              <a:gd name="connsiteY2" fmla="*/ 0 h 751655"/>
              <a:gd name="connsiteX3" fmla="*/ 1621741 w 1621740"/>
              <a:gd name="connsiteY3" fmla="*/ 75166 h 751655"/>
              <a:gd name="connsiteX4" fmla="*/ 1621740 w 1621740"/>
              <a:gd name="connsiteY4" fmla="*/ 676490 h 751655"/>
              <a:gd name="connsiteX5" fmla="*/ 1546574 w 1621740"/>
              <a:gd name="connsiteY5" fmla="*/ 751656 h 751655"/>
              <a:gd name="connsiteX6" fmla="*/ 75166 w 1621740"/>
              <a:gd name="connsiteY6" fmla="*/ 751655 h 751655"/>
              <a:gd name="connsiteX7" fmla="*/ 0 w 1621740"/>
              <a:gd name="connsiteY7" fmla="*/ 676489 h 751655"/>
              <a:gd name="connsiteX8" fmla="*/ 0 w 1621740"/>
              <a:gd name="connsiteY8" fmla="*/ 75166 h 7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751655">
                <a:moveTo>
                  <a:pt x="0" y="75166"/>
                </a:moveTo>
                <a:cubicBezTo>
                  <a:pt x="0" y="33653"/>
                  <a:pt x="33653" y="0"/>
                  <a:pt x="75166" y="0"/>
                </a:cubicBezTo>
                <a:lnTo>
                  <a:pt x="1546575" y="0"/>
                </a:lnTo>
                <a:cubicBezTo>
                  <a:pt x="1588088" y="0"/>
                  <a:pt x="1621741" y="33653"/>
                  <a:pt x="1621741" y="75166"/>
                </a:cubicBezTo>
                <a:cubicBezTo>
                  <a:pt x="1621741" y="275607"/>
                  <a:pt x="1621740" y="476049"/>
                  <a:pt x="1621740" y="676490"/>
                </a:cubicBezTo>
                <a:cubicBezTo>
                  <a:pt x="1621740" y="718003"/>
                  <a:pt x="1588087" y="751656"/>
                  <a:pt x="1546574" y="751656"/>
                </a:cubicBezTo>
                <a:lnTo>
                  <a:pt x="75166" y="751655"/>
                </a:lnTo>
                <a:cubicBezTo>
                  <a:pt x="33653" y="751655"/>
                  <a:pt x="0" y="718002"/>
                  <a:pt x="0" y="676489"/>
                </a:cubicBezTo>
                <a:lnTo>
                  <a:pt x="0" y="75166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515" tIns="69640" rIns="85515" bIns="6964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التجربة</a:t>
            </a:r>
            <a:endParaRPr lang="en-GB" sz="27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2385D6-E431-E5F8-8E96-9BCEA1583B2A}"/>
              </a:ext>
            </a:extLst>
          </p:cNvPr>
          <p:cNvSpPr/>
          <p:nvPr/>
        </p:nvSpPr>
        <p:spPr>
          <a:xfrm>
            <a:off x="4684024" y="2051273"/>
            <a:ext cx="2027176" cy="3825999"/>
          </a:xfrm>
          <a:custGeom>
            <a:avLst/>
            <a:gdLst>
              <a:gd name="connsiteX0" fmla="*/ 0 w 2027176"/>
              <a:gd name="connsiteY0" fmla="*/ 202718 h 3825999"/>
              <a:gd name="connsiteX1" fmla="*/ 202718 w 2027176"/>
              <a:gd name="connsiteY1" fmla="*/ 0 h 3825999"/>
              <a:gd name="connsiteX2" fmla="*/ 1824458 w 2027176"/>
              <a:gd name="connsiteY2" fmla="*/ 0 h 3825999"/>
              <a:gd name="connsiteX3" fmla="*/ 2027176 w 2027176"/>
              <a:gd name="connsiteY3" fmla="*/ 202718 h 3825999"/>
              <a:gd name="connsiteX4" fmla="*/ 2027176 w 2027176"/>
              <a:gd name="connsiteY4" fmla="*/ 3623281 h 3825999"/>
              <a:gd name="connsiteX5" fmla="*/ 1824458 w 2027176"/>
              <a:gd name="connsiteY5" fmla="*/ 3825999 h 3825999"/>
              <a:gd name="connsiteX6" fmla="*/ 202718 w 2027176"/>
              <a:gd name="connsiteY6" fmla="*/ 3825999 h 3825999"/>
              <a:gd name="connsiteX7" fmla="*/ 0 w 2027176"/>
              <a:gd name="connsiteY7" fmla="*/ 3623281 h 3825999"/>
              <a:gd name="connsiteX8" fmla="*/ 0 w 2027176"/>
              <a:gd name="connsiteY8" fmla="*/ 202718 h 382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176" h="3825999">
                <a:moveTo>
                  <a:pt x="0" y="202718"/>
                </a:moveTo>
                <a:cubicBezTo>
                  <a:pt x="0" y="90760"/>
                  <a:pt x="90760" y="0"/>
                  <a:pt x="202718" y="0"/>
                </a:cubicBezTo>
                <a:lnTo>
                  <a:pt x="1824458" y="0"/>
                </a:lnTo>
                <a:cubicBezTo>
                  <a:pt x="1936416" y="0"/>
                  <a:pt x="2027176" y="90760"/>
                  <a:pt x="2027176" y="202718"/>
                </a:cubicBezTo>
                <a:lnTo>
                  <a:pt x="2027176" y="3623281"/>
                </a:lnTo>
                <a:cubicBezTo>
                  <a:pt x="2027176" y="3735239"/>
                  <a:pt x="1936416" y="3825999"/>
                  <a:pt x="1824458" y="3825999"/>
                </a:cubicBezTo>
                <a:lnTo>
                  <a:pt x="202718" y="3825999"/>
                </a:lnTo>
                <a:cubicBezTo>
                  <a:pt x="90760" y="3825999"/>
                  <a:pt x="0" y="3735239"/>
                  <a:pt x="0" y="3623281"/>
                </a:cubicBezTo>
                <a:lnTo>
                  <a:pt x="0" y="20271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2870" tIns="102870" rIns="102870" bIns="2781070" numCol="1" spcCol="1270" rtlCol="1" anchor="ctr" anchorCtr="0">
            <a:noAutofit/>
          </a:bodyPr>
          <a:lstStyle/>
          <a:p>
            <a:pPr marL="0" lvl="0" indent="0" algn="ctr" defTabSz="12001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التطوير المتكرر وحل المشكلات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CB9289A-F31D-8CFA-7656-24476852FF27}"/>
              </a:ext>
            </a:extLst>
          </p:cNvPr>
          <p:cNvSpPr/>
          <p:nvPr/>
        </p:nvSpPr>
        <p:spPr>
          <a:xfrm>
            <a:off x="4886743" y="3199166"/>
            <a:ext cx="1621740" cy="557366"/>
          </a:xfrm>
          <a:custGeom>
            <a:avLst/>
            <a:gdLst>
              <a:gd name="connsiteX0" fmla="*/ 0 w 1621740"/>
              <a:gd name="connsiteY0" fmla="*/ 55737 h 557366"/>
              <a:gd name="connsiteX1" fmla="*/ 55737 w 1621740"/>
              <a:gd name="connsiteY1" fmla="*/ 0 h 557366"/>
              <a:gd name="connsiteX2" fmla="*/ 1566003 w 1621740"/>
              <a:gd name="connsiteY2" fmla="*/ 0 h 557366"/>
              <a:gd name="connsiteX3" fmla="*/ 1621740 w 1621740"/>
              <a:gd name="connsiteY3" fmla="*/ 55737 h 557366"/>
              <a:gd name="connsiteX4" fmla="*/ 1621740 w 1621740"/>
              <a:gd name="connsiteY4" fmla="*/ 501629 h 557366"/>
              <a:gd name="connsiteX5" fmla="*/ 1566003 w 1621740"/>
              <a:gd name="connsiteY5" fmla="*/ 557366 h 557366"/>
              <a:gd name="connsiteX6" fmla="*/ 55737 w 1621740"/>
              <a:gd name="connsiteY6" fmla="*/ 557366 h 557366"/>
              <a:gd name="connsiteX7" fmla="*/ 0 w 1621740"/>
              <a:gd name="connsiteY7" fmla="*/ 501629 h 557366"/>
              <a:gd name="connsiteX8" fmla="*/ 0 w 1621740"/>
              <a:gd name="connsiteY8" fmla="*/ 55737 h 55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557366">
                <a:moveTo>
                  <a:pt x="0" y="55737"/>
                </a:moveTo>
                <a:cubicBezTo>
                  <a:pt x="0" y="24954"/>
                  <a:pt x="24954" y="0"/>
                  <a:pt x="55737" y="0"/>
                </a:cubicBezTo>
                <a:lnTo>
                  <a:pt x="1566003" y="0"/>
                </a:lnTo>
                <a:cubicBezTo>
                  <a:pt x="1596786" y="0"/>
                  <a:pt x="1621740" y="24954"/>
                  <a:pt x="1621740" y="55737"/>
                </a:cubicBezTo>
                <a:lnTo>
                  <a:pt x="1621740" y="501629"/>
                </a:lnTo>
                <a:cubicBezTo>
                  <a:pt x="1621740" y="532412"/>
                  <a:pt x="1596786" y="557366"/>
                  <a:pt x="1566003" y="557366"/>
                </a:cubicBezTo>
                <a:lnTo>
                  <a:pt x="55737" y="557366"/>
                </a:lnTo>
                <a:cubicBezTo>
                  <a:pt x="24954" y="557366"/>
                  <a:pt x="0" y="532412"/>
                  <a:pt x="0" y="501629"/>
                </a:cubicBezTo>
                <a:lnTo>
                  <a:pt x="0" y="55737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9825" tIns="63950" rIns="79825" bIns="6395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التطوير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01A3E4F-DE58-489F-E5AC-57A7F0EEA6F2}"/>
              </a:ext>
            </a:extLst>
          </p:cNvPr>
          <p:cNvSpPr/>
          <p:nvPr/>
        </p:nvSpPr>
        <p:spPr>
          <a:xfrm>
            <a:off x="4886743" y="3842281"/>
            <a:ext cx="1621740" cy="557366"/>
          </a:xfrm>
          <a:custGeom>
            <a:avLst/>
            <a:gdLst>
              <a:gd name="connsiteX0" fmla="*/ 0 w 1621740"/>
              <a:gd name="connsiteY0" fmla="*/ 55737 h 557366"/>
              <a:gd name="connsiteX1" fmla="*/ 55737 w 1621740"/>
              <a:gd name="connsiteY1" fmla="*/ 0 h 557366"/>
              <a:gd name="connsiteX2" fmla="*/ 1566003 w 1621740"/>
              <a:gd name="connsiteY2" fmla="*/ 0 h 557366"/>
              <a:gd name="connsiteX3" fmla="*/ 1621740 w 1621740"/>
              <a:gd name="connsiteY3" fmla="*/ 55737 h 557366"/>
              <a:gd name="connsiteX4" fmla="*/ 1621740 w 1621740"/>
              <a:gd name="connsiteY4" fmla="*/ 501629 h 557366"/>
              <a:gd name="connsiteX5" fmla="*/ 1566003 w 1621740"/>
              <a:gd name="connsiteY5" fmla="*/ 557366 h 557366"/>
              <a:gd name="connsiteX6" fmla="*/ 55737 w 1621740"/>
              <a:gd name="connsiteY6" fmla="*/ 557366 h 557366"/>
              <a:gd name="connsiteX7" fmla="*/ 0 w 1621740"/>
              <a:gd name="connsiteY7" fmla="*/ 501629 h 557366"/>
              <a:gd name="connsiteX8" fmla="*/ 0 w 1621740"/>
              <a:gd name="connsiteY8" fmla="*/ 55737 h 55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557366">
                <a:moveTo>
                  <a:pt x="0" y="55737"/>
                </a:moveTo>
                <a:cubicBezTo>
                  <a:pt x="0" y="24954"/>
                  <a:pt x="24954" y="0"/>
                  <a:pt x="55737" y="0"/>
                </a:cubicBezTo>
                <a:lnTo>
                  <a:pt x="1566003" y="0"/>
                </a:lnTo>
                <a:cubicBezTo>
                  <a:pt x="1596786" y="0"/>
                  <a:pt x="1621740" y="24954"/>
                  <a:pt x="1621740" y="55737"/>
                </a:cubicBezTo>
                <a:lnTo>
                  <a:pt x="1621740" y="501629"/>
                </a:lnTo>
                <a:cubicBezTo>
                  <a:pt x="1621740" y="532412"/>
                  <a:pt x="1596786" y="557366"/>
                  <a:pt x="1566003" y="557366"/>
                </a:cubicBezTo>
                <a:lnTo>
                  <a:pt x="55737" y="557366"/>
                </a:lnTo>
                <a:cubicBezTo>
                  <a:pt x="24954" y="557366"/>
                  <a:pt x="0" y="532412"/>
                  <a:pt x="0" y="501629"/>
                </a:cubicBezTo>
                <a:lnTo>
                  <a:pt x="0" y="55737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9825" tIns="63950" rIns="79825" bIns="6395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حل المشكلات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FACF495-6D3B-C882-0FCC-262812E30B47}"/>
              </a:ext>
            </a:extLst>
          </p:cNvPr>
          <p:cNvSpPr/>
          <p:nvPr/>
        </p:nvSpPr>
        <p:spPr>
          <a:xfrm>
            <a:off x="4886743" y="4485396"/>
            <a:ext cx="1621740" cy="557366"/>
          </a:xfrm>
          <a:custGeom>
            <a:avLst/>
            <a:gdLst>
              <a:gd name="connsiteX0" fmla="*/ 0 w 1621740"/>
              <a:gd name="connsiteY0" fmla="*/ 55737 h 557366"/>
              <a:gd name="connsiteX1" fmla="*/ 55737 w 1621740"/>
              <a:gd name="connsiteY1" fmla="*/ 0 h 557366"/>
              <a:gd name="connsiteX2" fmla="*/ 1566003 w 1621740"/>
              <a:gd name="connsiteY2" fmla="*/ 0 h 557366"/>
              <a:gd name="connsiteX3" fmla="*/ 1621740 w 1621740"/>
              <a:gd name="connsiteY3" fmla="*/ 55737 h 557366"/>
              <a:gd name="connsiteX4" fmla="*/ 1621740 w 1621740"/>
              <a:gd name="connsiteY4" fmla="*/ 501629 h 557366"/>
              <a:gd name="connsiteX5" fmla="*/ 1566003 w 1621740"/>
              <a:gd name="connsiteY5" fmla="*/ 557366 h 557366"/>
              <a:gd name="connsiteX6" fmla="*/ 55737 w 1621740"/>
              <a:gd name="connsiteY6" fmla="*/ 557366 h 557366"/>
              <a:gd name="connsiteX7" fmla="*/ 0 w 1621740"/>
              <a:gd name="connsiteY7" fmla="*/ 501629 h 557366"/>
              <a:gd name="connsiteX8" fmla="*/ 0 w 1621740"/>
              <a:gd name="connsiteY8" fmla="*/ 55737 h 55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557366">
                <a:moveTo>
                  <a:pt x="0" y="55737"/>
                </a:moveTo>
                <a:cubicBezTo>
                  <a:pt x="0" y="24954"/>
                  <a:pt x="24954" y="0"/>
                  <a:pt x="55737" y="0"/>
                </a:cubicBezTo>
                <a:lnTo>
                  <a:pt x="1566003" y="0"/>
                </a:lnTo>
                <a:cubicBezTo>
                  <a:pt x="1596786" y="0"/>
                  <a:pt x="1621740" y="24954"/>
                  <a:pt x="1621740" y="55737"/>
                </a:cubicBezTo>
                <a:lnTo>
                  <a:pt x="1621740" y="501629"/>
                </a:lnTo>
                <a:cubicBezTo>
                  <a:pt x="1621740" y="532412"/>
                  <a:pt x="1596786" y="557366"/>
                  <a:pt x="1566003" y="557366"/>
                </a:cubicBezTo>
                <a:lnTo>
                  <a:pt x="55737" y="557366"/>
                </a:lnTo>
                <a:cubicBezTo>
                  <a:pt x="24954" y="557366"/>
                  <a:pt x="0" y="532412"/>
                  <a:pt x="0" y="501629"/>
                </a:cubicBezTo>
                <a:lnTo>
                  <a:pt x="0" y="55737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9825" tIns="63950" rIns="79825" bIns="6395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المخاطرة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73B349-E8FC-2F62-8129-2C873C2B3651}"/>
              </a:ext>
            </a:extLst>
          </p:cNvPr>
          <p:cNvSpPr/>
          <p:nvPr/>
        </p:nvSpPr>
        <p:spPr>
          <a:xfrm>
            <a:off x="4886743" y="5128512"/>
            <a:ext cx="1621740" cy="557366"/>
          </a:xfrm>
          <a:custGeom>
            <a:avLst/>
            <a:gdLst>
              <a:gd name="connsiteX0" fmla="*/ 0 w 1621740"/>
              <a:gd name="connsiteY0" fmla="*/ 55737 h 557366"/>
              <a:gd name="connsiteX1" fmla="*/ 55737 w 1621740"/>
              <a:gd name="connsiteY1" fmla="*/ 0 h 557366"/>
              <a:gd name="connsiteX2" fmla="*/ 1566003 w 1621740"/>
              <a:gd name="connsiteY2" fmla="*/ 0 h 557366"/>
              <a:gd name="connsiteX3" fmla="*/ 1621740 w 1621740"/>
              <a:gd name="connsiteY3" fmla="*/ 55737 h 557366"/>
              <a:gd name="connsiteX4" fmla="*/ 1621740 w 1621740"/>
              <a:gd name="connsiteY4" fmla="*/ 501629 h 557366"/>
              <a:gd name="connsiteX5" fmla="*/ 1566003 w 1621740"/>
              <a:gd name="connsiteY5" fmla="*/ 557366 h 557366"/>
              <a:gd name="connsiteX6" fmla="*/ 55737 w 1621740"/>
              <a:gd name="connsiteY6" fmla="*/ 557366 h 557366"/>
              <a:gd name="connsiteX7" fmla="*/ 0 w 1621740"/>
              <a:gd name="connsiteY7" fmla="*/ 501629 h 557366"/>
              <a:gd name="connsiteX8" fmla="*/ 0 w 1621740"/>
              <a:gd name="connsiteY8" fmla="*/ 55737 h 55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557366">
                <a:moveTo>
                  <a:pt x="0" y="55737"/>
                </a:moveTo>
                <a:cubicBezTo>
                  <a:pt x="0" y="24954"/>
                  <a:pt x="24954" y="0"/>
                  <a:pt x="55737" y="0"/>
                </a:cubicBezTo>
                <a:lnTo>
                  <a:pt x="1566003" y="0"/>
                </a:lnTo>
                <a:cubicBezTo>
                  <a:pt x="1596786" y="0"/>
                  <a:pt x="1621740" y="24954"/>
                  <a:pt x="1621740" y="55737"/>
                </a:cubicBezTo>
                <a:lnTo>
                  <a:pt x="1621740" y="501629"/>
                </a:lnTo>
                <a:cubicBezTo>
                  <a:pt x="1621740" y="532412"/>
                  <a:pt x="1596786" y="557366"/>
                  <a:pt x="1566003" y="557366"/>
                </a:cubicBezTo>
                <a:lnTo>
                  <a:pt x="55737" y="557366"/>
                </a:lnTo>
                <a:cubicBezTo>
                  <a:pt x="24954" y="557366"/>
                  <a:pt x="0" y="532412"/>
                  <a:pt x="0" y="501629"/>
                </a:cubicBezTo>
                <a:lnTo>
                  <a:pt x="0" y="55737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9825" tIns="63950" rIns="79825" bIns="6395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التجربة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99D2245-9A0A-200B-BBF6-02FAEE7E323B}"/>
              </a:ext>
            </a:extLst>
          </p:cNvPr>
          <p:cNvSpPr/>
          <p:nvPr/>
        </p:nvSpPr>
        <p:spPr>
          <a:xfrm>
            <a:off x="2504810" y="2051273"/>
            <a:ext cx="2027176" cy="3825999"/>
          </a:xfrm>
          <a:custGeom>
            <a:avLst/>
            <a:gdLst>
              <a:gd name="connsiteX0" fmla="*/ 0 w 2027176"/>
              <a:gd name="connsiteY0" fmla="*/ 202718 h 3825999"/>
              <a:gd name="connsiteX1" fmla="*/ 202718 w 2027176"/>
              <a:gd name="connsiteY1" fmla="*/ 0 h 3825999"/>
              <a:gd name="connsiteX2" fmla="*/ 1824458 w 2027176"/>
              <a:gd name="connsiteY2" fmla="*/ 0 h 3825999"/>
              <a:gd name="connsiteX3" fmla="*/ 2027176 w 2027176"/>
              <a:gd name="connsiteY3" fmla="*/ 202718 h 3825999"/>
              <a:gd name="connsiteX4" fmla="*/ 2027176 w 2027176"/>
              <a:gd name="connsiteY4" fmla="*/ 3623281 h 3825999"/>
              <a:gd name="connsiteX5" fmla="*/ 1824458 w 2027176"/>
              <a:gd name="connsiteY5" fmla="*/ 3825999 h 3825999"/>
              <a:gd name="connsiteX6" fmla="*/ 202718 w 2027176"/>
              <a:gd name="connsiteY6" fmla="*/ 3825999 h 3825999"/>
              <a:gd name="connsiteX7" fmla="*/ 0 w 2027176"/>
              <a:gd name="connsiteY7" fmla="*/ 3623281 h 3825999"/>
              <a:gd name="connsiteX8" fmla="*/ 0 w 2027176"/>
              <a:gd name="connsiteY8" fmla="*/ 202718 h 382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176" h="3825999">
                <a:moveTo>
                  <a:pt x="0" y="202718"/>
                </a:moveTo>
                <a:cubicBezTo>
                  <a:pt x="0" y="90760"/>
                  <a:pt x="90760" y="0"/>
                  <a:pt x="202718" y="0"/>
                </a:cubicBezTo>
                <a:lnTo>
                  <a:pt x="1824458" y="0"/>
                </a:lnTo>
                <a:cubicBezTo>
                  <a:pt x="1936416" y="0"/>
                  <a:pt x="2027176" y="90760"/>
                  <a:pt x="2027176" y="202718"/>
                </a:cubicBezTo>
                <a:lnTo>
                  <a:pt x="2027176" y="3623281"/>
                </a:lnTo>
                <a:cubicBezTo>
                  <a:pt x="2027176" y="3735239"/>
                  <a:pt x="1936416" y="3825999"/>
                  <a:pt x="1824458" y="3825999"/>
                </a:cubicBezTo>
                <a:lnTo>
                  <a:pt x="202718" y="3825999"/>
                </a:lnTo>
                <a:cubicBezTo>
                  <a:pt x="90760" y="3825999"/>
                  <a:pt x="0" y="3735239"/>
                  <a:pt x="0" y="3623281"/>
                </a:cubicBezTo>
                <a:lnTo>
                  <a:pt x="0" y="20271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2870" tIns="102870" rIns="102870" bIns="2781070" numCol="1" spcCol="1270" rtlCol="1" anchor="ctr" anchorCtr="0">
            <a:noAutofit/>
          </a:bodyPr>
          <a:lstStyle/>
          <a:p>
            <a:pPr marL="0" lvl="0" indent="0" algn="ctr" defTabSz="12001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إنجاز المخرجات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C6BE1F1-0262-8E92-67DE-6799374A6AD9}"/>
              </a:ext>
            </a:extLst>
          </p:cNvPr>
          <p:cNvSpPr/>
          <p:nvPr/>
        </p:nvSpPr>
        <p:spPr>
          <a:xfrm>
            <a:off x="2707528" y="3199399"/>
            <a:ext cx="1621740" cy="751655"/>
          </a:xfrm>
          <a:custGeom>
            <a:avLst/>
            <a:gdLst>
              <a:gd name="connsiteX0" fmla="*/ 0 w 1621740"/>
              <a:gd name="connsiteY0" fmla="*/ 75166 h 751655"/>
              <a:gd name="connsiteX1" fmla="*/ 75166 w 1621740"/>
              <a:gd name="connsiteY1" fmla="*/ 0 h 751655"/>
              <a:gd name="connsiteX2" fmla="*/ 1546575 w 1621740"/>
              <a:gd name="connsiteY2" fmla="*/ 0 h 751655"/>
              <a:gd name="connsiteX3" fmla="*/ 1621741 w 1621740"/>
              <a:gd name="connsiteY3" fmla="*/ 75166 h 751655"/>
              <a:gd name="connsiteX4" fmla="*/ 1621740 w 1621740"/>
              <a:gd name="connsiteY4" fmla="*/ 676490 h 751655"/>
              <a:gd name="connsiteX5" fmla="*/ 1546574 w 1621740"/>
              <a:gd name="connsiteY5" fmla="*/ 751656 h 751655"/>
              <a:gd name="connsiteX6" fmla="*/ 75166 w 1621740"/>
              <a:gd name="connsiteY6" fmla="*/ 751655 h 751655"/>
              <a:gd name="connsiteX7" fmla="*/ 0 w 1621740"/>
              <a:gd name="connsiteY7" fmla="*/ 676489 h 751655"/>
              <a:gd name="connsiteX8" fmla="*/ 0 w 1621740"/>
              <a:gd name="connsiteY8" fmla="*/ 75166 h 7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751655">
                <a:moveTo>
                  <a:pt x="0" y="75166"/>
                </a:moveTo>
                <a:cubicBezTo>
                  <a:pt x="0" y="33653"/>
                  <a:pt x="33653" y="0"/>
                  <a:pt x="75166" y="0"/>
                </a:cubicBezTo>
                <a:lnTo>
                  <a:pt x="1546575" y="0"/>
                </a:lnTo>
                <a:cubicBezTo>
                  <a:pt x="1588088" y="0"/>
                  <a:pt x="1621741" y="33653"/>
                  <a:pt x="1621741" y="75166"/>
                </a:cubicBezTo>
                <a:cubicBezTo>
                  <a:pt x="1621741" y="275607"/>
                  <a:pt x="1621740" y="476049"/>
                  <a:pt x="1621740" y="676490"/>
                </a:cubicBezTo>
                <a:cubicBezTo>
                  <a:pt x="1621740" y="718003"/>
                  <a:pt x="1588087" y="751656"/>
                  <a:pt x="1546574" y="751656"/>
                </a:cubicBezTo>
                <a:lnTo>
                  <a:pt x="75166" y="751655"/>
                </a:lnTo>
                <a:cubicBezTo>
                  <a:pt x="33653" y="751655"/>
                  <a:pt x="0" y="718002"/>
                  <a:pt x="0" y="676489"/>
                </a:cubicBezTo>
                <a:lnTo>
                  <a:pt x="0" y="75166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515" tIns="69640" rIns="85515" bIns="6964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التنقيح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448E5CB-396E-9DD9-8216-E0899BD3129F}"/>
              </a:ext>
            </a:extLst>
          </p:cNvPr>
          <p:cNvSpPr/>
          <p:nvPr/>
        </p:nvSpPr>
        <p:spPr>
          <a:xfrm>
            <a:off x="2707528" y="4066694"/>
            <a:ext cx="1621740" cy="751655"/>
          </a:xfrm>
          <a:custGeom>
            <a:avLst/>
            <a:gdLst>
              <a:gd name="connsiteX0" fmla="*/ 0 w 1621740"/>
              <a:gd name="connsiteY0" fmla="*/ 75166 h 751655"/>
              <a:gd name="connsiteX1" fmla="*/ 75166 w 1621740"/>
              <a:gd name="connsiteY1" fmla="*/ 0 h 751655"/>
              <a:gd name="connsiteX2" fmla="*/ 1546575 w 1621740"/>
              <a:gd name="connsiteY2" fmla="*/ 0 h 751655"/>
              <a:gd name="connsiteX3" fmla="*/ 1621741 w 1621740"/>
              <a:gd name="connsiteY3" fmla="*/ 75166 h 751655"/>
              <a:gd name="connsiteX4" fmla="*/ 1621740 w 1621740"/>
              <a:gd name="connsiteY4" fmla="*/ 676490 h 751655"/>
              <a:gd name="connsiteX5" fmla="*/ 1546574 w 1621740"/>
              <a:gd name="connsiteY5" fmla="*/ 751656 h 751655"/>
              <a:gd name="connsiteX6" fmla="*/ 75166 w 1621740"/>
              <a:gd name="connsiteY6" fmla="*/ 751655 h 751655"/>
              <a:gd name="connsiteX7" fmla="*/ 0 w 1621740"/>
              <a:gd name="connsiteY7" fmla="*/ 676489 h 751655"/>
              <a:gd name="connsiteX8" fmla="*/ 0 w 1621740"/>
              <a:gd name="connsiteY8" fmla="*/ 75166 h 7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751655">
                <a:moveTo>
                  <a:pt x="0" y="75166"/>
                </a:moveTo>
                <a:cubicBezTo>
                  <a:pt x="0" y="33653"/>
                  <a:pt x="33653" y="0"/>
                  <a:pt x="75166" y="0"/>
                </a:cubicBezTo>
                <a:lnTo>
                  <a:pt x="1546575" y="0"/>
                </a:lnTo>
                <a:cubicBezTo>
                  <a:pt x="1588088" y="0"/>
                  <a:pt x="1621741" y="33653"/>
                  <a:pt x="1621741" y="75166"/>
                </a:cubicBezTo>
                <a:cubicBezTo>
                  <a:pt x="1621741" y="275607"/>
                  <a:pt x="1621740" y="476049"/>
                  <a:pt x="1621740" y="676490"/>
                </a:cubicBezTo>
                <a:cubicBezTo>
                  <a:pt x="1621740" y="718003"/>
                  <a:pt x="1588087" y="751656"/>
                  <a:pt x="1546574" y="751656"/>
                </a:cubicBezTo>
                <a:lnTo>
                  <a:pt x="75166" y="751655"/>
                </a:lnTo>
                <a:cubicBezTo>
                  <a:pt x="33653" y="751655"/>
                  <a:pt x="0" y="718002"/>
                  <a:pt x="0" y="676489"/>
                </a:cubicBezTo>
                <a:lnTo>
                  <a:pt x="0" y="75166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515" tIns="69640" rIns="85515" bIns="6964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الإدراك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17F411-1676-8542-E2CF-1D64306AF4DE}"/>
              </a:ext>
            </a:extLst>
          </p:cNvPr>
          <p:cNvSpPr/>
          <p:nvPr/>
        </p:nvSpPr>
        <p:spPr>
          <a:xfrm>
            <a:off x="2707528" y="4933989"/>
            <a:ext cx="1621740" cy="751655"/>
          </a:xfrm>
          <a:custGeom>
            <a:avLst/>
            <a:gdLst>
              <a:gd name="connsiteX0" fmla="*/ 0 w 1621740"/>
              <a:gd name="connsiteY0" fmla="*/ 75166 h 751655"/>
              <a:gd name="connsiteX1" fmla="*/ 75166 w 1621740"/>
              <a:gd name="connsiteY1" fmla="*/ 0 h 751655"/>
              <a:gd name="connsiteX2" fmla="*/ 1546575 w 1621740"/>
              <a:gd name="connsiteY2" fmla="*/ 0 h 751655"/>
              <a:gd name="connsiteX3" fmla="*/ 1621741 w 1621740"/>
              <a:gd name="connsiteY3" fmla="*/ 75166 h 751655"/>
              <a:gd name="connsiteX4" fmla="*/ 1621740 w 1621740"/>
              <a:gd name="connsiteY4" fmla="*/ 676490 h 751655"/>
              <a:gd name="connsiteX5" fmla="*/ 1546574 w 1621740"/>
              <a:gd name="connsiteY5" fmla="*/ 751656 h 751655"/>
              <a:gd name="connsiteX6" fmla="*/ 75166 w 1621740"/>
              <a:gd name="connsiteY6" fmla="*/ 751655 h 751655"/>
              <a:gd name="connsiteX7" fmla="*/ 0 w 1621740"/>
              <a:gd name="connsiteY7" fmla="*/ 676489 h 751655"/>
              <a:gd name="connsiteX8" fmla="*/ 0 w 1621740"/>
              <a:gd name="connsiteY8" fmla="*/ 75166 h 7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751655">
                <a:moveTo>
                  <a:pt x="0" y="75166"/>
                </a:moveTo>
                <a:cubicBezTo>
                  <a:pt x="0" y="33653"/>
                  <a:pt x="33653" y="0"/>
                  <a:pt x="75166" y="0"/>
                </a:cubicBezTo>
                <a:lnTo>
                  <a:pt x="1546575" y="0"/>
                </a:lnTo>
                <a:cubicBezTo>
                  <a:pt x="1588088" y="0"/>
                  <a:pt x="1621741" y="33653"/>
                  <a:pt x="1621741" y="75166"/>
                </a:cubicBezTo>
                <a:cubicBezTo>
                  <a:pt x="1621741" y="275607"/>
                  <a:pt x="1621740" y="476049"/>
                  <a:pt x="1621740" y="676490"/>
                </a:cubicBezTo>
                <a:cubicBezTo>
                  <a:pt x="1621740" y="718003"/>
                  <a:pt x="1588087" y="751656"/>
                  <a:pt x="1546574" y="751656"/>
                </a:cubicBezTo>
                <a:lnTo>
                  <a:pt x="75166" y="751655"/>
                </a:lnTo>
                <a:cubicBezTo>
                  <a:pt x="33653" y="751655"/>
                  <a:pt x="0" y="718002"/>
                  <a:pt x="0" y="676489"/>
                </a:cubicBezTo>
                <a:lnTo>
                  <a:pt x="0" y="75166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515" tIns="69640" rIns="85515" bIns="69640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الإنتاج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D40E1A-8A28-B429-2252-A6913C88D61B}"/>
              </a:ext>
            </a:extLst>
          </p:cNvPr>
          <p:cNvSpPr/>
          <p:nvPr/>
        </p:nvSpPr>
        <p:spPr>
          <a:xfrm>
            <a:off x="325596" y="2051273"/>
            <a:ext cx="2027176" cy="3825999"/>
          </a:xfrm>
          <a:custGeom>
            <a:avLst/>
            <a:gdLst>
              <a:gd name="connsiteX0" fmla="*/ 0 w 2027176"/>
              <a:gd name="connsiteY0" fmla="*/ 202718 h 3825999"/>
              <a:gd name="connsiteX1" fmla="*/ 202718 w 2027176"/>
              <a:gd name="connsiteY1" fmla="*/ 0 h 3825999"/>
              <a:gd name="connsiteX2" fmla="*/ 1824458 w 2027176"/>
              <a:gd name="connsiteY2" fmla="*/ 0 h 3825999"/>
              <a:gd name="connsiteX3" fmla="*/ 2027176 w 2027176"/>
              <a:gd name="connsiteY3" fmla="*/ 202718 h 3825999"/>
              <a:gd name="connsiteX4" fmla="*/ 2027176 w 2027176"/>
              <a:gd name="connsiteY4" fmla="*/ 3623281 h 3825999"/>
              <a:gd name="connsiteX5" fmla="*/ 1824458 w 2027176"/>
              <a:gd name="connsiteY5" fmla="*/ 3825999 h 3825999"/>
              <a:gd name="connsiteX6" fmla="*/ 202718 w 2027176"/>
              <a:gd name="connsiteY6" fmla="*/ 3825999 h 3825999"/>
              <a:gd name="connsiteX7" fmla="*/ 0 w 2027176"/>
              <a:gd name="connsiteY7" fmla="*/ 3623281 h 3825999"/>
              <a:gd name="connsiteX8" fmla="*/ 0 w 2027176"/>
              <a:gd name="connsiteY8" fmla="*/ 202718 h 382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176" h="3825999">
                <a:moveTo>
                  <a:pt x="0" y="202718"/>
                </a:moveTo>
                <a:cubicBezTo>
                  <a:pt x="0" y="90760"/>
                  <a:pt x="90760" y="0"/>
                  <a:pt x="202718" y="0"/>
                </a:cubicBezTo>
                <a:lnTo>
                  <a:pt x="1824458" y="0"/>
                </a:lnTo>
                <a:cubicBezTo>
                  <a:pt x="1936416" y="0"/>
                  <a:pt x="2027176" y="90760"/>
                  <a:pt x="2027176" y="202718"/>
                </a:cubicBezTo>
                <a:lnTo>
                  <a:pt x="2027176" y="3623281"/>
                </a:lnTo>
                <a:cubicBezTo>
                  <a:pt x="2027176" y="3735239"/>
                  <a:pt x="1936416" y="3825999"/>
                  <a:pt x="1824458" y="3825999"/>
                </a:cubicBezTo>
                <a:lnTo>
                  <a:pt x="202718" y="3825999"/>
                </a:lnTo>
                <a:cubicBezTo>
                  <a:pt x="90760" y="3825999"/>
                  <a:pt x="0" y="3735239"/>
                  <a:pt x="0" y="3623281"/>
                </a:cubicBezTo>
                <a:lnTo>
                  <a:pt x="0" y="20271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2870" tIns="102870" rIns="102870" bIns="2781070" numCol="1" spcCol="1270" rtlCol="1" anchor="ctr" anchorCtr="0">
            <a:noAutofit/>
          </a:bodyPr>
          <a:lstStyle/>
          <a:p>
            <a:pPr marL="0" lvl="0" indent="0" algn="ctr" defTabSz="12001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توثيق العملية الإبداعية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50517B-4BFF-16EC-7693-EDACE0A09BC9}"/>
              </a:ext>
            </a:extLst>
          </p:cNvPr>
          <p:cNvSpPr/>
          <p:nvPr/>
        </p:nvSpPr>
        <p:spPr>
          <a:xfrm>
            <a:off x="528314" y="3200193"/>
            <a:ext cx="1621740" cy="1153591"/>
          </a:xfrm>
          <a:custGeom>
            <a:avLst/>
            <a:gdLst>
              <a:gd name="connsiteX0" fmla="*/ 0 w 1621740"/>
              <a:gd name="connsiteY0" fmla="*/ 115359 h 1153591"/>
              <a:gd name="connsiteX1" fmla="*/ 115359 w 1621740"/>
              <a:gd name="connsiteY1" fmla="*/ 0 h 1153591"/>
              <a:gd name="connsiteX2" fmla="*/ 1506381 w 1621740"/>
              <a:gd name="connsiteY2" fmla="*/ 0 h 1153591"/>
              <a:gd name="connsiteX3" fmla="*/ 1621740 w 1621740"/>
              <a:gd name="connsiteY3" fmla="*/ 115359 h 1153591"/>
              <a:gd name="connsiteX4" fmla="*/ 1621740 w 1621740"/>
              <a:gd name="connsiteY4" fmla="*/ 1038232 h 1153591"/>
              <a:gd name="connsiteX5" fmla="*/ 1506381 w 1621740"/>
              <a:gd name="connsiteY5" fmla="*/ 1153591 h 1153591"/>
              <a:gd name="connsiteX6" fmla="*/ 115359 w 1621740"/>
              <a:gd name="connsiteY6" fmla="*/ 1153591 h 1153591"/>
              <a:gd name="connsiteX7" fmla="*/ 0 w 1621740"/>
              <a:gd name="connsiteY7" fmla="*/ 1038232 h 1153591"/>
              <a:gd name="connsiteX8" fmla="*/ 0 w 1621740"/>
              <a:gd name="connsiteY8" fmla="*/ 115359 h 115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1153591">
                <a:moveTo>
                  <a:pt x="0" y="115359"/>
                </a:moveTo>
                <a:cubicBezTo>
                  <a:pt x="0" y="51648"/>
                  <a:pt x="51648" y="0"/>
                  <a:pt x="115359" y="0"/>
                </a:cubicBezTo>
                <a:lnTo>
                  <a:pt x="1506381" y="0"/>
                </a:lnTo>
                <a:cubicBezTo>
                  <a:pt x="1570092" y="0"/>
                  <a:pt x="1621740" y="51648"/>
                  <a:pt x="1621740" y="115359"/>
                </a:cubicBezTo>
                <a:lnTo>
                  <a:pt x="1621740" y="1038232"/>
                </a:lnTo>
                <a:cubicBezTo>
                  <a:pt x="1621740" y="1101943"/>
                  <a:pt x="1570092" y="1153591"/>
                  <a:pt x="1506381" y="1153591"/>
                </a:cubicBezTo>
                <a:lnTo>
                  <a:pt x="115359" y="1153591"/>
                </a:lnTo>
                <a:cubicBezTo>
                  <a:pt x="51648" y="1153591"/>
                  <a:pt x="0" y="1101943"/>
                  <a:pt x="0" y="1038232"/>
                </a:cubicBezTo>
                <a:lnTo>
                  <a:pt x="0" y="115359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7288" tIns="81413" rIns="97288" bIns="81413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والخيارات والقرارات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679960-1DFC-A34D-EAD7-F100D24037C1}"/>
              </a:ext>
            </a:extLst>
          </p:cNvPr>
          <p:cNvSpPr/>
          <p:nvPr/>
        </p:nvSpPr>
        <p:spPr>
          <a:xfrm>
            <a:off x="528314" y="4531260"/>
            <a:ext cx="1621740" cy="1153591"/>
          </a:xfrm>
          <a:custGeom>
            <a:avLst/>
            <a:gdLst>
              <a:gd name="connsiteX0" fmla="*/ 0 w 1621740"/>
              <a:gd name="connsiteY0" fmla="*/ 115359 h 1153591"/>
              <a:gd name="connsiteX1" fmla="*/ 115359 w 1621740"/>
              <a:gd name="connsiteY1" fmla="*/ 0 h 1153591"/>
              <a:gd name="connsiteX2" fmla="*/ 1506381 w 1621740"/>
              <a:gd name="connsiteY2" fmla="*/ 0 h 1153591"/>
              <a:gd name="connsiteX3" fmla="*/ 1621740 w 1621740"/>
              <a:gd name="connsiteY3" fmla="*/ 115359 h 1153591"/>
              <a:gd name="connsiteX4" fmla="*/ 1621740 w 1621740"/>
              <a:gd name="connsiteY4" fmla="*/ 1038232 h 1153591"/>
              <a:gd name="connsiteX5" fmla="*/ 1506381 w 1621740"/>
              <a:gd name="connsiteY5" fmla="*/ 1153591 h 1153591"/>
              <a:gd name="connsiteX6" fmla="*/ 115359 w 1621740"/>
              <a:gd name="connsiteY6" fmla="*/ 1153591 h 1153591"/>
              <a:gd name="connsiteX7" fmla="*/ 0 w 1621740"/>
              <a:gd name="connsiteY7" fmla="*/ 1038232 h 1153591"/>
              <a:gd name="connsiteX8" fmla="*/ 0 w 1621740"/>
              <a:gd name="connsiteY8" fmla="*/ 115359 h 115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1740" h="1153591">
                <a:moveTo>
                  <a:pt x="0" y="115359"/>
                </a:moveTo>
                <a:cubicBezTo>
                  <a:pt x="0" y="51648"/>
                  <a:pt x="51648" y="0"/>
                  <a:pt x="115359" y="0"/>
                </a:cubicBezTo>
                <a:lnTo>
                  <a:pt x="1506381" y="0"/>
                </a:lnTo>
                <a:cubicBezTo>
                  <a:pt x="1570092" y="0"/>
                  <a:pt x="1621740" y="51648"/>
                  <a:pt x="1621740" y="115359"/>
                </a:cubicBezTo>
                <a:lnTo>
                  <a:pt x="1621740" y="1038232"/>
                </a:lnTo>
                <a:cubicBezTo>
                  <a:pt x="1621740" y="1101943"/>
                  <a:pt x="1570092" y="1153591"/>
                  <a:pt x="1506381" y="1153591"/>
                </a:cubicBezTo>
                <a:lnTo>
                  <a:pt x="115359" y="1153591"/>
                </a:lnTo>
                <a:cubicBezTo>
                  <a:pt x="51648" y="1153591"/>
                  <a:pt x="0" y="1101943"/>
                  <a:pt x="0" y="1038232"/>
                </a:cubicBezTo>
                <a:lnTo>
                  <a:pt x="0" y="115359"/>
                </a:lnTo>
                <a:close/>
              </a:path>
            </a:pathLst>
          </a:custGeom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7288" tIns="81413" rIns="97288" bIns="81413" numCol="1" spcCol="1270" rtlCol="1" anchor="ctr" anchorCtr="0">
            <a:noAutofit/>
          </a:bodyPr>
          <a:lstStyle/>
          <a:p>
            <a:pPr marL="0" lvl="0" indent="0" algn="ctr" defTabSz="11112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قم بالتفكير مليًّا والمراجعة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العملية الإبداعية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4FAFE9C-5D41-113A-053D-2015230BB07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468697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5762" y="1265665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ج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3212977"/>
            <a:ext cx="6769100" cy="2808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العمل الذاتي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أعمال الآخرين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التفكير مليًّا في إجراءات العمل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1" y="1772077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مراجعة آليات العمل والمخرجات المنتجة للوصول إلى مهمة تصميم المنسوجات</a:t>
            </a:r>
            <a:r>
              <a:rPr lang="ar" sz="3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altLang="en-US" sz="30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E18F2FD-0829-5FBF-A7C5-F0879061D71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220072" y="2043712"/>
            <a:ext cx="3528392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المراجعة والتفكير باستمرار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طلب التعليقات</a:t>
            </a:r>
          </a:p>
          <a:p>
            <a:pPr marL="358775" indent="-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مدى استيفاء المخرجات الإبداعية لمتطلبات الموجز.</a:t>
            </a: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العمل الذاتي</a:t>
            </a:r>
          </a:p>
          <a:p>
            <a:pPr algn="ctr" rtl="1"/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DF4239-1481-899F-DE02-C559C44A33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4" name="Picture 3" descr="A group of people looking at a paper&#10;&#10;Description automatically generated">
            <a:extLst>
              <a:ext uri="{FF2B5EF4-FFF2-40B4-BE49-F238E27FC236}">
                <a16:creationId xmlns:a16="http://schemas.microsoft.com/office/drawing/2014/main" id="{55FDCE64-184A-438E-1584-1CBEE05D83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058" y="2492896"/>
            <a:ext cx="4644008" cy="309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689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427984" y="2060848"/>
            <a:ext cx="4230168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ماهي الأسباب وراء صنع هذه الأعمال</a:t>
            </a:r>
          </a:p>
          <a:p>
            <a:pPr marL="358775" indent="-358775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استخدام العناصر الأساسية والأنماط والتقاليد والسرد والمفاهيم في هذه الأعمال</a:t>
            </a:r>
          </a:p>
          <a:p>
            <a:pPr marL="358775" indent="-358775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الأساليب التقنية المستخدمة في تنفيذ العمل</a:t>
            </a:r>
          </a:p>
          <a:p>
            <a:pPr marL="358775" indent="-358775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الأسباب الملائمة للعمل</a:t>
            </a:r>
          </a:p>
          <a:p>
            <a:pPr marL="358775" indent="-358775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الطرق التي تجعل العمل مرتبط بممارستك الخاصة</a:t>
            </a:r>
          </a:p>
          <a:p>
            <a:pPr marL="685800" rtl="1"/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أعمال الآخرين</a:t>
            </a:r>
          </a:p>
          <a:p>
            <a:pPr algn="ctr" rtl="1"/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B84CC3DB-DC6D-588A-B9E5-50FCAB2B96EB}"/>
              </a:ext>
            </a:extLst>
          </p:cNvPr>
          <p:cNvSpPr/>
          <p:nvPr/>
        </p:nvSpPr>
        <p:spPr>
          <a:xfrm flipH="1">
            <a:off x="323529" y="5193568"/>
            <a:ext cx="3744415" cy="1043744"/>
          </a:xfrm>
          <a:prstGeom prst="wedgeRoundRectCallout">
            <a:avLst>
              <a:gd name="adj1" fmla="val 1192"/>
              <a:gd name="adj2" fmla="val -7082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" sz="2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ما هي أفكارك الأولية حول هذا العمل؟</a:t>
            </a:r>
          </a:p>
          <a:p>
            <a:pPr algn="ctr" rtl="1"/>
            <a:r>
              <a:rPr lang="ar" sz="2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يعجبك؟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DB77F30-05B3-AB78-0EED-3E1A545F9A6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  <p:pic>
        <p:nvPicPr>
          <p:cNvPr id="5" name="Picture 4" descr="People standing in a room with a large sculpture&#10;&#10;Description automatically generated">
            <a:extLst>
              <a:ext uri="{FF2B5EF4-FFF2-40B4-BE49-F238E27FC236}">
                <a16:creationId xmlns:a16="http://schemas.microsoft.com/office/drawing/2014/main" id="{8BE8FEEF-E928-FDB4-BC0F-1B5364EFCC5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94" y="2348880"/>
            <a:ext cx="3690156" cy="246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226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21853" y="2348880"/>
            <a:ext cx="8100294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مخرجاتك الإبداعية اعتمادًا على مخططاتك المسبقة لها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مبررات تحسينات العمل والقرارات المتخذة في مرحلة التطوير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النهج المتبع في العمل بما في ذلك تخطيط الوقت وأخلاقيات العمل والمعايير الشخصية والاحترافية</a:t>
            </a:r>
          </a:p>
          <a:p>
            <a:pPr marL="358775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الدروس المستفادة والتوصيات لتطوير الممارسة المستقبلية.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التفكير مليًّا في إجراءات العمل</a:t>
            </a:r>
          </a:p>
          <a:p>
            <a:pPr algn="ctr" rtl="1"/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0162C5B-476B-1F12-DB2A-18F1DD27C96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720919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1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US" altLang="en-US" sz="36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A5456-D9C1-A9E6-1146-D2B112E5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85" y="1279022"/>
            <a:ext cx="8229600" cy="793452"/>
          </a:xfrm>
        </p:spPr>
        <p:txBody>
          <a:bodyPr rtlCol="1"/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6BE1F3-2558-2049-1592-73C057586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297732"/>
            <a:ext cx="7991475" cy="2466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صورة دعائية من منصة ألامي: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فوتوفيساج (الشريحة 6)، ديمتري مارشينكو (الشريحة 7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)، بولات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سيلفيا (الشريحة 10)، زونر/ويفبريك ميديا ليميتد، زونر جي ام بي اتش (الشريحة 11)، ماريك بوبلافسكي (الشريحة 13- أعلى اليسار)، فالكانتينا (الشريحة 13- أعلى اليمين)، جاكووك (الشريحة 13- أسفل اليسار)، هيمالايان بيكس، صورة كايا (الشريحة 13- أسفل اليمين)، لبيدو (الشريحة 15)، بادال شاندرا ساركر (الشريحة 16- أعلى اليمين)، ستيفن بارنز / فارمينج (الشريحة 16- أسفل اليسار)، بيتر كريبس (الشريحة 17 - أسفل اليسار)، ميليتاري اندجز (الشريحة 17 - أسفل اليمين)، ستيفن تشونغ (الشريحة 18 - اليسار)، تيم جيني (الشريحة 18 - اليمين)، صورة Max4e (الشريحة 21- أعلى اليسار)، أولغا باشيفا (الشريحة 21- أسفل اليسار)، كافان ايمدجز (الشريحة 23- أعلى اليمين)، صورة 12/مكتبة صور آن رونان (الشريحة 23- أسفل اليمين)، توم ليندبو، ايمدج سورس ليميتد (الشريحة 24- أعلى)، تيكا تونغاتيا (الشريحة 24- الوسط)، سارة إم. جولونكا (الشريحة 24- الوسط)، مايك روبنسون (الشريحة 24- أسفل)، سابينا جين بلاكبيرد (الشريحة 25- أعلى)، ستيفن فانهورن (الشريحة 25- الوسط)، إريكسفوبودا (الشريحة 25- الوسط)، إيتسانان سامبونتارات (الشريحة 25- الأسفل)، جيم ويست (الشريحة 26- الأعلى)</a:t>
            </a:r>
          </a:p>
          <a:p>
            <a:pPr marL="0" indent="0" rtl="1">
              <a:buNone/>
            </a:pPr>
            <a:endParaRPr lang="en-GB" sz="1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7045AC7-68D4-6072-69DF-E783DBF479D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136715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1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US" altLang="en-US" sz="36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A5456-D9C1-A9E6-1146-D2B112E5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85" y="1279022"/>
            <a:ext cx="8229600" cy="793452"/>
          </a:xfrm>
        </p:spPr>
        <p:txBody>
          <a:bodyPr rtlCol="1"/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6BE1F3-2558-2049-1592-73C057586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308776"/>
            <a:ext cx="7991475" cy="2466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دورلينج كيندرسلي: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روث جينكينسون، شركة دورلينج كيندرسلي المحدودة (الشريحة 26- الوسط)، سابينا جين بلاكبيرد (الشريحة 26- أسفل)، كيرين سو/تشاينا سبان (الشريحة 27- أعلى)، نوراسيت كايوساي (الشريحة 27- الوسط)، سايم توكاكوغلو (الشريحة 27- أسفل)، بي كريستوفر (الشريحة 28- أسفل اليسار)، كونفيدنس نزوي (الشريحة 28- أعلى اليمين)، جيم ويلمان (الشريحة 28- أسفل اليسار) , سعيدة نبي (الشريحة 28- أسفل اليمين)، آدم برونخورست (الشريحة 33)، راندي دوشين (الشريحة 34)</a:t>
            </a:r>
          </a:p>
          <a:p>
            <a:pPr marL="0" indent="0" rtl="1"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صور جيتي: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بلومبرج (الشريحة 17- أعلى اليسار)، موندادوري بورتفوليو (الشريحة 17- أعلى اليمين) هيرامان (الشريحة 23- أعلى اليسار)</a:t>
            </a:r>
          </a:p>
          <a:p>
            <a:pPr marL="0" indent="0" rtl="1"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شوترستوك: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صورة سي ار اس (الشريحة 16- أعلى اليسار)، فوتوهانتر (الشريحة 16- أسفل اليمين)، 54613 (الشريحة 21- أعلى اليمين)، اس_ال (الشريحة 21- أسفل اليمين)، دانسينج فيش (الشريحة 23- أسفل اليسار).</a:t>
            </a:r>
          </a:p>
          <a:p>
            <a:pPr marL="0" indent="0" rtl="1">
              <a:buNone/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CD7F7AA-EDD0-3CE3-14B8-A4629F36173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A103000395031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352542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  <SharedWithUsers xmlns="a26a0597-d0d1-4250-940c-88e9bf9d5597">
      <UserInfo>
        <DisplayName/>
        <AccountId xsi:nil="true"/>
        <AccountType/>
      </UserInfo>
    </SharedWithUsers>
    <MediaLengthInSeconds xmlns="6881431a-e3b2-481e-ba90-fae26e2fa8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de24caa4c0e3be310f88c5303a429eda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13345d94bc33d60197014d8f23048d11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E9D454-7315-400C-82C3-C591BC45CB39}">
  <ds:schemaRefs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7c1bd8dc-4e40-424f-a15f-9ffcd522197f"/>
    <ds:schemaRef ds:uri="6125ffc9-2c56-435e-8267-1393444907b2"/>
  </ds:schemaRefs>
</ds:datastoreItem>
</file>

<file path=customXml/itemProps3.xml><?xml version="1.0" encoding="utf-8"?>
<ds:datastoreItem xmlns:ds="http://schemas.openxmlformats.org/officeDocument/2006/customXml" ds:itemID="{6F9436C5-459C-4094-8525-7416968E599F}"/>
</file>

<file path=docProps/app.xml><?xml version="1.0" encoding="utf-8"?>
<Properties xmlns="http://schemas.openxmlformats.org/officeDocument/2006/extended-properties" xmlns:vt="http://schemas.openxmlformats.org/officeDocument/2006/docPropsVTypes">
  <TotalTime>16359</TotalTime>
  <Words>1989</Words>
  <Application>Microsoft Office PowerPoint</Application>
  <PresentationFormat>On-screen Show (4:3)</PresentationFormat>
  <Paragraphs>331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Arial</vt:lpstr>
      <vt:lpstr>Calibri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8 موجز العمل على تصميم المنسوجات</vt:lpstr>
      <vt:lpstr>PowerPoint Presentation</vt:lpstr>
      <vt:lpstr>أهداف التعلم</vt:lpstr>
      <vt:lpstr>هدف التعلّم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توليد الأفكار</vt:lpstr>
      <vt:lpstr>توصيل الأفكار</vt:lpstr>
      <vt:lpstr>هدف التعلّم ب  </vt:lpstr>
      <vt:lpstr>PowerPoint Presentation</vt:lpstr>
      <vt:lpstr>المنتجات التي تتضمن المنسوجات.</vt:lpstr>
      <vt:lpstr>أدوات الرسم</vt:lpstr>
      <vt:lpstr>مواد السطح (1)</vt:lpstr>
      <vt:lpstr>مواد السطح (2)</vt:lpstr>
      <vt:lpstr>مواد السطح (3)</vt:lpstr>
      <vt:lpstr>الأصباغ (1)</vt:lpstr>
      <vt:lpstr>الأصباغ (2)</vt:lpstr>
      <vt:lpstr>مواد الإنتاج (1)</vt:lpstr>
      <vt:lpstr>مواد الإنتاج (2)</vt:lpstr>
      <vt:lpstr>التقنيات الزخرفية</vt:lpstr>
      <vt:lpstr>الطباعة (1)</vt:lpstr>
      <vt:lpstr>الطباعة (2)</vt:lpstr>
      <vt:lpstr>معالجة الأسطح (1)</vt:lpstr>
      <vt:lpstr>معالجة الأسطح (2)</vt:lpstr>
      <vt:lpstr>أساليب البناء</vt:lpstr>
      <vt:lpstr>التصنيع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  <vt:lpstr>شكر وتقدير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168</cp:revision>
  <dcterms:created xsi:type="dcterms:W3CDTF">2020-07-15T07:14:47Z</dcterms:created>
  <dcterms:modified xsi:type="dcterms:W3CDTF">2024-05-28T12:54:47Z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  <property fmtid="{D5CDD505-2E9C-101B-9397-08002B2CF9AE}" pid="12" name="_SourceUrl">
    <vt:lpwstr/>
  </property>
  <property fmtid="{D5CDD505-2E9C-101B-9397-08002B2CF9AE}" pid="13" name="_SharedFileIndex">
    <vt:lpwstr/>
  </property>
</Properties>
</file>