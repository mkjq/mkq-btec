
<file path=[Content_Types].xml><?xml version="1.0" encoding="utf-8"?>
<Types xmlns="http://schemas.openxmlformats.org/package/2006/content-types">
  <Default Extension="bin" ContentType="audio/unknown"/>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7.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8.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9.xml" ContentType="application/vnd.openxmlformats-officedocument.theme+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48"/>
  </p:notesMasterIdLst>
  <p:sldIdLst>
    <p:sldId id="256" r:id="rId14"/>
    <p:sldId id="257" r:id="rId15"/>
    <p:sldId id="343" r:id="rId16"/>
    <p:sldId id="258" r:id="rId17"/>
    <p:sldId id="272" r:id="rId18"/>
    <p:sldId id="318" r:id="rId19"/>
    <p:sldId id="320" r:id="rId20"/>
    <p:sldId id="344" r:id="rId21"/>
    <p:sldId id="321" r:id="rId22"/>
    <p:sldId id="338" r:id="rId23"/>
    <p:sldId id="322" r:id="rId24"/>
    <p:sldId id="339" r:id="rId25"/>
    <p:sldId id="323" r:id="rId26"/>
    <p:sldId id="340" r:id="rId27"/>
    <p:sldId id="326" r:id="rId28"/>
    <p:sldId id="345" r:id="rId29"/>
    <p:sldId id="328" r:id="rId30"/>
    <p:sldId id="327" r:id="rId31"/>
    <p:sldId id="310" r:id="rId32"/>
    <p:sldId id="341" r:id="rId33"/>
    <p:sldId id="319" r:id="rId34"/>
    <p:sldId id="329" r:id="rId35"/>
    <p:sldId id="330" r:id="rId36"/>
    <p:sldId id="342" r:id="rId37"/>
    <p:sldId id="331" r:id="rId38"/>
    <p:sldId id="317" r:id="rId39"/>
    <p:sldId id="332" r:id="rId40"/>
    <p:sldId id="316" r:id="rId41"/>
    <p:sldId id="333" r:id="rId42"/>
    <p:sldId id="335" r:id="rId43"/>
    <p:sldId id="334" r:id="rId44"/>
    <p:sldId id="336" r:id="rId45"/>
    <p:sldId id="337" r:id="rId46"/>
    <p:sldId id="346" r:id="rId47"/>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4EDDAC-B4C5-4E84-95B3-EFB59CCDB629}" v="62" dt="2024-12-11T23:10:28.652"/>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059" autoAdjust="0"/>
    <p:restoredTop sz="87223" autoAdjust="0"/>
  </p:normalViewPr>
  <p:slideViewPr>
    <p:cSldViewPr>
      <p:cViewPr varScale="1">
        <p:scale>
          <a:sx n="137" d="100"/>
          <a:sy n="137" d="100"/>
        </p:scale>
        <p:origin x="2994" y="120"/>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slide" Target="slides/slide34.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slideMaster" Target="slideMasters/slideMaster7.xml"/><Relationship Id="rId19" Type="http://schemas.openxmlformats.org/officeDocument/2006/relationships/slide" Target="slides/slide6.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notesMaster" Target="notesMasters/notesMaster1.xml"/><Relationship Id="rId8" Type="http://schemas.openxmlformats.org/officeDocument/2006/relationships/slideMaster" Target="slideMasters/slideMaster5.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20" Type="http://schemas.openxmlformats.org/officeDocument/2006/relationships/slide" Target="slides/slide7.xml"/><Relationship Id="rId41" Type="http://schemas.openxmlformats.org/officeDocument/2006/relationships/slide" Target="slides/slide28.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Winser" userId="c3146a91-e6bd-4264-bd86-e164e04bc32d" providerId="ADAL" clId="{964EDDAC-B4C5-4E84-95B3-EFB59CCDB629}"/>
    <pc:docChg chg="custSel addSld modSld">
      <pc:chgData name="Paul Winser" userId="c3146a91-e6bd-4264-bd86-e164e04bc32d" providerId="ADAL" clId="{964EDDAC-B4C5-4E84-95B3-EFB59CCDB629}" dt="2024-12-11T23:10:28.652" v="115"/>
      <pc:docMkLst>
        <pc:docMk/>
      </pc:docMkLst>
      <pc:sldChg chg="addSp modSp mod">
        <pc:chgData name="Paul Winser" userId="c3146a91-e6bd-4264-bd86-e164e04bc32d" providerId="ADAL" clId="{964EDDAC-B4C5-4E84-95B3-EFB59CCDB629}" dt="2024-12-04T12:56:17.882" v="5" actId="20577"/>
        <pc:sldMkLst>
          <pc:docMk/>
          <pc:sldMk cId="0" sldId="256"/>
        </pc:sldMkLst>
        <pc:spChg chg="add mod">
          <ac:chgData name="Paul Winser" userId="c3146a91-e6bd-4264-bd86-e164e04bc32d" providerId="ADAL" clId="{964EDDAC-B4C5-4E84-95B3-EFB59CCDB629}" dt="2024-12-04T12:56:17.882" v="5" actId="20577"/>
          <ac:spMkLst>
            <pc:docMk/>
            <pc:sldMk cId="0" sldId="256"/>
            <ac:spMk id="2" creationId="{FB5ADC26-EA2D-F422-D9A0-9A43AC962297}"/>
          </ac:spMkLst>
        </pc:spChg>
      </pc:sldChg>
      <pc:sldChg chg="addSp modSp">
        <pc:chgData name="Paul Winser" userId="c3146a91-e6bd-4264-bd86-e164e04bc32d" providerId="ADAL" clId="{964EDDAC-B4C5-4E84-95B3-EFB59CCDB629}" dt="2024-12-04T12:56:21.092" v="6"/>
        <pc:sldMkLst>
          <pc:docMk/>
          <pc:sldMk cId="0" sldId="257"/>
        </pc:sldMkLst>
        <pc:spChg chg="add mod">
          <ac:chgData name="Paul Winser" userId="c3146a91-e6bd-4264-bd86-e164e04bc32d" providerId="ADAL" clId="{964EDDAC-B4C5-4E84-95B3-EFB59CCDB629}" dt="2024-12-04T12:56:21.092" v="6"/>
          <ac:spMkLst>
            <pc:docMk/>
            <pc:sldMk cId="0" sldId="257"/>
            <ac:spMk id="2" creationId="{F3EA2E2C-F314-597E-7B8F-0E64CA91B0EC}"/>
          </ac:spMkLst>
        </pc:spChg>
      </pc:sldChg>
      <pc:sldChg chg="addSp modSp">
        <pc:chgData name="Paul Winser" userId="c3146a91-e6bd-4264-bd86-e164e04bc32d" providerId="ADAL" clId="{964EDDAC-B4C5-4E84-95B3-EFB59CCDB629}" dt="2024-12-04T12:56:23.252" v="8"/>
        <pc:sldMkLst>
          <pc:docMk/>
          <pc:sldMk cId="0" sldId="258"/>
        </pc:sldMkLst>
        <pc:spChg chg="add mod">
          <ac:chgData name="Paul Winser" userId="c3146a91-e6bd-4264-bd86-e164e04bc32d" providerId="ADAL" clId="{964EDDAC-B4C5-4E84-95B3-EFB59CCDB629}" dt="2024-12-04T12:56:23.252" v="8"/>
          <ac:spMkLst>
            <pc:docMk/>
            <pc:sldMk cId="0" sldId="258"/>
            <ac:spMk id="2" creationId="{ADBD4379-C382-E937-E02B-5C4719FF7B06}"/>
          </ac:spMkLst>
        </pc:spChg>
      </pc:sldChg>
      <pc:sldChg chg="addSp modSp">
        <pc:chgData name="Paul Winser" userId="c3146a91-e6bd-4264-bd86-e164e04bc32d" providerId="ADAL" clId="{964EDDAC-B4C5-4E84-95B3-EFB59CCDB629}" dt="2024-12-04T12:56:24.341" v="9"/>
        <pc:sldMkLst>
          <pc:docMk/>
          <pc:sldMk cId="0" sldId="272"/>
        </pc:sldMkLst>
        <pc:spChg chg="add mod">
          <ac:chgData name="Paul Winser" userId="c3146a91-e6bd-4264-bd86-e164e04bc32d" providerId="ADAL" clId="{964EDDAC-B4C5-4E84-95B3-EFB59CCDB629}" dt="2024-12-04T12:56:24.341" v="9"/>
          <ac:spMkLst>
            <pc:docMk/>
            <pc:sldMk cId="0" sldId="272"/>
            <ac:spMk id="2" creationId="{80E946CB-807F-F6E2-D2D9-8A71608F08A6}"/>
          </ac:spMkLst>
        </pc:spChg>
      </pc:sldChg>
      <pc:sldChg chg="addSp modSp">
        <pc:chgData name="Paul Winser" userId="c3146a91-e6bd-4264-bd86-e164e04bc32d" providerId="ADAL" clId="{964EDDAC-B4C5-4E84-95B3-EFB59CCDB629}" dt="2024-12-04T12:56:49.013" v="23"/>
        <pc:sldMkLst>
          <pc:docMk/>
          <pc:sldMk cId="3677341621" sldId="310"/>
        </pc:sldMkLst>
        <pc:spChg chg="add mod">
          <ac:chgData name="Paul Winser" userId="c3146a91-e6bd-4264-bd86-e164e04bc32d" providerId="ADAL" clId="{964EDDAC-B4C5-4E84-95B3-EFB59CCDB629}" dt="2024-12-04T12:56:49.013" v="23"/>
          <ac:spMkLst>
            <pc:docMk/>
            <pc:sldMk cId="3677341621" sldId="310"/>
            <ac:spMk id="2" creationId="{CD2CBD16-C25F-34E3-1D93-AF2015BFF202}"/>
          </ac:spMkLst>
        </pc:spChg>
      </pc:sldChg>
      <pc:sldChg chg="addSp modSp">
        <pc:chgData name="Paul Winser" userId="c3146a91-e6bd-4264-bd86-e164e04bc32d" providerId="ADAL" clId="{964EDDAC-B4C5-4E84-95B3-EFB59CCDB629}" dt="2024-12-04T12:57:08.006" v="33"/>
        <pc:sldMkLst>
          <pc:docMk/>
          <pc:sldMk cId="1796285363" sldId="316"/>
        </pc:sldMkLst>
        <pc:spChg chg="add mod">
          <ac:chgData name="Paul Winser" userId="c3146a91-e6bd-4264-bd86-e164e04bc32d" providerId="ADAL" clId="{964EDDAC-B4C5-4E84-95B3-EFB59CCDB629}" dt="2024-12-04T12:57:08.006" v="33"/>
          <ac:spMkLst>
            <pc:docMk/>
            <pc:sldMk cId="1796285363" sldId="316"/>
            <ac:spMk id="2" creationId="{FF1E03D9-14BF-1DD9-979D-2B57C015B403}"/>
          </ac:spMkLst>
        </pc:spChg>
      </pc:sldChg>
      <pc:sldChg chg="addSp delSp modSp mod">
        <pc:chgData name="Paul Winser" userId="c3146a91-e6bd-4264-bd86-e164e04bc32d" providerId="ADAL" clId="{964EDDAC-B4C5-4E84-95B3-EFB59CCDB629}" dt="2024-12-04T13:00:36.464" v="99" actId="1076"/>
        <pc:sldMkLst>
          <pc:docMk/>
          <pc:sldMk cId="3295762694" sldId="317"/>
        </pc:sldMkLst>
        <pc:spChg chg="add mod">
          <ac:chgData name="Paul Winser" userId="c3146a91-e6bd-4264-bd86-e164e04bc32d" providerId="ADAL" clId="{964EDDAC-B4C5-4E84-95B3-EFB59CCDB629}" dt="2024-12-04T12:57:05.601" v="31"/>
          <ac:spMkLst>
            <pc:docMk/>
            <pc:sldMk cId="3295762694" sldId="317"/>
            <ac:spMk id="2" creationId="{FD291E07-47B8-BCAA-11F7-7E8C0015140F}"/>
          </ac:spMkLst>
        </pc:spChg>
        <pc:picChg chg="del">
          <ac:chgData name="Paul Winser" userId="c3146a91-e6bd-4264-bd86-e164e04bc32d" providerId="ADAL" clId="{964EDDAC-B4C5-4E84-95B3-EFB59CCDB629}" dt="2024-12-04T13:00:33.626" v="97" actId="478"/>
          <ac:picMkLst>
            <pc:docMk/>
            <pc:sldMk cId="3295762694" sldId="317"/>
            <ac:picMk id="3" creationId="{6D5C4391-F260-46F2-BA98-B4EC34F30AB1}"/>
          </ac:picMkLst>
        </pc:picChg>
        <pc:picChg chg="add mod">
          <ac:chgData name="Paul Winser" userId="c3146a91-e6bd-4264-bd86-e164e04bc32d" providerId="ADAL" clId="{964EDDAC-B4C5-4E84-95B3-EFB59CCDB629}" dt="2024-12-04T13:00:36.464" v="99" actId="1076"/>
          <ac:picMkLst>
            <pc:docMk/>
            <pc:sldMk cId="3295762694" sldId="317"/>
            <ac:picMk id="4" creationId="{69396685-84B7-C53F-A18E-D4E414354BFD}"/>
          </ac:picMkLst>
        </pc:picChg>
      </pc:sldChg>
      <pc:sldChg chg="addSp delSp modSp mod">
        <pc:chgData name="Paul Winser" userId="c3146a91-e6bd-4264-bd86-e164e04bc32d" providerId="ADAL" clId="{964EDDAC-B4C5-4E84-95B3-EFB59CCDB629}" dt="2024-12-04T12:57:46.102" v="42" actId="1076"/>
        <pc:sldMkLst>
          <pc:docMk/>
          <pc:sldMk cId="2236349469" sldId="318"/>
        </pc:sldMkLst>
        <pc:spChg chg="add mod">
          <ac:chgData name="Paul Winser" userId="c3146a91-e6bd-4264-bd86-e164e04bc32d" providerId="ADAL" clId="{964EDDAC-B4C5-4E84-95B3-EFB59CCDB629}" dt="2024-12-04T12:56:25.552" v="10"/>
          <ac:spMkLst>
            <pc:docMk/>
            <pc:sldMk cId="2236349469" sldId="318"/>
            <ac:spMk id="2" creationId="{97C3DC2C-C55A-41F4-58EF-E72F081AF031}"/>
          </ac:spMkLst>
        </pc:spChg>
        <pc:picChg chg="add mod">
          <ac:chgData name="Paul Winser" userId="c3146a91-e6bd-4264-bd86-e164e04bc32d" providerId="ADAL" clId="{964EDDAC-B4C5-4E84-95B3-EFB59CCDB629}" dt="2024-12-04T12:57:46.102" v="42" actId="1076"/>
          <ac:picMkLst>
            <pc:docMk/>
            <pc:sldMk cId="2236349469" sldId="318"/>
            <ac:picMk id="3" creationId="{E562F060-5732-0A41-3392-FA89979F2F32}"/>
          </ac:picMkLst>
        </pc:picChg>
        <pc:picChg chg="del">
          <ac:chgData name="Paul Winser" userId="c3146a91-e6bd-4264-bd86-e164e04bc32d" providerId="ADAL" clId="{964EDDAC-B4C5-4E84-95B3-EFB59CCDB629}" dt="2024-12-04T12:57:42.732" v="40" actId="478"/>
          <ac:picMkLst>
            <pc:docMk/>
            <pc:sldMk cId="2236349469" sldId="318"/>
            <ac:picMk id="4" creationId="{B2870C1C-BD27-4C3E-8FDF-82C0FBE4FC20}"/>
          </ac:picMkLst>
        </pc:picChg>
      </pc:sldChg>
      <pc:sldChg chg="addSp delSp modSp mod">
        <pc:chgData name="Paul Winser" userId="c3146a91-e6bd-4264-bd86-e164e04bc32d" providerId="ADAL" clId="{964EDDAC-B4C5-4E84-95B3-EFB59CCDB629}" dt="2024-12-04T12:59:49.288" v="84"/>
        <pc:sldMkLst>
          <pc:docMk/>
          <pc:sldMk cId="2276593269" sldId="319"/>
        </pc:sldMkLst>
        <pc:spChg chg="add mod">
          <ac:chgData name="Paul Winser" userId="c3146a91-e6bd-4264-bd86-e164e04bc32d" providerId="ADAL" clId="{964EDDAC-B4C5-4E84-95B3-EFB59CCDB629}" dt="2024-12-04T12:56:54.854" v="25"/>
          <ac:spMkLst>
            <pc:docMk/>
            <pc:sldMk cId="2276593269" sldId="319"/>
            <ac:spMk id="2" creationId="{B36B9256-C872-B036-7E64-66186EF7821F}"/>
          </ac:spMkLst>
        </pc:spChg>
        <pc:picChg chg="add mod">
          <ac:chgData name="Paul Winser" userId="c3146a91-e6bd-4264-bd86-e164e04bc32d" providerId="ADAL" clId="{964EDDAC-B4C5-4E84-95B3-EFB59CCDB629}" dt="2024-12-04T12:59:49.288" v="84"/>
          <ac:picMkLst>
            <pc:docMk/>
            <pc:sldMk cId="2276593269" sldId="319"/>
            <ac:picMk id="3" creationId="{A48D8A87-7058-CCDD-7DE7-1C0A80A72769}"/>
          </ac:picMkLst>
        </pc:picChg>
        <pc:picChg chg="del mod">
          <ac:chgData name="Paul Winser" userId="c3146a91-e6bd-4264-bd86-e164e04bc32d" providerId="ADAL" clId="{964EDDAC-B4C5-4E84-95B3-EFB59CCDB629}" dt="2024-12-04T12:59:49.113" v="83" actId="478"/>
          <ac:picMkLst>
            <pc:docMk/>
            <pc:sldMk cId="2276593269" sldId="319"/>
            <ac:picMk id="5" creationId="{C57447F8-F0BC-4587-9BD3-B8542AEBFF5F}"/>
          </ac:picMkLst>
        </pc:picChg>
      </pc:sldChg>
      <pc:sldChg chg="addSp delSp modSp mod">
        <pc:chgData name="Paul Winser" userId="c3146a91-e6bd-4264-bd86-e164e04bc32d" providerId="ADAL" clId="{964EDDAC-B4C5-4E84-95B3-EFB59CCDB629}" dt="2024-12-04T12:57:57.131" v="45" actId="1076"/>
        <pc:sldMkLst>
          <pc:docMk/>
          <pc:sldMk cId="4257113684" sldId="320"/>
        </pc:sldMkLst>
        <pc:spChg chg="add mod">
          <ac:chgData name="Paul Winser" userId="c3146a91-e6bd-4264-bd86-e164e04bc32d" providerId="ADAL" clId="{964EDDAC-B4C5-4E84-95B3-EFB59CCDB629}" dt="2024-12-04T12:56:30.313" v="11"/>
          <ac:spMkLst>
            <pc:docMk/>
            <pc:sldMk cId="4257113684" sldId="320"/>
            <ac:spMk id="2" creationId="{72814426-862F-E3AC-75E9-D857EE245898}"/>
          </ac:spMkLst>
        </pc:spChg>
        <pc:picChg chg="add mod">
          <ac:chgData name="Paul Winser" userId="c3146a91-e6bd-4264-bd86-e164e04bc32d" providerId="ADAL" clId="{964EDDAC-B4C5-4E84-95B3-EFB59CCDB629}" dt="2024-12-04T12:57:57.131" v="45" actId="1076"/>
          <ac:picMkLst>
            <pc:docMk/>
            <pc:sldMk cId="4257113684" sldId="320"/>
            <ac:picMk id="3" creationId="{F9E847F2-232E-F7A7-BC1E-A6E43347F056}"/>
          </ac:picMkLst>
        </pc:picChg>
        <pc:picChg chg="del">
          <ac:chgData name="Paul Winser" userId="c3146a91-e6bd-4264-bd86-e164e04bc32d" providerId="ADAL" clId="{964EDDAC-B4C5-4E84-95B3-EFB59CCDB629}" dt="2024-12-04T12:57:51.404" v="43" actId="478"/>
          <ac:picMkLst>
            <pc:docMk/>
            <pc:sldMk cId="4257113684" sldId="320"/>
            <ac:picMk id="4" creationId="{338BB800-5475-46CC-9016-02E35BC19F5B}"/>
          </ac:picMkLst>
        </pc:picChg>
      </pc:sldChg>
      <pc:sldChg chg="addSp delSp modSp mod">
        <pc:chgData name="Paul Winser" userId="c3146a91-e6bd-4264-bd86-e164e04bc32d" providerId="ADAL" clId="{964EDDAC-B4C5-4E84-95B3-EFB59CCDB629}" dt="2024-12-04T12:58:14.977" v="51" actId="1076"/>
        <pc:sldMkLst>
          <pc:docMk/>
          <pc:sldMk cId="2243321591" sldId="321"/>
        </pc:sldMkLst>
        <pc:spChg chg="add mod">
          <ac:chgData name="Paul Winser" userId="c3146a91-e6bd-4264-bd86-e164e04bc32d" providerId="ADAL" clId="{964EDDAC-B4C5-4E84-95B3-EFB59CCDB629}" dt="2024-12-04T12:56:34.144" v="13"/>
          <ac:spMkLst>
            <pc:docMk/>
            <pc:sldMk cId="2243321591" sldId="321"/>
            <ac:spMk id="2" creationId="{D62C6120-C157-BDF9-0641-5F6C1D27FD51}"/>
          </ac:spMkLst>
        </pc:spChg>
        <pc:picChg chg="add mod">
          <ac:chgData name="Paul Winser" userId="c3146a91-e6bd-4264-bd86-e164e04bc32d" providerId="ADAL" clId="{964EDDAC-B4C5-4E84-95B3-EFB59CCDB629}" dt="2024-12-04T12:58:14.977" v="51" actId="1076"/>
          <ac:picMkLst>
            <pc:docMk/>
            <pc:sldMk cId="2243321591" sldId="321"/>
            <ac:picMk id="3" creationId="{93EBB0A8-BAAA-D9D5-3146-E0CB00867209}"/>
          </ac:picMkLst>
        </pc:picChg>
        <pc:picChg chg="del">
          <ac:chgData name="Paul Winser" userId="c3146a91-e6bd-4264-bd86-e164e04bc32d" providerId="ADAL" clId="{964EDDAC-B4C5-4E84-95B3-EFB59CCDB629}" dt="2024-12-04T12:58:13.149" v="49" actId="478"/>
          <ac:picMkLst>
            <pc:docMk/>
            <pc:sldMk cId="2243321591" sldId="321"/>
            <ac:picMk id="4" creationId="{C9C1D552-A68D-490E-AE2A-6B21D868384C}"/>
          </ac:picMkLst>
        </pc:picChg>
      </pc:sldChg>
      <pc:sldChg chg="addSp delSp modSp mod">
        <pc:chgData name="Paul Winser" userId="c3146a91-e6bd-4264-bd86-e164e04bc32d" providerId="ADAL" clId="{964EDDAC-B4C5-4E84-95B3-EFB59CCDB629}" dt="2024-12-04T12:58:33.255" v="57" actId="1076"/>
        <pc:sldMkLst>
          <pc:docMk/>
          <pc:sldMk cId="3571636453" sldId="322"/>
        </pc:sldMkLst>
        <pc:spChg chg="add mod">
          <ac:chgData name="Paul Winser" userId="c3146a91-e6bd-4264-bd86-e164e04bc32d" providerId="ADAL" clId="{964EDDAC-B4C5-4E84-95B3-EFB59CCDB629}" dt="2024-12-04T12:56:38.513" v="15"/>
          <ac:spMkLst>
            <pc:docMk/>
            <pc:sldMk cId="3571636453" sldId="322"/>
            <ac:spMk id="2" creationId="{119EEFDB-BE2A-E3D3-8F26-C20C782276C5}"/>
          </ac:spMkLst>
        </pc:spChg>
        <pc:picChg chg="del">
          <ac:chgData name="Paul Winser" userId="c3146a91-e6bd-4264-bd86-e164e04bc32d" providerId="ADAL" clId="{964EDDAC-B4C5-4E84-95B3-EFB59CCDB629}" dt="2024-12-04T12:58:30.700" v="55" actId="478"/>
          <ac:picMkLst>
            <pc:docMk/>
            <pc:sldMk cId="3571636453" sldId="322"/>
            <ac:picMk id="3" creationId="{AF1CBABA-8A58-4305-8B51-8EDAF5AFA7DB}"/>
          </ac:picMkLst>
        </pc:picChg>
        <pc:picChg chg="add mod">
          <ac:chgData name="Paul Winser" userId="c3146a91-e6bd-4264-bd86-e164e04bc32d" providerId="ADAL" clId="{964EDDAC-B4C5-4E84-95B3-EFB59CCDB629}" dt="2024-12-04T12:58:33.255" v="57" actId="1076"/>
          <ac:picMkLst>
            <pc:docMk/>
            <pc:sldMk cId="3571636453" sldId="322"/>
            <ac:picMk id="4" creationId="{9CABD53D-6EF2-D2FF-668B-2870752FDD79}"/>
          </ac:picMkLst>
        </pc:picChg>
      </pc:sldChg>
      <pc:sldChg chg="addSp delSp modSp mod">
        <pc:chgData name="Paul Winser" userId="c3146a91-e6bd-4264-bd86-e164e04bc32d" providerId="ADAL" clId="{964EDDAC-B4C5-4E84-95B3-EFB59CCDB629}" dt="2024-12-04T12:58:49.840" v="63" actId="1076"/>
        <pc:sldMkLst>
          <pc:docMk/>
          <pc:sldMk cId="1787851211" sldId="323"/>
        </pc:sldMkLst>
        <pc:spChg chg="add mod">
          <ac:chgData name="Paul Winser" userId="c3146a91-e6bd-4264-bd86-e164e04bc32d" providerId="ADAL" clId="{964EDDAC-B4C5-4E84-95B3-EFB59CCDB629}" dt="2024-12-04T12:56:41.462" v="17"/>
          <ac:spMkLst>
            <pc:docMk/>
            <pc:sldMk cId="1787851211" sldId="323"/>
            <ac:spMk id="2" creationId="{72DD84E0-ABCC-85B9-1777-950BA9DE6E18}"/>
          </ac:spMkLst>
        </pc:spChg>
        <pc:picChg chg="del">
          <ac:chgData name="Paul Winser" userId="c3146a91-e6bd-4264-bd86-e164e04bc32d" providerId="ADAL" clId="{964EDDAC-B4C5-4E84-95B3-EFB59CCDB629}" dt="2024-12-04T12:58:47.483" v="61" actId="478"/>
          <ac:picMkLst>
            <pc:docMk/>
            <pc:sldMk cId="1787851211" sldId="323"/>
            <ac:picMk id="3" creationId="{881CF61A-4BF9-4CC7-8310-D1B53782C3B8}"/>
          </ac:picMkLst>
        </pc:picChg>
        <pc:picChg chg="add mod">
          <ac:chgData name="Paul Winser" userId="c3146a91-e6bd-4264-bd86-e164e04bc32d" providerId="ADAL" clId="{964EDDAC-B4C5-4E84-95B3-EFB59CCDB629}" dt="2024-12-04T12:58:49.840" v="63" actId="1076"/>
          <ac:picMkLst>
            <pc:docMk/>
            <pc:sldMk cId="1787851211" sldId="323"/>
            <ac:picMk id="4" creationId="{D39922E9-22AD-BA0B-E463-C8855332E797}"/>
          </ac:picMkLst>
        </pc:picChg>
      </pc:sldChg>
      <pc:sldChg chg="addSp delSp modSp mod">
        <pc:chgData name="Paul Winser" userId="c3146a91-e6bd-4264-bd86-e164e04bc32d" providerId="ADAL" clId="{964EDDAC-B4C5-4E84-95B3-EFB59CCDB629}" dt="2024-12-04T12:59:11.980" v="69" actId="1076"/>
        <pc:sldMkLst>
          <pc:docMk/>
          <pc:sldMk cId="2195799103" sldId="326"/>
        </pc:sldMkLst>
        <pc:spChg chg="add mod">
          <ac:chgData name="Paul Winser" userId="c3146a91-e6bd-4264-bd86-e164e04bc32d" providerId="ADAL" clId="{964EDDAC-B4C5-4E84-95B3-EFB59CCDB629}" dt="2024-12-04T12:56:43.945" v="19"/>
          <ac:spMkLst>
            <pc:docMk/>
            <pc:sldMk cId="2195799103" sldId="326"/>
            <ac:spMk id="2" creationId="{2364852F-2A1F-7DA8-558E-A17CB34DD741}"/>
          </ac:spMkLst>
        </pc:spChg>
        <pc:picChg chg="add mod">
          <ac:chgData name="Paul Winser" userId="c3146a91-e6bd-4264-bd86-e164e04bc32d" providerId="ADAL" clId="{964EDDAC-B4C5-4E84-95B3-EFB59CCDB629}" dt="2024-12-04T12:59:11.980" v="69" actId="1076"/>
          <ac:picMkLst>
            <pc:docMk/>
            <pc:sldMk cId="2195799103" sldId="326"/>
            <ac:picMk id="3" creationId="{A8C141EE-80BD-E090-A3B3-2C629352D7C6}"/>
          </ac:picMkLst>
        </pc:picChg>
        <pc:picChg chg="del">
          <ac:chgData name="Paul Winser" userId="c3146a91-e6bd-4264-bd86-e164e04bc32d" providerId="ADAL" clId="{964EDDAC-B4C5-4E84-95B3-EFB59CCDB629}" dt="2024-12-04T12:59:09.163" v="67" actId="478"/>
          <ac:picMkLst>
            <pc:docMk/>
            <pc:sldMk cId="2195799103" sldId="326"/>
            <ac:picMk id="4" creationId="{06C199BD-2BEC-AA7C-D0F0-84E417CE3701}"/>
          </ac:picMkLst>
        </pc:picChg>
      </pc:sldChg>
      <pc:sldChg chg="addSp delSp modSp mod">
        <pc:chgData name="Paul Winser" userId="c3146a91-e6bd-4264-bd86-e164e04bc32d" providerId="ADAL" clId="{964EDDAC-B4C5-4E84-95B3-EFB59CCDB629}" dt="2024-12-04T12:59:36.519" v="78" actId="1076"/>
        <pc:sldMkLst>
          <pc:docMk/>
          <pc:sldMk cId="1380537432" sldId="327"/>
        </pc:sldMkLst>
        <pc:spChg chg="add mod">
          <ac:chgData name="Paul Winser" userId="c3146a91-e6bd-4264-bd86-e164e04bc32d" providerId="ADAL" clId="{964EDDAC-B4C5-4E84-95B3-EFB59CCDB629}" dt="2024-12-04T12:56:47.657" v="22"/>
          <ac:spMkLst>
            <pc:docMk/>
            <pc:sldMk cId="1380537432" sldId="327"/>
            <ac:spMk id="2" creationId="{EF263C68-01AA-F528-BD0C-D615B13E71C1}"/>
          </ac:spMkLst>
        </pc:spChg>
        <pc:picChg chg="add mod">
          <ac:chgData name="Paul Winser" userId="c3146a91-e6bd-4264-bd86-e164e04bc32d" providerId="ADAL" clId="{964EDDAC-B4C5-4E84-95B3-EFB59CCDB629}" dt="2024-12-04T12:59:36.519" v="78" actId="1076"/>
          <ac:picMkLst>
            <pc:docMk/>
            <pc:sldMk cId="1380537432" sldId="327"/>
            <ac:picMk id="3" creationId="{1BD7CE89-295A-1A3D-1219-71BFB5442993}"/>
          </ac:picMkLst>
        </pc:picChg>
        <pc:picChg chg="del">
          <ac:chgData name="Paul Winser" userId="c3146a91-e6bd-4264-bd86-e164e04bc32d" providerId="ADAL" clId="{964EDDAC-B4C5-4E84-95B3-EFB59CCDB629}" dt="2024-12-04T12:59:34.282" v="76" actId="478"/>
          <ac:picMkLst>
            <pc:docMk/>
            <pc:sldMk cId="1380537432" sldId="327"/>
            <ac:picMk id="4" creationId="{D3C78DDD-4A37-4466-8E31-C67E910689F2}"/>
          </ac:picMkLst>
        </pc:picChg>
      </pc:sldChg>
      <pc:sldChg chg="addSp delSp modSp mod">
        <pc:chgData name="Paul Winser" userId="c3146a91-e6bd-4264-bd86-e164e04bc32d" providerId="ADAL" clId="{964EDDAC-B4C5-4E84-95B3-EFB59CCDB629}" dt="2024-12-04T12:59:28.921" v="75" actId="1076"/>
        <pc:sldMkLst>
          <pc:docMk/>
          <pc:sldMk cId="1596163887" sldId="328"/>
        </pc:sldMkLst>
        <pc:spChg chg="add mod">
          <ac:chgData name="Paul Winser" userId="c3146a91-e6bd-4264-bd86-e164e04bc32d" providerId="ADAL" clId="{964EDDAC-B4C5-4E84-95B3-EFB59CCDB629}" dt="2024-12-04T12:56:46.470" v="21"/>
          <ac:spMkLst>
            <pc:docMk/>
            <pc:sldMk cId="1596163887" sldId="328"/>
            <ac:spMk id="2" creationId="{141B3306-5717-7BB6-2316-86DC6F309948}"/>
          </ac:spMkLst>
        </pc:spChg>
        <pc:picChg chg="add mod">
          <ac:chgData name="Paul Winser" userId="c3146a91-e6bd-4264-bd86-e164e04bc32d" providerId="ADAL" clId="{964EDDAC-B4C5-4E84-95B3-EFB59CCDB629}" dt="2024-12-04T12:59:28.921" v="75" actId="1076"/>
          <ac:picMkLst>
            <pc:docMk/>
            <pc:sldMk cId="1596163887" sldId="328"/>
            <ac:picMk id="3" creationId="{8209D076-92BD-352C-78C9-A2DBD1348CCE}"/>
          </ac:picMkLst>
        </pc:picChg>
        <pc:picChg chg="del">
          <ac:chgData name="Paul Winser" userId="c3146a91-e6bd-4264-bd86-e164e04bc32d" providerId="ADAL" clId="{964EDDAC-B4C5-4E84-95B3-EFB59CCDB629}" dt="2024-12-04T12:59:26.507" v="73" actId="478"/>
          <ac:picMkLst>
            <pc:docMk/>
            <pc:sldMk cId="1596163887" sldId="328"/>
            <ac:picMk id="4" creationId="{13025401-E4F1-3613-D8CC-3F1C2EE47335}"/>
          </ac:picMkLst>
        </pc:picChg>
      </pc:sldChg>
      <pc:sldChg chg="addSp delSp modSp mod">
        <pc:chgData name="Paul Winser" userId="c3146a91-e6bd-4264-bd86-e164e04bc32d" providerId="ADAL" clId="{964EDDAC-B4C5-4E84-95B3-EFB59CCDB629}" dt="2024-12-04T12:59:57.881" v="87" actId="1076"/>
        <pc:sldMkLst>
          <pc:docMk/>
          <pc:sldMk cId="1491434520" sldId="329"/>
        </pc:sldMkLst>
        <pc:spChg chg="add mod">
          <ac:chgData name="Paul Winser" userId="c3146a91-e6bd-4264-bd86-e164e04bc32d" providerId="ADAL" clId="{964EDDAC-B4C5-4E84-95B3-EFB59CCDB629}" dt="2024-12-04T12:56:56.372" v="26"/>
          <ac:spMkLst>
            <pc:docMk/>
            <pc:sldMk cId="1491434520" sldId="329"/>
            <ac:spMk id="2" creationId="{EE39520D-820F-7F78-7EAD-C2FCEAD57ACB}"/>
          </ac:spMkLst>
        </pc:spChg>
        <pc:picChg chg="add mod">
          <ac:chgData name="Paul Winser" userId="c3146a91-e6bd-4264-bd86-e164e04bc32d" providerId="ADAL" clId="{964EDDAC-B4C5-4E84-95B3-EFB59CCDB629}" dt="2024-12-04T12:59:57.881" v="87" actId="1076"/>
          <ac:picMkLst>
            <pc:docMk/>
            <pc:sldMk cId="1491434520" sldId="329"/>
            <ac:picMk id="3" creationId="{A989ECD4-9B42-6C0D-F1E1-9B697ADE41DB}"/>
          </ac:picMkLst>
        </pc:picChg>
        <pc:picChg chg="del">
          <ac:chgData name="Paul Winser" userId="c3146a91-e6bd-4264-bd86-e164e04bc32d" providerId="ADAL" clId="{964EDDAC-B4C5-4E84-95B3-EFB59CCDB629}" dt="2024-12-04T12:59:55.163" v="85" actId="478"/>
          <ac:picMkLst>
            <pc:docMk/>
            <pc:sldMk cId="1491434520" sldId="329"/>
            <ac:picMk id="4" creationId="{57D2AA08-721C-E9F3-6AD1-DB1CD0DFBE8D}"/>
          </ac:picMkLst>
        </pc:picChg>
      </pc:sldChg>
      <pc:sldChg chg="addSp delSp modSp mod">
        <pc:chgData name="Paul Winser" userId="c3146a91-e6bd-4264-bd86-e164e04bc32d" providerId="ADAL" clId="{964EDDAC-B4C5-4E84-95B3-EFB59CCDB629}" dt="2024-12-04T13:00:09.462" v="90" actId="1076"/>
        <pc:sldMkLst>
          <pc:docMk/>
          <pc:sldMk cId="1902032894" sldId="330"/>
        </pc:sldMkLst>
        <pc:spChg chg="add mod">
          <ac:chgData name="Paul Winser" userId="c3146a91-e6bd-4264-bd86-e164e04bc32d" providerId="ADAL" clId="{964EDDAC-B4C5-4E84-95B3-EFB59CCDB629}" dt="2024-12-04T12:56:57.731" v="27"/>
          <ac:spMkLst>
            <pc:docMk/>
            <pc:sldMk cId="1902032894" sldId="330"/>
            <ac:spMk id="2" creationId="{83D8B25E-3E8F-F562-97F7-A7B31A54EDE2}"/>
          </ac:spMkLst>
        </pc:spChg>
        <pc:picChg chg="add mod">
          <ac:chgData name="Paul Winser" userId="c3146a91-e6bd-4264-bd86-e164e04bc32d" providerId="ADAL" clId="{964EDDAC-B4C5-4E84-95B3-EFB59CCDB629}" dt="2024-12-04T13:00:09.462" v="90" actId="1076"/>
          <ac:picMkLst>
            <pc:docMk/>
            <pc:sldMk cId="1902032894" sldId="330"/>
            <ac:picMk id="3" creationId="{2B6121CD-E79F-D613-039F-40BF8FA12B5F}"/>
          </ac:picMkLst>
        </pc:picChg>
        <pc:picChg chg="del">
          <ac:chgData name="Paul Winser" userId="c3146a91-e6bd-4264-bd86-e164e04bc32d" providerId="ADAL" clId="{964EDDAC-B4C5-4E84-95B3-EFB59CCDB629}" dt="2024-12-04T13:00:06.649" v="88" actId="478"/>
          <ac:picMkLst>
            <pc:docMk/>
            <pc:sldMk cId="1902032894" sldId="330"/>
            <ac:picMk id="7" creationId="{6A107592-E7A3-5E56-314E-D727D75B63AB}"/>
          </ac:picMkLst>
        </pc:picChg>
      </pc:sldChg>
      <pc:sldChg chg="addSp delSp modSp mod">
        <pc:chgData name="Paul Winser" userId="c3146a91-e6bd-4264-bd86-e164e04bc32d" providerId="ADAL" clId="{964EDDAC-B4C5-4E84-95B3-EFB59CCDB629}" dt="2024-12-04T13:00:25.576" v="96" actId="1076"/>
        <pc:sldMkLst>
          <pc:docMk/>
          <pc:sldMk cId="3114164950" sldId="331"/>
        </pc:sldMkLst>
        <pc:spChg chg="add mod">
          <ac:chgData name="Paul Winser" userId="c3146a91-e6bd-4264-bd86-e164e04bc32d" providerId="ADAL" clId="{964EDDAC-B4C5-4E84-95B3-EFB59CCDB629}" dt="2024-12-04T12:57:04.196" v="30"/>
          <ac:spMkLst>
            <pc:docMk/>
            <pc:sldMk cId="3114164950" sldId="331"/>
            <ac:spMk id="2" creationId="{08EADE4B-03C7-6C41-2D9A-53870BF1AAE8}"/>
          </ac:spMkLst>
        </pc:spChg>
        <pc:picChg chg="add mod">
          <ac:chgData name="Paul Winser" userId="c3146a91-e6bd-4264-bd86-e164e04bc32d" providerId="ADAL" clId="{964EDDAC-B4C5-4E84-95B3-EFB59CCDB629}" dt="2024-12-04T13:00:25.576" v="96" actId="1076"/>
          <ac:picMkLst>
            <pc:docMk/>
            <pc:sldMk cId="3114164950" sldId="331"/>
            <ac:picMk id="3" creationId="{A8682B18-5F9C-D276-47AC-B2768B2388D1}"/>
          </ac:picMkLst>
        </pc:picChg>
        <pc:picChg chg="del">
          <ac:chgData name="Paul Winser" userId="c3146a91-e6bd-4264-bd86-e164e04bc32d" providerId="ADAL" clId="{964EDDAC-B4C5-4E84-95B3-EFB59CCDB629}" dt="2024-12-04T13:00:22.364" v="94" actId="478"/>
          <ac:picMkLst>
            <pc:docMk/>
            <pc:sldMk cId="3114164950" sldId="331"/>
            <ac:picMk id="4" creationId="{08C11D1D-1252-420F-80E4-BE61194B125B}"/>
          </ac:picMkLst>
        </pc:picChg>
      </pc:sldChg>
      <pc:sldChg chg="addSp modSp">
        <pc:chgData name="Paul Winser" userId="c3146a91-e6bd-4264-bd86-e164e04bc32d" providerId="ADAL" clId="{964EDDAC-B4C5-4E84-95B3-EFB59CCDB629}" dt="2024-12-04T12:57:06.758" v="32"/>
        <pc:sldMkLst>
          <pc:docMk/>
          <pc:sldMk cId="3406818035" sldId="332"/>
        </pc:sldMkLst>
        <pc:spChg chg="add mod">
          <ac:chgData name="Paul Winser" userId="c3146a91-e6bd-4264-bd86-e164e04bc32d" providerId="ADAL" clId="{964EDDAC-B4C5-4E84-95B3-EFB59CCDB629}" dt="2024-12-04T12:57:06.758" v="32"/>
          <ac:spMkLst>
            <pc:docMk/>
            <pc:sldMk cId="3406818035" sldId="332"/>
            <ac:spMk id="3" creationId="{EA527379-1245-8FFB-14B7-0D2256F0C78C}"/>
          </ac:spMkLst>
        </pc:spChg>
      </pc:sldChg>
      <pc:sldChg chg="addSp delSp modSp mod">
        <pc:chgData name="Paul Winser" userId="c3146a91-e6bd-4264-bd86-e164e04bc32d" providerId="ADAL" clId="{964EDDAC-B4C5-4E84-95B3-EFB59CCDB629}" dt="2024-12-04T13:00:45.847" v="102" actId="1076"/>
        <pc:sldMkLst>
          <pc:docMk/>
          <pc:sldMk cId="3137976635" sldId="333"/>
        </pc:sldMkLst>
        <pc:spChg chg="add mod">
          <ac:chgData name="Paul Winser" userId="c3146a91-e6bd-4264-bd86-e164e04bc32d" providerId="ADAL" clId="{964EDDAC-B4C5-4E84-95B3-EFB59CCDB629}" dt="2024-12-04T12:57:09.062" v="34"/>
          <ac:spMkLst>
            <pc:docMk/>
            <pc:sldMk cId="3137976635" sldId="333"/>
            <ac:spMk id="2" creationId="{F60FA531-DF22-BE7C-43DE-8EC0ADBDA57F}"/>
          </ac:spMkLst>
        </pc:spChg>
        <pc:picChg chg="add mod">
          <ac:chgData name="Paul Winser" userId="c3146a91-e6bd-4264-bd86-e164e04bc32d" providerId="ADAL" clId="{964EDDAC-B4C5-4E84-95B3-EFB59CCDB629}" dt="2024-12-04T13:00:45.847" v="102" actId="1076"/>
          <ac:picMkLst>
            <pc:docMk/>
            <pc:sldMk cId="3137976635" sldId="333"/>
            <ac:picMk id="3" creationId="{579396EB-3100-C3CD-FEC5-8776C481067F}"/>
          </ac:picMkLst>
        </pc:picChg>
        <pc:picChg chg="del">
          <ac:chgData name="Paul Winser" userId="c3146a91-e6bd-4264-bd86-e164e04bc32d" providerId="ADAL" clId="{964EDDAC-B4C5-4E84-95B3-EFB59CCDB629}" dt="2024-12-04T13:00:44.138" v="100" actId="478"/>
          <ac:picMkLst>
            <pc:docMk/>
            <pc:sldMk cId="3137976635" sldId="333"/>
            <ac:picMk id="4" creationId="{0EAE8374-3ABA-4B62-AED7-D32DA6C5E5BD}"/>
          </ac:picMkLst>
        </pc:picChg>
      </pc:sldChg>
      <pc:sldChg chg="addSp modSp">
        <pc:chgData name="Paul Winser" userId="c3146a91-e6bd-4264-bd86-e164e04bc32d" providerId="ADAL" clId="{964EDDAC-B4C5-4E84-95B3-EFB59CCDB629}" dt="2024-12-04T12:57:14.054" v="37"/>
        <pc:sldMkLst>
          <pc:docMk/>
          <pc:sldMk cId="1492774847" sldId="334"/>
        </pc:sldMkLst>
        <pc:spChg chg="add mod">
          <ac:chgData name="Paul Winser" userId="c3146a91-e6bd-4264-bd86-e164e04bc32d" providerId="ADAL" clId="{964EDDAC-B4C5-4E84-95B3-EFB59CCDB629}" dt="2024-12-04T12:57:14.054" v="37"/>
          <ac:spMkLst>
            <pc:docMk/>
            <pc:sldMk cId="1492774847" sldId="334"/>
            <ac:spMk id="2" creationId="{52B7D39F-9A24-A675-6420-971598796292}"/>
          </ac:spMkLst>
        </pc:spChg>
      </pc:sldChg>
      <pc:sldChg chg="addSp delSp modSp mod">
        <pc:chgData name="Paul Winser" userId="c3146a91-e6bd-4264-bd86-e164e04bc32d" providerId="ADAL" clId="{964EDDAC-B4C5-4E84-95B3-EFB59CCDB629}" dt="2024-12-04T13:00:53.730" v="105" actId="1076"/>
        <pc:sldMkLst>
          <pc:docMk/>
          <pc:sldMk cId="3688097367" sldId="335"/>
        </pc:sldMkLst>
        <pc:spChg chg="add mod">
          <ac:chgData name="Paul Winser" userId="c3146a91-e6bd-4264-bd86-e164e04bc32d" providerId="ADAL" clId="{964EDDAC-B4C5-4E84-95B3-EFB59CCDB629}" dt="2024-12-04T12:57:10.681" v="35"/>
          <ac:spMkLst>
            <pc:docMk/>
            <pc:sldMk cId="3688097367" sldId="335"/>
            <ac:spMk id="2" creationId="{6DAF8B48-7043-37D6-EA9A-0A17B36C243F}"/>
          </ac:spMkLst>
        </pc:spChg>
        <pc:spChg chg="add mod">
          <ac:chgData name="Paul Winser" userId="c3146a91-e6bd-4264-bd86-e164e04bc32d" providerId="ADAL" clId="{964EDDAC-B4C5-4E84-95B3-EFB59CCDB629}" dt="2024-12-04T12:57:11.894" v="36"/>
          <ac:spMkLst>
            <pc:docMk/>
            <pc:sldMk cId="3688097367" sldId="335"/>
            <ac:spMk id="3" creationId="{CF8816D1-5992-B583-736E-E692F0B7C606}"/>
          </ac:spMkLst>
        </pc:spChg>
        <pc:picChg chg="del">
          <ac:chgData name="Paul Winser" userId="c3146a91-e6bd-4264-bd86-e164e04bc32d" providerId="ADAL" clId="{964EDDAC-B4C5-4E84-95B3-EFB59CCDB629}" dt="2024-12-04T13:00:51.706" v="103" actId="478"/>
          <ac:picMkLst>
            <pc:docMk/>
            <pc:sldMk cId="3688097367" sldId="335"/>
            <ac:picMk id="4" creationId="{D07B7D71-FF89-49FD-B746-F57AE3EB4521}"/>
          </ac:picMkLst>
        </pc:picChg>
        <pc:picChg chg="add mod">
          <ac:chgData name="Paul Winser" userId="c3146a91-e6bd-4264-bd86-e164e04bc32d" providerId="ADAL" clId="{964EDDAC-B4C5-4E84-95B3-EFB59CCDB629}" dt="2024-12-04T13:00:53.730" v="105" actId="1076"/>
          <ac:picMkLst>
            <pc:docMk/>
            <pc:sldMk cId="3688097367" sldId="335"/>
            <ac:picMk id="5" creationId="{3234FABC-1A74-F563-F53E-E66AB4C57D3B}"/>
          </ac:picMkLst>
        </pc:picChg>
      </pc:sldChg>
      <pc:sldChg chg="addSp delSp modSp mod">
        <pc:chgData name="Paul Winser" userId="c3146a91-e6bd-4264-bd86-e164e04bc32d" providerId="ADAL" clId="{964EDDAC-B4C5-4E84-95B3-EFB59CCDB629}" dt="2024-12-04T13:01:10.377" v="108" actId="1076"/>
        <pc:sldMkLst>
          <pc:docMk/>
          <pc:sldMk cId="3608288704" sldId="336"/>
        </pc:sldMkLst>
        <pc:spChg chg="add mod">
          <ac:chgData name="Paul Winser" userId="c3146a91-e6bd-4264-bd86-e164e04bc32d" providerId="ADAL" clId="{964EDDAC-B4C5-4E84-95B3-EFB59CCDB629}" dt="2024-12-04T12:57:15.399" v="38"/>
          <ac:spMkLst>
            <pc:docMk/>
            <pc:sldMk cId="3608288704" sldId="336"/>
            <ac:spMk id="2" creationId="{2F072DA4-D66C-DF28-BD8B-5A3D404830BC}"/>
          </ac:spMkLst>
        </pc:spChg>
        <pc:picChg chg="add mod">
          <ac:chgData name="Paul Winser" userId="c3146a91-e6bd-4264-bd86-e164e04bc32d" providerId="ADAL" clId="{964EDDAC-B4C5-4E84-95B3-EFB59CCDB629}" dt="2024-12-04T13:01:10.377" v="108" actId="1076"/>
          <ac:picMkLst>
            <pc:docMk/>
            <pc:sldMk cId="3608288704" sldId="336"/>
            <ac:picMk id="3" creationId="{C2A37082-6BB3-F812-9CEF-1BD952E19E59}"/>
          </ac:picMkLst>
        </pc:picChg>
        <pc:picChg chg="del">
          <ac:chgData name="Paul Winser" userId="c3146a91-e6bd-4264-bd86-e164e04bc32d" providerId="ADAL" clId="{964EDDAC-B4C5-4E84-95B3-EFB59CCDB629}" dt="2024-12-04T13:01:07.419" v="106" actId="478"/>
          <ac:picMkLst>
            <pc:docMk/>
            <pc:sldMk cId="3608288704" sldId="336"/>
            <ac:picMk id="4" creationId="{8E39506F-D0A1-4957-9885-D4F9C2D88B7A}"/>
          </ac:picMkLst>
        </pc:picChg>
      </pc:sldChg>
      <pc:sldChg chg="addSp delSp modSp mod">
        <pc:chgData name="Paul Winser" userId="c3146a91-e6bd-4264-bd86-e164e04bc32d" providerId="ADAL" clId="{964EDDAC-B4C5-4E84-95B3-EFB59CCDB629}" dt="2024-12-11T23:10:24.469" v="113" actId="1076"/>
        <pc:sldMkLst>
          <pc:docMk/>
          <pc:sldMk cId="3557082077" sldId="337"/>
        </pc:sldMkLst>
        <pc:spChg chg="add mod">
          <ac:chgData name="Paul Winser" userId="c3146a91-e6bd-4264-bd86-e164e04bc32d" providerId="ADAL" clId="{964EDDAC-B4C5-4E84-95B3-EFB59CCDB629}" dt="2024-12-11T23:10:24.469" v="113" actId="1076"/>
          <ac:spMkLst>
            <pc:docMk/>
            <pc:sldMk cId="3557082077" sldId="337"/>
            <ac:spMk id="2" creationId="{B5CACE18-9F2A-A27A-7DC0-59AE92A8A8F6}"/>
          </ac:spMkLst>
        </pc:spChg>
        <pc:picChg chg="add mod">
          <ac:chgData name="Paul Winser" userId="c3146a91-e6bd-4264-bd86-e164e04bc32d" providerId="ADAL" clId="{964EDDAC-B4C5-4E84-95B3-EFB59CCDB629}" dt="2024-12-04T13:01:18.339" v="111" actId="1076"/>
          <ac:picMkLst>
            <pc:docMk/>
            <pc:sldMk cId="3557082077" sldId="337"/>
            <ac:picMk id="3" creationId="{B4D84C42-CEB7-0568-3E1C-4D3F2319A763}"/>
          </ac:picMkLst>
        </pc:picChg>
        <pc:picChg chg="del">
          <ac:chgData name="Paul Winser" userId="c3146a91-e6bd-4264-bd86-e164e04bc32d" providerId="ADAL" clId="{964EDDAC-B4C5-4E84-95B3-EFB59CCDB629}" dt="2024-12-04T13:01:16.220" v="109" actId="478"/>
          <ac:picMkLst>
            <pc:docMk/>
            <pc:sldMk cId="3557082077" sldId="337"/>
            <ac:picMk id="4" creationId="{5CDB5929-7ED9-442B-81C9-73D0D2E9CBA5}"/>
          </ac:picMkLst>
        </pc:picChg>
      </pc:sldChg>
      <pc:sldChg chg="addSp delSp modSp mod">
        <pc:chgData name="Paul Winser" userId="c3146a91-e6bd-4264-bd86-e164e04bc32d" providerId="ADAL" clId="{964EDDAC-B4C5-4E84-95B3-EFB59CCDB629}" dt="2024-12-04T12:58:23.896" v="54" actId="1076"/>
        <pc:sldMkLst>
          <pc:docMk/>
          <pc:sldMk cId="3999356154" sldId="338"/>
        </pc:sldMkLst>
        <pc:spChg chg="add mod">
          <ac:chgData name="Paul Winser" userId="c3146a91-e6bd-4264-bd86-e164e04bc32d" providerId="ADAL" clId="{964EDDAC-B4C5-4E84-95B3-EFB59CCDB629}" dt="2024-12-04T12:56:36.264" v="14"/>
          <ac:spMkLst>
            <pc:docMk/>
            <pc:sldMk cId="3999356154" sldId="338"/>
            <ac:spMk id="2" creationId="{49947F71-95EB-56F2-5392-1E0AD39BBA2F}"/>
          </ac:spMkLst>
        </pc:spChg>
        <pc:picChg chg="add mod">
          <ac:chgData name="Paul Winser" userId="c3146a91-e6bd-4264-bd86-e164e04bc32d" providerId="ADAL" clId="{964EDDAC-B4C5-4E84-95B3-EFB59CCDB629}" dt="2024-12-04T12:58:23.896" v="54" actId="1076"/>
          <ac:picMkLst>
            <pc:docMk/>
            <pc:sldMk cId="3999356154" sldId="338"/>
            <ac:picMk id="3" creationId="{6D12D269-8BEE-8E09-1CDD-B76C0BBA0433}"/>
          </ac:picMkLst>
        </pc:picChg>
        <pc:picChg chg="del">
          <ac:chgData name="Paul Winser" userId="c3146a91-e6bd-4264-bd86-e164e04bc32d" providerId="ADAL" clId="{964EDDAC-B4C5-4E84-95B3-EFB59CCDB629}" dt="2024-12-04T12:58:21.435" v="52" actId="478"/>
          <ac:picMkLst>
            <pc:docMk/>
            <pc:sldMk cId="3999356154" sldId="338"/>
            <ac:picMk id="4" creationId="{C4884791-CA59-4125-87E6-9D78F116F57E}"/>
          </ac:picMkLst>
        </pc:picChg>
      </pc:sldChg>
      <pc:sldChg chg="addSp delSp modSp mod">
        <pc:chgData name="Paul Winser" userId="c3146a91-e6bd-4264-bd86-e164e04bc32d" providerId="ADAL" clId="{964EDDAC-B4C5-4E84-95B3-EFB59CCDB629}" dt="2024-12-04T12:58:41.592" v="60" actId="1076"/>
        <pc:sldMkLst>
          <pc:docMk/>
          <pc:sldMk cId="1013319630" sldId="339"/>
        </pc:sldMkLst>
        <pc:spChg chg="add mod">
          <ac:chgData name="Paul Winser" userId="c3146a91-e6bd-4264-bd86-e164e04bc32d" providerId="ADAL" clId="{964EDDAC-B4C5-4E84-95B3-EFB59CCDB629}" dt="2024-12-04T12:56:40.105" v="16"/>
          <ac:spMkLst>
            <pc:docMk/>
            <pc:sldMk cId="1013319630" sldId="339"/>
            <ac:spMk id="2" creationId="{5FA721B0-0118-8111-9719-99B572492392}"/>
          </ac:spMkLst>
        </pc:spChg>
        <pc:picChg chg="add mod">
          <ac:chgData name="Paul Winser" userId="c3146a91-e6bd-4264-bd86-e164e04bc32d" providerId="ADAL" clId="{964EDDAC-B4C5-4E84-95B3-EFB59CCDB629}" dt="2024-12-04T12:58:41.592" v="60" actId="1076"/>
          <ac:picMkLst>
            <pc:docMk/>
            <pc:sldMk cId="1013319630" sldId="339"/>
            <ac:picMk id="3" creationId="{5B515918-E589-FBB6-BBA1-564179F3094A}"/>
          </ac:picMkLst>
        </pc:picChg>
        <pc:picChg chg="del">
          <ac:chgData name="Paul Winser" userId="c3146a91-e6bd-4264-bd86-e164e04bc32d" providerId="ADAL" clId="{964EDDAC-B4C5-4E84-95B3-EFB59CCDB629}" dt="2024-12-04T12:58:38.410" v="58" actId="478"/>
          <ac:picMkLst>
            <pc:docMk/>
            <pc:sldMk cId="1013319630" sldId="339"/>
            <ac:picMk id="6" creationId="{A3D21CB3-4C5E-4C4C-BA88-26454F5B206A}"/>
          </ac:picMkLst>
        </pc:picChg>
      </pc:sldChg>
      <pc:sldChg chg="addSp delSp modSp mod">
        <pc:chgData name="Paul Winser" userId="c3146a91-e6bd-4264-bd86-e164e04bc32d" providerId="ADAL" clId="{964EDDAC-B4C5-4E84-95B3-EFB59CCDB629}" dt="2024-12-04T12:58:59.595" v="66" actId="1076"/>
        <pc:sldMkLst>
          <pc:docMk/>
          <pc:sldMk cId="4057767298" sldId="340"/>
        </pc:sldMkLst>
        <pc:spChg chg="add mod">
          <ac:chgData name="Paul Winser" userId="c3146a91-e6bd-4264-bd86-e164e04bc32d" providerId="ADAL" clId="{964EDDAC-B4C5-4E84-95B3-EFB59CCDB629}" dt="2024-12-04T12:56:42.727" v="18"/>
          <ac:spMkLst>
            <pc:docMk/>
            <pc:sldMk cId="4057767298" sldId="340"/>
            <ac:spMk id="2" creationId="{1F6DDFAD-28EA-E2DA-75BD-48899F1B5F9B}"/>
          </ac:spMkLst>
        </pc:spChg>
        <pc:picChg chg="add mod">
          <ac:chgData name="Paul Winser" userId="c3146a91-e6bd-4264-bd86-e164e04bc32d" providerId="ADAL" clId="{964EDDAC-B4C5-4E84-95B3-EFB59CCDB629}" dt="2024-12-04T12:58:59.595" v="66" actId="1076"/>
          <ac:picMkLst>
            <pc:docMk/>
            <pc:sldMk cId="4057767298" sldId="340"/>
            <ac:picMk id="3" creationId="{8F5C6B73-7C95-6C74-19F9-B9279606CCA5}"/>
          </ac:picMkLst>
        </pc:picChg>
        <pc:picChg chg="del">
          <ac:chgData name="Paul Winser" userId="c3146a91-e6bd-4264-bd86-e164e04bc32d" providerId="ADAL" clId="{964EDDAC-B4C5-4E84-95B3-EFB59CCDB629}" dt="2024-12-04T12:58:56.281" v="64" actId="478"/>
          <ac:picMkLst>
            <pc:docMk/>
            <pc:sldMk cId="4057767298" sldId="340"/>
            <ac:picMk id="4" creationId="{361A7CC3-263B-4C9E-9697-E9BD6D723801}"/>
          </ac:picMkLst>
        </pc:picChg>
      </pc:sldChg>
      <pc:sldChg chg="addSp delSp modSp mod">
        <pc:chgData name="Paul Winser" userId="c3146a91-e6bd-4264-bd86-e164e04bc32d" providerId="ADAL" clId="{964EDDAC-B4C5-4E84-95B3-EFB59CCDB629}" dt="2024-12-04T12:59:43.945" v="81" actId="1076"/>
        <pc:sldMkLst>
          <pc:docMk/>
          <pc:sldMk cId="3383719545" sldId="341"/>
        </pc:sldMkLst>
        <pc:spChg chg="add mod">
          <ac:chgData name="Paul Winser" userId="c3146a91-e6bd-4264-bd86-e164e04bc32d" providerId="ADAL" clId="{964EDDAC-B4C5-4E84-95B3-EFB59CCDB629}" dt="2024-12-04T12:56:51.152" v="24"/>
          <ac:spMkLst>
            <pc:docMk/>
            <pc:sldMk cId="3383719545" sldId="341"/>
            <ac:spMk id="2" creationId="{F443D410-A77E-4DB7-F1B5-13FE21D5EFCE}"/>
          </ac:spMkLst>
        </pc:spChg>
        <pc:picChg chg="add mod">
          <ac:chgData name="Paul Winser" userId="c3146a91-e6bd-4264-bd86-e164e04bc32d" providerId="ADAL" clId="{964EDDAC-B4C5-4E84-95B3-EFB59CCDB629}" dt="2024-12-04T12:59:43.945" v="81" actId="1076"/>
          <ac:picMkLst>
            <pc:docMk/>
            <pc:sldMk cId="3383719545" sldId="341"/>
            <ac:picMk id="3" creationId="{4E4FAF78-6D73-9F59-0DD6-5ECACAD857F1}"/>
          </ac:picMkLst>
        </pc:picChg>
        <pc:picChg chg="del">
          <ac:chgData name="Paul Winser" userId="c3146a91-e6bd-4264-bd86-e164e04bc32d" providerId="ADAL" clId="{964EDDAC-B4C5-4E84-95B3-EFB59CCDB629}" dt="2024-12-04T12:59:41.979" v="79" actId="478"/>
          <ac:picMkLst>
            <pc:docMk/>
            <pc:sldMk cId="3383719545" sldId="341"/>
            <ac:picMk id="5" creationId="{39E74BEB-C7E7-4E7B-822B-1B4634409DB2}"/>
          </ac:picMkLst>
        </pc:picChg>
      </pc:sldChg>
      <pc:sldChg chg="addSp delSp modSp mod">
        <pc:chgData name="Paul Winser" userId="c3146a91-e6bd-4264-bd86-e164e04bc32d" providerId="ADAL" clId="{964EDDAC-B4C5-4E84-95B3-EFB59CCDB629}" dt="2024-12-04T13:00:17.271" v="93" actId="1076"/>
        <pc:sldMkLst>
          <pc:docMk/>
          <pc:sldMk cId="3554852302" sldId="342"/>
        </pc:sldMkLst>
        <pc:spChg chg="del">
          <ac:chgData name="Paul Winser" userId="c3146a91-e6bd-4264-bd86-e164e04bc32d" providerId="ADAL" clId="{964EDDAC-B4C5-4E84-95B3-EFB59CCDB629}" dt="2024-12-04T12:57:01.680" v="29" actId="478"/>
          <ac:spMkLst>
            <pc:docMk/>
            <pc:sldMk cId="3554852302" sldId="342"/>
            <ac:spMk id="2" creationId="{D3BD71D0-CBD2-3D6E-B8DF-812BE6165F4F}"/>
          </ac:spMkLst>
        </pc:spChg>
        <pc:spChg chg="add mod">
          <ac:chgData name="Paul Winser" userId="c3146a91-e6bd-4264-bd86-e164e04bc32d" providerId="ADAL" clId="{964EDDAC-B4C5-4E84-95B3-EFB59CCDB629}" dt="2024-12-04T12:56:59.700" v="28"/>
          <ac:spMkLst>
            <pc:docMk/>
            <pc:sldMk cId="3554852302" sldId="342"/>
            <ac:spMk id="3" creationId="{9BCDE305-0688-1A49-6FB4-8D0BFE9DCFF0}"/>
          </ac:spMkLst>
        </pc:spChg>
        <pc:picChg chg="del">
          <ac:chgData name="Paul Winser" userId="c3146a91-e6bd-4264-bd86-e164e04bc32d" providerId="ADAL" clId="{964EDDAC-B4C5-4E84-95B3-EFB59CCDB629}" dt="2024-12-04T13:00:14.843" v="91" actId="478"/>
          <ac:picMkLst>
            <pc:docMk/>
            <pc:sldMk cId="3554852302" sldId="342"/>
            <ac:picMk id="4" creationId="{459FD56A-75C4-4475-8F67-D128E436B3A1}"/>
          </ac:picMkLst>
        </pc:picChg>
        <pc:picChg chg="add mod">
          <ac:chgData name="Paul Winser" userId="c3146a91-e6bd-4264-bd86-e164e04bc32d" providerId="ADAL" clId="{964EDDAC-B4C5-4E84-95B3-EFB59CCDB629}" dt="2024-12-04T13:00:17.271" v="93" actId="1076"/>
          <ac:picMkLst>
            <pc:docMk/>
            <pc:sldMk cId="3554852302" sldId="342"/>
            <ac:picMk id="7" creationId="{53BD8B95-158C-4930-7512-1D7D1DE3766A}"/>
          </ac:picMkLst>
        </pc:picChg>
      </pc:sldChg>
      <pc:sldChg chg="addSp modSp">
        <pc:chgData name="Paul Winser" userId="c3146a91-e6bd-4264-bd86-e164e04bc32d" providerId="ADAL" clId="{964EDDAC-B4C5-4E84-95B3-EFB59CCDB629}" dt="2024-12-04T12:56:22.119" v="7"/>
        <pc:sldMkLst>
          <pc:docMk/>
          <pc:sldMk cId="2263275699" sldId="343"/>
        </pc:sldMkLst>
        <pc:spChg chg="add mod">
          <ac:chgData name="Paul Winser" userId="c3146a91-e6bd-4264-bd86-e164e04bc32d" providerId="ADAL" clId="{964EDDAC-B4C5-4E84-95B3-EFB59CCDB629}" dt="2024-12-04T12:56:22.119" v="7"/>
          <ac:spMkLst>
            <pc:docMk/>
            <pc:sldMk cId="2263275699" sldId="343"/>
            <ac:spMk id="2" creationId="{BFDD1E79-23B5-4B20-0CD8-B52D59D8EE39}"/>
          </ac:spMkLst>
        </pc:spChg>
      </pc:sldChg>
      <pc:sldChg chg="addSp delSp modSp mod">
        <pc:chgData name="Paul Winser" userId="c3146a91-e6bd-4264-bd86-e164e04bc32d" providerId="ADAL" clId="{964EDDAC-B4C5-4E84-95B3-EFB59CCDB629}" dt="2024-12-04T12:58:07.017" v="48" actId="1076"/>
        <pc:sldMkLst>
          <pc:docMk/>
          <pc:sldMk cId="1580695524" sldId="344"/>
        </pc:sldMkLst>
        <pc:spChg chg="add mod">
          <ac:chgData name="Paul Winser" userId="c3146a91-e6bd-4264-bd86-e164e04bc32d" providerId="ADAL" clId="{964EDDAC-B4C5-4E84-95B3-EFB59CCDB629}" dt="2024-12-04T12:56:32.359" v="12"/>
          <ac:spMkLst>
            <pc:docMk/>
            <pc:sldMk cId="1580695524" sldId="344"/>
            <ac:spMk id="2" creationId="{CD8F5B50-C964-85E9-28F2-3E48E4B85814}"/>
          </ac:spMkLst>
        </pc:spChg>
        <pc:picChg chg="del">
          <ac:chgData name="Paul Winser" userId="c3146a91-e6bd-4264-bd86-e164e04bc32d" providerId="ADAL" clId="{964EDDAC-B4C5-4E84-95B3-EFB59CCDB629}" dt="2024-12-04T12:58:04.666" v="46" actId="478"/>
          <ac:picMkLst>
            <pc:docMk/>
            <pc:sldMk cId="1580695524" sldId="344"/>
            <ac:picMk id="3" creationId="{1EB6D3FE-84B2-A8CB-C075-53922A593FD5}"/>
          </ac:picMkLst>
        </pc:picChg>
        <pc:picChg chg="add mod">
          <ac:chgData name="Paul Winser" userId="c3146a91-e6bd-4264-bd86-e164e04bc32d" providerId="ADAL" clId="{964EDDAC-B4C5-4E84-95B3-EFB59CCDB629}" dt="2024-12-04T12:58:07.017" v="48" actId="1076"/>
          <ac:picMkLst>
            <pc:docMk/>
            <pc:sldMk cId="1580695524" sldId="344"/>
            <ac:picMk id="4" creationId="{13056EE9-5E53-1107-0DB4-848430AD53D4}"/>
          </ac:picMkLst>
        </pc:picChg>
      </pc:sldChg>
      <pc:sldChg chg="addSp delSp modSp mod">
        <pc:chgData name="Paul Winser" userId="c3146a91-e6bd-4264-bd86-e164e04bc32d" providerId="ADAL" clId="{964EDDAC-B4C5-4E84-95B3-EFB59CCDB629}" dt="2024-12-04T12:59:20.089" v="72" actId="1076"/>
        <pc:sldMkLst>
          <pc:docMk/>
          <pc:sldMk cId="3208982819" sldId="345"/>
        </pc:sldMkLst>
        <pc:spChg chg="add mod">
          <ac:chgData name="Paul Winser" userId="c3146a91-e6bd-4264-bd86-e164e04bc32d" providerId="ADAL" clId="{964EDDAC-B4C5-4E84-95B3-EFB59CCDB629}" dt="2024-12-04T12:56:45.241" v="20"/>
          <ac:spMkLst>
            <pc:docMk/>
            <pc:sldMk cId="3208982819" sldId="345"/>
            <ac:spMk id="2" creationId="{BCF575C0-7643-48DF-7702-8888D17EB7B3}"/>
          </ac:spMkLst>
        </pc:spChg>
        <pc:picChg chg="add mod">
          <ac:chgData name="Paul Winser" userId="c3146a91-e6bd-4264-bd86-e164e04bc32d" providerId="ADAL" clId="{964EDDAC-B4C5-4E84-95B3-EFB59CCDB629}" dt="2024-12-04T12:59:20.089" v="72" actId="1076"/>
          <ac:picMkLst>
            <pc:docMk/>
            <pc:sldMk cId="3208982819" sldId="345"/>
            <ac:picMk id="3" creationId="{60068891-23C9-7272-0573-9F9D383AD29B}"/>
          </ac:picMkLst>
        </pc:picChg>
        <pc:picChg chg="del">
          <ac:chgData name="Paul Winser" userId="c3146a91-e6bd-4264-bd86-e164e04bc32d" providerId="ADAL" clId="{964EDDAC-B4C5-4E84-95B3-EFB59CCDB629}" dt="2024-12-04T12:59:17.515" v="70" actId="478"/>
          <ac:picMkLst>
            <pc:docMk/>
            <pc:sldMk cId="3208982819" sldId="345"/>
            <ac:picMk id="5" creationId="{F1EA8983-2264-15D2-EC5C-844D1D44CB17}"/>
          </ac:picMkLst>
        </pc:picChg>
      </pc:sldChg>
      <pc:sldChg chg="addSp delSp modSp add mod modTransition">
        <pc:chgData name="Paul Winser" userId="c3146a91-e6bd-4264-bd86-e164e04bc32d" providerId="ADAL" clId="{964EDDAC-B4C5-4E84-95B3-EFB59CCDB629}" dt="2024-12-11T23:10:28.652" v="115"/>
        <pc:sldMkLst>
          <pc:docMk/>
          <pc:sldMk cId="0" sldId="346"/>
        </pc:sldMkLst>
        <pc:spChg chg="del">
          <ac:chgData name="Paul Winser" userId="c3146a91-e6bd-4264-bd86-e164e04bc32d" providerId="ADAL" clId="{964EDDAC-B4C5-4E84-95B3-EFB59CCDB629}" dt="2024-12-11T23:10:28.388" v="114" actId="478"/>
          <ac:spMkLst>
            <pc:docMk/>
            <pc:sldMk cId="0" sldId="346"/>
            <ac:spMk id="2" creationId="{30557A7D-21B9-AF44-0DD1-191CD8CE375C}"/>
          </ac:spMkLst>
        </pc:spChg>
        <pc:spChg chg="add mod">
          <ac:chgData name="Paul Winser" userId="c3146a91-e6bd-4264-bd86-e164e04bc32d" providerId="ADAL" clId="{964EDDAC-B4C5-4E84-95B3-EFB59CCDB629}" dt="2024-12-11T23:10:28.652" v="115"/>
          <ac:spMkLst>
            <pc:docMk/>
            <pc:sldMk cId="0" sldId="346"/>
            <ac:spMk id="3" creationId="{5AD30C7C-1979-0B8A-E4ED-3908E28D6BDC}"/>
          </ac:spMkLst>
        </pc:spChg>
      </pc:sldChg>
    </pc:docChg>
  </pc:docChgLst>
  <pc:docChgLst>
    <pc:chgData name="Paul Winser" userId="c3146a91-e6bd-4264-bd86-e164e04bc32d" providerId="ADAL" clId="{13F4394C-EB1A-45EB-8335-CF7D3AD03199}"/>
    <pc:docChg chg="undo custSel modSld">
      <pc:chgData name="Paul Winser" userId="c3146a91-e6bd-4264-bd86-e164e04bc32d" providerId="ADAL" clId="{13F4394C-EB1A-45EB-8335-CF7D3AD03199}" dt="2024-11-12T15:31:03.786" v="403" actId="1076"/>
      <pc:docMkLst>
        <pc:docMk/>
      </pc:docMkLst>
      <pc:sldChg chg="delSp modSp mod modNotesTx">
        <pc:chgData name="Paul Winser" userId="c3146a91-e6bd-4264-bd86-e164e04bc32d" providerId="ADAL" clId="{13F4394C-EB1A-45EB-8335-CF7D3AD03199}" dt="2024-11-12T14:28:36.477" v="10" actId="6549"/>
        <pc:sldMkLst>
          <pc:docMk/>
          <pc:sldMk cId="0" sldId="257"/>
        </pc:sldMkLst>
        <pc:spChg chg="del">
          <ac:chgData name="Paul Winser" userId="c3146a91-e6bd-4264-bd86-e164e04bc32d" providerId="ADAL" clId="{13F4394C-EB1A-45EB-8335-CF7D3AD03199}" dt="2024-11-12T14:28:20.253" v="2" actId="478"/>
          <ac:spMkLst>
            <pc:docMk/>
            <pc:sldMk cId="0" sldId="257"/>
            <ac:spMk id="2" creationId="{7523DA62-B083-CEDD-EF29-676572D5B253}"/>
          </ac:spMkLst>
        </pc:spChg>
        <pc:spChg chg="mod">
          <ac:chgData name="Paul Winser" userId="c3146a91-e6bd-4264-bd86-e164e04bc32d" providerId="ADAL" clId="{13F4394C-EB1A-45EB-8335-CF7D3AD03199}" dt="2024-11-12T14:28:36.477" v="10" actId="6549"/>
          <ac:spMkLst>
            <pc:docMk/>
            <pc:sldMk cId="0" sldId="257"/>
            <ac:spMk id="30723" creationId="{3C79F714-332C-AB63-03D9-E6D0CAE0623F}"/>
          </ac:spMkLst>
        </pc:spChg>
      </pc:sldChg>
      <pc:sldChg chg="delSp modSp mod">
        <pc:chgData name="Paul Winser" userId="c3146a91-e6bd-4264-bd86-e164e04bc32d" providerId="ADAL" clId="{13F4394C-EB1A-45EB-8335-CF7D3AD03199}" dt="2024-11-12T14:29:14.157" v="21" actId="478"/>
        <pc:sldMkLst>
          <pc:docMk/>
          <pc:sldMk cId="0" sldId="258"/>
        </pc:sldMkLst>
        <pc:spChg chg="del">
          <ac:chgData name="Paul Winser" userId="c3146a91-e6bd-4264-bd86-e164e04bc32d" providerId="ADAL" clId="{13F4394C-EB1A-45EB-8335-CF7D3AD03199}" dt="2024-11-12T14:29:14.157" v="21" actId="478"/>
          <ac:spMkLst>
            <pc:docMk/>
            <pc:sldMk cId="0" sldId="258"/>
            <ac:spMk id="2" creationId="{171405C4-69DC-91D5-BA2D-6A142304EFF4}"/>
          </ac:spMkLst>
        </pc:spChg>
        <pc:spChg chg="mod">
          <ac:chgData name="Paul Winser" userId="c3146a91-e6bd-4264-bd86-e164e04bc32d" providerId="ADAL" clId="{13F4394C-EB1A-45EB-8335-CF7D3AD03199}" dt="2024-11-12T14:29:12.276" v="20" actId="14100"/>
          <ac:spMkLst>
            <pc:docMk/>
            <pc:sldMk cId="0" sldId="258"/>
            <ac:spMk id="32771" creationId="{44DFA49F-83B7-E61C-00EB-D6046D571A05}"/>
          </ac:spMkLst>
        </pc:spChg>
      </pc:sldChg>
      <pc:sldChg chg="delSp mod">
        <pc:chgData name="Paul Winser" userId="c3146a91-e6bd-4264-bd86-e164e04bc32d" providerId="ADAL" clId="{13F4394C-EB1A-45EB-8335-CF7D3AD03199}" dt="2024-11-12T14:29:17.775" v="22" actId="478"/>
        <pc:sldMkLst>
          <pc:docMk/>
          <pc:sldMk cId="0" sldId="272"/>
        </pc:sldMkLst>
        <pc:spChg chg="del">
          <ac:chgData name="Paul Winser" userId="c3146a91-e6bd-4264-bd86-e164e04bc32d" providerId="ADAL" clId="{13F4394C-EB1A-45EB-8335-CF7D3AD03199}" dt="2024-11-12T14:29:17.775" v="22" actId="478"/>
          <ac:spMkLst>
            <pc:docMk/>
            <pc:sldMk cId="0" sldId="272"/>
            <ac:spMk id="2" creationId="{65C3208D-C5D3-DD58-F680-E85B053E34DD}"/>
          </ac:spMkLst>
        </pc:spChg>
      </pc:sldChg>
      <pc:sldChg chg="delSp mod">
        <pc:chgData name="Paul Winser" userId="c3146a91-e6bd-4264-bd86-e164e04bc32d" providerId="ADAL" clId="{13F4394C-EB1A-45EB-8335-CF7D3AD03199}" dt="2024-11-12T15:26:49.812" v="271" actId="478"/>
        <pc:sldMkLst>
          <pc:docMk/>
          <pc:sldMk cId="3677341621" sldId="310"/>
        </pc:sldMkLst>
        <pc:spChg chg="del">
          <ac:chgData name="Paul Winser" userId="c3146a91-e6bd-4264-bd86-e164e04bc32d" providerId="ADAL" clId="{13F4394C-EB1A-45EB-8335-CF7D3AD03199}" dt="2024-11-12T15:26:49.812" v="271" actId="478"/>
          <ac:spMkLst>
            <pc:docMk/>
            <pc:sldMk cId="3677341621" sldId="310"/>
            <ac:spMk id="2" creationId="{C30DEC4E-17B0-A3E8-DE5B-01650A69000E}"/>
          </ac:spMkLst>
        </pc:spChg>
      </pc:sldChg>
      <pc:sldChg chg="delSp mod">
        <pc:chgData name="Paul Winser" userId="c3146a91-e6bd-4264-bd86-e164e04bc32d" providerId="ADAL" clId="{13F4394C-EB1A-45EB-8335-CF7D3AD03199}" dt="2024-11-12T15:29:33.699" v="354" actId="478"/>
        <pc:sldMkLst>
          <pc:docMk/>
          <pc:sldMk cId="1796285363" sldId="316"/>
        </pc:sldMkLst>
        <pc:spChg chg="del">
          <ac:chgData name="Paul Winser" userId="c3146a91-e6bd-4264-bd86-e164e04bc32d" providerId="ADAL" clId="{13F4394C-EB1A-45EB-8335-CF7D3AD03199}" dt="2024-11-12T15:29:33.699" v="354" actId="478"/>
          <ac:spMkLst>
            <pc:docMk/>
            <pc:sldMk cId="1796285363" sldId="316"/>
            <ac:spMk id="2" creationId="{0F0FED50-F57B-B368-AEB6-814012EE1B41}"/>
          </ac:spMkLst>
        </pc:spChg>
      </pc:sldChg>
      <pc:sldChg chg="delSp modSp mod">
        <pc:chgData name="Paul Winser" userId="c3146a91-e6bd-4264-bd86-e164e04bc32d" providerId="ADAL" clId="{13F4394C-EB1A-45EB-8335-CF7D3AD03199}" dt="2024-11-12T15:29:17.314" v="352" actId="14100"/>
        <pc:sldMkLst>
          <pc:docMk/>
          <pc:sldMk cId="3295762694" sldId="317"/>
        </pc:sldMkLst>
        <pc:spChg chg="del">
          <ac:chgData name="Paul Winser" userId="c3146a91-e6bd-4264-bd86-e164e04bc32d" providerId="ADAL" clId="{13F4394C-EB1A-45EB-8335-CF7D3AD03199}" dt="2024-11-12T15:29:03.460" v="348" actId="478"/>
          <ac:spMkLst>
            <pc:docMk/>
            <pc:sldMk cId="3295762694" sldId="317"/>
            <ac:spMk id="2" creationId="{224A3645-2058-157C-40EC-EB4580146340}"/>
          </ac:spMkLst>
        </pc:spChg>
        <pc:spChg chg="mod">
          <ac:chgData name="Paul Winser" userId="c3146a91-e6bd-4264-bd86-e164e04bc32d" providerId="ADAL" clId="{13F4394C-EB1A-45EB-8335-CF7D3AD03199}" dt="2024-11-12T15:29:17.314" v="352" actId="14100"/>
          <ac:spMkLst>
            <pc:docMk/>
            <pc:sldMk cId="3295762694" sldId="317"/>
            <ac:spMk id="34819" creationId="{453C7683-8588-7ABC-32E0-8A4E68218620}"/>
          </ac:spMkLst>
        </pc:spChg>
        <pc:picChg chg="mod">
          <ac:chgData name="Paul Winser" userId="c3146a91-e6bd-4264-bd86-e164e04bc32d" providerId="ADAL" clId="{13F4394C-EB1A-45EB-8335-CF7D3AD03199}" dt="2024-11-12T15:29:01.850" v="347" actId="1076"/>
          <ac:picMkLst>
            <pc:docMk/>
            <pc:sldMk cId="3295762694" sldId="317"/>
            <ac:picMk id="3" creationId="{6D5C4391-F260-46F2-BA98-B4EC34F30AB1}"/>
          </ac:picMkLst>
        </pc:picChg>
      </pc:sldChg>
      <pc:sldChg chg="delSp modSp mod">
        <pc:chgData name="Paul Winser" userId="c3146a91-e6bd-4264-bd86-e164e04bc32d" providerId="ADAL" clId="{13F4394C-EB1A-45EB-8335-CF7D3AD03199}" dt="2024-11-12T15:20:31.718" v="40" actId="478"/>
        <pc:sldMkLst>
          <pc:docMk/>
          <pc:sldMk cId="2236349469" sldId="318"/>
        </pc:sldMkLst>
        <pc:spChg chg="del">
          <ac:chgData name="Paul Winser" userId="c3146a91-e6bd-4264-bd86-e164e04bc32d" providerId="ADAL" clId="{13F4394C-EB1A-45EB-8335-CF7D3AD03199}" dt="2024-11-12T15:20:31.718" v="40" actId="478"/>
          <ac:spMkLst>
            <pc:docMk/>
            <pc:sldMk cId="2236349469" sldId="318"/>
            <ac:spMk id="2" creationId="{A91A2F9C-F6B3-2598-E33B-D5C942E7385B}"/>
          </ac:spMkLst>
        </pc:spChg>
        <pc:spChg chg="mod">
          <ac:chgData name="Paul Winser" userId="c3146a91-e6bd-4264-bd86-e164e04bc32d" providerId="ADAL" clId="{13F4394C-EB1A-45EB-8335-CF7D3AD03199}" dt="2024-11-12T15:20:29.242" v="39" actId="14100"/>
          <ac:spMkLst>
            <pc:docMk/>
            <pc:sldMk cId="2236349469" sldId="318"/>
            <ac:spMk id="34819" creationId="{453C7683-8588-7ABC-32E0-8A4E68218620}"/>
          </ac:spMkLst>
        </pc:spChg>
        <pc:picChg chg="mod">
          <ac:chgData name="Paul Winser" userId="c3146a91-e6bd-4264-bd86-e164e04bc32d" providerId="ADAL" clId="{13F4394C-EB1A-45EB-8335-CF7D3AD03199}" dt="2024-11-12T14:29:24.613" v="24" actId="1076"/>
          <ac:picMkLst>
            <pc:docMk/>
            <pc:sldMk cId="2236349469" sldId="318"/>
            <ac:picMk id="4" creationId="{B2870C1C-BD27-4C3E-8FDF-82C0FBE4FC20}"/>
          </ac:picMkLst>
        </pc:picChg>
      </pc:sldChg>
      <pc:sldChg chg="modSp mod">
        <pc:chgData name="Paul Winser" userId="c3146a91-e6bd-4264-bd86-e164e04bc32d" providerId="ADAL" clId="{13F4394C-EB1A-45EB-8335-CF7D3AD03199}" dt="2024-11-12T15:27:35.342" v="294" actId="403"/>
        <pc:sldMkLst>
          <pc:docMk/>
          <pc:sldMk cId="2276593269" sldId="319"/>
        </pc:sldMkLst>
        <pc:spChg chg="mod">
          <ac:chgData name="Paul Winser" userId="c3146a91-e6bd-4264-bd86-e164e04bc32d" providerId="ADAL" clId="{13F4394C-EB1A-45EB-8335-CF7D3AD03199}" dt="2024-11-12T15:27:35.342" v="294" actId="403"/>
          <ac:spMkLst>
            <pc:docMk/>
            <pc:sldMk cId="2276593269" sldId="319"/>
            <ac:spMk id="4" creationId="{78ADABB9-E162-4526-9392-6438FCED2B8B}"/>
          </ac:spMkLst>
        </pc:spChg>
        <pc:picChg chg="mod">
          <ac:chgData name="Paul Winser" userId="c3146a91-e6bd-4264-bd86-e164e04bc32d" providerId="ADAL" clId="{13F4394C-EB1A-45EB-8335-CF7D3AD03199}" dt="2024-11-12T15:27:22.573" v="288" actId="1076"/>
          <ac:picMkLst>
            <pc:docMk/>
            <pc:sldMk cId="2276593269" sldId="319"/>
            <ac:picMk id="5" creationId="{C57447F8-F0BC-4587-9BD3-B8542AEBFF5F}"/>
          </ac:picMkLst>
        </pc:picChg>
      </pc:sldChg>
      <pc:sldChg chg="delSp modSp mod">
        <pc:chgData name="Paul Winser" userId="c3146a91-e6bd-4264-bd86-e164e04bc32d" providerId="ADAL" clId="{13F4394C-EB1A-45EB-8335-CF7D3AD03199}" dt="2024-11-12T15:21:04.507" v="58" actId="1076"/>
        <pc:sldMkLst>
          <pc:docMk/>
          <pc:sldMk cId="4257113684" sldId="320"/>
        </pc:sldMkLst>
        <pc:spChg chg="del">
          <ac:chgData name="Paul Winser" userId="c3146a91-e6bd-4264-bd86-e164e04bc32d" providerId="ADAL" clId="{13F4394C-EB1A-45EB-8335-CF7D3AD03199}" dt="2024-11-12T15:20:53.687" v="54" actId="478"/>
          <ac:spMkLst>
            <pc:docMk/>
            <pc:sldMk cId="4257113684" sldId="320"/>
            <ac:spMk id="2" creationId="{A817F4CC-470C-4C91-475B-86F32B60B075}"/>
          </ac:spMkLst>
        </pc:spChg>
        <pc:spChg chg="mod">
          <ac:chgData name="Paul Winser" userId="c3146a91-e6bd-4264-bd86-e164e04bc32d" providerId="ADAL" clId="{13F4394C-EB1A-45EB-8335-CF7D3AD03199}" dt="2024-11-12T15:21:04.507" v="58" actId="1076"/>
          <ac:spMkLst>
            <pc:docMk/>
            <pc:sldMk cId="4257113684" sldId="320"/>
            <ac:spMk id="34819" creationId="{453C7683-8588-7ABC-32E0-8A4E68218620}"/>
          </ac:spMkLst>
        </pc:spChg>
        <pc:picChg chg="mod">
          <ac:chgData name="Paul Winser" userId="c3146a91-e6bd-4264-bd86-e164e04bc32d" providerId="ADAL" clId="{13F4394C-EB1A-45EB-8335-CF7D3AD03199}" dt="2024-11-12T15:20:55.618" v="55" actId="14100"/>
          <ac:picMkLst>
            <pc:docMk/>
            <pc:sldMk cId="4257113684" sldId="320"/>
            <ac:picMk id="4" creationId="{338BB800-5475-46CC-9016-02E35BC19F5B}"/>
          </ac:picMkLst>
        </pc:picChg>
      </pc:sldChg>
      <pc:sldChg chg="delSp modSp mod">
        <pc:chgData name="Paul Winser" userId="c3146a91-e6bd-4264-bd86-e164e04bc32d" providerId="ADAL" clId="{13F4394C-EB1A-45EB-8335-CF7D3AD03199}" dt="2024-11-12T15:22:29.419" v="106" actId="1076"/>
        <pc:sldMkLst>
          <pc:docMk/>
          <pc:sldMk cId="2243321591" sldId="321"/>
        </pc:sldMkLst>
        <pc:spChg chg="del">
          <ac:chgData name="Paul Winser" userId="c3146a91-e6bd-4264-bd86-e164e04bc32d" providerId="ADAL" clId="{13F4394C-EB1A-45EB-8335-CF7D3AD03199}" dt="2024-11-12T15:21:27.684" v="67" actId="478"/>
          <ac:spMkLst>
            <pc:docMk/>
            <pc:sldMk cId="2243321591" sldId="321"/>
            <ac:spMk id="2" creationId="{9446C749-1186-8A68-516D-A058FA60186E}"/>
          </ac:spMkLst>
        </pc:spChg>
        <pc:spChg chg="mod">
          <ac:chgData name="Paul Winser" userId="c3146a91-e6bd-4264-bd86-e164e04bc32d" providerId="ADAL" clId="{13F4394C-EB1A-45EB-8335-CF7D3AD03199}" dt="2024-11-12T15:22:28.324" v="105" actId="14100"/>
          <ac:spMkLst>
            <pc:docMk/>
            <pc:sldMk cId="2243321591" sldId="321"/>
            <ac:spMk id="34819" creationId="{453C7683-8588-7ABC-32E0-8A4E68218620}"/>
          </ac:spMkLst>
        </pc:spChg>
        <pc:picChg chg="mod">
          <ac:chgData name="Paul Winser" userId="c3146a91-e6bd-4264-bd86-e164e04bc32d" providerId="ADAL" clId="{13F4394C-EB1A-45EB-8335-CF7D3AD03199}" dt="2024-11-12T15:22:29.419" v="106" actId="1076"/>
          <ac:picMkLst>
            <pc:docMk/>
            <pc:sldMk cId="2243321591" sldId="321"/>
            <ac:picMk id="4" creationId="{C9C1D552-A68D-490E-AE2A-6B21D868384C}"/>
          </ac:picMkLst>
        </pc:picChg>
      </pc:sldChg>
      <pc:sldChg chg="delSp modSp mod">
        <pc:chgData name="Paul Winser" userId="c3146a91-e6bd-4264-bd86-e164e04bc32d" providerId="ADAL" clId="{13F4394C-EB1A-45EB-8335-CF7D3AD03199}" dt="2024-11-12T15:22:58.851" v="124" actId="1076"/>
        <pc:sldMkLst>
          <pc:docMk/>
          <pc:sldMk cId="3571636453" sldId="322"/>
        </pc:sldMkLst>
        <pc:spChg chg="del">
          <ac:chgData name="Paul Winser" userId="c3146a91-e6bd-4264-bd86-e164e04bc32d" providerId="ADAL" clId="{13F4394C-EB1A-45EB-8335-CF7D3AD03199}" dt="2024-11-12T15:22:56.741" v="123" actId="478"/>
          <ac:spMkLst>
            <pc:docMk/>
            <pc:sldMk cId="3571636453" sldId="322"/>
            <ac:spMk id="2" creationId="{612266BD-A89B-6AEA-4862-C98A6C07A98D}"/>
          </ac:spMkLst>
        </pc:spChg>
        <pc:spChg chg="mod">
          <ac:chgData name="Paul Winser" userId="c3146a91-e6bd-4264-bd86-e164e04bc32d" providerId="ADAL" clId="{13F4394C-EB1A-45EB-8335-CF7D3AD03199}" dt="2024-11-12T15:22:58.851" v="124" actId="1076"/>
          <ac:spMkLst>
            <pc:docMk/>
            <pc:sldMk cId="3571636453" sldId="322"/>
            <ac:spMk id="34819" creationId="{453C7683-8588-7ABC-32E0-8A4E68218620}"/>
          </ac:spMkLst>
        </pc:spChg>
        <pc:picChg chg="mod">
          <ac:chgData name="Paul Winser" userId="c3146a91-e6bd-4264-bd86-e164e04bc32d" providerId="ADAL" clId="{13F4394C-EB1A-45EB-8335-CF7D3AD03199}" dt="2024-11-12T15:22:55.481" v="122" actId="1076"/>
          <ac:picMkLst>
            <pc:docMk/>
            <pc:sldMk cId="3571636453" sldId="322"/>
            <ac:picMk id="3" creationId="{AF1CBABA-8A58-4305-8B51-8EDAF5AFA7DB}"/>
          </ac:picMkLst>
        </pc:picChg>
      </pc:sldChg>
      <pc:sldChg chg="delSp modSp mod">
        <pc:chgData name="Paul Winser" userId="c3146a91-e6bd-4264-bd86-e164e04bc32d" providerId="ADAL" clId="{13F4394C-EB1A-45EB-8335-CF7D3AD03199}" dt="2024-11-12T15:23:54.097" v="160" actId="1076"/>
        <pc:sldMkLst>
          <pc:docMk/>
          <pc:sldMk cId="1787851211" sldId="323"/>
        </pc:sldMkLst>
        <pc:spChg chg="del">
          <ac:chgData name="Paul Winser" userId="c3146a91-e6bd-4264-bd86-e164e04bc32d" providerId="ADAL" clId="{13F4394C-EB1A-45EB-8335-CF7D3AD03199}" dt="2024-11-12T15:23:38.260" v="146" actId="478"/>
          <ac:spMkLst>
            <pc:docMk/>
            <pc:sldMk cId="1787851211" sldId="323"/>
            <ac:spMk id="2" creationId="{2E433E15-E515-948F-1B61-692BE48868EC}"/>
          </ac:spMkLst>
        </pc:spChg>
        <pc:spChg chg="mod">
          <ac:chgData name="Paul Winser" userId="c3146a91-e6bd-4264-bd86-e164e04bc32d" providerId="ADAL" clId="{13F4394C-EB1A-45EB-8335-CF7D3AD03199}" dt="2024-11-12T15:23:36.747" v="145" actId="1076"/>
          <ac:spMkLst>
            <pc:docMk/>
            <pc:sldMk cId="1787851211" sldId="323"/>
            <ac:spMk id="7" creationId="{0B472707-9669-40C1-8095-66445D88E6F5}"/>
          </ac:spMkLst>
        </pc:spChg>
        <pc:spChg chg="mod">
          <ac:chgData name="Paul Winser" userId="c3146a91-e6bd-4264-bd86-e164e04bc32d" providerId="ADAL" clId="{13F4394C-EB1A-45EB-8335-CF7D3AD03199}" dt="2024-11-12T15:23:54.097" v="160" actId="1076"/>
          <ac:spMkLst>
            <pc:docMk/>
            <pc:sldMk cId="1787851211" sldId="323"/>
            <ac:spMk id="34819" creationId="{453C7683-8588-7ABC-32E0-8A4E68218620}"/>
          </ac:spMkLst>
        </pc:spChg>
        <pc:picChg chg="mod">
          <ac:chgData name="Paul Winser" userId="c3146a91-e6bd-4264-bd86-e164e04bc32d" providerId="ADAL" clId="{13F4394C-EB1A-45EB-8335-CF7D3AD03199}" dt="2024-11-12T15:23:34.818" v="144" actId="1076"/>
          <ac:picMkLst>
            <pc:docMk/>
            <pc:sldMk cId="1787851211" sldId="323"/>
            <ac:picMk id="3" creationId="{881CF61A-4BF9-4CC7-8310-D1B53782C3B8}"/>
          </ac:picMkLst>
        </pc:picChg>
      </pc:sldChg>
      <pc:sldChg chg="delSp modSp mod">
        <pc:chgData name="Paul Winser" userId="c3146a91-e6bd-4264-bd86-e164e04bc32d" providerId="ADAL" clId="{13F4394C-EB1A-45EB-8335-CF7D3AD03199}" dt="2024-11-12T15:25:03.320" v="194" actId="14100"/>
        <pc:sldMkLst>
          <pc:docMk/>
          <pc:sldMk cId="2195799103" sldId="326"/>
        </pc:sldMkLst>
        <pc:spChg chg="del">
          <ac:chgData name="Paul Winser" userId="c3146a91-e6bd-4264-bd86-e164e04bc32d" providerId="ADAL" clId="{13F4394C-EB1A-45EB-8335-CF7D3AD03199}" dt="2024-11-12T15:24:42.690" v="185" actId="478"/>
          <ac:spMkLst>
            <pc:docMk/>
            <pc:sldMk cId="2195799103" sldId="326"/>
            <ac:spMk id="2" creationId="{AA2E6441-B7E2-4D7D-7FFC-63D81944548E}"/>
          </ac:spMkLst>
        </pc:spChg>
        <pc:spChg chg="mod">
          <ac:chgData name="Paul Winser" userId="c3146a91-e6bd-4264-bd86-e164e04bc32d" providerId="ADAL" clId="{13F4394C-EB1A-45EB-8335-CF7D3AD03199}" dt="2024-11-12T15:25:03.320" v="194" actId="14100"/>
          <ac:spMkLst>
            <pc:docMk/>
            <pc:sldMk cId="2195799103" sldId="326"/>
            <ac:spMk id="6" creationId="{F665C2B9-A6BA-4657-80F7-EFCD79045C74}"/>
          </ac:spMkLst>
        </pc:spChg>
      </pc:sldChg>
      <pc:sldChg chg="delSp modSp mod">
        <pc:chgData name="Paul Winser" userId="c3146a91-e6bd-4264-bd86-e164e04bc32d" providerId="ADAL" clId="{13F4394C-EB1A-45EB-8335-CF7D3AD03199}" dt="2024-11-12T15:26:47.716" v="270" actId="478"/>
        <pc:sldMkLst>
          <pc:docMk/>
          <pc:sldMk cId="1380537432" sldId="327"/>
        </pc:sldMkLst>
        <pc:spChg chg="del">
          <ac:chgData name="Paul Winser" userId="c3146a91-e6bd-4264-bd86-e164e04bc32d" providerId="ADAL" clId="{13F4394C-EB1A-45EB-8335-CF7D3AD03199}" dt="2024-11-12T15:26:47.716" v="270" actId="478"/>
          <ac:spMkLst>
            <pc:docMk/>
            <pc:sldMk cId="1380537432" sldId="327"/>
            <ac:spMk id="2" creationId="{3790B9E4-6D2C-D6D3-7B55-B5000BD4C0CB}"/>
          </ac:spMkLst>
        </pc:spChg>
        <pc:spChg chg="mod">
          <ac:chgData name="Paul Winser" userId="c3146a91-e6bd-4264-bd86-e164e04bc32d" providerId="ADAL" clId="{13F4394C-EB1A-45EB-8335-CF7D3AD03199}" dt="2024-11-12T15:26:45.771" v="269" actId="1076"/>
          <ac:spMkLst>
            <pc:docMk/>
            <pc:sldMk cId="1380537432" sldId="327"/>
            <ac:spMk id="34819" creationId="{453C7683-8588-7ABC-32E0-8A4E68218620}"/>
          </ac:spMkLst>
        </pc:spChg>
        <pc:picChg chg="mod">
          <ac:chgData name="Paul Winser" userId="c3146a91-e6bd-4264-bd86-e164e04bc32d" providerId="ADAL" clId="{13F4394C-EB1A-45EB-8335-CF7D3AD03199}" dt="2024-11-12T15:26:21.868" v="251" actId="1076"/>
          <ac:picMkLst>
            <pc:docMk/>
            <pc:sldMk cId="1380537432" sldId="327"/>
            <ac:picMk id="4" creationId="{D3C78DDD-4A37-4466-8E31-C67E910689F2}"/>
          </ac:picMkLst>
        </pc:picChg>
      </pc:sldChg>
      <pc:sldChg chg="delSp modSp mod">
        <pc:chgData name="Paul Winser" userId="c3146a91-e6bd-4264-bd86-e164e04bc32d" providerId="ADAL" clId="{13F4394C-EB1A-45EB-8335-CF7D3AD03199}" dt="2024-11-12T15:26:15.853" v="249" actId="1076"/>
        <pc:sldMkLst>
          <pc:docMk/>
          <pc:sldMk cId="1596163887" sldId="328"/>
        </pc:sldMkLst>
        <pc:spChg chg="del">
          <ac:chgData name="Paul Winser" userId="c3146a91-e6bd-4264-bd86-e164e04bc32d" providerId="ADAL" clId="{13F4394C-EB1A-45EB-8335-CF7D3AD03199}" dt="2024-11-12T15:25:49.108" v="231" actId="478"/>
          <ac:spMkLst>
            <pc:docMk/>
            <pc:sldMk cId="1596163887" sldId="328"/>
            <ac:spMk id="2" creationId="{5B5D7AF3-F06D-07B9-7F57-E1911571D78D}"/>
          </ac:spMkLst>
        </pc:spChg>
        <pc:spChg chg="mod">
          <ac:chgData name="Paul Winser" userId="c3146a91-e6bd-4264-bd86-e164e04bc32d" providerId="ADAL" clId="{13F4394C-EB1A-45EB-8335-CF7D3AD03199}" dt="2024-11-12T15:26:14.675" v="248" actId="1076"/>
          <ac:spMkLst>
            <pc:docMk/>
            <pc:sldMk cId="1596163887" sldId="328"/>
            <ac:spMk id="6" creationId="{F665C2B9-A6BA-4657-80F7-EFCD79045C74}"/>
          </ac:spMkLst>
        </pc:spChg>
        <pc:picChg chg="mod">
          <ac:chgData name="Paul Winser" userId="c3146a91-e6bd-4264-bd86-e164e04bc32d" providerId="ADAL" clId="{13F4394C-EB1A-45EB-8335-CF7D3AD03199}" dt="2024-11-12T15:26:15.853" v="249" actId="1076"/>
          <ac:picMkLst>
            <pc:docMk/>
            <pc:sldMk cId="1596163887" sldId="328"/>
            <ac:picMk id="4" creationId="{13025401-E4F1-3613-D8CC-3F1C2EE47335}"/>
          </ac:picMkLst>
        </pc:picChg>
      </pc:sldChg>
      <pc:sldChg chg="delSp modSp mod">
        <pc:chgData name="Paul Winser" userId="c3146a91-e6bd-4264-bd86-e164e04bc32d" providerId="ADAL" clId="{13F4394C-EB1A-45EB-8335-CF7D3AD03199}" dt="2024-11-12T15:27:54.892" v="308" actId="404"/>
        <pc:sldMkLst>
          <pc:docMk/>
          <pc:sldMk cId="1491434520" sldId="329"/>
        </pc:sldMkLst>
        <pc:spChg chg="del">
          <ac:chgData name="Paul Winser" userId="c3146a91-e6bd-4264-bd86-e164e04bc32d" providerId="ADAL" clId="{13F4394C-EB1A-45EB-8335-CF7D3AD03199}" dt="2024-11-12T15:27:39.892" v="295" actId="478"/>
          <ac:spMkLst>
            <pc:docMk/>
            <pc:sldMk cId="1491434520" sldId="329"/>
            <ac:spMk id="2" creationId="{2A4E7594-5FF2-6BBA-F868-19D40C214C92}"/>
          </ac:spMkLst>
        </pc:spChg>
        <pc:spChg chg="mod">
          <ac:chgData name="Paul Winser" userId="c3146a91-e6bd-4264-bd86-e164e04bc32d" providerId="ADAL" clId="{13F4394C-EB1A-45EB-8335-CF7D3AD03199}" dt="2024-11-12T15:27:54.892" v="308" actId="404"/>
          <ac:spMkLst>
            <pc:docMk/>
            <pc:sldMk cId="1491434520" sldId="329"/>
            <ac:spMk id="5" creationId="{6AEDBBBF-CD60-4CD8-A4D0-A77DB92056C8}"/>
          </ac:spMkLst>
        </pc:spChg>
      </pc:sldChg>
      <pc:sldChg chg="delSp modSp mod">
        <pc:chgData name="Paul Winser" userId="c3146a91-e6bd-4264-bd86-e164e04bc32d" providerId="ADAL" clId="{13F4394C-EB1A-45EB-8335-CF7D3AD03199}" dt="2024-11-12T15:28:23.746" v="331" actId="478"/>
        <pc:sldMkLst>
          <pc:docMk/>
          <pc:sldMk cId="1902032894" sldId="330"/>
        </pc:sldMkLst>
        <pc:spChg chg="del">
          <ac:chgData name="Paul Winser" userId="c3146a91-e6bd-4264-bd86-e164e04bc32d" providerId="ADAL" clId="{13F4394C-EB1A-45EB-8335-CF7D3AD03199}" dt="2024-11-12T15:28:23.746" v="331" actId="478"/>
          <ac:spMkLst>
            <pc:docMk/>
            <pc:sldMk cId="1902032894" sldId="330"/>
            <ac:spMk id="2" creationId="{71CA7098-C3E5-EB8F-5F87-5A5CC7979E48}"/>
          </ac:spMkLst>
        </pc:spChg>
        <pc:spChg chg="mod">
          <ac:chgData name="Paul Winser" userId="c3146a91-e6bd-4264-bd86-e164e04bc32d" providerId="ADAL" clId="{13F4394C-EB1A-45EB-8335-CF7D3AD03199}" dt="2024-11-12T15:28:19.681" v="329" actId="14100"/>
          <ac:spMkLst>
            <pc:docMk/>
            <pc:sldMk cId="1902032894" sldId="330"/>
            <ac:spMk id="5" creationId="{6AEDBBBF-CD60-4CD8-A4D0-A77DB92056C8}"/>
          </ac:spMkLst>
        </pc:spChg>
        <pc:picChg chg="mod">
          <ac:chgData name="Paul Winser" userId="c3146a91-e6bd-4264-bd86-e164e04bc32d" providerId="ADAL" clId="{13F4394C-EB1A-45EB-8335-CF7D3AD03199}" dt="2024-11-12T15:28:21.411" v="330" actId="1076"/>
          <ac:picMkLst>
            <pc:docMk/>
            <pc:sldMk cId="1902032894" sldId="330"/>
            <ac:picMk id="7" creationId="{6A107592-E7A3-5E56-314E-D727D75B63AB}"/>
          </ac:picMkLst>
        </pc:picChg>
      </pc:sldChg>
      <pc:sldChg chg="delSp modSp mod">
        <pc:chgData name="Paul Winser" userId="c3146a91-e6bd-4264-bd86-e164e04bc32d" providerId="ADAL" clId="{13F4394C-EB1A-45EB-8335-CF7D3AD03199}" dt="2024-11-12T15:28:52.136" v="345" actId="14100"/>
        <pc:sldMkLst>
          <pc:docMk/>
          <pc:sldMk cId="3114164950" sldId="331"/>
        </pc:sldMkLst>
        <pc:spChg chg="del">
          <ac:chgData name="Paul Winser" userId="c3146a91-e6bd-4264-bd86-e164e04bc32d" providerId="ADAL" clId="{13F4394C-EB1A-45EB-8335-CF7D3AD03199}" dt="2024-11-12T15:28:49.746" v="344" actId="478"/>
          <ac:spMkLst>
            <pc:docMk/>
            <pc:sldMk cId="3114164950" sldId="331"/>
            <ac:spMk id="2" creationId="{FD18D3E3-9321-3C43-0D1C-239445825632}"/>
          </ac:spMkLst>
        </pc:spChg>
        <pc:spChg chg="mod">
          <ac:chgData name="Paul Winser" userId="c3146a91-e6bd-4264-bd86-e164e04bc32d" providerId="ADAL" clId="{13F4394C-EB1A-45EB-8335-CF7D3AD03199}" dt="2024-11-12T15:28:52.136" v="345" actId="14100"/>
          <ac:spMkLst>
            <pc:docMk/>
            <pc:sldMk cId="3114164950" sldId="331"/>
            <ac:spMk id="5" creationId="{6AEDBBBF-CD60-4CD8-A4D0-A77DB92056C8}"/>
          </ac:spMkLst>
        </pc:spChg>
        <pc:picChg chg="mod">
          <ac:chgData name="Paul Winser" userId="c3146a91-e6bd-4264-bd86-e164e04bc32d" providerId="ADAL" clId="{13F4394C-EB1A-45EB-8335-CF7D3AD03199}" dt="2024-11-12T15:28:27.860" v="333" actId="1076"/>
          <ac:picMkLst>
            <pc:docMk/>
            <pc:sldMk cId="3114164950" sldId="331"/>
            <ac:picMk id="4" creationId="{08C11D1D-1252-420F-80E4-BE61194B125B}"/>
          </ac:picMkLst>
        </pc:picChg>
      </pc:sldChg>
      <pc:sldChg chg="delSp mod">
        <pc:chgData name="Paul Winser" userId="c3146a91-e6bd-4264-bd86-e164e04bc32d" providerId="ADAL" clId="{13F4394C-EB1A-45EB-8335-CF7D3AD03199}" dt="2024-11-12T15:29:29.380" v="353" actId="478"/>
        <pc:sldMkLst>
          <pc:docMk/>
          <pc:sldMk cId="3406818035" sldId="332"/>
        </pc:sldMkLst>
        <pc:spChg chg="del">
          <ac:chgData name="Paul Winser" userId="c3146a91-e6bd-4264-bd86-e164e04bc32d" providerId="ADAL" clId="{13F4394C-EB1A-45EB-8335-CF7D3AD03199}" dt="2024-11-12T15:29:29.380" v="353" actId="478"/>
          <ac:spMkLst>
            <pc:docMk/>
            <pc:sldMk cId="3406818035" sldId="332"/>
            <ac:spMk id="3" creationId="{ECA49E7D-5027-65A5-4A14-891C1A0F72DB}"/>
          </ac:spMkLst>
        </pc:spChg>
      </pc:sldChg>
      <pc:sldChg chg="delSp modSp mod">
        <pc:chgData name="Paul Winser" userId="c3146a91-e6bd-4264-bd86-e164e04bc32d" providerId="ADAL" clId="{13F4394C-EB1A-45EB-8335-CF7D3AD03199}" dt="2024-11-12T15:29:48.225" v="363" actId="14100"/>
        <pc:sldMkLst>
          <pc:docMk/>
          <pc:sldMk cId="3137976635" sldId="333"/>
        </pc:sldMkLst>
        <pc:spChg chg="del">
          <ac:chgData name="Paul Winser" userId="c3146a91-e6bd-4264-bd86-e164e04bc32d" providerId="ADAL" clId="{13F4394C-EB1A-45EB-8335-CF7D3AD03199}" dt="2024-11-12T15:29:41.845" v="360" actId="478"/>
          <ac:spMkLst>
            <pc:docMk/>
            <pc:sldMk cId="3137976635" sldId="333"/>
            <ac:spMk id="2" creationId="{77F93DC4-20BC-DCF9-39C2-4E06DCD32DF0}"/>
          </ac:spMkLst>
        </pc:spChg>
        <pc:spChg chg="mod">
          <ac:chgData name="Paul Winser" userId="c3146a91-e6bd-4264-bd86-e164e04bc32d" providerId="ADAL" clId="{13F4394C-EB1A-45EB-8335-CF7D3AD03199}" dt="2024-11-12T15:29:48.225" v="363" actId="14100"/>
          <ac:spMkLst>
            <pc:docMk/>
            <pc:sldMk cId="3137976635" sldId="333"/>
            <ac:spMk id="34819" creationId="{453C7683-8588-7ABC-32E0-8A4E68218620}"/>
          </ac:spMkLst>
        </pc:spChg>
        <pc:picChg chg="mod">
          <ac:chgData name="Paul Winser" userId="c3146a91-e6bd-4264-bd86-e164e04bc32d" providerId="ADAL" clId="{13F4394C-EB1A-45EB-8335-CF7D3AD03199}" dt="2024-11-12T15:29:45.962" v="362" actId="1076"/>
          <ac:picMkLst>
            <pc:docMk/>
            <pc:sldMk cId="3137976635" sldId="333"/>
            <ac:picMk id="4" creationId="{0EAE8374-3ABA-4B62-AED7-D32DA6C5E5BD}"/>
          </ac:picMkLst>
        </pc:picChg>
      </pc:sldChg>
      <pc:sldChg chg="delSp mod">
        <pc:chgData name="Paul Winser" userId="c3146a91-e6bd-4264-bd86-e164e04bc32d" providerId="ADAL" clId="{13F4394C-EB1A-45EB-8335-CF7D3AD03199}" dt="2024-11-12T15:30:23.284" v="377" actId="478"/>
        <pc:sldMkLst>
          <pc:docMk/>
          <pc:sldMk cId="1492774847" sldId="334"/>
        </pc:sldMkLst>
        <pc:spChg chg="del">
          <ac:chgData name="Paul Winser" userId="c3146a91-e6bd-4264-bd86-e164e04bc32d" providerId="ADAL" clId="{13F4394C-EB1A-45EB-8335-CF7D3AD03199}" dt="2024-11-12T15:30:23.284" v="377" actId="478"/>
          <ac:spMkLst>
            <pc:docMk/>
            <pc:sldMk cId="1492774847" sldId="334"/>
            <ac:spMk id="2" creationId="{A97C6B59-13C7-718E-7886-29C670A859A2}"/>
          </ac:spMkLst>
        </pc:spChg>
      </pc:sldChg>
      <pc:sldChg chg="delSp modSp mod">
        <pc:chgData name="Paul Winser" userId="c3146a91-e6bd-4264-bd86-e164e04bc32d" providerId="ADAL" clId="{13F4394C-EB1A-45EB-8335-CF7D3AD03199}" dt="2024-11-12T15:30:18.514" v="376" actId="1076"/>
        <pc:sldMkLst>
          <pc:docMk/>
          <pc:sldMk cId="3688097367" sldId="335"/>
        </pc:sldMkLst>
        <pc:spChg chg="del">
          <ac:chgData name="Paul Winser" userId="c3146a91-e6bd-4264-bd86-e164e04bc32d" providerId="ADAL" clId="{13F4394C-EB1A-45EB-8335-CF7D3AD03199}" dt="2024-11-12T15:30:03.573" v="370" actId="478"/>
          <ac:spMkLst>
            <pc:docMk/>
            <pc:sldMk cId="3688097367" sldId="335"/>
            <ac:spMk id="2" creationId="{4E63B15D-ED23-5FCE-0252-47DF8BDDB21E}"/>
          </ac:spMkLst>
        </pc:spChg>
        <pc:spChg chg="mod">
          <ac:chgData name="Paul Winser" userId="c3146a91-e6bd-4264-bd86-e164e04bc32d" providerId="ADAL" clId="{13F4394C-EB1A-45EB-8335-CF7D3AD03199}" dt="2024-11-12T15:30:16.884" v="375" actId="1076"/>
          <ac:spMkLst>
            <pc:docMk/>
            <pc:sldMk cId="3688097367" sldId="335"/>
            <ac:spMk id="34819" creationId="{453C7683-8588-7ABC-32E0-8A4E68218620}"/>
          </ac:spMkLst>
        </pc:spChg>
        <pc:picChg chg="mod">
          <ac:chgData name="Paul Winser" userId="c3146a91-e6bd-4264-bd86-e164e04bc32d" providerId="ADAL" clId="{13F4394C-EB1A-45EB-8335-CF7D3AD03199}" dt="2024-11-12T15:30:18.514" v="376" actId="1076"/>
          <ac:picMkLst>
            <pc:docMk/>
            <pc:sldMk cId="3688097367" sldId="335"/>
            <ac:picMk id="4" creationId="{D07B7D71-FF89-49FD-B746-F57AE3EB4521}"/>
          </ac:picMkLst>
        </pc:picChg>
      </pc:sldChg>
      <pc:sldChg chg="delSp modSp mod">
        <pc:chgData name="Paul Winser" userId="c3146a91-e6bd-4264-bd86-e164e04bc32d" providerId="ADAL" clId="{13F4394C-EB1A-45EB-8335-CF7D3AD03199}" dt="2024-11-12T15:30:40.026" v="387" actId="14100"/>
        <pc:sldMkLst>
          <pc:docMk/>
          <pc:sldMk cId="3608288704" sldId="336"/>
        </pc:sldMkLst>
        <pc:spChg chg="del">
          <ac:chgData name="Paul Winser" userId="c3146a91-e6bd-4264-bd86-e164e04bc32d" providerId="ADAL" clId="{13F4394C-EB1A-45EB-8335-CF7D3AD03199}" dt="2024-11-12T15:30:31.505" v="382" actId="478"/>
          <ac:spMkLst>
            <pc:docMk/>
            <pc:sldMk cId="3608288704" sldId="336"/>
            <ac:spMk id="2" creationId="{E306DBAC-FA4D-BB02-8E9E-82266024D9D2}"/>
          </ac:spMkLst>
        </pc:spChg>
        <pc:spChg chg="mod">
          <ac:chgData name="Paul Winser" userId="c3146a91-e6bd-4264-bd86-e164e04bc32d" providerId="ADAL" clId="{13F4394C-EB1A-45EB-8335-CF7D3AD03199}" dt="2024-11-12T15:30:40.026" v="387" actId="14100"/>
          <ac:spMkLst>
            <pc:docMk/>
            <pc:sldMk cId="3608288704" sldId="336"/>
            <ac:spMk id="34819" creationId="{453C7683-8588-7ABC-32E0-8A4E68218620}"/>
          </ac:spMkLst>
        </pc:spChg>
        <pc:picChg chg="mod">
          <ac:chgData name="Paul Winser" userId="c3146a91-e6bd-4264-bd86-e164e04bc32d" providerId="ADAL" clId="{13F4394C-EB1A-45EB-8335-CF7D3AD03199}" dt="2024-11-12T15:30:34.226" v="384" actId="1076"/>
          <ac:picMkLst>
            <pc:docMk/>
            <pc:sldMk cId="3608288704" sldId="336"/>
            <ac:picMk id="4" creationId="{8E39506F-D0A1-4957-9885-D4F9C2D88B7A}"/>
          </ac:picMkLst>
        </pc:picChg>
      </pc:sldChg>
      <pc:sldChg chg="delSp modSp mod">
        <pc:chgData name="Paul Winser" userId="c3146a91-e6bd-4264-bd86-e164e04bc32d" providerId="ADAL" clId="{13F4394C-EB1A-45EB-8335-CF7D3AD03199}" dt="2024-11-12T15:31:03.786" v="403" actId="1076"/>
        <pc:sldMkLst>
          <pc:docMk/>
          <pc:sldMk cId="3557082077" sldId="337"/>
        </pc:sldMkLst>
        <pc:spChg chg="del">
          <ac:chgData name="Paul Winser" userId="c3146a91-e6bd-4264-bd86-e164e04bc32d" providerId="ADAL" clId="{13F4394C-EB1A-45EB-8335-CF7D3AD03199}" dt="2024-11-12T15:30:49.381" v="390" actId="478"/>
          <ac:spMkLst>
            <pc:docMk/>
            <pc:sldMk cId="3557082077" sldId="337"/>
            <ac:spMk id="2" creationId="{9CA47CF8-63BE-377D-07BC-D7167EB3EDE6}"/>
          </ac:spMkLst>
        </pc:spChg>
        <pc:spChg chg="mod">
          <ac:chgData name="Paul Winser" userId="c3146a91-e6bd-4264-bd86-e164e04bc32d" providerId="ADAL" clId="{13F4394C-EB1A-45EB-8335-CF7D3AD03199}" dt="2024-11-12T15:31:03.786" v="403" actId="1076"/>
          <ac:spMkLst>
            <pc:docMk/>
            <pc:sldMk cId="3557082077" sldId="337"/>
            <ac:spMk id="34819" creationId="{453C7683-8588-7ABC-32E0-8A4E68218620}"/>
          </ac:spMkLst>
        </pc:spChg>
        <pc:picChg chg="mod">
          <ac:chgData name="Paul Winser" userId="c3146a91-e6bd-4264-bd86-e164e04bc32d" providerId="ADAL" clId="{13F4394C-EB1A-45EB-8335-CF7D3AD03199}" dt="2024-11-12T15:30:47.675" v="389" actId="1076"/>
          <ac:picMkLst>
            <pc:docMk/>
            <pc:sldMk cId="3557082077" sldId="337"/>
            <ac:picMk id="4" creationId="{5CDB5929-7ED9-442B-81C9-73D0D2E9CBA5}"/>
          </ac:picMkLst>
        </pc:picChg>
      </pc:sldChg>
      <pc:sldChg chg="delSp modSp mod">
        <pc:chgData name="Paul Winser" userId="c3146a91-e6bd-4264-bd86-e164e04bc32d" providerId="ADAL" clId="{13F4394C-EB1A-45EB-8335-CF7D3AD03199}" dt="2024-11-12T15:22:23.107" v="102" actId="5793"/>
        <pc:sldMkLst>
          <pc:docMk/>
          <pc:sldMk cId="3999356154" sldId="338"/>
        </pc:sldMkLst>
        <pc:spChg chg="del">
          <ac:chgData name="Paul Winser" userId="c3146a91-e6bd-4264-bd86-e164e04bc32d" providerId="ADAL" clId="{13F4394C-EB1A-45EB-8335-CF7D3AD03199}" dt="2024-11-12T15:22:01.497" v="86" actId="478"/>
          <ac:spMkLst>
            <pc:docMk/>
            <pc:sldMk cId="3999356154" sldId="338"/>
            <ac:spMk id="2" creationId="{87F53788-F80C-61BC-844F-703666AA3379}"/>
          </ac:spMkLst>
        </pc:spChg>
        <pc:spChg chg="mod">
          <ac:chgData name="Paul Winser" userId="c3146a91-e6bd-4264-bd86-e164e04bc32d" providerId="ADAL" clId="{13F4394C-EB1A-45EB-8335-CF7D3AD03199}" dt="2024-11-12T15:22:00.164" v="85" actId="1076"/>
          <ac:spMkLst>
            <pc:docMk/>
            <pc:sldMk cId="3999356154" sldId="338"/>
            <ac:spMk id="5" creationId="{E9DAED81-3FD9-460F-BA19-0EC6FC5B6B9F}"/>
          </ac:spMkLst>
        </pc:spChg>
        <pc:spChg chg="mod">
          <ac:chgData name="Paul Winser" userId="c3146a91-e6bd-4264-bd86-e164e04bc32d" providerId="ADAL" clId="{13F4394C-EB1A-45EB-8335-CF7D3AD03199}" dt="2024-11-12T15:22:23.107" v="102" actId="5793"/>
          <ac:spMkLst>
            <pc:docMk/>
            <pc:sldMk cId="3999356154" sldId="338"/>
            <ac:spMk id="34819" creationId="{453C7683-8588-7ABC-32E0-8A4E68218620}"/>
          </ac:spMkLst>
        </pc:spChg>
        <pc:picChg chg="mod">
          <ac:chgData name="Paul Winser" userId="c3146a91-e6bd-4264-bd86-e164e04bc32d" providerId="ADAL" clId="{13F4394C-EB1A-45EB-8335-CF7D3AD03199}" dt="2024-11-12T15:21:57.878" v="84" actId="1076"/>
          <ac:picMkLst>
            <pc:docMk/>
            <pc:sldMk cId="3999356154" sldId="338"/>
            <ac:picMk id="4" creationId="{C4884791-CA59-4125-87E6-9D78F116F57E}"/>
          </ac:picMkLst>
        </pc:picChg>
      </pc:sldChg>
      <pc:sldChg chg="delSp modSp mod">
        <pc:chgData name="Paul Winser" userId="c3146a91-e6bd-4264-bd86-e164e04bc32d" providerId="ADAL" clId="{13F4394C-EB1A-45EB-8335-CF7D3AD03199}" dt="2024-11-12T15:24:18.534" v="176" actId="5793"/>
        <pc:sldMkLst>
          <pc:docMk/>
          <pc:sldMk cId="1013319630" sldId="339"/>
        </pc:sldMkLst>
        <pc:spChg chg="del">
          <ac:chgData name="Paul Winser" userId="c3146a91-e6bd-4264-bd86-e164e04bc32d" providerId="ADAL" clId="{13F4394C-EB1A-45EB-8335-CF7D3AD03199}" dt="2024-11-12T15:23:07.555" v="129" actId="478"/>
          <ac:spMkLst>
            <pc:docMk/>
            <pc:sldMk cId="1013319630" sldId="339"/>
            <ac:spMk id="2" creationId="{B65086A1-FF35-26DA-EFD1-F88067FD3DC5}"/>
          </ac:spMkLst>
        </pc:spChg>
        <pc:spChg chg="mod">
          <ac:chgData name="Paul Winser" userId="c3146a91-e6bd-4264-bd86-e164e04bc32d" providerId="ADAL" clId="{13F4394C-EB1A-45EB-8335-CF7D3AD03199}" dt="2024-11-12T15:23:09.835" v="130" actId="1076"/>
          <ac:spMkLst>
            <pc:docMk/>
            <pc:sldMk cId="1013319630" sldId="339"/>
            <ac:spMk id="7" creationId="{5A924CB1-39EA-4BD3-940D-BE58E86CBB76}"/>
          </ac:spMkLst>
        </pc:spChg>
        <pc:spChg chg="mod">
          <ac:chgData name="Paul Winser" userId="c3146a91-e6bd-4264-bd86-e164e04bc32d" providerId="ADAL" clId="{13F4394C-EB1A-45EB-8335-CF7D3AD03199}" dt="2024-11-12T15:24:18.534" v="176" actId="5793"/>
          <ac:spMkLst>
            <pc:docMk/>
            <pc:sldMk cId="1013319630" sldId="339"/>
            <ac:spMk id="34819" creationId="{453C7683-8588-7ABC-32E0-8A4E68218620}"/>
          </ac:spMkLst>
        </pc:spChg>
        <pc:picChg chg="mod">
          <ac:chgData name="Paul Winser" userId="c3146a91-e6bd-4264-bd86-e164e04bc32d" providerId="ADAL" clId="{13F4394C-EB1A-45EB-8335-CF7D3AD03199}" dt="2024-11-12T15:23:05.603" v="128" actId="1076"/>
          <ac:picMkLst>
            <pc:docMk/>
            <pc:sldMk cId="1013319630" sldId="339"/>
            <ac:picMk id="6" creationId="{A3D21CB3-4C5E-4C4C-BA88-26454F5B206A}"/>
          </ac:picMkLst>
        </pc:picChg>
      </pc:sldChg>
      <pc:sldChg chg="delSp modSp mod">
        <pc:chgData name="Paul Winser" userId="c3146a91-e6bd-4264-bd86-e164e04bc32d" providerId="ADAL" clId="{13F4394C-EB1A-45EB-8335-CF7D3AD03199}" dt="2024-11-12T15:24:30.539" v="180" actId="1076"/>
        <pc:sldMkLst>
          <pc:docMk/>
          <pc:sldMk cId="4057767298" sldId="340"/>
        </pc:sldMkLst>
        <pc:spChg chg="del">
          <ac:chgData name="Paul Winser" userId="c3146a91-e6bd-4264-bd86-e164e04bc32d" providerId="ADAL" clId="{13F4394C-EB1A-45EB-8335-CF7D3AD03199}" dt="2024-11-12T15:24:28.950" v="179" actId="478"/>
          <ac:spMkLst>
            <pc:docMk/>
            <pc:sldMk cId="4057767298" sldId="340"/>
            <ac:spMk id="2" creationId="{637B9EA4-C093-E996-88AF-549247A63DCD}"/>
          </ac:spMkLst>
        </pc:spChg>
        <pc:spChg chg="mod">
          <ac:chgData name="Paul Winser" userId="c3146a91-e6bd-4264-bd86-e164e04bc32d" providerId="ADAL" clId="{13F4394C-EB1A-45EB-8335-CF7D3AD03199}" dt="2024-11-12T15:24:26.526" v="178" actId="403"/>
          <ac:spMkLst>
            <pc:docMk/>
            <pc:sldMk cId="4057767298" sldId="340"/>
            <ac:spMk id="34819" creationId="{453C7683-8588-7ABC-32E0-8A4E68218620}"/>
          </ac:spMkLst>
        </pc:spChg>
        <pc:picChg chg="mod">
          <ac:chgData name="Paul Winser" userId="c3146a91-e6bd-4264-bd86-e164e04bc32d" providerId="ADAL" clId="{13F4394C-EB1A-45EB-8335-CF7D3AD03199}" dt="2024-11-12T15:24:30.539" v="180" actId="1076"/>
          <ac:picMkLst>
            <pc:docMk/>
            <pc:sldMk cId="4057767298" sldId="340"/>
            <ac:picMk id="4" creationId="{361A7CC3-263B-4C9E-9697-E9BD6D723801}"/>
          </ac:picMkLst>
        </pc:picChg>
      </pc:sldChg>
      <pc:sldChg chg="delSp modSp mod">
        <pc:chgData name="Paul Winser" userId="c3146a91-e6bd-4264-bd86-e164e04bc32d" providerId="ADAL" clId="{13F4394C-EB1A-45EB-8335-CF7D3AD03199}" dt="2024-11-12T15:27:16.754" v="286" actId="1076"/>
        <pc:sldMkLst>
          <pc:docMk/>
          <pc:sldMk cId="3383719545" sldId="341"/>
        </pc:sldMkLst>
        <pc:spChg chg="del">
          <ac:chgData name="Paul Winser" userId="c3146a91-e6bd-4264-bd86-e164e04bc32d" providerId="ADAL" clId="{13F4394C-EB1A-45EB-8335-CF7D3AD03199}" dt="2024-11-12T15:27:10.740" v="283" actId="478"/>
          <ac:spMkLst>
            <pc:docMk/>
            <pc:sldMk cId="3383719545" sldId="341"/>
            <ac:spMk id="2" creationId="{D7A8B2E9-C64E-0846-F841-E3F3A53623A1}"/>
          </ac:spMkLst>
        </pc:spChg>
        <pc:spChg chg="mod">
          <ac:chgData name="Paul Winser" userId="c3146a91-e6bd-4264-bd86-e164e04bc32d" providerId="ADAL" clId="{13F4394C-EB1A-45EB-8335-CF7D3AD03199}" dt="2024-11-12T15:27:15.651" v="285" actId="14100"/>
          <ac:spMkLst>
            <pc:docMk/>
            <pc:sldMk cId="3383719545" sldId="341"/>
            <ac:spMk id="34819" creationId="{453C7683-8588-7ABC-32E0-8A4E68218620}"/>
          </ac:spMkLst>
        </pc:spChg>
        <pc:picChg chg="mod">
          <ac:chgData name="Paul Winser" userId="c3146a91-e6bd-4264-bd86-e164e04bc32d" providerId="ADAL" clId="{13F4394C-EB1A-45EB-8335-CF7D3AD03199}" dt="2024-11-12T15:27:16.754" v="286" actId="1076"/>
          <ac:picMkLst>
            <pc:docMk/>
            <pc:sldMk cId="3383719545" sldId="341"/>
            <ac:picMk id="5" creationId="{39E74BEB-C7E7-4E7B-822B-1B4634409DB2}"/>
          </ac:picMkLst>
        </pc:picChg>
      </pc:sldChg>
      <pc:sldChg chg="delSp modSp mod">
        <pc:chgData name="Paul Winser" userId="c3146a91-e6bd-4264-bd86-e164e04bc32d" providerId="ADAL" clId="{13F4394C-EB1A-45EB-8335-CF7D3AD03199}" dt="2024-11-12T14:29:00.080" v="19" actId="403"/>
        <pc:sldMkLst>
          <pc:docMk/>
          <pc:sldMk cId="2263275699" sldId="343"/>
        </pc:sldMkLst>
        <pc:spChg chg="del">
          <ac:chgData name="Paul Winser" userId="c3146a91-e6bd-4264-bd86-e164e04bc32d" providerId="ADAL" clId="{13F4394C-EB1A-45EB-8335-CF7D3AD03199}" dt="2024-11-12T14:28:52.269" v="15" actId="478"/>
          <ac:spMkLst>
            <pc:docMk/>
            <pc:sldMk cId="2263275699" sldId="343"/>
            <ac:spMk id="2" creationId="{4C44610E-681F-C3E6-05DA-68F31E79849E}"/>
          </ac:spMkLst>
        </pc:spChg>
        <pc:spChg chg="mod">
          <ac:chgData name="Paul Winser" userId="c3146a91-e6bd-4264-bd86-e164e04bc32d" providerId="ADAL" clId="{13F4394C-EB1A-45EB-8335-CF7D3AD03199}" dt="2024-11-12T14:29:00.080" v="19" actId="403"/>
          <ac:spMkLst>
            <pc:docMk/>
            <pc:sldMk cId="2263275699" sldId="343"/>
            <ac:spMk id="30723" creationId="{3C79F714-332C-AB63-03D9-E6D0CAE0623F}"/>
          </ac:spMkLst>
        </pc:spChg>
      </pc:sldChg>
      <pc:sldChg chg="delSp modSp mod">
        <pc:chgData name="Paul Winser" userId="c3146a91-e6bd-4264-bd86-e164e04bc32d" providerId="ADAL" clId="{13F4394C-EB1A-45EB-8335-CF7D3AD03199}" dt="2024-11-12T15:21:19.917" v="64" actId="1076"/>
        <pc:sldMkLst>
          <pc:docMk/>
          <pc:sldMk cId="1580695524" sldId="344"/>
        </pc:sldMkLst>
        <pc:spChg chg="del">
          <ac:chgData name="Paul Winser" userId="c3146a91-e6bd-4264-bd86-e164e04bc32d" providerId="ADAL" clId="{13F4394C-EB1A-45EB-8335-CF7D3AD03199}" dt="2024-11-12T15:21:09.652" v="59" actId="478"/>
          <ac:spMkLst>
            <pc:docMk/>
            <pc:sldMk cId="1580695524" sldId="344"/>
            <ac:spMk id="6" creationId="{4926E980-3C8A-38D2-EF2E-276E190D1289}"/>
          </ac:spMkLst>
        </pc:spChg>
        <pc:spChg chg="mod">
          <ac:chgData name="Paul Winser" userId="c3146a91-e6bd-4264-bd86-e164e04bc32d" providerId="ADAL" clId="{13F4394C-EB1A-45EB-8335-CF7D3AD03199}" dt="2024-11-12T15:21:17.843" v="63" actId="1076"/>
          <ac:spMkLst>
            <pc:docMk/>
            <pc:sldMk cId="1580695524" sldId="344"/>
            <ac:spMk id="34819" creationId="{453C7683-8588-7ABC-32E0-8A4E68218620}"/>
          </ac:spMkLst>
        </pc:spChg>
        <pc:picChg chg="mod">
          <ac:chgData name="Paul Winser" userId="c3146a91-e6bd-4264-bd86-e164e04bc32d" providerId="ADAL" clId="{13F4394C-EB1A-45EB-8335-CF7D3AD03199}" dt="2024-11-12T15:21:19.917" v="64" actId="1076"/>
          <ac:picMkLst>
            <pc:docMk/>
            <pc:sldMk cId="1580695524" sldId="344"/>
            <ac:picMk id="3" creationId="{1EB6D3FE-84B2-A8CB-C075-53922A593FD5}"/>
          </ac:picMkLst>
        </pc:picChg>
      </pc:sldChg>
      <pc:sldChg chg="delSp modSp mod">
        <pc:chgData name="Paul Winser" userId="c3146a91-e6bd-4264-bd86-e164e04bc32d" providerId="ADAL" clId="{13F4394C-EB1A-45EB-8335-CF7D3AD03199}" dt="2024-11-12T15:25:39.426" v="223" actId="20577"/>
        <pc:sldMkLst>
          <pc:docMk/>
          <pc:sldMk cId="3208982819" sldId="345"/>
        </pc:sldMkLst>
        <pc:spChg chg="del">
          <ac:chgData name="Paul Winser" userId="c3146a91-e6bd-4264-bd86-e164e04bc32d" providerId="ADAL" clId="{13F4394C-EB1A-45EB-8335-CF7D3AD03199}" dt="2024-11-12T15:25:30.900" v="219" actId="478"/>
          <ac:spMkLst>
            <pc:docMk/>
            <pc:sldMk cId="3208982819" sldId="345"/>
            <ac:spMk id="2" creationId="{0AE08C9F-05EA-293E-8B76-F60A6A134734}"/>
          </ac:spMkLst>
        </pc:spChg>
        <pc:spChg chg="mod">
          <ac:chgData name="Paul Winser" userId="c3146a91-e6bd-4264-bd86-e164e04bc32d" providerId="ADAL" clId="{13F4394C-EB1A-45EB-8335-CF7D3AD03199}" dt="2024-11-12T15:25:39.426" v="223" actId="20577"/>
          <ac:spMkLst>
            <pc:docMk/>
            <pc:sldMk cId="3208982819" sldId="345"/>
            <ac:spMk id="6" creationId="{F665C2B9-A6BA-4657-80F7-EFCD79045C74}"/>
          </ac:spMkLst>
        </pc:spChg>
        <pc:picChg chg="mod">
          <ac:chgData name="Paul Winser" userId="c3146a91-e6bd-4264-bd86-e164e04bc32d" providerId="ADAL" clId="{13F4394C-EB1A-45EB-8335-CF7D3AD03199}" dt="2024-11-12T15:25:21.824" v="214" actId="14100"/>
          <ac:picMkLst>
            <pc:docMk/>
            <pc:sldMk cId="3208982819" sldId="345"/>
            <ac:picMk id="5" creationId="{F1EA8983-2264-15D2-EC5C-844D1D44CB1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a:t>Click to edit Master text styles</a:t>
            </a:r>
          </a:p>
          <a:p>
            <a:pPr lvl="1" rtl="1"/>
            <a:r>
              <a:rPr lang="ar" noProof="0"/>
              <a:t>Second level</a:t>
            </a:r>
          </a:p>
          <a:p>
            <a:pPr lvl="2" rtl="1"/>
            <a:r>
              <a:rPr lang="ar" noProof="0"/>
              <a:t>Third level</a:t>
            </a:r>
          </a:p>
          <a:p>
            <a:pPr lvl="3" rtl="1"/>
            <a:r>
              <a:rPr lang="ar" noProof="0"/>
              <a:t>Fourth level</a:t>
            </a:r>
          </a:p>
          <a:p>
            <a:pPr lvl="4" rtl="1"/>
            <a:r>
              <a:rPr lang="ar" noProof="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endParaRPr lang="en-US" altLang="en-US"/>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fld id="{4D3E6F70-5D4D-4B7F-8590-7D87CFB0B671}"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Arial" charset="0"/>
        <a:ea typeface="+mn-ea"/>
        <a:cs typeface="+mn-cs"/>
      </a:defRPr>
    </a:lvl1pPr>
    <a:lvl2pPr marL="457200" algn="r" rtl="1" eaLnBrk="0" fontAlgn="base" hangingPunct="0">
      <a:spcBef>
        <a:spcPct val="30000"/>
      </a:spcBef>
      <a:spcAft>
        <a:spcPct val="0"/>
      </a:spcAft>
      <a:defRPr sz="1200" kern="1200">
        <a:solidFill>
          <a:schemeClr val="tx1"/>
        </a:solidFill>
        <a:latin typeface="Arial" charset="0"/>
        <a:ea typeface="+mn-ea"/>
        <a:cs typeface="+mn-cs"/>
      </a:defRPr>
    </a:lvl2pPr>
    <a:lvl3pPr marL="914400" algn="r" rtl="1" eaLnBrk="0" fontAlgn="base" hangingPunct="0">
      <a:spcBef>
        <a:spcPct val="30000"/>
      </a:spcBef>
      <a:spcAft>
        <a:spcPct val="0"/>
      </a:spcAft>
      <a:defRPr sz="1200" kern="1200">
        <a:solidFill>
          <a:schemeClr val="tx1"/>
        </a:solidFill>
        <a:latin typeface="Arial" charset="0"/>
        <a:ea typeface="+mn-ea"/>
        <a:cs typeface="+mn-cs"/>
      </a:defRPr>
    </a:lvl3pPr>
    <a:lvl4pPr marL="1371600" algn="r" rtl="1" eaLnBrk="0" fontAlgn="base" hangingPunct="0">
      <a:spcBef>
        <a:spcPct val="30000"/>
      </a:spcBef>
      <a:spcAft>
        <a:spcPct val="0"/>
      </a:spcAft>
      <a:defRPr sz="1200" kern="1200">
        <a:solidFill>
          <a:schemeClr val="tx1"/>
        </a:solidFill>
        <a:latin typeface="Arial" charset="0"/>
        <a:ea typeface="+mn-ea"/>
        <a:cs typeface="+mn-cs"/>
      </a:defRPr>
    </a:lvl4pPr>
    <a:lvl5pPr marL="1828800" algn="r" rtl="1" eaLnBrk="0" fontAlgn="base" hangingPunct="0">
      <a:spcBef>
        <a:spcPct val="30000"/>
      </a:spcBef>
      <a:spcAft>
        <a:spcPct val="0"/>
      </a:spcAft>
      <a:defRPr sz="1200" kern="1200">
        <a:solidFill>
          <a:schemeClr val="tx1"/>
        </a:solidFill>
        <a:latin typeface="Arial" charset="0"/>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latin typeface="Arial" panose="020B0604020202020204" pitchFamily="34" charset="0"/>
            </a:endParaRPr>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pPr/>
              <a:t>1</a:t>
            </a:fld>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2</a:t>
            </a:fld>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a:latin typeface="Arial" panose="020B0604020202020204" pitchFamily="34" charset="0"/>
              </a:rPr>
              <a:t>A basic introduction to the unit.</a:t>
            </a:r>
          </a:p>
          <a:p>
            <a:pPr rtl="1"/>
            <a:endParaRPr lang="en-GB" altLang="en-US" b="1" dirty="0">
              <a:latin typeface="Arial" panose="020B0604020202020204" pitchFamily="34" charset="0"/>
            </a:endParaRPr>
          </a:p>
          <a:p>
            <a:pPr rtl="1"/>
            <a:r>
              <a:rPr lang="ar" b="1">
                <a:latin typeface="Arial" panose="020B0604020202020204" pitchFamily="34" charset="0"/>
              </a:rPr>
              <a:t>Useful websites:</a:t>
            </a:r>
          </a:p>
          <a:p>
            <a:pPr rtl="1"/>
            <a:endParaRPr lang="en-GB" altLang="en-US" b="1" dirty="0">
              <a:latin typeface="Arial" panose="020B0604020202020204" pitchFamily="34" charset="0"/>
            </a:endParaRPr>
          </a:p>
          <a:p>
            <a:pPr rtl="1"/>
            <a:r>
              <a:rPr lang="ar" b="0">
                <a:latin typeface="Arial" panose="020B0604020202020204" pitchFamily="34" charset="0"/>
              </a:rPr>
              <a:t>Country dependant.</a:t>
            </a:r>
          </a:p>
          <a:p>
            <a:pPr rtl="1"/>
            <a:endParaRPr lang="en-GB" altLang="en-US" dirty="0">
              <a:latin typeface="Arial" panose="020B0604020202020204" pitchFamily="34" charset="0"/>
            </a:endParaRPr>
          </a:p>
          <a:p>
            <a:pPr rtl="1"/>
            <a:endParaRPr lang="en-GB" altLang="en-US" dirty="0">
              <a:latin typeface="Arial" panose="020B0604020202020204" pitchFamily="34" charset="0"/>
            </a:endParaRPr>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3</a:t>
            </a:fld>
            <a:endParaRPr lang="en-GB" altLang="en-US"/>
          </a:p>
        </p:txBody>
      </p:sp>
    </p:spTree>
    <p:extLst>
      <p:ext uri="{BB962C8B-B14F-4D97-AF65-F5344CB8AC3E}">
        <p14:creationId xmlns:p14="http://schemas.microsoft.com/office/powerpoint/2010/main" val="29044762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pPr/>
              <a:t>4</a:t>
            </a:fld>
            <a:endParaRPr lang="en-GB"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5</a:t>
            </a:fld>
            <a:endParaRPr lang="en-GB"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6</a:t>
            </a:fld>
            <a:endParaRPr lang="en-GB" altLang="en-US"/>
          </a:p>
        </p:txBody>
      </p:sp>
    </p:spTree>
    <p:extLst>
      <p:ext uri="{BB962C8B-B14F-4D97-AF65-F5344CB8AC3E}">
        <p14:creationId xmlns:p14="http://schemas.microsoft.com/office/powerpoint/2010/main" val="29193369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7</a:t>
            </a:fld>
            <a:endParaRPr lang="en-GB" altLang="en-US"/>
          </a:p>
        </p:txBody>
      </p:sp>
    </p:spTree>
    <p:extLst>
      <p:ext uri="{BB962C8B-B14F-4D97-AF65-F5344CB8AC3E}">
        <p14:creationId xmlns:p14="http://schemas.microsoft.com/office/powerpoint/2010/main" val="41372370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8</a:t>
            </a:fld>
            <a:endParaRPr lang="en-GB" altLang="en-US"/>
          </a:p>
        </p:txBody>
      </p:sp>
    </p:spTree>
    <p:extLst>
      <p:ext uri="{BB962C8B-B14F-4D97-AF65-F5344CB8AC3E}">
        <p14:creationId xmlns:p14="http://schemas.microsoft.com/office/powerpoint/2010/main" val="11026777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9</a:t>
            </a:fld>
            <a:endParaRPr lang="en-GB" altLang="en-US"/>
          </a:p>
        </p:txBody>
      </p:sp>
    </p:spTree>
    <p:extLst>
      <p:ext uri="{BB962C8B-B14F-4D97-AF65-F5344CB8AC3E}">
        <p14:creationId xmlns:p14="http://schemas.microsoft.com/office/powerpoint/2010/main" val="41232858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10</a:t>
            </a:fld>
            <a:endParaRPr lang="en-GB" altLang="en-US"/>
          </a:p>
        </p:txBody>
      </p:sp>
    </p:spTree>
    <p:extLst>
      <p:ext uri="{BB962C8B-B14F-4D97-AF65-F5344CB8AC3E}">
        <p14:creationId xmlns:p14="http://schemas.microsoft.com/office/powerpoint/2010/main" val="33677270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11</a:t>
            </a:fld>
            <a:endParaRPr lang="en-GB" altLang="en-US"/>
          </a:p>
        </p:txBody>
      </p:sp>
    </p:spTree>
    <p:extLst>
      <p:ext uri="{BB962C8B-B14F-4D97-AF65-F5344CB8AC3E}">
        <p14:creationId xmlns:p14="http://schemas.microsoft.com/office/powerpoint/2010/main" val="16797165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12</a:t>
            </a:fld>
            <a:endParaRPr lang="en-GB" altLang="en-US"/>
          </a:p>
        </p:txBody>
      </p:sp>
    </p:spTree>
    <p:extLst>
      <p:ext uri="{BB962C8B-B14F-4D97-AF65-F5344CB8AC3E}">
        <p14:creationId xmlns:p14="http://schemas.microsoft.com/office/powerpoint/2010/main" val="39256285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13</a:t>
            </a:fld>
            <a:endParaRPr lang="en-GB" altLang="en-US"/>
          </a:p>
        </p:txBody>
      </p:sp>
    </p:spTree>
    <p:extLst>
      <p:ext uri="{BB962C8B-B14F-4D97-AF65-F5344CB8AC3E}">
        <p14:creationId xmlns:p14="http://schemas.microsoft.com/office/powerpoint/2010/main" val="2587325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14</a:t>
            </a:fld>
            <a:endParaRPr lang="en-GB" altLang="en-US"/>
          </a:p>
        </p:txBody>
      </p:sp>
    </p:spTree>
    <p:extLst>
      <p:ext uri="{BB962C8B-B14F-4D97-AF65-F5344CB8AC3E}">
        <p14:creationId xmlns:p14="http://schemas.microsoft.com/office/powerpoint/2010/main" val="9724243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15</a:t>
            </a:fld>
            <a:endParaRPr lang="en-GB" altLang="en-US"/>
          </a:p>
        </p:txBody>
      </p:sp>
    </p:spTree>
    <p:extLst>
      <p:ext uri="{BB962C8B-B14F-4D97-AF65-F5344CB8AC3E}">
        <p14:creationId xmlns:p14="http://schemas.microsoft.com/office/powerpoint/2010/main" val="42593919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16</a:t>
            </a:fld>
            <a:endParaRPr lang="en-GB" altLang="en-US"/>
          </a:p>
        </p:txBody>
      </p:sp>
    </p:spTree>
    <p:extLst>
      <p:ext uri="{BB962C8B-B14F-4D97-AF65-F5344CB8AC3E}">
        <p14:creationId xmlns:p14="http://schemas.microsoft.com/office/powerpoint/2010/main" val="5689538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17</a:t>
            </a:fld>
            <a:endParaRPr lang="en-GB" altLang="en-US"/>
          </a:p>
        </p:txBody>
      </p:sp>
    </p:spTree>
    <p:extLst>
      <p:ext uri="{BB962C8B-B14F-4D97-AF65-F5344CB8AC3E}">
        <p14:creationId xmlns:p14="http://schemas.microsoft.com/office/powerpoint/2010/main" val="31721495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18</a:t>
            </a:fld>
            <a:endParaRPr lang="en-GB" altLang="en-US"/>
          </a:p>
        </p:txBody>
      </p:sp>
    </p:spTree>
    <p:extLst>
      <p:ext uri="{BB962C8B-B14F-4D97-AF65-F5344CB8AC3E}">
        <p14:creationId xmlns:p14="http://schemas.microsoft.com/office/powerpoint/2010/main" val="5240957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19</a:t>
            </a:fld>
            <a:endParaRPr lang="en-GB" altLang="en-US"/>
          </a:p>
        </p:txBody>
      </p:sp>
    </p:spTree>
    <p:extLst>
      <p:ext uri="{BB962C8B-B14F-4D97-AF65-F5344CB8AC3E}">
        <p14:creationId xmlns:p14="http://schemas.microsoft.com/office/powerpoint/2010/main" val="13297544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20</a:t>
            </a:fld>
            <a:endParaRPr lang="en-GB" altLang="en-US"/>
          </a:p>
        </p:txBody>
      </p:sp>
    </p:spTree>
    <p:extLst>
      <p:ext uri="{BB962C8B-B14F-4D97-AF65-F5344CB8AC3E}">
        <p14:creationId xmlns:p14="http://schemas.microsoft.com/office/powerpoint/2010/main" val="36427951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21</a:t>
            </a:fld>
            <a:endParaRPr lang="en-GB" altLang="en-US"/>
          </a:p>
        </p:txBody>
      </p:sp>
    </p:spTree>
    <p:extLst>
      <p:ext uri="{BB962C8B-B14F-4D97-AF65-F5344CB8AC3E}">
        <p14:creationId xmlns:p14="http://schemas.microsoft.com/office/powerpoint/2010/main" val="1874595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22</a:t>
            </a:fld>
            <a:endParaRPr lang="en-GB" altLang="en-US"/>
          </a:p>
        </p:txBody>
      </p:sp>
    </p:spTree>
    <p:extLst>
      <p:ext uri="{BB962C8B-B14F-4D97-AF65-F5344CB8AC3E}">
        <p14:creationId xmlns:p14="http://schemas.microsoft.com/office/powerpoint/2010/main" val="25031123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23</a:t>
            </a:fld>
            <a:endParaRPr lang="en-GB" altLang="en-US"/>
          </a:p>
        </p:txBody>
      </p:sp>
    </p:spTree>
    <p:extLst>
      <p:ext uri="{BB962C8B-B14F-4D97-AF65-F5344CB8AC3E}">
        <p14:creationId xmlns:p14="http://schemas.microsoft.com/office/powerpoint/2010/main" val="30443398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24</a:t>
            </a:fld>
            <a:endParaRPr lang="en-GB" altLang="en-US"/>
          </a:p>
        </p:txBody>
      </p:sp>
    </p:spTree>
    <p:extLst>
      <p:ext uri="{BB962C8B-B14F-4D97-AF65-F5344CB8AC3E}">
        <p14:creationId xmlns:p14="http://schemas.microsoft.com/office/powerpoint/2010/main" val="16904387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25</a:t>
            </a:fld>
            <a:endParaRPr lang="en-GB" altLang="en-US"/>
          </a:p>
        </p:txBody>
      </p:sp>
    </p:spTree>
    <p:extLst>
      <p:ext uri="{BB962C8B-B14F-4D97-AF65-F5344CB8AC3E}">
        <p14:creationId xmlns:p14="http://schemas.microsoft.com/office/powerpoint/2010/main" val="384609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26</a:t>
            </a:fld>
            <a:endParaRPr lang="en-GB" altLang="en-US"/>
          </a:p>
        </p:txBody>
      </p:sp>
    </p:spTree>
    <p:extLst>
      <p:ext uri="{BB962C8B-B14F-4D97-AF65-F5344CB8AC3E}">
        <p14:creationId xmlns:p14="http://schemas.microsoft.com/office/powerpoint/2010/main" val="40408649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27</a:t>
            </a:fld>
            <a:endParaRPr lang="en-GB" altLang="en-US"/>
          </a:p>
        </p:txBody>
      </p:sp>
    </p:spTree>
    <p:extLst>
      <p:ext uri="{BB962C8B-B14F-4D97-AF65-F5344CB8AC3E}">
        <p14:creationId xmlns:p14="http://schemas.microsoft.com/office/powerpoint/2010/main" val="26133803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28</a:t>
            </a:fld>
            <a:endParaRPr lang="en-GB" altLang="en-US"/>
          </a:p>
        </p:txBody>
      </p:sp>
    </p:spTree>
    <p:extLst>
      <p:ext uri="{BB962C8B-B14F-4D97-AF65-F5344CB8AC3E}">
        <p14:creationId xmlns:p14="http://schemas.microsoft.com/office/powerpoint/2010/main" val="34298845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29</a:t>
            </a:fld>
            <a:endParaRPr lang="en-GB" altLang="en-US"/>
          </a:p>
        </p:txBody>
      </p:sp>
    </p:spTree>
    <p:extLst>
      <p:ext uri="{BB962C8B-B14F-4D97-AF65-F5344CB8AC3E}">
        <p14:creationId xmlns:p14="http://schemas.microsoft.com/office/powerpoint/2010/main" val="25421269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30</a:t>
            </a:fld>
            <a:endParaRPr lang="en-GB" altLang="en-US"/>
          </a:p>
        </p:txBody>
      </p:sp>
    </p:spTree>
    <p:extLst>
      <p:ext uri="{BB962C8B-B14F-4D97-AF65-F5344CB8AC3E}">
        <p14:creationId xmlns:p14="http://schemas.microsoft.com/office/powerpoint/2010/main" val="38987453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31</a:t>
            </a:fld>
            <a:endParaRPr lang="en-GB" altLang="en-US"/>
          </a:p>
        </p:txBody>
      </p:sp>
    </p:spTree>
    <p:extLst>
      <p:ext uri="{BB962C8B-B14F-4D97-AF65-F5344CB8AC3E}">
        <p14:creationId xmlns:p14="http://schemas.microsoft.com/office/powerpoint/2010/main" val="40767679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32</a:t>
            </a:fld>
            <a:endParaRPr lang="en-GB" altLang="en-US"/>
          </a:p>
        </p:txBody>
      </p:sp>
    </p:spTree>
    <p:extLst>
      <p:ext uri="{BB962C8B-B14F-4D97-AF65-F5344CB8AC3E}">
        <p14:creationId xmlns:p14="http://schemas.microsoft.com/office/powerpoint/2010/main" val="22360755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33</a:t>
            </a:fld>
            <a:endParaRPr lang="en-GB" altLang="en-US"/>
          </a:p>
        </p:txBody>
      </p:sp>
    </p:spTree>
    <p:extLst>
      <p:ext uri="{BB962C8B-B14F-4D97-AF65-F5344CB8AC3E}">
        <p14:creationId xmlns:p14="http://schemas.microsoft.com/office/powerpoint/2010/main" val="11196541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rtl="1"/>
              <a:t>34</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p>
            <a:pPr rtl="1"/>
            <a:r>
              <a:rPr lang="ar"/>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stStyle>
          <a:p>
            <a:pPr rtl="1"/>
            <a:r>
              <a:rPr lang="ar"/>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p>
            <a:pPr rtl="1"/>
            <a:r>
              <a:rPr lang="ar"/>
              <a:t>Subhead</a:t>
            </a:r>
          </a:p>
          <a:p>
            <a:pPr rtl="1"/>
            <a:r>
              <a:rPr lang="ar"/>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p>
            <a:pPr rtl="1"/>
            <a:r>
              <a:rPr lang="ar"/>
              <a:t>Subhead</a:t>
            </a:r>
          </a:p>
          <a:p>
            <a:pPr rtl="1"/>
            <a:r>
              <a:rPr lang="ar"/>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p>
            <a:pPr rtl="1"/>
            <a:r>
              <a:rPr lang="ar"/>
              <a:t>Subhead</a:t>
            </a:r>
          </a:p>
          <a:p>
            <a:pPr rtl="1"/>
            <a:r>
              <a:rPr lang="ar"/>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p>
            <a:pPr rtl="1"/>
            <a:r>
              <a:rPr lang="ar"/>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p>
            <a:pPr rtl="1"/>
            <a:r>
              <a:rPr lang="ar"/>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p>
            <a:pPr rtl="1"/>
            <a:r>
              <a:rPr lang="ar"/>
              <a:t>Blue subhead</a:t>
            </a:r>
          </a:p>
          <a:p>
            <a:pPr rtl="1"/>
            <a:r>
              <a:rPr lang="ar"/>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p>
            <a:pPr rtl="1"/>
            <a:r>
              <a:rPr lang="ar"/>
              <a:t>Blue subhead</a:t>
            </a:r>
          </a:p>
          <a:p>
            <a:pPr rtl="1"/>
            <a:r>
              <a:rPr lang="ar"/>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29230881"/>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38162300"/>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5649852"/>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11169128"/>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35013648"/>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image" Target="../media/image5.jpe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audio" Target="../media/audio1.bin"/><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6" Type="http://schemas.openxmlformats.org/officeDocument/2006/relationships/image" Target="../media/image6.jpeg"/><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audio" Target="../media/audio1.bin"/><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6" Type="http://schemas.openxmlformats.org/officeDocument/2006/relationships/image" Target="../media/image7.png"/><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audio" Target="../media/audio1.bin"/><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theme" Target="../theme/theme7.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8.jpeg"/><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theme" Target="../theme/theme8.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image" Target="../media/image9.jpeg"/><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9.xml"/><Relationship Id="rId13" Type="http://schemas.openxmlformats.org/officeDocument/2006/relationships/theme" Target="../theme/theme9.xml"/><Relationship Id="rId3" Type="http://schemas.openxmlformats.org/officeDocument/2006/relationships/slideLayout" Target="../slideLayouts/slideLayout104.xml"/><Relationship Id="rId7" Type="http://schemas.openxmlformats.org/officeDocument/2006/relationships/slideLayout" Target="../slideLayouts/slideLayout108.xml"/><Relationship Id="rId12" Type="http://schemas.openxmlformats.org/officeDocument/2006/relationships/slideLayout" Target="../slideLayouts/slideLayout113.xml"/><Relationship Id="rId2" Type="http://schemas.openxmlformats.org/officeDocument/2006/relationships/slideLayout" Target="../slideLayouts/slideLayout103.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5" Type="http://schemas.openxmlformats.org/officeDocument/2006/relationships/slideLayout" Target="../slideLayouts/slideLayout106.xml"/><Relationship Id="rId15" Type="http://schemas.openxmlformats.org/officeDocument/2006/relationships/image" Target="../media/image10.jpeg"/><Relationship Id="rId10" Type="http://schemas.openxmlformats.org/officeDocument/2006/relationships/slideLayout" Target="../slideLayouts/slideLayout111.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1.xml"/><Relationship Id="rId13" Type="http://schemas.openxmlformats.org/officeDocument/2006/relationships/theme" Target="../theme/theme10.xml"/><Relationship Id="rId3" Type="http://schemas.openxmlformats.org/officeDocument/2006/relationships/slideLayout" Target="../slideLayouts/slideLayout116.xml"/><Relationship Id="rId7" Type="http://schemas.openxmlformats.org/officeDocument/2006/relationships/slideLayout" Target="../slideLayouts/slideLayout120.xml"/><Relationship Id="rId12" Type="http://schemas.openxmlformats.org/officeDocument/2006/relationships/slideLayout" Target="../slideLayouts/slideLayout125.xml"/><Relationship Id="rId2" Type="http://schemas.openxmlformats.org/officeDocument/2006/relationships/slideLayout" Target="../slideLayouts/slideLayout115.xml"/><Relationship Id="rId1" Type="http://schemas.openxmlformats.org/officeDocument/2006/relationships/slideLayout" Target="../slideLayouts/slideLayout114.xml"/><Relationship Id="rId6" Type="http://schemas.openxmlformats.org/officeDocument/2006/relationships/slideLayout" Target="../slideLayouts/slideLayout119.xml"/><Relationship Id="rId11" Type="http://schemas.openxmlformats.org/officeDocument/2006/relationships/slideLayout" Target="../slideLayouts/slideLayout124.xml"/><Relationship Id="rId5" Type="http://schemas.openxmlformats.org/officeDocument/2006/relationships/slideLayout" Target="../slideLayouts/slideLayout118.xml"/><Relationship Id="rId15" Type="http://schemas.openxmlformats.org/officeDocument/2006/relationships/image" Target="../media/image11.jpeg"/><Relationship Id="rId10" Type="http://schemas.openxmlformats.org/officeDocument/2006/relationships/slideLayout" Target="../slideLayouts/slideLayout123.xml"/><Relationship Id="rId4" Type="http://schemas.openxmlformats.org/officeDocument/2006/relationships/slideLayout" Target="../slideLayouts/slideLayout117.xml"/><Relationship Id="rId9" Type="http://schemas.openxmlformats.org/officeDocument/2006/relationships/slideLayout" Target="../slideLayouts/slideLayout122.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 id="2147484932"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3236" y="190"/>
            <a:ext cx="9137528"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3"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65.xml"/></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77.xml"/></Relationships>
</file>

<file path=ppt/slides/_rels/slide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77.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77.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77.xml"/></Relationships>
</file>

<file path=ppt/slides/_rels/slide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77.xml"/><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77.xml"/><Relationship Id="rId4" Type="http://schemas.openxmlformats.org/officeDocument/2006/relationships/image" Target="../media/image13.jpg"/></Relationships>
</file>

<file path=ppt/slides/_rels/slide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77.xml"/><Relationship Id="rId4" Type="http://schemas.openxmlformats.org/officeDocument/2006/relationships/image" Target="../media/image14.jpeg"/></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77.xml"/><Relationship Id="rId4" Type="http://schemas.openxmlformats.org/officeDocument/2006/relationships/image" Target="../media/image15.jpeg"/></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77.xml"/><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77.xml"/><Relationship Id="rId4" Type="http://schemas.openxmlformats.org/officeDocument/2006/relationships/image" Target="../media/image17.jpeg"/></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77.xml"/><Relationship Id="rId4" Type="http://schemas.openxmlformats.org/officeDocument/2006/relationships/image" Target="../media/image18.jpeg"/></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77.xml"/><Relationship Id="rId4" Type="http://schemas.openxmlformats.org/officeDocument/2006/relationships/image" Target="../media/image19.jpeg"/></Relationships>
</file>

<file path=ppt/slides/_rels/slide1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77.xml"/><Relationship Id="rId4" Type="http://schemas.openxmlformats.org/officeDocument/2006/relationships/image" Target="../media/image20.jpeg"/></Relationships>
</file>

<file path=ppt/slides/_rels/slide1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77.xml"/><Relationship Id="rId4" Type="http://schemas.openxmlformats.org/officeDocument/2006/relationships/image" Target="../media/image21.jpeg"/></Relationships>
</file>

<file path=ppt/slides/_rels/slide1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6.xml"/><Relationship Id="rId1" Type="http://schemas.openxmlformats.org/officeDocument/2006/relationships/slideLayout" Target="../slideLayouts/slideLayout77.xml"/><Relationship Id="rId4" Type="http://schemas.openxmlformats.org/officeDocument/2006/relationships/image" Target="../media/image22.jpeg"/></Relationships>
</file>

<file path=ppt/slides/_rels/slide1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7.xml"/><Relationship Id="rId1" Type="http://schemas.openxmlformats.org/officeDocument/2006/relationships/slideLayout" Target="../slideLayouts/slideLayout77.xml"/><Relationship Id="rId4" Type="http://schemas.openxmlformats.org/officeDocument/2006/relationships/image" Target="../media/image23.jpeg"/></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77.xml"/><Relationship Id="rId4" Type="http://schemas.openxmlformats.org/officeDocument/2006/relationships/image" Target="../media/image24.jpeg"/></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77.xml"/></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77.xml"/><Relationship Id="rId4" Type="http://schemas.openxmlformats.org/officeDocument/2006/relationships/image" Target="../media/image25.jpeg"/></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1.xml"/><Relationship Id="rId1" Type="http://schemas.openxmlformats.org/officeDocument/2006/relationships/slideLayout" Target="../slideLayouts/slideLayout77.xml"/><Relationship Id="rId4" Type="http://schemas.openxmlformats.org/officeDocument/2006/relationships/image" Target="../media/image26.jpeg"/></Relationships>
</file>

<file path=ppt/slides/_rels/slide2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2.xml"/><Relationship Id="rId1" Type="http://schemas.openxmlformats.org/officeDocument/2006/relationships/slideLayout" Target="../slideLayouts/slideLayout77.xml"/><Relationship Id="rId4" Type="http://schemas.openxmlformats.org/officeDocument/2006/relationships/image" Target="../media/image27.jpeg"/></Relationships>
</file>

<file path=ppt/slides/_rels/slide2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3.xml"/><Relationship Id="rId1" Type="http://schemas.openxmlformats.org/officeDocument/2006/relationships/slideLayout" Target="../slideLayouts/slideLayout77.xml"/><Relationship Id="rId4" Type="http://schemas.openxmlformats.org/officeDocument/2006/relationships/image" Target="../media/image28.jpeg"/></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4.xml"/><Relationship Id="rId1" Type="http://schemas.openxmlformats.org/officeDocument/2006/relationships/slideLayout" Target="../slideLayouts/slideLayout77.xml"/><Relationship Id="rId4" Type="http://schemas.openxmlformats.org/officeDocument/2006/relationships/image" Target="../media/image29.jpeg"/></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5.xml"/><Relationship Id="rId1" Type="http://schemas.openxmlformats.org/officeDocument/2006/relationships/slideLayout" Target="../slideLayouts/slideLayout77.xml"/><Relationship Id="rId4" Type="http://schemas.openxmlformats.org/officeDocument/2006/relationships/image" Target="../media/image30.jpeg"/></Relationships>
</file>

<file path=ppt/slides/_rels/slide2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6.xml"/><Relationship Id="rId1" Type="http://schemas.openxmlformats.org/officeDocument/2006/relationships/slideLayout" Target="../slideLayouts/slideLayout77.xml"/><Relationship Id="rId4" Type="http://schemas.openxmlformats.org/officeDocument/2006/relationships/image" Target="../media/image31.jpg"/></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7.xml"/><Relationship Id="rId1" Type="http://schemas.openxmlformats.org/officeDocument/2006/relationships/slideLayout" Target="../slideLayouts/slideLayout77.xml"/></Relationships>
</file>

<file path=ppt/slides/_rels/slide2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8.xml"/><Relationship Id="rId1" Type="http://schemas.openxmlformats.org/officeDocument/2006/relationships/slideLayout" Target="../slideLayouts/slideLayout77.xml"/></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9.xml"/><Relationship Id="rId1" Type="http://schemas.openxmlformats.org/officeDocument/2006/relationships/slideLayout" Target="../slideLayouts/slideLayout77.xml"/><Relationship Id="rId4" Type="http://schemas.openxmlformats.org/officeDocument/2006/relationships/image" Target="../media/image32.jpeg"/></Relationships>
</file>

<file path=ppt/slides/_rels/slide3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0.xml"/><Relationship Id="rId1" Type="http://schemas.openxmlformats.org/officeDocument/2006/relationships/slideLayout" Target="../slideLayouts/slideLayout77.xml"/><Relationship Id="rId4" Type="http://schemas.openxmlformats.org/officeDocument/2006/relationships/image" Target="../media/image33.jpeg"/></Relationships>
</file>

<file path=ppt/slides/_rels/slide3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1.xml"/><Relationship Id="rId1" Type="http://schemas.openxmlformats.org/officeDocument/2006/relationships/slideLayout" Target="../slideLayouts/slideLayout77.xml"/></Relationships>
</file>

<file path=ppt/slides/_rels/slide3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2.xml"/><Relationship Id="rId1" Type="http://schemas.openxmlformats.org/officeDocument/2006/relationships/slideLayout" Target="../slideLayouts/slideLayout77.xml"/><Relationship Id="rId4" Type="http://schemas.openxmlformats.org/officeDocument/2006/relationships/image" Target="../media/image34.jpeg"/></Relationships>
</file>

<file path=ppt/slides/_rels/slide3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3.xml"/><Relationship Id="rId1" Type="http://schemas.openxmlformats.org/officeDocument/2006/relationships/slideLayout" Target="../slideLayouts/slideLayout77.xml"/><Relationship Id="rId4" Type="http://schemas.openxmlformats.org/officeDocument/2006/relationships/image" Target="../media/image35.jpeg"/></Relationships>
</file>

<file path=ppt/slides/_rels/slide3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4.xml"/><Relationship Id="rId1" Type="http://schemas.openxmlformats.org/officeDocument/2006/relationships/slideLayout" Target="../slideLayouts/slideLayout65.xml"/><Relationship Id="rId4" Type="http://schemas.openxmlformats.org/officeDocument/2006/relationships/hyperlink" Target="https://pearson.smint.io/ecb/project/888/content-element/1:0:123218076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685800" y="2130426"/>
            <a:ext cx="7772400" cy="223467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latin typeface="Sakkal Majalla" panose="02000000000000000000" pitchFamily="2" charset="-78"/>
                <a:cs typeface="Sakkal Majalla" panose="02000000000000000000" pitchFamily="2" charset="-78"/>
              </a:rPr>
              <a:t>الوحدة 21</a:t>
            </a:r>
            <a:br>
              <a:rPr lang="en-GB" altLang="en-US" sz="4600" dirty="0">
                <a:latin typeface="Sakkal Majalla" panose="02000000000000000000" pitchFamily="2" charset="-78"/>
                <a:cs typeface="Sakkal Majalla" panose="02000000000000000000" pitchFamily="2" charset="-78"/>
              </a:rPr>
            </a:br>
            <a:r>
              <a:rPr lang="ar" sz="4600" dirty="0">
                <a:latin typeface="Sakkal Majalla" panose="02000000000000000000" pitchFamily="2" charset="-78"/>
                <a:cs typeface="Sakkal Majalla" panose="02000000000000000000" pitchFamily="2" charset="-78"/>
              </a:rPr>
              <a:t> القياس والاختبار </a:t>
            </a:r>
            <a:br>
              <a:rPr lang="en-GB" altLang="en-US" sz="4600" dirty="0">
                <a:latin typeface="Sakkal Majalla" panose="02000000000000000000" pitchFamily="2" charset="-78"/>
                <a:cs typeface="Sakkal Majalla" panose="02000000000000000000" pitchFamily="2" charset="-78"/>
              </a:rPr>
            </a:br>
            <a:r>
              <a:rPr lang="ar" sz="4600" dirty="0">
                <a:latin typeface="Sakkal Majalla" panose="02000000000000000000" pitchFamily="2" charset="-78"/>
                <a:cs typeface="Sakkal Majalla" panose="02000000000000000000" pitchFamily="2" charset="-78"/>
              </a:rPr>
              <a:t>الإلكتروني للدوائر</a:t>
            </a:r>
            <a:br>
              <a:rPr lang="en-GB" altLang="en-US" sz="4600" dirty="0">
                <a:latin typeface="Sakkal Majalla" panose="02000000000000000000" pitchFamily="2" charset="-78"/>
                <a:cs typeface="Sakkal Majalla" panose="02000000000000000000" pitchFamily="2" charset="-78"/>
              </a:rPr>
            </a:br>
            <a:br>
              <a:rPr lang="en-US" altLang="en-US" sz="4600" dirty="0">
                <a:latin typeface="Sakkal Majalla" panose="02000000000000000000" pitchFamily="2" charset="-78"/>
                <a:cs typeface="Sakkal Majalla" panose="02000000000000000000" pitchFamily="2" charset="-78"/>
              </a:rPr>
            </a:br>
            <a:endParaRPr lang="en-GB" altLang="en-US" sz="4600" dirty="0">
              <a:latin typeface="Sakkal Majalla" panose="02000000000000000000" pitchFamily="2" charset="-78"/>
              <a:cs typeface="Sakkal Majalla" panose="02000000000000000000" pitchFamily="2" charset="-78"/>
            </a:endParaRPr>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a:xfrm>
            <a:off x="0" y="6459538"/>
            <a:ext cx="9144000" cy="287337"/>
          </a:xfrm>
        </p:spPr>
        <p:txBody>
          <a:bodyPr wrap="square" rtlCol="1" anchor="t">
            <a:noAutofit/>
          </a:bodyPr>
          <a:lstStyle/>
          <a:p>
            <a:pPr algn="ctr" rtl="1">
              <a:lnSpc>
                <a:spcPct val="90000"/>
              </a:lnSpc>
              <a:spcAft>
                <a:spcPts val="600"/>
              </a:spcAft>
              <a:defRPr/>
            </a:pPr>
            <a:r>
              <a:rPr lang="ar" sz="1400" dirty="0">
                <a:latin typeface="Sakkal Majalla" panose="02000000000000000000" pitchFamily="2" charset="-78"/>
                <a:cs typeface="Sakkal Majalla" panose="02000000000000000000" pitchFamily="2" charset="-78"/>
              </a:rPr>
              <a:t>© حقوق التأليف والنشر لعام 2024 محفوظة لشركة بيرسون إديوكيشن ليمتد. يُسمح بالنسخ للمؤسسة المشترية فقط. </a:t>
            </a:r>
          </a:p>
        </p:txBody>
      </p:sp>
      <p:sp>
        <p:nvSpPr>
          <p:cNvPr id="2" name="Footer Placeholder 2">
            <a:extLst>
              <a:ext uri="{FF2B5EF4-FFF2-40B4-BE49-F238E27FC236}">
                <a16:creationId xmlns:a16="http://schemas.microsoft.com/office/drawing/2014/main" id="{FB5ADC26-EA2D-F422-D9A0-9A43AC962297}"/>
              </a:ext>
            </a:extLst>
          </p:cNvPr>
          <p:cNvSpPr txBox="1">
            <a:spLocks/>
          </p:cNvSpPr>
          <p:nvPr/>
        </p:nvSpPr>
        <p:spPr bwMode="auto">
          <a:xfrm>
            <a:off x="35496" y="657923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A103000399221</a:t>
            </a:r>
            <a:endParaRPr lang="ar" sz="10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467544" y="1556792"/>
            <a:ext cx="8208913" cy="28083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algn="ctr" rtl="1">
              <a:buNone/>
            </a:pPr>
            <a:r>
              <a:rPr lang="ar" sz="2600" b="1" dirty="0">
                <a:latin typeface="Sakkal Majalla" panose="02000000000000000000" pitchFamily="2" charset="-78"/>
                <a:cs typeface="Sakkal Majalla" panose="02000000000000000000" pitchFamily="2" charset="-78"/>
              </a:rPr>
              <a:t>مقدمة الوحدة</a:t>
            </a:r>
          </a:p>
          <a:p>
            <a:pPr marL="0" indent="0" algn="ctr" rtl="1">
              <a:buNone/>
            </a:pPr>
            <a:endParaRPr lang="en-GB" b="1" dirty="0">
              <a:latin typeface="Sakkal Majalla" panose="02000000000000000000" pitchFamily="2" charset="-78"/>
              <a:cs typeface="Sakkal Majalla" panose="02000000000000000000" pitchFamily="2" charset="-78"/>
            </a:endParaRPr>
          </a:p>
          <a:p>
            <a:pPr marL="0" indent="0" algn="ctr" rtl="1">
              <a:buNone/>
            </a:pPr>
            <a:r>
              <a:rPr lang="ar" sz="2600" dirty="0">
                <a:latin typeface="Sakkal Majalla" panose="02000000000000000000" pitchFamily="2" charset="-78"/>
                <a:cs typeface="Sakkal Majalla" panose="02000000000000000000" pitchFamily="2" charset="-78"/>
              </a:rPr>
              <a:t>لتحديد مشكلات الدوائر، نحتاج إلى فحص الدوائر التناظرية والرقمية واختبارها وقياسها باستخدام أدوات الاختبار والقياس الكهربائية النموذجية.</a:t>
            </a:r>
          </a:p>
          <a:p>
            <a:pPr marL="0" indent="0" algn="ctr" rtl="1">
              <a:buNone/>
            </a:pPr>
            <a:r>
              <a:rPr lang="ar" sz="2600" dirty="0">
                <a:latin typeface="Sakkal Majalla" panose="02000000000000000000" pitchFamily="2" charset="-78"/>
                <a:cs typeface="Sakkal Majalla" panose="02000000000000000000" pitchFamily="2" charset="-78"/>
              </a:rPr>
              <a:t>مع أن المهندسين بمختلف تخصصاتهم قد لا يكونو</a:t>
            </a:r>
            <a:r>
              <a:rPr lang="ar-EG" sz="2600" dirty="0">
                <a:latin typeface="Sakkal Majalla" panose="02000000000000000000" pitchFamily="2" charset="-78"/>
                <a:cs typeface="Sakkal Majalla" panose="02000000000000000000" pitchFamily="2" charset="-78"/>
              </a:rPr>
              <a:t>ن </a:t>
            </a:r>
            <a:r>
              <a:rPr lang="ar" sz="2600" dirty="0">
                <a:latin typeface="Sakkal Majalla" panose="02000000000000000000" pitchFamily="2" charset="-78"/>
                <a:cs typeface="Sakkal Majalla" panose="02000000000000000000" pitchFamily="2" charset="-78"/>
              </a:rPr>
              <a:t>خبراء في الإلكترونيات، إلا أنه من الضروري أن تكون لديهم مهارات في تحديد أعطال الدوائر الكهربائية وطرق اختبارها نظرًا لأن معظم الأجهزة المنزلية والعمليات الصناعية </a:t>
            </a:r>
            <a:br>
              <a:rPr lang="en-GB" altLang="en-US" sz="2600" dirty="0">
                <a:latin typeface="Sakkal Majalla" panose="02000000000000000000" pitchFamily="2" charset="-78"/>
                <a:cs typeface="Sakkal Majalla" panose="02000000000000000000" pitchFamily="2" charset="-78"/>
              </a:rPr>
            </a:br>
            <a:r>
              <a:rPr lang="ar" sz="2600" dirty="0">
                <a:latin typeface="Sakkal Majalla" panose="02000000000000000000" pitchFamily="2" charset="-78"/>
                <a:cs typeface="Sakkal Majalla" panose="02000000000000000000" pitchFamily="2" charset="-78"/>
              </a:rPr>
              <a:t>تدار بواسطة الدوائر الإلكترونية.</a:t>
            </a:r>
          </a:p>
        </p:txBody>
      </p:sp>
      <p:sp>
        <p:nvSpPr>
          <p:cNvPr id="2" name="Footer Placeholder 2">
            <a:extLst>
              <a:ext uri="{FF2B5EF4-FFF2-40B4-BE49-F238E27FC236}">
                <a16:creationId xmlns:a16="http://schemas.microsoft.com/office/drawing/2014/main" id="{F3EA2E2C-F314-597E-7B8F-0E64CA91B0EC}"/>
              </a:ext>
            </a:extLst>
          </p:cNvPr>
          <p:cNvSpPr txBox="1">
            <a:spLocks/>
          </p:cNvSpPr>
          <p:nvPr/>
        </p:nvSpPr>
        <p:spPr bwMode="auto">
          <a:xfrm>
            <a:off x="35496" y="657923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A103000399221</a:t>
            </a:r>
            <a:endParaRPr lang="ar" sz="10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1" y="1147789"/>
            <a:ext cx="9115793" cy="573325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algn="ctr" rtl="1">
              <a:buNone/>
            </a:pPr>
            <a:r>
              <a:rPr lang="ar" sz="3000" b="1" dirty="0">
                <a:latin typeface="Sakkal Majalla" panose="02000000000000000000" pitchFamily="2" charset="-78"/>
                <a:cs typeface="Sakkal Majalla" panose="02000000000000000000" pitchFamily="2" charset="-78"/>
              </a:rPr>
              <a:t>مقدمة الوحدة</a:t>
            </a:r>
          </a:p>
          <a:p>
            <a:pPr marL="0" indent="0" algn="ctr" rtl="1">
              <a:buNone/>
            </a:pPr>
            <a:endParaRPr lang="en-GB" altLang="en-US" sz="2000" dirty="0">
              <a:latin typeface="Sakkal Majalla" panose="02000000000000000000" pitchFamily="2" charset="-78"/>
              <a:cs typeface="Sakkal Majalla" panose="02000000000000000000" pitchFamily="2" charset="-78"/>
            </a:endParaRPr>
          </a:p>
          <a:p>
            <a:pPr marL="0" indent="0" algn="ctr" rtl="1">
              <a:buNone/>
            </a:pPr>
            <a:r>
              <a:rPr lang="ar" sz="2200" dirty="0">
                <a:latin typeface="Sakkal Majalla" panose="02000000000000000000" pitchFamily="2" charset="-78"/>
                <a:cs typeface="Sakkal Majalla" panose="02000000000000000000" pitchFamily="2" charset="-78"/>
              </a:rPr>
              <a:t>ستدرس الدوائر المختلفة واستخداماتها، وبناء مجموعة متنوعة من الأجهزة بمكونات الدوائر المنفصلة والمتكاملة بهدف اختبار الدوائر الإلكترونية التناظرية والرقمية. وإضافة إلى إنشاء إستراتيجية اختبار لتشخيص المشكلات، ستدرس أيضًا إستراتيجيات اكتشاف الأعطال. بعد ذلك، ستقيس دوائر التشغيل وتختبرها لتحديد نوع المشكلات الكهربائية وموضعها. </a:t>
            </a:r>
          </a:p>
          <a:p>
            <a:pPr marL="0" indent="0" algn="ctr" rtl="1">
              <a:buNone/>
            </a:pPr>
            <a:r>
              <a:rPr lang="ar" sz="2200" dirty="0">
                <a:latin typeface="Sakkal Majalla" panose="02000000000000000000" pitchFamily="2" charset="-78"/>
                <a:cs typeface="Sakkal Majalla" panose="02000000000000000000" pitchFamily="2" charset="-78"/>
              </a:rPr>
              <a:t>يمكن للعديد من القطاعات الهندسية، مثل قطاعات الطيران والسيارات والصوت والفيديو والاتصالات اللاسلكية والضوابط الصناعية وأتمتة المصانع، الاستفادة من التقنيات الأساسية للكشف عن المشكلات التي تتطرق إليها هذه الوحدة. ستؤهلك هذه الوحدة للالتحاق بالتعليم العالي أو التدريب المهني أو التلمذة الصناعية أو </a:t>
            </a:r>
            <a:r>
              <a:rPr lang="ar-EG" sz="2200" dirty="0">
                <a:latin typeface="Sakkal Majalla" panose="02000000000000000000" pitchFamily="2" charset="-78"/>
                <a:cs typeface="Sakkal Majalla" panose="02000000000000000000" pitchFamily="2" charset="-78"/>
              </a:rPr>
              <a:t>للعمل </a:t>
            </a:r>
            <a:r>
              <a:rPr lang="ar" sz="2200" dirty="0">
                <a:latin typeface="Sakkal Majalla" panose="02000000000000000000" pitchFamily="2" charset="-78"/>
                <a:cs typeface="Sakkal Majalla" panose="02000000000000000000" pitchFamily="2" charset="-78"/>
              </a:rPr>
              <a:t>فنيًّا كهربائيَّا أو إلكترونيَّا.</a:t>
            </a:r>
          </a:p>
        </p:txBody>
      </p:sp>
      <p:sp>
        <p:nvSpPr>
          <p:cNvPr id="2" name="Footer Placeholder 2">
            <a:extLst>
              <a:ext uri="{FF2B5EF4-FFF2-40B4-BE49-F238E27FC236}">
                <a16:creationId xmlns:a16="http://schemas.microsoft.com/office/drawing/2014/main" id="{BFDD1E79-23B5-4B20-0CD8-B52D59D8EE39}"/>
              </a:ext>
            </a:extLst>
          </p:cNvPr>
          <p:cNvSpPr txBox="1">
            <a:spLocks/>
          </p:cNvSpPr>
          <p:nvPr/>
        </p:nvSpPr>
        <p:spPr bwMode="auto">
          <a:xfrm>
            <a:off x="35496" y="657923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A103000399221</a:t>
            </a:r>
            <a:endParaRPr lang="ar" sz="1000" dirty="0"/>
          </a:p>
        </p:txBody>
      </p:sp>
    </p:spTree>
    <p:extLst>
      <p:ext uri="{BB962C8B-B14F-4D97-AF65-F5344CB8AC3E}">
        <p14:creationId xmlns:p14="http://schemas.microsoft.com/office/powerpoint/2010/main" val="2263275699"/>
      </p:ext>
    </p:extLst>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195388"/>
            <a:ext cx="82296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latin typeface="Sakkal Majalla" panose="02000000000000000000" pitchFamily="2" charset="-78"/>
                <a:cs typeface="Sakkal Majalla" panose="02000000000000000000" pitchFamily="2" charset="-78"/>
              </a:rPr>
              <a:t>نتاجات التعلم</a:t>
            </a:r>
            <a:endParaRPr lang="en-GB" altLang="en-US" sz="4600" dirty="0">
              <a:latin typeface="Sakkal Majalla" panose="02000000000000000000" pitchFamily="2" charset="-78"/>
              <a:cs typeface="Sakkal Majalla" panose="02000000000000000000" pitchFamily="2" charset="-78"/>
            </a:endParaRPr>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479209" y="2058988"/>
            <a:ext cx="7991475" cy="417832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404813" indent="-387350" defTabSz="431800" rtl="1">
              <a:buNone/>
            </a:pPr>
            <a:r>
              <a:rPr lang="ar" sz="2200" b="1" dirty="0">
                <a:latin typeface="Sakkal Majalla" panose="02000000000000000000" pitchFamily="2" charset="-78"/>
                <a:cs typeface="Sakkal Majalla" panose="02000000000000000000" pitchFamily="2" charset="-78"/>
              </a:rPr>
              <a:t>أ	استكشاف الميزات التشغيلية لأجهزة الاختبار الإلكترونية الشائعة المستخدمة لقياس الإشارات واختبارها في الدوائر الإلكترونية.</a:t>
            </a:r>
          </a:p>
          <a:p>
            <a:pPr marL="404813" indent="-387350" defTabSz="431800" rtl="1">
              <a:buNone/>
            </a:pPr>
            <a:endParaRPr lang="en-GB" altLang="en-US" sz="2200" b="1" dirty="0">
              <a:latin typeface="Sakkal Majalla" panose="02000000000000000000" pitchFamily="2" charset="-78"/>
              <a:cs typeface="Sakkal Majalla" panose="02000000000000000000" pitchFamily="2" charset="-78"/>
            </a:endParaRPr>
          </a:p>
          <a:p>
            <a:pPr marL="404813" indent="-387350" defTabSz="431800" rtl="1">
              <a:buNone/>
            </a:pPr>
            <a:r>
              <a:rPr lang="ar" sz="2200" b="1" dirty="0">
                <a:latin typeface="Sakkal Majalla" panose="02000000000000000000" pitchFamily="2" charset="-78"/>
                <a:cs typeface="Sakkal Majalla" panose="02000000000000000000" pitchFamily="2" charset="-78"/>
              </a:rPr>
              <a:t>ب	دراسة تقنيات اكتشاف الأعطال وخطط الاختبار المستخدمة عند قياس واختبار الدوائر الإلكترونية.</a:t>
            </a:r>
          </a:p>
          <a:p>
            <a:pPr marL="404813" indent="-387350" defTabSz="431800" rtl="1">
              <a:buNone/>
            </a:pPr>
            <a:endParaRPr lang="en-GB" altLang="en-US" sz="2200" b="1" dirty="0">
              <a:latin typeface="Sakkal Majalla" panose="02000000000000000000" pitchFamily="2" charset="-78"/>
              <a:cs typeface="Sakkal Majalla" panose="02000000000000000000" pitchFamily="2" charset="-78"/>
            </a:endParaRPr>
          </a:p>
          <a:p>
            <a:pPr marL="404813" indent="-387350" defTabSz="431800" rtl="1">
              <a:buNone/>
            </a:pPr>
            <a:r>
              <a:rPr lang="ar" sz="2200" b="1" dirty="0">
                <a:latin typeface="Sakkal Majalla" panose="02000000000000000000" pitchFamily="2" charset="-78"/>
                <a:cs typeface="Sakkal Majalla" panose="02000000000000000000" pitchFamily="2" charset="-78"/>
              </a:rPr>
              <a:t>ج	إجراء القياسات والاختبارات على الدوائر الإلكترونية التناظرية والرقمية لتحديد الأعطال بأمان.</a:t>
            </a:r>
          </a:p>
          <a:p>
            <a:pPr marL="404813" indent="-387350" defTabSz="431800" rtl="1">
              <a:buNone/>
            </a:pPr>
            <a:endParaRPr lang="en-GB" altLang="en-US" sz="2200" b="1" dirty="0">
              <a:latin typeface="Sakkal Majalla" panose="02000000000000000000" pitchFamily="2" charset="-78"/>
              <a:cs typeface="Sakkal Majalla" panose="02000000000000000000" pitchFamily="2" charset="-78"/>
            </a:endParaRPr>
          </a:p>
          <a:p>
            <a:pPr marL="404813" indent="-387350" defTabSz="431800" rtl="1">
              <a:buNone/>
            </a:pPr>
            <a:r>
              <a:rPr lang="ar" sz="2200" b="1" dirty="0">
                <a:latin typeface="Sakkal Majalla" panose="02000000000000000000" pitchFamily="2" charset="-78"/>
                <a:cs typeface="Sakkal Majalla" panose="02000000000000000000" pitchFamily="2" charset="-78"/>
              </a:rPr>
              <a:t>د	مراجعة قياس واختبار الدوائر الإلكترونية وتقييم الأداء الشخصي</a:t>
            </a:r>
            <a:endParaRPr lang="en-GB" altLang="en-US" sz="22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ADBD4379-C382-E937-E02B-5C4719FF7B06}"/>
              </a:ext>
            </a:extLst>
          </p:cNvPr>
          <p:cNvSpPr txBox="1">
            <a:spLocks/>
          </p:cNvSpPr>
          <p:nvPr/>
        </p:nvSpPr>
        <p:spPr bwMode="auto">
          <a:xfrm>
            <a:off x="35496" y="657923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A103000399221</a:t>
            </a:r>
            <a:endParaRPr lang="ar" sz="1000" dirty="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latin typeface="Sakkal Majalla" panose="02000000000000000000" pitchFamily="2" charset="-78"/>
                <a:cs typeface="Sakkal Majalla" panose="02000000000000000000" pitchFamily="2" charset="-78"/>
              </a:rPr>
              <a:t>نتاج التعلم أ</a:t>
            </a:r>
            <a:br>
              <a:rPr lang="en-US" altLang="en-US" sz="2600" dirty="0">
                <a:latin typeface="Sakkal Majalla" panose="02000000000000000000" pitchFamily="2" charset="-78"/>
                <a:cs typeface="Sakkal Majalla" panose="02000000000000000000" pitchFamily="2" charset="-78"/>
              </a:rPr>
            </a:br>
            <a:br>
              <a:rPr lang="en-US" altLang="en-US" sz="2600" dirty="0">
                <a:latin typeface="Sakkal Majalla" panose="02000000000000000000" pitchFamily="2" charset="-78"/>
                <a:cs typeface="Sakkal Majalla" panose="02000000000000000000" pitchFamily="2" charset="-78"/>
              </a:rPr>
            </a:br>
            <a:endParaRPr lang="en-GB" altLang="en-US" sz="2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2"/>
            <a:ext cx="7991475" cy="2303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 استكشاف الميزات التشغيلية لأجهزة الاختبار الإلكترونية الشائعة المستخدمة لقياس الإشارات واختبارها في الدوائر الإلكترونية. </a:t>
            </a:r>
            <a:br>
              <a:rPr lang="en-GB" altLang="en-US" sz="3800" b="1" dirty="0">
                <a:latin typeface="Sakkal Majalla" panose="02000000000000000000" pitchFamily="2" charset="-78"/>
                <a:cs typeface="Sakkal Majalla" panose="02000000000000000000" pitchFamily="2" charset="-78"/>
              </a:rPr>
            </a:br>
            <a:endParaRPr lang="en-GB" altLang="en-US" sz="38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80E946CB-807F-F6E2-D2D9-8A71608F08A6}"/>
              </a:ext>
            </a:extLst>
          </p:cNvPr>
          <p:cNvSpPr txBox="1">
            <a:spLocks/>
          </p:cNvSpPr>
          <p:nvPr/>
        </p:nvSpPr>
        <p:spPr bwMode="auto">
          <a:xfrm>
            <a:off x="35496" y="657923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A103000399221</a:t>
            </a:r>
            <a:endParaRPr lang="ar" sz="1000" dirty="0"/>
          </a:p>
        </p:txBody>
      </p:sp>
    </p:spTree>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283968" y="1268760"/>
            <a:ext cx="4524370" cy="432048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latin typeface="Sakkal Majalla" panose="02000000000000000000" pitchFamily="2" charset="-78"/>
                <a:cs typeface="Sakkal Majalla" panose="02000000000000000000" pitchFamily="2" charset="-78"/>
              </a:rPr>
              <a:t>الميزات التشغيلية لأجهزة القياس متعددة النطاقات (أجهزة القياس متعددة الأغراض)</a:t>
            </a:r>
          </a:p>
          <a:p>
            <a:pPr rtl="1"/>
            <a:endParaRPr lang="en-GB" sz="1400" b="1" dirty="0">
              <a:latin typeface="Sakkal Majalla" panose="02000000000000000000" pitchFamily="2" charset="-78"/>
              <a:cs typeface="Sakkal Majalla" panose="02000000000000000000" pitchFamily="2" charset="-78"/>
            </a:endParaRPr>
          </a:p>
          <a:p>
            <a:pPr marL="0" indent="0" rtl="1">
              <a:buNone/>
            </a:pPr>
            <a:r>
              <a:rPr lang="ar" sz="1400" b="1" dirty="0">
                <a:effectLst/>
                <a:latin typeface="Sakkal Majalla" panose="02000000000000000000" pitchFamily="2" charset="-78"/>
                <a:cs typeface="Sakkal Majalla" panose="02000000000000000000" pitchFamily="2" charset="-78"/>
              </a:rPr>
              <a:t>معاوقة الدخل ومعاوقة الخرج</a:t>
            </a:r>
            <a:endParaRPr lang="en-GB" sz="1400" b="1" dirty="0">
              <a:latin typeface="Sakkal Majalla" panose="02000000000000000000" pitchFamily="2" charset="-78"/>
              <a:cs typeface="Sakkal Majalla" panose="02000000000000000000" pitchFamily="2" charset="-78"/>
            </a:endParaRPr>
          </a:p>
          <a:p>
            <a:pPr rtl="1"/>
            <a:r>
              <a:rPr lang="ar" sz="1400" dirty="0">
                <a:effectLst/>
                <a:latin typeface="Sakkal Majalla" panose="02000000000000000000" pitchFamily="2" charset="-78"/>
                <a:cs typeface="Sakkal Majalla" panose="02000000000000000000" pitchFamily="2" charset="-78"/>
              </a:rPr>
              <a:t>تحتوي أجهزة القياس متعددة النطاقات (أجهزة القياس متعددة الأغراض) على قيم معاوقة مختلفة للمدخلات والمخرجات اعتمادًا على المعلمة المراد قياسها.</a:t>
            </a:r>
          </a:p>
          <a:p>
            <a:pPr rtl="1"/>
            <a:r>
              <a:rPr lang="ar" sz="1400" dirty="0">
                <a:effectLst/>
                <a:latin typeface="Sakkal Majalla" panose="02000000000000000000" pitchFamily="2" charset="-78"/>
                <a:cs typeface="Sakkal Majalla" panose="02000000000000000000" pitchFamily="2" charset="-78"/>
              </a:rPr>
              <a:t>ويعد فهم خصائص المعاوقة أمرًا بالغ الأهمية لإجراء القياسات الدقيقة.</a:t>
            </a:r>
          </a:p>
          <a:p>
            <a:pPr rtl="1">
              <a:buFont typeface="Arial" panose="020B0604020202020204" pitchFamily="34" charset="0"/>
              <a:buChar char="•"/>
            </a:pPr>
            <a:endParaRPr lang="en-GB" sz="1400" dirty="0">
              <a:latin typeface="Sakkal Majalla" panose="02000000000000000000" pitchFamily="2" charset="-78"/>
              <a:cs typeface="Sakkal Majalla" panose="02000000000000000000" pitchFamily="2" charset="-78"/>
            </a:endParaRPr>
          </a:p>
          <a:p>
            <a:pPr marL="0" indent="0" rtl="1">
              <a:buNone/>
            </a:pPr>
            <a:r>
              <a:rPr lang="ar" sz="1400" b="1" dirty="0">
                <a:effectLst/>
                <a:latin typeface="Sakkal Majalla" panose="02000000000000000000" pitchFamily="2" charset="-78"/>
                <a:cs typeface="Sakkal Majalla" panose="02000000000000000000" pitchFamily="2" charset="-78"/>
              </a:rPr>
              <a:t>شاشات عرض تناظرية ورقمية</a:t>
            </a:r>
            <a:endParaRPr lang="en-GB" sz="1400" b="1" dirty="0">
              <a:latin typeface="Sakkal Majalla" panose="02000000000000000000" pitchFamily="2" charset="-78"/>
              <a:cs typeface="Sakkal Majalla" panose="02000000000000000000" pitchFamily="2" charset="-78"/>
            </a:endParaRPr>
          </a:p>
          <a:p>
            <a:pPr rtl="1"/>
            <a:r>
              <a:rPr lang="ar" sz="1400" dirty="0">
                <a:effectLst/>
                <a:latin typeface="Sakkal Majalla" panose="02000000000000000000" pitchFamily="2" charset="-78"/>
                <a:cs typeface="Sakkal Majalla" panose="02000000000000000000" pitchFamily="2" charset="-78"/>
              </a:rPr>
              <a:t>تحتوي أجهزة القياس متعددة النطاقات (أجهزة القياس متعددة الأغراض) على شاشات تناظرية أو رقمية لعرض قراءات القياس.</a:t>
            </a:r>
          </a:p>
          <a:p>
            <a:pPr rtl="1"/>
            <a:r>
              <a:rPr lang="ar" sz="1400" dirty="0">
                <a:effectLst/>
                <a:latin typeface="Sakkal Majalla" panose="02000000000000000000" pitchFamily="2" charset="-78"/>
                <a:cs typeface="Sakkal Majalla" panose="02000000000000000000" pitchFamily="2" charset="-78"/>
              </a:rPr>
              <a:t>ومن عيوب شاشات العرض التناظرية مشكلات اختلاف المنظر أو التزيّغ، بينما توفر الشاشات الرقمية قياسات دقيقة وسهلة القراءة.</a:t>
            </a:r>
          </a:p>
          <a:p>
            <a:pPr rtl="1">
              <a:buFont typeface="Arial" panose="020B0604020202020204" pitchFamily="34" charset="0"/>
              <a:buChar char="•"/>
            </a:pPr>
            <a:endParaRPr lang="en-GB" sz="1400" dirty="0">
              <a:latin typeface="Sakkal Majalla" panose="02000000000000000000" pitchFamily="2" charset="-78"/>
              <a:cs typeface="Sakkal Majalla" panose="02000000000000000000" pitchFamily="2" charset="-78"/>
            </a:endParaRPr>
          </a:p>
          <a:p>
            <a:pPr marL="0" indent="0" rtl="1">
              <a:buNone/>
            </a:pPr>
            <a:r>
              <a:rPr lang="ar" sz="1400" b="1" dirty="0">
                <a:effectLst/>
                <a:latin typeface="Sakkal Majalla" panose="02000000000000000000" pitchFamily="2" charset="-78"/>
                <a:cs typeface="Sakkal Majalla" panose="02000000000000000000" pitchFamily="2" charset="-78"/>
              </a:rPr>
              <a:t>الاختيار الصحيح للمحطات</a:t>
            </a:r>
            <a:endParaRPr lang="en-GB" sz="1400" b="1" dirty="0">
              <a:latin typeface="Sakkal Majalla" panose="02000000000000000000" pitchFamily="2" charset="-78"/>
              <a:cs typeface="Sakkal Majalla" panose="02000000000000000000" pitchFamily="2" charset="-78"/>
            </a:endParaRPr>
          </a:p>
          <a:p>
            <a:pPr rtl="1"/>
            <a:r>
              <a:rPr lang="ar" sz="1400" dirty="0">
                <a:effectLst/>
                <a:latin typeface="Sakkal Majalla" panose="02000000000000000000" pitchFamily="2" charset="-78"/>
                <a:cs typeface="Sakkal Majalla" panose="02000000000000000000" pitchFamily="2" charset="-78"/>
              </a:rPr>
              <a:t>يعد الاختيار الصحيح للمحطات على مقياس متعدد النطاق (جهاز قياس متعدد الأغراض) أمرًا ضروريًا لإجراء قياسات دقيقة.</a:t>
            </a:r>
          </a:p>
          <a:p>
            <a:pPr rtl="1"/>
            <a:r>
              <a:rPr lang="ar" sz="1400" dirty="0">
                <a:effectLst/>
                <a:latin typeface="Sakkal Majalla" panose="02000000000000000000" pitchFamily="2" charset="-78"/>
                <a:cs typeface="Sakkal Majalla" panose="02000000000000000000" pitchFamily="2" charset="-78"/>
              </a:rPr>
              <a:t>وتُستخدم محطات مختلفة اعتمادًا على الخصائص المراد قياسها، مثل الجهد أو التيار أو المقاومة أو السعة.</a:t>
            </a:r>
          </a:p>
          <a:p>
            <a:pPr rtl="1">
              <a:buFont typeface="Arial" panose="020B0604020202020204" pitchFamily="34" charset="0"/>
              <a:buChar char="•"/>
            </a:pPr>
            <a:endParaRPr lang="en-GB" sz="1400" dirty="0">
              <a:latin typeface="Sakkal Majalla" panose="02000000000000000000" pitchFamily="2" charset="-78"/>
              <a:cs typeface="Sakkal Majalla" panose="02000000000000000000" pitchFamily="2" charset="-78"/>
            </a:endParaRPr>
          </a:p>
          <a:p>
            <a:pPr rtl="1">
              <a:buFont typeface="Arial" panose="020B0604020202020204" pitchFamily="34" charset="0"/>
              <a:buChar char="•"/>
            </a:pPr>
            <a:endParaRPr lang="en-GB" sz="1400" dirty="0">
              <a:effectLst/>
              <a:latin typeface="Sakkal Majalla" panose="02000000000000000000" pitchFamily="2" charset="-78"/>
              <a:cs typeface="Sakkal Majalla" panose="02000000000000000000" pitchFamily="2" charset="-78"/>
            </a:endParaRPr>
          </a:p>
          <a:p>
            <a:pPr rtl="1"/>
            <a:endParaRPr lang="en-GB" sz="14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الميزات التشغيلية لأجهزة الاختبار الإلكترونية</a:t>
            </a:r>
          </a:p>
        </p:txBody>
      </p:sp>
      <p:sp>
        <p:nvSpPr>
          <p:cNvPr id="2" name="Footer Placeholder 2">
            <a:extLst>
              <a:ext uri="{FF2B5EF4-FFF2-40B4-BE49-F238E27FC236}">
                <a16:creationId xmlns:a16="http://schemas.microsoft.com/office/drawing/2014/main" id="{97C3DC2C-C55A-41F4-58EF-E72F081AF031}"/>
              </a:ext>
            </a:extLst>
          </p:cNvPr>
          <p:cNvSpPr txBox="1">
            <a:spLocks/>
          </p:cNvSpPr>
          <p:nvPr/>
        </p:nvSpPr>
        <p:spPr bwMode="auto">
          <a:xfrm>
            <a:off x="35496" y="657923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A103000399221</a:t>
            </a:r>
            <a:endParaRPr lang="ar" sz="1000" dirty="0"/>
          </a:p>
        </p:txBody>
      </p:sp>
      <p:pic>
        <p:nvPicPr>
          <p:cNvPr id="3" name="Picture 2" descr="A group of multimeters&#10;&#10;Description automatically generated">
            <a:extLst>
              <a:ext uri="{FF2B5EF4-FFF2-40B4-BE49-F238E27FC236}">
                <a16:creationId xmlns:a16="http://schemas.microsoft.com/office/drawing/2014/main" id="{E562F060-5732-0A41-3392-FA89979F2F32}"/>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67544" y="2708920"/>
            <a:ext cx="3550212" cy="2251732"/>
          </a:xfrm>
          <a:prstGeom prst="rect">
            <a:avLst/>
          </a:prstGeom>
        </p:spPr>
      </p:pic>
    </p:spTree>
    <p:extLst>
      <p:ext uri="{BB962C8B-B14F-4D97-AF65-F5344CB8AC3E}">
        <p14:creationId xmlns:p14="http://schemas.microsoft.com/office/powerpoint/2010/main" val="2236349469"/>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495529" y="1628800"/>
            <a:ext cx="4396951" cy="28083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800" b="1" dirty="0">
                <a:latin typeface="Sakkal Majalla" panose="02000000000000000000" pitchFamily="2" charset="-78"/>
                <a:cs typeface="Sakkal Majalla" panose="02000000000000000000" pitchFamily="2" charset="-78"/>
              </a:rPr>
              <a:t>الميزات التشغيلية لأجهزة القياس متعددة النطاقات (أجهزة القياس متعددة الأغراض)</a:t>
            </a:r>
          </a:p>
          <a:p>
            <a:pPr rtl="1"/>
            <a:endParaRPr lang="en-GB" sz="1800" b="1" dirty="0">
              <a:latin typeface="Sakkal Majalla" panose="02000000000000000000" pitchFamily="2" charset="-78"/>
              <a:cs typeface="Sakkal Majalla" panose="02000000000000000000" pitchFamily="2" charset="-78"/>
            </a:endParaRPr>
          </a:p>
          <a:p>
            <a:pPr rtl="1"/>
            <a:r>
              <a:rPr lang="ar" sz="1800" dirty="0">
                <a:effectLst/>
                <a:latin typeface="Sakkal Majalla" panose="02000000000000000000" pitchFamily="2" charset="-78"/>
                <a:cs typeface="Sakkal Majalla" panose="02000000000000000000" pitchFamily="2" charset="-78"/>
              </a:rPr>
              <a:t>مقارنة بين أجهزة القياس التناظرية والرقمية: تُقدم أجهزة القياس التناظرية قراءات قياس مُستمرة، بينما تُظهر العدادات الرقمية قيمًا عددية دقيقة. ويعتمد الاختيار بين أجهزة القياس التناظرية والرقمية على المتطلبات المحددة لمهمة القياس.</a:t>
            </a:r>
          </a:p>
          <a:p>
            <a:pPr rtl="1"/>
            <a:r>
              <a:rPr lang="ar" sz="1800" dirty="0">
                <a:effectLst/>
                <a:latin typeface="Sakkal Majalla" panose="02000000000000000000" pitchFamily="2" charset="-78"/>
                <a:cs typeface="Sakkal Majalla" panose="02000000000000000000" pitchFamily="2" charset="-78"/>
              </a:rPr>
              <a:t>مقارنة بين أجهزة القياس ذات النطاق التلقائي وذات التحديد اليدوي: تقوم أجهزة القياس ذات النطاق التلقائي بتحديد نطاق القياس المناسب تلقائيًا بناءً على إشارة الدخل. وتتطلب مقاييس التحديد اليدوي من المستخدم تعيين نطاق القياس يدويًا، ما يوفر مزيدًا من التحكم ولكن يتطلب مشاركة إضافية من المستخدم.</a:t>
            </a:r>
          </a:p>
          <a:p>
            <a:pPr rtl="1"/>
            <a:endParaRPr lang="en-GB" sz="18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الميزات التشغيلية </a:t>
            </a:r>
            <a:br>
              <a:rPr lang="en-GB" altLang="en-US" sz="2200" b="1" dirty="0">
                <a:latin typeface="Sakkal Majalla" panose="02000000000000000000" pitchFamily="2" charset="-78"/>
                <a:cs typeface="Sakkal Majalla" panose="02000000000000000000" pitchFamily="2" charset="-78"/>
              </a:rPr>
            </a:br>
            <a:r>
              <a:rPr lang="ar" sz="2200" b="1" dirty="0">
                <a:latin typeface="Sakkal Majalla" panose="02000000000000000000" pitchFamily="2" charset="-78"/>
                <a:cs typeface="Sakkal Majalla" panose="02000000000000000000" pitchFamily="2" charset="-78"/>
              </a:rPr>
              <a:t>لأجهزة الاختبار الإلكترونية</a:t>
            </a:r>
          </a:p>
        </p:txBody>
      </p:sp>
      <p:sp>
        <p:nvSpPr>
          <p:cNvPr id="2" name="Footer Placeholder 2">
            <a:extLst>
              <a:ext uri="{FF2B5EF4-FFF2-40B4-BE49-F238E27FC236}">
                <a16:creationId xmlns:a16="http://schemas.microsoft.com/office/drawing/2014/main" id="{72814426-862F-E3AC-75E9-D857EE245898}"/>
              </a:ext>
            </a:extLst>
          </p:cNvPr>
          <p:cNvSpPr txBox="1">
            <a:spLocks/>
          </p:cNvSpPr>
          <p:nvPr/>
        </p:nvSpPr>
        <p:spPr bwMode="auto">
          <a:xfrm>
            <a:off x="35496" y="657923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A103000399221</a:t>
            </a:r>
            <a:endParaRPr lang="ar" sz="1000" dirty="0"/>
          </a:p>
        </p:txBody>
      </p:sp>
      <p:pic>
        <p:nvPicPr>
          <p:cNvPr id="3" name="Picture 2" descr="A digital multimeter with wires&#10;&#10;Description automatically generated">
            <a:extLst>
              <a:ext uri="{FF2B5EF4-FFF2-40B4-BE49-F238E27FC236}">
                <a16:creationId xmlns:a16="http://schemas.microsoft.com/office/drawing/2014/main" id="{F9E847F2-232E-F7A7-BC1E-A6E43347F056}"/>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755576" y="2276872"/>
            <a:ext cx="3024336" cy="3024336"/>
          </a:xfrm>
          <a:prstGeom prst="rect">
            <a:avLst/>
          </a:prstGeom>
        </p:spPr>
      </p:pic>
    </p:spTree>
    <p:extLst>
      <p:ext uri="{BB962C8B-B14F-4D97-AF65-F5344CB8AC3E}">
        <p14:creationId xmlns:p14="http://schemas.microsoft.com/office/powerpoint/2010/main" val="4257113684"/>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39552" y="1412776"/>
            <a:ext cx="3532854" cy="331236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800" b="1" dirty="0">
                <a:latin typeface="Sakkal Majalla" panose="02000000000000000000" pitchFamily="2" charset="-78"/>
                <a:cs typeface="Sakkal Majalla" panose="02000000000000000000" pitchFamily="2" charset="-78"/>
              </a:rPr>
              <a:t>مقارنة بين أجهزة القياس التناظرية والرقمية</a:t>
            </a:r>
          </a:p>
          <a:p>
            <a:pPr rtl="1"/>
            <a:endParaRPr lang="en-GB" sz="1800" dirty="0">
              <a:latin typeface="Sakkal Majalla" panose="02000000000000000000" pitchFamily="2" charset="-78"/>
              <a:cs typeface="Sakkal Majalla" panose="02000000000000000000" pitchFamily="2" charset="-78"/>
            </a:endParaRPr>
          </a:p>
          <a:p>
            <a:pPr rtl="1"/>
            <a:r>
              <a:rPr lang="ar" sz="1800" dirty="0">
                <a:latin typeface="Sakkal Majalla" panose="02000000000000000000" pitchFamily="2" charset="-78"/>
                <a:cs typeface="Sakkal Majalla" panose="02000000000000000000" pitchFamily="2" charset="-78"/>
              </a:rPr>
              <a:t>تستخدم أجهزة القياس التناظرية إبرة أو مؤشر لعرض نتيجة القياس. وتتطلب تفسيرًا يدويًا للقراءة. ويمكن أن تكون أكثر عرضة لأخطاء التزيغ. و</a:t>
            </a:r>
            <a:r>
              <a:rPr lang="ar-EG" sz="1800" dirty="0">
                <a:latin typeface="Sakkal Majalla" panose="02000000000000000000" pitchFamily="2" charset="-78"/>
                <a:cs typeface="Sakkal Majalla" panose="02000000000000000000" pitchFamily="2" charset="-78"/>
              </a:rPr>
              <a:t>في العموم</a:t>
            </a:r>
            <a:r>
              <a:rPr lang="ar" sz="1800" dirty="0">
                <a:latin typeface="Sakkal Majalla" panose="02000000000000000000" pitchFamily="2" charset="-78"/>
                <a:cs typeface="Sakkal Majalla" panose="02000000000000000000" pitchFamily="2" charset="-78"/>
              </a:rPr>
              <a:t>، تكون أقل دقةً من  الرقمية.</a:t>
            </a:r>
          </a:p>
          <a:p>
            <a:pPr rtl="1"/>
            <a:r>
              <a:rPr lang="ar" sz="1800" dirty="0">
                <a:latin typeface="Sakkal Majalla" panose="02000000000000000000" pitchFamily="2" charset="-78"/>
                <a:cs typeface="Sakkal Majalla" panose="02000000000000000000" pitchFamily="2" charset="-78"/>
              </a:rPr>
              <a:t>تعرض العدادات الرقمية نتيجة القياس كقيم رقمية على شاشة رقمية. وبذلك توفر قراءات مباشرة ودقيقة. ويمكن أن تقدم ميزات إضافية مثل تحديد النطاق تلقائيًا وتسجيل البيانات. و</a:t>
            </a:r>
            <a:r>
              <a:rPr lang="ar-EG" sz="1800" dirty="0">
                <a:latin typeface="Sakkal Majalla" panose="02000000000000000000" pitchFamily="2" charset="-78"/>
                <a:cs typeface="Sakkal Majalla" panose="02000000000000000000" pitchFamily="2" charset="-78"/>
              </a:rPr>
              <a:t>في العموم</a:t>
            </a:r>
            <a:r>
              <a:rPr lang="ar" sz="1800" dirty="0">
                <a:latin typeface="Sakkal Majalla" panose="02000000000000000000" pitchFamily="2" charset="-78"/>
                <a:cs typeface="Sakkal Majalla" panose="02000000000000000000" pitchFamily="2" charset="-78"/>
              </a:rPr>
              <a:t>، تُعد أكثر دقةً وموثوقيةً من أجهزة القياس التناظرية.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الميزات التشغيلية </a:t>
            </a:r>
            <a:br>
              <a:rPr lang="en-GB" altLang="en-US" sz="2200" b="1" dirty="0">
                <a:latin typeface="Sakkal Majalla" panose="02000000000000000000" pitchFamily="2" charset="-78"/>
                <a:cs typeface="Sakkal Majalla" panose="02000000000000000000" pitchFamily="2" charset="-78"/>
              </a:rPr>
            </a:br>
            <a:r>
              <a:rPr lang="ar" sz="2200" b="1" dirty="0">
                <a:latin typeface="Sakkal Majalla" panose="02000000000000000000" pitchFamily="2" charset="-78"/>
                <a:cs typeface="Sakkal Majalla" panose="02000000000000000000" pitchFamily="2" charset="-78"/>
              </a:rPr>
              <a:t>لأجهزة الاختبار الإلكترونية</a:t>
            </a:r>
          </a:p>
        </p:txBody>
      </p:sp>
      <p:sp>
        <p:nvSpPr>
          <p:cNvPr id="2" name="Footer Placeholder 2">
            <a:extLst>
              <a:ext uri="{FF2B5EF4-FFF2-40B4-BE49-F238E27FC236}">
                <a16:creationId xmlns:a16="http://schemas.microsoft.com/office/drawing/2014/main" id="{CD8F5B50-C964-85E9-28F2-3E48E4B85814}"/>
              </a:ext>
            </a:extLst>
          </p:cNvPr>
          <p:cNvSpPr txBox="1">
            <a:spLocks/>
          </p:cNvSpPr>
          <p:nvPr/>
        </p:nvSpPr>
        <p:spPr bwMode="auto">
          <a:xfrm>
            <a:off x="35496" y="657923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A103000399221</a:t>
            </a:r>
            <a:endParaRPr lang="ar" sz="1000" dirty="0"/>
          </a:p>
        </p:txBody>
      </p:sp>
      <p:pic>
        <p:nvPicPr>
          <p:cNvPr id="4" name="Picture 3" descr="A close-up of a power meter&#10;&#10;Description automatically generated">
            <a:extLst>
              <a:ext uri="{FF2B5EF4-FFF2-40B4-BE49-F238E27FC236}">
                <a16:creationId xmlns:a16="http://schemas.microsoft.com/office/drawing/2014/main" id="{13056EE9-5E53-1107-0DB4-848430AD53D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644008" y="2420888"/>
            <a:ext cx="3815916" cy="2543944"/>
          </a:xfrm>
          <a:prstGeom prst="rect">
            <a:avLst/>
          </a:prstGeom>
        </p:spPr>
      </p:pic>
    </p:spTree>
    <p:extLst>
      <p:ext uri="{BB962C8B-B14F-4D97-AF65-F5344CB8AC3E}">
        <p14:creationId xmlns:p14="http://schemas.microsoft.com/office/powerpoint/2010/main" val="1580695524"/>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932040" y="1484784"/>
            <a:ext cx="3888432" cy="30963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800" b="1" dirty="0">
                <a:latin typeface="Sakkal Majalla" panose="02000000000000000000" pitchFamily="2" charset="-78"/>
                <a:cs typeface="Sakkal Majalla" panose="02000000000000000000" pitchFamily="2" charset="-78"/>
              </a:rPr>
              <a:t>تقوم أجهزة القياس ذات النطاق التلقائي</a:t>
            </a:r>
          </a:p>
          <a:p>
            <a:pPr marL="0" indent="0" rtl="1">
              <a:buNone/>
            </a:pPr>
            <a:r>
              <a:rPr lang="ar" sz="1800" dirty="0">
                <a:latin typeface="Sakkal Majalla" panose="02000000000000000000" pitchFamily="2" charset="-78"/>
                <a:cs typeface="Sakkal Majalla" panose="02000000000000000000" pitchFamily="2" charset="-78"/>
              </a:rPr>
              <a:t>بتحديد النطاق المناسب للإشارة المقاسة تلقائيًا. وتُعد مثالية للمبتدئين أو في المواقف التي يكون فيها مدى الإشارة غير معروف. فهي توفر الوقت نظرًا لانعدام الحاجة إلى تحديد المدى يدويًا.</a:t>
            </a:r>
          </a:p>
          <a:p>
            <a:pPr rtl="1"/>
            <a:endParaRPr lang="en-GB" sz="1800" dirty="0">
              <a:latin typeface="Sakkal Majalla" panose="02000000000000000000" pitchFamily="2" charset="-78"/>
              <a:cs typeface="Sakkal Majalla" panose="02000000000000000000" pitchFamily="2" charset="-78"/>
            </a:endParaRPr>
          </a:p>
          <a:p>
            <a:pPr marL="0" indent="0" rtl="1">
              <a:buNone/>
            </a:pPr>
            <a:r>
              <a:rPr lang="ar" sz="1800" b="1" dirty="0">
                <a:latin typeface="Sakkal Majalla" panose="02000000000000000000" pitchFamily="2" charset="-78"/>
                <a:cs typeface="Sakkal Majalla" panose="02000000000000000000" pitchFamily="2" charset="-78"/>
              </a:rPr>
              <a:t>وتتطلب أجهزة القياس ذات التحديد اليدوي</a:t>
            </a:r>
          </a:p>
          <a:p>
            <a:pPr marL="0" indent="0" rtl="1">
              <a:buNone/>
            </a:pPr>
            <a:r>
              <a:rPr lang="ar" sz="1800" dirty="0">
                <a:latin typeface="Sakkal Majalla" panose="02000000000000000000" pitchFamily="2" charset="-78"/>
                <a:cs typeface="Sakkal Majalla" panose="02000000000000000000" pitchFamily="2" charset="-78"/>
              </a:rPr>
              <a:t>من المستخدم تحديد المدى المناسب للإشارة المقاسة يدويًا. وتوفر مزيدًا من التحكم في عملية القياس. وتُعد مناسبة للمستخدمين ذوي الخبرة الذين هم على دراية بنطاق الإشارة.</a:t>
            </a:r>
          </a:p>
          <a:p>
            <a:pPr rtl="1"/>
            <a:endParaRPr lang="en-GB" sz="18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مقارنة بين </a:t>
            </a:r>
            <a:br>
              <a:rPr lang="en-GB" altLang="en-US" sz="2200" b="1" dirty="0">
                <a:latin typeface="Sakkal Majalla" panose="02000000000000000000" pitchFamily="2" charset="-78"/>
                <a:cs typeface="Sakkal Majalla" panose="02000000000000000000" pitchFamily="2" charset="-78"/>
              </a:rPr>
            </a:br>
            <a:r>
              <a:rPr lang="ar" sz="2200" b="1" dirty="0">
                <a:latin typeface="Sakkal Majalla" panose="02000000000000000000" pitchFamily="2" charset="-78"/>
                <a:cs typeface="Sakkal Majalla" panose="02000000000000000000" pitchFamily="2" charset="-78"/>
              </a:rPr>
              <a:t>أجهزة القياس ذات النطاق التلقائي وذات التحديد اليدوي</a:t>
            </a:r>
          </a:p>
        </p:txBody>
      </p:sp>
      <p:sp>
        <p:nvSpPr>
          <p:cNvPr id="2" name="Footer Placeholder 2">
            <a:extLst>
              <a:ext uri="{FF2B5EF4-FFF2-40B4-BE49-F238E27FC236}">
                <a16:creationId xmlns:a16="http://schemas.microsoft.com/office/drawing/2014/main" id="{D62C6120-C157-BDF9-0641-5F6C1D27FD51}"/>
              </a:ext>
            </a:extLst>
          </p:cNvPr>
          <p:cNvSpPr txBox="1">
            <a:spLocks/>
          </p:cNvSpPr>
          <p:nvPr/>
        </p:nvSpPr>
        <p:spPr bwMode="auto">
          <a:xfrm>
            <a:off x="35496" y="657923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A103000399221</a:t>
            </a:r>
            <a:endParaRPr lang="ar" sz="1000" dirty="0"/>
          </a:p>
        </p:txBody>
      </p:sp>
      <p:pic>
        <p:nvPicPr>
          <p:cNvPr id="3" name="Picture 2" descr="A black device with wires&#10;&#10;Description automatically generated">
            <a:extLst>
              <a:ext uri="{FF2B5EF4-FFF2-40B4-BE49-F238E27FC236}">
                <a16:creationId xmlns:a16="http://schemas.microsoft.com/office/drawing/2014/main" id="{93EBB0A8-BAAA-D9D5-3146-E0CB0086720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21618" y="2492896"/>
            <a:ext cx="3890343" cy="2465778"/>
          </a:xfrm>
          <a:prstGeom prst="rect">
            <a:avLst/>
          </a:prstGeom>
        </p:spPr>
      </p:pic>
    </p:spTree>
    <p:extLst>
      <p:ext uri="{BB962C8B-B14F-4D97-AF65-F5344CB8AC3E}">
        <p14:creationId xmlns:p14="http://schemas.microsoft.com/office/powerpoint/2010/main" val="2243321591"/>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95936" y="1268760"/>
            <a:ext cx="4896544" cy="497501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effectLst/>
                <a:latin typeface="Sakkal Majalla" panose="02000000000000000000" pitchFamily="2" charset="-78"/>
                <a:cs typeface="Sakkal Majalla" panose="02000000000000000000" pitchFamily="2" charset="-78"/>
              </a:rPr>
              <a:t>صمام الأشعة المهبطية</a:t>
            </a:r>
          </a:p>
          <a:p>
            <a:pPr marL="0" indent="0" rtl="1">
              <a:buNone/>
            </a:pPr>
            <a:r>
              <a:rPr lang="ar" sz="1600" dirty="0">
                <a:effectLst/>
                <a:latin typeface="Sakkal Majalla" panose="02000000000000000000" pitchFamily="2" charset="-78"/>
                <a:cs typeface="Sakkal Majalla" panose="02000000000000000000" pitchFamily="2" charset="-78"/>
              </a:rPr>
              <a:t>يُصدر صمام الأشعة المهبطية في جهاز راسم الذبذبات ذو حزمة الإشعاع المزدوجة تيارًا من الإلكترونات تتسارع باتجاه الشاشة. حيث يتحكم الجهد المطبق على الصمام في الإلكترونات، ما يحدد شدة شعاع الإلكترونات وموضعه.</a:t>
            </a:r>
          </a:p>
          <a:p>
            <a:pPr rtl="1"/>
            <a:endParaRPr lang="en-GB" sz="1600" dirty="0">
              <a:latin typeface="Sakkal Majalla" panose="02000000000000000000" pitchFamily="2" charset="-78"/>
              <a:cs typeface="Sakkal Majalla" panose="02000000000000000000" pitchFamily="2" charset="-78"/>
            </a:endParaRPr>
          </a:p>
          <a:p>
            <a:pPr marL="0" indent="0" rtl="1">
              <a:buNone/>
            </a:pPr>
            <a:r>
              <a:rPr lang="ar" sz="1600" b="1" dirty="0">
                <a:effectLst/>
                <a:latin typeface="Sakkal Majalla" panose="02000000000000000000" pitchFamily="2" charset="-78"/>
                <a:cs typeface="Sakkal Majalla" panose="02000000000000000000" pitchFamily="2" charset="-78"/>
              </a:rPr>
              <a:t>انحراف الشعاع</a:t>
            </a:r>
          </a:p>
          <a:p>
            <a:pPr marL="0" indent="0" rtl="1">
              <a:buNone/>
            </a:pPr>
            <a:r>
              <a:rPr lang="ar" sz="1600" dirty="0">
                <a:effectLst/>
                <a:latin typeface="Sakkal Majalla" panose="02000000000000000000" pitchFamily="2" charset="-78"/>
                <a:cs typeface="Sakkal Majalla" panose="02000000000000000000" pitchFamily="2" charset="-78"/>
              </a:rPr>
              <a:t>ينحرف الشعاع الموجود في جهاز راسم الذبذبات ذو حزمة الإشعاع المزدوجة عن طريق تطبيق الجهد على ألواح الانحراف. ف</a:t>
            </a:r>
            <a:r>
              <a:rPr lang="ar-EG" sz="1600" dirty="0">
                <a:effectLst/>
                <a:latin typeface="Sakkal Majalla" panose="02000000000000000000" pitchFamily="2" charset="-78"/>
                <a:cs typeface="Sakkal Majalla" panose="02000000000000000000" pitchFamily="2" charset="-78"/>
              </a:rPr>
              <a:t>ب</a:t>
            </a:r>
            <a:r>
              <a:rPr lang="ar" sz="1600" dirty="0">
                <a:effectLst/>
                <a:latin typeface="Sakkal Majalla" panose="02000000000000000000" pitchFamily="2" charset="-78"/>
                <a:cs typeface="Sakkal Majalla" panose="02000000000000000000" pitchFamily="2" charset="-78"/>
              </a:rPr>
              <a:t>ضبط الجهد، يمكن تحريك الشعاع أفقيًا وعموديًا عبر الشاشة، ما يسمح بالقياس الدقيق لشكل موجة التيار المتناوب.</a:t>
            </a:r>
            <a:endParaRPr lang="en-GB" sz="1600" dirty="0">
              <a:latin typeface="Sakkal Majalla" panose="02000000000000000000" pitchFamily="2" charset="-78"/>
              <a:cs typeface="Sakkal Majalla" panose="02000000000000000000" pitchFamily="2" charset="-78"/>
            </a:endParaRPr>
          </a:p>
          <a:p>
            <a:pPr rtl="1"/>
            <a:endParaRPr lang="en-GB" sz="1600" b="1" dirty="0">
              <a:effectLst/>
              <a:latin typeface="Sakkal Majalla" panose="02000000000000000000" pitchFamily="2" charset="-78"/>
              <a:cs typeface="Sakkal Majalla" panose="02000000000000000000" pitchFamily="2" charset="-78"/>
            </a:endParaRPr>
          </a:p>
          <a:p>
            <a:pPr marL="0" indent="0" rtl="1">
              <a:buNone/>
            </a:pPr>
            <a:r>
              <a:rPr lang="ar" sz="1600" b="1" dirty="0">
                <a:effectLst/>
                <a:latin typeface="Sakkal Majalla" panose="02000000000000000000" pitchFamily="2" charset="-78"/>
                <a:cs typeface="Sakkal Majalla" panose="02000000000000000000" pitchFamily="2" charset="-78"/>
              </a:rPr>
              <a:t>قراءة تمثيل شبكي </a:t>
            </a:r>
          </a:p>
          <a:p>
            <a:pPr marL="0" indent="0" rtl="1">
              <a:buNone/>
            </a:pPr>
            <a:r>
              <a:rPr lang="ar" sz="1600" dirty="0">
                <a:effectLst/>
                <a:latin typeface="Sakkal Majalla" panose="02000000000000000000" pitchFamily="2" charset="-78"/>
                <a:cs typeface="Sakkal Majalla" panose="02000000000000000000" pitchFamily="2" charset="-78"/>
              </a:rPr>
              <a:t>التمثيل الشبكي الموجود على شاشة جهاز راسم الذبذبات ذو حزمة الإشعاع المزدوجة هو عبارة عن شبكة تساعد على قياس أشكال الموجة وتحليلها. ويمثل كل مربع على الرسم البياني جهدًا محددًا وفاصلًا زمنيًا، لينتج قراءات ومقارنات دقيقة.</a:t>
            </a:r>
            <a:endParaRPr lang="en-GB" sz="1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تشغيل جهاز راسم الذبذبات ذو حزمة الإشعاع المزدوجة</a:t>
            </a:r>
          </a:p>
        </p:txBody>
      </p:sp>
      <p:sp>
        <p:nvSpPr>
          <p:cNvPr id="5" name="TextBox 4">
            <a:extLst>
              <a:ext uri="{FF2B5EF4-FFF2-40B4-BE49-F238E27FC236}">
                <a16:creationId xmlns:a16="http://schemas.microsoft.com/office/drawing/2014/main" id="{E9DAED81-3FD9-460F-BA19-0EC6FC5B6B9F}"/>
              </a:ext>
            </a:extLst>
          </p:cNvPr>
          <p:cNvSpPr txBox="1"/>
          <p:nvPr/>
        </p:nvSpPr>
        <p:spPr>
          <a:xfrm>
            <a:off x="1001830" y="5720884"/>
            <a:ext cx="2184289" cy="584775"/>
          </a:xfrm>
          <a:prstGeom prst="rect">
            <a:avLst/>
          </a:prstGeom>
          <a:noFill/>
        </p:spPr>
        <p:txBody>
          <a:bodyPr wrap="square" rtlCol="1">
            <a:spAutoFit/>
          </a:bodyPr>
          <a:lstStyle/>
          <a:p>
            <a:pPr algn="ctr" rtl="1"/>
            <a:r>
              <a:rPr lang="ar" sz="1600" b="1" i="0" dirty="0">
                <a:effectLst/>
                <a:latin typeface="Sakkal Majalla" panose="02000000000000000000" pitchFamily="2" charset="-78"/>
                <a:cs typeface="Sakkal Majalla" panose="02000000000000000000" pitchFamily="2" charset="-78"/>
              </a:rPr>
              <a:t>صمام الأشعة المهبطية </a:t>
            </a:r>
          </a:p>
          <a:p>
            <a:pPr algn="ctr" rtl="1"/>
            <a:r>
              <a:rPr lang="ar-EG" sz="1600" b="1" dirty="0">
                <a:latin typeface="Sakkal Majalla" panose="02000000000000000000" pitchFamily="2" charset="-78"/>
                <a:cs typeface="Sakkal Majalla" panose="02000000000000000000" pitchFamily="2" charset="-78"/>
              </a:rPr>
              <a:t>في ال</a:t>
            </a:r>
            <a:r>
              <a:rPr lang="ar" sz="1600" b="1" i="0" dirty="0">
                <a:effectLst/>
                <a:latin typeface="Sakkal Majalla" panose="02000000000000000000" pitchFamily="2" charset="-78"/>
                <a:cs typeface="Sakkal Majalla" panose="02000000000000000000" pitchFamily="2" charset="-78"/>
              </a:rPr>
              <a:t>تلفزيون </a:t>
            </a:r>
          </a:p>
        </p:txBody>
      </p:sp>
      <p:sp>
        <p:nvSpPr>
          <p:cNvPr id="2" name="Footer Placeholder 2">
            <a:extLst>
              <a:ext uri="{FF2B5EF4-FFF2-40B4-BE49-F238E27FC236}">
                <a16:creationId xmlns:a16="http://schemas.microsoft.com/office/drawing/2014/main" id="{49947F71-95EB-56F2-5392-1E0AD39BBA2F}"/>
              </a:ext>
            </a:extLst>
          </p:cNvPr>
          <p:cNvSpPr txBox="1">
            <a:spLocks/>
          </p:cNvSpPr>
          <p:nvPr/>
        </p:nvSpPr>
        <p:spPr bwMode="auto">
          <a:xfrm>
            <a:off x="35496" y="657923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A103000399221</a:t>
            </a:r>
            <a:endParaRPr lang="ar" sz="1000" dirty="0"/>
          </a:p>
        </p:txBody>
      </p:sp>
      <p:pic>
        <p:nvPicPr>
          <p:cNvPr id="3" name="Picture 2" descr="A close-up of a black object&#10;&#10;Description automatically generated">
            <a:extLst>
              <a:ext uri="{FF2B5EF4-FFF2-40B4-BE49-F238E27FC236}">
                <a16:creationId xmlns:a16="http://schemas.microsoft.com/office/drawing/2014/main" id="{6D12D269-8BEE-8E09-1CDD-B76C0BBA043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rot="5400000">
            <a:off x="78004" y="2224145"/>
            <a:ext cx="4031940" cy="2687960"/>
          </a:xfrm>
          <a:prstGeom prst="rect">
            <a:avLst/>
          </a:prstGeom>
        </p:spPr>
      </p:pic>
    </p:spTree>
    <p:extLst>
      <p:ext uri="{BB962C8B-B14F-4D97-AF65-F5344CB8AC3E}">
        <p14:creationId xmlns:p14="http://schemas.microsoft.com/office/powerpoint/2010/main" val="3999356154"/>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955009" y="1556792"/>
            <a:ext cx="3865463" cy="345638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effectLst/>
                <a:latin typeface="Sakkal Majalla" panose="02000000000000000000" pitchFamily="2" charset="-78"/>
                <a:cs typeface="Sakkal Majalla" panose="02000000000000000000" pitchFamily="2" charset="-78"/>
              </a:rPr>
              <a:t>أساس الوقت</a:t>
            </a:r>
          </a:p>
          <a:p>
            <a:pPr marL="0" indent="0" rtl="1">
              <a:buNone/>
            </a:pPr>
            <a:r>
              <a:rPr lang="ar" sz="1600" dirty="0">
                <a:effectLst/>
                <a:latin typeface="Sakkal Majalla" panose="02000000000000000000" pitchFamily="2" charset="-78"/>
                <a:cs typeface="Sakkal Majalla" panose="02000000000000000000" pitchFamily="2" charset="-78"/>
              </a:rPr>
              <a:t>يتيح التحكم في القاعدة الزمنية في جهاز راسم الذبذبات للمستخدم ضبط المقياس الأفقي الشكل الموجي المعروض. فهي تحدد المدة الزمنية التي يمثلها كل قسم على الشاشة.</a:t>
            </a:r>
          </a:p>
          <a:p>
            <a:pPr rtl="1"/>
            <a:endParaRPr lang="en-GB" sz="1600" dirty="0">
              <a:latin typeface="Sakkal Majalla" panose="02000000000000000000" pitchFamily="2" charset="-78"/>
              <a:cs typeface="Sakkal Majalla" panose="02000000000000000000" pitchFamily="2" charset="-78"/>
            </a:endParaRPr>
          </a:p>
          <a:p>
            <a:pPr marL="0" indent="0" rtl="1">
              <a:buNone/>
            </a:pPr>
            <a:r>
              <a:rPr lang="ar" sz="1600" b="1" dirty="0">
                <a:effectLst/>
                <a:latin typeface="Sakkal Majalla" panose="02000000000000000000" pitchFamily="2" charset="-78"/>
                <a:cs typeface="Sakkal Majalla" panose="02000000000000000000" pitchFamily="2" charset="-78"/>
              </a:rPr>
              <a:t>السعة</a:t>
            </a:r>
          </a:p>
          <a:p>
            <a:pPr marL="0" indent="0" rtl="1">
              <a:buNone/>
            </a:pPr>
            <a:r>
              <a:rPr lang="ar" sz="1600" dirty="0">
                <a:effectLst/>
                <a:latin typeface="Sakkal Majalla" panose="02000000000000000000" pitchFamily="2" charset="-78"/>
                <a:cs typeface="Sakkal Majalla" panose="02000000000000000000" pitchFamily="2" charset="-78"/>
              </a:rPr>
              <a:t>يتيح التحكم في السعة في جهاز راسم الذبذبات للمستخدم ضبط المقياس الرأسي للشكل الموجي المعروض. حيث يحدد الجهد الذي يمثله كل قسم على الشاشة.</a:t>
            </a:r>
            <a:endParaRPr lang="en-GB" sz="1600" dirty="0">
              <a:latin typeface="Sakkal Majalla" panose="02000000000000000000" pitchFamily="2" charset="-78"/>
              <a:cs typeface="Sakkal Majalla" panose="02000000000000000000" pitchFamily="2" charset="-78"/>
            </a:endParaRPr>
          </a:p>
          <a:p>
            <a:pPr rtl="1"/>
            <a:endParaRPr lang="en-GB" sz="1600" dirty="0">
              <a:latin typeface="Sakkal Majalla" panose="02000000000000000000" pitchFamily="2" charset="-78"/>
              <a:cs typeface="Sakkal Majalla" panose="02000000000000000000" pitchFamily="2" charset="-78"/>
            </a:endParaRPr>
          </a:p>
          <a:p>
            <a:pPr marL="0" indent="0" rtl="1">
              <a:buNone/>
            </a:pPr>
            <a:r>
              <a:rPr lang="ar" sz="1600" b="1" dirty="0">
                <a:effectLst/>
                <a:latin typeface="Sakkal Majalla" panose="02000000000000000000" pitchFamily="2" charset="-78"/>
                <a:cs typeface="Sakkal Majalla" panose="02000000000000000000" pitchFamily="2" charset="-78"/>
              </a:rPr>
              <a:t>محدد الشكل الموجي</a:t>
            </a:r>
          </a:p>
          <a:p>
            <a:pPr marL="0" indent="0" rtl="1">
              <a:buNone/>
            </a:pPr>
            <a:r>
              <a:rPr lang="ar" sz="1600" dirty="0">
                <a:effectLst/>
                <a:latin typeface="Sakkal Majalla" panose="02000000000000000000" pitchFamily="2" charset="-78"/>
                <a:cs typeface="Sakkal Majalla" panose="02000000000000000000" pitchFamily="2" charset="-78"/>
              </a:rPr>
              <a:t>يسمح محدد الشكل الموجي على جهاز راسم الذبذبات للمستخدم باختيار نوع الشكل الموجي المراد عرضه، مثل أشكال الموجة الجيبية أو المربعة أو المثلثية.</a:t>
            </a:r>
            <a:endParaRPr lang="en-GB" sz="1600" dirty="0">
              <a:latin typeface="Sakkal Majalla" panose="02000000000000000000" pitchFamily="2" charset="-78"/>
              <a:cs typeface="Sakkal Majalla" panose="02000000000000000000" pitchFamily="2" charset="-78"/>
            </a:endParaRPr>
          </a:p>
          <a:p>
            <a:pPr rtl="1"/>
            <a:endParaRPr lang="en-GB" sz="1600" dirty="0">
              <a:latin typeface="Sakkal Majalla" panose="02000000000000000000" pitchFamily="2" charset="-78"/>
              <a:cs typeface="Sakkal Majalla" panose="02000000000000000000" pitchFamily="2" charset="-78"/>
            </a:endParaRPr>
          </a:p>
          <a:p>
            <a:pPr rtl="1"/>
            <a:endParaRPr lang="en-GB" sz="1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شرح ميزات جهاز راسم الذبذبات</a:t>
            </a:r>
          </a:p>
        </p:txBody>
      </p:sp>
      <p:sp>
        <p:nvSpPr>
          <p:cNvPr id="7" name="TextBox 6">
            <a:extLst>
              <a:ext uri="{FF2B5EF4-FFF2-40B4-BE49-F238E27FC236}">
                <a16:creationId xmlns:a16="http://schemas.microsoft.com/office/drawing/2014/main" id="{3F686A0D-D555-4F2E-BB97-E9E81EF22F64}"/>
              </a:ext>
            </a:extLst>
          </p:cNvPr>
          <p:cNvSpPr txBox="1"/>
          <p:nvPr/>
        </p:nvSpPr>
        <p:spPr>
          <a:xfrm>
            <a:off x="154190" y="5254377"/>
            <a:ext cx="4579256" cy="369332"/>
          </a:xfrm>
          <a:prstGeom prst="rect">
            <a:avLst/>
          </a:prstGeom>
          <a:noFill/>
        </p:spPr>
        <p:txBody>
          <a:bodyPr wrap="square" rtlCol="1">
            <a:spAutoFit/>
          </a:bodyPr>
          <a:lstStyle/>
          <a:p>
            <a:pPr algn="ctr" rtl="1"/>
            <a:r>
              <a:rPr lang="ar" b="1" i="0" dirty="0">
                <a:effectLst/>
                <a:latin typeface="Sakkal Majalla" panose="02000000000000000000" pitchFamily="2" charset="-78"/>
                <a:cs typeface="Sakkal Majalla" panose="02000000000000000000" pitchFamily="2" charset="-78"/>
              </a:rPr>
              <a:t>الشكل الموجي</a:t>
            </a:r>
          </a:p>
        </p:txBody>
      </p:sp>
      <p:sp>
        <p:nvSpPr>
          <p:cNvPr id="2" name="Footer Placeholder 2">
            <a:extLst>
              <a:ext uri="{FF2B5EF4-FFF2-40B4-BE49-F238E27FC236}">
                <a16:creationId xmlns:a16="http://schemas.microsoft.com/office/drawing/2014/main" id="{119EEFDB-BE2A-E3D3-8F26-C20C782276C5}"/>
              </a:ext>
            </a:extLst>
          </p:cNvPr>
          <p:cNvSpPr txBox="1">
            <a:spLocks/>
          </p:cNvSpPr>
          <p:nvPr/>
        </p:nvSpPr>
        <p:spPr bwMode="auto">
          <a:xfrm>
            <a:off x="35496" y="657923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A103000399221</a:t>
            </a:r>
            <a:endParaRPr lang="ar" sz="1000" dirty="0"/>
          </a:p>
        </p:txBody>
      </p:sp>
      <p:pic>
        <p:nvPicPr>
          <p:cNvPr id="4" name="Picture 3" descr="A line of lines on a white background&#10;&#10;Description automatically generated">
            <a:extLst>
              <a:ext uri="{FF2B5EF4-FFF2-40B4-BE49-F238E27FC236}">
                <a16:creationId xmlns:a16="http://schemas.microsoft.com/office/drawing/2014/main" id="{9CABD53D-6EF2-D2FF-668B-2870752FDD7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043608" y="2918314"/>
            <a:ext cx="3024336" cy="2139691"/>
          </a:xfrm>
          <a:prstGeom prst="rect">
            <a:avLst/>
          </a:prstGeom>
        </p:spPr>
      </p:pic>
    </p:spTree>
    <p:extLst>
      <p:ext uri="{BB962C8B-B14F-4D97-AF65-F5344CB8AC3E}">
        <p14:creationId xmlns:p14="http://schemas.microsoft.com/office/powerpoint/2010/main" val="3571636453"/>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215609" y="1340768"/>
            <a:ext cx="3748879" cy="30243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800" b="1" dirty="0">
                <a:effectLst/>
                <a:latin typeface="Sakkal Majalla" panose="02000000000000000000" pitchFamily="2" charset="-78"/>
                <a:cs typeface="Sakkal Majalla" panose="02000000000000000000" pitchFamily="2" charset="-78"/>
              </a:rPr>
              <a:t>اختيار المُشغل</a:t>
            </a:r>
          </a:p>
          <a:p>
            <a:pPr marL="0" indent="0" rtl="1">
              <a:buNone/>
            </a:pPr>
            <a:r>
              <a:rPr lang="ar" sz="1800" dirty="0">
                <a:effectLst/>
                <a:latin typeface="Sakkal Majalla" panose="02000000000000000000" pitchFamily="2" charset="-78"/>
                <a:cs typeface="Sakkal Majalla" panose="02000000000000000000" pitchFamily="2" charset="-78"/>
              </a:rPr>
              <a:t>يحدد اختيار المُشغل على جهاز راسم الذبذبات مصدر وشروط تشغيل عرض الشكل الموجي ويمكن ضبطه على التشغيل الداخلي، حيث يقوم جهاز راسم الذبذبات بتشغيل نفسه بناءً على شرط محدد، أو التشغيل الخارجي، حيث تُشغِّل إشارة خارجية عرض شكل الموجة</a:t>
            </a:r>
            <a:endParaRPr lang="en-GB" sz="1800" dirty="0">
              <a:latin typeface="Sakkal Majalla" panose="02000000000000000000" pitchFamily="2" charset="-78"/>
              <a:cs typeface="Sakkal Majalla" panose="02000000000000000000" pitchFamily="2" charset="-78"/>
            </a:endParaRPr>
          </a:p>
          <a:p>
            <a:pPr rtl="1"/>
            <a:endParaRPr lang="en-GB" sz="1800" dirty="0">
              <a:latin typeface="Sakkal Majalla" panose="02000000000000000000" pitchFamily="2" charset="-78"/>
              <a:cs typeface="Sakkal Majalla" panose="02000000000000000000" pitchFamily="2" charset="-78"/>
            </a:endParaRPr>
          </a:p>
          <a:p>
            <a:pPr marL="0" indent="0" rtl="1">
              <a:buNone/>
            </a:pPr>
            <a:r>
              <a:rPr lang="ar" sz="1800" b="1" dirty="0">
                <a:effectLst/>
                <a:latin typeface="Sakkal Majalla" panose="02000000000000000000" pitchFamily="2" charset="-78"/>
                <a:cs typeface="Sakkal Majalla" panose="02000000000000000000" pitchFamily="2" charset="-78"/>
              </a:rPr>
              <a:t>مرافق المعايرة المدمجة</a:t>
            </a:r>
          </a:p>
          <a:p>
            <a:pPr marL="0" indent="0" rtl="1">
              <a:buNone/>
            </a:pPr>
            <a:r>
              <a:rPr lang="ar" sz="1800" dirty="0">
                <a:effectLst/>
                <a:latin typeface="Sakkal Majalla" panose="02000000000000000000" pitchFamily="2" charset="-78"/>
                <a:cs typeface="Sakkal Majalla" panose="02000000000000000000" pitchFamily="2" charset="-78"/>
              </a:rPr>
              <a:t>تحتوي بعض راسمات الذبذبات على مرافق معايرة مدمجة تسمح للمستخدم بمعايرة الجهاز لضمان الحصول على قياسات دقيقة. وهذا أمر مهم للحفاظ على موثوقية راسم الذبذبات ودقته.</a:t>
            </a:r>
            <a:endParaRPr lang="en-GB" sz="1800" dirty="0">
              <a:latin typeface="Sakkal Majalla" panose="02000000000000000000" pitchFamily="2" charset="-78"/>
              <a:cs typeface="Sakkal Majalla" panose="02000000000000000000" pitchFamily="2" charset="-78"/>
            </a:endParaRPr>
          </a:p>
          <a:p>
            <a:pPr rtl="1"/>
            <a:endParaRPr lang="en-GB" sz="18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شرح ميزات جهاز راسم الذبذبات</a:t>
            </a:r>
          </a:p>
        </p:txBody>
      </p:sp>
      <p:sp>
        <p:nvSpPr>
          <p:cNvPr id="7" name="TextBox 6">
            <a:extLst>
              <a:ext uri="{FF2B5EF4-FFF2-40B4-BE49-F238E27FC236}">
                <a16:creationId xmlns:a16="http://schemas.microsoft.com/office/drawing/2014/main" id="{5A924CB1-39EA-4BD3-940D-BE58E86CBB76}"/>
              </a:ext>
            </a:extLst>
          </p:cNvPr>
          <p:cNvSpPr txBox="1"/>
          <p:nvPr/>
        </p:nvSpPr>
        <p:spPr>
          <a:xfrm>
            <a:off x="280776" y="5589240"/>
            <a:ext cx="4579256" cy="369332"/>
          </a:xfrm>
          <a:prstGeom prst="rect">
            <a:avLst/>
          </a:prstGeom>
          <a:noFill/>
        </p:spPr>
        <p:txBody>
          <a:bodyPr wrap="square" rtlCol="1">
            <a:spAutoFit/>
          </a:bodyPr>
          <a:lstStyle/>
          <a:p>
            <a:pPr algn="ctr" rtl="1"/>
            <a:r>
              <a:rPr lang="ar" b="1" i="0" dirty="0">
                <a:effectLst/>
                <a:latin typeface="Sakkal Majalla" panose="02000000000000000000" pitchFamily="2" charset="-78"/>
                <a:cs typeface="Sakkal Majalla" panose="02000000000000000000" pitchFamily="2" charset="-78"/>
              </a:rPr>
              <a:t>مجس المعايرة </a:t>
            </a:r>
          </a:p>
        </p:txBody>
      </p:sp>
      <p:sp>
        <p:nvSpPr>
          <p:cNvPr id="2" name="Footer Placeholder 2">
            <a:extLst>
              <a:ext uri="{FF2B5EF4-FFF2-40B4-BE49-F238E27FC236}">
                <a16:creationId xmlns:a16="http://schemas.microsoft.com/office/drawing/2014/main" id="{5FA721B0-0118-8111-9719-99B572492392}"/>
              </a:ext>
            </a:extLst>
          </p:cNvPr>
          <p:cNvSpPr txBox="1">
            <a:spLocks/>
          </p:cNvSpPr>
          <p:nvPr/>
        </p:nvSpPr>
        <p:spPr bwMode="auto">
          <a:xfrm>
            <a:off x="35496" y="657923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A103000399221</a:t>
            </a:r>
            <a:endParaRPr lang="ar" sz="1000" dirty="0"/>
          </a:p>
        </p:txBody>
      </p:sp>
      <p:pic>
        <p:nvPicPr>
          <p:cNvPr id="3" name="Picture 2" descr="A person measuring a piece of metal&#10;&#10;Description automatically generated">
            <a:extLst>
              <a:ext uri="{FF2B5EF4-FFF2-40B4-BE49-F238E27FC236}">
                <a16:creationId xmlns:a16="http://schemas.microsoft.com/office/drawing/2014/main" id="{5B515918-E589-FBB6-BBA1-564179F3094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71600" y="2950988"/>
            <a:ext cx="3491880" cy="2327920"/>
          </a:xfrm>
          <a:prstGeom prst="rect">
            <a:avLst/>
          </a:prstGeom>
        </p:spPr>
      </p:pic>
    </p:spTree>
    <p:extLst>
      <p:ext uri="{BB962C8B-B14F-4D97-AF65-F5344CB8AC3E}">
        <p14:creationId xmlns:p14="http://schemas.microsoft.com/office/powerpoint/2010/main" val="1013319630"/>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415835" y="1484784"/>
            <a:ext cx="4476645" cy="51129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endParaRPr lang="en-GB" sz="1600" b="1" dirty="0">
              <a:effectLst/>
              <a:latin typeface="Sakkal Majalla" panose="02000000000000000000" pitchFamily="2" charset="-78"/>
              <a:cs typeface="Sakkal Majalla" panose="02000000000000000000" pitchFamily="2" charset="-78"/>
            </a:endParaRPr>
          </a:p>
          <a:p>
            <a:pPr marL="0" indent="0" rtl="1">
              <a:buNone/>
            </a:pPr>
            <a:r>
              <a:rPr lang="ar" sz="1600" b="1" dirty="0">
                <a:effectLst/>
                <a:latin typeface="Sakkal Majalla" panose="02000000000000000000" pitchFamily="2" charset="-78"/>
                <a:cs typeface="Sakkal Majalla" panose="02000000000000000000" pitchFamily="2" charset="-78"/>
              </a:rPr>
              <a:t>تحليل التردد المستمر أو المسحوب</a:t>
            </a:r>
          </a:p>
          <a:p>
            <a:pPr marL="0" indent="0" rtl="1">
              <a:buNone/>
            </a:pPr>
            <a:r>
              <a:rPr lang="ar" sz="1600" dirty="0">
                <a:effectLst/>
                <a:latin typeface="Sakkal Majalla" panose="02000000000000000000" pitchFamily="2" charset="-78"/>
                <a:cs typeface="Sakkal Majalla" panose="02000000000000000000" pitchFamily="2" charset="-78"/>
              </a:rPr>
              <a:t>يمكن لمحلل الطيف إجراء تحليل التردد المستمر أو المسحوب. حيث يوفر تحليل التردد المستمر عرضًا في الوقت الفعلي للطيف الترددي، بينما يقوم تحليل التردد المسحوب بمسح مجموعة من الترددات لتوفير تحليل مفصّل.</a:t>
            </a:r>
          </a:p>
          <a:p>
            <a:pPr marL="0" indent="0" rtl="1">
              <a:buNone/>
            </a:pPr>
            <a:endParaRPr lang="en-GB" sz="1600" dirty="0">
              <a:latin typeface="Sakkal Majalla" panose="02000000000000000000" pitchFamily="2" charset="-78"/>
              <a:cs typeface="Sakkal Majalla" panose="02000000000000000000" pitchFamily="2" charset="-78"/>
            </a:endParaRPr>
          </a:p>
          <a:p>
            <a:pPr marL="0" indent="0" rtl="1">
              <a:buNone/>
            </a:pPr>
            <a:r>
              <a:rPr lang="ar" sz="1600" b="1" dirty="0">
                <a:effectLst/>
                <a:latin typeface="Sakkal Majalla" panose="02000000000000000000" pitchFamily="2" charset="-78"/>
                <a:cs typeface="Sakkal Majalla" panose="02000000000000000000" pitchFamily="2" charset="-78"/>
              </a:rPr>
              <a:t>التحكم في النطاق الترددي للدخل</a:t>
            </a:r>
          </a:p>
          <a:p>
            <a:pPr marL="0" indent="0" rtl="1">
              <a:buNone/>
            </a:pPr>
            <a:r>
              <a:rPr lang="ar" sz="1600" dirty="0">
                <a:effectLst/>
                <a:latin typeface="Sakkal Majalla" panose="02000000000000000000" pitchFamily="2" charset="-78"/>
                <a:cs typeface="Sakkal Majalla" panose="02000000000000000000" pitchFamily="2" charset="-78"/>
              </a:rPr>
              <a:t>يمكن للمستخدم من خلال التحكم في النطاق الترددي تحديد نطاق الترددات التي سيُحلِّلها مُحلِّل الطيف. ويمكن أن يساعد ذلك على تركيز التحليل في نطاقات تردد محددة ذات أهمية.</a:t>
            </a:r>
          </a:p>
          <a:p>
            <a:pPr rtl="1"/>
            <a:endParaRPr lang="en-GB" sz="1600" dirty="0">
              <a:latin typeface="Sakkal Majalla" panose="02000000000000000000" pitchFamily="2" charset="-78"/>
              <a:cs typeface="Sakkal Majalla" panose="02000000000000000000" pitchFamily="2" charset="-78"/>
            </a:endParaRPr>
          </a:p>
          <a:p>
            <a:pPr marL="0" indent="0" rtl="1">
              <a:buNone/>
            </a:pPr>
            <a:r>
              <a:rPr lang="ar" sz="1600" b="1" dirty="0">
                <a:effectLst/>
                <a:latin typeface="Sakkal Majalla" panose="02000000000000000000" pitchFamily="2" charset="-78"/>
                <a:cs typeface="Sakkal Majalla" panose="02000000000000000000" pitchFamily="2" charset="-78"/>
              </a:rPr>
              <a:t>قراءة خرج أنبوب الأشعة المهبطية (CRT).</a:t>
            </a:r>
          </a:p>
          <a:p>
            <a:pPr marL="0" indent="0" rtl="1">
              <a:buNone/>
            </a:pPr>
            <a:r>
              <a:rPr lang="ar" sz="1600" dirty="0">
                <a:effectLst/>
                <a:latin typeface="Sakkal Majalla" panose="02000000000000000000" pitchFamily="2" charset="-78"/>
                <a:cs typeface="Sakkal Majalla" panose="02000000000000000000" pitchFamily="2" charset="-78"/>
              </a:rPr>
              <a:t>يعرض محلل الطيف الترددي في أنبوب الأشعة المهبطية. ويمكن للمستخدم قراءة الخرج على أنبوب الأشعة المهبطية لتحليل مكونات التردد لإشارة الدخل.</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تشغيل محلل الطيف</a:t>
            </a:r>
          </a:p>
        </p:txBody>
      </p:sp>
      <p:sp>
        <p:nvSpPr>
          <p:cNvPr id="7" name="TextBox 6">
            <a:extLst>
              <a:ext uri="{FF2B5EF4-FFF2-40B4-BE49-F238E27FC236}">
                <a16:creationId xmlns:a16="http://schemas.microsoft.com/office/drawing/2014/main" id="{0B472707-9669-40C1-8095-66445D88E6F5}"/>
              </a:ext>
            </a:extLst>
          </p:cNvPr>
          <p:cNvSpPr txBox="1"/>
          <p:nvPr/>
        </p:nvSpPr>
        <p:spPr>
          <a:xfrm>
            <a:off x="57066" y="4941168"/>
            <a:ext cx="4579256" cy="400110"/>
          </a:xfrm>
          <a:prstGeom prst="rect">
            <a:avLst/>
          </a:prstGeom>
          <a:noFill/>
        </p:spPr>
        <p:txBody>
          <a:bodyPr wrap="square" rtlCol="1">
            <a:spAutoFit/>
          </a:bodyPr>
          <a:lstStyle/>
          <a:p>
            <a:pPr algn="ctr" rtl="1"/>
            <a:r>
              <a:rPr lang="ar" sz="2000" b="1" i="0" dirty="0">
                <a:effectLst/>
                <a:latin typeface="Sakkal Majalla" panose="02000000000000000000" pitchFamily="2" charset="-78"/>
                <a:cs typeface="Sakkal Majalla" panose="02000000000000000000" pitchFamily="2" charset="-78"/>
              </a:rPr>
              <a:t>كابل الألياف البصرية - التردد</a:t>
            </a:r>
          </a:p>
        </p:txBody>
      </p:sp>
      <p:sp>
        <p:nvSpPr>
          <p:cNvPr id="2" name="Footer Placeholder 2">
            <a:extLst>
              <a:ext uri="{FF2B5EF4-FFF2-40B4-BE49-F238E27FC236}">
                <a16:creationId xmlns:a16="http://schemas.microsoft.com/office/drawing/2014/main" id="{72DD84E0-ABCC-85B9-1777-950BA9DE6E18}"/>
              </a:ext>
            </a:extLst>
          </p:cNvPr>
          <p:cNvSpPr txBox="1">
            <a:spLocks/>
          </p:cNvSpPr>
          <p:nvPr/>
        </p:nvSpPr>
        <p:spPr bwMode="auto">
          <a:xfrm>
            <a:off x="35496" y="657923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A103000399221</a:t>
            </a:r>
            <a:endParaRPr lang="ar" sz="1000" dirty="0"/>
          </a:p>
        </p:txBody>
      </p:sp>
      <p:pic>
        <p:nvPicPr>
          <p:cNvPr id="4" name="Picture 3" descr="A close-up of a cable&#10;&#10;Description automatically generated">
            <a:extLst>
              <a:ext uri="{FF2B5EF4-FFF2-40B4-BE49-F238E27FC236}">
                <a16:creationId xmlns:a16="http://schemas.microsoft.com/office/drawing/2014/main" id="{D39922E9-22AD-BA0B-E463-C8855332E79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55576" y="2492896"/>
            <a:ext cx="3419872" cy="2279915"/>
          </a:xfrm>
          <a:prstGeom prst="rect">
            <a:avLst/>
          </a:prstGeom>
        </p:spPr>
      </p:pic>
    </p:spTree>
    <p:extLst>
      <p:ext uri="{BB962C8B-B14F-4D97-AF65-F5344CB8AC3E}">
        <p14:creationId xmlns:p14="http://schemas.microsoft.com/office/powerpoint/2010/main" val="1787851211"/>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076056" y="1556792"/>
            <a:ext cx="3816424" cy="41764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800" b="1" dirty="0">
                <a:effectLst/>
                <a:latin typeface="Sakkal Majalla" panose="02000000000000000000" pitchFamily="2" charset="-78"/>
                <a:cs typeface="Sakkal Majalla" panose="02000000000000000000" pitchFamily="2" charset="-78"/>
              </a:rPr>
              <a:t>مجس المنطق</a:t>
            </a:r>
          </a:p>
          <a:p>
            <a:pPr marL="0" indent="0" rtl="1">
              <a:buNone/>
            </a:pPr>
            <a:r>
              <a:rPr lang="ar" sz="1800" dirty="0">
                <a:effectLst/>
                <a:latin typeface="Sakkal Majalla" panose="02000000000000000000" pitchFamily="2" charset="-78"/>
                <a:cs typeface="Sakkal Majalla" panose="02000000000000000000" pitchFamily="2" charset="-78"/>
              </a:rPr>
              <a:t>يُستخدم مجس المنطق لقياس حالات الخرج في الدوائر الإلكترونية الرقمية. حيث يمكن أن يرصد النقاط التي تتغير فيها الحالات المنطقية في كل من دوائر أشباه الموصلات ذات الأكاسيد المعدنية</a:t>
            </a:r>
            <a:r>
              <a:rPr lang="ar-EG" sz="1800" dirty="0">
                <a:effectLst/>
                <a:latin typeface="Sakkal Majalla" panose="02000000000000000000" pitchFamily="2" charset="-78"/>
                <a:cs typeface="Sakkal Majalla" panose="02000000000000000000" pitchFamily="2" charset="-78"/>
              </a:rPr>
              <a:t> (</a:t>
            </a:r>
            <a:r>
              <a:rPr lang="en-US" sz="1800" dirty="0">
                <a:effectLst/>
                <a:latin typeface="Sakkal Majalla" panose="02000000000000000000" pitchFamily="2" charset="-78"/>
                <a:cs typeface="Sakkal Majalla" panose="02000000000000000000" pitchFamily="2" charset="-78"/>
              </a:rPr>
              <a:t>CMOS</a:t>
            </a:r>
            <a:r>
              <a:rPr lang="ar-EG" sz="1800" dirty="0">
                <a:effectLst/>
                <a:latin typeface="Sakkal Majalla" panose="02000000000000000000" pitchFamily="2" charset="-78"/>
                <a:cs typeface="Sakkal Majalla" panose="02000000000000000000" pitchFamily="2" charset="-78"/>
              </a:rPr>
              <a:t>)</a:t>
            </a:r>
            <a:r>
              <a:rPr lang="ar" sz="1800" dirty="0">
                <a:effectLst/>
                <a:latin typeface="Sakkal Majalla" panose="02000000000000000000" pitchFamily="2" charset="-78"/>
                <a:cs typeface="Sakkal Majalla" panose="02000000000000000000" pitchFamily="2" charset="-78"/>
              </a:rPr>
              <a:t> ومنطق ترانزستور-ترانزستور (TTL)</a:t>
            </a:r>
          </a:p>
          <a:p>
            <a:pPr rtl="1"/>
            <a:endParaRPr lang="en-GB" sz="1800" dirty="0">
              <a:latin typeface="Sakkal Majalla" panose="02000000000000000000" pitchFamily="2" charset="-78"/>
              <a:cs typeface="Sakkal Majalla" panose="02000000000000000000" pitchFamily="2" charset="-78"/>
            </a:endParaRPr>
          </a:p>
          <a:p>
            <a:pPr marL="0" indent="0" rtl="1">
              <a:buNone/>
            </a:pPr>
            <a:r>
              <a:rPr lang="ar" sz="1800" b="1" dirty="0">
                <a:effectLst/>
                <a:latin typeface="Sakkal Majalla" panose="02000000000000000000" pitchFamily="2" charset="-78"/>
                <a:cs typeface="Sakkal Majalla" panose="02000000000000000000" pitchFamily="2" charset="-78"/>
              </a:rPr>
              <a:t>محلل المنطق</a:t>
            </a:r>
          </a:p>
          <a:p>
            <a:pPr marL="0" indent="0" rtl="1">
              <a:buNone/>
            </a:pPr>
            <a:r>
              <a:rPr lang="ar" sz="1800" dirty="0">
                <a:effectLst/>
                <a:latin typeface="Sakkal Majalla" panose="02000000000000000000" pitchFamily="2" charset="-78"/>
                <a:cs typeface="Sakkal Majalla" panose="02000000000000000000" pitchFamily="2" charset="-78"/>
              </a:rPr>
              <a:t>يُستخدم محلل المنطق لالتقاط الإشارات الرقمية في الدوائر الإلكترونية وتحليلها. ويوفر تمثيلًا مرئيًا للإشارات، ما يسمح بالتحليل المتعمق واستكشاف الأعطال وإصلاحها. فعندما يكون المجس بين الحالتين المنطقيتين، فقد يعرض حالة غير محددة أو عائمة.</a:t>
            </a:r>
            <a:endParaRPr lang="en-GB" sz="1800" dirty="0">
              <a:latin typeface="Sakkal Majalla" panose="02000000000000000000" pitchFamily="2" charset="-78"/>
              <a:cs typeface="Sakkal Majalla" panose="02000000000000000000" pitchFamily="2" charset="-78"/>
            </a:endParaRPr>
          </a:p>
          <a:p>
            <a:pPr rtl="1"/>
            <a:endParaRPr lang="en-GB" sz="18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تشغيل أجهزة الاختبار الرقمية</a:t>
            </a:r>
          </a:p>
        </p:txBody>
      </p:sp>
      <p:sp>
        <p:nvSpPr>
          <p:cNvPr id="2" name="Footer Placeholder 2">
            <a:extLst>
              <a:ext uri="{FF2B5EF4-FFF2-40B4-BE49-F238E27FC236}">
                <a16:creationId xmlns:a16="http://schemas.microsoft.com/office/drawing/2014/main" id="{1F6DDFAD-28EA-E2DA-75BD-48899F1B5F9B}"/>
              </a:ext>
            </a:extLst>
          </p:cNvPr>
          <p:cNvSpPr txBox="1">
            <a:spLocks/>
          </p:cNvSpPr>
          <p:nvPr/>
        </p:nvSpPr>
        <p:spPr bwMode="auto">
          <a:xfrm>
            <a:off x="35496" y="657923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A103000399221</a:t>
            </a:r>
            <a:endParaRPr lang="ar" sz="1000" dirty="0"/>
          </a:p>
        </p:txBody>
      </p:sp>
      <p:pic>
        <p:nvPicPr>
          <p:cNvPr id="3" name="Picture 2" descr="A hand holding a battery with wires&#10;&#10;Description automatically generated">
            <a:extLst>
              <a:ext uri="{FF2B5EF4-FFF2-40B4-BE49-F238E27FC236}">
                <a16:creationId xmlns:a16="http://schemas.microsoft.com/office/drawing/2014/main" id="{8F5C6B73-7C95-6C74-19F9-B9279606CCA5}"/>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83568" y="2780928"/>
            <a:ext cx="3888432" cy="2592288"/>
          </a:xfrm>
          <a:prstGeom prst="rect">
            <a:avLst/>
          </a:prstGeom>
        </p:spPr>
      </p:pic>
    </p:spTree>
    <p:extLst>
      <p:ext uri="{BB962C8B-B14F-4D97-AF65-F5344CB8AC3E}">
        <p14:creationId xmlns:p14="http://schemas.microsoft.com/office/powerpoint/2010/main" val="4057767298"/>
      </p:ext>
    </p:extLst>
  </p:cSld>
  <p:clrMapOvr>
    <a:masterClrMapping/>
  </p:clrMapOvr>
  <p:transition>
    <p:sndAc>
      <p:stSnd>
        <p:snd r:embed="rId3"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188640"/>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تشغيل أجهزة الاختبار الرقمية:</a:t>
            </a:r>
            <a:br>
              <a:rPr lang="en-GB" altLang="en-US" sz="2200" b="1" dirty="0">
                <a:latin typeface="Sakkal Majalla" panose="02000000000000000000" pitchFamily="2" charset="-78"/>
                <a:cs typeface="Sakkal Majalla" panose="02000000000000000000" pitchFamily="2" charset="-78"/>
              </a:rPr>
            </a:br>
            <a:r>
              <a:rPr lang="ar" sz="2200" b="1" dirty="0">
                <a:latin typeface="Sakkal Majalla" panose="02000000000000000000" pitchFamily="2" charset="-78"/>
                <a:cs typeface="Sakkal Majalla" panose="02000000000000000000" pitchFamily="2" charset="-78"/>
              </a:rPr>
              <a:t>مولد إشارة متناوب</a:t>
            </a:r>
          </a:p>
        </p:txBody>
      </p:sp>
      <p:sp>
        <p:nvSpPr>
          <p:cNvPr id="6" name="TextBox 5">
            <a:extLst>
              <a:ext uri="{FF2B5EF4-FFF2-40B4-BE49-F238E27FC236}">
                <a16:creationId xmlns:a16="http://schemas.microsoft.com/office/drawing/2014/main" id="{F665C2B9-A6BA-4657-80F7-EFCD79045C74}"/>
              </a:ext>
            </a:extLst>
          </p:cNvPr>
          <p:cNvSpPr txBox="1"/>
          <p:nvPr/>
        </p:nvSpPr>
        <p:spPr>
          <a:xfrm>
            <a:off x="395536" y="1177875"/>
            <a:ext cx="4522430" cy="4278094"/>
          </a:xfrm>
          <a:prstGeom prst="rect">
            <a:avLst/>
          </a:prstGeom>
          <a:noFill/>
        </p:spPr>
        <p:txBody>
          <a:bodyPr wrap="square" rtlCol="1">
            <a:spAutoFit/>
          </a:bodyPr>
          <a:lstStyle/>
          <a:p>
            <a:pPr rtl="1"/>
            <a:r>
              <a:rPr lang="ar" sz="1600" b="1" dirty="0">
                <a:effectLst/>
                <a:latin typeface="Sakkal Majalla" panose="02000000000000000000" pitchFamily="2" charset="-78"/>
                <a:cs typeface="Sakkal Majalla" panose="02000000000000000000" pitchFamily="2" charset="-78"/>
              </a:rPr>
              <a:t>الأداء الوظيفي</a:t>
            </a:r>
          </a:p>
          <a:p>
            <a:pPr marL="171450" indent="-171450"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مولد الإشارة المتناوب هو جهاز إلكتروني ينتج شكل موجي مستمر بتردد وسعة وشكل موجة محددين.</a:t>
            </a:r>
          </a:p>
          <a:p>
            <a:pPr marL="171450" indent="-171450"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ويُستخدم في العديد من التطبيقات مثل اختبار الدوائر الإلكترونية واستكشاف الأعطال وإصلاحها، وتوليد الإشارات الصوتية، وتحليل استجابة التردد.</a:t>
            </a:r>
          </a:p>
          <a:p>
            <a:pPr rtl="1">
              <a:buFont typeface="Arial" panose="020B0604020202020204" pitchFamily="34" charset="0"/>
              <a:buChar char="•"/>
            </a:pPr>
            <a:endParaRPr lang="en-GB" sz="1600" dirty="0">
              <a:effectLst/>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المزايا الرئيسة</a:t>
            </a:r>
          </a:p>
          <a:p>
            <a:pPr marL="171450" indent="-171450"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التحكم بالتردد: يسمح المولد بالتحكم الدقيق في تردد الخرج، والذي يتراوح عادةً من ترددات قليلة إلى عدة ميغا هرتز.</a:t>
            </a:r>
          </a:p>
          <a:p>
            <a:pPr marL="171450" indent="-171450"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التحكم بالسعة: يمكن تعديل سعة الإشارة المولدة لتتناسب مع متطلبات الاختبار أو التطبيق.</a:t>
            </a:r>
          </a:p>
          <a:p>
            <a:pPr marL="171450" indent="-171450"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اختيار الشكل الموجي: يمكن تحديد الأشكال الموجية المختلفة، مثل الجيبية والمربع والمثلثية والمنشارية، لمحاكاة أنواع الإشارات المختلفة.</a:t>
            </a:r>
          </a:p>
          <a:p>
            <a:pPr marL="171450" indent="-171450"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خيارات التعديل: تتيح بعض المولدات إمكانات التعديل، ما يسمح بإضافة تعديل السعة أو تعديل التردد أو تعديل الطور (PM) إلى إشارة الخرج.</a:t>
            </a:r>
          </a:p>
          <a:p>
            <a:pPr rtl="1">
              <a:buFont typeface="Arial" panose="020B0604020202020204" pitchFamily="34" charset="0"/>
              <a:buChar char="•"/>
            </a:pPr>
            <a:endParaRPr lang="en-GB" sz="1600" dirty="0">
              <a:effectLst/>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2364852F-2A1F-7DA8-558E-A17CB34DD741}"/>
              </a:ext>
            </a:extLst>
          </p:cNvPr>
          <p:cNvSpPr txBox="1">
            <a:spLocks/>
          </p:cNvSpPr>
          <p:nvPr/>
        </p:nvSpPr>
        <p:spPr bwMode="auto">
          <a:xfrm>
            <a:off x="35496" y="657923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A103000399221</a:t>
            </a:r>
            <a:endParaRPr lang="ar" sz="1000" dirty="0"/>
          </a:p>
        </p:txBody>
      </p:sp>
      <p:pic>
        <p:nvPicPr>
          <p:cNvPr id="3" name="Picture 2" descr="A close-up of a device&#10;&#10;Description automatically generated">
            <a:extLst>
              <a:ext uri="{FF2B5EF4-FFF2-40B4-BE49-F238E27FC236}">
                <a16:creationId xmlns:a16="http://schemas.microsoft.com/office/drawing/2014/main" id="{A8C141EE-80BD-E090-A3B3-2C629352D7C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220072" y="2708920"/>
            <a:ext cx="3267117" cy="2492896"/>
          </a:xfrm>
          <a:prstGeom prst="rect">
            <a:avLst/>
          </a:prstGeom>
        </p:spPr>
      </p:pic>
    </p:spTree>
    <p:extLst>
      <p:ext uri="{BB962C8B-B14F-4D97-AF65-F5344CB8AC3E}">
        <p14:creationId xmlns:p14="http://schemas.microsoft.com/office/powerpoint/2010/main" val="2195799103"/>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تشغيل أجهزة الاختبار الرقمية:</a:t>
            </a:r>
            <a:br>
              <a:rPr lang="en-GB" altLang="en-US" sz="2200" b="1" dirty="0">
                <a:latin typeface="Sakkal Majalla" panose="02000000000000000000" pitchFamily="2" charset="-78"/>
                <a:cs typeface="Sakkal Majalla" panose="02000000000000000000" pitchFamily="2" charset="-78"/>
              </a:rPr>
            </a:br>
            <a:r>
              <a:rPr lang="ar" sz="2200" b="1" dirty="0">
                <a:latin typeface="Sakkal Majalla" panose="02000000000000000000" pitchFamily="2" charset="-78"/>
                <a:cs typeface="Sakkal Majalla" panose="02000000000000000000" pitchFamily="2" charset="-78"/>
              </a:rPr>
              <a:t>مولد إشارة متناوب</a:t>
            </a:r>
          </a:p>
        </p:txBody>
      </p:sp>
      <p:sp>
        <p:nvSpPr>
          <p:cNvPr id="6" name="TextBox 5">
            <a:extLst>
              <a:ext uri="{FF2B5EF4-FFF2-40B4-BE49-F238E27FC236}">
                <a16:creationId xmlns:a16="http://schemas.microsoft.com/office/drawing/2014/main" id="{F665C2B9-A6BA-4657-80F7-EFCD79045C74}"/>
              </a:ext>
            </a:extLst>
          </p:cNvPr>
          <p:cNvSpPr txBox="1"/>
          <p:nvPr/>
        </p:nvSpPr>
        <p:spPr>
          <a:xfrm>
            <a:off x="4788024" y="1772816"/>
            <a:ext cx="4176464" cy="2862322"/>
          </a:xfrm>
          <a:prstGeom prst="rect">
            <a:avLst/>
          </a:prstGeom>
          <a:noFill/>
        </p:spPr>
        <p:txBody>
          <a:bodyPr wrap="square" rtlCol="1">
            <a:spAutoFit/>
          </a:bodyPr>
          <a:lstStyle/>
          <a:p>
            <a:pPr rtl="1"/>
            <a:r>
              <a:rPr lang="ar" sz="2000" b="1" dirty="0">
                <a:effectLst/>
                <a:latin typeface="Sakkal Majalla" panose="02000000000000000000" pitchFamily="2" charset="-78"/>
                <a:cs typeface="Sakkal Majalla" panose="02000000000000000000" pitchFamily="2" charset="-78"/>
              </a:rPr>
              <a:t>التطبيقات</a:t>
            </a:r>
          </a:p>
          <a:p>
            <a:pPr rtl="1"/>
            <a:endParaRPr lang="en-GB" sz="2000" b="1" dirty="0">
              <a:effectLst/>
              <a:latin typeface="Sakkal Majalla" panose="02000000000000000000" pitchFamily="2" charset="-78"/>
              <a:cs typeface="Sakkal Majalla" panose="02000000000000000000" pitchFamily="2" charset="-78"/>
            </a:endParaRPr>
          </a:p>
          <a:p>
            <a:pPr marL="171450" indent="-171450" rtl="1">
              <a:buFont typeface="Arial" panose="020B0604020202020204" pitchFamily="34" charset="0"/>
              <a:buChar char="•"/>
            </a:pPr>
            <a:r>
              <a:rPr lang="ar" sz="2000" dirty="0">
                <a:effectLst/>
                <a:latin typeface="Sakkal Majalla" panose="02000000000000000000" pitchFamily="2" charset="-78"/>
                <a:cs typeface="Sakkal Majalla" panose="02000000000000000000" pitchFamily="2" charset="-78"/>
              </a:rPr>
              <a:t>تُستخدم مولدات الإشارات المتناوبة في نطاق واسع في مختبرات الإلكترونيات والبحث والتطوير والتصنيع والمؤسسات التعليمية.</a:t>
            </a:r>
          </a:p>
          <a:p>
            <a:pPr marL="171450" indent="-171450" rtl="1">
              <a:buFont typeface="Arial" panose="020B0604020202020204" pitchFamily="34" charset="0"/>
              <a:buChar char="•"/>
            </a:pPr>
            <a:r>
              <a:rPr lang="ar" sz="2000" dirty="0">
                <a:effectLst/>
                <a:latin typeface="Sakkal Majalla" panose="02000000000000000000" pitchFamily="2" charset="-78"/>
                <a:cs typeface="Sakkal Majalla" panose="02000000000000000000" pitchFamily="2" charset="-78"/>
              </a:rPr>
              <a:t>فهي أدوات أساسية لاختبار الدوائر الإلكترونية والتحقق من مطابقتها للمواصفات، وتوصيف المكونات، ومحاكاة إشارات العالم الحقيقي لأغراض التحليل والتصميم.</a:t>
            </a:r>
          </a:p>
        </p:txBody>
      </p:sp>
      <p:sp>
        <p:nvSpPr>
          <p:cNvPr id="2" name="Footer Placeholder 2">
            <a:extLst>
              <a:ext uri="{FF2B5EF4-FFF2-40B4-BE49-F238E27FC236}">
                <a16:creationId xmlns:a16="http://schemas.microsoft.com/office/drawing/2014/main" id="{BCF575C0-7643-48DF-7702-8888D17EB7B3}"/>
              </a:ext>
            </a:extLst>
          </p:cNvPr>
          <p:cNvSpPr txBox="1">
            <a:spLocks/>
          </p:cNvSpPr>
          <p:nvPr/>
        </p:nvSpPr>
        <p:spPr bwMode="auto">
          <a:xfrm>
            <a:off x="35496" y="657923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A103000399221</a:t>
            </a:r>
            <a:endParaRPr lang="ar" sz="1000" dirty="0"/>
          </a:p>
        </p:txBody>
      </p:sp>
      <p:pic>
        <p:nvPicPr>
          <p:cNvPr id="3" name="Picture 2" descr="A close-up of hands working on a circuit board&#10;&#10;Description automatically generated">
            <a:extLst>
              <a:ext uri="{FF2B5EF4-FFF2-40B4-BE49-F238E27FC236}">
                <a16:creationId xmlns:a16="http://schemas.microsoft.com/office/drawing/2014/main" id="{60068891-23C9-7272-0573-9F9D383AD29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19817" y="2564904"/>
            <a:ext cx="4030924" cy="2682231"/>
          </a:xfrm>
          <a:prstGeom prst="rect">
            <a:avLst/>
          </a:prstGeom>
        </p:spPr>
      </p:pic>
    </p:spTree>
    <p:extLst>
      <p:ext uri="{BB962C8B-B14F-4D97-AF65-F5344CB8AC3E}">
        <p14:creationId xmlns:p14="http://schemas.microsoft.com/office/powerpoint/2010/main" val="3208982819"/>
      </p:ext>
    </p:extLst>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تشغيل أجهزة الاختبار الرقمية:</a:t>
            </a:r>
            <a:br>
              <a:rPr lang="en-GB" altLang="en-US" sz="2200" b="1" dirty="0">
                <a:latin typeface="Sakkal Majalla" panose="02000000000000000000" pitchFamily="2" charset="-78"/>
                <a:cs typeface="Sakkal Majalla" panose="02000000000000000000" pitchFamily="2" charset="-78"/>
              </a:rPr>
            </a:br>
            <a:r>
              <a:rPr lang="ar" sz="2200" b="1" dirty="0">
                <a:latin typeface="Sakkal Majalla" panose="02000000000000000000" pitchFamily="2" charset="-78"/>
                <a:cs typeface="Sakkal Majalla" panose="02000000000000000000" pitchFamily="2" charset="-78"/>
              </a:rPr>
              <a:t>مولدات النبض الرقمي</a:t>
            </a:r>
          </a:p>
        </p:txBody>
      </p:sp>
      <p:sp>
        <p:nvSpPr>
          <p:cNvPr id="6" name="TextBox 5">
            <a:extLst>
              <a:ext uri="{FF2B5EF4-FFF2-40B4-BE49-F238E27FC236}">
                <a16:creationId xmlns:a16="http://schemas.microsoft.com/office/drawing/2014/main" id="{F665C2B9-A6BA-4657-80F7-EFCD79045C74}"/>
              </a:ext>
            </a:extLst>
          </p:cNvPr>
          <p:cNvSpPr txBox="1"/>
          <p:nvPr/>
        </p:nvSpPr>
        <p:spPr>
          <a:xfrm>
            <a:off x="4283968" y="1484784"/>
            <a:ext cx="4608512" cy="5016758"/>
          </a:xfrm>
          <a:prstGeom prst="rect">
            <a:avLst/>
          </a:prstGeom>
          <a:noFill/>
        </p:spPr>
        <p:txBody>
          <a:bodyPr wrap="square" rtlCol="1">
            <a:spAutoFit/>
          </a:bodyPr>
          <a:lstStyle/>
          <a:p>
            <a:pPr rtl="1"/>
            <a:r>
              <a:rPr lang="ar" sz="1600" b="1" dirty="0">
                <a:effectLst/>
                <a:latin typeface="Sakkal Majalla" panose="02000000000000000000" pitchFamily="2" charset="-78"/>
                <a:cs typeface="Sakkal Majalla" panose="02000000000000000000" pitchFamily="2" charset="-78"/>
              </a:rPr>
              <a:t>نظرة عامة</a:t>
            </a:r>
          </a:p>
          <a:p>
            <a:pPr rtl="1"/>
            <a:r>
              <a:rPr lang="ar" sz="1600" dirty="0">
                <a:effectLst/>
                <a:latin typeface="Sakkal Majalla" panose="02000000000000000000" pitchFamily="2" charset="-78"/>
                <a:cs typeface="Sakkal Majalla" panose="02000000000000000000" pitchFamily="2" charset="-78"/>
              </a:rPr>
              <a:t>مولدات النبض الرقمي هي أجهزة إلكترونية تولد نبضات دقيقة من الإشارات الرقمية.</a:t>
            </a:r>
            <a:endParaRPr lang="en-GB" sz="1600" dirty="0">
              <a:latin typeface="Sakkal Majalla" panose="02000000000000000000" pitchFamily="2" charset="-78"/>
              <a:cs typeface="Sakkal Majalla" panose="02000000000000000000" pitchFamily="2" charset="-78"/>
            </a:endParaRPr>
          </a:p>
          <a:p>
            <a:pPr rtl="1"/>
            <a:endParaRPr lang="en-GB" sz="1600" dirty="0">
              <a:effectLst/>
              <a:latin typeface="Sakkal Majalla" panose="02000000000000000000" pitchFamily="2" charset="-78"/>
              <a:cs typeface="Sakkal Majalla" panose="02000000000000000000" pitchFamily="2" charset="-78"/>
            </a:endParaRPr>
          </a:p>
          <a:p>
            <a:pPr rtl="1"/>
            <a:r>
              <a:rPr lang="ar" sz="1600" b="1" dirty="0">
                <a:effectLst/>
                <a:latin typeface="Sakkal Majalla" panose="02000000000000000000" pitchFamily="2" charset="-78"/>
                <a:cs typeface="Sakkal Majalla" panose="02000000000000000000" pitchFamily="2" charset="-78"/>
              </a:rPr>
              <a:t>الميزات</a:t>
            </a:r>
          </a:p>
          <a:p>
            <a:pPr marL="171450" indent="-171450"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تحكم عالي الدقة في التوقيت</a:t>
            </a:r>
          </a:p>
          <a:p>
            <a:pPr marL="171450" indent="-171450"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عرض وتردد نبضي متغيران</a:t>
            </a:r>
          </a:p>
          <a:p>
            <a:pPr marL="171450" indent="-171450"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قنوات خرج متعددة</a:t>
            </a:r>
          </a:p>
          <a:p>
            <a:pPr marL="171450" indent="-171450"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عرض إشارة للمراقبة في الوقت الفعلي</a:t>
            </a:r>
          </a:p>
          <a:p>
            <a:pPr rtl="1">
              <a:buFont typeface="Arial" panose="020B0604020202020204" pitchFamily="34" charset="0"/>
              <a:buChar char="•"/>
            </a:pPr>
            <a:endParaRPr lang="en-GB" sz="1600" dirty="0">
              <a:effectLst/>
              <a:latin typeface="Sakkal Majalla" panose="02000000000000000000" pitchFamily="2" charset="-78"/>
              <a:cs typeface="Sakkal Majalla" panose="02000000000000000000" pitchFamily="2" charset="-78"/>
            </a:endParaRPr>
          </a:p>
          <a:p>
            <a:pPr rtl="1">
              <a:buFont typeface="Arial" panose="020B0604020202020204" pitchFamily="34" charset="0"/>
              <a:buChar char="•"/>
            </a:pPr>
            <a:endParaRPr lang="en-GB" sz="1600" dirty="0">
              <a:latin typeface="Sakkal Majalla" panose="02000000000000000000" pitchFamily="2" charset="-78"/>
              <a:cs typeface="Sakkal Majalla" panose="02000000000000000000" pitchFamily="2" charset="-78"/>
            </a:endParaRPr>
          </a:p>
          <a:p>
            <a:pPr marL="0" indent="0" rtl="1">
              <a:buNone/>
            </a:pPr>
            <a:r>
              <a:rPr lang="ar" sz="1600" b="1" dirty="0">
                <a:effectLst/>
                <a:latin typeface="Sakkal Majalla" panose="02000000000000000000" pitchFamily="2" charset="-78"/>
                <a:cs typeface="Sakkal Majalla" panose="02000000000000000000" pitchFamily="2" charset="-78"/>
              </a:rPr>
              <a:t>مصدر طاقة تيار مستمر مستقر</a:t>
            </a:r>
          </a:p>
          <a:p>
            <a:pPr marL="0" indent="0" rtl="1">
              <a:buNone/>
            </a:pPr>
            <a:endParaRPr lang="en-GB" sz="1600" b="1" dirty="0">
              <a:effectLst/>
              <a:latin typeface="Sakkal Majalla" panose="02000000000000000000" pitchFamily="2" charset="-78"/>
              <a:cs typeface="Sakkal Majalla" panose="02000000000000000000" pitchFamily="2" charset="-78"/>
            </a:endParaRPr>
          </a:p>
          <a:p>
            <a:pPr marL="0" indent="0" rtl="1">
              <a:buNone/>
            </a:pPr>
            <a:r>
              <a:rPr lang="ar" sz="1600" b="1" dirty="0">
                <a:effectLst/>
                <a:latin typeface="Sakkal Majalla" panose="02000000000000000000" pitchFamily="2" charset="-78"/>
                <a:cs typeface="Sakkal Majalla" panose="02000000000000000000" pitchFamily="2" charset="-78"/>
              </a:rPr>
              <a:t>تنظيم الجهد</a:t>
            </a:r>
          </a:p>
          <a:p>
            <a:pPr rtl="1"/>
            <a:r>
              <a:rPr lang="ar" sz="1600" dirty="0">
                <a:effectLst/>
                <a:latin typeface="Sakkal Majalla" panose="02000000000000000000" pitchFamily="2" charset="-78"/>
                <a:cs typeface="Sakkal Majalla" panose="02000000000000000000" pitchFamily="2" charset="-78"/>
              </a:rPr>
              <a:t>يضمن مصدر طاقة التيار المستمر المستقر خرجًا ثابتًا للجهد، بغض النظر عن التغيرات في جهد الدخل أو اختلافات الحمل.</a:t>
            </a:r>
          </a:p>
          <a:p>
            <a:pPr rtl="1">
              <a:buFont typeface="Arial" panose="020B0604020202020204" pitchFamily="34" charset="0"/>
              <a:buChar char="•"/>
            </a:pPr>
            <a:endParaRPr lang="en-GB" sz="1600" dirty="0">
              <a:latin typeface="Sakkal Majalla" panose="02000000000000000000" pitchFamily="2" charset="-78"/>
              <a:cs typeface="Sakkal Majalla" panose="02000000000000000000" pitchFamily="2" charset="-78"/>
            </a:endParaRPr>
          </a:p>
          <a:p>
            <a:pPr marL="0" indent="0" rtl="1">
              <a:buNone/>
            </a:pPr>
            <a:r>
              <a:rPr lang="ar" sz="1600" b="1" dirty="0">
                <a:effectLst/>
                <a:latin typeface="Sakkal Majalla" panose="02000000000000000000" pitchFamily="2" charset="-78"/>
                <a:cs typeface="Sakkal Majalla" panose="02000000000000000000" pitchFamily="2" charset="-78"/>
              </a:rPr>
              <a:t>تحديد التيار</a:t>
            </a:r>
          </a:p>
          <a:p>
            <a:pPr rtl="1"/>
            <a:r>
              <a:rPr lang="ar" sz="1600" dirty="0">
                <a:effectLst/>
                <a:latin typeface="Sakkal Majalla" panose="02000000000000000000" pitchFamily="2" charset="-78"/>
                <a:cs typeface="Sakkal Majalla" panose="02000000000000000000" pitchFamily="2" charset="-78"/>
              </a:rPr>
              <a:t>يتضمن مصدر الطاقة ميزة تحديد التيار التي تمنع التدفق المفرط للتيار وتحمي الأجهزة المتصلة من التلف</a:t>
            </a:r>
            <a:r>
              <a:rPr lang="ar" sz="1600" dirty="0">
                <a:latin typeface="Sakkal Majalla" panose="02000000000000000000" pitchFamily="2" charset="-78"/>
                <a:cs typeface="Sakkal Majalla" panose="02000000000000000000" pitchFamily="2" charset="-78"/>
              </a:rPr>
              <a:t>.</a:t>
            </a:r>
            <a:endParaRPr lang="en-GB" sz="1600" dirty="0">
              <a:effectLst/>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141B3306-5717-7BB6-2316-86DC6F309948}"/>
              </a:ext>
            </a:extLst>
          </p:cNvPr>
          <p:cNvSpPr txBox="1">
            <a:spLocks/>
          </p:cNvSpPr>
          <p:nvPr/>
        </p:nvSpPr>
        <p:spPr bwMode="auto">
          <a:xfrm>
            <a:off x="35496" y="657923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A103000399221</a:t>
            </a:r>
            <a:endParaRPr lang="ar" sz="1000" dirty="0"/>
          </a:p>
        </p:txBody>
      </p:sp>
      <p:pic>
        <p:nvPicPr>
          <p:cNvPr id="3" name="Picture 2" descr="A close-up of a machine&#10;&#10;Description automatically generated">
            <a:extLst>
              <a:ext uri="{FF2B5EF4-FFF2-40B4-BE49-F238E27FC236}">
                <a16:creationId xmlns:a16="http://schemas.microsoft.com/office/drawing/2014/main" id="{8209D076-92BD-352C-78C9-A2DBD1348CC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91765" y="2636912"/>
            <a:ext cx="3563888" cy="2379085"/>
          </a:xfrm>
          <a:prstGeom prst="rect">
            <a:avLst/>
          </a:prstGeom>
        </p:spPr>
      </p:pic>
    </p:spTree>
    <p:extLst>
      <p:ext uri="{BB962C8B-B14F-4D97-AF65-F5344CB8AC3E}">
        <p14:creationId xmlns:p14="http://schemas.microsoft.com/office/powerpoint/2010/main" val="1596163887"/>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004048" y="1412776"/>
            <a:ext cx="3744416" cy="432048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effectLst/>
                <a:latin typeface="Sakkal Majalla" panose="02000000000000000000" pitchFamily="2" charset="-78"/>
                <a:cs typeface="Sakkal Majalla" panose="02000000000000000000" pitchFamily="2" charset="-78"/>
              </a:rPr>
              <a:t>ما هو مولد الكلمات الثنائية؟</a:t>
            </a:r>
          </a:p>
          <a:p>
            <a:pPr marL="0" indent="0" rtl="1">
              <a:buNone/>
            </a:pPr>
            <a:r>
              <a:rPr lang="ar" sz="1600" dirty="0">
                <a:effectLst/>
                <a:latin typeface="Sakkal Majalla" panose="02000000000000000000" pitchFamily="2" charset="-78"/>
                <a:cs typeface="Sakkal Majalla" panose="02000000000000000000" pitchFamily="2" charset="-78"/>
              </a:rPr>
              <a:t>مولد الكلمات الثنائية هو جهاز يُوَلِّد تسلسلات من الأصفار والآحاد (0 و 1). ويُستخدم بشكل شائع في اختبار الأنظمة الرقمية وبروتوكولات الاتصال.</a:t>
            </a:r>
          </a:p>
          <a:p>
            <a:pPr rtl="1"/>
            <a:endParaRPr lang="en-GB" sz="1600" dirty="0">
              <a:latin typeface="Sakkal Majalla" panose="02000000000000000000" pitchFamily="2" charset="-78"/>
              <a:cs typeface="Sakkal Majalla" panose="02000000000000000000" pitchFamily="2" charset="-78"/>
            </a:endParaRPr>
          </a:p>
          <a:p>
            <a:pPr marL="0" indent="0" rtl="1">
              <a:buNone/>
            </a:pPr>
            <a:r>
              <a:rPr lang="ar" sz="1600" b="1" dirty="0">
                <a:effectLst/>
                <a:latin typeface="Sakkal Majalla" panose="02000000000000000000" pitchFamily="2" charset="-78"/>
                <a:cs typeface="Sakkal Majalla" panose="02000000000000000000" pitchFamily="2" charset="-78"/>
              </a:rPr>
              <a:t>العناصر التشغيلية</a:t>
            </a:r>
          </a:p>
          <a:p>
            <a:pPr rtl="1"/>
            <a:r>
              <a:rPr lang="ar" sz="1600" b="1" dirty="0">
                <a:effectLst/>
                <a:latin typeface="Sakkal Majalla" panose="02000000000000000000" pitchFamily="2" charset="-78"/>
                <a:cs typeface="Sakkal Majalla" panose="02000000000000000000" pitchFamily="2" charset="-78"/>
              </a:rPr>
              <a:t>طول الكلمة:</a:t>
            </a:r>
            <a:r>
              <a:rPr lang="ar" sz="1600" dirty="0">
                <a:effectLst/>
                <a:latin typeface="Sakkal Majalla" panose="02000000000000000000" pitchFamily="2" charset="-78"/>
                <a:cs typeface="Sakkal Majalla" panose="02000000000000000000" pitchFamily="2" charset="-78"/>
              </a:rPr>
              <a:t> يسمح مولد الكلمات الثنائية للمستخدمين بتحديد طول الكلمات الثنائية المراد إنشاؤها.</a:t>
            </a:r>
          </a:p>
          <a:p>
            <a:pPr rtl="1"/>
            <a:r>
              <a:rPr lang="ar" sz="1600" b="1" dirty="0">
                <a:effectLst/>
                <a:latin typeface="Sakkal Majalla" panose="02000000000000000000" pitchFamily="2" charset="-78"/>
                <a:cs typeface="Sakkal Majalla" panose="02000000000000000000" pitchFamily="2" charset="-78"/>
              </a:rPr>
              <a:t>أنماط البيانات:</a:t>
            </a:r>
            <a:r>
              <a:rPr lang="ar" sz="1600" dirty="0">
                <a:effectLst/>
                <a:latin typeface="Sakkal Majalla" panose="02000000000000000000" pitchFamily="2" charset="-78"/>
                <a:cs typeface="Sakkal Majalla" panose="02000000000000000000" pitchFamily="2" charset="-78"/>
              </a:rPr>
              <a:t> يقدم أنماط بيانات متنوعة مثل الأنماط العشوائية والمتكررة والمحددة من قبل المستخدم.</a:t>
            </a:r>
          </a:p>
          <a:p>
            <a:pPr rtl="1"/>
            <a:r>
              <a:rPr lang="ar" sz="1600" b="1" dirty="0">
                <a:effectLst/>
                <a:latin typeface="Sakkal Majalla" panose="02000000000000000000" pitchFamily="2" charset="-78"/>
                <a:cs typeface="Sakkal Majalla" panose="02000000000000000000" pitchFamily="2" charset="-78"/>
              </a:rPr>
              <a:t>تردد الساعة:</a:t>
            </a:r>
            <a:r>
              <a:rPr lang="ar" sz="1600" dirty="0">
                <a:effectLst/>
                <a:latin typeface="Sakkal Majalla" panose="02000000000000000000" pitchFamily="2" charset="-78"/>
                <a:cs typeface="Sakkal Majalla" panose="02000000000000000000" pitchFamily="2" charset="-78"/>
              </a:rPr>
              <a:t> يمكن للمستخدمين ضبط تردد الساعة المستخدم لإنشاء الكلمات الثنائية.</a:t>
            </a:r>
          </a:p>
          <a:p>
            <a:pPr rtl="1"/>
            <a:r>
              <a:rPr lang="ar" sz="1600" b="1" dirty="0">
                <a:effectLst/>
                <a:latin typeface="Sakkal Majalla" panose="02000000000000000000" pitchFamily="2" charset="-78"/>
                <a:cs typeface="Sakkal Majalla" panose="02000000000000000000" pitchFamily="2" charset="-78"/>
              </a:rPr>
              <a:t>تنسيق الخرج:</a:t>
            </a:r>
            <a:r>
              <a:rPr lang="ar" sz="1600" dirty="0">
                <a:effectLst/>
                <a:latin typeface="Sakkal Majalla" panose="02000000000000000000" pitchFamily="2" charset="-78"/>
                <a:cs typeface="Sakkal Majalla" panose="02000000000000000000" pitchFamily="2" charset="-78"/>
              </a:rPr>
              <a:t> يمكن إخراج الكلمات الثنائية المُولَّدة بتنسيقات مختلفة، مثل TTL وCMOS أو إشارات تفاضلية.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تشغيل أجهزة الاختبار الرقمية:</a:t>
            </a:r>
            <a:br>
              <a:rPr lang="en-GB" altLang="en-US" sz="2200" b="1" dirty="0">
                <a:latin typeface="Sakkal Majalla" panose="02000000000000000000" pitchFamily="2" charset="-78"/>
                <a:cs typeface="Sakkal Majalla" panose="02000000000000000000" pitchFamily="2" charset="-78"/>
              </a:rPr>
            </a:br>
            <a:r>
              <a:rPr lang="ar" sz="2200" b="1" dirty="0">
                <a:latin typeface="Sakkal Majalla" panose="02000000000000000000" pitchFamily="2" charset="-78"/>
                <a:cs typeface="Sakkal Majalla" panose="02000000000000000000" pitchFamily="2" charset="-78"/>
              </a:rPr>
              <a:t>مولد الكلمات الثنائية</a:t>
            </a:r>
          </a:p>
        </p:txBody>
      </p:sp>
      <p:sp>
        <p:nvSpPr>
          <p:cNvPr id="2" name="Footer Placeholder 2">
            <a:extLst>
              <a:ext uri="{FF2B5EF4-FFF2-40B4-BE49-F238E27FC236}">
                <a16:creationId xmlns:a16="http://schemas.microsoft.com/office/drawing/2014/main" id="{EF263C68-01AA-F528-BD0C-D615B13E71C1}"/>
              </a:ext>
            </a:extLst>
          </p:cNvPr>
          <p:cNvSpPr txBox="1">
            <a:spLocks/>
          </p:cNvSpPr>
          <p:nvPr/>
        </p:nvSpPr>
        <p:spPr bwMode="auto">
          <a:xfrm>
            <a:off x="35496" y="657923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A103000399221</a:t>
            </a:r>
            <a:endParaRPr lang="ar" sz="1000" dirty="0"/>
          </a:p>
        </p:txBody>
      </p:sp>
      <p:pic>
        <p:nvPicPr>
          <p:cNvPr id="3" name="Picture 2" descr="A blue swirl of numbers&#10;&#10;Description automatically generated with medium confidence">
            <a:extLst>
              <a:ext uri="{FF2B5EF4-FFF2-40B4-BE49-F238E27FC236}">
                <a16:creationId xmlns:a16="http://schemas.microsoft.com/office/drawing/2014/main" id="{1BD7CE89-295A-1A3D-1219-71BFB544299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83568" y="2636912"/>
            <a:ext cx="3803915" cy="2139702"/>
          </a:xfrm>
          <a:prstGeom prst="rect">
            <a:avLst/>
          </a:prstGeom>
        </p:spPr>
      </p:pic>
    </p:spTree>
    <p:extLst>
      <p:ext uri="{BB962C8B-B14F-4D97-AF65-F5344CB8AC3E}">
        <p14:creationId xmlns:p14="http://schemas.microsoft.com/office/powerpoint/2010/main" val="1380537432"/>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latin typeface="Sakkal Majalla" panose="02000000000000000000" pitchFamily="2" charset="-78"/>
                <a:cs typeface="Sakkal Majalla" panose="02000000000000000000" pitchFamily="2" charset="-78"/>
              </a:rPr>
              <a:t>نتاج التعلم ب</a:t>
            </a:r>
            <a:br>
              <a:rPr lang="en-US" altLang="en-US" sz="2600" dirty="0">
                <a:latin typeface="Sakkal Majalla" panose="02000000000000000000" pitchFamily="2" charset="-78"/>
                <a:cs typeface="Sakkal Majalla" panose="02000000000000000000" pitchFamily="2" charset="-78"/>
              </a:rPr>
            </a:br>
            <a:br>
              <a:rPr lang="en-US" altLang="en-US" sz="2600" dirty="0">
                <a:latin typeface="Sakkal Majalla" panose="02000000000000000000" pitchFamily="2" charset="-78"/>
                <a:cs typeface="Sakkal Majalla" panose="02000000000000000000" pitchFamily="2" charset="-78"/>
              </a:rPr>
            </a:br>
            <a:endParaRPr lang="en-GB" altLang="en-US" sz="2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1" y="2493962"/>
            <a:ext cx="9143999" cy="1799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 دراسة تقنيات اكتشاف الأعطال وخطط الاختبار المستخدمة عند قياس واختبار الدوائر الإلكترونية. </a:t>
            </a:r>
            <a:br>
              <a:rPr lang="en-GB" altLang="en-US" sz="3800" b="1" dirty="0">
                <a:latin typeface="Sakkal Majalla" panose="02000000000000000000" pitchFamily="2" charset="-78"/>
                <a:cs typeface="Sakkal Majalla" panose="02000000000000000000" pitchFamily="2" charset="-78"/>
              </a:rPr>
            </a:br>
            <a:endParaRPr lang="en-GB" altLang="en-US" sz="38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CD2CBD16-C25F-34E3-1D93-AF2015BFF202}"/>
              </a:ext>
            </a:extLst>
          </p:cNvPr>
          <p:cNvSpPr txBox="1">
            <a:spLocks/>
          </p:cNvSpPr>
          <p:nvPr/>
        </p:nvSpPr>
        <p:spPr bwMode="auto">
          <a:xfrm>
            <a:off x="35496" y="657923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A103000399221</a:t>
            </a:r>
            <a:endParaRPr lang="ar" sz="1000" dirty="0"/>
          </a:p>
        </p:txBody>
      </p:sp>
    </p:spTree>
    <p:extLst>
      <p:ext uri="{BB962C8B-B14F-4D97-AF65-F5344CB8AC3E}">
        <p14:creationId xmlns:p14="http://schemas.microsoft.com/office/powerpoint/2010/main" val="3677341621"/>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44008" y="1124744"/>
            <a:ext cx="4248472" cy="573325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effectLst/>
                <a:latin typeface="Sakkal Majalla" panose="02000000000000000000" pitchFamily="2" charset="-78"/>
                <a:cs typeface="Sakkal Majalla" panose="02000000000000000000" pitchFamily="2" charset="-78"/>
              </a:rPr>
              <a:t>الفحص البصري</a:t>
            </a:r>
          </a:p>
          <a:p>
            <a:pPr marL="0" indent="0" rtl="1">
              <a:buNone/>
            </a:pPr>
            <a:r>
              <a:rPr lang="ar" sz="1600" dirty="0">
                <a:effectLst/>
                <a:latin typeface="Sakkal Majalla" panose="02000000000000000000" pitchFamily="2" charset="-78"/>
                <a:cs typeface="Sakkal Majalla" panose="02000000000000000000" pitchFamily="2" charset="-78"/>
              </a:rPr>
              <a:t>الفحص البصري هو أول اختبار يُجرى عادةً. ويتضمن إجراء فحص بصري للدائرة الإلكترونية بحثًا عن أي علامات للأعطال. وفي ما يأتي خطوات الفحص البصري:</a:t>
            </a:r>
          </a:p>
          <a:p>
            <a:pPr rtl="1"/>
            <a:endParaRPr lang="en-GB" sz="1600" dirty="0">
              <a:latin typeface="Sakkal Majalla" panose="02000000000000000000" pitchFamily="2" charset="-78"/>
              <a:cs typeface="Sakkal Majalla" panose="02000000000000000000" pitchFamily="2" charset="-78"/>
            </a:endParaRPr>
          </a:p>
          <a:p>
            <a:pPr rtl="1">
              <a:buFont typeface="+mj-lt"/>
              <a:buAutoNum type="arabicPeriod"/>
            </a:pPr>
            <a:r>
              <a:rPr lang="ar" sz="1600" dirty="0">
                <a:effectLst/>
                <a:latin typeface="Sakkal Majalla" panose="02000000000000000000" pitchFamily="2" charset="-78"/>
                <a:cs typeface="Sakkal Majalla" panose="02000000000000000000" pitchFamily="2" charset="-78"/>
              </a:rPr>
              <a:t>البحث عن علامات المكونات المحترقة أو المتلفة. ويمكن أن يستدل عليها بتغير اللون أو وجود أجزاء ذائبة أو رؤية التلف.</a:t>
            </a:r>
          </a:p>
          <a:p>
            <a:pPr rtl="1">
              <a:buFont typeface="+mj-lt"/>
              <a:buAutoNum type="arabicPeriod"/>
            </a:pPr>
            <a:r>
              <a:rPr lang="ar" sz="1600" dirty="0">
                <a:effectLst/>
                <a:latin typeface="Sakkal Majalla" panose="02000000000000000000" pitchFamily="2" charset="-78"/>
                <a:cs typeface="Sakkal Majalla" panose="02000000000000000000" pitchFamily="2" charset="-78"/>
              </a:rPr>
              <a:t>فحص التوصيلات والأسلاك بحثًا عن أي قطع أو انفصال. التأكد من أن جميع التوصيلات آمنة وملحومة جيِّدًا.</a:t>
            </a:r>
          </a:p>
          <a:p>
            <a:pPr rtl="1">
              <a:buFont typeface="+mj-lt"/>
              <a:buAutoNum type="arabicPeriod"/>
            </a:pPr>
            <a:r>
              <a:rPr lang="ar" sz="1600" dirty="0">
                <a:effectLst/>
                <a:latin typeface="Sakkal Majalla" panose="02000000000000000000" pitchFamily="2" charset="-78"/>
                <a:cs typeface="Sakkal Majalla" panose="02000000000000000000" pitchFamily="2" charset="-78"/>
              </a:rPr>
              <a:t>مقارنة قيم المكونات بمخططات الدوائر لتحديد أي أخطاء أو تباينات.</a:t>
            </a:r>
          </a:p>
          <a:p>
            <a:pPr rtl="1">
              <a:buFont typeface="+mj-lt"/>
              <a:buAutoNum type="arabicPeriod"/>
            </a:pPr>
            <a:endParaRPr lang="en-GB" sz="1600" dirty="0">
              <a:effectLst/>
              <a:latin typeface="Sakkal Majalla" panose="02000000000000000000" pitchFamily="2" charset="-78"/>
              <a:cs typeface="Sakkal Majalla" panose="02000000000000000000" pitchFamily="2" charset="-78"/>
            </a:endParaRPr>
          </a:p>
          <a:p>
            <a:pPr marL="0" indent="0" rtl="1">
              <a:buNone/>
            </a:pPr>
            <a:r>
              <a:rPr lang="ar" sz="1600" dirty="0">
                <a:effectLst/>
                <a:latin typeface="Sakkal Majalla" panose="02000000000000000000" pitchFamily="2" charset="-78"/>
                <a:cs typeface="Sakkal Majalla" panose="02000000000000000000" pitchFamily="2" charset="-78"/>
              </a:rPr>
              <a:t>يعد الفحص البصري خطوة مهمة في اكتشاف الأعطال، لأنه يمكن أن يساعد على تحديد الأعطال الواضحة التي قد تؤثر في أداء الدائرة. إذا اكتشفت أي أعطال في أثناء الفحص البصري، فإنه يمكن إجراء المزيد من الاختبارات والقياسات لتحديد السبب الدقيق للمشكلة.</a:t>
            </a:r>
            <a:endParaRPr lang="en-GB" sz="1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الفحص البصري</a:t>
            </a:r>
          </a:p>
        </p:txBody>
      </p:sp>
      <p:sp>
        <p:nvSpPr>
          <p:cNvPr id="2" name="Footer Placeholder 2">
            <a:extLst>
              <a:ext uri="{FF2B5EF4-FFF2-40B4-BE49-F238E27FC236}">
                <a16:creationId xmlns:a16="http://schemas.microsoft.com/office/drawing/2014/main" id="{F443D410-A77E-4DB7-F1B5-13FE21D5EFCE}"/>
              </a:ext>
            </a:extLst>
          </p:cNvPr>
          <p:cNvSpPr txBox="1">
            <a:spLocks/>
          </p:cNvSpPr>
          <p:nvPr/>
        </p:nvSpPr>
        <p:spPr bwMode="auto">
          <a:xfrm>
            <a:off x="35496" y="657923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A103000399221</a:t>
            </a:r>
            <a:endParaRPr lang="ar" sz="1000" dirty="0"/>
          </a:p>
        </p:txBody>
      </p:sp>
      <p:pic>
        <p:nvPicPr>
          <p:cNvPr id="3" name="Picture 2" descr="A person working on a computer&#10;&#10;Description automatically generated">
            <a:extLst>
              <a:ext uri="{FF2B5EF4-FFF2-40B4-BE49-F238E27FC236}">
                <a16:creationId xmlns:a16="http://schemas.microsoft.com/office/drawing/2014/main" id="{4E4FAF78-6D73-9F59-0DD6-5ECACAD857F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83568" y="2636912"/>
            <a:ext cx="3601188" cy="2403994"/>
          </a:xfrm>
          <a:prstGeom prst="rect">
            <a:avLst/>
          </a:prstGeom>
        </p:spPr>
      </p:pic>
    </p:spTree>
    <p:extLst>
      <p:ext uri="{BB962C8B-B14F-4D97-AF65-F5344CB8AC3E}">
        <p14:creationId xmlns:p14="http://schemas.microsoft.com/office/powerpoint/2010/main" val="3383719545"/>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تقنية الدخل إلى الخرج </a:t>
            </a:r>
            <a:br>
              <a:rPr lang="en-GB" altLang="en-US" sz="2200" b="1" dirty="0">
                <a:latin typeface="Sakkal Majalla" panose="02000000000000000000" pitchFamily="2" charset="-78"/>
                <a:cs typeface="Sakkal Majalla" panose="02000000000000000000" pitchFamily="2" charset="-78"/>
              </a:rPr>
            </a:br>
            <a:r>
              <a:rPr lang="ar" sz="2200" b="1" dirty="0">
                <a:latin typeface="Sakkal Majalla" panose="02000000000000000000" pitchFamily="2" charset="-78"/>
                <a:cs typeface="Sakkal Majalla" panose="02000000000000000000" pitchFamily="2" charset="-78"/>
              </a:rPr>
              <a:t>والخرج إلى الدخل</a:t>
            </a:r>
          </a:p>
        </p:txBody>
      </p:sp>
      <p:sp>
        <p:nvSpPr>
          <p:cNvPr id="4" name="Content Placeholder 3">
            <a:extLst>
              <a:ext uri="{FF2B5EF4-FFF2-40B4-BE49-F238E27FC236}">
                <a16:creationId xmlns:a16="http://schemas.microsoft.com/office/drawing/2014/main" id="{78ADABB9-E162-4526-9392-6438FCED2B8B}"/>
              </a:ext>
            </a:extLst>
          </p:cNvPr>
          <p:cNvSpPr txBox="1">
            <a:spLocks noChangeArrowheads="1"/>
          </p:cNvSpPr>
          <p:nvPr/>
        </p:nvSpPr>
        <p:spPr bwMode="auto">
          <a:xfrm>
            <a:off x="-30053" y="1268760"/>
            <a:ext cx="9097248" cy="2088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Font typeface="Wingdings" panose="05000000000000000000" pitchFamily="2" charset="2"/>
              <a:buNone/>
            </a:pPr>
            <a:r>
              <a:rPr lang="ar" sz="1600" b="1" kern="0" dirty="0">
                <a:latin typeface="Sakkal Majalla" panose="02000000000000000000" pitchFamily="2" charset="-78"/>
                <a:cs typeface="Sakkal Majalla" panose="02000000000000000000" pitchFamily="2" charset="-78"/>
              </a:rPr>
              <a:t>الاختبار الأمامي - من الدخل إلى الخرج</a:t>
            </a:r>
          </a:p>
          <a:p>
            <a:pPr rtl="1"/>
            <a:endParaRPr lang="en-GB" sz="1600" kern="0" dirty="0">
              <a:latin typeface="Sakkal Majalla" panose="02000000000000000000" pitchFamily="2" charset="-78"/>
              <a:cs typeface="Sakkal Majalla" panose="02000000000000000000" pitchFamily="2" charset="-78"/>
            </a:endParaRPr>
          </a:p>
          <a:p>
            <a:pPr marL="0" indent="0" rtl="1">
              <a:buNone/>
            </a:pPr>
            <a:r>
              <a:rPr lang="ar" sz="1600" kern="0" dirty="0">
                <a:latin typeface="Sakkal Majalla" panose="02000000000000000000" pitchFamily="2" charset="-78"/>
                <a:cs typeface="Sakkal Majalla" panose="02000000000000000000" pitchFamily="2" charset="-78"/>
              </a:rPr>
              <a:t>تُستخدم تقنية الدخل إلى الخرج عندما يكون الخرج المتوقع للنظام الإلكتروني معروفًا أو يمكن التنبؤ به. فيبدأ الاختبار من الدخل حتى تحديد موقع العطل.</a:t>
            </a:r>
          </a:p>
          <a:p>
            <a:pPr marL="0" indent="0" rtl="1">
              <a:buNone/>
            </a:pPr>
            <a:endParaRPr lang="en-GB" sz="1600" kern="0" dirty="0">
              <a:latin typeface="Sakkal Majalla" panose="02000000000000000000" pitchFamily="2" charset="-78"/>
              <a:cs typeface="Sakkal Majalla" panose="02000000000000000000" pitchFamily="2" charset="-78"/>
            </a:endParaRPr>
          </a:p>
          <a:p>
            <a:pPr marL="0" indent="0" rtl="1">
              <a:buFont typeface="Wingdings" panose="05000000000000000000" pitchFamily="2" charset="2"/>
              <a:buNone/>
            </a:pPr>
            <a:r>
              <a:rPr lang="ar" sz="1600" b="1" kern="0" dirty="0">
                <a:latin typeface="Sakkal Majalla" panose="02000000000000000000" pitchFamily="2" charset="-78"/>
                <a:cs typeface="Sakkal Majalla" panose="02000000000000000000" pitchFamily="2" charset="-78"/>
              </a:rPr>
              <a:t>الاختبار العكسي - الخرج إلى الدخل</a:t>
            </a:r>
          </a:p>
          <a:p>
            <a:pPr rtl="1"/>
            <a:endParaRPr lang="en-GB" sz="1600" kern="0" dirty="0">
              <a:latin typeface="Sakkal Majalla" panose="02000000000000000000" pitchFamily="2" charset="-78"/>
              <a:cs typeface="Sakkal Majalla" panose="02000000000000000000" pitchFamily="2" charset="-78"/>
            </a:endParaRPr>
          </a:p>
          <a:p>
            <a:pPr marL="0" indent="0" rtl="1">
              <a:buNone/>
            </a:pPr>
            <a:r>
              <a:rPr lang="ar" sz="1600" kern="0" dirty="0">
                <a:latin typeface="Sakkal Majalla" panose="02000000000000000000" pitchFamily="2" charset="-78"/>
                <a:cs typeface="Sakkal Majalla" panose="02000000000000000000" pitchFamily="2" charset="-78"/>
              </a:rPr>
              <a:t>تُستخدم تقنية الخرج إلى الدخل عندما يكون الخرج المتوقع للنظام الإلكتروني غير معروفًا أو لا يمكن التنبؤ به. فيبدأ الاختبار من الخرج حتى الحصول على القيم المتوقعة.</a:t>
            </a:r>
          </a:p>
          <a:p>
            <a:pPr rtl="1"/>
            <a:endParaRPr lang="en-GB" sz="1600" kern="0" dirty="0">
              <a:latin typeface="Sakkal Majalla" panose="02000000000000000000" pitchFamily="2" charset="-78"/>
              <a:cs typeface="Sakkal Majalla" panose="02000000000000000000" pitchFamily="2" charset="-78"/>
            </a:endParaRPr>
          </a:p>
          <a:p>
            <a:pPr rtl="1"/>
            <a:endParaRPr lang="en-GB" sz="1600" kern="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B36B9256-C872-B036-7E64-66186EF7821F}"/>
              </a:ext>
            </a:extLst>
          </p:cNvPr>
          <p:cNvSpPr txBox="1">
            <a:spLocks/>
          </p:cNvSpPr>
          <p:nvPr/>
        </p:nvSpPr>
        <p:spPr bwMode="auto">
          <a:xfrm>
            <a:off x="35496" y="657923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A103000399221</a:t>
            </a:r>
            <a:endParaRPr lang="ar" sz="1000" dirty="0"/>
          </a:p>
        </p:txBody>
      </p:sp>
      <p:pic>
        <p:nvPicPr>
          <p:cNvPr id="3" name="Picture 2" descr="A close up of a device&#10;&#10;Description automatically generated">
            <a:extLst>
              <a:ext uri="{FF2B5EF4-FFF2-40B4-BE49-F238E27FC236}">
                <a16:creationId xmlns:a16="http://schemas.microsoft.com/office/drawing/2014/main" id="{A48D8A87-7058-CCDD-7DE7-1C0A80A7276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rot="16200000">
            <a:off x="3683072" y="3287504"/>
            <a:ext cx="1777856" cy="3501008"/>
          </a:xfrm>
          <a:prstGeom prst="rect">
            <a:avLst/>
          </a:prstGeom>
        </p:spPr>
      </p:pic>
    </p:spTree>
    <p:extLst>
      <p:ext uri="{BB962C8B-B14F-4D97-AF65-F5344CB8AC3E}">
        <p14:creationId xmlns:p14="http://schemas.microsoft.com/office/powerpoint/2010/main" val="2276593269"/>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تقنية الانقسام النصفي:</a:t>
            </a:r>
          </a:p>
        </p:txBody>
      </p:sp>
      <p:sp>
        <p:nvSpPr>
          <p:cNvPr id="5" name="Content Placeholder 3">
            <a:extLst>
              <a:ext uri="{FF2B5EF4-FFF2-40B4-BE49-F238E27FC236}">
                <a16:creationId xmlns:a16="http://schemas.microsoft.com/office/drawing/2014/main" id="{6AEDBBBF-CD60-4CD8-A4D0-A77DB92056C8}"/>
              </a:ext>
            </a:extLst>
          </p:cNvPr>
          <p:cNvSpPr>
            <a:spLocks noGrp="1" noChangeArrowheads="1"/>
          </p:cNvSpPr>
          <p:nvPr>
            <p:ph sz="half" idx="2"/>
          </p:nvPr>
        </p:nvSpPr>
        <p:spPr bwMode="auto">
          <a:xfrm>
            <a:off x="391074" y="1525996"/>
            <a:ext cx="4684982" cy="391922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effectLst/>
                <a:latin typeface="Sakkal Majalla" panose="02000000000000000000" pitchFamily="2" charset="-78"/>
                <a:cs typeface="Sakkal Majalla" panose="02000000000000000000" pitchFamily="2" charset="-78"/>
              </a:rPr>
              <a:t>تقليل عدد اختبارات الكفاءة</a:t>
            </a:r>
          </a:p>
          <a:p>
            <a:pPr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تُستخدم تقنية الانقسام النصفي لتقليل عدد الاختبارات وتحسين الكفاءة.</a:t>
            </a:r>
          </a:p>
          <a:p>
            <a:pPr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وتتضمن هذه التقنية القياس عند نقطة المنتصف من الدائرة.</a:t>
            </a:r>
          </a:p>
          <a:p>
            <a:pPr marL="0" indent="0" rtl="1">
              <a:buNone/>
            </a:pPr>
            <a:endParaRPr lang="en-GB" sz="1600" dirty="0">
              <a:latin typeface="Sakkal Majalla" panose="02000000000000000000" pitchFamily="2" charset="-78"/>
              <a:cs typeface="Sakkal Majalla" panose="02000000000000000000" pitchFamily="2" charset="-78"/>
            </a:endParaRPr>
          </a:p>
          <a:p>
            <a:pPr marL="0" indent="0" rtl="1">
              <a:buNone/>
            </a:pPr>
            <a:r>
              <a:rPr lang="ar" sz="1600" b="1" dirty="0">
                <a:effectLst/>
                <a:latin typeface="Sakkal Majalla" panose="02000000000000000000" pitchFamily="2" charset="-78"/>
                <a:cs typeface="Sakkal Majalla" panose="02000000000000000000" pitchFamily="2" charset="-78"/>
              </a:rPr>
              <a:t>عملية اكتشاف الأعطال</a:t>
            </a:r>
          </a:p>
          <a:p>
            <a:pPr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إذا كانت الإشارة في نقطة المنتصف خاطئة، فإن الخطوة التالية هي الاختبار عند نقطة المنتصف بين الدخل ونقطة الاختبار الأولى.</a:t>
            </a:r>
          </a:p>
          <a:p>
            <a:pPr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كرر العملية حتى تنتهي من كافة الأعطال - وبعدها ينحصر العطل بين نقطتي الاختبار الأخيرتين.</a:t>
            </a:r>
          </a:p>
          <a:p>
            <a:pPr marL="0" indent="0" rtl="1">
              <a:buNone/>
            </a:pPr>
            <a:endParaRPr lang="en-GB" sz="1600" dirty="0">
              <a:latin typeface="Sakkal Majalla" panose="02000000000000000000" pitchFamily="2" charset="-78"/>
              <a:cs typeface="Sakkal Majalla" panose="02000000000000000000" pitchFamily="2" charset="-78"/>
            </a:endParaRPr>
          </a:p>
          <a:p>
            <a:pPr marL="0" indent="0" rtl="1">
              <a:buNone/>
            </a:pPr>
            <a:r>
              <a:rPr lang="ar" sz="1600" b="1" dirty="0">
                <a:effectLst/>
                <a:latin typeface="Sakkal Majalla" panose="02000000000000000000" pitchFamily="2" charset="-78"/>
                <a:cs typeface="Sakkal Majalla" panose="02000000000000000000" pitchFamily="2" charset="-78"/>
              </a:rPr>
              <a:t>لا يوجد عطل في نقطة المنتصف.</a:t>
            </a:r>
          </a:p>
          <a:p>
            <a:pPr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إذا لم تكن الإشارة عند نقطة المنتصف خاطئة، يُجرى الاختبار الثاني في منتصف نقطة الاختبار الأولى للخرج.</a:t>
            </a:r>
          </a:p>
          <a:p>
            <a:pPr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وتساعد هذه العملية على تحديد موضع العطل في الدائرة.</a:t>
            </a:r>
          </a:p>
          <a:p>
            <a:pPr rtl="1"/>
            <a:endParaRPr lang="en-GB" sz="16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EE39520D-820F-7F78-7EAD-C2FCEAD57ACB}"/>
              </a:ext>
            </a:extLst>
          </p:cNvPr>
          <p:cNvSpPr txBox="1">
            <a:spLocks/>
          </p:cNvSpPr>
          <p:nvPr/>
        </p:nvSpPr>
        <p:spPr bwMode="auto">
          <a:xfrm>
            <a:off x="35496" y="657923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A103000399221</a:t>
            </a:r>
            <a:endParaRPr lang="ar" sz="1000" dirty="0"/>
          </a:p>
        </p:txBody>
      </p:sp>
      <p:pic>
        <p:nvPicPr>
          <p:cNvPr id="3" name="Picture 2" descr="A person using a multimeter to test a device&#10;&#10;Description automatically generated">
            <a:extLst>
              <a:ext uri="{FF2B5EF4-FFF2-40B4-BE49-F238E27FC236}">
                <a16:creationId xmlns:a16="http://schemas.microsoft.com/office/drawing/2014/main" id="{A989ECD4-9B42-6C0D-F1E1-9B697ADE41D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292080" y="2636912"/>
            <a:ext cx="3384465" cy="2257445"/>
          </a:xfrm>
          <a:prstGeom prst="rect">
            <a:avLst/>
          </a:prstGeom>
        </p:spPr>
      </p:pic>
    </p:spTree>
    <p:extLst>
      <p:ext uri="{BB962C8B-B14F-4D97-AF65-F5344CB8AC3E}">
        <p14:creationId xmlns:p14="http://schemas.microsoft.com/office/powerpoint/2010/main" val="1491434520"/>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تقنية المؤشر إلى السبب:</a:t>
            </a:r>
          </a:p>
        </p:txBody>
      </p:sp>
      <p:sp>
        <p:nvSpPr>
          <p:cNvPr id="5" name="Content Placeholder 3">
            <a:extLst>
              <a:ext uri="{FF2B5EF4-FFF2-40B4-BE49-F238E27FC236}">
                <a16:creationId xmlns:a16="http://schemas.microsoft.com/office/drawing/2014/main" id="{6AEDBBBF-CD60-4CD8-A4D0-A77DB92056C8}"/>
              </a:ext>
            </a:extLst>
          </p:cNvPr>
          <p:cNvSpPr>
            <a:spLocks noGrp="1" noChangeArrowheads="1"/>
          </p:cNvSpPr>
          <p:nvPr>
            <p:ph sz="half" idx="2"/>
          </p:nvPr>
        </p:nvSpPr>
        <p:spPr bwMode="auto">
          <a:xfrm>
            <a:off x="4716016" y="1988840"/>
            <a:ext cx="4104456" cy="21602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800" b="1" dirty="0">
                <a:effectLst/>
                <a:latin typeface="Sakkal Majalla" panose="02000000000000000000" pitchFamily="2" charset="-78"/>
                <a:cs typeface="Sakkal Majalla" panose="02000000000000000000" pitchFamily="2" charset="-78"/>
              </a:rPr>
              <a:t>الاستخدام الفعال لبيانات الأعطال</a:t>
            </a:r>
          </a:p>
          <a:p>
            <a:pPr marL="0" indent="0" rtl="1">
              <a:buNone/>
            </a:pPr>
            <a:r>
              <a:rPr lang="ar" sz="1800" dirty="0">
                <a:effectLst/>
                <a:latin typeface="Sakkal Majalla" panose="02000000000000000000" pitchFamily="2" charset="-78"/>
                <a:cs typeface="Sakkal Majalla" panose="02000000000000000000" pitchFamily="2" charset="-78"/>
              </a:rPr>
              <a:t>تُستخدم تقنية المؤشر إلى السبب بشكل فعال عند تسجيل بيانات العطل وتحليلها بشكل منهجي.</a:t>
            </a:r>
          </a:p>
          <a:p>
            <a:pPr rtl="1"/>
            <a:endParaRPr lang="en-GB" sz="1800" dirty="0">
              <a:latin typeface="Sakkal Majalla" panose="02000000000000000000" pitchFamily="2" charset="-78"/>
              <a:cs typeface="Sakkal Majalla" panose="02000000000000000000" pitchFamily="2" charset="-78"/>
            </a:endParaRPr>
          </a:p>
          <a:p>
            <a:pPr rtl="1"/>
            <a:endParaRPr lang="en-GB" sz="1800" dirty="0">
              <a:latin typeface="Sakkal Majalla" panose="02000000000000000000" pitchFamily="2" charset="-78"/>
              <a:cs typeface="Sakkal Majalla" panose="02000000000000000000" pitchFamily="2" charset="-78"/>
            </a:endParaRPr>
          </a:p>
          <a:p>
            <a:pPr marL="0" indent="0" rtl="1">
              <a:buNone/>
            </a:pPr>
            <a:r>
              <a:rPr lang="ar" sz="1800" b="1" dirty="0">
                <a:effectLst/>
                <a:latin typeface="Sakkal Majalla" panose="02000000000000000000" pitchFamily="2" charset="-78"/>
                <a:cs typeface="Sakkal Majalla" panose="02000000000000000000" pitchFamily="2" charset="-78"/>
              </a:rPr>
              <a:t>ربط المؤشرات بالأعطال المحتملة</a:t>
            </a:r>
          </a:p>
          <a:p>
            <a:pPr marL="0" indent="0" rtl="1">
              <a:buNone/>
            </a:pPr>
            <a:r>
              <a:rPr lang="ar" sz="1800" dirty="0">
                <a:effectLst/>
                <a:latin typeface="Sakkal Majalla" panose="02000000000000000000" pitchFamily="2" charset="-78"/>
                <a:cs typeface="Sakkal Majalla" panose="02000000000000000000" pitchFamily="2" charset="-78"/>
              </a:rPr>
              <a:t>تستخدم هذه التقنية بيانات الاختبار التاريخية لإنشاء علاقات بين المؤشرات والأعطال المحتملة.</a:t>
            </a:r>
            <a:endParaRPr lang="en-GB" sz="1800" dirty="0">
              <a:latin typeface="Sakkal Majalla" panose="02000000000000000000" pitchFamily="2" charset="-78"/>
              <a:cs typeface="Sakkal Majalla" panose="02000000000000000000" pitchFamily="2" charset="-78"/>
            </a:endParaRPr>
          </a:p>
          <a:p>
            <a:pPr rtl="1"/>
            <a:endParaRPr lang="en-GB" sz="18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83D8B25E-3E8F-F562-97F7-A7B31A54EDE2}"/>
              </a:ext>
            </a:extLst>
          </p:cNvPr>
          <p:cNvSpPr txBox="1">
            <a:spLocks/>
          </p:cNvSpPr>
          <p:nvPr/>
        </p:nvSpPr>
        <p:spPr bwMode="auto">
          <a:xfrm>
            <a:off x="35496" y="657923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A103000399221</a:t>
            </a:r>
            <a:endParaRPr lang="ar" sz="1000" dirty="0"/>
          </a:p>
        </p:txBody>
      </p:sp>
      <p:pic>
        <p:nvPicPr>
          <p:cNvPr id="3" name="Picture 2" descr="A person working on a computer&#10;&#10;Description automatically generated">
            <a:extLst>
              <a:ext uri="{FF2B5EF4-FFF2-40B4-BE49-F238E27FC236}">
                <a16:creationId xmlns:a16="http://schemas.microsoft.com/office/drawing/2014/main" id="{2B6121CD-E79F-D613-039F-40BF8FA12B5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11560" y="2564904"/>
            <a:ext cx="3851920" cy="2567947"/>
          </a:xfrm>
          <a:prstGeom prst="rect">
            <a:avLst/>
          </a:prstGeom>
        </p:spPr>
      </p:pic>
    </p:spTree>
    <p:extLst>
      <p:ext uri="{BB962C8B-B14F-4D97-AF65-F5344CB8AC3E}">
        <p14:creationId xmlns:p14="http://schemas.microsoft.com/office/powerpoint/2010/main" val="1902032894"/>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تقنية استبدال الدوائر:</a:t>
            </a:r>
          </a:p>
        </p:txBody>
      </p:sp>
      <p:sp>
        <p:nvSpPr>
          <p:cNvPr id="5" name="Content Placeholder 3">
            <a:extLst>
              <a:ext uri="{FF2B5EF4-FFF2-40B4-BE49-F238E27FC236}">
                <a16:creationId xmlns:a16="http://schemas.microsoft.com/office/drawing/2014/main" id="{6AEDBBBF-CD60-4CD8-A4D0-A77DB92056C8}"/>
              </a:ext>
            </a:extLst>
          </p:cNvPr>
          <p:cNvSpPr>
            <a:spLocks noGrp="1" noChangeArrowheads="1"/>
          </p:cNvSpPr>
          <p:nvPr>
            <p:ph sz="half" idx="2"/>
          </p:nvPr>
        </p:nvSpPr>
        <p:spPr bwMode="auto">
          <a:xfrm>
            <a:off x="5364088" y="1124744"/>
            <a:ext cx="3748878" cy="459922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endParaRPr lang="en-GB" sz="1400" dirty="0">
              <a:latin typeface="Sakkal Majalla" panose="02000000000000000000" pitchFamily="2" charset="-78"/>
              <a:cs typeface="Sakkal Majalla" panose="02000000000000000000" pitchFamily="2" charset="-78"/>
            </a:endParaRPr>
          </a:p>
          <a:p>
            <a:pPr marL="0" indent="0" rtl="1">
              <a:buNone/>
            </a:pPr>
            <a:endParaRPr lang="en-GB" sz="1400" b="1" dirty="0">
              <a:latin typeface="Sakkal Majalla" panose="02000000000000000000" pitchFamily="2" charset="-78"/>
              <a:cs typeface="Sakkal Majalla" panose="02000000000000000000" pitchFamily="2" charset="-78"/>
            </a:endParaRPr>
          </a:p>
          <a:p>
            <a:pPr rtl="1"/>
            <a:endParaRPr lang="en-GB" sz="1400" dirty="0">
              <a:latin typeface="Sakkal Majalla" panose="02000000000000000000" pitchFamily="2" charset="-78"/>
              <a:cs typeface="Sakkal Majalla" panose="02000000000000000000" pitchFamily="2" charset="-78"/>
            </a:endParaRPr>
          </a:p>
          <a:p>
            <a:pPr marL="0" indent="0" rtl="1">
              <a:buNone/>
            </a:pPr>
            <a:r>
              <a:rPr lang="ar" sz="1400" b="1" dirty="0">
                <a:effectLst/>
                <a:latin typeface="Sakkal Majalla" panose="02000000000000000000" pitchFamily="2" charset="-78"/>
                <a:cs typeface="Sakkal Majalla" panose="02000000000000000000" pitchFamily="2" charset="-78"/>
              </a:rPr>
              <a:t>نظرة عامة</a:t>
            </a:r>
          </a:p>
          <a:p>
            <a:pPr marL="0" indent="0" rtl="1">
              <a:buNone/>
            </a:pPr>
            <a:endParaRPr lang="en-GB" sz="1400" b="1" dirty="0">
              <a:latin typeface="Sakkal Majalla" panose="02000000000000000000" pitchFamily="2" charset="-78"/>
              <a:cs typeface="Sakkal Majalla" panose="02000000000000000000" pitchFamily="2" charset="-78"/>
            </a:endParaRPr>
          </a:p>
          <a:p>
            <a:pPr rtl="1"/>
            <a:r>
              <a:rPr lang="ar" sz="1400" dirty="0">
                <a:effectLst/>
                <a:latin typeface="Sakkal Majalla" panose="02000000000000000000" pitchFamily="2" charset="-78"/>
                <a:cs typeface="Sakkal Majalla" panose="02000000000000000000" pitchFamily="2" charset="-78"/>
              </a:rPr>
              <a:t>تقنية استبدال الدوائر هي طريقة فعالة تستخدم في اكتشاف الأعطال واختبار الدوائر الإلكترونية. استبدال المكونات أو الدوائر المشتبه بها بأخرى سليمة لتحديد ما إذا كان العطل يكمن في المكون أو الدائرة الأصلية.</a:t>
            </a:r>
            <a:endParaRPr lang="en-GB" sz="1400" dirty="0">
              <a:latin typeface="Sakkal Majalla" panose="02000000000000000000" pitchFamily="2" charset="-78"/>
              <a:cs typeface="Sakkal Majalla" panose="02000000000000000000" pitchFamily="2" charset="-78"/>
            </a:endParaRPr>
          </a:p>
          <a:p>
            <a:pPr rtl="1"/>
            <a:endParaRPr lang="en-GB" sz="1400" dirty="0">
              <a:latin typeface="Sakkal Majalla" panose="02000000000000000000" pitchFamily="2" charset="-78"/>
              <a:cs typeface="Sakkal Majalla" panose="02000000000000000000" pitchFamily="2" charset="-78"/>
            </a:endParaRPr>
          </a:p>
          <a:p>
            <a:pPr marL="0" indent="0" rtl="1">
              <a:buNone/>
            </a:pPr>
            <a:r>
              <a:rPr lang="ar" sz="1400" b="1" dirty="0">
                <a:effectLst/>
                <a:latin typeface="Sakkal Majalla" panose="02000000000000000000" pitchFamily="2" charset="-78"/>
                <a:cs typeface="Sakkal Majalla" panose="02000000000000000000" pitchFamily="2" charset="-78"/>
              </a:rPr>
              <a:t>الإجراء</a:t>
            </a:r>
          </a:p>
          <a:p>
            <a:pPr marL="0" indent="0" rtl="1">
              <a:buNone/>
            </a:pPr>
            <a:endParaRPr lang="en-GB" sz="1400" b="1" dirty="0">
              <a:latin typeface="Sakkal Majalla" panose="02000000000000000000" pitchFamily="2" charset="-78"/>
              <a:cs typeface="Sakkal Majalla" panose="02000000000000000000" pitchFamily="2" charset="-78"/>
            </a:endParaRPr>
          </a:p>
          <a:p>
            <a:pPr rtl="1">
              <a:buFont typeface="+mj-lt"/>
              <a:buAutoNum type="arabicPeriod"/>
            </a:pPr>
            <a:r>
              <a:rPr lang="ar" sz="1400" dirty="0">
                <a:effectLst/>
                <a:latin typeface="Sakkal Majalla" panose="02000000000000000000" pitchFamily="2" charset="-78"/>
                <a:cs typeface="Sakkal Majalla" panose="02000000000000000000" pitchFamily="2" charset="-78"/>
              </a:rPr>
              <a:t>تحديد المكون أو الدائرة المشتبه بها بناءً على الفحص البصري أو التحليل الآخر.</a:t>
            </a:r>
          </a:p>
          <a:p>
            <a:pPr rtl="1">
              <a:buFont typeface="+mj-lt"/>
              <a:buAutoNum type="arabicPeriod"/>
            </a:pPr>
            <a:r>
              <a:rPr lang="ar" sz="1400" dirty="0">
                <a:effectLst/>
                <a:latin typeface="Sakkal Majalla" panose="02000000000000000000" pitchFamily="2" charset="-78"/>
                <a:cs typeface="Sakkal Majalla" panose="02000000000000000000" pitchFamily="2" charset="-78"/>
              </a:rPr>
              <a:t>استبدال المكونات أو الدوائر المشتبه بها بأخرى سليمة.</a:t>
            </a:r>
          </a:p>
          <a:p>
            <a:pPr rtl="1">
              <a:buFont typeface="+mj-lt"/>
              <a:buAutoNum type="arabicPeriod"/>
            </a:pPr>
            <a:r>
              <a:rPr lang="ar" sz="1400" dirty="0">
                <a:effectLst/>
                <a:latin typeface="Sakkal Majalla" panose="02000000000000000000" pitchFamily="2" charset="-78"/>
                <a:cs typeface="Sakkal Majalla" panose="02000000000000000000" pitchFamily="2" charset="-78"/>
              </a:rPr>
              <a:t>إعادة اختبار النظام للتأكد من إصلاح العطل.</a:t>
            </a:r>
          </a:p>
          <a:p>
            <a:pPr rtl="1">
              <a:buFont typeface="+mj-lt"/>
              <a:buAutoNum type="arabicPeriod"/>
            </a:pPr>
            <a:r>
              <a:rPr lang="ar" sz="1400" dirty="0">
                <a:effectLst/>
                <a:latin typeface="Sakkal Majalla" panose="02000000000000000000" pitchFamily="2" charset="-78"/>
                <a:cs typeface="Sakkal Majalla" panose="02000000000000000000" pitchFamily="2" charset="-78"/>
              </a:rPr>
              <a:t>في حالة استمرار العطل، يلزم إجراء مزيد من التحقيق.</a:t>
            </a:r>
          </a:p>
          <a:p>
            <a:pPr rtl="1"/>
            <a:endParaRPr lang="en-GB" sz="1400" dirty="0">
              <a:latin typeface="Sakkal Majalla" panose="02000000000000000000" pitchFamily="2" charset="-78"/>
              <a:cs typeface="Sakkal Majalla" panose="02000000000000000000" pitchFamily="2" charset="-78"/>
            </a:endParaRPr>
          </a:p>
        </p:txBody>
      </p:sp>
      <p:sp>
        <p:nvSpPr>
          <p:cNvPr id="6" name="TextBox 5">
            <a:extLst>
              <a:ext uri="{FF2B5EF4-FFF2-40B4-BE49-F238E27FC236}">
                <a16:creationId xmlns:a16="http://schemas.microsoft.com/office/drawing/2014/main" id="{2F505685-4565-4AFD-B5FA-935F2A551208}"/>
              </a:ext>
            </a:extLst>
          </p:cNvPr>
          <p:cNvSpPr txBox="1"/>
          <p:nvPr/>
        </p:nvSpPr>
        <p:spPr>
          <a:xfrm>
            <a:off x="435931" y="5589240"/>
            <a:ext cx="4579256" cy="369332"/>
          </a:xfrm>
          <a:prstGeom prst="rect">
            <a:avLst/>
          </a:prstGeom>
          <a:noFill/>
        </p:spPr>
        <p:txBody>
          <a:bodyPr wrap="square" rtlCol="1">
            <a:spAutoFit/>
          </a:bodyPr>
          <a:lstStyle/>
          <a:p>
            <a:pPr algn="ctr" rtl="1"/>
            <a:r>
              <a:rPr lang="ar" b="1" i="0">
                <a:effectLst/>
                <a:latin typeface="Sakkal Majalla" panose="02000000000000000000" pitchFamily="2" charset="-78"/>
                <a:cs typeface="Sakkal Majalla" panose="02000000000000000000" pitchFamily="2" charset="-78"/>
              </a:rPr>
              <a:t>دوائر الاختبار</a:t>
            </a:r>
          </a:p>
        </p:txBody>
      </p:sp>
      <p:sp>
        <p:nvSpPr>
          <p:cNvPr id="3" name="Footer Placeholder 2">
            <a:extLst>
              <a:ext uri="{FF2B5EF4-FFF2-40B4-BE49-F238E27FC236}">
                <a16:creationId xmlns:a16="http://schemas.microsoft.com/office/drawing/2014/main" id="{9BCDE305-0688-1A49-6FB4-8D0BFE9DCFF0}"/>
              </a:ext>
            </a:extLst>
          </p:cNvPr>
          <p:cNvSpPr txBox="1">
            <a:spLocks/>
          </p:cNvSpPr>
          <p:nvPr/>
        </p:nvSpPr>
        <p:spPr bwMode="auto">
          <a:xfrm>
            <a:off x="35496" y="657923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A103000399221</a:t>
            </a:r>
            <a:endParaRPr lang="ar" sz="1000" dirty="0"/>
          </a:p>
        </p:txBody>
      </p:sp>
      <p:pic>
        <p:nvPicPr>
          <p:cNvPr id="7" name="Picture 6" descr="A person wearing a mask and gloves working on a computer&#10;&#10;Description automatically generated">
            <a:extLst>
              <a:ext uri="{FF2B5EF4-FFF2-40B4-BE49-F238E27FC236}">
                <a16:creationId xmlns:a16="http://schemas.microsoft.com/office/drawing/2014/main" id="{53BD8B95-158C-4930-7512-1D7D1DE3766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899592" y="2852936"/>
            <a:ext cx="3816737" cy="2547257"/>
          </a:xfrm>
          <a:prstGeom prst="rect">
            <a:avLst/>
          </a:prstGeom>
        </p:spPr>
      </p:pic>
    </p:spTree>
    <p:extLst>
      <p:ext uri="{BB962C8B-B14F-4D97-AF65-F5344CB8AC3E}">
        <p14:creationId xmlns:p14="http://schemas.microsoft.com/office/powerpoint/2010/main" val="3554852302"/>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تقنية من القمة للأسفل:</a:t>
            </a:r>
          </a:p>
        </p:txBody>
      </p:sp>
      <p:sp>
        <p:nvSpPr>
          <p:cNvPr id="5" name="Content Placeholder 3">
            <a:extLst>
              <a:ext uri="{FF2B5EF4-FFF2-40B4-BE49-F238E27FC236}">
                <a16:creationId xmlns:a16="http://schemas.microsoft.com/office/drawing/2014/main" id="{6AEDBBBF-CD60-4CD8-A4D0-A77DB92056C8}"/>
              </a:ext>
            </a:extLst>
          </p:cNvPr>
          <p:cNvSpPr>
            <a:spLocks noGrp="1" noChangeArrowheads="1"/>
          </p:cNvSpPr>
          <p:nvPr>
            <p:ph sz="half" idx="2"/>
          </p:nvPr>
        </p:nvSpPr>
        <p:spPr bwMode="auto">
          <a:xfrm>
            <a:off x="4533710" y="1124744"/>
            <a:ext cx="4430778" cy="5184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effectLst/>
                <a:latin typeface="Sakkal Majalla" panose="02000000000000000000" pitchFamily="2" charset="-78"/>
                <a:cs typeface="Sakkal Majalla" panose="02000000000000000000" pitchFamily="2" charset="-78"/>
              </a:rPr>
              <a:t>تقنية من القمة للأسفل:</a:t>
            </a:r>
          </a:p>
          <a:p>
            <a:pPr rtl="1"/>
            <a:endParaRPr lang="en-GB" sz="1400" b="1" dirty="0">
              <a:latin typeface="Sakkal Majalla" panose="02000000000000000000" pitchFamily="2" charset="-78"/>
              <a:cs typeface="Sakkal Majalla" panose="02000000000000000000" pitchFamily="2" charset="-78"/>
            </a:endParaRPr>
          </a:p>
          <a:p>
            <a:pPr marL="0" indent="0" rtl="1">
              <a:buNone/>
            </a:pPr>
            <a:r>
              <a:rPr lang="ar" sz="1400" dirty="0">
                <a:effectLst/>
                <a:latin typeface="Sakkal Majalla" panose="02000000000000000000" pitchFamily="2" charset="-78"/>
                <a:cs typeface="Sakkal Majalla" panose="02000000000000000000" pitchFamily="2" charset="-78"/>
              </a:rPr>
              <a:t>تقنية من القمة إلى الأسفل هي إحدى تقنيات اكتشاف الأعطال المستخدمة بشكل شائع في الأنظمة الإلكترونية المعقدة. تتضمن نهجًا منهجيًا لاختبار الأعطال وتحديدها في النظام.</a:t>
            </a:r>
          </a:p>
          <a:p>
            <a:pPr rtl="1"/>
            <a:endParaRPr lang="en-GB" sz="1400" dirty="0">
              <a:latin typeface="Sakkal Majalla" panose="02000000000000000000" pitchFamily="2" charset="-78"/>
              <a:cs typeface="Sakkal Majalla" panose="02000000000000000000" pitchFamily="2" charset="-78"/>
            </a:endParaRPr>
          </a:p>
          <a:p>
            <a:pPr rtl="1">
              <a:buFont typeface="+mj-lt"/>
              <a:buAutoNum type="arabicPeriod"/>
            </a:pPr>
            <a:r>
              <a:rPr lang="ar" sz="1400" dirty="0">
                <a:effectLst/>
                <a:latin typeface="Sakkal Majalla" panose="02000000000000000000" pitchFamily="2" charset="-78"/>
                <a:cs typeface="Sakkal Majalla" panose="02000000000000000000" pitchFamily="2" charset="-78"/>
              </a:rPr>
              <a:t>اختبار النظام بأكمله: تتمثل الخطوة الأولى في اختبار النظام بأكمله لتحديد أي أعطال أو مشكلات واضحة. فهذا يساعد على تضييق نطاق المناطق المحتملة لوجود العطل.</a:t>
            </a:r>
          </a:p>
          <a:p>
            <a:pPr rtl="1">
              <a:buFont typeface="+mj-lt"/>
              <a:buAutoNum type="arabicPeriod"/>
            </a:pPr>
            <a:endParaRPr lang="en-GB" sz="1400" dirty="0">
              <a:effectLst/>
              <a:latin typeface="Sakkal Majalla" panose="02000000000000000000" pitchFamily="2" charset="-78"/>
              <a:cs typeface="Sakkal Majalla" panose="02000000000000000000" pitchFamily="2" charset="-78"/>
            </a:endParaRPr>
          </a:p>
          <a:p>
            <a:pPr rtl="1">
              <a:buFont typeface="+mj-lt"/>
              <a:buAutoNum type="arabicPeriod"/>
            </a:pPr>
            <a:r>
              <a:rPr lang="ar" sz="1400" dirty="0">
                <a:effectLst/>
                <a:latin typeface="Sakkal Majalla" panose="02000000000000000000" pitchFamily="2" charset="-78"/>
                <a:cs typeface="Sakkal Majalla" panose="02000000000000000000" pitchFamily="2" charset="-78"/>
              </a:rPr>
              <a:t>اختبار كل الأنظمة الفرعية: بعد اختبار النظام بأكمله، يجب إجراء اختبار لكل نظام فرعي بمفرده. حيث يساعد ذلك على عزل النظام الفرعي المعيب وتضييق نطاق المكونات المحتملة التي قد تكون مُسببة للعطل.</a:t>
            </a:r>
          </a:p>
          <a:p>
            <a:pPr rtl="1">
              <a:buFont typeface="+mj-lt"/>
              <a:buAutoNum type="arabicPeriod"/>
            </a:pPr>
            <a:endParaRPr lang="en-GB" sz="1400" dirty="0">
              <a:effectLst/>
              <a:latin typeface="Sakkal Majalla" panose="02000000000000000000" pitchFamily="2" charset="-78"/>
              <a:cs typeface="Sakkal Majalla" panose="02000000000000000000" pitchFamily="2" charset="-78"/>
            </a:endParaRPr>
          </a:p>
          <a:p>
            <a:pPr rtl="1">
              <a:buFont typeface="+mj-lt"/>
              <a:buAutoNum type="arabicPeriod"/>
            </a:pPr>
            <a:r>
              <a:rPr lang="ar" sz="1400" dirty="0">
                <a:effectLst/>
                <a:latin typeface="Sakkal Majalla" panose="02000000000000000000" pitchFamily="2" charset="-78"/>
                <a:cs typeface="Sakkal Majalla" panose="02000000000000000000" pitchFamily="2" charset="-78"/>
              </a:rPr>
              <a:t>اختبار كل مكونات النظام الفرعي المعيب. أخيرًا، يجب إجراء اختبار لكل مكون من مكونات النظام الفرعي المعيب لتحديد المكون المحدد الذي يسبب العطل. وتستمر هذه العملية حتى تحديد العطل.</a:t>
            </a:r>
          </a:p>
          <a:p>
            <a:pPr rtl="1">
              <a:buFont typeface="+mj-lt"/>
              <a:buAutoNum type="arabicPeriod"/>
            </a:pPr>
            <a:endParaRPr lang="en-GB" sz="1400" dirty="0">
              <a:effectLst/>
              <a:latin typeface="Sakkal Majalla" panose="02000000000000000000" pitchFamily="2" charset="-78"/>
              <a:cs typeface="Sakkal Majalla" panose="02000000000000000000" pitchFamily="2" charset="-78"/>
            </a:endParaRPr>
          </a:p>
          <a:p>
            <a:pPr marL="0" indent="0" rtl="1">
              <a:buNone/>
            </a:pPr>
            <a:r>
              <a:rPr lang="ar" sz="1400" dirty="0">
                <a:effectLst/>
                <a:latin typeface="Sakkal Majalla" panose="02000000000000000000" pitchFamily="2" charset="-78"/>
                <a:cs typeface="Sakkal Majalla" panose="02000000000000000000" pitchFamily="2" charset="-78"/>
              </a:rPr>
              <a:t>تسمح تقنية من القمة إلى الأسفل باتباع نهج منظم وفعال لاكتشاف الأعطال في الأنظمة الإلكترونية المعقدة.</a:t>
            </a:r>
            <a:endParaRPr lang="en-GB" sz="14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08EADE4B-03C7-6C41-2D9A-53870BF1AAE8}"/>
              </a:ext>
            </a:extLst>
          </p:cNvPr>
          <p:cNvSpPr txBox="1">
            <a:spLocks/>
          </p:cNvSpPr>
          <p:nvPr/>
        </p:nvSpPr>
        <p:spPr bwMode="auto">
          <a:xfrm>
            <a:off x="35496" y="657923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A103000399221</a:t>
            </a:r>
            <a:endParaRPr lang="ar" sz="1000" dirty="0"/>
          </a:p>
        </p:txBody>
      </p:sp>
      <p:pic>
        <p:nvPicPr>
          <p:cNvPr id="3" name="Picture 2" descr="A metal electronic device with black connectors&#10;&#10;Description automatically generated">
            <a:extLst>
              <a:ext uri="{FF2B5EF4-FFF2-40B4-BE49-F238E27FC236}">
                <a16:creationId xmlns:a16="http://schemas.microsoft.com/office/drawing/2014/main" id="{A8682B18-5F9C-D276-47AC-B2768B2388D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23528" y="2492896"/>
            <a:ext cx="3923928" cy="2615952"/>
          </a:xfrm>
          <a:prstGeom prst="rect">
            <a:avLst/>
          </a:prstGeom>
        </p:spPr>
      </p:pic>
    </p:spTree>
    <p:extLst>
      <p:ext uri="{BB962C8B-B14F-4D97-AF65-F5344CB8AC3E}">
        <p14:creationId xmlns:p14="http://schemas.microsoft.com/office/powerpoint/2010/main" val="3114164950"/>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413144" y="1694920"/>
            <a:ext cx="4407329" cy="382247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effectLst/>
                <a:latin typeface="Sakkal Majalla" panose="02000000000000000000" pitchFamily="2" charset="-78"/>
                <a:cs typeface="Sakkal Majalla" panose="02000000000000000000" pitchFamily="2" charset="-78"/>
              </a:rPr>
              <a:t>خطة الاختبار</a:t>
            </a:r>
          </a:p>
          <a:p>
            <a:pPr rtl="1"/>
            <a:endParaRPr lang="en-GB" sz="1600" b="1" dirty="0">
              <a:latin typeface="Sakkal Majalla" panose="02000000000000000000" pitchFamily="2" charset="-78"/>
              <a:cs typeface="Sakkal Majalla" panose="02000000000000000000" pitchFamily="2" charset="-78"/>
            </a:endParaRPr>
          </a:p>
          <a:p>
            <a:pPr marL="0" indent="0" rtl="1">
              <a:buNone/>
            </a:pPr>
            <a:r>
              <a:rPr lang="ar" sz="1600" dirty="0">
                <a:effectLst/>
                <a:latin typeface="Sakkal Majalla" panose="02000000000000000000" pitchFamily="2" charset="-78"/>
                <a:cs typeface="Sakkal Majalla" panose="02000000000000000000" pitchFamily="2" charset="-78"/>
              </a:rPr>
              <a:t>تتضمن خطة الاختبار ب2 ما يأتي:</a:t>
            </a:r>
          </a:p>
          <a:p>
            <a:pPr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أدوات اكتشاف الأعطال مثل الرسوم البيانية ذات الصلة (مخطط الكتلة، مخططات أسلاك الدائرة).</a:t>
            </a:r>
          </a:p>
          <a:p>
            <a:pPr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التفاوتات المسموح بها للمكونات والدوائر.</a:t>
            </a:r>
          </a:p>
          <a:p>
            <a:pPr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الرسوم البيانية الوظيفية.</a:t>
            </a:r>
          </a:p>
          <a:p>
            <a:pPr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مخططات استكشاف الأعطال وإصلاحها.</a:t>
            </a:r>
          </a:p>
          <a:p>
            <a:pPr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أوراق بيانات المكونات.</a:t>
            </a:r>
          </a:p>
          <a:p>
            <a:pPr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كتيبات التشغيل والصيانة</a:t>
            </a:r>
          </a:p>
          <a:p>
            <a:pPr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السجلات والبيانات القائمة على البرمجيات</a:t>
            </a:r>
          </a:p>
          <a:p>
            <a:pPr rtl="1">
              <a:buFont typeface="Arial" panose="020B0604020202020204" pitchFamily="34" charset="0"/>
              <a:buChar char="•"/>
            </a:pPr>
            <a:endParaRPr lang="en-GB" sz="1600" dirty="0">
              <a:effectLst/>
              <a:latin typeface="Sakkal Majalla" panose="02000000000000000000" pitchFamily="2" charset="-78"/>
              <a:cs typeface="Sakkal Majalla" panose="02000000000000000000" pitchFamily="2" charset="-78"/>
            </a:endParaRPr>
          </a:p>
          <a:p>
            <a:pPr marL="0" indent="0" rtl="1">
              <a:buNone/>
            </a:pPr>
            <a:r>
              <a:rPr lang="ar" sz="1600" dirty="0">
                <a:effectLst/>
                <a:latin typeface="Sakkal Majalla" panose="02000000000000000000" pitchFamily="2" charset="-78"/>
                <a:cs typeface="Sakkal Majalla" panose="02000000000000000000" pitchFamily="2" charset="-78"/>
              </a:rPr>
              <a:t>كما تشمل تحديد نقاط الاختبار الرئيسة وظروف الإشارة المتوقعة للدوائر التناظرية والرقمية. بالإضافة إلى ذلك، يجب إنتاج جدول الاختبار.</a:t>
            </a:r>
            <a:endParaRPr lang="en-GB" sz="1600" dirty="0">
              <a:latin typeface="Sakkal Majalla" panose="02000000000000000000" pitchFamily="2" charset="-78"/>
              <a:cs typeface="Sakkal Majalla" panose="02000000000000000000" pitchFamily="2" charset="-78"/>
            </a:endParaRPr>
          </a:p>
          <a:p>
            <a:pPr rtl="1"/>
            <a:endParaRPr lang="en-GB" sz="1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التحضير للاختبار وخطط الاختبار</a:t>
            </a:r>
          </a:p>
        </p:txBody>
      </p:sp>
      <p:sp>
        <p:nvSpPr>
          <p:cNvPr id="2" name="Footer Placeholder 2">
            <a:extLst>
              <a:ext uri="{FF2B5EF4-FFF2-40B4-BE49-F238E27FC236}">
                <a16:creationId xmlns:a16="http://schemas.microsoft.com/office/drawing/2014/main" id="{FD291E07-47B8-BCAA-11F7-7E8C0015140F}"/>
              </a:ext>
            </a:extLst>
          </p:cNvPr>
          <p:cNvSpPr txBox="1">
            <a:spLocks/>
          </p:cNvSpPr>
          <p:nvPr/>
        </p:nvSpPr>
        <p:spPr bwMode="auto">
          <a:xfrm>
            <a:off x="35496" y="657923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A103000399221</a:t>
            </a:r>
            <a:endParaRPr lang="ar" sz="1000" dirty="0"/>
          </a:p>
        </p:txBody>
      </p:sp>
      <p:pic>
        <p:nvPicPr>
          <p:cNvPr id="4" name="Picture 3" descr="A close-up of a circuit board&#10;&#10;Description automatically generated">
            <a:extLst>
              <a:ext uri="{FF2B5EF4-FFF2-40B4-BE49-F238E27FC236}">
                <a16:creationId xmlns:a16="http://schemas.microsoft.com/office/drawing/2014/main" id="{69396685-84B7-C53F-A18E-D4E414354BFD}"/>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827584" y="2204864"/>
            <a:ext cx="2928332" cy="3541887"/>
          </a:xfrm>
          <a:prstGeom prst="rect">
            <a:avLst/>
          </a:prstGeom>
        </p:spPr>
      </p:pic>
    </p:spTree>
    <p:extLst>
      <p:ext uri="{BB962C8B-B14F-4D97-AF65-F5344CB8AC3E}">
        <p14:creationId xmlns:p14="http://schemas.microsoft.com/office/powerpoint/2010/main" val="3295762694"/>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1124744"/>
            <a:ext cx="9112966" cy="573325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dirty="0">
                <a:latin typeface="Sakkal Majalla" panose="02000000000000000000" pitchFamily="2" charset="-78"/>
                <a:cs typeface="Sakkal Majalla" panose="02000000000000000000" pitchFamily="2" charset="-78"/>
              </a:rPr>
              <a:t>تعد طرق الإبلاغ عن الأخطاء جزءًا أساسيًا من عملية الاختبار. فهي تساعد على تحديد أي أعطال أو مشكلات قد تنشأ في أثناء الاختبار وتوثيقها. وتُستخدم نماذج تقارير اكتشاف الأعطال الموحدة للحصول على تفاصيل مهمة بشأن العطل، بما في ذلك المؤشرات وأجهزة الاختبار المستخدمة والحلول المقترحة. </a:t>
            </a:r>
          </a:p>
          <a:p>
            <a:pPr marL="0" indent="0" rtl="1">
              <a:buNone/>
            </a:pPr>
            <a:endParaRPr lang="en-GB" sz="1400" dirty="0">
              <a:latin typeface="Sakkal Majalla" panose="02000000000000000000" pitchFamily="2" charset="-78"/>
              <a:cs typeface="Sakkal Majalla" panose="02000000000000000000" pitchFamily="2" charset="-78"/>
            </a:endParaRPr>
          </a:p>
          <a:p>
            <a:pPr marL="0" indent="0" rtl="1">
              <a:buNone/>
            </a:pPr>
            <a:r>
              <a:rPr lang="ar" sz="1400" dirty="0">
                <a:latin typeface="Sakkal Majalla" panose="02000000000000000000" pitchFamily="2" charset="-78"/>
                <a:cs typeface="Sakkal Majalla" panose="02000000000000000000" pitchFamily="2" charset="-78"/>
              </a:rPr>
              <a:t>تضمن هذه التقارير إمكانية التتبع وتوفر معلومات قيمة لاستكشاف الأعطال وإصلاحها وحل المشكلات.</a:t>
            </a:r>
          </a:p>
          <a:p>
            <a:pPr marL="0" indent="0" rtl="1">
              <a:buNone/>
            </a:pPr>
            <a:endParaRPr lang="en-GB" sz="1400" dirty="0">
              <a:latin typeface="Sakkal Majalla" panose="02000000000000000000" pitchFamily="2" charset="-78"/>
              <a:cs typeface="Sakkal Majalla" panose="02000000000000000000" pitchFamily="2" charset="-78"/>
            </a:endParaRPr>
          </a:p>
          <a:p>
            <a:pPr marL="0" indent="0" rtl="1">
              <a:buNone/>
            </a:pPr>
            <a:endParaRPr lang="en-GB" sz="14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طرق الإبلاغ عن الأعطال</a:t>
            </a:r>
          </a:p>
        </p:txBody>
      </p:sp>
      <p:graphicFrame>
        <p:nvGraphicFramePr>
          <p:cNvPr id="2" name="Table 2">
            <a:extLst>
              <a:ext uri="{FF2B5EF4-FFF2-40B4-BE49-F238E27FC236}">
                <a16:creationId xmlns:a16="http://schemas.microsoft.com/office/drawing/2014/main" id="{97DDA4F9-820A-451E-8BB1-39C85913665F}"/>
              </a:ext>
            </a:extLst>
          </p:cNvPr>
          <p:cNvGraphicFramePr>
            <a:graphicFrameLocks noGrp="1"/>
          </p:cNvGraphicFramePr>
          <p:nvPr>
            <p:extLst>
              <p:ext uri="{D42A27DB-BD31-4B8C-83A1-F6EECF244321}">
                <p14:modId xmlns:p14="http://schemas.microsoft.com/office/powerpoint/2010/main" val="1841863280"/>
              </p:ext>
            </p:extLst>
          </p:nvPr>
        </p:nvGraphicFramePr>
        <p:xfrm>
          <a:off x="467545" y="2515225"/>
          <a:ext cx="8208910" cy="3631118"/>
        </p:xfrm>
        <a:graphic>
          <a:graphicData uri="http://schemas.openxmlformats.org/drawingml/2006/table">
            <a:tbl>
              <a:tblPr rtl="1" firstRow="1" bandRow="1">
                <a:tableStyleId>{073A0DAA-6AF3-43AB-8588-CEC1D06C72B9}</a:tableStyleId>
              </a:tblPr>
              <a:tblGrid>
                <a:gridCol w="1641782">
                  <a:extLst>
                    <a:ext uri="{9D8B030D-6E8A-4147-A177-3AD203B41FA5}">
                      <a16:colId xmlns:a16="http://schemas.microsoft.com/office/drawing/2014/main" val="3093566048"/>
                    </a:ext>
                  </a:extLst>
                </a:gridCol>
                <a:gridCol w="1641782">
                  <a:extLst>
                    <a:ext uri="{9D8B030D-6E8A-4147-A177-3AD203B41FA5}">
                      <a16:colId xmlns:a16="http://schemas.microsoft.com/office/drawing/2014/main" val="1031418638"/>
                    </a:ext>
                  </a:extLst>
                </a:gridCol>
                <a:gridCol w="1641782">
                  <a:extLst>
                    <a:ext uri="{9D8B030D-6E8A-4147-A177-3AD203B41FA5}">
                      <a16:colId xmlns:a16="http://schemas.microsoft.com/office/drawing/2014/main" val="2287818635"/>
                    </a:ext>
                  </a:extLst>
                </a:gridCol>
                <a:gridCol w="1641782">
                  <a:extLst>
                    <a:ext uri="{9D8B030D-6E8A-4147-A177-3AD203B41FA5}">
                      <a16:colId xmlns:a16="http://schemas.microsoft.com/office/drawing/2014/main" val="3582832030"/>
                    </a:ext>
                  </a:extLst>
                </a:gridCol>
                <a:gridCol w="1641782">
                  <a:extLst>
                    <a:ext uri="{9D8B030D-6E8A-4147-A177-3AD203B41FA5}">
                      <a16:colId xmlns:a16="http://schemas.microsoft.com/office/drawing/2014/main" val="4054361322"/>
                    </a:ext>
                  </a:extLst>
                </a:gridCol>
              </a:tblGrid>
              <a:tr h="718279">
                <a:tc>
                  <a:txBody>
                    <a:bodyPr/>
                    <a:lstStyle/>
                    <a:p>
                      <a:pPr rtl="1"/>
                      <a:r>
                        <a:rPr lang="ar" sz="1400">
                          <a:latin typeface="Sakkal Majalla" panose="02000000000000000000" pitchFamily="2" charset="-78"/>
                          <a:cs typeface="Sakkal Majalla" panose="02000000000000000000" pitchFamily="2" charset="-78"/>
                        </a:rPr>
                        <a:t>مؤشر العطل</a:t>
                      </a:r>
                    </a:p>
                  </a:txBody>
                  <a:tcPr/>
                </a:tc>
                <a:tc>
                  <a:txBody>
                    <a:bodyPr/>
                    <a:lstStyle/>
                    <a:p>
                      <a:pPr rtl="1"/>
                      <a:r>
                        <a:rPr lang="ar" sz="1400">
                          <a:latin typeface="Sakkal Majalla" panose="02000000000000000000" pitchFamily="2" charset="-78"/>
                          <a:cs typeface="Sakkal Majalla" panose="02000000000000000000" pitchFamily="2" charset="-78"/>
                        </a:rPr>
                        <a:t>أجهزة الاختبار المستخدمة</a:t>
                      </a:r>
                    </a:p>
                  </a:txBody>
                  <a:tcPr/>
                </a:tc>
                <a:tc>
                  <a:txBody>
                    <a:bodyPr/>
                    <a:lstStyle/>
                    <a:p>
                      <a:pPr rtl="1"/>
                      <a:r>
                        <a:rPr lang="ar" sz="1400">
                          <a:latin typeface="Sakkal Majalla" panose="02000000000000000000" pitchFamily="2" charset="-78"/>
                          <a:cs typeface="Sakkal Majalla" panose="02000000000000000000" pitchFamily="2" charset="-78"/>
                        </a:rPr>
                        <a:t>الرقم التسلسلي</a:t>
                      </a:r>
                    </a:p>
                  </a:txBody>
                  <a:tcPr/>
                </a:tc>
                <a:tc>
                  <a:txBody>
                    <a:bodyPr/>
                    <a:lstStyle/>
                    <a:p>
                      <a:pPr rtl="1"/>
                      <a:r>
                        <a:rPr lang="ar" sz="1400">
                          <a:latin typeface="Sakkal Majalla" panose="02000000000000000000" pitchFamily="2" charset="-78"/>
                          <a:cs typeface="Sakkal Majalla" panose="02000000000000000000" pitchFamily="2" charset="-78"/>
                        </a:rPr>
                        <a:t>الفحوصات التي أُجرِيت</a:t>
                      </a:r>
                    </a:p>
                  </a:txBody>
                  <a:tcPr/>
                </a:tc>
                <a:tc>
                  <a:txBody>
                    <a:bodyPr/>
                    <a:lstStyle/>
                    <a:p>
                      <a:pPr rtl="1"/>
                      <a:r>
                        <a:rPr lang="ar" sz="1400" dirty="0">
                          <a:latin typeface="Sakkal Majalla" panose="02000000000000000000" pitchFamily="2" charset="-78"/>
                          <a:cs typeface="Sakkal Majalla" panose="02000000000000000000" pitchFamily="2" charset="-78"/>
                        </a:rPr>
                        <a:t>الحل المقترح</a:t>
                      </a:r>
                    </a:p>
                  </a:txBody>
                  <a:tcPr/>
                </a:tc>
                <a:extLst>
                  <a:ext uri="{0D108BD9-81ED-4DB2-BD59-A6C34878D82A}">
                    <a16:rowId xmlns:a16="http://schemas.microsoft.com/office/drawing/2014/main" val="2293399962"/>
                  </a:ext>
                </a:extLst>
              </a:tr>
              <a:tr h="718279">
                <a:tc>
                  <a:txBody>
                    <a:bodyPr/>
                    <a:lstStyle/>
                    <a:p>
                      <a:pPr rtl="1"/>
                      <a:r>
                        <a:rPr lang="ar" sz="1400">
                          <a:latin typeface="Sakkal Majalla" panose="02000000000000000000" pitchFamily="2" charset="-78"/>
                          <a:cs typeface="Sakkal Majalla" panose="02000000000000000000" pitchFamily="2" charset="-78"/>
                        </a:rPr>
                        <a:t>الجهاز لا يعمل</a:t>
                      </a:r>
                    </a:p>
                  </a:txBody>
                  <a:tcPr/>
                </a:tc>
                <a:tc>
                  <a:txBody>
                    <a:bodyPr/>
                    <a:lstStyle/>
                    <a:p>
                      <a:pPr rtl="1"/>
                      <a:r>
                        <a:rPr lang="ar" sz="1400">
                          <a:latin typeface="Sakkal Majalla" panose="02000000000000000000" pitchFamily="2" charset="-78"/>
                          <a:cs typeface="Sakkal Majalla" panose="02000000000000000000" pitchFamily="2" charset="-78"/>
                        </a:rPr>
                        <a:t>أجهزة القياس متعددة الأغراض، مزود الطاقة</a:t>
                      </a:r>
                    </a:p>
                  </a:txBody>
                  <a:tcPr/>
                </a:tc>
                <a:tc>
                  <a:txBody>
                    <a:bodyPr/>
                    <a:lstStyle/>
                    <a:p>
                      <a:pPr rtl="1"/>
                      <a:r>
                        <a:rPr lang="ar" sz="1400">
                          <a:latin typeface="Sakkal Majalla" panose="02000000000000000000" pitchFamily="2" charset="-78"/>
                          <a:cs typeface="Sakkal Majalla" panose="02000000000000000000" pitchFamily="2" charset="-78"/>
                        </a:rPr>
                        <a:t>12345</a:t>
                      </a:r>
                    </a:p>
                  </a:txBody>
                  <a:tcPr/>
                </a:tc>
                <a:tc>
                  <a:txBody>
                    <a:bodyPr/>
                    <a:lstStyle/>
                    <a:p>
                      <a:pPr rtl="1"/>
                      <a:r>
                        <a:rPr lang="ar" sz="1400">
                          <a:latin typeface="Sakkal Majalla" panose="02000000000000000000" pitchFamily="2" charset="-78"/>
                          <a:cs typeface="Sakkal Majalla" panose="02000000000000000000" pitchFamily="2" charset="-78"/>
                        </a:rPr>
                        <a:t>التحقق من توصيل مصدر الطاقة واختبار جهد الخرج.</a:t>
                      </a:r>
                    </a:p>
                  </a:txBody>
                  <a:tcPr/>
                </a:tc>
                <a:tc>
                  <a:txBody>
                    <a:bodyPr/>
                    <a:lstStyle/>
                    <a:p>
                      <a:pPr rtl="1"/>
                      <a:r>
                        <a:rPr lang="ar" sz="1400" dirty="0">
                          <a:latin typeface="Sakkal Majalla" panose="02000000000000000000" pitchFamily="2" charset="-78"/>
                          <a:cs typeface="Sakkal Majalla" panose="02000000000000000000" pitchFamily="2" charset="-78"/>
                        </a:rPr>
                        <a:t>استبدال مصدر الطاقة المعيب</a:t>
                      </a:r>
                    </a:p>
                  </a:txBody>
                  <a:tcPr/>
                </a:tc>
                <a:extLst>
                  <a:ext uri="{0D108BD9-81ED-4DB2-BD59-A6C34878D82A}">
                    <a16:rowId xmlns:a16="http://schemas.microsoft.com/office/drawing/2014/main" val="497611782"/>
                  </a:ext>
                </a:extLst>
              </a:tr>
              <a:tr h="718279">
                <a:tc>
                  <a:txBody>
                    <a:bodyPr/>
                    <a:lstStyle/>
                    <a:p>
                      <a:pPr rtl="1"/>
                      <a:r>
                        <a:rPr lang="ar" sz="1400">
                          <a:latin typeface="Sakkal Majalla" panose="02000000000000000000" pitchFamily="2" charset="-78"/>
                          <a:cs typeface="Sakkal Majalla" panose="02000000000000000000" pitchFamily="2" charset="-78"/>
                        </a:rPr>
                        <a:t>اتصال متقطع</a:t>
                      </a:r>
                    </a:p>
                  </a:txBody>
                  <a:tcPr/>
                </a:tc>
                <a:tc>
                  <a:txBody>
                    <a:bodyPr/>
                    <a:lstStyle/>
                    <a:p>
                      <a:pPr rtl="1"/>
                      <a:r>
                        <a:rPr lang="ar" sz="1400">
                          <a:latin typeface="Sakkal Majalla" panose="02000000000000000000" pitchFamily="2" charset="-78"/>
                          <a:cs typeface="Sakkal Majalla" panose="02000000000000000000" pitchFamily="2" charset="-78"/>
                        </a:rPr>
                        <a:t>محلل الشبكة، كابل إيثرنت</a:t>
                      </a:r>
                    </a:p>
                  </a:txBody>
                  <a:tcPr/>
                </a:tc>
                <a:tc>
                  <a:txBody>
                    <a:bodyPr/>
                    <a:lstStyle/>
                    <a:p>
                      <a:pPr rtl="1"/>
                      <a:r>
                        <a:rPr lang="ar" sz="1400">
                          <a:latin typeface="Sakkal Majalla" panose="02000000000000000000" pitchFamily="2" charset="-78"/>
                          <a:cs typeface="Sakkal Majalla" panose="02000000000000000000" pitchFamily="2" charset="-78"/>
                        </a:rPr>
                        <a:t>67890</a:t>
                      </a:r>
                    </a:p>
                  </a:txBody>
                  <a:tcPr/>
                </a:tc>
                <a:tc>
                  <a:txBody>
                    <a:bodyPr/>
                    <a:lstStyle/>
                    <a:p>
                      <a:pPr rtl="1"/>
                      <a:r>
                        <a:rPr lang="ar" sz="1400">
                          <a:latin typeface="Sakkal Majalla" panose="02000000000000000000" pitchFamily="2" charset="-78"/>
                          <a:cs typeface="Sakkal Majalla" panose="02000000000000000000" pitchFamily="2" charset="-78"/>
                        </a:rPr>
                        <a:t>جرى تحليل حركة الشبكة واختبار الكبل لضمان سلامة التوصيل</a:t>
                      </a:r>
                    </a:p>
                  </a:txBody>
                  <a:tcPr/>
                </a:tc>
                <a:tc>
                  <a:txBody>
                    <a:bodyPr/>
                    <a:lstStyle/>
                    <a:p>
                      <a:pPr rtl="1"/>
                      <a:r>
                        <a:rPr lang="ar" sz="1400" dirty="0">
                          <a:latin typeface="Sakkal Majalla" panose="02000000000000000000" pitchFamily="2" charset="-78"/>
                          <a:cs typeface="Sakkal Majalla" panose="02000000000000000000" pitchFamily="2" charset="-78"/>
                        </a:rPr>
                        <a:t>جرى استبدال الكابل المعيب</a:t>
                      </a:r>
                    </a:p>
                  </a:txBody>
                  <a:tcPr/>
                </a:tc>
                <a:extLst>
                  <a:ext uri="{0D108BD9-81ED-4DB2-BD59-A6C34878D82A}">
                    <a16:rowId xmlns:a16="http://schemas.microsoft.com/office/drawing/2014/main" val="1376787591"/>
                  </a:ext>
                </a:extLst>
              </a:tr>
              <a:tr h="718279">
                <a:tc>
                  <a:txBody>
                    <a:bodyPr/>
                    <a:lstStyle/>
                    <a:p>
                      <a:pPr rtl="1"/>
                      <a:r>
                        <a:rPr lang="ar" sz="1400">
                          <a:latin typeface="Sakkal Majalla" panose="02000000000000000000" pitchFamily="2" charset="-78"/>
                          <a:cs typeface="Sakkal Majalla" panose="02000000000000000000" pitchFamily="2" charset="-78"/>
                        </a:rPr>
                        <a:t>تعطل البرنامج</a:t>
                      </a:r>
                    </a:p>
                  </a:txBody>
                  <a:tcPr/>
                </a:tc>
                <a:tc>
                  <a:txBody>
                    <a:bodyPr/>
                    <a:lstStyle/>
                    <a:p>
                      <a:pPr rtl="1"/>
                      <a:r>
                        <a:rPr lang="ar" sz="1400">
                          <a:latin typeface="Sakkal Majalla" panose="02000000000000000000" pitchFamily="2" charset="-78"/>
                          <a:cs typeface="Sakkal Majalla" panose="02000000000000000000" pitchFamily="2" charset="-78"/>
                        </a:rPr>
                        <a:t>أدوات تصحيح الأخطاء، إصدار البرنامج</a:t>
                      </a:r>
                    </a:p>
                  </a:txBody>
                  <a:tcPr/>
                </a:tc>
                <a:tc>
                  <a:txBody>
                    <a:bodyPr/>
                    <a:lstStyle/>
                    <a:p>
                      <a:pPr rtl="1"/>
                      <a:r>
                        <a:rPr lang="ar" sz="1400">
                          <a:latin typeface="Sakkal Majalla" panose="02000000000000000000" pitchFamily="2" charset="-78"/>
                          <a:cs typeface="Sakkal Majalla" panose="02000000000000000000" pitchFamily="2" charset="-78"/>
                        </a:rPr>
                        <a:t>ABCDE</a:t>
                      </a:r>
                    </a:p>
                  </a:txBody>
                  <a:tcPr/>
                </a:tc>
                <a:tc>
                  <a:txBody>
                    <a:bodyPr/>
                    <a:lstStyle/>
                    <a:p>
                      <a:pPr rtl="1"/>
                      <a:r>
                        <a:rPr lang="ar" sz="1400">
                          <a:latin typeface="Sakkal Majalla" panose="02000000000000000000" pitchFamily="2" charset="-78"/>
                          <a:cs typeface="Sakkal Majalla" panose="02000000000000000000" pitchFamily="2" charset="-78"/>
                        </a:rPr>
                        <a:t>سجلات الأعطال التي جرى تحليلها واختبارها باستخدام إصدارات برامج مختلفة</a:t>
                      </a:r>
                    </a:p>
                  </a:txBody>
                  <a:tcPr/>
                </a:tc>
                <a:tc>
                  <a:txBody>
                    <a:bodyPr/>
                    <a:lstStyle/>
                    <a:p>
                      <a:pPr rtl="1"/>
                      <a:r>
                        <a:rPr lang="ar" sz="1400" dirty="0">
                          <a:latin typeface="Sakkal Majalla" panose="02000000000000000000" pitchFamily="2" charset="-78"/>
                          <a:cs typeface="Sakkal Majalla" panose="02000000000000000000" pitchFamily="2" charset="-78"/>
                        </a:rPr>
                        <a:t>تطبيق تصحيح برمجي</a:t>
                      </a:r>
                    </a:p>
                  </a:txBody>
                  <a:tcPr/>
                </a:tc>
                <a:extLst>
                  <a:ext uri="{0D108BD9-81ED-4DB2-BD59-A6C34878D82A}">
                    <a16:rowId xmlns:a16="http://schemas.microsoft.com/office/drawing/2014/main" val="2715925280"/>
                  </a:ext>
                </a:extLst>
              </a:tr>
              <a:tr h="718279">
                <a:tc>
                  <a:txBody>
                    <a:bodyPr/>
                    <a:lstStyle/>
                    <a:p>
                      <a:pPr rtl="1"/>
                      <a:r>
                        <a:rPr lang="ar" sz="1400">
                          <a:latin typeface="Sakkal Majalla" panose="02000000000000000000" pitchFamily="2" charset="-78"/>
                          <a:cs typeface="Sakkal Majalla" panose="02000000000000000000" pitchFamily="2" charset="-78"/>
                        </a:rPr>
                        <a:t>تشوه الشاشة</a:t>
                      </a:r>
                    </a:p>
                  </a:txBody>
                  <a:tcPr/>
                </a:tc>
                <a:tc>
                  <a:txBody>
                    <a:bodyPr/>
                    <a:lstStyle/>
                    <a:p>
                      <a:pPr rtl="1"/>
                      <a:r>
                        <a:rPr lang="ar" sz="1400">
                          <a:latin typeface="Sakkal Majalla" panose="02000000000000000000" pitchFamily="2" charset="-78"/>
                          <a:cs typeface="Sakkal Majalla" panose="02000000000000000000" pitchFamily="2" charset="-78"/>
                        </a:rPr>
                        <a:t>راسم الذبذبات، واجهة العرض</a:t>
                      </a:r>
                    </a:p>
                  </a:txBody>
                  <a:tcPr/>
                </a:tc>
                <a:tc>
                  <a:txBody>
                    <a:bodyPr/>
                    <a:lstStyle/>
                    <a:p>
                      <a:pPr rtl="1"/>
                      <a:r>
                        <a:rPr lang="ar" sz="1400">
                          <a:latin typeface="Sakkal Majalla" panose="02000000000000000000" pitchFamily="2" charset="-78"/>
                          <a:cs typeface="Sakkal Majalla" panose="02000000000000000000" pitchFamily="2" charset="-78"/>
                        </a:rPr>
                        <a:t>FGHIJ</a:t>
                      </a:r>
                    </a:p>
                  </a:txBody>
                  <a:tcPr/>
                </a:tc>
                <a:tc>
                  <a:txBody>
                    <a:bodyPr/>
                    <a:lstStyle/>
                    <a:p>
                      <a:pPr rtl="1"/>
                      <a:r>
                        <a:rPr lang="ar" sz="1400">
                          <a:latin typeface="Sakkal Majalla" panose="02000000000000000000" pitchFamily="2" charset="-78"/>
                          <a:cs typeface="Sakkal Majalla" panose="02000000000000000000" pitchFamily="2" charset="-78"/>
                        </a:rPr>
                        <a:t>تحليل الشكل الموجي للإشارة، واختبارها باستخدام واجهات عرض مختلفة</a:t>
                      </a:r>
                    </a:p>
                  </a:txBody>
                  <a:tcPr/>
                </a:tc>
                <a:tc>
                  <a:txBody>
                    <a:bodyPr/>
                    <a:lstStyle/>
                    <a:p>
                      <a:pPr rtl="1"/>
                      <a:r>
                        <a:rPr lang="ar" sz="1400" dirty="0">
                          <a:latin typeface="Sakkal Majalla" panose="02000000000000000000" pitchFamily="2" charset="-78"/>
                          <a:cs typeface="Sakkal Majalla" panose="02000000000000000000" pitchFamily="2" charset="-78"/>
                        </a:rPr>
                        <a:t>استبدال واجهة العرض المعيبة</a:t>
                      </a:r>
                    </a:p>
                  </a:txBody>
                  <a:tcPr/>
                </a:tc>
                <a:extLst>
                  <a:ext uri="{0D108BD9-81ED-4DB2-BD59-A6C34878D82A}">
                    <a16:rowId xmlns:a16="http://schemas.microsoft.com/office/drawing/2014/main" val="1788972480"/>
                  </a:ext>
                </a:extLst>
              </a:tr>
            </a:tbl>
          </a:graphicData>
        </a:graphic>
      </p:graphicFrame>
      <p:sp>
        <p:nvSpPr>
          <p:cNvPr id="3" name="Footer Placeholder 2">
            <a:extLst>
              <a:ext uri="{FF2B5EF4-FFF2-40B4-BE49-F238E27FC236}">
                <a16:creationId xmlns:a16="http://schemas.microsoft.com/office/drawing/2014/main" id="{EA527379-1245-8FFB-14B7-0D2256F0C78C}"/>
              </a:ext>
            </a:extLst>
          </p:cNvPr>
          <p:cNvSpPr txBox="1">
            <a:spLocks/>
          </p:cNvSpPr>
          <p:nvPr/>
        </p:nvSpPr>
        <p:spPr bwMode="auto">
          <a:xfrm>
            <a:off x="35496" y="657923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A103000399221</a:t>
            </a:r>
            <a:endParaRPr lang="ar" sz="1000" dirty="0"/>
          </a:p>
        </p:txBody>
      </p:sp>
    </p:spTree>
    <p:extLst>
      <p:ext uri="{BB962C8B-B14F-4D97-AF65-F5344CB8AC3E}">
        <p14:creationId xmlns:p14="http://schemas.microsoft.com/office/powerpoint/2010/main" val="3406818035"/>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latin typeface="Sakkal Majalla" panose="02000000000000000000" pitchFamily="2" charset="-78"/>
                <a:cs typeface="Sakkal Majalla" panose="02000000000000000000" pitchFamily="2" charset="-78"/>
              </a:rPr>
              <a:t>نتاج التعلم ج</a:t>
            </a:r>
            <a:br>
              <a:rPr lang="en-US" altLang="en-US" sz="2600" dirty="0">
                <a:latin typeface="Sakkal Majalla" panose="02000000000000000000" pitchFamily="2" charset="-78"/>
                <a:cs typeface="Sakkal Majalla" panose="02000000000000000000" pitchFamily="2" charset="-78"/>
              </a:rPr>
            </a:br>
            <a:br>
              <a:rPr lang="en-US" altLang="en-US" sz="2600" dirty="0">
                <a:latin typeface="Sakkal Majalla" panose="02000000000000000000" pitchFamily="2" charset="-78"/>
                <a:cs typeface="Sakkal Majalla" panose="02000000000000000000" pitchFamily="2" charset="-78"/>
              </a:rPr>
            </a:br>
            <a:endParaRPr lang="en-GB" altLang="en-US" sz="2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1" y="2493962"/>
            <a:ext cx="9143999" cy="2447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إجراء القياسات والاختبارات على الدوائر الإلكترونية التناظرية والرقمية لتحديد الأعطال بأمان. </a:t>
            </a:r>
            <a:br>
              <a:rPr lang="en-GB" altLang="en-US" sz="3800" b="1" dirty="0">
                <a:latin typeface="Sakkal Majalla" panose="02000000000000000000" pitchFamily="2" charset="-78"/>
                <a:cs typeface="Sakkal Majalla" panose="02000000000000000000" pitchFamily="2" charset="-78"/>
              </a:rPr>
            </a:br>
            <a:endParaRPr lang="en-GB" altLang="en-US" sz="3800" b="1" dirty="0">
              <a:latin typeface="Sakkal Majalla" panose="02000000000000000000" pitchFamily="2" charset="-78"/>
              <a:cs typeface="Sakkal Majalla" panose="02000000000000000000" pitchFamily="2" charset="-78"/>
            </a:endParaRPr>
          </a:p>
          <a:p>
            <a:pPr algn="ctr" rtl="1"/>
            <a:r>
              <a:rPr lang="ar" sz="3800" b="1" dirty="0">
                <a:latin typeface="Sakkal Majalla" panose="02000000000000000000" pitchFamily="2" charset="-78"/>
                <a:cs typeface="Sakkal Majalla" panose="02000000000000000000" pitchFamily="2" charset="-78"/>
              </a:rPr>
              <a:t> </a:t>
            </a:r>
            <a:br>
              <a:rPr lang="en-GB" altLang="en-US" sz="3800" b="1" dirty="0">
                <a:latin typeface="Sakkal Majalla" panose="02000000000000000000" pitchFamily="2" charset="-78"/>
                <a:cs typeface="Sakkal Majalla" panose="02000000000000000000" pitchFamily="2" charset="-78"/>
              </a:rPr>
            </a:br>
            <a:endParaRPr lang="en-GB" altLang="en-US" sz="38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FF1E03D9-14BF-1DD9-979D-2B57C015B403}"/>
              </a:ext>
            </a:extLst>
          </p:cNvPr>
          <p:cNvSpPr txBox="1">
            <a:spLocks/>
          </p:cNvSpPr>
          <p:nvPr/>
        </p:nvSpPr>
        <p:spPr bwMode="auto">
          <a:xfrm>
            <a:off x="35496" y="657923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A103000399221</a:t>
            </a:r>
            <a:endParaRPr lang="ar" sz="1000" dirty="0"/>
          </a:p>
        </p:txBody>
      </p:sp>
    </p:spTree>
    <p:extLst>
      <p:ext uri="{BB962C8B-B14F-4D97-AF65-F5344CB8AC3E}">
        <p14:creationId xmlns:p14="http://schemas.microsoft.com/office/powerpoint/2010/main" val="1796285363"/>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427984" y="1628800"/>
            <a:ext cx="4392488" cy="43924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effectLst/>
                <a:latin typeface="Sakkal Majalla" panose="02000000000000000000" pitchFamily="2" charset="-78"/>
                <a:cs typeface="Sakkal Majalla" panose="02000000000000000000" pitchFamily="2" charset="-78"/>
              </a:rPr>
              <a:t>اتبع قواعد السلامة</a:t>
            </a:r>
          </a:p>
          <a:p>
            <a:pPr marL="0" indent="0" rtl="1">
              <a:buNone/>
            </a:pPr>
            <a:r>
              <a:rPr lang="ar" sz="1400" dirty="0">
                <a:effectLst/>
                <a:latin typeface="Sakkal Majalla" panose="02000000000000000000" pitchFamily="2" charset="-78"/>
                <a:cs typeface="Sakkal Majalla" panose="02000000000000000000" pitchFamily="2" charset="-78"/>
              </a:rPr>
              <a:t>اتبع دائمًا قواعد السلامة وإرشاداتها عند التعامل مع الدوائر الإلكترونية لمنع وقوع الحوادث والإصابات.</a:t>
            </a:r>
            <a:endParaRPr lang="en-GB" sz="1400" dirty="0">
              <a:latin typeface="Sakkal Majalla" panose="02000000000000000000" pitchFamily="2" charset="-78"/>
              <a:cs typeface="Sakkal Majalla" panose="02000000000000000000" pitchFamily="2" charset="-78"/>
            </a:endParaRPr>
          </a:p>
          <a:p>
            <a:pPr rtl="1"/>
            <a:endParaRPr lang="en-GB" sz="1400" dirty="0">
              <a:latin typeface="Sakkal Majalla" panose="02000000000000000000" pitchFamily="2" charset="-78"/>
              <a:cs typeface="Sakkal Majalla" panose="02000000000000000000" pitchFamily="2" charset="-78"/>
            </a:endParaRPr>
          </a:p>
          <a:p>
            <a:pPr marL="0" indent="0" rtl="1">
              <a:buNone/>
            </a:pPr>
            <a:r>
              <a:rPr lang="ar" sz="1400" b="1" dirty="0">
                <a:effectLst/>
                <a:latin typeface="Sakkal Majalla" panose="02000000000000000000" pitchFamily="2" charset="-78"/>
                <a:cs typeface="Sakkal Majalla" panose="02000000000000000000" pitchFamily="2" charset="-78"/>
              </a:rPr>
              <a:t>تصرف بمسؤولية</a:t>
            </a:r>
          </a:p>
          <a:p>
            <a:pPr marL="0" indent="0" rtl="1">
              <a:buNone/>
            </a:pPr>
            <a:r>
              <a:rPr lang="ar" sz="1400" dirty="0">
                <a:effectLst/>
                <a:latin typeface="Sakkal Majalla" panose="02000000000000000000" pitchFamily="2" charset="-78"/>
                <a:cs typeface="Sakkal Majalla" panose="02000000000000000000" pitchFamily="2" charset="-78"/>
              </a:rPr>
              <a:t>تصرف بمسؤولية في بيئة ورشة العمل عبر الحفاظ على مساحة العمل نظيفة ومنظمة، وحافظ على المعدات والأدوات.</a:t>
            </a:r>
            <a:endParaRPr lang="en-GB" sz="1400" dirty="0">
              <a:latin typeface="Sakkal Majalla" panose="02000000000000000000" pitchFamily="2" charset="-78"/>
              <a:cs typeface="Sakkal Majalla" panose="02000000000000000000" pitchFamily="2" charset="-78"/>
            </a:endParaRPr>
          </a:p>
          <a:p>
            <a:pPr rtl="1"/>
            <a:endParaRPr lang="en-GB" sz="1400" dirty="0">
              <a:latin typeface="Sakkal Majalla" panose="02000000000000000000" pitchFamily="2" charset="-78"/>
              <a:cs typeface="Sakkal Majalla" panose="02000000000000000000" pitchFamily="2" charset="-78"/>
            </a:endParaRPr>
          </a:p>
          <a:p>
            <a:pPr marL="0" indent="0" rtl="1">
              <a:buNone/>
            </a:pPr>
            <a:r>
              <a:rPr lang="ar" sz="1400" b="1" dirty="0">
                <a:effectLst/>
                <a:latin typeface="Sakkal Majalla" panose="02000000000000000000" pitchFamily="2" charset="-78"/>
                <a:cs typeface="Sakkal Majalla" panose="02000000000000000000" pitchFamily="2" charset="-78"/>
              </a:rPr>
              <a:t>تقييمات الأخطار والضوابط</a:t>
            </a:r>
          </a:p>
          <a:p>
            <a:pPr marL="0" indent="0" rtl="1">
              <a:buNone/>
            </a:pPr>
            <a:r>
              <a:rPr lang="ar-EG" sz="1400" dirty="0">
                <a:effectLst/>
                <a:latin typeface="Sakkal Majalla" panose="02000000000000000000" pitchFamily="2" charset="-78"/>
                <a:cs typeface="Sakkal Majalla" panose="02000000000000000000" pitchFamily="2" charset="-78"/>
              </a:rPr>
              <a:t>حدِّد</a:t>
            </a:r>
            <a:r>
              <a:rPr lang="ar" sz="1400" dirty="0">
                <a:effectLst/>
                <a:latin typeface="Sakkal Majalla" panose="02000000000000000000" pitchFamily="2" charset="-78"/>
                <a:cs typeface="Sakkal Majalla" panose="02000000000000000000" pitchFamily="2" charset="-78"/>
              </a:rPr>
              <a:t> تقييمات الأخطار والضوابط و</a:t>
            </a:r>
            <a:r>
              <a:rPr lang="ar-EG" sz="1400" dirty="0">
                <a:effectLst/>
                <a:latin typeface="Sakkal Majalla" panose="02000000000000000000" pitchFamily="2" charset="-78"/>
                <a:cs typeface="Sakkal Majalla" panose="02000000000000000000" pitchFamily="2" charset="-78"/>
              </a:rPr>
              <a:t>ا</a:t>
            </a:r>
            <a:r>
              <a:rPr lang="ar" sz="1400" dirty="0">
                <a:effectLst/>
                <a:latin typeface="Sakkal Majalla" panose="02000000000000000000" pitchFamily="2" charset="-78"/>
                <a:cs typeface="Sakkal Majalla" panose="02000000000000000000" pitchFamily="2" charset="-78"/>
              </a:rPr>
              <a:t>فهمها لضمان بيئة عمل آمنة.</a:t>
            </a:r>
            <a:endParaRPr lang="en-GB" sz="1400" dirty="0">
              <a:latin typeface="Sakkal Majalla" panose="02000000000000000000" pitchFamily="2" charset="-78"/>
              <a:cs typeface="Sakkal Majalla" panose="02000000000000000000" pitchFamily="2" charset="-78"/>
            </a:endParaRPr>
          </a:p>
          <a:p>
            <a:pPr rtl="1"/>
            <a:endParaRPr lang="en-GB" sz="1400" dirty="0">
              <a:latin typeface="Sakkal Majalla" panose="02000000000000000000" pitchFamily="2" charset="-78"/>
              <a:cs typeface="Sakkal Majalla" panose="02000000000000000000" pitchFamily="2" charset="-78"/>
            </a:endParaRPr>
          </a:p>
          <a:p>
            <a:pPr marL="0" indent="0" rtl="1">
              <a:buNone/>
            </a:pPr>
            <a:r>
              <a:rPr lang="ar" sz="1400" b="1" dirty="0">
                <a:effectLst/>
                <a:latin typeface="Sakkal Majalla" panose="02000000000000000000" pitchFamily="2" charset="-78"/>
                <a:cs typeface="Sakkal Majalla" panose="02000000000000000000" pitchFamily="2" charset="-78"/>
              </a:rPr>
              <a:t>استخدام الأجهزة للغرض المصممة له</a:t>
            </a:r>
          </a:p>
          <a:p>
            <a:pPr marL="0" indent="0" rtl="1">
              <a:buNone/>
            </a:pPr>
            <a:r>
              <a:rPr lang="ar" sz="1400" dirty="0">
                <a:effectLst/>
                <a:latin typeface="Sakkal Majalla" panose="02000000000000000000" pitchFamily="2" charset="-78"/>
                <a:cs typeface="Sakkal Majalla" panose="02000000000000000000" pitchFamily="2" charset="-78"/>
              </a:rPr>
              <a:t>استخدم الأجهزة والأدوات الإلكترونية للغرض المصممة له وتجنب استخدامها بطرق قد تسبب ضررًا أو تلفًا.</a:t>
            </a:r>
            <a:endParaRPr lang="en-GB" sz="1400" dirty="0">
              <a:latin typeface="Sakkal Majalla" panose="02000000000000000000" pitchFamily="2" charset="-78"/>
              <a:cs typeface="Sakkal Majalla" panose="02000000000000000000" pitchFamily="2" charset="-78"/>
            </a:endParaRPr>
          </a:p>
          <a:p>
            <a:pPr rtl="1"/>
            <a:endParaRPr lang="en-GB" sz="1400" dirty="0">
              <a:latin typeface="Sakkal Majalla" panose="02000000000000000000" pitchFamily="2" charset="-78"/>
              <a:cs typeface="Sakkal Majalla" panose="02000000000000000000" pitchFamily="2" charset="-78"/>
            </a:endParaRPr>
          </a:p>
          <a:p>
            <a:pPr marL="0" indent="0" rtl="1">
              <a:buNone/>
            </a:pPr>
            <a:r>
              <a:rPr lang="ar" sz="1400" b="1" dirty="0">
                <a:effectLst/>
                <a:latin typeface="Sakkal Majalla" panose="02000000000000000000" pitchFamily="2" charset="-78"/>
                <a:cs typeface="Sakkal Majalla" panose="02000000000000000000" pitchFamily="2" charset="-78"/>
              </a:rPr>
              <a:t>احمِ نفسك والآخرين</a:t>
            </a:r>
          </a:p>
          <a:p>
            <a:pPr marL="0" indent="0" rtl="1">
              <a:buNone/>
            </a:pPr>
            <a:r>
              <a:rPr lang="ar" sz="1400" dirty="0">
                <a:effectLst/>
                <a:latin typeface="Sakkal Majalla" panose="02000000000000000000" pitchFamily="2" charset="-78"/>
                <a:cs typeface="Sakkal Majalla" panose="02000000000000000000" pitchFamily="2" charset="-78"/>
              </a:rPr>
              <a:t>اتخذ الاحتياطات اللازمة لحماية نفسك والآخرين من المخاطر المحتملة عند التعامل مع الدوائر الإلكترونية.</a:t>
            </a:r>
            <a:endParaRPr lang="en-GB" sz="1400" dirty="0">
              <a:latin typeface="Sakkal Majalla" panose="02000000000000000000" pitchFamily="2" charset="-78"/>
              <a:cs typeface="Sakkal Majalla" panose="02000000000000000000" pitchFamily="2" charset="-78"/>
            </a:endParaRPr>
          </a:p>
          <a:p>
            <a:pPr rtl="1"/>
            <a:endParaRPr lang="en-GB" sz="14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ممارسات العمل الآمن</a:t>
            </a:r>
          </a:p>
        </p:txBody>
      </p:sp>
      <p:sp>
        <p:nvSpPr>
          <p:cNvPr id="2" name="Footer Placeholder 2">
            <a:extLst>
              <a:ext uri="{FF2B5EF4-FFF2-40B4-BE49-F238E27FC236}">
                <a16:creationId xmlns:a16="http://schemas.microsoft.com/office/drawing/2014/main" id="{F60FA531-DF22-BE7C-43DE-8EC0ADBDA57F}"/>
              </a:ext>
            </a:extLst>
          </p:cNvPr>
          <p:cNvSpPr txBox="1">
            <a:spLocks/>
          </p:cNvSpPr>
          <p:nvPr/>
        </p:nvSpPr>
        <p:spPr bwMode="auto">
          <a:xfrm>
            <a:off x="35496" y="657923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A103000399221</a:t>
            </a:r>
            <a:endParaRPr lang="ar" sz="1000" dirty="0"/>
          </a:p>
        </p:txBody>
      </p:sp>
      <p:pic>
        <p:nvPicPr>
          <p:cNvPr id="3" name="Picture 2" descr="A person in a hard hat using a device&#10;&#10;Description automatically generated">
            <a:extLst>
              <a:ext uri="{FF2B5EF4-FFF2-40B4-BE49-F238E27FC236}">
                <a16:creationId xmlns:a16="http://schemas.microsoft.com/office/drawing/2014/main" id="{579396EB-3100-C3CD-FEC5-8776C481067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67544" y="2636912"/>
            <a:ext cx="3780420" cy="2520280"/>
          </a:xfrm>
          <a:prstGeom prst="rect">
            <a:avLst/>
          </a:prstGeom>
        </p:spPr>
      </p:pic>
    </p:spTree>
    <p:extLst>
      <p:ext uri="{BB962C8B-B14F-4D97-AF65-F5344CB8AC3E}">
        <p14:creationId xmlns:p14="http://schemas.microsoft.com/office/powerpoint/2010/main" val="3137976635"/>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05500" y="1412776"/>
            <a:ext cx="4297887" cy="496855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effectLst/>
                <a:latin typeface="Sakkal Majalla" panose="02000000000000000000" pitchFamily="2" charset="-78"/>
                <a:cs typeface="Sakkal Majalla" panose="02000000000000000000" pitchFamily="2" charset="-78"/>
              </a:rPr>
              <a:t>قياس ظروف الإشارة</a:t>
            </a:r>
          </a:p>
          <a:p>
            <a:pPr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قياس ظروف الإشارة في نقاط الاختبار الرئيسة للدوائر غير التالفة.</a:t>
            </a:r>
          </a:p>
          <a:p>
            <a:pPr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مقارنة نتائج القياس بالقيم الاسمية لتحديد الانحرافات.</a:t>
            </a:r>
          </a:p>
          <a:p>
            <a:pPr rtl="1"/>
            <a:endParaRPr lang="en-GB" sz="1400" dirty="0">
              <a:latin typeface="Sakkal Majalla" panose="02000000000000000000" pitchFamily="2" charset="-78"/>
              <a:cs typeface="Sakkal Majalla" panose="02000000000000000000" pitchFamily="2" charset="-78"/>
            </a:endParaRPr>
          </a:p>
          <a:p>
            <a:pPr marL="0" indent="0" rtl="1">
              <a:buNone/>
            </a:pPr>
            <a:r>
              <a:rPr lang="ar" sz="1400" b="1" dirty="0">
                <a:effectLst/>
                <a:latin typeface="Sakkal Majalla" panose="02000000000000000000" pitchFamily="2" charset="-78"/>
                <a:cs typeface="Sakkal Majalla" panose="02000000000000000000" pitchFamily="2" charset="-78"/>
              </a:rPr>
              <a:t>تطبيق خطط اكتشاف الأعطال</a:t>
            </a:r>
          </a:p>
          <a:p>
            <a:pPr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تطبيق خطط اكتشاف الأعطال لتحديد مؤشرات العطل.</a:t>
            </a:r>
          </a:p>
          <a:p>
            <a:pPr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استخدام أجهزة اختبار مناسبة لتحليل سلوك الدائرة.</a:t>
            </a:r>
          </a:p>
          <a:p>
            <a:pPr rtl="1"/>
            <a:endParaRPr lang="en-GB" sz="1400" dirty="0">
              <a:latin typeface="Sakkal Majalla" panose="02000000000000000000" pitchFamily="2" charset="-78"/>
              <a:cs typeface="Sakkal Majalla" panose="02000000000000000000" pitchFamily="2" charset="-78"/>
            </a:endParaRPr>
          </a:p>
          <a:p>
            <a:pPr marL="0" indent="0" rtl="1">
              <a:buNone/>
            </a:pPr>
            <a:r>
              <a:rPr lang="ar" sz="1400" b="1" dirty="0">
                <a:effectLst/>
                <a:latin typeface="Sakkal Majalla" panose="02000000000000000000" pitchFamily="2" charset="-78"/>
                <a:cs typeface="Sakkal Majalla" panose="02000000000000000000" pitchFamily="2" charset="-78"/>
              </a:rPr>
              <a:t>اختيار التقنيات وتطبيقها</a:t>
            </a:r>
          </a:p>
          <a:p>
            <a:pPr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تحديد تقنيات اكتشاف الأعطال المناسبة بناءً على مؤشرات العطل المحددة.</a:t>
            </a:r>
          </a:p>
          <a:p>
            <a:pPr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تطبيق التقنيات المختارة لتحديد الأعطال وتشخيصها.</a:t>
            </a:r>
          </a:p>
          <a:p>
            <a:pPr rtl="1"/>
            <a:endParaRPr lang="en-GB" sz="1400" dirty="0">
              <a:latin typeface="Sakkal Majalla" panose="02000000000000000000" pitchFamily="2" charset="-78"/>
              <a:cs typeface="Sakkal Majalla" panose="02000000000000000000" pitchFamily="2" charset="-78"/>
            </a:endParaRPr>
          </a:p>
          <a:p>
            <a:pPr marL="0" indent="0" rtl="1">
              <a:buNone/>
            </a:pPr>
            <a:r>
              <a:rPr lang="ar" sz="1400" b="1" dirty="0">
                <a:effectLst/>
                <a:latin typeface="Sakkal Majalla" panose="02000000000000000000" pitchFamily="2" charset="-78"/>
                <a:cs typeface="Sakkal Majalla" panose="02000000000000000000" pitchFamily="2" charset="-78"/>
              </a:rPr>
              <a:t>تحديد الأعطال</a:t>
            </a:r>
          </a:p>
          <a:p>
            <a:pPr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تحديد الأعطال بناءً على نتائج تقنيات اكتشاف الأعطال المطبقة.</a:t>
            </a:r>
          </a:p>
          <a:p>
            <a:pPr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تحديد السبب الجذري للأعطال ووضع الحلول المناسبة.</a:t>
            </a:r>
          </a:p>
          <a:p>
            <a:pPr rtl="1"/>
            <a:endParaRPr lang="en-GB" sz="14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اكتشاف عملي للأعطال </a:t>
            </a:r>
          </a:p>
          <a:p>
            <a:pPr rtl="1"/>
            <a:r>
              <a:rPr lang="ar" sz="2200" b="1" dirty="0">
                <a:latin typeface="Sakkal Majalla" panose="02000000000000000000" pitchFamily="2" charset="-78"/>
                <a:cs typeface="Sakkal Majalla" panose="02000000000000000000" pitchFamily="2" charset="-78"/>
              </a:rPr>
              <a:t>في الدوائر الإلكترونية</a:t>
            </a:r>
          </a:p>
        </p:txBody>
      </p:sp>
      <p:sp>
        <p:nvSpPr>
          <p:cNvPr id="2" name="Footer Placeholder 2">
            <a:extLst>
              <a:ext uri="{FF2B5EF4-FFF2-40B4-BE49-F238E27FC236}">
                <a16:creationId xmlns:a16="http://schemas.microsoft.com/office/drawing/2014/main" id="{6DAF8B48-7043-37D6-EA9A-0A17B36C243F}"/>
              </a:ext>
            </a:extLst>
          </p:cNvPr>
          <p:cNvSpPr txBox="1">
            <a:spLocks/>
          </p:cNvSpPr>
          <p:nvPr/>
        </p:nvSpPr>
        <p:spPr bwMode="auto">
          <a:xfrm>
            <a:off x="35496" y="657923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A103000399221</a:t>
            </a:r>
            <a:endParaRPr lang="ar" sz="1000" dirty="0"/>
          </a:p>
        </p:txBody>
      </p:sp>
      <p:pic>
        <p:nvPicPr>
          <p:cNvPr id="5" name="Picture 4" descr="A close-up of a hand holding a multimeter&#10;&#10;Description automatically generated">
            <a:extLst>
              <a:ext uri="{FF2B5EF4-FFF2-40B4-BE49-F238E27FC236}">
                <a16:creationId xmlns:a16="http://schemas.microsoft.com/office/drawing/2014/main" id="{3234FABC-1A74-F563-F53E-E66AB4C57D3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98650" y="2624862"/>
            <a:ext cx="3816025" cy="2544379"/>
          </a:xfrm>
          <a:prstGeom prst="rect">
            <a:avLst/>
          </a:prstGeom>
        </p:spPr>
      </p:pic>
    </p:spTree>
    <p:extLst>
      <p:ext uri="{BB962C8B-B14F-4D97-AF65-F5344CB8AC3E}">
        <p14:creationId xmlns:p14="http://schemas.microsoft.com/office/powerpoint/2010/main" val="3688097367"/>
      </p:ext>
    </p:extLst>
  </p:cSld>
  <p:clrMapOvr>
    <a:masterClrMapping/>
  </p:clrMapOvr>
  <p:transition>
    <p:sndAc>
      <p:stSnd>
        <p:snd r:embed="rId3"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latin typeface="Sakkal Majalla" panose="02000000000000000000" pitchFamily="2" charset="-78"/>
                <a:cs typeface="Sakkal Majalla" panose="02000000000000000000" pitchFamily="2" charset="-78"/>
              </a:rPr>
              <a:t>نتاج التعلم د</a:t>
            </a:r>
            <a:br>
              <a:rPr lang="en-US" altLang="en-US" sz="2600" dirty="0">
                <a:latin typeface="Sakkal Majalla" panose="02000000000000000000" pitchFamily="2" charset="-78"/>
                <a:cs typeface="Sakkal Majalla" panose="02000000000000000000" pitchFamily="2" charset="-78"/>
              </a:rPr>
            </a:br>
            <a:br>
              <a:rPr lang="en-US" altLang="en-US" sz="2600" dirty="0">
                <a:latin typeface="Sakkal Majalla" panose="02000000000000000000" pitchFamily="2" charset="-78"/>
                <a:cs typeface="Sakkal Majalla" panose="02000000000000000000" pitchFamily="2" charset="-78"/>
              </a:rPr>
            </a:br>
            <a:endParaRPr lang="en-GB" altLang="en-US" sz="2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1" y="2493962"/>
            <a:ext cx="9143999" cy="2591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مراجعة قياس واختبار </a:t>
            </a:r>
            <a:br>
              <a:rPr lang="en-GB" altLang="en-US"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الدوائر الإلكترونية </a:t>
            </a:r>
            <a:br>
              <a:rPr lang="en-GB" altLang="en-US"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وتقييم الأداء الشخصي</a:t>
            </a:r>
          </a:p>
        </p:txBody>
      </p:sp>
      <p:sp>
        <p:nvSpPr>
          <p:cNvPr id="2" name="Footer Placeholder 2">
            <a:extLst>
              <a:ext uri="{FF2B5EF4-FFF2-40B4-BE49-F238E27FC236}">
                <a16:creationId xmlns:a16="http://schemas.microsoft.com/office/drawing/2014/main" id="{52B7D39F-9A24-A675-6420-971598796292}"/>
              </a:ext>
            </a:extLst>
          </p:cNvPr>
          <p:cNvSpPr txBox="1">
            <a:spLocks/>
          </p:cNvSpPr>
          <p:nvPr/>
        </p:nvSpPr>
        <p:spPr bwMode="auto">
          <a:xfrm>
            <a:off x="35496" y="657923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A103000399221</a:t>
            </a:r>
            <a:endParaRPr lang="ar" sz="1000" dirty="0"/>
          </a:p>
        </p:txBody>
      </p:sp>
    </p:spTree>
    <p:extLst>
      <p:ext uri="{BB962C8B-B14F-4D97-AF65-F5344CB8AC3E}">
        <p14:creationId xmlns:p14="http://schemas.microsoft.com/office/powerpoint/2010/main" val="1492774847"/>
      </p:ext>
    </p:extLst>
  </p:cSld>
  <p:clrMapOvr>
    <a:masterClrMapping/>
  </p:clrMapOvr>
  <p:transition>
    <p:sndAc>
      <p:stSnd>
        <p:snd r:embed="rId3"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23928" y="1340768"/>
            <a:ext cx="4968552" cy="44644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latin typeface="Sakkal Majalla" panose="02000000000000000000" pitchFamily="2" charset="-78"/>
                <a:cs typeface="Sakkal Majalla" panose="02000000000000000000" pitchFamily="2" charset="-78"/>
              </a:rPr>
              <a:t>الدروس المستفادة من قياس الدوائر الإلكترونية واختبارها</a:t>
            </a:r>
          </a:p>
          <a:p>
            <a:pPr rtl="1"/>
            <a:endParaRPr lang="en-GB" sz="1400" dirty="0">
              <a:latin typeface="Sakkal Majalla" panose="02000000000000000000" pitchFamily="2" charset="-78"/>
              <a:cs typeface="Sakkal Majalla" panose="02000000000000000000" pitchFamily="2" charset="-78"/>
            </a:endParaRPr>
          </a:p>
          <a:p>
            <a:pPr marL="0" indent="0" rtl="1">
              <a:buNone/>
            </a:pPr>
            <a:r>
              <a:rPr lang="ar" sz="1400" b="1" dirty="0">
                <a:effectLst/>
                <a:latin typeface="Sakkal Majalla" panose="02000000000000000000" pitchFamily="2" charset="-78"/>
                <a:cs typeface="Sakkal Majalla" panose="02000000000000000000" pitchFamily="2" charset="-78"/>
              </a:rPr>
              <a:t>مهارات الصحة والسلامة</a:t>
            </a:r>
          </a:p>
          <a:p>
            <a:pPr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إدارة الأخطار الكهربائية، مثل الصدمات الكهربائية، واتخاذ إجراءات الطوارئ المناسبة.</a:t>
            </a:r>
          </a:p>
          <a:p>
            <a:pPr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استخدام معدات الحماية الشخصية لضمان السلامة الشخصية.</a:t>
            </a:r>
          </a:p>
          <a:p>
            <a:pPr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الحفاظ على منطقة العمل نظيفة ومرتبة لمنع وقوع الحوادث والحفاظ على الكفاءة.</a:t>
            </a:r>
          </a:p>
          <a:p>
            <a:pPr rtl="1">
              <a:buFont typeface="Arial" panose="020B0604020202020204" pitchFamily="34" charset="0"/>
              <a:buChar char="•"/>
            </a:pPr>
            <a:endParaRPr lang="en-GB" sz="1400" dirty="0">
              <a:latin typeface="Sakkal Majalla" panose="02000000000000000000" pitchFamily="2" charset="-78"/>
              <a:cs typeface="Sakkal Majalla" panose="02000000000000000000" pitchFamily="2" charset="-78"/>
            </a:endParaRPr>
          </a:p>
          <a:p>
            <a:pPr marL="0" indent="0" rtl="1">
              <a:buNone/>
            </a:pPr>
            <a:r>
              <a:rPr lang="ar" sz="1400" b="1" dirty="0">
                <a:effectLst/>
                <a:latin typeface="Sakkal Majalla" panose="02000000000000000000" pitchFamily="2" charset="-78"/>
                <a:cs typeface="Sakkal Majalla" panose="02000000000000000000" pitchFamily="2" charset="-78"/>
              </a:rPr>
              <a:t>مهارات قياس الدوائر الإلكترونية واختبارها</a:t>
            </a:r>
          </a:p>
          <a:p>
            <a:pPr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اختيار أجهزة الاختبار الإلكترونية المناسبة لإجراء قياسات دقيقة وموثوقة.</a:t>
            </a:r>
          </a:p>
          <a:p>
            <a:pPr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فهم كيفية استخدام أجهزة الاختبار الإلكترونية بشكل صحيح للحصول على بيانات مفيدة.</a:t>
            </a:r>
          </a:p>
          <a:p>
            <a:pPr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تقنيات استكشاف الأعطال وإصلاحها لتحديد مشكلات الدائرة وحلها.</a:t>
            </a:r>
          </a:p>
          <a:p>
            <a:pPr marL="0" indent="0" rtl="1">
              <a:buNone/>
            </a:pPr>
            <a:endParaRPr lang="en-GB" sz="1400" dirty="0">
              <a:latin typeface="Sakkal Majalla" panose="02000000000000000000" pitchFamily="2" charset="-78"/>
              <a:cs typeface="Sakkal Majalla" panose="02000000000000000000" pitchFamily="2" charset="-78"/>
            </a:endParaRPr>
          </a:p>
          <a:p>
            <a:pPr marL="0" indent="0" rtl="1">
              <a:buNone/>
            </a:pPr>
            <a:r>
              <a:rPr lang="ar" sz="1400" b="1" dirty="0">
                <a:effectLst/>
                <a:latin typeface="Sakkal Majalla" panose="02000000000000000000" pitchFamily="2" charset="-78"/>
                <a:cs typeface="Sakkal Majalla" panose="02000000000000000000" pitchFamily="2" charset="-78"/>
              </a:rPr>
              <a:t>المهارات الهندسية العامة</a:t>
            </a:r>
          </a:p>
          <a:p>
            <a:pPr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تطبيق المفاهيم الرياضية لتحليل مشكلات الدوائر وحلها.</a:t>
            </a:r>
          </a:p>
          <a:p>
            <a:pPr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تفسير الرسومات والمخططات لفهم تخطيطات الدوائر والتوصيلات.</a:t>
            </a:r>
          </a:p>
          <a:p>
            <a:pPr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تطوير أساس قوي في المبادئ الهندسية لتصميم الدوائر وتحليلها بفعالية.</a:t>
            </a:r>
          </a:p>
          <a:p>
            <a:pPr rtl="1"/>
            <a:endParaRPr lang="en-GB" sz="14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مراجعة قياس </a:t>
            </a:r>
          </a:p>
          <a:p>
            <a:pPr rtl="1"/>
            <a:r>
              <a:rPr lang="ar" sz="2200" b="1" dirty="0">
                <a:latin typeface="Sakkal Majalla" panose="02000000000000000000" pitchFamily="2" charset="-78"/>
                <a:cs typeface="Sakkal Majalla" panose="02000000000000000000" pitchFamily="2" charset="-78"/>
              </a:rPr>
              <a:t>واختبار الدوائر الإلكترونية</a:t>
            </a:r>
          </a:p>
        </p:txBody>
      </p:sp>
      <p:sp>
        <p:nvSpPr>
          <p:cNvPr id="2" name="Footer Placeholder 2">
            <a:extLst>
              <a:ext uri="{FF2B5EF4-FFF2-40B4-BE49-F238E27FC236}">
                <a16:creationId xmlns:a16="http://schemas.microsoft.com/office/drawing/2014/main" id="{2F072DA4-D66C-DF28-BD8B-5A3D404830BC}"/>
              </a:ext>
            </a:extLst>
          </p:cNvPr>
          <p:cNvSpPr txBox="1">
            <a:spLocks/>
          </p:cNvSpPr>
          <p:nvPr/>
        </p:nvSpPr>
        <p:spPr bwMode="auto">
          <a:xfrm>
            <a:off x="35496" y="657923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A103000399221</a:t>
            </a:r>
            <a:endParaRPr lang="ar" sz="1000" dirty="0"/>
          </a:p>
        </p:txBody>
      </p:sp>
      <p:pic>
        <p:nvPicPr>
          <p:cNvPr id="3" name="Picture 2" descr="A person in hard hat using a multimeter&#10;&#10;Description automatically generated">
            <a:extLst>
              <a:ext uri="{FF2B5EF4-FFF2-40B4-BE49-F238E27FC236}">
                <a16:creationId xmlns:a16="http://schemas.microsoft.com/office/drawing/2014/main" id="{C2A37082-6BB3-F812-9CEF-1BD952E19E5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04056" y="2708920"/>
            <a:ext cx="3419872" cy="2279915"/>
          </a:xfrm>
          <a:prstGeom prst="rect">
            <a:avLst/>
          </a:prstGeom>
        </p:spPr>
      </p:pic>
    </p:spTree>
    <p:extLst>
      <p:ext uri="{BB962C8B-B14F-4D97-AF65-F5344CB8AC3E}">
        <p14:creationId xmlns:p14="http://schemas.microsoft.com/office/powerpoint/2010/main" val="3608288704"/>
      </p:ext>
    </p:extLst>
  </p:cSld>
  <p:clrMapOvr>
    <a:masterClrMapping/>
  </p:clrMapOvr>
  <p:transition>
    <p:sndAc>
      <p:stSnd>
        <p:snd r:embed="rId3"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400510" y="2060848"/>
            <a:ext cx="4320480" cy="352839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effectLst/>
                <a:latin typeface="Sakkal Majalla" panose="02000000000000000000" pitchFamily="2" charset="-78"/>
                <a:cs typeface="Sakkal Majalla" panose="02000000000000000000" pitchFamily="2" charset="-78"/>
              </a:rPr>
              <a:t>التخطيط وإدارة الوقت</a:t>
            </a:r>
          </a:p>
          <a:p>
            <a:pPr marL="0" indent="0" rtl="1">
              <a:buNone/>
            </a:pPr>
            <a:r>
              <a:rPr lang="ar" sz="1400" dirty="0">
                <a:effectLst/>
                <a:latin typeface="Sakkal Majalla" panose="02000000000000000000" pitchFamily="2" charset="-78"/>
                <a:cs typeface="Sakkal Majalla" panose="02000000000000000000" pitchFamily="2" charset="-78"/>
              </a:rPr>
              <a:t>يعد التخطيط الفعال للوقت وإدارته أمرًا بالغ الأهمية عند قياس الدوائر الإلكترونية واختبارها. إذ أنه من المهم تخصيص وقت كافٍ لكل نشاط والتأكد من إنجازه بالترتيب المناسب.</a:t>
            </a:r>
            <a:endParaRPr lang="en-GB" sz="1400" dirty="0">
              <a:latin typeface="Sakkal Majalla" panose="02000000000000000000" pitchFamily="2" charset="-78"/>
              <a:cs typeface="Sakkal Majalla" panose="02000000000000000000" pitchFamily="2" charset="-78"/>
            </a:endParaRPr>
          </a:p>
          <a:p>
            <a:pPr rtl="1"/>
            <a:endParaRPr lang="en-GB" sz="1400" dirty="0">
              <a:latin typeface="Sakkal Majalla" panose="02000000000000000000" pitchFamily="2" charset="-78"/>
              <a:cs typeface="Sakkal Majalla" panose="02000000000000000000" pitchFamily="2" charset="-78"/>
            </a:endParaRPr>
          </a:p>
          <a:p>
            <a:pPr marL="0" indent="0" rtl="1">
              <a:buNone/>
            </a:pPr>
            <a:r>
              <a:rPr lang="ar" sz="1400" b="1" dirty="0">
                <a:effectLst/>
                <a:latin typeface="Sakkal Majalla" panose="02000000000000000000" pitchFamily="2" charset="-78"/>
                <a:cs typeface="Sakkal Majalla" panose="02000000000000000000" pitchFamily="2" charset="-78"/>
              </a:rPr>
              <a:t>مهارات التواصل والتثقيف</a:t>
            </a:r>
          </a:p>
          <a:p>
            <a:pPr marL="0" indent="0" rtl="1">
              <a:buNone/>
            </a:pPr>
            <a:r>
              <a:rPr lang="ar" sz="1400" dirty="0">
                <a:effectLst/>
                <a:latin typeface="Sakkal Majalla" panose="02000000000000000000" pitchFamily="2" charset="-78"/>
                <a:cs typeface="Sakkal Majalla" panose="02000000000000000000" pitchFamily="2" charset="-78"/>
              </a:rPr>
              <a:t>تعد مهارات التواصل والتثقيف الجيدة ضرورية لمتابعة التعليمات وتنفيذها وتفسير الوثائق والتواصل الفعال مع الآخرين كتابيًا وشفهيًا.</a:t>
            </a:r>
          </a:p>
          <a:p>
            <a:pPr rtl="1"/>
            <a:endParaRPr lang="en-GB" sz="1400" dirty="0">
              <a:latin typeface="Sakkal Majalla" panose="02000000000000000000" pitchFamily="2" charset="-78"/>
              <a:cs typeface="Sakkal Majalla" panose="02000000000000000000" pitchFamily="2" charset="-78"/>
            </a:endParaRPr>
          </a:p>
          <a:p>
            <a:pPr marL="0" indent="0" rtl="1">
              <a:buNone/>
            </a:pPr>
            <a:r>
              <a:rPr lang="ar" sz="1400" b="1" dirty="0">
                <a:effectLst/>
                <a:latin typeface="Sakkal Majalla" panose="02000000000000000000" pitchFamily="2" charset="-78"/>
                <a:cs typeface="Sakkal Majalla" panose="02000000000000000000" pitchFamily="2" charset="-78"/>
              </a:rPr>
              <a:t>حل المشكلات والمثابرة</a:t>
            </a:r>
          </a:p>
          <a:p>
            <a:pPr marL="0" indent="0" rtl="1">
              <a:buNone/>
            </a:pPr>
            <a:r>
              <a:rPr lang="ar" sz="1400" dirty="0">
                <a:effectLst/>
                <a:latin typeface="Sakkal Majalla" panose="02000000000000000000" pitchFamily="2" charset="-78"/>
                <a:cs typeface="Sakkal Majalla" panose="02000000000000000000" pitchFamily="2" charset="-78"/>
              </a:rPr>
              <a:t>من الضروري اتباع نهج منطقي لحل المشكلات عند تحديد الأعطال في الدوائر الإلكترونية. وهذا يتطلب المثابرة والقدرة على التفكير النقدي لاستكشاف الأعطال وحلها.</a:t>
            </a:r>
            <a:endParaRPr lang="en-GB" sz="1400" dirty="0">
              <a:latin typeface="Sakkal Majalla" panose="02000000000000000000" pitchFamily="2" charset="-78"/>
              <a:cs typeface="Sakkal Majalla" panose="02000000000000000000" pitchFamily="2" charset="-78"/>
            </a:endParaRPr>
          </a:p>
          <a:p>
            <a:pPr rtl="1"/>
            <a:endParaRPr lang="en-GB" sz="1400" dirty="0">
              <a:latin typeface="Sakkal Majalla" panose="02000000000000000000" pitchFamily="2" charset="-78"/>
              <a:cs typeface="Sakkal Majalla" panose="02000000000000000000" pitchFamily="2" charset="-78"/>
            </a:endParaRPr>
          </a:p>
          <a:p>
            <a:pPr rtl="1"/>
            <a:endParaRPr lang="en-GB" sz="14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الأداء الشخصي في أثناء قياس الدوائر الإلكترونية واختبارها </a:t>
            </a:r>
          </a:p>
          <a:p>
            <a:pPr rtl="1"/>
            <a:endParaRPr lang="ar" sz="22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B5CACE18-9F2A-A27A-7DC0-59AE92A8A8F6}"/>
              </a:ext>
            </a:extLst>
          </p:cNvPr>
          <p:cNvSpPr txBox="1">
            <a:spLocks/>
          </p:cNvSpPr>
          <p:nvPr/>
        </p:nvSpPr>
        <p:spPr bwMode="auto">
          <a:xfrm>
            <a:off x="20093" y="6617294"/>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A103000399221</a:t>
            </a:r>
            <a:endParaRPr lang="ar" sz="1000" dirty="0"/>
          </a:p>
        </p:txBody>
      </p:sp>
      <p:pic>
        <p:nvPicPr>
          <p:cNvPr id="3" name="Picture 2" descr="A silhouette of a child's head with various icons&#10;&#10;Description automatically generated">
            <a:extLst>
              <a:ext uri="{FF2B5EF4-FFF2-40B4-BE49-F238E27FC236}">
                <a16:creationId xmlns:a16="http://schemas.microsoft.com/office/drawing/2014/main" id="{B4D84C42-CEB7-0568-3E1C-4D3F2319A76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55576" y="2204864"/>
            <a:ext cx="3048000" cy="3048000"/>
          </a:xfrm>
          <a:prstGeom prst="rect">
            <a:avLst/>
          </a:prstGeom>
        </p:spPr>
      </p:pic>
    </p:spTree>
    <p:extLst>
      <p:ext uri="{BB962C8B-B14F-4D97-AF65-F5344CB8AC3E}">
        <p14:creationId xmlns:p14="http://schemas.microsoft.com/office/powerpoint/2010/main" val="3557082077"/>
      </p:ext>
    </p:extLst>
  </p:cSld>
  <p:clrMapOvr>
    <a:masterClrMapping/>
  </p:clrMapOvr>
  <p:transition>
    <p:sndAc>
      <p:stSnd>
        <p:snd r:embed="rId3"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463FA762-9023-8075-7EFA-66D2BEA654B3}"/>
              </a:ext>
            </a:extLst>
          </p:cNvPr>
          <p:cNvSpPr txBox="1">
            <a:spLocks noChangeArrowheads="1"/>
          </p:cNvSpPr>
          <p:nvPr/>
        </p:nvSpPr>
        <p:spPr bwMode="auto">
          <a:xfrm>
            <a:off x="251520" y="1268760"/>
            <a:ext cx="864096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r>
              <a:rPr lang="ar" sz="4600" kern="0" dirty="0">
                <a:latin typeface="Sakkal Majalla" panose="02000000000000000000" pitchFamily="2" charset="-78"/>
                <a:cs typeface="Sakkal Majalla" panose="02000000000000000000" pitchFamily="2" charset="-78"/>
              </a:rPr>
              <a:t>شكر وتقدير</a:t>
            </a:r>
          </a:p>
        </p:txBody>
      </p:sp>
      <p:sp>
        <p:nvSpPr>
          <p:cNvPr id="5" name="Content Placeholder 1">
            <a:extLst>
              <a:ext uri="{FF2B5EF4-FFF2-40B4-BE49-F238E27FC236}">
                <a16:creationId xmlns:a16="http://schemas.microsoft.com/office/drawing/2014/main" id="{9FA6E9AD-5E58-B78C-95E8-0BA1B8E3BEA7}"/>
              </a:ext>
            </a:extLst>
          </p:cNvPr>
          <p:cNvSpPr txBox="1">
            <a:spLocks/>
          </p:cNvSpPr>
          <p:nvPr/>
        </p:nvSpPr>
        <p:spPr>
          <a:xfrm>
            <a:off x="576263" y="2060848"/>
            <a:ext cx="7991475" cy="4176464"/>
          </a:xfrm>
          <a:prstGeom prst="rect">
            <a:avLst/>
          </a:prstGeom>
        </p:spPr>
        <p:txBody>
          <a:bodyPr rtlCol="1"/>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2600" kern="0" dirty="0">
                <a:latin typeface="Sakkal Majalla" panose="02000000000000000000" pitchFamily="2" charset="-78"/>
                <a:cs typeface="Sakkal Majalla" panose="02000000000000000000" pitchFamily="2" charset="-78"/>
              </a:rPr>
              <a:t>الصور</a:t>
            </a:r>
          </a:p>
          <a:p>
            <a:pPr rtl="1">
              <a:lnSpc>
                <a:spcPct val="107000"/>
              </a:lnSpc>
              <a:spcAft>
                <a:spcPts val="800"/>
              </a:spcAft>
            </a:pPr>
            <a:r>
              <a:rPr lang="ar" sz="2000" b="1" kern="100" dirty="0">
                <a:effectLst/>
                <a:latin typeface="Sakkal Majalla" panose="02000000000000000000" pitchFamily="2" charset="-78"/>
                <a:ea typeface="Calibri" panose="020F0502020204030204" pitchFamily="34" charset="0"/>
                <a:cs typeface="Sakkal Majalla" panose="02000000000000000000" pitchFamily="2" charset="-78"/>
              </a:rPr>
              <a:t>123 آر إف: </a:t>
            </a:r>
            <a:r>
              <a:rPr lang="ar"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أرتور سينينكو (الشريحة 6)، أمبول سونثونغ (الشريحة 12)؛</a:t>
            </a:r>
            <a:r>
              <a:rPr lang="ar" sz="2000" b="1" kern="100" dirty="0">
                <a:effectLst/>
                <a:latin typeface="Sakkal Majalla" panose="02000000000000000000" pitchFamily="2" charset="-78"/>
                <a:ea typeface="Calibri" panose="020F0502020204030204" pitchFamily="34" charset="0"/>
                <a:cs typeface="Sakkal Majalla" panose="02000000000000000000" pitchFamily="2" charset="-78"/>
              </a:rPr>
              <a:t> بيرسون إديوكيشن ليمتد: </a:t>
            </a:r>
            <a:r>
              <a:rPr lang="ar"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استوديو 8 (الشريحة 8)، بيرسون إديوكيشن ليمتد (الشريحة 11)، استوديو 8 (الشريحة 14)، استوديو 8 (الشريحة 30)؛ </a:t>
            </a:r>
            <a:r>
              <a:rPr lang="ar" sz="2000" b="1" kern="100" dirty="0">
                <a:effectLst/>
                <a:latin typeface="Sakkal Majalla" panose="02000000000000000000" pitchFamily="2" charset="-78"/>
                <a:ea typeface="Calibri" panose="020F0502020204030204" pitchFamily="34" charset="0"/>
                <a:cs typeface="Sakkal Majalla" panose="02000000000000000000" pitchFamily="2" charset="-78"/>
              </a:rPr>
              <a:t>شوترستوك:</a:t>
            </a:r>
            <a:r>
              <a:rPr lang="ar" sz="2000" kern="100" dirty="0">
                <a:effectLst/>
                <a:latin typeface="Sakkal Majalla" panose="02000000000000000000" pitchFamily="2" charset="-78"/>
                <a:ea typeface="Calibri" panose="020F0502020204030204" pitchFamily="34" charset="0"/>
                <a:cs typeface="Sakkal Majalla" panose="02000000000000000000" pitchFamily="2" charset="-78"/>
              </a:rPr>
              <a:t> </a:t>
            </a:r>
            <a:r>
              <a:rPr lang="ar"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سيرجي كورولكو</a:t>
            </a:r>
            <a:r>
              <a:rPr lang="ar" sz="2000" kern="100" dirty="0">
                <a:effectLst/>
                <a:latin typeface="Sakkal Majalla" panose="02000000000000000000" pitchFamily="2" charset="-78"/>
                <a:ea typeface="Calibri" panose="020F0502020204030204" pitchFamily="34" charset="0"/>
                <a:cs typeface="Sakkal Majalla" panose="02000000000000000000" pitchFamily="2" charset="-78"/>
              </a:rPr>
              <a:t> (الشريحة 7)، </a:t>
            </a:r>
            <a:r>
              <a:rPr lang="ar"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ياوهينكا (الشريحة 9)،</a:t>
            </a:r>
            <a:r>
              <a:rPr lang="ar" sz="2000" b="1"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a:t>
            </a:r>
            <a:r>
              <a:rPr lang="ar"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يوجيوهان </a:t>
            </a:r>
            <a:br>
              <a:rPr lang="en-US"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br>
            <a:r>
              <a:rPr lang="ar"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(الشريحة 10)،</a:t>
            </a:r>
            <a:r>
              <a:rPr lang="ar" sz="2000" b="1"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a:t>
            </a:r>
            <a:r>
              <a:rPr lang="ar"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زينتيليا (الشريحة 13)، أليكسي فيلاتوف (الشريحة 15)،</a:t>
            </a:r>
            <a:r>
              <a:rPr lang="ar" sz="2000" b="1"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a:t>
            </a:r>
            <a:r>
              <a:rPr lang="ar"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أنيافانوفا (الشريحة 16)،</a:t>
            </a:r>
            <a:r>
              <a:rPr lang="ar" sz="2000" b="1"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a:t>
            </a:r>
            <a:br>
              <a:rPr lang="en-US" sz="2000" b="1"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br>
            <a:r>
              <a:rPr lang="ar" sz="2000" u="none" strike="noStrike" kern="100" dirty="0">
                <a:solidFill>
                  <a:srgbClr val="505759"/>
                </a:solidFill>
                <a:effectLst/>
                <a:latin typeface="Sakkal Majalla" panose="02000000000000000000" pitchFamily="2" charset="-78"/>
                <a:ea typeface="Calibri" panose="020F0502020204030204" pitchFamily="34" charset="0"/>
                <a:cs typeface="Sakkal Majalla" panose="02000000000000000000" pitchFamily="2" charset="-78"/>
                <a:hlinkClick r:id="rId4"/>
              </a:rPr>
              <a:t>سيرجي ريزوف</a:t>
            </a:r>
            <a:r>
              <a:rPr lang="ar" sz="2000" kern="100" dirty="0">
                <a:effectLst/>
                <a:latin typeface="Sakkal Majalla" panose="02000000000000000000" pitchFamily="2" charset="-78"/>
                <a:ea typeface="Calibri" panose="020F0502020204030204" pitchFamily="34" charset="0"/>
                <a:cs typeface="Sakkal Majalla" panose="02000000000000000000" pitchFamily="2" charset="-78"/>
              </a:rPr>
              <a:t> (الشريحة 17)، </a:t>
            </a:r>
            <a:r>
              <a:rPr lang="ar"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توريا (الشريحة 18)،</a:t>
            </a:r>
            <a:r>
              <a:rPr lang="ar" sz="2000" b="1"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a:t>
            </a:r>
            <a:r>
              <a:rPr lang="ar"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ماكسكيث (الشريحة 20)،</a:t>
            </a:r>
            <a:r>
              <a:rPr lang="ar" sz="2000" b="1"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a:t>
            </a:r>
            <a:r>
              <a:rPr lang="ar"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ستيفن بونك (الشريحة 21)، </a:t>
            </a:r>
            <a:r>
              <a:rPr lang="ar" sz="2000" b="1"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a:t>
            </a:r>
            <a:r>
              <a:rPr lang="ar"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أويل آند غاز فوتوجرافر (شريحة 22)،</a:t>
            </a:r>
            <a:r>
              <a:rPr lang="ar" sz="2000" b="1"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a:t>
            </a:r>
            <a:r>
              <a:rPr lang="ar" sz="2000" kern="0"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ويف بريك ميديا (الشريحة 23)،</a:t>
            </a:r>
            <a:r>
              <a:rPr lang="ar" sz="2000" b="1" kern="0"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 </a:t>
            </a:r>
            <a:r>
              <a:rPr lang="ar"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لوكر_استوديو (الشريحة 24)،</a:t>
            </a:r>
            <a:r>
              <a:rPr lang="ar" sz="2000" b="1"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a:t>
            </a:r>
            <a:r>
              <a:rPr lang="ar"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ألكسندر كوندراتوف (الشريحة 25)،</a:t>
            </a:r>
            <a:r>
              <a:rPr lang="ar" sz="2000" b="1"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a:t>
            </a:r>
            <a:r>
              <a:rPr lang="ar"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لونلي (الشريحة 26)،</a:t>
            </a:r>
            <a:r>
              <a:rPr lang="ar" sz="2000" b="1"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a:t>
            </a:r>
            <a:r>
              <a:rPr lang="ar"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زمينتويز (الشريحة 29)،</a:t>
            </a:r>
            <a:r>
              <a:rPr lang="ar" sz="2000" b="1"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a:t>
            </a:r>
            <a:r>
              <a:rPr lang="ar"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أوريمار (الشريحة 32)،</a:t>
            </a:r>
            <a:r>
              <a:rPr lang="ar" sz="2000" b="1"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a:t>
            </a:r>
            <a:r>
              <a:rPr lang="ar"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باتشيفس (الشريحة 33).</a:t>
            </a:r>
            <a:endParaRPr lang="en-GB" sz="2000" kern="100" dirty="0">
              <a:effectLst/>
              <a:latin typeface="Sakkal Majalla" panose="02000000000000000000" pitchFamily="2" charset="-78"/>
              <a:ea typeface="Calibri" panose="020F0502020204030204" pitchFamily="34" charset="0"/>
              <a:cs typeface="Sakkal Majalla" panose="02000000000000000000" pitchFamily="2" charset="-78"/>
            </a:endParaRPr>
          </a:p>
        </p:txBody>
      </p:sp>
      <p:sp>
        <p:nvSpPr>
          <p:cNvPr id="3" name="Footer Placeholder 2">
            <a:extLst>
              <a:ext uri="{FF2B5EF4-FFF2-40B4-BE49-F238E27FC236}">
                <a16:creationId xmlns:a16="http://schemas.microsoft.com/office/drawing/2014/main" id="{5AD30C7C-1979-0B8A-E4ED-3908E28D6BDC}"/>
              </a:ext>
            </a:extLst>
          </p:cNvPr>
          <p:cNvSpPr txBox="1">
            <a:spLocks/>
          </p:cNvSpPr>
          <p:nvPr/>
        </p:nvSpPr>
        <p:spPr bwMode="auto">
          <a:xfrm>
            <a:off x="20093" y="6617294"/>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A103000399221</a:t>
            </a:r>
            <a:endParaRPr lang="ar" sz="1000" dirty="0"/>
          </a:p>
        </p:txBody>
      </p:sp>
    </p:spTree>
  </p:cSld>
  <p:clrMapOvr>
    <a:masterClrMapping/>
  </p:clrMapOvr>
  <p:transition>
    <p:sndAc>
      <p:stSnd>
        <p:snd r:embed="rId3" name="click.wav"/>
      </p:stSnd>
    </p:sndAc>
  </p:transition>
</p:sld>
</file>

<file path=ppt/theme/theme1.xml><?xml version="1.0" encoding="utf-8"?>
<a:theme xmlns:a="http://schemas.openxmlformats.org/drawingml/2006/main" name="1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Land-based">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SharedWithUsers xmlns="7012c9df-7563-46f6-96ee-cebd66fd5577">
      <UserInfo>
        <DisplayName/>
        <AccountId xsi:nil="true"/>
        <AccountType/>
      </UserInfo>
    </SharedWithUsers>
    <MediaLengthInSeconds xmlns="f63d1639-2e8e-4dfe-b2d4-ff2deac92409" xsi:nil="true"/>
    <AdditionalInfo xmlns="f63d1639-2e8e-4dfe-b2d4-ff2deac92409" xsi:nil="true"/>
    <_Flow_SignoffStatus xmlns="f63d1639-2e8e-4dfe-b2d4-ff2deac92409" xsi:nil="true"/>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4" ma:contentTypeDescription="Create a new document." ma:contentTypeScope="" ma:versionID="4a6fe28517af40a4350532efd75208a6">
  <xsd:schema xmlns:xsd="http://www.w3.org/2001/XMLSchema" xmlns:xs="http://www.w3.org/2001/XMLSchema" xmlns:p="http://schemas.microsoft.com/office/2006/metadata/properties" xmlns:ns1="http://schemas.microsoft.com/sharepoint/v3" xmlns:ns2="f63d1639-2e8e-4dfe-b2d4-ff2deac92409" xmlns:ns3="7012c9df-7563-46f6-96ee-cebd66fd5577" targetNamespace="http://schemas.microsoft.com/office/2006/metadata/properties" ma:root="true" ma:fieldsID="d17e6436edd79e558b922fed90e52d35" ns1:_="" ns2:_="" ns3:_="">
    <xsd:import namespace="http://schemas.microsoft.com/sharepoint/v3"/>
    <xsd:import namespace="f63d1639-2e8e-4dfe-b2d4-ff2deac92409"/>
    <xsd:import namespace="7012c9df-7563-46f6-96ee-cebd66fd5577"/>
    <xsd:element name="properties">
      <xsd:complexType>
        <xsd:sequence>
          <xsd:element name="documentManagement">
            <xsd:complexType>
              <xsd:all>
                <xsd:element ref="ns2:_Flow_SignoffStatus"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AdditionalInfo"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9" nillable="true" ma:displayName="Unified Compliance Policy Properties" ma:hidden="true" ma:internalName="_ip_UnifiedCompliancePolicyProperties">
      <xsd:simpleType>
        <xsd:restriction base="dms:Note"/>
      </xsd:simpleType>
    </xsd:element>
    <xsd:element name="_ip_UnifiedCompliancePolicyUIAction" ma:index="3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_Flow_SignoffStatus" ma:index="2" nillable="true" ma:displayName="Sign-off status" ma:internalName="Sign_x002d_off_x0020_status" ma:readOnly="false">
      <xsd:simpleType>
        <xsd:restriction base="dms:Text"/>
      </xsd:simple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hidden="true" ma:internalName="MediaServiceKeyPoints" ma:readOnly="true">
      <xsd:simpleType>
        <xsd:restriction base="dms:Note"/>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hidden="true" ma:internalName="MediaServiceAutoTags" ma:readOnly="true">
      <xsd:simpleType>
        <xsd:restriction base="dms:Text"/>
      </xsd:simpleType>
    </xsd:element>
    <xsd:element name="MediaServiceOCR" ma:index="16" nillable="true" ma:displayName="Extracted Text" ma:hidden="true" ma:internalName="MediaServiceOCR" ma:readOnly="true">
      <xsd:simpleType>
        <xsd:restriction base="dms:Note"/>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hidden="true"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hidden="true" ma:internalName="AdditionalInfo" ma:readOnly="fals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hidden="true" ma:internalName="SharedWithDetails" ma:readOnly="true">
      <xsd:simpleType>
        <xsd:restriction base="dms:Note"/>
      </xsd:simpleType>
    </xsd:element>
    <xsd:element name="TaxCatchAll" ma:index="22" nillable="true" ma:displayName="Taxonomy Catch All Column" ma:hidden="true" ma:list="{68bf6128-19fb-458b-8dd6-b174ec593e06}" ma:internalName="TaxCatchAll" ma:readOnly="false"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AA2910D-4917-49C0-8FBC-BFF7ABD28CFE}">
  <ds:schemaRefs>
    <ds:schemaRef ds:uri="http://schemas.microsoft.com/sharepoint/v3/contenttype/forms"/>
  </ds:schemaRefs>
</ds:datastoreItem>
</file>

<file path=customXml/itemProps2.xml><?xml version="1.0" encoding="utf-8"?>
<ds:datastoreItem xmlns:ds="http://schemas.openxmlformats.org/officeDocument/2006/customXml" ds:itemID="{4B700610-39F3-4A35-AAF4-C1E1359C0930}">
  <ds:schemaRefs>
    <ds:schemaRef ds:uri="http://schemas.microsoft.com/office/2006/metadata/properties"/>
    <ds:schemaRef ds:uri="http://purl.org/dc/terms/"/>
    <ds:schemaRef ds:uri="http://schemas.microsoft.com/office/infopath/2007/PartnerControls"/>
    <ds:schemaRef ds:uri="6125ffc9-2c56-435e-8267-1393444907b2"/>
    <ds:schemaRef ds:uri="http://schemas.microsoft.com/office/2006/documentManagement/types"/>
    <ds:schemaRef ds:uri="http://purl.org/dc/dcmitype/"/>
    <ds:schemaRef ds:uri="http://purl.org/dc/elements/1.1/"/>
    <ds:schemaRef ds:uri="http://schemas.openxmlformats.org/package/2006/metadata/core-properties"/>
    <ds:schemaRef ds:uri="7c1bd8dc-4e40-424f-a15f-9ffcd522197f"/>
    <ds:schemaRef ds:uri="http://www.w3.org/XML/1998/namespace"/>
  </ds:schemaRefs>
</ds:datastoreItem>
</file>

<file path=customXml/itemProps3.xml><?xml version="1.0" encoding="utf-8"?>
<ds:datastoreItem xmlns:ds="http://schemas.openxmlformats.org/officeDocument/2006/customXml" ds:itemID="{64F81264-5C14-46A5-8EBA-1E96270AEDAC}"/>
</file>

<file path=docProps/app.xml><?xml version="1.0" encoding="utf-8"?>
<Properties xmlns="http://schemas.openxmlformats.org/officeDocument/2006/extended-properties" xmlns:vt="http://schemas.openxmlformats.org/officeDocument/2006/docPropsVTypes">
  <TotalTime>10148</TotalTime>
  <Words>3087</Words>
  <Application>Microsoft Office PowerPoint</Application>
  <PresentationFormat>On-screen Show (4:3)</PresentationFormat>
  <Paragraphs>385</Paragraphs>
  <Slides>34</Slides>
  <Notes>34</Notes>
  <HiddenSlides>0</HiddenSlides>
  <MMClips>0</MMClips>
  <ScaleCrop>false</ScaleCrop>
  <HeadingPairs>
    <vt:vector size="6" baseType="variant">
      <vt:variant>
        <vt:lpstr>Fonts Used</vt:lpstr>
      </vt:variant>
      <vt:variant>
        <vt:i4>5</vt:i4>
      </vt:variant>
      <vt:variant>
        <vt:lpstr>Theme</vt:lpstr>
      </vt:variant>
      <vt:variant>
        <vt:i4>10</vt:i4>
      </vt:variant>
      <vt:variant>
        <vt:lpstr>Slide Titles</vt:lpstr>
      </vt:variant>
      <vt:variant>
        <vt:i4>34</vt:i4>
      </vt:variant>
    </vt:vector>
  </HeadingPairs>
  <TitlesOfParts>
    <vt:vector size="49" baseType="lpstr">
      <vt:lpstr>Arial</vt:lpstr>
      <vt:lpstr>Calibri</vt:lpstr>
      <vt:lpstr>Sakkal Majalla</vt:lpstr>
      <vt:lpstr>Verdana</vt:lpstr>
      <vt:lpstr>Wingdings</vt:lpstr>
      <vt:lpstr>1_Art and Design</vt:lpstr>
      <vt:lpstr>2_Beauty Therapy</vt:lpstr>
      <vt:lpstr>3_Business</vt:lpstr>
      <vt:lpstr>4_Construction</vt:lpstr>
      <vt:lpstr>5_Creative Media</vt:lpstr>
      <vt:lpstr>6_Engineering</vt:lpstr>
      <vt:lpstr>7_Hospitality</vt:lpstr>
      <vt:lpstr>8_Information Technology</vt:lpstr>
      <vt:lpstr>9_Land-based</vt:lpstr>
      <vt:lpstr>10_Travel and Tourism</vt:lpstr>
      <vt:lpstr>الوحدة 21  القياس والاختبار  الإلكتروني للدوائر  </vt:lpstr>
      <vt:lpstr>PowerPoint Presentation</vt:lpstr>
      <vt:lpstr>PowerPoint Presentation</vt:lpstr>
      <vt:lpstr>نتاجات التعلم</vt:lpstr>
      <vt:lpstr>نتاج التعلم أ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نتاج التعلم ب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نتاج التعلم ج  </vt:lpstr>
      <vt:lpstr>PowerPoint Presentation</vt:lpstr>
      <vt:lpstr>PowerPoint Presentation</vt:lpstr>
      <vt:lpstr>نتاج التعلم د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153</cp:revision>
  <dcterms:created xsi:type="dcterms:W3CDTF">2020-07-15T07:14:47Z</dcterms:created>
  <dcterms:modified xsi:type="dcterms:W3CDTF">2024-12-11T23:10:30Z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Order">
    <vt:r8>13842000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MediaServiceImageTags">
    <vt:lpwstr/>
  </property>
</Properties>
</file>