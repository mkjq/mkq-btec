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256" r:id="rId14"/>
    <p:sldId id="258" r:id="rId15"/>
    <p:sldId id="259" r:id="rId16"/>
    <p:sldId id="272" r:id="rId17"/>
    <p:sldId id="305" r:id="rId18"/>
    <p:sldId id="310" r:id="rId19"/>
    <p:sldId id="311" r:id="rId20"/>
    <p:sldId id="312" r:id="rId21"/>
    <p:sldId id="313" r:id="rId22"/>
    <p:sldId id="315" r:id="rId23"/>
    <p:sldId id="316" r:id="rId24"/>
    <p:sldId id="306" r:id="rId25"/>
    <p:sldId id="317" r:id="rId26"/>
    <p:sldId id="318" r:id="rId27"/>
    <p:sldId id="319" r:id="rId28"/>
    <p:sldId id="320" r:id="rId29"/>
    <p:sldId id="321" r:id="rId30"/>
    <p:sldId id="322" r:id="rId31"/>
    <p:sldId id="308" r:id="rId32"/>
    <p:sldId id="323" r:id="rId33"/>
    <p:sldId id="324" r:id="rId34"/>
    <p:sldId id="325" r:id="rId35"/>
    <p:sldId id="326" r:id="rId36"/>
    <p:sldId id="327" r:id="rId37"/>
    <p:sldId id="328" r:id="rId38"/>
    <p:sldId id="329" r:id="rId39"/>
    <p:sldId id="330" r:id="rId40"/>
    <p:sldId id="309" r:id="rId41"/>
    <p:sldId id="331" r:id="rId42"/>
    <p:sldId id="332" r:id="rId43"/>
    <p:sldId id="333" r:id="rId44"/>
    <p:sldId id="334" r:id="rId45"/>
    <p:sldId id="335" r:id="rId46"/>
    <p:sldId id="336" r:id="rId47"/>
    <p:sldId id="337" r:id="rId48"/>
    <p:sldId id="338"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48701-336B-4718-A78D-09B438569FCC}" v="63" dt="2025-01-23T13:58:11.06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149" d="100"/>
          <a:sy n="149" d="100"/>
        </p:scale>
        <p:origin x="2046" y="120"/>
      </p:cViewPr>
      <p:guideLst>
        <p:guide orient="horz" pos="1933"/>
        <p:guide pos="2880"/>
        <p:guide pos="1791"/>
        <p:guide orient="horz" pos="3657"/>
        <p:guide pos="106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6E348701-336B-4718-A78D-09B438569FCC}"/>
    <pc:docChg chg="custSel addSld modSld">
      <pc:chgData name="Paul Winser" userId="c3146a91-e6bd-4264-bd86-e164e04bc32d" providerId="ADAL" clId="{6E348701-336B-4718-A78D-09B438569FCC}" dt="2025-01-23T13:58:11.062" v="71"/>
      <pc:docMkLst>
        <pc:docMk/>
      </pc:docMkLst>
      <pc:sldChg chg="addSp modSp mod">
        <pc:chgData name="Paul Winser" userId="c3146a91-e6bd-4264-bd86-e164e04bc32d" providerId="ADAL" clId="{6E348701-336B-4718-A78D-09B438569FCC}" dt="2025-01-06T11:48:35.929" v="6" actId="20577"/>
        <pc:sldMkLst>
          <pc:docMk/>
          <pc:sldMk cId="0" sldId="256"/>
        </pc:sldMkLst>
        <pc:spChg chg="add mod">
          <ac:chgData name="Paul Winser" userId="c3146a91-e6bd-4264-bd86-e164e04bc32d" providerId="ADAL" clId="{6E348701-336B-4718-A78D-09B438569FCC}" dt="2025-01-06T11:48:35.929" v="6" actId="20577"/>
          <ac:spMkLst>
            <pc:docMk/>
            <pc:sldMk cId="0" sldId="256"/>
            <ac:spMk id="2" creationId="{5D1CA7E7-88E5-47DE-7AF1-B876ADD13CAA}"/>
          </ac:spMkLst>
        </pc:spChg>
      </pc:sldChg>
      <pc:sldChg chg="addSp modSp modNotesTx">
        <pc:chgData name="Paul Winser" userId="c3146a91-e6bd-4264-bd86-e164e04bc32d" providerId="ADAL" clId="{6E348701-336B-4718-A78D-09B438569FCC}" dt="2025-01-06T11:48:43.208" v="8" actId="6549"/>
        <pc:sldMkLst>
          <pc:docMk/>
          <pc:sldMk cId="0" sldId="258"/>
        </pc:sldMkLst>
        <pc:spChg chg="add mod">
          <ac:chgData name="Paul Winser" userId="c3146a91-e6bd-4264-bd86-e164e04bc32d" providerId="ADAL" clId="{6E348701-336B-4718-A78D-09B438569FCC}" dt="2025-01-06T11:48:41.446" v="7"/>
          <ac:spMkLst>
            <pc:docMk/>
            <pc:sldMk cId="0" sldId="258"/>
            <ac:spMk id="2" creationId="{BA14F14E-C2D3-100E-1498-0B1CF77E745C}"/>
          </ac:spMkLst>
        </pc:spChg>
      </pc:sldChg>
      <pc:sldChg chg="addSp modSp modNotesTx">
        <pc:chgData name="Paul Winser" userId="c3146a91-e6bd-4264-bd86-e164e04bc32d" providerId="ADAL" clId="{6E348701-336B-4718-A78D-09B438569FCC}" dt="2025-01-06T11:48:46.811" v="10" actId="6549"/>
        <pc:sldMkLst>
          <pc:docMk/>
          <pc:sldMk cId="0" sldId="259"/>
        </pc:sldMkLst>
        <pc:spChg chg="add mod">
          <ac:chgData name="Paul Winser" userId="c3146a91-e6bd-4264-bd86-e164e04bc32d" providerId="ADAL" clId="{6E348701-336B-4718-A78D-09B438569FCC}" dt="2025-01-06T11:48:44.964" v="9"/>
          <ac:spMkLst>
            <pc:docMk/>
            <pc:sldMk cId="0" sldId="259"/>
            <ac:spMk id="2" creationId="{C3077651-FE08-57CE-F635-DFFC57B14516}"/>
          </ac:spMkLst>
        </pc:spChg>
      </pc:sldChg>
      <pc:sldChg chg="addSp modSp modNotesTx">
        <pc:chgData name="Paul Winser" userId="c3146a91-e6bd-4264-bd86-e164e04bc32d" providerId="ADAL" clId="{6E348701-336B-4718-A78D-09B438569FCC}" dt="2025-01-06T11:48:50.573" v="12" actId="6549"/>
        <pc:sldMkLst>
          <pc:docMk/>
          <pc:sldMk cId="0" sldId="272"/>
        </pc:sldMkLst>
        <pc:spChg chg="add mod">
          <ac:chgData name="Paul Winser" userId="c3146a91-e6bd-4264-bd86-e164e04bc32d" providerId="ADAL" clId="{6E348701-336B-4718-A78D-09B438569FCC}" dt="2025-01-06T11:48:49.037" v="11"/>
          <ac:spMkLst>
            <pc:docMk/>
            <pc:sldMk cId="0" sldId="272"/>
            <ac:spMk id="2" creationId="{25E9B088-B2A3-C0B3-14C2-E4F4C8812929}"/>
          </ac:spMkLst>
        </pc:spChg>
      </pc:sldChg>
      <pc:sldChg chg="addSp modSp">
        <pc:chgData name="Paul Winser" userId="c3146a91-e6bd-4264-bd86-e164e04bc32d" providerId="ADAL" clId="{6E348701-336B-4718-A78D-09B438569FCC}" dt="2025-01-06T11:48:52.657" v="13"/>
        <pc:sldMkLst>
          <pc:docMk/>
          <pc:sldMk cId="884549766" sldId="305"/>
        </pc:sldMkLst>
        <pc:spChg chg="add mod">
          <ac:chgData name="Paul Winser" userId="c3146a91-e6bd-4264-bd86-e164e04bc32d" providerId="ADAL" clId="{6E348701-336B-4718-A78D-09B438569FCC}" dt="2025-01-06T11:48:52.657" v="13"/>
          <ac:spMkLst>
            <pc:docMk/>
            <pc:sldMk cId="884549766" sldId="305"/>
            <ac:spMk id="2" creationId="{7E62C5BA-0E7D-906A-115A-C5CFC9B823F4}"/>
          </ac:spMkLst>
        </pc:spChg>
      </pc:sldChg>
      <pc:sldChg chg="addSp modSp modNotesTx">
        <pc:chgData name="Paul Winser" userId="c3146a91-e6bd-4264-bd86-e164e04bc32d" providerId="ADAL" clId="{6E348701-336B-4718-A78D-09B438569FCC}" dt="2025-01-06T11:49:08.734" v="21" actId="6549"/>
        <pc:sldMkLst>
          <pc:docMk/>
          <pc:sldMk cId="588007661" sldId="306"/>
        </pc:sldMkLst>
        <pc:spChg chg="add mod">
          <ac:chgData name="Paul Winser" userId="c3146a91-e6bd-4264-bd86-e164e04bc32d" providerId="ADAL" clId="{6E348701-336B-4718-A78D-09B438569FCC}" dt="2025-01-06T11:49:07.320" v="20"/>
          <ac:spMkLst>
            <pc:docMk/>
            <pc:sldMk cId="588007661" sldId="306"/>
            <ac:spMk id="2" creationId="{E675EA65-6F0D-AF0E-C3AA-F552FD8245D1}"/>
          </ac:spMkLst>
        </pc:spChg>
      </pc:sldChg>
      <pc:sldChg chg="addSp modSp modNotesTx">
        <pc:chgData name="Paul Winser" userId="c3146a91-e6bd-4264-bd86-e164e04bc32d" providerId="ADAL" clId="{6E348701-336B-4718-A78D-09B438569FCC}" dt="2025-01-06T11:49:21.409" v="29" actId="6549"/>
        <pc:sldMkLst>
          <pc:docMk/>
          <pc:sldMk cId="2005355495" sldId="308"/>
        </pc:sldMkLst>
        <pc:spChg chg="add mod">
          <ac:chgData name="Paul Winser" userId="c3146a91-e6bd-4264-bd86-e164e04bc32d" providerId="ADAL" clId="{6E348701-336B-4718-A78D-09B438569FCC}" dt="2025-01-06T11:49:20.042" v="28"/>
          <ac:spMkLst>
            <pc:docMk/>
            <pc:sldMk cId="2005355495" sldId="308"/>
            <ac:spMk id="2" creationId="{BBB22E5A-1093-9C84-CDE3-AC519D688FA5}"/>
          </ac:spMkLst>
        </pc:spChg>
      </pc:sldChg>
      <pc:sldChg chg="addSp modSp modNotesTx">
        <pc:chgData name="Paul Winser" userId="c3146a91-e6bd-4264-bd86-e164e04bc32d" providerId="ADAL" clId="{6E348701-336B-4718-A78D-09B438569FCC}" dt="2025-01-06T11:49:37.912" v="39" actId="6549"/>
        <pc:sldMkLst>
          <pc:docMk/>
          <pc:sldMk cId="47175209" sldId="309"/>
        </pc:sldMkLst>
        <pc:spChg chg="add mod">
          <ac:chgData name="Paul Winser" userId="c3146a91-e6bd-4264-bd86-e164e04bc32d" providerId="ADAL" clId="{6E348701-336B-4718-A78D-09B438569FCC}" dt="2025-01-06T11:49:36.239" v="38"/>
          <ac:spMkLst>
            <pc:docMk/>
            <pc:sldMk cId="47175209" sldId="309"/>
            <ac:spMk id="2" creationId="{F8ED3C8E-0F9E-6C9A-5F35-1F6E80C5F37B}"/>
          </ac:spMkLst>
        </pc:spChg>
      </pc:sldChg>
      <pc:sldChg chg="addSp modSp">
        <pc:chgData name="Paul Winser" userId="c3146a91-e6bd-4264-bd86-e164e04bc32d" providerId="ADAL" clId="{6E348701-336B-4718-A78D-09B438569FCC}" dt="2025-01-06T11:48:54.758" v="14"/>
        <pc:sldMkLst>
          <pc:docMk/>
          <pc:sldMk cId="405153183" sldId="310"/>
        </pc:sldMkLst>
        <pc:spChg chg="add mod">
          <ac:chgData name="Paul Winser" userId="c3146a91-e6bd-4264-bd86-e164e04bc32d" providerId="ADAL" clId="{6E348701-336B-4718-A78D-09B438569FCC}" dt="2025-01-06T11:48:54.758" v="14"/>
          <ac:spMkLst>
            <pc:docMk/>
            <pc:sldMk cId="405153183" sldId="310"/>
            <ac:spMk id="15" creationId="{EA4427F8-6D1B-CDE1-7262-C7164D9BD8AB}"/>
          </ac:spMkLst>
        </pc:spChg>
      </pc:sldChg>
      <pc:sldChg chg="addSp modSp">
        <pc:chgData name="Paul Winser" userId="c3146a91-e6bd-4264-bd86-e164e04bc32d" providerId="ADAL" clId="{6E348701-336B-4718-A78D-09B438569FCC}" dt="2025-01-06T11:48:56.769" v="15"/>
        <pc:sldMkLst>
          <pc:docMk/>
          <pc:sldMk cId="3930420227" sldId="311"/>
        </pc:sldMkLst>
        <pc:spChg chg="add mod">
          <ac:chgData name="Paul Winser" userId="c3146a91-e6bd-4264-bd86-e164e04bc32d" providerId="ADAL" clId="{6E348701-336B-4718-A78D-09B438569FCC}" dt="2025-01-06T11:48:56.769" v="15"/>
          <ac:spMkLst>
            <pc:docMk/>
            <pc:sldMk cId="3930420227" sldId="311"/>
            <ac:spMk id="4" creationId="{BCB53EEB-117C-EC12-A6F3-73EAFE0B5102}"/>
          </ac:spMkLst>
        </pc:spChg>
      </pc:sldChg>
      <pc:sldChg chg="addSp modSp mod">
        <pc:chgData name="Paul Winser" userId="c3146a91-e6bd-4264-bd86-e164e04bc32d" providerId="ADAL" clId="{6E348701-336B-4718-A78D-09B438569FCC}" dt="2025-01-14T16:29:36.094" v="69" actId="1076"/>
        <pc:sldMkLst>
          <pc:docMk/>
          <pc:sldMk cId="3853473641" sldId="312"/>
        </pc:sldMkLst>
        <pc:spChg chg="add mod">
          <ac:chgData name="Paul Winser" userId="c3146a91-e6bd-4264-bd86-e164e04bc32d" providerId="ADAL" clId="{6E348701-336B-4718-A78D-09B438569FCC}" dt="2025-01-06T11:48:58.915" v="16"/>
          <ac:spMkLst>
            <pc:docMk/>
            <pc:sldMk cId="3853473641" sldId="312"/>
            <ac:spMk id="4" creationId="{676CE067-330C-B0C4-DBBF-D444FFDC5A68}"/>
          </ac:spMkLst>
        </pc:spChg>
        <pc:picChg chg="mod">
          <ac:chgData name="Paul Winser" userId="c3146a91-e6bd-4264-bd86-e164e04bc32d" providerId="ADAL" clId="{6E348701-336B-4718-A78D-09B438569FCC}" dt="2025-01-14T16:29:36.094" v="69" actId="1076"/>
          <ac:picMkLst>
            <pc:docMk/>
            <pc:sldMk cId="3853473641" sldId="312"/>
            <ac:picMk id="6" creationId="{C4CB576D-BFB8-CB6E-2E54-8590F408CFFD}"/>
          </ac:picMkLst>
        </pc:picChg>
      </pc:sldChg>
      <pc:sldChg chg="addSp modSp">
        <pc:chgData name="Paul Winser" userId="c3146a91-e6bd-4264-bd86-e164e04bc32d" providerId="ADAL" clId="{6E348701-336B-4718-A78D-09B438569FCC}" dt="2025-01-06T11:49:01.348" v="17"/>
        <pc:sldMkLst>
          <pc:docMk/>
          <pc:sldMk cId="3486315166" sldId="313"/>
        </pc:sldMkLst>
        <pc:spChg chg="add mod">
          <ac:chgData name="Paul Winser" userId="c3146a91-e6bd-4264-bd86-e164e04bc32d" providerId="ADAL" clId="{6E348701-336B-4718-A78D-09B438569FCC}" dt="2025-01-06T11:49:01.348" v="17"/>
          <ac:spMkLst>
            <pc:docMk/>
            <pc:sldMk cId="3486315166" sldId="313"/>
            <ac:spMk id="4" creationId="{C6918B1D-17AA-D721-764C-EE1002644A5F}"/>
          </ac:spMkLst>
        </pc:spChg>
      </pc:sldChg>
      <pc:sldChg chg="addSp modSp mod">
        <pc:chgData name="Paul Winser" userId="c3146a91-e6bd-4264-bd86-e164e04bc32d" providerId="ADAL" clId="{6E348701-336B-4718-A78D-09B438569FCC}" dt="2025-01-14T16:29:29.863" v="68" actId="1076"/>
        <pc:sldMkLst>
          <pc:docMk/>
          <pc:sldMk cId="3618944583" sldId="315"/>
        </pc:sldMkLst>
        <pc:spChg chg="add mod">
          <ac:chgData name="Paul Winser" userId="c3146a91-e6bd-4264-bd86-e164e04bc32d" providerId="ADAL" clId="{6E348701-336B-4718-A78D-09B438569FCC}" dt="2025-01-06T11:49:03.567" v="18"/>
          <ac:spMkLst>
            <pc:docMk/>
            <pc:sldMk cId="3618944583" sldId="315"/>
            <ac:spMk id="4" creationId="{93C26BB7-B4E1-7B34-8D82-803B61B32897}"/>
          </ac:spMkLst>
        </pc:spChg>
        <pc:picChg chg="mod">
          <ac:chgData name="Paul Winser" userId="c3146a91-e6bd-4264-bd86-e164e04bc32d" providerId="ADAL" clId="{6E348701-336B-4718-A78D-09B438569FCC}" dt="2025-01-14T16:29:29.863" v="68" actId="1076"/>
          <ac:picMkLst>
            <pc:docMk/>
            <pc:sldMk cId="3618944583" sldId="315"/>
            <ac:picMk id="6" creationId="{17D3EBA4-E5F1-A235-A179-DBF15AA370C1}"/>
          </ac:picMkLst>
        </pc:picChg>
      </pc:sldChg>
      <pc:sldChg chg="addSp modSp">
        <pc:chgData name="Paul Winser" userId="c3146a91-e6bd-4264-bd86-e164e04bc32d" providerId="ADAL" clId="{6E348701-336B-4718-A78D-09B438569FCC}" dt="2025-01-06T11:49:05.295" v="19"/>
        <pc:sldMkLst>
          <pc:docMk/>
          <pc:sldMk cId="2452462563" sldId="316"/>
        </pc:sldMkLst>
        <pc:spChg chg="add mod">
          <ac:chgData name="Paul Winser" userId="c3146a91-e6bd-4264-bd86-e164e04bc32d" providerId="ADAL" clId="{6E348701-336B-4718-A78D-09B438569FCC}" dt="2025-01-06T11:49:05.295" v="19"/>
          <ac:spMkLst>
            <pc:docMk/>
            <pc:sldMk cId="2452462563" sldId="316"/>
            <ac:spMk id="4" creationId="{D2E88D64-A89C-31D6-39FF-FDA6C2F3F618}"/>
          </ac:spMkLst>
        </pc:spChg>
      </pc:sldChg>
      <pc:sldChg chg="addSp modSp">
        <pc:chgData name="Paul Winser" userId="c3146a91-e6bd-4264-bd86-e164e04bc32d" providerId="ADAL" clId="{6E348701-336B-4718-A78D-09B438569FCC}" dt="2025-01-06T11:49:11.343" v="22"/>
        <pc:sldMkLst>
          <pc:docMk/>
          <pc:sldMk cId="2057599724" sldId="317"/>
        </pc:sldMkLst>
        <pc:spChg chg="add mod">
          <ac:chgData name="Paul Winser" userId="c3146a91-e6bd-4264-bd86-e164e04bc32d" providerId="ADAL" clId="{6E348701-336B-4718-A78D-09B438569FCC}" dt="2025-01-06T11:49:11.343" v="22"/>
          <ac:spMkLst>
            <pc:docMk/>
            <pc:sldMk cId="2057599724" sldId="317"/>
            <ac:spMk id="4" creationId="{0539B8BA-0553-8DFE-AF2D-D6F023F69230}"/>
          </ac:spMkLst>
        </pc:spChg>
      </pc:sldChg>
      <pc:sldChg chg="addSp modSp">
        <pc:chgData name="Paul Winser" userId="c3146a91-e6bd-4264-bd86-e164e04bc32d" providerId="ADAL" clId="{6E348701-336B-4718-A78D-09B438569FCC}" dt="2025-01-06T11:49:13.025" v="23"/>
        <pc:sldMkLst>
          <pc:docMk/>
          <pc:sldMk cId="2373966704" sldId="318"/>
        </pc:sldMkLst>
        <pc:spChg chg="add mod">
          <ac:chgData name="Paul Winser" userId="c3146a91-e6bd-4264-bd86-e164e04bc32d" providerId="ADAL" clId="{6E348701-336B-4718-A78D-09B438569FCC}" dt="2025-01-06T11:49:13.025" v="23"/>
          <ac:spMkLst>
            <pc:docMk/>
            <pc:sldMk cId="2373966704" sldId="318"/>
            <ac:spMk id="4" creationId="{E96C03BC-A2F8-EB26-887E-13C1BFC759AD}"/>
          </ac:spMkLst>
        </pc:spChg>
      </pc:sldChg>
      <pc:sldChg chg="addSp modSp">
        <pc:chgData name="Paul Winser" userId="c3146a91-e6bd-4264-bd86-e164e04bc32d" providerId="ADAL" clId="{6E348701-336B-4718-A78D-09B438569FCC}" dt="2025-01-06T11:49:14.202" v="24"/>
        <pc:sldMkLst>
          <pc:docMk/>
          <pc:sldMk cId="2746247784" sldId="319"/>
        </pc:sldMkLst>
        <pc:spChg chg="add mod">
          <ac:chgData name="Paul Winser" userId="c3146a91-e6bd-4264-bd86-e164e04bc32d" providerId="ADAL" clId="{6E348701-336B-4718-A78D-09B438569FCC}" dt="2025-01-06T11:49:14.202" v="24"/>
          <ac:spMkLst>
            <pc:docMk/>
            <pc:sldMk cId="2746247784" sldId="319"/>
            <ac:spMk id="4" creationId="{3090AE10-616A-38A6-2572-009502CF57AC}"/>
          </ac:spMkLst>
        </pc:spChg>
      </pc:sldChg>
      <pc:sldChg chg="addSp modSp">
        <pc:chgData name="Paul Winser" userId="c3146a91-e6bd-4264-bd86-e164e04bc32d" providerId="ADAL" clId="{6E348701-336B-4718-A78D-09B438569FCC}" dt="2025-01-06T11:49:15.663" v="25"/>
        <pc:sldMkLst>
          <pc:docMk/>
          <pc:sldMk cId="2370580187" sldId="320"/>
        </pc:sldMkLst>
        <pc:spChg chg="add mod">
          <ac:chgData name="Paul Winser" userId="c3146a91-e6bd-4264-bd86-e164e04bc32d" providerId="ADAL" clId="{6E348701-336B-4718-A78D-09B438569FCC}" dt="2025-01-06T11:49:15.663" v="25"/>
          <ac:spMkLst>
            <pc:docMk/>
            <pc:sldMk cId="2370580187" sldId="320"/>
            <ac:spMk id="4" creationId="{980213E3-B0C7-608B-7D12-FEAD8B0D9E58}"/>
          </ac:spMkLst>
        </pc:spChg>
      </pc:sldChg>
      <pc:sldChg chg="addSp modSp">
        <pc:chgData name="Paul Winser" userId="c3146a91-e6bd-4264-bd86-e164e04bc32d" providerId="ADAL" clId="{6E348701-336B-4718-A78D-09B438569FCC}" dt="2025-01-06T11:49:17.420" v="26"/>
        <pc:sldMkLst>
          <pc:docMk/>
          <pc:sldMk cId="4232425861" sldId="321"/>
        </pc:sldMkLst>
        <pc:spChg chg="add mod">
          <ac:chgData name="Paul Winser" userId="c3146a91-e6bd-4264-bd86-e164e04bc32d" providerId="ADAL" clId="{6E348701-336B-4718-A78D-09B438569FCC}" dt="2025-01-06T11:49:17.420" v="26"/>
          <ac:spMkLst>
            <pc:docMk/>
            <pc:sldMk cId="4232425861" sldId="321"/>
            <ac:spMk id="4" creationId="{BEDA1C8B-FC9B-63EC-D8E3-CA4C38DDB79C}"/>
          </ac:spMkLst>
        </pc:spChg>
      </pc:sldChg>
      <pc:sldChg chg="addSp modSp">
        <pc:chgData name="Paul Winser" userId="c3146a91-e6bd-4264-bd86-e164e04bc32d" providerId="ADAL" clId="{6E348701-336B-4718-A78D-09B438569FCC}" dt="2025-01-06T11:49:18.692" v="27"/>
        <pc:sldMkLst>
          <pc:docMk/>
          <pc:sldMk cId="3463280348" sldId="322"/>
        </pc:sldMkLst>
        <pc:spChg chg="add mod">
          <ac:chgData name="Paul Winser" userId="c3146a91-e6bd-4264-bd86-e164e04bc32d" providerId="ADAL" clId="{6E348701-336B-4718-A78D-09B438569FCC}" dt="2025-01-06T11:49:18.692" v="27"/>
          <ac:spMkLst>
            <pc:docMk/>
            <pc:sldMk cId="3463280348" sldId="322"/>
            <ac:spMk id="4" creationId="{2B0C3D67-3B0E-138A-A7D7-EFCFB4D813D0}"/>
          </ac:spMkLst>
        </pc:spChg>
      </pc:sldChg>
      <pc:sldChg chg="addSp modSp">
        <pc:chgData name="Paul Winser" userId="c3146a91-e6bd-4264-bd86-e164e04bc32d" providerId="ADAL" clId="{6E348701-336B-4718-A78D-09B438569FCC}" dt="2025-01-06T11:49:23.091" v="30"/>
        <pc:sldMkLst>
          <pc:docMk/>
          <pc:sldMk cId="2016981804" sldId="323"/>
        </pc:sldMkLst>
        <pc:spChg chg="add mod">
          <ac:chgData name="Paul Winser" userId="c3146a91-e6bd-4264-bd86-e164e04bc32d" providerId="ADAL" clId="{6E348701-336B-4718-A78D-09B438569FCC}" dt="2025-01-06T11:49:23.091" v="30"/>
          <ac:spMkLst>
            <pc:docMk/>
            <pc:sldMk cId="2016981804" sldId="323"/>
            <ac:spMk id="4" creationId="{50FFB5FB-FCEA-D481-1EF6-5E11ED43140B}"/>
          </ac:spMkLst>
        </pc:spChg>
      </pc:sldChg>
      <pc:sldChg chg="addSp modSp">
        <pc:chgData name="Paul Winser" userId="c3146a91-e6bd-4264-bd86-e164e04bc32d" providerId="ADAL" clId="{6E348701-336B-4718-A78D-09B438569FCC}" dt="2025-01-06T11:49:24.835" v="31"/>
        <pc:sldMkLst>
          <pc:docMk/>
          <pc:sldMk cId="843607870" sldId="324"/>
        </pc:sldMkLst>
        <pc:spChg chg="add mod">
          <ac:chgData name="Paul Winser" userId="c3146a91-e6bd-4264-bd86-e164e04bc32d" providerId="ADAL" clId="{6E348701-336B-4718-A78D-09B438569FCC}" dt="2025-01-06T11:49:24.835" v="31"/>
          <ac:spMkLst>
            <pc:docMk/>
            <pc:sldMk cId="843607870" sldId="324"/>
            <ac:spMk id="4" creationId="{3234DA80-77E4-ADE2-0868-DB453F0B0067}"/>
          </ac:spMkLst>
        </pc:spChg>
      </pc:sldChg>
      <pc:sldChg chg="addSp modSp mod">
        <pc:chgData name="Paul Winser" userId="c3146a91-e6bd-4264-bd86-e164e04bc32d" providerId="ADAL" clId="{6E348701-336B-4718-A78D-09B438569FCC}" dt="2025-01-14T16:29:18.675" v="67" actId="1076"/>
        <pc:sldMkLst>
          <pc:docMk/>
          <pc:sldMk cId="3319776590" sldId="325"/>
        </pc:sldMkLst>
        <pc:spChg chg="add mod">
          <ac:chgData name="Paul Winser" userId="c3146a91-e6bd-4264-bd86-e164e04bc32d" providerId="ADAL" clId="{6E348701-336B-4718-A78D-09B438569FCC}" dt="2025-01-06T11:49:26.217" v="32"/>
          <ac:spMkLst>
            <pc:docMk/>
            <pc:sldMk cId="3319776590" sldId="325"/>
            <ac:spMk id="4" creationId="{784B648C-9CC0-E355-B4DE-58DCD42E5482}"/>
          </ac:spMkLst>
        </pc:spChg>
        <pc:picChg chg="mod">
          <ac:chgData name="Paul Winser" userId="c3146a91-e6bd-4264-bd86-e164e04bc32d" providerId="ADAL" clId="{6E348701-336B-4718-A78D-09B438569FCC}" dt="2025-01-14T16:29:18.675" v="67" actId="1076"/>
          <ac:picMkLst>
            <pc:docMk/>
            <pc:sldMk cId="3319776590" sldId="325"/>
            <ac:picMk id="6" creationId="{4A3790AB-68B2-9DA4-AE4E-D9146A38A0E5}"/>
          </ac:picMkLst>
        </pc:picChg>
      </pc:sldChg>
      <pc:sldChg chg="addSp modSp">
        <pc:chgData name="Paul Winser" userId="c3146a91-e6bd-4264-bd86-e164e04bc32d" providerId="ADAL" clId="{6E348701-336B-4718-A78D-09B438569FCC}" dt="2025-01-06T11:49:27.865" v="33"/>
        <pc:sldMkLst>
          <pc:docMk/>
          <pc:sldMk cId="1731855893" sldId="326"/>
        </pc:sldMkLst>
        <pc:spChg chg="add mod">
          <ac:chgData name="Paul Winser" userId="c3146a91-e6bd-4264-bd86-e164e04bc32d" providerId="ADAL" clId="{6E348701-336B-4718-A78D-09B438569FCC}" dt="2025-01-06T11:49:27.865" v="33"/>
          <ac:spMkLst>
            <pc:docMk/>
            <pc:sldMk cId="1731855893" sldId="326"/>
            <ac:spMk id="17" creationId="{13F6C959-BD43-0E09-06F8-8DAB36613EC0}"/>
          </ac:spMkLst>
        </pc:spChg>
      </pc:sldChg>
      <pc:sldChg chg="addSp modSp">
        <pc:chgData name="Paul Winser" userId="c3146a91-e6bd-4264-bd86-e164e04bc32d" providerId="ADAL" clId="{6E348701-336B-4718-A78D-09B438569FCC}" dt="2025-01-06T11:49:29.574" v="34"/>
        <pc:sldMkLst>
          <pc:docMk/>
          <pc:sldMk cId="1770999964" sldId="327"/>
        </pc:sldMkLst>
        <pc:spChg chg="add mod">
          <ac:chgData name="Paul Winser" userId="c3146a91-e6bd-4264-bd86-e164e04bc32d" providerId="ADAL" clId="{6E348701-336B-4718-A78D-09B438569FCC}" dt="2025-01-06T11:49:29.574" v="34"/>
          <ac:spMkLst>
            <pc:docMk/>
            <pc:sldMk cId="1770999964" sldId="327"/>
            <ac:spMk id="4" creationId="{7D1A6E46-DED0-A0F5-E8B2-3F0A67C6033F}"/>
          </ac:spMkLst>
        </pc:spChg>
      </pc:sldChg>
      <pc:sldChg chg="addSp modSp">
        <pc:chgData name="Paul Winser" userId="c3146a91-e6bd-4264-bd86-e164e04bc32d" providerId="ADAL" clId="{6E348701-336B-4718-A78D-09B438569FCC}" dt="2025-01-06T11:49:31.049" v="35"/>
        <pc:sldMkLst>
          <pc:docMk/>
          <pc:sldMk cId="991781415" sldId="328"/>
        </pc:sldMkLst>
        <pc:spChg chg="add mod">
          <ac:chgData name="Paul Winser" userId="c3146a91-e6bd-4264-bd86-e164e04bc32d" providerId="ADAL" clId="{6E348701-336B-4718-A78D-09B438569FCC}" dt="2025-01-06T11:49:31.049" v="35"/>
          <ac:spMkLst>
            <pc:docMk/>
            <pc:sldMk cId="991781415" sldId="328"/>
            <ac:spMk id="4" creationId="{C4785E56-8B04-E2CF-3CEB-C6A887CD9BE2}"/>
          </ac:spMkLst>
        </pc:spChg>
      </pc:sldChg>
      <pc:sldChg chg="addSp modSp">
        <pc:chgData name="Paul Winser" userId="c3146a91-e6bd-4264-bd86-e164e04bc32d" providerId="ADAL" clId="{6E348701-336B-4718-A78D-09B438569FCC}" dt="2025-01-06T11:49:32.477" v="36"/>
        <pc:sldMkLst>
          <pc:docMk/>
          <pc:sldMk cId="2002698621" sldId="329"/>
        </pc:sldMkLst>
        <pc:spChg chg="add mod">
          <ac:chgData name="Paul Winser" userId="c3146a91-e6bd-4264-bd86-e164e04bc32d" providerId="ADAL" clId="{6E348701-336B-4718-A78D-09B438569FCC}" dt="2025-01-06T11:49:32.477" v="36"/>
          <ac:spMkLst>
            <pc:docMk/>
            <pc:sldMk cId="2002698621" sldId="329"/>
            <ac:spMk id="3" creationId="{EC744C2F-C048-D471-DFB3-1A659D6DCA83}"/>
          </ac:spMkLst>
        </pc:spChg>
      </pc:sldChg>
      <pc:sldChg chg="addSp modSp">
        <pc:chgData name="Paul Winser" userId="c3146a91-e6bd-4264-bd86-e164e04bc32d" providerId="ADAL" clId="{6E348701-336B-4718-A78D-09B438569FCC}" dt="2025-01-06T11:49:34.498" v="37"/>
        <pc:sldMkLst>
          <pc:docMk/>
          <pc:sldMk cId="2052887839" sldId="330"/>
        </pc:sldMkLst>
        <pc:spChg chg="add mod">
          <ac:chgData name="Paul Winser" userId="c3146a91-e6bd-4264-bd86-e164e04bc32d" providerId="ADAL" clId="{6E348701-336B-4718-A78D-09B438569FCC}" dt="2025-01-06T11:49:34.498" v="37"/>
          <ac:spMkLst>
            <pc:docMk/>
            <pc:sldMk cId="2052887839" sldId="330"/>
            <ac:spMk id="4" creationId="{D0DD202D-F6C0-6D60-25AD-577AE91416E8}"/>
          </ac:spMkLst>
        </pc:spChg>
      </pc:sldChg>
      <pc:sldChg chg="addSp modSp">
        <pc:chgData name="Paul Winser" userId="c3146a91-e6bd-4264-bd86-e164e04bc32d" providerId="ADAL" clId="{6E348701-336B-4718-A78D-09B438569FCC}" dt="2025-01-06T11:49:39.429" v="40"/>
        <pc:sldMkLst>
          <pc:docMk/>
          <pc:sldMk cId="2759541879" sldId="331"/>
        </pc:sldMkLst>
        <pc:spChg chg="add mod">
          <ac:chgData name="Paul Winser" userId="c3146a91-e6bd-4264-bd86-e164e04bc32d" providerId="ADAL" clId="{6E348701-336B-4718-A78D-09B438569FCC}" dt="2025-01-06T11:49:39.429" v="40"/>
          <ac:spMkLst>
            <pc:docMk/>
            <pc:sldMk cId="2759541879" sldId="331"/>
            <ac:spMk id="5" creationId="{CEE19CAE-2577-74D8-F5E3-B0F6AC6C45CE}"/>
          </ac:spMkLst>
        </pc:spChg>
      </pc:sldChg>
      <pc:sldChg chg="addSp delSp modSp mod">
        <pc:chgData name="Paul Winser" userId="c3146a91-e6bd-4264-bd86-e164e04bc32d" providerId="ADAL" clId="{6E348701-336B-4718-A78D-09B438569FCC}" dt="2025-01-14T16:28:38.931" v="55" actId="1076"/>
        <pc:sldMkLst>
          <pc:docMk/>
          <pc:sldMk cId="1808610365" sldId="332"/>
        </pc:sldMkLst>
        <pc:spChg chg="add mod">
          <ac:chgData name="Paul Winser" userId="c3146a91-e6bd-4264-bd86-e164e04bc32d" providerId="ADAL" clId="{6E348701-336B-4718-A78D-09B438569FCC}" dt="2025-01-06T11:49:42.596" v="41"/>
          <ac:spMkLst>
            <pc:docMk/>
            <pc:sldMk cId="1808610365" sldId="332"/>
            <ac:spMk id="4" creationId="{65846D1F-8744-37CD-DCE2-B60FBC8B3DDE}"/>
          </ac:spMkLst>
        </pc:spChg>
        <pc:spChg chg="add del mod">
          <ac:chgData name="Paul Winser" userId="c3146a91-e6bd-4264-bd86-e164e04bc32d" providerId="ADAL" clId="{6E348701-336B-4718-A78D-09B438569FCC}" dt="2025-01-14T16:28:37.675" v="54" actId="478"/>
          <ac:spMkLst>
            <pc:docMk/>
            <pc:sldMk cId="1808610365" sldId="332"/>
            <ac:spMk id="5" creationId="{DF195753-CE6A-1A89-69E3-B1BA658D013F}"/>
          </ac:spMkLst>
        </pc:spChg>
        <pc:picChg chg="add mod">
          <ac:chgData name="Paul Winser" userId="c3146a91-e6bd-4264-bd86-e164e04bc32d" providerId="ADAL" clId="{6E348701-336B-4718-A78D-09B438569FCC}" dt="2025-01-14T16:28:38.931" v="55" actId="1076"/>
          <ac:picMkLst>
            <pc:docMk/>
            <pc:sldMk cId="1808610365" sldId="332"/>
            <ac:picMk id="7" creationId="{EF5349D4-E972-959F-2318-E08C797BEF79}"/>
          </ac:picMkLst>
        </pc:picChg>
        <pc:picChg chg="add del mod">
          <ac:chgData name="Paul Winser" userId="c3146a91-e6bd-4264-bd86-e164e04bc32d" providerId="ADAL" clId="{6E348701-336B-4718-A78D-09B438569FCC}" dt="2025-01-14T16:28:32.338" v="51" actId="478"/>
          <ac:picMkLst>
            <pc:docMk/>
            <pc:sldMk cId="1808610365" sldId="332"/>
            <ac:picMk id="8" creationId="{D424008A-4A3D-65B2-636B-7B73E021AAF9}"/>
          </ac:picMkLst>
        </pc:picChg>
        <pc:picChg chg="del mod">
          <ac:chgData name="Paul Winser" userId="c3146a91-e6bd-4264-bd86-e164e04bc32d" providerId="ADAL" clId="{6E348701-336B-4718-A78D-09B438569FCC}" dt="2025-01-14T16:28:29.123" v="48" actId="478"/>
          <ac:picMkLst>
            <pc:docMk/>
            <pc:sldMk cId="1808610365" sldId="332"/>
            <ac:picMk id="2050" creationId="{5B25EA6A-2784-491C-526B-C8727757784A}"/>
          </ac:picMkLst>
        </pc:picChg>
      </pc:sldChg>
      <pc:sldChg chg="addSp delSp modSp mod">
        <pc:chgData name="Paul Winser" userId="c3146a91-e6bd-4264-bd86-e164e04bc32d" providerId="ADAL" clId="{6E348701-336B-4718-A78D-09B438569FCC}" dt="2025-01-14T16:28:51.555" v="60" actId="1076"/>
        <pc:sldMkLst>
          <pc:docMk/>
          <pc:sldMk cId="1505094821" sldId="333"/>
        </pc:sldMkLst>
        <pc:spChg chg="add mod">
          <ac:chgData name="Paul Winser" userId="c3146a91-e6bd-4264-bd86-e164e04bc32d" providerId="ADAL" clId="{6E348701-336B-4718-A78D-09B438569FCC}" dt="2025-01-06T11:49:43.958" v="42"/>
          <ac:spMkLst>
            <pc:docMk/>
            <pc:sldMk cId="1505094821" sldId="333"/>
            <ac:spMk id="4" creationId="{64ACF5DF-EB4B-AABD-C845-332DC0B62EC9}"/>
          </ac:spMkLst>
        </pc:spChg>
        <pc:picChg chg="add mod">
          <ac:chgData name="Paul Winser" userId="c3146a91-e6bd-4264-bd86-e164e04bc32d" providerId="ADAL" clId="{6E348701-336B-4718-A78D-09B438569FCC}" dt="2025-01-14T16:28:51.555" v="60" actId="1076"/>
          <ac:picMkLst>
            <pc:docMk/>
            <pc:sldMk cId="1505094821" sldId="333"/>
            <ac:picMk id="5" creationId="{120C3325-9115-474A-57CB-0B987B2F7FFC}"/>
          </ac:picMkLst>
        </pc:picChg>
        <pc:picChg chg="del">
          <ac:chgData name="Paul Winser" userId="c3146a91-e6bd-4264-bd86-e164e04bc32d" providerId="ADAL" clId="{6E348701-336B-4718-A78D-09B438569FCC}" dt="2025-01-14T16:28:45.668" v="56" actId="478"/>
          <ac:picMkLst>
            <pc:docMk/>
            <pc:sldMk cId="1505094821" sldId="333"/>
            <ac:picMk id="3074" creationId="{40B9BA05-A192-823D-CF0F-AFBB3F518DD3}"/>
          </ac:picMkLst>
        </pc:picChg>
      </pc:sldChg>
      <pc:sldChg chg="addSp delSp modSp mod">
        <pc:chgData name="Paul Winser" userId="c3146a91-e6bd-4264-bd86-e164e04bc32d" providerId="ADAL" clId="{6E348701-336B-4718-A78D-09B438569FCC}" dt="2025-01-14T16:29:03.103" v="66" actId="478"/>
        <pc:sldMkLst>
          <pc:docMk/>
          <pc:sldMk cId="31664646" sldId="334"/>
        </pc:sldMkLst>
        <pc:spChg chg="add mod">
          <ac:chgData name="Paul Winser" userId="c3146a91-e6bd-4264-bd86-e164e04bc32d" providerId="ADAL" clId="{6E348701-336B-4718-A78D-09B438569FCC}" dt="2025-01-06T11:49:45.486" v="43"/>
          <ac:spMkLst>
            <pc:docMk/>
            <pc:sldMk cId="31664646" sldId="334"/>
            <ac:spMk id="2" creationId="{6EADAC71-EDC5-EB1F-8E95-52A619E0A8C4}"/>
          </ac:spMkLst>
        </pc:spChg>
        <pc:spChg chg="add del mod">
          <ac:chgData name="Paul Winser" userId="c3146a91-e6bd-4264-bd86-e164e04bc32d" providerId="ADAL" clId="{6E348701-336B-4718-A78D-09B438569FCC}" dt="2025-01-14T16:29:03.103" v="66" actId="478"/>
          <ac:spMkLst>
            <pc:docMk/>
            <pc:sldMk cId="31664646" sldId="334"/>
            <ac:spMk id="4" creationId="{117AAF6A-5A2F-B32D-FF2F-65B4F3AC6923}"/>
          </ac:spMkLst>
        </pc:spChg>
        <pc:picChg chg="add mod">
          <ac:chgData name="Paul Winser" userId="c3146a91-e6bd-4264-bd86-e164e04bc32d" providerId="ADAL" clId="{6E348701-336B-4718-A78D-09B438569FCC}" dt="2025-01-14T16:29:01.468" v="65" actId="1076"/>
          <ac:picMkLst>
            <pc:docMk/>
            <pc:sldMk cId="31664646" sldId="334"/>
            <ac:picMk id="5" creationId="{EFF3E76D-BB7A-C804-74FE-F0D7E1499436}"/>
          </ac:picMkLst>
        </pc:picChg>
        <pc:picChg chg="del">
          <ac:chgData name="Paul Winser" userId="c3146a91-e6bd-4264-bd86-e164e04bc32d" providerId="ADAL" clId="{6E348701-336B-4718-A78D-09B438569FCC}" dt="2025-01-14T16:28:57.349" v="61" actId="478"/>
          <ac:picMkLst>
            <pc:docMk/>
            <pc:sldMk cId="31664646" sldId="334"/>
            <ac:picMk id="4098" creationId="{5BAFE2FC-045F-AEF8-9B48-DB24597478E5}"/>
          </ac:picMkLst>
        </pc:picChg>
      </pc:sldChg>
      <pc:sldChg chg="addSp modSp">
        <pc:chgData name="Paul Winser" userId="c3146a91-e6bd-4264-bd86-e164e04bc32d" providerId="ADAL" clId="{6E348701-336B-4718-A78D-09B438569FCC}" dt="2025-01-06T11:49:46.922" v="44"/>
        <pc:sldMkLst>
          <pc:docMk/>
          <pc:sldMk cId="4214023978" sldId="335"/>
        </pc:sldMkLst>
        <pc:spChg chg="add mod">
          <ac:chgData name="Paul Winser" userId="c3146a91-e6bd-4264-bd86-e164e04bc32d" providerId="ADAL" clId="{6E348701-336B-4718-A78D-09B438569FCC}" dt="2025-01-06T11:49:46.922" v="44"/>
          <ac:spMkLst>
            <pc:docMk/>
            <pc:sldMk cId="4214023978" sldId="335"/>
            <ac:spMk id="4" creationId="{82B6596B-39E8-2BB2-ED64-740F4183ABD9}"/>
          </ac:spMkLst>
        </pc:spChg>
      </pc:sldChg>
      <pc:sldChg chg="addSp modSp">
        <pc:chgData name="Paul Winser" userId="c3146a91-e6bd-4264-bd86-e164e04bc32d" providerId="ADAL" clId="{6E348701-336B-4718-A78D-09B438569FCC}" dt="2025-01-06T11:49:48.435" v="45"/>
        <pc:sldMkLst>
          <pc:docMk/>
          <pc:sldMk cId="452417585" sldId="336"/>
        </pc:sldMkLst>
        <pc:spChg chg="add mod">
          <ac:chgData name="Paul Winser" userId="c3146a91-e6bd-4264-bd86-e164e04bc32d" providerId="ADAL" clId="{6E348701-336B-4718-A78D-09B438569FCC}" dt="2025-01-06T11:49:48.435" v="45"/>
          <ac:spMkLst>
            <pc:docMk/>
            <pc:sldMk cId="452417585" sldId="336"/>
            <ac:spMk id="4" creationId="{51F41E38-2A68-209B-659A-FA26243E4F40}"/>
          </ac:spMkLst>
        </pc:spChg>
      </pc:sldChg>
      <pc:sldChg chg="addSp modSp">
        <pc:chgData name="Paul Winser" userId="c3146a91-e6bd-4264-bd86-e164e04bc32d" providerId="ADAL" clId="{6E348701-336B-4718-A78D-09B438569FCC}" dt="2025-01-06T11:49:51.828" v="46"/>
        <pc:sldMkLst>
          <pc:docMk/>
          <pc:sldMk cId="3380231533" sldId="337"/>
        </pc:sldMkLst>
        <pc:spChg chg="add mod">
          <ac:chgData name="Paul Winser" userId="c3146a91-e6bd-4264-bd86-e164e04bc32d" providerId="ADAL" clId="{6E348701-336B-4718-A78D-09B438569FCC}" dt="2025-01-06T11:49:51.828" v="46"/>
          <ac:spMkLst>
            <pc:docMk/>
            <pc:sldMk cId="3380231533" sldId="337"/>
            <ac:spMk id="4" creationId="{0B60038A-5FBB-4185-DB82-2B6B80EF447F}"/>
          </ac:spMkLst>
        </pc:spChg>
      </pc:sldChg>
      <pc:sldChg chg="addSp modSp add modTransition">
        <pc:chgData name="Paul Winser" userId="c3146a91-e6bd-4264-bd86-e164e04bc32d" providerId="ADAL" clId="{6E348701-336B-4718-A78D-09B438569FCC}" dt="2025-01-23T13:58:11.062" v="71"/>
        <pc:sldMkLst>
          <pc:docMk/>
          <pc:sldMk cId="0" sldId="338"/>
        </pc:sldMkLst>
        <pc:spChg chg="add mod">
          <ac:chgData name="Paul Winser" userId="c3146a91-e6bd-4264-bd86-e164e04bc32d" providerId="ADAL" clId="{6E348701-336B-4718-A78D-09B438569FCC}" dt="2025-01-23T13:58:11.062" v="71"/>
          <ac:spMkLst>
            <pc:docMk/>
            <pc:sldMk cId="0" sldId="338"/>
            <ac:spMk id="2" creationId="{7D8FDAD4-3924-F1FE-46BD-704111673A94}"/>
          </ac:spMkLst>
        </pc:spChg>
      </pc:sldChg>
    </pc:docChg>
  </pc:docChgLst>
  <pc:docChgLst>
    <pc:chgData name="Paul Winser" userId="c3146a91-e6bd-4264-bd86-e164e04bc32d" providerId="ADAL" clId="{74B5101B-F3EC-4E2B-B9E8-7B0CA4F3DCD8}"/>
    <pc:docChg chg="custSel delSld modSld">
      <pc:chgData name="Paul Winser" userId="c3146a91-e6bd-4264-bd86-e164e04bc32d" providerId="ADAL" clId="{74B5101B-F3EC-4E2B-B9E8-7B0CA4F3DCD8}" dt="2024-12-02T20:24:59.429" v="312" actId="14"/>
      <pc:docMkLst>
        <pc:docMk/>
      </pc:docMkLst>
      <pc:sldChg chg="delSp modSp mod">
        <pc:chgData name="Paul Winser" userId="c3146a91-e6bd-4264-bd86-e164e04bc32d" providerId="ADAL" clId="{74B5101B-F3EC-4E2B-B9E8-7B0CA4F3DCD8}" dt="2024-12-02T20:14:46.826" v="36" actId="404"/>
        <pc:sldMkLst>
          <pc:docMk/>
          <pc:sldMk cId="0" sldId="257"/>
        </pc:sldMkLst>
        <pc:spChg chg="del">
          <ac:chgData name="Paul Winser" userId="c3146a91-e6bd-4264-bd86-e164e04bc32d" providerId="ADAL" clId="{74B5101B-F3EC-4E2B-B9E8-7B0CA4F3DCD8}" dt="2024-12-02T20:12:57.879" v="0" actId="478"/>
          <ac:spMkLst>
            <pc:docMk/>
            <pc:sldMk cId="0" sldId="257"/>
            <ac:spMk id="2" creationId="{E53C70E9-4562-B983-940E-B51D35431004}"/>
          </ac:spMkLst>
        </pc:spChg>
        <pc:spChg chg="mod">
          <ac:chgData name="Paul Winser" userId="c3146a91-e6bd-4264-bd86-e164e04bc32d" providerId="ADAL" clId="{74B5101B-F3EC-4E2B-B9E8-7B0CA4F3DCD8}" dt="2024-12-02T20:14:46.826" v="36" actId="404"/>
          <ac:spMkLst>
            <pc:docMk/>
            <pc:sldMk cId="0" sldId="257"/>
            <ac:spMk id="30722" creationId="{FC4F7FC9-2CE9-41A9-0CEE-4C8BD93B5782}"/>
          </ac:spMkLst>
        </pc:spChg>
        <pc:spChg chg="mod">
          <ac:chgData name="Paul Winser" userId="c3146a91-e6bd-4264-bd86-e164e04bc32d" providerId="ADAL" clId="{74B5101B-F3EC-4E2B-B9E8-7B0CA4F3DCD8}" dt="2024-12-02T20:13:00.378" v="1" actId="14100"/>
          <ac:spMkLst>
            <pc:docMk/>
            <pc:sldMk cId="0" sldId="257"/>
            <ac:spMk id="30723" creationId="{3C79F714-332C-AB63-03D9-E6D0CAE0623F}"/>
          </ac:spMkLst>
        </pc:spChg>
      </pc:sldChg>
      <pc:sldChg chg="delSp mod">
        <pc:chgData name="Paul Winser" userId="c3146a91-e6bd-4264-bd86-e164e04bc32d" providerId="ADAL" clId="{74B5101B-F3EC-4E2B-B9E8-7B0CA4F3DCD8}" dt="2024-12-02T20:13:05.755" v="3" actId="478"/>
        <pc:sldMkLst>
          <pc:docMk/>
          <pc:sldMk cId="0" sldId="258"/>
        </pc:sldMkLst>
        <pc:spChg chg="del">
          <ac:chgData name="Paul Winser" userId="c3146a91-e6bd-4264-bd86-e164e04bc32d" providerId="ADAL" clId="{74B5101B-F3EC-4E2B-B9E8-7B0CA4F3DCD8}" dt="2024-12-02T20:13:05.755" v="3" actId="478"/>
          <ac:spMkLst>
            <pc:docMk/>
            <pc:sldMk cId="0" sldId="258"/>
            <ac:spMk id="2" creationId="{5FDDFAB1-2DBE-0834-C5C6-23B003686CDC}"/>
          </ac:spMkLst>
        </pc:spChg>
      </pc:sldChg>
      <pc:sldChg chg="delSp modSp mod">
        <pc:chgData name="Paul Winser" userId="c3146a91-e6bd-4264-bd86-e164e04bc32d" providerId="ADAL" clId="{74B5101B-F3EC-4E2B-B9E8-7B0CA4F3DCD8}" dt="2024-12-02T20:15:19.296" v="44" actId="14100"/>
        <pc:sldMkLst>
          <pc:docMk/>
          <pc:sldMk cId="0" sldId="272"/>
        </pc:sldMkLst>
        <pc:spChg chg="mod">
          <ac:chgData name="Paul Winser" userId="c3146a91-e6bd-4264-bd86-e164e04bc32d" providerId="ADAL" clId="{74B5101B-F3EC-4E2B-B9E8-7B0CA4F3DCD8}" dt="2024-12-02T20:15:19.296" v="44" actId="14100"/>
          <ac:spMkLst>
            <pc:docMk/>
            <pc:sldMk cId="0" sldId="272"/>
            <ac:spMk id="7" creationId="{409FC2E7-63BC-42BC-F50E-1789D60DB314}"/>
          </ac:spMkLst>
        </pc:spChg>
        <pc:spChg chg="del">
          <ac:chgData name="Paul Winser" userId="c3146a91-e6bd-4264-bd86-e164e04bc32d" providerId="ADAL" clId="{74B5101B-F3EC-4E2B-B9E8-7B0CA4F3DCD8}" dt="2024-12-02T20:13:08.393" v="4" actId="478"/>
          <ac:spMkLst>
            <pc:docMk/>
            <pc:sldMk cId="0" sldId="272"/>
            <ac:spMk id="8" creationId="{64A63C6E-197C-BA09-2615-268A1F2B018B}"/>
          </ac:spMkLst>
        </pc:spChg>
        <pc:spChg chg="mod">
          <ac:chgData name="Paul Winser" userId="c3146a91-e6bd-4264-bd86-e164e04bc32d" providerId="ADAL" clId="{74B5101B-F3EC-4E2B-B9E8-7B0CA4F3DCD8}" dt="2024-12-02T20:15:15.077" v="42" actId="14100"/>
          <ac:spMkLst>
            <pc:docMk/>
            <pc:sldMk cId="0" sldId="272"/>
            <ac:spMk id="34820" creationId="{8DCD7CE1-603D-4D59-3DBB-C13C0B6505F0}"/>
          </ac:spMkLst>
        </pc:spChg>
      </pc:sldChg>
      <pc:sldChg chg="delSp modSp mod">
        <pc:chgData name="Paul Winser" userId="c3146a91-e6bd-4264-bd86-e164e04bc32d" providerId="ADAL" clId="{74B5101B-F3EC-4E2B-B9E8-7B0CA4F3DCD8}" dt="2024-12-02T20:18:13.520" v="119" actId="1076"/>
        <pc:sldMkLst>
          <pc:docMk/>
          <pc:sldMk cId="884549766" sldId="305"/>
        </pc:sldMkLst>
        <pc:spChg chg="mod">
          <ac:chgData name="Paul Winser" userId="c3146a91-e6bd-4264-bd86-e164e04bc32d" providerId="ADAL" clId="{74B5101B-F3EC-4E2B-B9E8-7B0CA4F3DCD8}" dt="2024-12-02T20:18:06.972" v="117" actId="6549"/>
          <ac:spMkLst>
            <pc:docMk/>
            <pc:sldMk cId="884549766" sldId="305"/>
            <ac:spMk id="2" creationId="{78B44613-6453-6F22-9E2F-5ECEC06DC47E}"/>
          </ac:spMkLst>
        </pc:spChg>
        <pc:spChg chg="del">
          <ac:chgData name="Paul Winser" userId="c3146a91-e6bd-4264-bd86-e164e04bc32d" providerId="ADAL" clId="{74B5101B-F3EC-4E2B-B9E8-7B0CA4F3DCD8}" dt="2024-12-02T20:13:16.153" v="6" actId="478"/>
          <ac:spMkLst>
            <pc:docMk/>
            <pc:sldMk cId="884549766" sldId="305"/>
            <ac:spMk id="10" creationId="{C6107376-E929-4A13-ACFD-7C2D9E597CF5}"/>
          </ac:spMkLst>
        </pc:spChg>
        <pc:spChg chg="mod">
          <ac:chgData name="Paul Winser" userId="c3146a91-e6bd-4264-bd86-e164e04bc32d" providerId="ADAL" clId="{74B5101B-F3EC-4E2B-B9E8-7B0CA4F3DCD8}" dt="2024-12-02T20:17:50.312" v="112" actId="2711"/>
          <ac:spMkLst>
            <pc:docMk/>
            <pc:sldMk cId="884549766" sldId="305"/>
            <ac:spMk id="34820" creationId="{8DCD7CE1-603D-4D59-3DBB-C13C0B6505F0}"/>
          </ac:spMkLst>
        </pc:spChg>
        <pc:picChg chg="mod">
          <ac:chgData name="Paul Winser" userId="c3146a91-e6bd-4264-bd86-e164e04bc32d" providerId="ADAL" clId="{74B5101B-F3EC-4E2B-B9E8-7B0CA4F3DCD8}" dt="2024-12-02T20:18:13.520" v="119" actId="1076"/>
          <ac:picMkLst>
            <pc:docMk/>
            <pc:sldMk cId="884549766" sldId="305"/>
            <ac:picMk id="5" creationId="{99E27848-0310-5912-A707-4E8137299C22}"/>
          </ac:picMkLst>
        </pc:picChg>
        <pc:picChg chg="mod">
          <ac:chgData name="Paul Winser" userId="c3146a91-e6bd-4264-bd86-e164e04bc32d" providerId="ADAL" clId="{74B5101B-F3EC-4E2B-B9E8-7B0CA4F3DCD8}" dt="2024-12-02T20:18:11.544" v="118" actId="1076"/>
          <ac:picMkLst>
            <pc:docMk/>
            <pc:sldMk cId="884549766" sldId="305"/>
            <ac:picMk id="9" creationId="{4AD5AAED-ECCF-3F2A-B524-E24A8946A10D}"/>
          </ac:picMkLst>
        </pc:picChg>
      </pc:sldChg>
      <pc:sldChg chg="delSp modSp mod">
        <pc:chgData name="Paul Winser" userId="c3146a91-e6bd-4264-bd86-e164e04bc32d" providerId="ADAL" clId="{74B5101B-F3EC-4E2B-B9E8-7B0CA4F3DCD8}" dt="2024-12-02T20:20:19.686" v="182" actId="14100"/>
        <pc:sldMkLst>
          <pc:docMk/>
          <pc:sldMk cId="588007661" sldId="306"/>
        </pc:sldMkLst>
        <pc:spChg chg="del">
          <ac:chgData name="Paul Winser" userId="c3146a91-e6bd-4264-bd86-e164e04bc32d" providerId="ADAL" clId="{74B5101B-F3EC-4E2B-B9E8-7B0CA4F3DCD8}" dt="2024-12-02T20:13:35.782" v="13" actId="478"/>
          <ac:spMkLst>
            <pc:docMk/>
            <pc:sldMk cId="588007661" sldId="306"/>
            <ac:spMk id="4" creationId="{23C9C708-31C8-E8D8-4F06-6D6CA8153D01}"/>
          </ac:spMkLst>
        </pc:spChg>
        <pc:spChg chg="mod">
          <ac:chgData name="Paul Winser" userId="c3146a91-e6bd-4264-bd86-e164e04bc32d" providerId="ADAL" clId="{74B5101B-F3EC-4E2B-B9E8-7B0CA4F3DCD8}" dt="2024-12-02T20:20:19.686" v="182" actId="14100"/>
          <ac:spMkLst>
            <pc:docMk/>
            <pc:sldMk cId="588007661" sldId="306"/>
            <ac:spMk id="34819" creationId="{453C7683-8588-7ABC-32E0-8A4E68218620}"/>
          </ac:spMkLst>
        </pc:spChg>
      </pc:sldChg>
      <pc:sldChg chg="delSp modSp mod">
        <pc:chgData name="Paul Winser" userId="c3146a91-e6bd-4264-bd86-e164e04bc32d" providerId="ADAL" clId="{74B5101B-F3EC-4E2B-B9E8-7B0CA4F3DCD8}" dt="2024-12-02T20:20:53.083" v="198" actId="5793"/>
        <pc:sldMkLst>
          <pc:docMk/>
          <pc:sldMk cId="3621417310" sldId="307"/>
        </pc:sldMkLst>
        <pc:spChg chg="del">
          <ac:chgData name="Paul Winser" userId="c3146a91-e6bd-4264-bd86-e164e04bc32d" providerId="ADAL" clId="{74B5101B-F3EC-4E2B-B9E8-7B0CA4F3DCD8}" dt="2024-12-02T20:13:38.535" v="14" actId="478"/>
          <ac:spMkLst>
            <pc:docMk/>
            <pc:sldMk cId="3621417310" sldId="307"/>
            <ac:spMk id="4" creationId="{34DCB57C-D81B-3352-70FC-621223BDFEF1}"/>
          </ac:spMkLst>
        </pc:spChg>
        <pc:spChg chg="mod">
          <ac:chgData name="Paul Winser" userId="c3146a91-e6bd-4264-bd86-e164e04bc32d" providerId="ADAL" clId="{74B5101B-F3EC-4E2B-B9E8-7B0CA4F3DCD8}" dt="2024-12-02T20:20:53.083" v="198" actId="5793"/>
          <ac:spMkLst>
            <pc:docMk/>
            <pc:sldMk cId="3621417310" sldId="307"/>
            <ac:spMk id="34819" creationId="{453C7683-8588-7ABC-32E0-8A4E68218620}"/>
          </ac:spMkLst>
        </pc:spChg>
        <pc:picChg chg="mod">
          <ac:chgData name="Paul Winser" userId="c3146a91-e6bd-4264-bd86-e164e04bc32d" providerId="ADAL" clId="{74B5101B-F3EC-4E2B-B9E8-7B0CA4F3DCD8}" dt="2024-12-02T20:20:45.095" v="195" actId="1076"/>
          <ac:picMkLst>
            <pc:docMk/>
            <pc:sldMk cId="3621417310" sldId="307"/>
            <ac:picMk id="3" creationId="{AB46695B-9840-62F7-330C-49BC1E7DE869}"/>
          </ac:picMkLst>
        </pc:picChg>
      </pc:sldChg>
      <pc:sldChg chg="delSp modSp mod">
        <pc:chgData name="Paul Winser" userId="c3146a91-e6bd-4264-bd86-e164e04bc32d" providerId="ADAL" clId="{74B5101B-F3EC-4E2B-B9E8-7B0CA4F3DCD8}" dt="2024-12-02T20:22:57.084" v="264" actId="14100"/>
        <pc:sldMkLst>
          <pc:docMk/>
          <pc:sldMk cId="2005355495" sldId="308"/>
        </pc:sldMkLst>
        <pc:spChg chg="del">
          <ac:chgData name="Paul Winser" userId="c3146a91-e6bd-4264-bd86-e164e04bc32d" providerId="ADAL" clId="{74B5101B-F3EC-4E2B-B9E8-7B0CA4F3DCD8}" dt="2024-12-02T20:13:59.992" v="22" actId="478"/>
          <ac:spMkLst>
            <pc:docMk/>
            <pc:sldMk cId="2005355495" sldId="308"/>
            <ac:spMk id="2" creationId="{B5FFA581-CC2B-0997-37F6-96396FCE4C70}"/>
          </ac:spMkLst>
        </pc:spChg>
        <pc:spChg chg="mod">
          <ac:chgData name="Paul Winser" userId="c3146a91-e6bd-4264-bd86-e164e04bc32d" providerId="ADAL" clId="{74B5101B-F3EC-4E2B-B9E8-7B0CA4F3DCD8}" dt="2024-12-02T20:22:57.084" v="264" actId="14100"/>
          <ac:spMkLst>
            <pc:docMk/>
            <pc:sldMk cId="2005355495" sldId="308"/>
            <ac:spMk id="34819" creationId="{453C7683-8588-7ABC-32E0-8A4E68218620}"/>
          </ac:spMkLst>
        </pc:spChg>
        <pc:spChg chg="mod">
          <ac:chgData name="Paul Winser" userId="c3146a91-e6bd-4264-bd86-e164e04bc32d" providerId="ADAL" clId="{74B5101B-F3EC-4E2B-B9E8-7B0CA4F3DCD8}" dt="2024-12-02T20:22:51.339" v="262" actId="20577"/>
          <ac:spMkLst>
            <pc:docMk/>
            <pc:sldMk cId="2005355495" sldId="308"/>
            <ac:spMk id="34820" creationId="{8DCD7CE1-603D-4D59-3DBB-C13C0B6505F0}"/>
          </ac:spMkLst>
        </pc:spChg>
      </pc:sldChg>
      <pc:sldChg chg="delSp modSp mod">
        <pc:chgData name="Paul Winser" userId="c3146a91-e6bd-4264-bd86-e164e04bc32d" providerId="ADAL" clId="{74B5101B-F3EC-4E2B-B9E8-7B0CA4F3DCD8}" dt="2024-12-02T20:17:38.521" v="110" actId="5793"/>
        <pc:sldMkLst>
          <pc:docMk/>
          <pc:sldMk cId="764551706" sldId="310"/>
        </pc:sldMkLst>
        <pc:spChg chg="mod">
          <ac:chgData name="Paul Winser" userId="c3146a91-e6bd-4264-bd86-e164e04bc32d" providerId="ADAL" clId="{74B5101B-F3EC-4E2B-B9E8-7B0CA4F3DCD8}" dt="2024-12-02T20:17:37.131" v="109" actId="5793"/>
          <ac:spMkLst>
            <pc:docMk/>
            <pc:sldMk cId="764551706" sldId="310"/>
            <ac:spMk id="3" creationId="{2BD52FA1-466B-C24C-661D-8FE35994EE47}"/>
          </ac:spMkLst>
        </pc:spChg>
        <pc:spChg chg="del">
          <ac:chgData name="Paul Winser" userId="c3146a91-e6bd-4264-bd86-e164e04bc32d" providerId="ADAL" clId="{74B5101B-F3EC-4E2B-B9E8-7B0CA4F3DCD8}" dt="2024-12-02T20:13:12.761" v="5" actId="478"/>
          <ac:spMkLst>
            <pc:docMk/>
            <pc:sldMk cId="764551706" sldId="310"/>
            <ac:spMk id="5" creationId="{1A51E950-B72E-3E22-8217-B17A46DE8FD2}"/>
          </ac:spMkLst>
        </pc:spChg>
        <pc:spChg chg="mod">
          <ac:chgData name="Paul Winser" userId="c3146a91-e6bd-4264-bd86-e164e04bc32d" providerId="ADAL" clId="{74B5101B-F3EC-4E2B-B9E8-7B0CA4F3DCD8}" dt="2024-12-02T20:17:38.521" v="110" actId="5793"/>
          <ac:spMkLst>
            <pc:docMk/>
            <pc:sldMk cId="764551706" sldId="310"/>
            <ac:spMk id="8" creationId="{810E21F5-40A9-5B68-05C8-64D05875B5F8}"/>
          </ac:spMkLst>
        </pc:spChg>
      </pc:sldChg>
      <pc:sldChg chg="delSp modSp mod">
        <pc:chgData name="Paul Winser" userId="c3146a91-e6bd-4264-bd86-e164e04bc32d" providerId="ADAL" clId="{74B5101B-F3EC-4E2B-B9E8-7B0CA4F3DCD8}" dt="2024-12-02T20:18:39.759" v="130" actId="1076"/>
        <pc:sldMkLst>
          <pc:docMk/>
          <pc:sldMk cId="974393835" sldId="311"/>
        </pc:sldMkLst>
        <pc:spChg chg="mod">
          <ac:chgData name="Paul Winser" userId="c3146a91-e6bd-4264-bd86-e164e04bc32d" providerId="ADAL" clId="{74B5101B-F3EC-4E2B-B9E8-7B0CA4F3DCD8}" dt="2024-12-02T20:18:31.455" v="126" actId="14"/>
          <ac:spMkLst>
            <pc:docMk/>
            <pc:sldMk cId="974393835" sldId="311"/>
            <ac:spMk id="2" creationId="{78B44613-6453-6F22-9E2F-5ECEC06DC47E}"/>
          </ac:spMkLst>
        </pc:spChg>
        <pc:spChg chg="del">
          <ac:chgData name="Paul Winser" userId="c3146a91-e6bd-4264-bd86-e164e04bc32d" providerId="ADAL" clId="{74B5101B-F3EC-4E2B-B9E8-7B0CA4F3DCD8}" dt="2024-12-02T20:13:18.904" v="7" actId="478"/>
          <ac:spMkLst>
            <pc:docMk/>
            <pc:sldMk cId="974393835" sldId="311"/>
            <ac:spMk id="8" creationId="{BA7F90DB-0A74-6ADB-7E37-CA9B44AAC82A}"/>
          </ac:spMkLst>
        </pc:spChg>
        <pc:spChg chg="mod">
          <ac:chgData name="Paul Winser" userId="c3146a91-e6bd-4264-bd86-e164e04bc32d" providerId="ADAL" clId="{74B5101B-F3EC-4E2B-B9E8-7B0CA4F3DCD8}" dt="2024-12-02T20:18:22.280" v="120" actId="2711"/>
          <ac:spMkLst>
            <pc:docMk/>
            <pc:sldMk cId="974393835" sldId="311"/>
            <ac:spMk id="34820" creationId="{8DCD7CE1-603D-4D59-3DBB-C13C0B6505F0}"/>
          </ac:spMkLst>
        </pc:spChg>
        <pc:picChg chg="mod">
          <ac:chgData name="Paul Winser" userId="c3146a91-e6bd-4264-bd86-e164e04bc32d" providerId="ADAL" clId="{74B5101B-F3EC-4E2B-B9E8-7B0CA4F3DCD8}" dt="2024-12-02T20:18:36.712" v="128" actId="1076"/>
          <ac:picMkLst>
            <pc:docMk/>
            <pc:sldMk cId="974393835" sldId="311"/>
            <ac:picMk id="4" creationId="{84EBA43B-D33E-8C7D-87E5-85C6D098D7A8}"/>
          </ac:picMkLst>
        </pc:picChg>
        <pc:picChg chg="mod">
          <ac:chgData name="Paul Winser" userId="c3146a91-e6bd-4264-bd86-e164e04bc32d" providerId="ADAL" clId="{74B5101B-F3EC-4E2B-B9E8-7B0CA4F3DCD8}" dt="2024-12-02T20:18:39.759" v="130" actId="1076"/>
          <ac:picMkLst>
            <pc:docMk/>
            <pc:sldMk cId="974393835" sldId="311"/>
            <ac:picMk id="7" creationId="{6327A86A-1374-1160-73EA-91BC7209BADE}"/>
          </ac:picMkLst>
        </pc:picChg>
      </pc:sldChg>
      <pc:sldChg chg="delSp modSp mod">
        <pc:chgData name="Paul Winser" userId="c3146a91-e6bd-4264-bd86-e164e04bc32d" providerId="ADAL" clId="{74B5101B-F3EC-4E2B-B9E8-7B0CA4F3DCD8}" dt="2024-12-02T20:19:00.199" v="136" actId="1076"/>
        <pc:sldMkLst>
          <pc:docMk/>
          <pc:sldMk cId="4034434990" sldId="312"/>
        </pc:sldMkLst>
        <pc:spChg chg="mod">
          <ac:chgData name="Paul Winser" userId="c3146a91-e6bd-4264-bd86-e164e04bc32d" providerId="ADAL" clId="{74B5101B-F3EC-4E2B-B9E8-7B0CA4F3DCD8}" dt="2024-12-02T20:18:53.107" v="133" actId="14"/>
          <ac:spMkLst>
            <pc:docMk/>
            <pc:sldMk cId="4034434990" sldId="312"/>
            <ac:spMk id="2" creationId="{78B44613-6453-6F22-9E2F-5ECEC06DC47E}"/>
          </ac:spMkLst>
        </pc:spChg>
        <pc:spChg chg="del">
          <ac:chgData name="Paul Winser" userId="c3146a91-e6bd-4264-bd86-e164e04bc32d" providerId="ADAL" clId="{74B5101B-F3EC-4E2B-B9E8-7B0CA4F3DCD8}" dt="2024-12-02T20:13:21.880" v="8" actId="478"/>
          <ac:spMkLst>
            <pc:docMk/>
            <pc:sldMk cId="4034434990" sldId="312"/>
            <ac:spMk id="8" creationId="{B846649C-841A-615F-8FEB-5BE4841C1317}"/>
          </ac:spMkLst>
        </pc:spChg>
        <pc:spChg chg="mod">
          <ac:chgData name="Paul Winser" userId="c3146a91-e6bd-4264-bd86-e164e04bc32d" providerId="ADAL" clId="{74B5101B-F3EC-4E2B-B9E8-7B0CA4F3DCD8}" dt="2024-12-02T20:18:47.127" v="131" actId="2711"/>
          <ac:spMkLst>
            <pc:docMk/>
            <pc:sldMk cId="4034434990" sldId="312"/>
            <ac:spMk id="34820" creationId="{8DCD7CE1-603D-4D59-3DBB-C13C0B6505F0}"/>
          </ac:spMkLst>
        </pc:spChg>
        <pc:graphicFrameChg chg="mod">
          <ac:chgData name="Paul Winser" userId="c3146a91-e6bd-4264-bd86-e164e04bc32d" providerId="ADAL" clId="{74B5101B-F3EC-4E2B-B9E8-7B0CA4F3DCD8}" dt="2024-12-02T20:19:00.199" v="136" actId="1076"/>
          <ac:graphicFrameMkLst>
            <pc:docMk/>
            <pc:sldMk cId="4034434990" sldId="312"/>
            <ac:graphicFrameMk id="6" creationId="{1CC15E98-2941-1EDA-4648-4C30D05A647F}"/>
          </ac:graphicFrameMkLst>
        </pc:graphicFrameChg>
        <pc:picChg chg="mod">
          <ac:chgData name="Paul Winser" userId="c3146a91-e6bd-4264-bd86-e164e04bc32d" providerId="ADAL" clId="{74B5101B-F3EC-4E2B-B9E8-7B0CA4F3DCD8}" dt="2024-12-02T20:18:57.069" v="135" actId="1076"/>
          <ac:picMkLst>
            <pc:docMk/>
            <pc:sldMk cId="4034434990" sldId="312"/>
            <ac:picMk id="5" creationId="{A2A6E13B-B345-6A39-9F0F-566E0F6D036B}"/>
          </ac:picMkLst>
        </pc:picChg>
      </pc:sldChg>
      <pc:sldChg chg="delSp modSp mod">
        <pc:chgData name="Paul Winser" userId="c3146a91-e6bd-4264-bd86-e164e04bc32d" providerId="ADAL" clId="{74B5101B-F3EC-4E2B-B9E8-7B0CA4F3DCD8}" dt="2024-12-02T20:19:27.374" v="170" actId="1076"/>
        <pc:sldMkLst>
          <pc:docMk/>
          <pc:sldMk cId="1911081874" sldId="313"/>
        </pc:sldMkLst>
        <pc:spChg chg="mod">
          <ac:chgData name="Paul Winser" userId="c3146a91-e6bd-4264-bd86-e164e04bc32d" providerId="ADAL" clId="{74B5101B-F3EC-4E2B-B9E8-7B0CA4F3DCD8}" dt="2024-12-02T20:19:20.439" v="168" actId="20577"/>
          <ac:spMkLst>
            <pc:docMk/>
            <pc:sldMk cId="1911081874" sldId="313"/>
            <ac:spMk id="2" creationId="{78B44613-6453-6F22-9E2F-5ECEC06DC47E}"/>
          </ac:spMkLst>
        </pc:spChg>
        <pc:spChg chg="del">
          <ac:chgData name="Paul Winser" userId="c3146a91-e6bd-4264-bd86-e164e04bc32d" providerId="ADAL" clId="{74B5101B-F3EC-4E2B-B9E8-7B0CA4F3DCD8}" dt="2024-12-02T20:13:24.520" v="9" actId="478"/>
          <ac:spMkLst>
            <pc:docMk/>
            <pc:sldMk cId="1911081874" sldId="313"/>
            <ac:spMk id="9" creationId="{8E618EE3-7C94-40AD-9C0A-C6BE275727B6}"/>
          </ac:spMkLst>
        </pc:spChg>
        <pc:picChg chg="mod">
          <ac:chgData name="Paul Winser" userId="c3146a91-e6bd-4264-bd86-e164e04bc32d" providerId="ADAL" clId="{74B5101B-F3EC-4E2B-B9E8-7B0CA4F3DCD8}" dt="2024-12-02T20:19:27.374" v="170" actId="1076"/>
          <ac:picMkLst>
            <pc:docMk/>
            <pc:sldMk cId="1911081874" sldId="313"/>
            <ac:picMk id="5" creationId="{40849B6B-9E5C-BA77-777F-0A9C6CC396F3}"/>
          </ac:picMkLst>
        </pc:picChg>
      </pc:sldChg>
      <pc:sldChg chg="delSp modSp mod">
        <pc:chgData name="Paul Winser" userId="c3146a91-e6bd-4264-bd86-e164e04bc32d" providerId="ADAL" clId="{74B5101B-F3EC-4E2B-B9E8-7B0CA4F3DCD8}" dt="2024-12-02T20:19:45.304" v="175" actId="1076"/>
        <pc:sldMkLst>
          <pc:docMk/>
          <pc:sldMk cId="3395974378" sldId="314"/>
        </pc:sldMkLst>
        <pc:spChg chg="mod">
          <ac:chgData name="Paul Winser" userId="c3146a91-e6bd-4264-bd86-e164e04bc32d" providerId="ADAL" clId="{74B5101B-F3EC-4E2B-B9E8-7B0CA4F3DCD8}" dt="2024-12-02T20:19:42.114" v="174" actId="14"/>
          <ac:spMkLst>
            <pc:docMk/>
            <pc:sldMk cId="3395974378" sldId="314"/>
            <ac:spMk id="2" creationId="{78B44613-6453-6F22-9E2F-5ECEC06DC47E}"/>
          </ac:spMkLst>
        </pc:spChg>
        <pc:spChg chg="del">
          <ac:chgData name="Paul Winser" userId="c3146a91-e6bd-4264-bd86-e164e04bc32d" providerId="ADAL" clId="{74B5101B-F3EC-4E2B-B9E8-7B0CA4F3DCD8}" dt="2024-12-02T20:13:27.705" v="10" actId="478"/>
          <ac:spMkLst>
            <pc:docMk/>
            <pc:sldMk cId="3395974378" sldId="314"/>
            <ac:spMk id="9" creationId="{8E618EE3-7C94-40AD-9C0A-C6BE275727B6}"/>
          </ac:spMkLst>
        </pc:spChg>
        <pc:spChg chg="mod">
          <ac:chgData name="Paul Winser" userId="c3146a91-e6bd-4264-bd86-e164e04bc32d" providerId="ADAL" clId="{74B5101B-F3EC-4E2B-B9E8-7B0CA4F3DCD8}" dt="2024-12-02T20:19:34.503" v="171" actId="2711"/>
          <ac:spMkLst>
            <pc:docMk/>
            <pc:sldMk cId="3395974378" sldId="314"/>
            <ac:spMk id="34820" creationId="{8DCD7CE1-603D-4D59-3DBB-C13C0B6505F0}"/>
          </ac:spMkLst>
        </pc:spChg>
        <pc:picChg chg="mod">
          <ac:chgData name="Paul Winser" userId="c3146a91-e6bd-4264-bd86-e164e04bc32d" providerId="ADAL" clId="{74B5101B-F3EC-4E2B-B9E8-7B0CA4F3DCD8}" dt="2024-12-02T20:19:45.304" v="175" actId="1076"/>
          <ac:picMkLst>
            <pc:docMk/>
            <pc:sldMk cId="3395974378" sldId="314"/>
            <ac:picMk id="7" creationId="{C991811A-7DE4-171C-B783-A93DDE64D8EE}"/>
          </ac:picMkLst>
        </pc:picChg>
      </pc:sldChg>
      <pc:sldChg chg="delSp modSp mod">
        <pc:chgData name="Paul Winser" userId="c3146a91-e6bd-4264-bd86-e164e04bc32d" providerId="ADAL" clId="{74B5101B-F3EC-4E2B-B9E8-7B0CA4F3DCD8}" dt="2024-12-02T20:19:55.299" v="178" actId="14"/>
        <pc:sldMkLst>
          <pc:docMk/>
          <pc:sldMk cId="1352240843" sldId="315"/>
        </pc:sldMkLst>
        <pc:spChg chg="mod">
          <ac:chgData name="Paul Winser" userId="c3146a91-e6bd-4264-bd86-e164e04bc32d" providerId="ADAL" clId="{74B5101B-F3EC-4E2B-B9E8-7B0CA4F3DCD8}" dt="2024-12-02T20:19:55.299" v="178" actId="14"/>
          <ac:spMkLst>
            <pc:docMk/>
            <pc:sldMk cId="1352240843" sldId="315"/>
            <ac:spMk id="2" creationId="{78B44613-6453-6F22-9E2F-5ECEC06DC47E}"/>
          </ac:spMkLst>
        </pc:spChg>
        <pc:spChg chg="del">
          <ac:chgData name="Paul Winser" userId="c3146a91-e6bd-4264-bd86-e164e04bc32d" providerId="ADAL" clId="{74B5101B-F3EC-4E2B-B9E8-7B0CA4F3DCD8}" dt="2024-12-02T20:13:30.568" v="11" actId="478"/>
          <ac:spMkLst>
            <pc:docMk/>
            <pc:sldMk cId="1352240843" sldId="315"/>
            <ac:spMk id="9" creationId="{8E618EE3-7C94-40AD-9C0A-C6BE275727B6}"/>
          </ac:spMkLst>
        </pc:spChg>
        <pc:spChg chg="mod">
          <ac:chgData name="Paul Winser" userId="c3146a91-e6bd-4264-bd86-e164e04bc32d" providerId="ADAL" clId="{74B5101B-F3EC-4E2B-B9E8-7B0CA4F3DCD8}" dt="2024-12-02T20:19:50.087" v="176" actId="2711"/>
          <ac:spMkLst>
            <pc:docMk/>
            <pc:sldMk cId="1352240843" sldId="315"/>
            <ac:spMk id="34820" creationId="{8DCD7CE1-603D-4D59-3DBB-C13C0B6505F0}"/>
          </ac:spMkLst>
        </pc:spChg>
      </pc:sldChg>
      <pc:sldChg chg="delSp modSp mod">
        <pc:chgData name="Paul Winser" userId="c3146a91-e6bd-4264-bd86-e164e04bc32d" providerId="ADAL" clId="{74B5101B-F3EC-4E2B-B9E8-7B0CA4F3DCD8}" dt="2024-12-02T20:21:17.966" v="219" actId="1076"/>
        <pc:sldMkLst>
          <pc:docMk/>
          <pc:sldMk cId="1627665331" sldId="316"/>
        </pc:sldMkLst>
        <pc:spChg chg="del">
          <ac:chgData name="Paul Winser" userId="c3146a91-e6bd-4264-bd86-e164e04bc32d" providerId="ADAL" clId="{74B5101B-F3EC-4E2B-B9E8-7B0CA4F3DCD8}" dt="2024-12-02T20:13:41.047" v="15" actId="478"/>
          <ac:spMkLst>
            <pc:docMk/>
            <pc:sldMk cId="1627665331" sldId="316"/>
            <ac:spMk id="7" creationId="{3CA3BDCB-EADE-3316-5E1F-E65467E54A13}"/>
          </ac:spMkLst>
        </pc:spChg>
        <pc:spChg chg="mod">
          <ac:chgData name="Paul Winser" userId="c3146a91-e6bd-4264-bd86-e164e04bc32d" providerId="ADAL" clId="{74B5101B-F3EC-4E2B-B9E8-7B0CA4F3DCD8}" dt="2024-12-02T20:21:14.837" v="217" actId="20577"/>
          <ac:spMkLst>
            <pc:docMk/>
            <pc:sldMk cId="1627665331" sldId="316"/>
            <ac:spMk id="34819" creationId="{453C7683-8588-7ABC-32E0-8A4E68218620}"/>
          </ac:spMkLst>
        </pc:spChg>
        <pc:picChg chg="mod">
          <ac:chgData name="Paul Winser" userId="c3146a91-e6bd-4264-bd86-e164e04bc32d" providerId="ADAL" clId="{74B5101B-F3EC-4E2B-B9E8-7B0CA4F3DCD8}" dt="2024-12-02T20:21:17.966" v="219" actId="1076"/>
          <ac:picMkLst>
            <pc:docMk/>
            <pc:sldMk cId="1627665331" sldId="316"/>
            <ac:picMk id="4" creationId="{BB586056-5CFE-C6DF-526F-D4AEEB19AA8E}"/>
          </ac:picMkLst>
        </pc:picChg>
        <pc:picChg chg="mod">
          <ac:chgData name="Paul Winser" userId="c3146a91-e6bd-4264-bd86-e164e04bc32d" providerId="ADAL" clId="{74B5101B-F3EC-4E2B-B9E8-7B0CA4F3DCD8}" dt="2024-12-02T20:21:16.931" v="218" actId="1076"/>
          <ac:picMkLst>
            <pc:docMk/>
            <pc:sldMk cId="1627665331" sldId="316"/>
            <ac:picMk id="6" creationId="{5CF41048-F459-FFFF-0A48-0326EBA6E374}"/>
          </ac:picMkLst>
        </pc:picChg>
      </pc:sldChg>
      <pc:sldChg chg="delSp modSp mod">
        <pc:chgData name="Paul Winser" userId="c3146a91-e6bd-4264-bd86-e164e04bc32d" providerId="ADAL" clId="{74B5101B-F3EC-4E2B-B9E8-7B0CA4F3DCD8}" dt="2024-12-02T20:21:48.822" v="242" actId="6549"/>
        <pc:sldMkLst>
          <pc:docMk/>
          <pc:sldMk cId="2403709122" sldId="317"/>
        </pc:sldMkLst>
        <pc:spChg chg="del">
          <ac:chgData name="Paul Winser" userId="c3146a91-e6bd-4264-bd86-e164e04bc32d" providerId="ADAL" clId="{74B5101B-F3EC-4E2B-B9E8-7B0CA4F3DCD8}" dt="2024-12-02T20:13:44.197" v="16" actId="478"/>
          <ac:spMkLst>
            <pc:docMk/>
            <pc:sldMk cId="2403709122" sldId="317"/>
            <ac:spMk id="5" creationId="{537B8891-F0CC-6104-25DE-DAEC2CFA7F00}"/>
          </ac:spMkLst>
        </pc:spChg>
        <pc:spChg chg="mod">
          <ac:chgData name="Paul Winser" userId="c3146a91-e6bd-4264-bd86-e164e04bc32d" providerId="ADAL" clId="{74B5101B-F3EC-4E2B-B9E8-7B0CA4F3DCD8}" dt="2024-12-02T20:21:48.822" v="242" actId="6549"/>
          <ac:spMkLst>
            <pc:docMk/>
            <pc:sldMk cId="2403709122" sldId="317"/>
            <ac:spMk id="34819" creationId="{453C7683-8588-7ABC-32E0-8A4E68218620}"/>
          </ac:spMkLst>
        </pc:spChg>
        <pc:picChg chg="mod ord">
          <ac:chgData name="Paul Winser" userId="c3146a91-e6bd-4264-bd86-e164e04bc32d" providerId="ADAL" clId="{74B5101B-F3EC-4E2B-B9E8-7B0CA4F3DCD8}" dt="2024-12-02T20:21:30.527" v="224" actId="1076"/>
          <ac:picMkLst>
            <pc:docMk/>
            <pc:sldMk cId="2403709122" sldId="317"/>
            <ac:picMk id="3" creationId="{0B0084BD-AAA7-508C-F6BC-2FF5E6EA182A}"/>
          </ac:picMkLst>
        </pc:picChg>
      </pc:sldChg>
      <pc:sldChg chg="delSp modSp mod">
        <pc:chgData name="Paul Winser" userId="c3146a91-e6bd-4264-bd86-e164e04bc32d" providerId="ADAL" clId="{74B5101B-F3EC-4E2B-B9E8-7B0CA4F3DCD8}" dt="2024-12-02T20:22:01.318" v="245" actId="1076"/>
        <pc:sldMkLst>
          <pc:docMk/>
          <pc:sldMk cId="579633034" sldId="318"/>
        </pc:sldMkLst>
        <pc:spChg chg="del">
          <ac:chgData name="Paul Winser" userId="c3146a91-e6bd-4264-bd86-e164e04bc32d" providerId="ADAL" clId="{74B5101B-F3EC-4E2B-B9E8-7B0CA4F3DCD8}" dt="2024-12-02T20:13:47.241" v="17" actId="478"/>
          <ac:spMkLst>
            <pc:docMk/>
            <pc:sldMk cId="579633034" sldId="318"/>
            <ac:spMk id="8" creationId="{044ADA14-6C48-7F3B-E6AA-C4BF96DB7F3B}"/>
          </ac:spMkLst>
        </pc:spChg>
        <pc:spChg chg="mod">
          <ac:chgData name="Paul Winser" userId="c3146a91-e6bd-4264-bd86-e164e04bc32d" providerId="ADAL" clId="{74B5101B-F3EC-4E2B-B9E8-7B0CA4F3DCD8}" dt="2024-12-02T20:21:58.426" v="244" actId="14"/>
          <ac:spMkLst>
            <pc:docMk/>
            <pc:sldMk cId="579633034" sldId="318"/>
            <ac:spMk id="34819" creationId="{453C7683-8588-7ABC-32E0-8A4E68218620}"/>
          </ac:spMkLst>
        </pc:spChg>
        <pc:picChg chg="mod">
          <ac:chgData name="Paul Winser" userId="c3146a91-e6bd-4264-bd86-e164e04bc32d" providerId="ADAL" clId="{74B5101B-F3EC-4E2B-B9E8-7B0CA4F3DCD8}" dt="2024-12-02T20:22:01.318" v="245" actId="1076"/>
          <ac:picMkLst>
            <pc:docMk/>
            <pc:sldMk cId="579633034" sldId="318"/>
            <ac:picMk id="7" creationId="{1BABD0D2-5A01-6E98-5881-2EDA13FF0D11}"/>
          </ac:picMkLst>
        </pc:picChg>
      </pc:sldChg>
      <pc:sldChg chg="delSp modSp mod">
        <pc:chgData name="Paul Winser" userId="c3146a91-e6bd-4264-bd86-e164e04bc32d" providerId="ADAL" clId="{74B5101B-F3EC-4E2B-B9E8-7B0CA4F3DCD8}" dt="2024-12-02T20:22:44.041" v="260" actId="14"/>
        <pc:sldMkLst>
          <pc:docMk/>
          <pc:sldMk cId="3013862360" sldId="319"/>
        </pc:sldMkLst>
        <pc:spChg chg="del">
          <ac:chgData name="Paul Winser" userId="c3146a91-e6bd-4264-bd86-e164e04bc32d" providerId="ADAL" clId="{74B5101B-F3EC-4E2B-B9E8-7B0CA4F3DCD8}" dt="2024-12-02T20:13:52.631" v="19" actId="478"/>
          <ac:spMkLst>
            <pc:docMk/>
            <pc:sldMk cId="3013862360" sldId="319"/>
            <ac:spMk id="2" creationId="{CBC278DC-40DE-DC12-856F-4CBAF332152E}"/>
          </ac:spMkLst>
        </pc:spChg>
        <pc:spChg chg="mod">
          <ac:chgData name="Paul Winser" userId="c3146a91-e6bd-4264-bd86-e164e04bc32d" providerId="ADAL" clId="{74B5101B-F3EC-4E2B-B9E8-7B0CA4F3DCD8}" dt="2024-12-02T20:22:44.041" v="260" actId="14"/>
          <ac:spMkLst>
            <pc:docMk/>
            <pc:sldMk cId="3013862360" sldId="319"/>
            <ac:spMk id="34819" creationId="{453C7683-8588-7ABC-32E0-8A4E68218620}"/>
          </ac:spMkLst>
        </pc:spChg>
      </pc:sldChg>
      <pc:sldChg chg="delSp modSp mod">
        <pc:chgData name="Paul Winser" userId="c3146a91-e6bd-4264-bd86-e164e04bc32d" providerId="ADAL" clId="{74B5101B-F3EC-4E2B-B9E8-7B0CA4F3DCD8}" dt="2024-12-02T20:22:09.464" v="249" actId="14"/>
        <pc:sldMkLst>
          <pc:docMk/>
          <pc:sldMk cId="78680906" sldId="320"/>
        </pc:sldMkLst>
        <pc:spChg chg="del">
          <ac:chgData name="Paul Winser" userId="c3146a91-e6bd-4264-bd86-e164e04bc32d" providerId="ADAL" clId="{74B5101B-F3EC-4E2B-B9E8-7B0CA4F3DCD8}" dt="2024-12-02T20:13:49.686" v="18" actId="478"/>
          <ac:spMkLst>
            <pc:docMk/>
            <pc:sldMk cId="78680906" sldId="320"/>
            <ac:spMk id="9" creationId="{7455ACF6-8AEA-8A5B-0B1E-1CACE1E6EDC9}"/>
          </ac:spMkLst>
        </pc:spChg>
        <pc:spChg chg="mod">
          <ac:chgData name="Paul Winser" userId="c3146a91-e6bd-4264-bd86-e164e04bc32d" providerId="ADAL" clId="{74B5101B-F3EC-4E2B-B9E8-7B0CA4F3DCD8}" dt="2024-12-02T20:22:09.464" v="249" actId="14"/>
          <ac:spMkLst>
            <pc:docMk/>
            <pc:sldMk cId="78680906" sldId="320"/>
            <ac:spMk id="34819" creationId="{453C7683-8588-7ABC-32E0-8A4E68218620}"/>
          </ac:spMkLst>
        </pc:spChg>
      </pc:sldChg>
      <pc:sldChg chg="delSp modSp mod">
        <pc:chgData name="Paul Winser" userId="c3146a91-e6bd-4264-bd86-e164e04bc32d" providerId="ADAL" clId="{74B5101B-F3EC-4E2B-B9E8-7B0CA4F3DCD8}" dt="2024-12-02T20:22:34.564" v="258" actId="14"/>
        <pc:sldMkLst>
          <pc:docMk/>
          <pc:sldMk cId="2479813821" sldId="321"/>
        </pc:sldMkLst>
        <pc:spChg chg="del">
          <ac:chgData name="Paul Winser" userId="c3146a91-e6bd-4264-bd86-e164e04bc32d" providerId="ADAL" clId="{74B5101B-F3EC-4E2B-B9E8-7B0CA4F3DCD8}" dt="2024-12-02T20:13:55.084" v="20" actId="478"/>
          <ac:spMkLst>
            <pc:docMk/>
            <pc:sldMk cId="2479813821" sldId="321"/>
            <ac:spMk id="4" creationId="{D0382341-56A4-F528-EE15-6DBABC4B6460}"/>
          </ac:spMkLst>
        </pc:spChg>
        <pc:spChg chg="mod">
          <ac:chgData name="Paul Winser" userId="c3146a91-e6bd-4264-bd86-e164e04bc32d" providerId="ADAL" clId="{74B5101B-F3EC-4E2B-B9E8-7B0CA4F3DCD8}" dt="2024-12-02T20:22:34.564" v="258" actId="14"/>
          <ac:spMkLst>
            <pc:docMk/>
            <pc:sldMk cId="2479813821" sldId="321"/>
            <ac:spMk id="34819" creationId="{453C7683-8588-7ABC-32E0-8A4E68218620}"/>
          </ac:spMkLst>
        </pc:spChg>
      </pc:sldChg>
      <pc:sldChg chg="delSp modSp mod">
        <pc:chgData name="Paul Winser" userId="c3146a91-e6bd-4264-bd86-e164e04bc32d" providerId="ADAL" clId="{74B5101B-F3EC-4E2B-B9E8-7B0CA4F3DCD8}" dt="2024-12-02T20:22:49.175" v="261" actId="20577"/>
        <pc:sldMkLst>
          <pc:docMk/>
          <pc:sldMk cId="885582800" sldId="322"/>
        </pc:sldMkLst>
        <pc:spChg chg="del">
          <ac:chgData name="Paul Winser" userId="c3146a91-e6bd-4264-bd86-e164e04bc32d" providerId="ADAL" clId="{74B5101B-F3EC-4E2B-B9E8-7B0CA4F3DCD8}" dt="2024-12-02T20:13:57.721" v="21" actId="478"/>
          <ac:spMkLst>
            <pc:docMk/>
            <pc:sldMk cId="885582800" sldId="322"/>
            <ac:spMk id="2" creationId="{B5FFA581-CC2B-0997-37F6-96396FCE4C70}"/>
          </ac:spMkLst>
        </pc:spChg>
        <pc:spChg chg="mod">
          <ac:chgData name="Paul Winser" userId="c3146a91-e6bd-4264-bd86-e164e04bc32d" providerId="ADAL" clId="{74B5101B-F3EC-4E2B-B9E8-7B0CA4F3DCD8}" dt="2024-12-02T20:22:49.175" v="261" actId="20577"/>
          <ac:spMkLst>
            <pc:docMk/>
            <pc:sldMk cId="885582800" sldId="322"/>
            <ac:spMk id="34820" creationId="{8DCD7CE1-603D-4D59-3DBB-C13C0B6505F0}"/>
          </ac:spMkLst>
        </pc:spChg>
      </pc:sldChg>
      <pc:sldChg chg="delSp modSp mod">
        <pc:chgData name="Paul Winser" userId="c3146a91-e6bd-4264-bd86-e164e04bc32d" providerId="ADAL" clId="{74B5101B-F3EC-4E2B-B9E8-7B0CA4F3DCD8}" dt="2024-12-02T20:20:04.456" v="179" actId="404"/>
        <pc:sldMkLst>
          <pc:docMk/>
          <pc:sldMk cId="3005943211" sldId="323"/>
        </pc:sldMkLst>
        <pc:spChg chg="del">
          <ac:chgData name="Paul Winser" userId="c3146a91-e6bd-4264-bd86-e164e04bc32d" providerId="ADAL" clId="{74B5101B-F3EC-4E2B-B9E8-7B0CA4F3DCD8}" dt="2024-12-02T20:13:33.367" v="12" actId="478"/>
          <ac:spMkLst>
            <pc:docMk/>
            <pc:sldMk cId="3005943211" sldId="323"/>
            <ac:spMk id="2" creationId="{B5FFA581-CC2B-0997-37F6-96396FCE4C70}"/>
          </ac:spMkLst>
        </pc:spChg>
        <pc:spChg chg="mod">
          <ac:chgData name="Paul Winser" userId="c3146a91-e6bd-4264-bd86-e164e04bc32d" providerId="ADAL" clId="{74B5101B-F3EC-4E2B-B9E8-7B0CA4F3DCD8}" dt="2024-12-02T20:20:04.456" v="179" actId="404"/>
          <ac:spMkLst>
            <pc:docMk/>
            <pc:sldMk cId="3005943211" sldId="323"/>
            <ac:spMk id="34819" creationId="{453C7683-8588-7ABC-32E0-8A4E68218620}"/>
          </ac:spMkLst>
        </pc:spChg>
      </pc:sldChg>
      <pc:sldChg chg="delSp modSp mod">
        <pc:chgData name="Paul Winser" userId="c3146a91-e6bd-4264-bd86-e164e04bc32d" providerId="ADAL" clId="{74B5101B-F3EC-4E2B-B9E8-7B0CA4F3DCD8}" dt="2024-12-02T20:23:24.309" v="277" actId="1076"/>
        <pc:sldMkLst>
          <pc:docMk/>
          <pc:sldMk cId="1724359565" sldId="324"/>
        </pc:sldMkLst>
        <pc:spChg chg="del">
          <ac:chgData name="Paul Winser" userId="c3146a91-e6bd-4264-bd86-e164e04bc32d" providerId="ADAL" clId="{74B5101B-F3EC-4E2B-B9E8-7B0CA4F3DCD8}" dt="2024-12-02T20:14:03.352" v="23" actId="478"/>
          <ac:spMkLst>
            <pc:docMk/>
            <pc:sldMk cId="1724359565" sldId="324"/>
            <ac:spMk id="4" creationId="{D0382341-56A4-F528-EE15-6DBABC4B6460}"/>
          </ac:spMkLst>
        </pc:spChg>
        <pc:spChg chg="mod">
          <ac:chgData name="Paul Winser" userId="c3146a91-e6bd-4264-bd86-e164e04bc32d" providerId="ADAL" clId="{74B5101B-F3EC-4E2B-B9E8-7B0CA4F3DCD8}" dt="2024-12-02T20:23:20.165" v="276" actId="20577"/>
          <ac:spMkLst>
            <pc:docMk/>
            <pc:sldMk cId="1724359565" sldId="324"/>
            <ac:spMk id="34819" creationId="{453C7683-8588-7ABC-32E0-8A4E68218620}"/>
          </ac:spMkLst>
        </pc:spChg>
        <pc:spChg chg="mod">
          <ac:chgData name="Paul Winser" userId="c3146a91-e6bd-4264-bd86-e164e04bc32d" providerId="ADAL" clId="{74B5101B-F3EC-4E2B-B9E8-7B0CA4F3DCD8}" dt="2024-12-02T20:23:24.309" v="277" actId="1076"/>
          <ac:spMkLst>
            <pc:docMk/>
            <pc:sldMk cId="1724359565" sldId="324"/>
            <ac:spMk id="34820" creationId="{8DCD7CE1-603D-4D59-3DBB-C13C0B6505F0}"/>
          </ac:spMkLst>
        </pc:spChg>
        <pc:picChg chg="mod">
          <ac:chgData name="Paul Winser" userId="c3146a91-e6bd-4264-bd86-e164e04bc32d" providerId="ADAL" clId="{74B5101B-F3EC-4E2B-B9E8-7B0CA4F3DCD8}" dt="2024-12-02T20:23:15.023" v="273" actId="1076"/>
          <ac:picMkLst>
            <pc:docMk/>
            <pc:sldMk cId="1724359565" sldId="324"/>
            <ac:picMk id="3" creationId="{67A20BE2-558B-A838-37B9-A4C884B1910F}"/>
          </ac:picMkLst>
        </pc:picChg>
      </pc:sldChg>
      <pc:sldChg chg="delSp modSp mod">
        <pc:chgData name="Paul Winser" userId="c3146a91-e6bd-4264-bd86-e164e04bc32d" providerId="ADAL" clId="{74B5101B-F3EC-4E2B-B9E8-7B0CA4F3DCD8}" dt="2024-12-02T20:23:33.148" v="281" actId="14"/>
        <pc:sldMkLst>
          <pc:docMk/>
          <pc:sldMk cId="964188562" sldId="325"/>
        </pc:sldMkLst>
        <pc:spChg chg="del">
          <ac:chgData name="Paul Winser" userId="c3146a91-e6bd-4264-bd86-e164e04bc32d" providerId="ADAL" clId="{74B5101B-F3EC-4E2B-B9E8-7B0CA4F3DCD8}" dt="2024-12-02T20:14:06.601" v="24" actId="478"/>
          <ac:spMkLst>
            <pc:docMk/>
            <pc:sldMk cId="964188562" sldId="325"/>
            <ac:spMk id="4" creationId="{D0382341-56A4-F528-EE15-6DBABC4B6460}"/>
          </ac:spMkLst>
        </pc:spChg>
        <pc:spChg chg="mod">
          <ac:chgData name="Paul Winser" userId="c3146a91-e6bd-4264-bd86-e164e04bc32d" providerId="ADAL" clId="{74B5101B-F3EC-4E2B-B9E8-7B0CA4F3DCD8}" dt="2024-12-02T20:23:33.148" v="281" actId="14"/>
          <ac:spMkLst>
            <pc:docMk/>
            <pc:sldMk cId="964188562" sldId="325"/>
            <ac:spMk id="34819" creationId="{453C7683-8588-7ABC-32E0-8A4E68218620}"/>
          </ac:spMkLst>
        </pc:spChg>
        <pc:spChg chg="mod">
          <ac:chgData name="Paul Winser" userId="c3146a91-e6bd-4264-bd86-e164e04bc32d" providerId="ADAL" clId="{74B5101B-F3EC-4E2B-B9E8-7B0CA4F3DCD8}" dt="2024-12-02T20:23:28.574" v="278" actId="1076"/>
          <ac:spMkLst>
            <pc:docMk/>
            <pc:sldMk cId="964188562" sldId="325"/>
            <ac:spMk id="34820" creationId="{8DCD7CE1-603D-4D59-3DBB-C13C0B6505F0}"/>
          </ac:spMkLst>
        </pc:spChg>
      </pc:sldChg>
      <pc:sldChg chg="delSp modSp mod">
        <pc:chgData name="Paul Winser" userId="c3146a91-e6bd-4264-bd86-e164e04bc32d" providerId="ADAL" clId="{74B5101B-F3EC-4E2B-B9E8-7B0CA4F3DCD8}" dt="2024-12-02T20:23:51.382" v="287" actId="14100"/>
        <pc:sldMkLst>
          <pc:docMk/>
          <pc:sldMk cId="870885358" sldId="326"/>
        </pc:sldMkLst>
        <pc:spChg chg="del">
          <ac:chgData name="Paul Winser" userId="c3146a91-e6bd-4264-bd86-e164e04bc32d" providerId="ADAL" clId="{74B5101B-F3EC-4E2B-B9E8-7B0CA4F3DCD8}" dt="2024-12-02T20:14:09.674" v="25" actId="478"/>
          <ac:spMkLst>
            <pc:docMk/>
            <pc:sldMk cId="870885358" sldId="326"/>
            <ac:spMk id="4" creationId="{D0382341-56A4-F528-EE15-6DBABC4B6460}"/>
          </ac:spMkLst>
        </pc:spChg>
        <pc:spChg chg="mod">
          <ac:chgData name="Paul Winser" userId="c3146a91-e6bd-4264-bd86-e164e04bc32d" providerId="ADAL" clId="{74B5101B-F3EC-4E2B-B9E8-7B0CA4F3DCD8}" dt="2024-12-02T20:23:51.382" v="287" actId="14100"/>
          <ac:spMkLst>
            <pc:docMk/>
            <pc:sldMk cId="870885358" sldId="326"/>
            <ac:spMk id="34819" creationId="{453C7683-8588-7ABC-32E0-8A4E68218620}"/>
          </ac:spMkLst>
        </pc:spChg>
      </pc:sldChg>
      <pc:sldChg chg="delSp modSp mod">
        <pc:chgData name="Paul Winser" userId="c3146a91-e6bd-4264-bd86-e164e04bc32d" providerId="ADAL" clId="{74B5101B-F3EC-4E2B-B9E8-7B0CA4F3DCD8}" dt="2024-12-02T20:23:48.093" v="286" actId="14100"/>
        <pc:sldMkLst>
          <pc:docMk/>
          <pc:sldMk cId="2691130318" sldId="327"/>
        </pc:sldMkLst>
        <pc:spChg chg="del">
          <ac:chgData name="Paul Winser" userId="c3146a91-e6bd-4264-bd86-e164e04bc32d" providerId="ADAL" clId="{74B5101B-F3EC-4E2B-B9E8-7B0CA4F3DCD8}" dt="2024-12-02T20:14:12.342" v="26" actId="478"/>
          <ac:spMkLst>
            <pc:docMk/>
            <pc:sldMk cId="2691130318" sldId="327"/>
            <ac:spMk id="4" creationId="{D0382341-56A4-F528-EE15-6DBABC4B6460}"/>
          </ac:spMkLst>
        </pc:spChg>
        <pc:spChg chg="mod">
          <ac:chgData name="Paul Winser" userId="c3146a91-e6bd-4264-bd86-e164e04bc32d" providerId="ADAL" clId="{74B5101B-F3EC-4E2B-B9E8-7B0CA4F3DCD8}" dt="2024-12-02T20:23:48.093" v="286" actId="14100"/>
          <ac:spMkLst>
            <pc:docMk/>
            <pc:sldMk cId="2691130318" sldId="327"/>
            <ac:spMk id="34819" creationId="{453C7683-8588-7ABC-32E0-8A4E68218620}"/>
          </ac:spMkLst>
        </pc:spChg>
      </pc:sldChg>
      <pc:sldChg chg="delSp modSp mod">
        <pc:chgData name="Paul Winser" userId="c3146a91-e6bd-4264-bd86-e164e04bc32d" providerId="ADAL" clId="{74B5101B-F3EC-4E2B-B9E8-7B0CA4F3DCD8}" dt="2024-12-02T20:24:00.498" v="290" actId="14"/>
        <pc:sldMkLst>
          <pc:docMk/>
          <pc:sldMk cId="2854561122" sldId="328"/>
        </pc:sldMkLst>
        <pc:spChg chg="del">
          <ac:chgData name="Paul Winser" userId="c3146a91-e6bd-4264-bd86-e164e04bc32d" providerId="ADAL" clId="{74B5101B-F3EC-4E2B-B9E8-7B0CA4F3DCD8}" dt="2024-12-02T20:14:14.809" v="27" actId="478"/>
          <ac:spMkLst>
            <pc:docMk/>
            <pc:sldMk cId="2854561122" sldId="328"/>
            <ac:spMk id="4" creationId="{D0382341-56A4-F528-EE15-6DBABC4B6460}"/>
          </ac:spMkLst>
        </pc:spChg>
        <pc:spChg chg="mod">
          <ac:chgData name="Paul Winser" userId="c3146a91-e6bd-4264-bd86-e164e04bc32d" providerId="ADAL" clId="{74B5101B-F3EC-4E2B-B9E8-7B0CA4F3DCD8}" dt="2024-12-02T20:24:00.498" v="290" actId="14"/>
          <ac:spMkLst>
            <pc:docMk/>
            <pc:sldMk cId="2854561122" sldId="328"/>
            <ac:spMk id="34819" creationId="{453C7683-8588-7ABC-32E0-8A4E68218620}"/>
          </ac:spMkLst>
        </pc:spChg>
      </pc:sldChg>
      <pc:sldChg chg="delSp del mod">
        <pc:chgData name="Paul Winser" userId="c3146a91-e6bd-4264-bd86-e164e04bc32d" providerId="ADAL" clId="{74B5101B-F3EC-4E2B-B9E8-7B0CA4F3DCD8}" dt="2024-12-02T20:24:09.176" v="291" actId="2696"/>
        <pc:sldMkLst>
          <pc:docMk/>
          <pc:sldMk cId="3909312834" sldId="329"/>
        </pc:sldMkLst>
        <pc:spChg chg="del">
          <ac:chgData name="Paul Winser" userId="c3146a91-e6bd-4264-bd86-e164e04bc32d" providerId="ADAL" clId="{74B5101B-F3EC-4E2B-B9E8-7B0CA4F3DCD8}" dt="2024-12-02T20:14:16.918" v="28" actId="478"/>
          <ac:spMkLst>
            <pc:docMk/>
            <pc:sldMk cId="3909312834" sldId="329"/>
            <ac:spMk id="4" creationId="{D0382341-56A4-F528-EE15-6DBABC4B6460}"/>
          </ac:spMkLst>
        </pc:spChg>
      </pc:sldChg>
      <pc:sldChg chg="delSp modSp mod">
        <pc:chgData name="Paul Winser" userId="c3146a91-e6bd-4264-bd86-e164e04bc32d" providerId="ADAL" clId="{74B5101B-F3EC-4E2B-B9E8-7B0CA4F3DCD8}" dt="2024-12-02T20:24:21.557" v="299" actId="6549"/>
        <pc:sldMkLst>
          <pc:docMk/>
          <pc:sldMk cId="2195177193" sldId="330"/>
        </pc:sldMkLst>
        <pc:spChg chg="del">
          <ac:chgData name="Paul Winser" userId="c3146a91-e6bd-4264-bd86-e164e04bc32d" providerId="ADAL" clId="{74B5101B-F3EC-4E2B-B9E8-7B0CA4F3DCD8}" dt="2024-12-02T20:14:20.105" v="29" actId="478"/>
          <ac:spMkLst>
            <pc:docMk/>
            <pc:sldMk cId="2195177193" sldId="330"/>
            <ac:spMk id="4" creationId="{D0382341-56A4-F528-EE15-6DBABC4B6460}"/>
          </ac:spMkLst>
        </pc:spChg>
        <pc:spChg chg="mod">
          <ac:chgData name="Paul Winser" userId="c3146a91-e6bd-4264-bd86-e164e04bc32d" providerId="ADAL" clId="{74B5101B-F3EC-4E2B-B9E8-7B0CA4F3DCD8}" dt="2024-12-02T20:24:21.557" v="299" actId="6549"/>
          <ac:spMkLst>
            <pc:docMk/>
            <pc:sldMk cId="2195177193" sldId="330"/>
            <ac:spMk id="34819" creationId="{453C7683-8588-7ABC-32E0-8A4E68218620}"/>
          </ac:spMkLst>
        </pc:spChg>
        <pc:picChg chg="mod">
          <ac:chgData name="Paul Winser" userId="c3146a91-e6bd-4264-bd86-e164e04bc32d" providerId="ADAL" clId="{74B5101B-F3EC-4E2B-B9E8-7B0CA4F3DCD8}" dt="2024-12-02T20:24:20.110" v="298" actId="1076"/>
          <ac:picMkLst>
            <pc:docMk/>
            <pc:sldMk cId="2195177193" sldId="330"/>
            <ac:picMk id="6" creationId="{485DE14A-5855-26FA-6AE9-CDBFF1696E82}"/>
          </ac:picMkLst>
        </pc:picChg>
      </pc:sldChg>
      <pc:sldChg chg="delSp modSp mod">
        <pc:chgData name="Paul Winser" userId="c3146a91-e6bd-4264-bd86-e164e04bc32d" providerId="ADAL" clId="{74B5101B-F3EC-4E2B-B9E8-7B0CA4F3DCD8}" dt="2024-12-02T20:24:34.162" v="305" actId="14"/>
        <pc:sldMkLst>
          <pc:docMk/>
          <pc:sldMk cId="2664022574" sldId="331"/>
        </pc:sldMkLst>
        <pc:spChg chg="del">
          <ac:chgData name="Paul Winser" userId="c3146a91-e6bd-4264-bd86-e164e04bc32d" providerId="ADAL" clId="{74B5101B-F3EC-4E2B-B9E8-7B0CA4F3DCD8}" dt="2024-12-02T20:14:25.242" v="31" actId="478"/>
          <ac:spMkLst>
            <pc:docMk/>
            <pc:sldMk cId="2664022574" sldId="331"/>
            <ac:spMk id="4" creationId="{D0382341-56A4-F528-EE15-6DBABC4B6460}"/>
          </ac:spMkLst>
        </pc:spChg>
        <pc:spChg chg="mod">
          <ac:chgData name="Paul Winser" userId="c3146a91-e6bd-4264-bd86-e164e04bc32d" providerId="ADAL" clId="{74B5101B-F3EC-4E2B-B9E8-7B0CA4F3DCD8}" dt="2024-12-02T20:24:34.162" v="305" actId="14"/>
          <ac:spMkLst>
            <pc:docMk/>
            <pc:sldMk cId="2664022574" sldId="331"/>
            <ac:spMk id="34819" creationId="{453C7683-8588-7ABC-32E0-8A4E68218620}"/>
          </ac:spMkLst>
        </pc:spChg>
      </pc:sldChg>
      <pc:sldChg chg="delSp modSp mod">
        <pc:chgData name="Paul Winser" userId="c3146a91-e6bd-4264-bd86-e164e04bc32d" providerId="ADAL" clId="{74B5101B-F3EC-4E2B-B9E8-7B0CA4F3DCD8}" dt="2024-12-02T20:24:28.642" v="302" actId="14"/>
        <pc:sldMkLst>
          <pc:docMk/>
          <pc:sldMk cId="386972642" sldId="332"/>
        </pc:sldMkLst>
        <pc:spChg chg="del">
          <ac:chgData name="Paul Winser" userId="c3146a91-e6bd-4264-bd86-e164e04bc32d" providerId="ADAL" clId="{74B5101B-F3EC-4E2B-B9E8-7B0CA4F3DCD8}" dt="2024-12-02T20:14:22.567" v="30" actId="478"/>
          <ac:spMkLst>
            <pc:docMk/>
            <pc:sldMk cId="386972642" sldId="332"/>
            <ac:spMk id="4" creationId="{D0382341-56A4-F528-EE15-6DBABC4B6460}"/>
          </ac:spMkLst>
        </pc:spChg>
        <pc:spChg chg="mod">
          <ac:chgData name="Paul Winser" userId="c3146a91-e6bd-4264-bd86-e164e04bc32d" providerId="ADAL" clId="{74B5101B-F3EC-4E2B-B9E8-7B0CA4F3DCD8}" dt="2024-12-02T20:24:28.642" v="302" actId="14"/>
          <ac:spMkLst>
            <pc:docMk/>
            <pc:sldMk cId="386972642" sldId="332"/>
            <ac:spMk id="34819" creationId="{453C7683-8588-7ABC-32E0-8A4E68218620}"/>
          </ac:spMkLst>
        </pc:spChg>
      </pc:sldChg>
      <pc:sldChg chg="delSp mod">
        <pc:chgData name="Paul Winser" userId="c3146a91-e6bd-4264-bd86-e164e04bc32d" providerId="ADAL" clId="{74B5101B-F3EC-4E2B-B9E8-7B0CA4F3DCD8}" dt="2024-12-02T20:14:27.559" v="32" actId="478"/>
        <pc:sldMkLst>
          <pc:docMk/>
          <pc:sldMk cId="4196690282" sldId="333"/>
        </pc:sldMkLst>
        <pc:spChg chg="del">
          <ac:chgData name="Paul Winser" userId="c3146a91-e6bd-4264-bd86-e164e04bc32d" providerId="ADAL" clId="{74B5101B-F3EC-4E2B-B9E8-7B0CA4F3DCD8}" dt="2024-12-02T20:14:27.559" v="32" actId="478"/>
          <ac:spMkLst>
            <pc:docMk/>
            <pc:sldMk cId="4196690282" sldId="333"/>
            <ac:spMk id="4" creationId="{D0382341-56A4-F528-EE15-6DBABC4B6460}"/>
          </ac:spMkLst>
        </pc:spChg>
      </pc:sldChg>
      <pc:sldChg chg="delSp modSp mod">
        <pc:chgData name="Paul Winser" userId="c3146a91-e6bd-4264-bd86-e164e04bc32d" providerId="ADAL" clId="{74B5101B-F3EC-4E2B-B9E8-7B0CA4F3DCD8}" dt="2024-12-02T20:24:51.353" v="311" actId="20577"/>
        <pc:sldMkLst>
          <pc:docMk/>
          <pc:sldMk cId="1194512301" sldId="334"/>
        </pc:sldMkLst>
        <pc:spChg chg="del">
          <ac:chgData name="Paul Winser" userId="c3146a91-e6bd-4264-bd86-e164e04bc32d" providerId="ADAL" clId="{74B5101B-F3EC-4E2B-B9E8-7B0CA4F3DCD8}" dt="2024-12-02T20:14:30.406" v="33" actId="478"/>
          <ac:spMkLst>
            <pc:docMk/>
            <pc:sldMk cId="1194512301" sldId="334"/>
            <ac:spMk id="4" creationId="{D0382341-56A4-F528-EE15-6DBABC4B6460}"/>
          </ac:spMkLst>
        </pc:spChg>
        <pc:spChg chg="mod">
          <ac:chgData name="Paul Winser" userId="c3146a91-e6bd-4264-bd86-e164e04bc32d" providerId="ADAL" clId="{74B5101B-F3EC-4E2B-B9E8-7B0CA4F3DCD8}" dt="2024-12-02T20:24:51.353" v="311" actId="20577"/>
          <ac:spMkLst>
            <pc:docMk/>
            <pc:sldMk cId="1194512301" sldId="334"/>
            <ac:spMk id="34819" creationId="{453C7683-8588-7ABC-32E0-8A4E68218620}"/>
          </ac:spMkLst>
        </pc:spChg>
      </pc:sldChg>
      <pc:sldChg chg="delSp modSp mod">
        <pc:chgData name="Paul Winser" userId="c3146a91-e6bd-4264-bd86-e164e04bc32d" providerId="ADAL" clId="{74B5101B-F3EC-4E2B-B9E8-7B0CA4F3DCD8}" dt="2024-12-02T20:24:59.429" v="312" actId="14"/>
        <pc:sldMkLst>
          <pc:docMk/>
          <pc:sldMk cId="2110143673" sldId="335"/>
        </pc:sldMkLst>
        <pc:spChg chg="del">
          <ac:chgData name="Paul Winser" userId="c3146a91-e6bd-4264-bd86-e164e04bc32d" providerId="ADAL" clId="{74B5101B-F3EC-4E2B-B9E8-7B0CA4F3DCD8}" dt="2024-12-02T20:14:33.305" v="34" actId="478"/>
          <ac:spMkLst>
            <pc:docMk/>
            <pc:sldMk cId="2110143673" sldId="335"/>
            <ac:spMk id="4" creationId="{D0382341-56A4-F528-EE15-6DBABC4B6460}"/>
          </ac:spMkLst>
        </pc:spChg>
        <pc:spChg chg="mod">
          <ac:chgData name="Paul Winser" userId="c3146a91-e6bd-4264-bd86-e164e04bc32d" providerId="ADAL" clId="{74B5101B-F3EC-4E2B-B9E8-7B0CA4F3DCD8}" dt="2024-12-02T20:24:59.429" v="312" actId="14"/>
          <ac:spMkLst>
            <pc:docMk/>
            <pc:sldMk cId="2110143673" sldId="335"/>
            <ac:spMk id="34819" creationId="{453C7683-8588-7ABC-32E0-8A4E68218620}"/>
          </ac:spMkLst>
        </pc:spChg>
      </pc:sldChg>
    </pc:docChg>
  </pc:docChgLst>
  <pc:docChgLst>
    <pc:chgData name="Paul Winser" userId="c3146a91-e6bd-4264-bd86-e164e04bc32d" providerId="ADAL" clId="{B3FB0B32-E624-4FDC-A836-ED11C6933E6F}"/>
    <pc:docChg chg="undo custSel modSld">
      <pc:chgData name="Paul Winser" userId="c3146a91-e6bd-4264-bd86-e164e04bc32d" providerId="ADAL" clId="{B3FB0B32-E624-4FDC-A836-ED11C6933E6F}" dt="2024-12-03T10:25:28.080" v="224" actId="20577"/>
      <pc:docMkLst>
        <pc:docMk/>
      </pc:docMkLst>
      <pc:sldChg chg="modSp mod">
        <pc:chgData name="Paul Winser" userId="c3146a91-e6bd-4264-bd86-e164e04bc32d" providerId="ADAL" clId="{B3FB0B32-E624-4FDC-A836-ED11C6933E6F}" dt="2024-12-02T22:10:13.769" v="217" actId="20577"/>
        <pc:sldMkLst>
          <pc:docMk/>
          <pc:sldMk cId="0" sldId="256"/>
        </pc:sldMkLst>
        <pc:spChg chg="mod">
          <ac:chgData name="Paul Winser" userId="c3146a91-e6bd-4264-bd86-e164e04bc32d" providerId="ADAL" clId="{B3FB0B32-E624-4FDC-A836-ED11C6933E6F}" dt="2024-12-02T22:10:13.769" v="217" actId="20577"/>
          <ac:spMkLst>
            <pc:docMk/>
            <pc:sldMk cId="0" sldId="256"/>
            <ac:spMk id="3" creationId="{986D29E0-B089-110D-BF1E-B3C37F2C37F9}"/>
          </ac:spMkLst>
        </pc:spChg>
      </pc:sldChg>
      <pc:sldChg chg="modSp mod">
        <pc:chgData name="Paul Winser" userId="c3146a91-e6bd-4264-bd86-e164e04bc32d" providerId="ADAL" clId="{B3FB0B32-E624-4FDC-A836-ED11C6933E6F}" dt="2024-12-02T22:10:25.246" v="221" actId="14100"/>
        <pc:sldMkLst>
          <pc:docMk/>
          <pc:sldMk cId="0" sldId="258"/>
        </pc:sldMkLst>
        <pc:spChg chg="mod">
          <ac:chgData name="Paul Winser" userId="c3146a91-e6bd-4264-bd86-e164e04bc32d" providerId="ADAL" clId="{B3FB0B32-E624-4FDC-A836-ED11C6933E6F}" dt="2024-12-02T22:10:20.907" v="220" actId="20577"/>
          <ac:spMkLst>
            <pc:docMk/>
            <pc:sldMk cId="0" sldId="258"/>
            <ac:spMk id="30722" creationId="{FC4F7FC9-2CE9-41A9-0CEE-4C8BD93B5782}"/>
          </ac:spMkLst>
        </pc:spChg>
        <pc:spChg chg="mod">
          <ac:chgData name="Paul Winser" userId="c3146a91-e6bd-4264-bd86-e164e04bc32d" providerId="ADAL" clId="{B3FB0B32-E624-4FDC-A836-ED11C6933E6F}" dt="2024-12-02T22:10:25.246" v="221" actId="14100"/>
          <ac:spMkLst>
            <pc:docMk/>
            <pc:sldMk cId="0" sldId="258"/>
            <ac:spMk id="30723" creationId="{3C79F714-332C-AB63-03D9-E6D0CAE0623F}"/>
          </ac:spMkLst>
        </pc:spChg>
      </pc:sldChg>
      <pc:sldChg chg="modSp mod">
        <pc:chgData name="Paul Winser" userId="c3146a91-e6bd-4264-bd86-e164e04bc32d" providerId="ADAL" clId="{B3FB0B32-E624-4FDC-A836-ED11C6933E6F}" dt="2024-12-03T10:25:28.080" v="224" actId="20577"/>
        <pc:sldMkLst>
          <pc:docMk/>
          <pc:sldMk cId="0" sldId="259"/>
        </pc:sldMkLst>
        <pc:spChg chg="mod">
          <ac:chgData name="Paul Winser" userId="c3146a91-e6bd-4264-bd86-e164e04bc32d" providerId="ADAL" clId="{B3FB0B32-E624-4FDC-A836-ED11C6933E6F}" dt="2024-12-03T10:25:28.080" v="224" actId="20577"/>
          <ac:spMkLst>
            <pc:docMk/>
            <pc:sldMk cId="0" sldId="259"/>
            <ac:spMk id="32770" creationId="{CD9316BF-B3CE-8341-5A0A-249747D6C6E1}"/>
          </ac:spMkLst>
        </pc:spChg>
        <pc:spChg chg="mod">
          <ac:chgData name="Paul Winser" userId="c3146a91-e6bd-4264-bd86-e164e04bc32d" providerId="ADAL" clId="{B3FB0B32-E624-4FDC-A836-ED11C6933E6F}" dt="2024-12-02T21:59:14.565" v="7" actId="20577"/>
          <ac:spMkLst>
            <pc:docMk/>
            <pc:sldMk cId="0" sldId="259"/>
            <ac:spMk id="32771" creationId="{44DFA49F-83B7-E61C-00EB-D6046D571A05}"/>
          </ac:spMkLst>
        </pc:spChg>
      </pc:sldChg>
      <pc:sldChg chg="modSp">
        <pc:chgData name="Paul Winser" userId="c3146a91-e6bd-4264-bd86-e164e04bc32d" providerId="ADAL" clId="{B3FB0B32-E624-4FDC-A836-ED11C6933E6F}" dt="2024-12-02T21:59:29.074" v="8" actId="14100"/>
        <pc:sldMkLst>
          <pc:docMk/>
          <pc:sldMk cId="884549766" sldId="305"/>
        </pc:sldMkLst>
        <pc:spChg chg="mod">
          <ac:chgData name="Paul Winser" userId="c3146a91-e6bd-4264-bd86-e164e04bc32d" providerId="ADAL" clId="{B3FB0B32-E624-4FDC-A836-ED11C6933E6F}" dt="2024-12-02T21:59:29.074" v="8" actId="14100"/>
          <ac:spMkLst>
            <pc:docMk/>
            <pc:sldMk cId="884549766" sldId="305"/>
            <ac:spMk id="34819" creationId="{453C7683-8588-7ABC-32E0-8A4E68218620}"/>
          </ac:spMkLst>
        </pc:spChg>
      </pc:sldChg>
      <pc:sldChg chg="modSp mod">
        <pc:chgData name="Paul Winser" userId="c3146a91-e6bd-4264-bd86-e164e04bc32d" providerId="ADAL" clId="{B3FB0B32-E624-4FDC-A836-ED11C6933E6F}" dt="2024-12-02T22:07:48.822" v="170" actId="20577"/>
        <pc:sldMkLst>
          <pc:docMk/>
          <pc:sldMk cId="47175209" sldId="309"/>
        </pc:sldMkLst>
        <pc:spChg chg="mod">
          <ac:chgData name="Paul Winser" userId="c3146a91-e6bd-4264-bd86-e164e04bc32d" providerId="ADAL" clId="{B3FB0B32-E624-4FDC-A836-ED11C6933E6F}" dt="2024-12-02T22:07:48.822" v="170" actId="20577"/>
          <ac:spMkLst>
            <pc:docMk/>
            <pc:sldMk cId="47175209" sldId="309"/>
            <ac:spMk id="34820" creationId="{8DCD7CE1-603D-4D59-3DBB-C13C0B6505F0}"/>
          </ac:spMkLst>
        </pc:spChg>
      </pc:sldChg>
      <pc:sldChg chg="delSp modSp mod">
        <pc:chgData name="Paul Winser" userId="c3146a91-e6bd-4264-bd86-e164e04bc32d" providerId="ADAL" clId="{B3FB0B32-E624-4FDC-A836-ED11C6933E6F}" dt="2024-12-02T22:00:10.575" v="22" actId="1076"/>
        <pc:sldMkLst>
          <pc:docMk/>
          <pc:sldMk cId="405153183" sldId="310"/>
        </pc:sldMkLst>
        <pc:spChg chg="mod">
          <ac:chgData name="Paul Winser" userId="c3146a91-e6bd-4264-bd86-e164e04bc32d" providerId="ADAL" clId="{B3FB0B32-E624-4FDC-A836-ED11C6933E6F}" dt="2024-12-02T22:00:10.575" v="22" actId="1076"/>
          <ac:spMkLst>
            <pc:docMk/>
            <pc:sldMk cId="405153183" sldId="310"/>
            <ac:spMk id="2" creationId="{13B35DE2-A305-D316-B7D6-033849B3EAD2}"/>
          </ac:spMkLst>
        </pc:spChg>
        <pc:spChg chg="mod">
          <ac:chgData name="Paul Winser" userId="c3146a91-e6bd-4264-bd86-e164e04bc32d" providerId="ADAL" clId="{B3FB0B32-E624-4FDC-A836-ED11C6933E6F}" dt="2024-12-02T22:00:07.542" v="21" actId="14100"/>
          <ac:spMkLst>
            <pc:docMk/>
            <pc:sldMk cId="405153183" sldId="310"/>
            <ac:spMk id="3" creationId="{3A2EF186-331E-A0C9-1837-D5728F054846}"/>
          </ac:spMkLst>
        </pc:spChg>
        <pc:spChg chg="del">
          <ac:chgData name="Paul Winser" userId="c3146a91-e6bd-4264-bd86-e164e04bc32d" providerId="ADAL" clId="{B3FB0B32-E624-4FDC-A836-ED11C6933E6F}" dt="2024-12-02T22:00:03.001" v="20" actId="478"/>
          <ac:spMkLst>
            <pc:docMk/>
            <pc:sldMk cId="405153183" sldId="310"/>
            <ac:spMk id="4" creationId="{BFF0D7AA-BFD7-EAAF-4C81-0F0375216BCA}"/>
          </ac:spMkLst>
        </pc:spChg>
        <pc:picChg chg="mod">
          <ac:chgData name="Paul Winser" userId="c3146a91-e6bd-4264-bd86-e164e04bc32d" providerId="ADAL" clId="{B3FB0B32-E624-4FDC-A836-ED11C6933E6F}" dt="2024-12-02T21:59:58.884" v="19" actId="1076"/>
          <ac:picMkLst>
            <pc:docMk/>
            <pc:sldMk cId="405153183" sldId="310"/>
            <ac:picMk id="6" creationId="{4327F56E-528D-8ACD-7E3D-CB761BC45C60}"/>
          </ac:picMkLst>
        </pc:picChg>
      </pc:sldChg>
      <pc:sldChg chg="delSp modSp mod">
        <pc:chgData name="Paul Winser" userId="c3146a91-e6bd-4264-bd86-e164e04bc32d" providerId="ADAL" clId="{B3FB0B32-E624-4FDC-A836-ED11C6933E6F}" dt="2024-12-02T22:00:20.435" v="24" actId="1076"/>
        <pc:sldMkLst>
          <pc:docMk/>
          <pc:sldMk cId="3930420227" sldId="311"/>
        </pc:sldMkLst>
        <pc:spChg chg="mod">
          <ac:chgData name="Paul Winser" userId="c3146a91-e6bd-4264-bd86-e164e04bc32d" providerId="ADAL" clId="{B3FB0B32-E624-4FDC-A836-ED11C6933E6F}" dt="2024-12-02T22:00:20.435" v="24" actId="1076"/>
          <ac:spMkLst>
            <pc:docMk/>
            <pc:sldMk cId="3930420227" sldId="311"/>
            <ac:spMk id="3" creationId="{793B0726-6F04-AA47-EA83-77377CA72F38}"/>
          </ac:spMkLst>
        </pc:spChg>
        <pc:spChg chg="del">
          <ac:chgData name="Paul Winser" userId="c3146a91-e6bd-4264-bd86-e164e04bc32d" providerId="ADAL" clId="{B3FB0B32-E624-4FDC-A836-ED11C6933E6F}" dt="2024-12-02T22:00:15.557" v="23" actId="478"/>
          <ac:spMkLst>
            <pc:docMk/>
            <pc:sldMk cId="3930420227" sldId="311"/>
            <ac:spMk id="4" creationId="{3E65D744-47F4-7321-3792-161E21CE0C25}"/>
          </ac:spMkLst>
        </pc:spChg>
      </pc:sldChg>
      <pc:sldChg chg="delSp modSp mod">
        <pc:chgData name="Paul Winser" userId="c3146a91-e6bd-4264-bd86-e164e04bc32d" providerId="ADAL" clId="{B3FB0B32-E624-4FDC-A836-ED11C6933E6F}" dt="2024-12-02T22:00:46.388" v="33" actId="1076"/>
        <pc:sldMkLst>
          <pc:docMk/>
          <pc:sldMk cId="3853473641" sldId="312"/>
        </pc:sldMkLst>
        <pc:spChg chg="mod">
          <ac:chgData name="Paul Winser" userId="c3146a91-e6bd-4264-bd86-e164e04bc32d" providerId="ADAL" clId="{B3FB0B32-E624-4FDC-A836-ED11C6933E6F}" dt="2024-12-02T22:00:38.321" v="30" actId="1076"/>
          <ac:spMkLst>
            <pc:docMk/>
            <pc:sldMk cId="3853473641" sldId="312"/>
            <ac:spMk id="2" creationId="{A3EF19F0-7821-10C3-5718-54F25ED382CA}"/>
          </ac:spMkLst>
        </pc:spChg>
        <pc:spChg chg="mod">
          <ac:chgData name="Paul Winser" userId="c3146a91-e6bd-4264-bd86-e164e04bc32d" providerId="ADAL" clId="{B3FB0B32-E624-4FDC-A836-ED11C6933E6F}" dt="2024-12-02T22:00:35.554" v="29" actId="14100"/>
          <ac:spMkLst>
            <pc:docMk/>
            <pc:sldMk cId="3853473641" sldId="312"/>
            <ac:spMk id="3" creationId="{47E15204-648B-1259-514A-E689875992A9}"/>
          </ac:spMkLst>
        </pc:spChg>
        <pc:spChg chg="del">
          <ac:chgData name="Paul Winser" userId="c3146a91-e6bd-4264-bd86-e164e04bc32d" providerId="ADAL" clId="{B3FB0B32-E624-4FDC-A836-ED11C6933E6F}" dt="2024-12-02T22:00:41.812" v="31" actId="478"/>
          <ac:spMkLst>
            <pc:docMk/>
            <pc:sldMk cId="3853473641" sldId="312"/>
            <ac:spMk id="4" creationId="{E654B313-5BA0-A062-77BC-B8D378BFE9B4}"/>
          </ac:spMkLst>
        </pc:spChg>
        <pc:spChg chg="mod">
          <ac:chgData name="Paul Winser" userId="c3146a91-e6bd-4264-bd86-e164e04bc32d" providerId="ADAL" clId="{B3FB0B32-E624-4FDC-A836-ED11C6933E6F}" dt="2024-12-02T22:00:46.388" v="33" actId="1076"/>
          <ac:spMkLst>
            <pc:docMk/>
            <pc:sldMk cId="3853473641" sldId="312"/>
            <ac:spMk id="7" creationId="{8B2BCC64-5B76-1AA8-F13B-669B07AC6FE1}"/>
          </ac:spMkLst>
        </pc:spChg>
        <pc:picChg chg="mod">
          <ac:chgData name="Paul Winser" userId="c3146a91-e6bd-4264-bd86-e164e04bc32d" providerId="ADAL" clId="{B3FB0B32-E624-4FDC-A836-ED11C6933E6F}" dt="2024-12-02T22:00:43.730" v="32" actId="1076"/>
          <ac:picMkLst>
            <pc:docMk/>
            <pc:sldMk cId="3853473641" sldId="312"/>
            <ac:picMk id="6" creationId="{C4CB576D-BFB8-CB6E-2E54-8590F408CFFD}"/>
          </ac:picMkLst>
        </pc:picChg>
      </pc:sldChg>
      <pc:sldChg chg="delSp modSp mod">
        <pc:chgData name="Paul Winser" userId="c3146a91-e6bd-4264-bd86-e164e04bc32d" providerId="ADAL" clId="{B3FB0B32-E624-4FDC-A836-ED11C6933E6F}" dt="2024-12-02T22:01:10.708" v="43" actId="1076"/>
        <pc:sldMkLst>
          <pc:docMk/>
          <pc:sldMk cId="3486315166" sldId="313"/>
        </pc:sldMkLst>
        <pc:spChg chg="mod">
          <ac:chgData name="Paul Winser" userId="c3146a91-e6bd-4264-bd86-e164e04bc32d" providerId="ADAL" clId="{B3FB0B32-E624-4FDC-A836-ED11C6933E6F}" dt="2024-12-02T22:00:58.975" v="39" actId="20577"/>
          <ac:spMkLst>
            <pc:docMk/>
            <pc:sldMk cId="3486315166" sldId="313"/>
            <ac:spMk id="3" creationId="{17815B34-D6BF-7775-9AF5-9F958A6CF429}"/>
          </ac:spMkLst>
        </pc:spChg>
        <pc:spChg chg="del">
          <ac:chgData name="Paul Winser" userId="c3146a91-e6bd-4264-bd86-e164e04bc32d" providerId="ADAL" clId="{B3FB0B32-E624-4FDC-A836-ED11C6933E6F}" dt="2024-12-02T22:00:51.652" v="34" actId="478"/>
          <ac:spMkLst>
            <pc:docMk/>
            <pc:sldMk cId="3486315166" sldId="313"/>
            <ac:spMk id="4" creationId="{F5966B90-A1D3-16B4-E82C-03732100AC93}"/>
          </ac:spMkLst>
        </pc:spChg>
        <pc:spChg chg="mod">
          <ac:chgData name="Paul Winser" userId="c3146a91-e6bd-4264-bd86-e164e04bc32d" providerId="ADAL" clId="{B3FB0B32-E624-4FDC-A836-ED11C6933E6F}" dt="2024-12-02T22:01:10.708" v="43" actId="1076"/>
          <ac:spMkLst>
            <pc:docMk/>
            <pc:sldMk cId="3486315166" sldId="313"/>
            <ac:spMk id="7" creationId="{DB68FB4A-B159-7766-99F9-265833BBF341}"/>
          </ac:spMkLst>
        </pc:spChg>
        <pc:picChg chg="mod">
          <ac:chgData name="Paul Winser" userId="c3146a91-e6bd-4264-bd86-e164e04bc32d" providerId="ADAL" clId="{B3FB0B32-E624-4FDC-A836-ED11C6933E6F}" dt="2024-12-02T22:01:07.393" v="42" actId="1076"/>
          <ac:picMkLst>
            <pc:docMk/>
            <pc:sldMk cId="3486315166" sldId="313"/>
            <ac:picMk id="6" creationId="{1E64D5F0-08D8-3514-622B-DADB0D66344A}"/>
          </ac:picMkLst>
        </pc:picChg>
      </pc:sldChg>
      <pc:sldChg chg="delSp modSp mod">
        <pc:chgData name="Paul Winser" userId="c3146a91-e6bd-4264-bd86-e164e04bc32d" providerId="ADAL" clId="{B3FB0B32-E624-4FDC-A836-ED11C6933E6F}" dt="2024-12-02T22:01:23.283" v="47" actId="1076"/>
        <pc:sldMkLst>
          <pc:docMk/>
          <pc:sldMk cId="3618944583" sldId="315"/>
        </pc:sldMkLst>
        <pc:spChg chg="mod">
          <ac:chgData name="Paul Winser" userId="c3146a91-e6bd-4264-bd86-e164e04bc32d" providerId="ADAL" clId="{B3FB0B32-E624-4FDC-A836-ED11C6933E6F}" dt="2024-12-02T22:01:14.414" v="44" actId="5793"/>
          <ac:spMkLst>
            <pc:docMk/>
            <pc:sldMk cId="3618944583" sldId="315"/>
            <ac:spMk id="3" creationId="{212B6D3A-54E2-FC83-1644-57960ECD8F12}"/>
          </ac:spMkLst>
        </pc:spChg>
        <pc:spChg chg="del">
          <ac:chgData name="Paul Winser" userId="c3146a91-e6bd-4264-bd86-e164e04bc32d" providerId="ADAL" clId="{B3FB0B32-E624-4FDC-A836-ED11C6933E6F}" dt="2024-12-02T22:01:18.604" v="45" actId="478"/>
          <ac:spMkLst>
            <pc:docMk/>
            <pc:sldMk cId="3618944583" sldId="315"/>
            <ac:spMk id="4" creationId="{DCACDBD2-F7E5-7EE2-D968-C45412EBCC81}"/>
          </ac:spMkLst>
        </pc:spChg>
        <pc:spChg chg="mod">
          <ac:chgData name="Paul Winser" userId="c3146a91-e6bd-4264-bd86-e164e04bc32d" providerId="ADAL" clId="{B3FB0B32-E624-4FDC-A836-ED11C6933E6F}" dt="2024-12-02T22:01:23.283" v="47" actId="1076"/>
          <ac:spMkLst>
            <pc:docMk/>
            <pc:sldMk cId="3618944583" sldId="315"/>
            <ac:spMk id="7" creationId="{41033200-64BF-742A-188C-AC11A03317E6}"/>
          </ac:spMkLst>
        </pc:spChg>
        <pc:picChg chg="mod">
          <ac:chgData name="Paul Winser" userId="c3146a91-e6bd-4264-bd86-e164e04bc32d" providerId="ADAL" clId="{B3FB0B32-E624-4FDC-A836-ED11C6933E6F}" dt="2024-12-02T22:01:20.607" v="46" actId="1076"/>
          <ac:picMkLst>
            <pc:docMk/>
            <pc:sldMk cId="3618944583" sldId="315"/>
            <ac:picMk id="6" creationId="{17D3EBA4-E5F1-A235-A179-DBF15AA370C1}"/>
          </ac:picMkLst>
        </pc:picChg>
      </pc:sldChg>
      <pc:sldChg chg="delSp modSp mod">
        <pc:chgData name="Paul Winser" userId="c3146a91-e6bd-4264-bd86-e164e04bc32d" providerId="ADAL" clId="{B3FB0B32-E624-4FDC-A836-ED11C6933E6F}" dt="2024-12-02T22:10:39.524" v="222" actId="1076"/>
        <pc:sldMkLst>
          <pc:docMk/>
          <pc:sldMk cId="2452462563" sldId="316"/>
        </pc:sldMkLst>
        <pc:spChg chg="mod">
          <ac:chgData name="Paul Winser" userId="c3146a91-e6bd-4264-bd86-e164e04bc32d" providerId="ADAL" clId="{B3FB0B32-E624-4FDC-A836-ED11C6933E6F}" dt="2024-12-02T22:10:39.524" v="222" actId="1076"/>
          <ac:spMkLst>
            <pc:docMk/>
            <pc:sldMk cId="2452462563" sldId="316"/>
            <ac:spMk id="2" creationId="{E72CF101-53F5-2412-9D52-AD9726C3A76D}"/>
          </ac:spMkLst>
        </pc:spChg>
        <pc:spChg chg="mod">
          <ac:chgData name="Paul Winser" userId="c3146a91-e6bd-4264-bd86-e164e04bc32d" providerId="ADAL" clId="{B3FB0B32-E624-4FDC-A836-ED11C6933E6F}" dt="2024-12-02T22:01:46" v="52" actId="20577"/>
          <ac:spMkLst>
            <pc:docMk/>
            <pc:sldMk cId="2452462563" sldId="316"/>
            <ac:spMk id="3" creationId="{5AAA47F7-1D83-795F-816B-620A73EB6C17}"/>
          </ac:spMkLst>
        </pc:spChg>
        <pc:spChg chg="del">
          <ac:chgData name="Paul Winser" userId="c3146a91-e6bd-4264-bd86-e164e04bc32d" providerId="ADAL" clId="{B3FB0B32-E624-4FDC-A836-ED11C6933E6F}" dt="2024-12-02T22:01:43.597" v="51" actId="478"/>
          <ac:spMkLst>
            <pc:docMk/>
            <pc:sldMk cId="2452462563" sldId="316"/>
            <ac:spMk id="4" creationId="{9853284E-4F5E-A68D-507B-B0DB50100E68}"/>
          </ac:spMkLst>
        </pc:spChg>
      </pc:sldChg>
      <pc:sldChg chg="delSp modSp mod">
        <pc:chgData name="Paul Winser" userId="c3146a91-e6bd-4264-bd86-e164e04bc32d" providerId="ADAL" clId="{B3FB0B32-E624-4FDC-A836-ED11C6933E6F}" dt="2024-12-02T22:02:09.976" v="58" actId="113"/>
        <pc:sldMkLst>
          <pc:docMk/>
          <pc:sldMk cId="2057599724" sldId="317"/>
        </pc:sldMkLst>
        <pc:spChg chg="mod">
          <ac:chgData name="Paul Winser" userId="c3146a91-e6bd-4264-bd86-e164e04bc32d" providerId="ADAL" clId="{B3FB0B32-E624-4FDC-A836-ED11C6933E6F}" dt="2024-12-02T22:02:09.976" v="58" actId="113"/>
          <ac:spMkLst>
            <pc:docMk/>
            <pc:sldMk cId="2057599724" sldId="317"/>
            <ac:spMk id="2" creationId="{7B745209-AE29-8594-9703-DFC41768FE7B}"/>
          </ac:spMkLst>
        </pc:spChg>
        <pc:spChg chg="mod">
          <ac:chgData name="Paul Winser" userId="c3146a91-e6bd-4264-bd86-e164e04bc32d" providerId="ADAL" clId="{B3FB0B32-E624-4FDC-A836-ED11C6933E6F}" dt="2024-12-02T22:02:04.014" v="56" actId="113"/>
          <ac:spMkLst>
            <pc:docMk/>
            <pc:sldMk cId="2057599724" sldId="317"/>
            <ac:spMk id="3" creationId="{56276644-8802-2466-DF52-60F025D3B736}"/>
          </ac:spMkLst>
        </pc:spChg>
        <pc:spChg chg="del">
          <ac:chgData name="Paul Winser" userId="c3146a91-e6bd-4264-bd86-e164e04bc32d" providerId="ADAL" clId="{B3FB0B32-E624-4FDC-A836-ED11C6933E6F}" dt="2024-12-02T22:01:56.291" v="54" actId="478"/>
          <ac:spMkLst>
            <pc:docMk/>
            <pc:sldMk cId="2057599724" sldId="317"/>
            <ac:spMk id="4" creationId="{247AC0FC-0C5D-6405-D68C-CE22A2B19100}"/>
          </ac:spMkLst>
        </pc:spChg>
      </pc:sldChg>
      <pc:sldChg chg="delSp modSp mod">
        <pc:chgData name="Paul Winser" userId="c3146a91-e6bd-4264-bd86-e164e04bc32d" providerId="ADAL" clId="{B3FB0B32-E624-4FDC-A836-ED11C6933E6F}" dt="2024-12-02T22:02:35.185" v="65" actId="113"/>
        <pc:sldMkLst>
          <pc:docMk/>
          <pc:sldMk cId="2373966704" sldId="318"/>
        </pc:sldMkLst>
        <pc:spChg chg="mod">
          <ac:chgData name="Paul Winser" userId="c3146a91-e6bd-4264-bd86-e164e04bc32d" providerId="ADAL" clId="{B3FB0B32-E624-4FDC-A836-ED11C6933E6F}" dt="2024-12-02T22:02:35.185" v="65" actId="113"/>
          <ac:spMkLst>
            <pc:docMk/>
            <pc:sldMk cId="2373966704" sldId="318"/>
            <ac:spMk id="2" creationId="{7EAA139D-4D9C-ADAD-914E-C759BEDCECEE}"/>
          </ac:spMkLst>
        </pc:spChg>
        <pc:spChg chg="mod">
          <ac:chgData name="Paul Winser" userId="c3146a91-e6bd-4264-bd86-e164e04bc32d" providerId="ADAL" clId="{B3FB0B32-E624-4FDC-A836-ED11C6933E6F}" dt="2024-12-02T22:02:15.245" v="59" actId="5793"/>
          <ac:spMkLst>
            <pc:docMk/>
            <pc:sldMk cId="2373966704" sldId="318"/>
            <ac:spMk id="3" creationId="{699E1509-1DC5-520B-7135-CA1239DF3EE0}"/>
          </ac:spMkLst>
        </pc:spChg>
        <pc:spChg chg="del">
          <ac:chgData name="Paul Winser" userId="c3146a91-e6bd-4264-bd86-e164e04bc32d" providerId="ADAL" clId="{B3FB0B32-E624-4FDC-A836-ED11C6933E6F}" dt="2024-12-02T22:02:18.379" v="60" actId="478"/>
          <ac:spMkLst>
            <pc:docMk/>
            <pc:sldMk cId="2373966704" sldId="318"/>
            <ac:spMk id="4" creationId="{29BA4741-4F29-02C3-4B7D-BB9DC6AAE37F}"/>
          </ac:spMkLst>
        </pc:spChg>
      </pc:sldChg>
      <pc:sldChg chg="delSp modSp mod">
        <pc:chgData name="Paul Winser" userId="c3146a91-e6bd-4264-bd86-e164e04bc32d" providerId="ADAL" clId="{B3FB0B32-E624-4FDC-A836-ED11C6933E6F}" dt="2024-12-02T22:02:30.691" v="64" actId="113"/>
        <pc:sldMkLst>
          <pc:docMk/>
          <pc:sldMk cId="2746247784" sldId="319"/>
        </pc:sldMkLst>
        <pc:spChg chg="mod">
          <ac:chgData name="Paul Winser" userId="c3146a91-e6bd-4264-bd86-e164e04bc32d" providerId="ADAL" clId="{B3FB0B32-E624-4FDC-A836-ED11C6933E6F}" dt="2024-12-02T22:02:30.691" v="64" actId="113"/>
          <ac:spMkLst>
            <pc:docMk/>
            <pc:sldMk cId="2746247784" sldId="319"/>
            <ac:spMk id="2" creationId="{74BFBD59-7B22-C2F7-17DD-92CF2FCF172D}"/>
          </ac:spMkLst>
        </pc:spChg>
        <pc:spChg chg="mod">
          <ac:chgData name="Paul Winser" userId="c3146a91-e6bd-4264-bd86-e164e04bc32d" providerId="ADAL" clId="{B3FB0B32-E624-4FDC-A836-ED11C6933E6F}" dt="2024-12-02T22:02:23.966" v="62" actId="5793"/>
          <ac:spMkLst>
            <pc:docMk/>
            <pc:sldMk cId="2746247784" sldId="319"/>
            <ac:spMk id="3" creationId="{6A77A32D-E63A-1E12-4DDE-0741ED81642E}"/>
          </ac:spMkLst>
        </pc:spChg>
        <pc:spChg chg="del">
          <ac:chgData name="Paul Winser" userId="c3146a91-e6bd-4264-bd86-e164e04bc32d" providerId="ADAL" clId="{B3FB0B32-E624-4FDC-A836-ED11C6933E6F}" dt="2024-12-02T22:02:26.973" v="63" actId="478"/>
          <ac:spMkLst>
            <pc:docMk/>
            <pc:sldMk cId="2746247784" sldId="319"/>
            <ac:spMk id="4" creationId="{7ACEF552-90F0-DFFF-2E92-93357BFCC2DD}"/>
          </ac:spMkLst>
        </pc:spChg>
      </pc:sldChg>
      <pc:sldChg chg="delSp modSp mod">
        <pc:chgData name="Paul Winser" userId="c3146a91-e6bd-4264-bd86-e164e04bc32d" providerId="ADAL" clId="{B3FB0B32-E624-4FDC-A836-ED11C6933E6F}" dt="2024-12-02T22:03:06.755" v="72" actId="1076"/>
        <pc:sldMkLst>
          <pc:docMk/>
          <pc:sldMk cId="2370580187" sldId="320"/>
        </pc:sldMkLst>
        <pc:spChg chg="mod">
          <ac:chgData name="Paul Winser" userId="c3146a91-e6bd-4264-bd86-e164e04bc32d" providerId="ADAL" clId="{B3FB0B32-E624-4FDC-A836-ED11C6933E6F}" dt="2024-12-02T22:03:06.755" v="72" actId="1076"/>
          <ac:spMkLst>
            <pc:docMk/>
            <pc:sldMk cId="2370580187" sldId="320"/>
            <ac:spMk id="2" creationId="{36BB5CC7-BF52-A189-F53E-C31C4EBE6A45}"/>
          </ac:spMkLst>
        </pc:spChg>
        <pc:spChg chg="del">
          <ac:chgData name="Paul Winser" userId="c3146a91-e6bd-4264-bd86-e164e04bc32d" providerId="ADAL" clId="{B3FB0B32-E624-4FDC-A836-ED11C6933E6F}" dt="2024-12-02T22:02:50.641" v="68" actId="478"/>
          <ac:spMkLst>
            <pc:docMk/>
            <pc:sldMk cId="2370580187" sldId="320"/>
            <ac:spMk id="4" creationId="{9D38FB61-6240-E964-DAFC-1CDF9C4CCB15}"/>
          </ac:spMkLst>
        </pc:spChg>
        <pc:spChg chg="mod">
          <ac:chgData name="Paul Winser" userId="c3146a91-e6bd-4264-bd86-e164e04bc32d" providerId="ADAL" clId="{B3FB0B32-E624-4FDC-A836-ED11C6933E6F}" dt="2024-12-02T22:02:55.384" v="70" actId="404"/>
          <ac:spMkLst>
            <pc:docMk/>
            <pc:sldMk cId="2370580187" sldId="320"/>
            <ac:spMk id="7" creationId="{D4EC7ADD-DB2C-93FE-3ABF-515E1668A9B2}"/>
          </ac:spMkLst>
        </pc:spChg>
        <pc:spChg chg="mod">
          <ac:chgData name="Paul Winser" userId="c3146a91-e6bd-4264-bd86-e164e04bc32d" providerId="ADAL" clId="{B3FB0B32-E624-4FDC-A836-ED11C6933E6F}" dt="2024-12-02T22:03:02.969" v="71" actId="1076"/>
          <ac:spMkLst>
            <pc:docMk/>
            <pc:sldMk cId="2370580187" sldId="320"/>
            <ac:spMk id="8" creationId="{521EC5B7-9EAC-68DA-259B-AAAFA275C568}"/>
          </ac:spMkLst>
        </pc:spChg>
      </pc:sldChg>
      <pc:sldChg chg="delSp modSp mod">
        <pc:chgData name="Paul Winser" userId="c3146a91-e6bd-4264-bd86-e164e04bc32d" providerId="ADAL" clId="{B3FB0B32-E624-4FDC-A836-ED11C6933E6F}" dt="2024-12-02T22:03:23.279" v="77" actId="478"/>
        <pc:sldMkLst>
          <pc:docMk/>
          <pc:sldMk cId="4232425861" sldId="321"/>
        </pc:sldMkLst>
        <pc:spChg chg="mod">
          <ac:chgData name="Paul Winser" userId="c3146a91-e6bd-4264-bd86-e164e04bc32d" providerId="ADAL" clId="{B3FB0B32-E624-4FDC-A836-ED11C6933E6F}" dt="2024-12-02T22:03:12.135" v="73" actId="113"/>
          <ac:spMkLst>
            <pc:docMk/>
            <pc:sldMk cId="4232425861" sldId="321"/>
            <ac:spMk id="2" creationId="{74BC76A7-340A-7AFC-DEE7-F272C59E17F4}"/>
          </ac:spMkLst>
        </pc:spChg>
        <pc:spChg chg="mod">
          <ac:chgData name="Paul Winser" userId="c3146a91-e6bd-4264-bd86-e164e04bc32d" providerId="ADAL" clId="{B3FB0B32-E624-4FDC-A836-ED11C6933E6F}" dt="2024-12-02T22:03:19.019" v="76" actId="20577"/>
          <ac:spMkLst>
            <pc:docMk/>
            <pc:sldMk cId="4232425861" sldId="321"/>
            <ac:spMk id="3" creationId="{CF7CCCA0-458F-1B8D-D366-B009747C9128}"/>
          </ac:spMkLst>
        </pc:spChg>
        <pc:spChg chg="del">
          <ac:chgData name="Paul Winser" userId="c3146a91-e6bd-4264-bd86-e164e04bc32d" providerId="ADAL" clId="{B3FB0B32-E624-4FDC-A836-ED11C6933E6F}" dt="2024-12-02T22:03:23.279" v="77" actId="478"/>
          <ac:spMkLst>
            <pc:docMk/>
            <pc:sldMk cId="4232425861" sldId="321"/>
            <ac:spMk id="4" creationId="{A1B5DE30-8E9B-C83C-8C5D-58DD5F17A596}"/>
          </ac:spMkLst>
        </pc:spChg>
      </pc:sldChg>
      <pc:sldChg chg="delSp modSp mod">
        <pc:chgData name="Paul Winser" userId="c3146a91-e6bd-4264-bd86-e164e04bc32d" providerId="ADAL" clId="{B3FB0B32-E624-4FDC-A836-ED11C6933E6F}" dt="2024-12-02T22:03:46.744" v="84" actId="1076"/>
        <pc:sldMkLst>
          <pc:docMk/>
          <pc:sldMk cId="3463280348" sldId="322"/>
        </pc:sldMkLst>
        <pc:spChg chg="mod">
          <ac:chgData name="Paul Winser" userId="c3146a91-e6bd-4264-bd86-e164e04bc32d" providerId="ADAL" clId="{B3FB0B32-E624-4FDC-A836-ED11C6933E6F}" dt="2024-12-02T22:03:28.131" v="78" actId="113"/>
          <ac:spMkLst>
            <pc:docMk/>
            <pc:sldMk cId="3463280348" sldId="322"/>
            <ac:spMk id="2" creationId="{0020894A-4662-2686-C727-636C6B018C2A}"/>
          </ac:spMkLst>
        </pc:spChg>
        <pc:spChg chg="del">
          <ac:chgData name="Paul Winser" userId="c3146a91-e6bd-4264-bd86-e164e04bc32d" providerId="ADAL" clId="{B3FB0B32-E624-4FDC-A836-ED11C6933E6F}" dt="2024-12-02T22:03:32.877" v="79" actId="478"/>
          <ac:spMkLst>
            <pc:docMk/>
            <pc:sldMk cId="3463280348" sldId="322"/>
            <ac:spMk id="4" creationId="{22CBD934-5BCE-10F9-C9BE-939BF665EDD3}"/>
          </ac:spMkLst>
        </pc:spChg>
        <pc:spChg chg="mod">
          <ac:chgData name="Paul Winser" userId="c3146a91-e6bd-4264-bd86-e164e04bc32d" providerId="ADAL" clId="{B3FB0B32-E624-4FDC-A836-ED11C6933E6F}" dt="2024-12-02T22:03:46.744" v="84" actId="1076"/>
          <ac:spMkLst>
            <pc:docMk/>
            <pc:sldMk cId="3463280348" sldId="322"/>
            <ac:spMk id="7" creationId="{70D2D54B-1CAE-2330-00C4-4B05699B1CB7}"/>
          </ac:spMkLst>
        </pc:spChg>
        <pc:picChg chg="mod">
          <ac:chgData name="Paul Winser" userId="c3146a91-e6bd-4264-bd86-e164e04bc32d" providerId="ADAL" clId="{B3FB0B32-E624-4FDC-A836-ED11C6933E6F}" dt="2024-12-02T22:03:38.118" v="81" actId="1076"/>
          <ac:picMkLst>
            <pc:docMk/>
            <pc:sldMk cId="3463280348" sldId="322"/>
            <ac:picMk id="6" creationId="{CE336C30-1323-8AE6-D708-E6EABA921A59}"/>
          </ac:picMkLst>
        </pc:picChg>
      </pc:sldChg>
      <pc:sldChg chg="delSp modSp mod">
        <pc:chgData name="Paul Winser" userId="c3146a91-e6bd-4264-bd86-e164e04bc32d" providerId="ADAL" clId="{B3FB0B32-E624-4FDC-A836-ED11C6933E6F}" dt="2024-12-02T22:04:13.761" v="91" actId="1076"/>
        <pc:sldMkLst>
          <pc:docMk/>
          <pc:sldMk cId="2016981804" sldId="323"/>
        </pc:sldMkLst>
        <pc:spChg chg="mod">
          <ac:chgData name="Paul Winser" userId="c3146a91-e6bd-4264-bd86-e164e04bc32d" providerId="ADAL" clId="{B3FB0B32-E624-4FDC-A836-ED11C6933E6F}" dt="2024-12-02T22:03:53.443" v="85" actId="113"/>
          <ac:spMkLst>
            <pc:docMk/>
            <pc:sldMk cId="2016981804" sldId="323"/>
            <ac:spMk id="2" creationId="{5695DB71-7767-F4B8-1B9F-780389513718}"/>
          </ac:spMkLst>
        </pc:spChg>
        <pc:spChg chg="del">
          <ac:chgData name="Paul Winser" userId="c3146a91-e6bd-4264-bd86-e164e04bc32d" providerId="ADAL" clId="{B3FB0B32-E624-4FDC-A836-ED11C6933E6F}" dt="2024-12-02T22:04:02.878" v="88" actId="478"/>
          <ac:spMkLst>
            <pc:docMk/>
            <pc:sldMk cId="2016981804" sldId="323"/>
            <ac:spMk id="4" creationId="{A0875F01-54C7-AE3F-3FEF-06DCBB8572E7}"/>
          </ac:spMkLst>
        </pc:spChg>
        <pc:spChg chg="mod">
          <ac:chgData name="Paul Winser" userId="c3146a91-e6bd-4264-bd86-e164e04bc32d" providerId="ADAL" clId="{B3FB0B32-E624-4FDC-A836-ED11C6933E6F}" dt="2024-12-02T22:04:13.761" v="91" actId="1076"/>
          <ac:spMkLst>
            <pc:docMk/>
            <pc:sldMk cId="2016981804" sldId="323"/>
            <ac:spMk id="8" creationId="{DF728924-0141-6CC0-B2EB-810AF3867853}"/>
          </ac:spMkLst>
        </pc:spChg>
        <pc:picChg chg="mod">
          <ac:chgData name="Paul Winser" userId="c3146a91-e6bd-4264-bd86-e164e04bc32d" providerId="ADAL" clId="{B3FB0B32-E624-4FDC-A836-ED11C6933E6F}" dt="2024-12-02T22:03:59.228" v="87" actId="1076"/>
          <ac:picMkLst>
            <pc:docMk/>
            <pc:sldMk cId="2016981804" sldId="323"/>
            <ac:picMk id="7" creationId="{4C80D240-1CD6-2B78-02FD-CF6994E71E63}"/>
          </ac:picMkLst>
        </pc:picChg>
      </pc:sldChg>
      <pc:sldChg chg="delSp modSp mod">
        <pc:chgData name="Paul Winser" userId="c3146a91-e6bd-4264-bd86-e164e04bc32d" providerId="ADAL" clId="{B3FB0B32-E624-4FDC-A836-ED11C6933E6F}" dt="2024-12-02T22:04:31.438" v="96" actId="5793"/>
        <pc:sldMkLst>
          <pc:docMk/>
          <pc:sldMk cId="843607870" sldId="324"/>
        </pc:sldMkLst>
        <pc:spChg chg="mod">
          <ac:chgData name="Paul Winser" userId="c3146a91-e6bd-4264-bd86-e164e04bc32d" providerId="ADAL" clId="{B3FB0B32-E624-4FDC-A836-ED11C6933E6F}" dt="2024-12-02T22:04:17.546" v="92" actId="113"/>
          <ac:spMkLst>
            <pc:docMk/>
            <pc:sldMk cId="843607870" sldId="324"/>
            <ac:spMk id="2" creationId="{35E7F93E-A0A3-B721-888A-822F2BC8BAE6}"/>
          </ac:spMkLst>
        </pc:spChg>
        <pc:spChg chg="mod">
          <ac:chgData name="Paul Winser" userId="c3146a91-e6bd-4264-bd86-e164e04bc32d" providerId="ADAL" clId="{B3FB0B32-E624-4FDC-A836-ED11C6933E6F}" dt="2024-12-02T22:04:31.438" v="96" actId="5793"/>
          <ac:spMkLst>
            <pc:docMk/>
            <pc:sldMk cId="843607870" sldId="324"/>
            <ac:spMk id="3" creationId="{73D5103E-C0FE-4204-3F60-B97AEA39844E}"/>
          </ac:spMkLst>
        </pc:spChg>
        <pc:spChg chg="del">
          <ac:chgData name="Paul Winser" userId="c3146a91-e6bd-4264-bd86-e164e04bc32d" providerId="ADAL" clId="{B3FB0B32-E624-4FDC-A836-ED11C6933E6F}" dt="2024-12-02T22:04:24.033" v="94" actId="478"/>
          <ac:spMkLst>
            <pc:docMk/>
            <pc:sldMk cId="843607870" sldId="324"/>
            <ac:spMk id="4" creationId="{2A35C0EA-6E8F-071A-F623-AEE209A684AB}"/>
          </ac:spMkLst>
        </pc:spChg>
        <pc:spChg chg="mod">
          <ac:chgData name="Paul Winser" userId="c3146a91-e6bd-4264-bd86-e164e04bc32d" providerId="ADAL" clId="{B3FB0B32-E624-4FDC-A836-ED11C6933E6F}" dt="2024-12-02T22:04:28.149" v="95" actId="404"/>
          <ac:spMkLst>
            <pc:docMk/>
            <pc:sldMk cId="843607870" sldId="324"/>
            <ac:spMk id="9" creationId="{28318906-4679-2CA1-9235-8F51D5AA2F13}"/>
          </ac:spMkLst>
        </pc:spChg>
      </pc:sldChg>
      <pc:sldChg chg="delSp modSp mod">
        <pc:chgData name="Paul Winser" userId="c3146a91-e6bd-4264-bd86-e164e04bc32d" providerId="ADAL" clId="{B3FB0B32-E624-4FDC-A836-ED11C6933E6F}" dt="2024-12-02T22:04:54.587" v="103" actId="1076"/>
        <pc:sldMkLst>
          <pc:docMk/>
          <pc:sldMk cId="3319776590" sldId="325"/>
        </pc:sldMkLst>
        <pc:spChg chg="mod">
          <ac:chgData name="Paul Winser" userId="c3146a91-e6bd-4264-bd86-e164e04bc32d" providerId="ADAL" clId="{B3FB0B32-E624-4FDC-A836-ED11C6933E6F}" dt="2024-12-02T22:04:35.669" v="97" actId="113"/>
          <ac:spMkLst>
            <pc:docMk/>
            <pc:sldMk cId="3319776590" sldId="325"/>
            <ac:spMk id="2" creationId="{43A98A23-46C8-8BBF-CAC7-2496750FE117}"/>
          </ac:spMkLst>
        </pc:spChg>
        <pc:spChg chg="mod">
          <ac:chgData name="Paul Winser" userId="c3146a91-e6bd-4264-bd86-e164e04bc32d" providerId="ADAL" clId="{B3FB0B32-E624-4FDC-A836-ED11C6933E6F}" dt="2024-12-02T22:04:38.085" v="98" actId="5793"/>
          <ac:spMkLst>
            <pc:docMk/>
            <pc:sldMk cId="3319776590" sldId="325"/>
            <ac:spMk id="3" creationId="{F31D2AF2-5ED9-A29D-1D28-427739CF95C7}"/>
          </ac:spMkLst>
        </pc:spChg>
        <pc:spChg chg="del mod">
          <ac:chgData name="Paul Winser" userId="c3146a91-e6bd-4264-bd86-e164e04bc32d" providerId="ADAL" clId="{B3FB0B32-E624-4FDC-A836-ED11C6933E6F}" dt="2024-12-02T22:04:42.736" v="100" actId="478"/>
          <ac:spMkLst>
            <pc:docMk/>
            <pc:sldMk cId="3319776590" sldId="325"/>
            <ac:spMk id="4" creationId="{D3A18B9C-F27C-A0D3-F53B-A718AD272597}"/>
          </ac:spMkLst>
        </pc:spChg>
        <pc:spChg chg="mod">
          <ac:chgData name="Paul Winser" userId="c3146a91-e6bd-4264-bd86-e164e04bc32d" providerId="ADAL" clId="{B3FB0B32-E624-4FDC-A836-ED11C6933E6F}" dt="2024-12-02T22:04:51.863" v="102" actId="1076"/>
          <ac:spMkLst>
            <pc:docMk/>
            <pc:sldMk cId="3319776590" sldId="325"/>
            <ac:spMk id="10" creationId="{25801246-F15C-FCFE-B993-44F1141D9091}"/>
          </ac:spMkLst>
        </pc:spChg>
        <pc:picChg chg="mod">
          <ac:chgData name="Paul Winser" userId="c3146a91-e6bd-4264-bd86-e164e04bc32d" providerId="ADAL" clId="{B3FB0B32-E624-4FDC-A836-ED11C6933E6F}" dt="2024-12-02T22:04:54.587" v="103" actId="1076"/>
          <ac:picMkLst>
            <pc:docMk/>
            <pc:sldMk cId="3319776590" sldId="325"/>
            <ac:picMk id="6" creationId="{4A3790AB-68B2-9DA4-AE4E-D9146A38A0E5}"/>
          </ac:picMkLst>
        </pc:picChg>
      </pc:sldChg>
      <pc:sldChg chg="delSp modSp mod">
        <pc:chgData name="Paul Winser" userId="c3146a91-e6bd-4264-bd86-e164e04bc32d" providerId="ADAL" clId="{B3FB0B32-E624-4FDC-A836-ED11C6933E6F}" dt="2024-12-02T22:05:16.210" v="108" actId="1076"/>
        <pc:sldMkLst>
          <pc:docMk/>
          <pc:sldMk cId="1731855893" sldId="326"/>
        </pc:sldMkLst>
        <pc:spChg chg="mod">
          <ac:chgData name="Paul Winser" userId="c3146a91-e6bd-4264-bd86-e164e04bc32d" providerId="ADAL" clId="{B3FB0B32-E624-4FDC-A836-ED11C6933E6F}" dt="2024-12-02T22:04:59.185" v="104" actId="113"/>
          <ac:spMkLst>
            <pc:docMk/>
            <pc:sldMk cId="1731855893" sldId="326"/>
            <ac:spMk id="2" creationId="{1634D4D8-FDF4-06AD-7E71-4B51E98A2598}"/>
          </ac:spMkLst>
        </pc:spChg>
        <pc:spChg chg="del">
          <ac:chgData name="Paul Winser" userId="c3146a91-e6bd-4264-bd86-e164e04bc32d" providerId="ADAL" clId="{B3FB0B32-E624-4FDC-A836-ED11C6933E6F}" dt="2024-12-02T22:05:04.214" v="105" actId="478"/>
          <ac:spMkLst>
            <pc:docMk/>
            <pc:sldMk cId="1731855893" sldId="326"/>
            <ac:spMk id="4" creationId="{AF5CCECB-5389-BE40-71EF-2204CBD5350F}"/>
          </ac:spMkLst>
        </pc:spChg>
        <pc:spChg chg="mod">
          <ac:chgData name="Paul Winser" userId="c3146a91-e6bd-4264-bd86-e164e04bc32d" providerId="ADAL" clId="{B3FB0B32-E624-4FDC-A836-ED11C6933E6F}" dt="2024-12-02T22:05:12.102" v="107" actId="1076"/>
          <ac:spMkLst>
            <pc:docMk/>
            <pc:sldMk cId="1731855893" sldId="326"/>
            <ac:spMk id="8" creationId="{2B98261A-9388-B368-4C22-397FA9D41B33}"/>
          </ac:spMkLst>
        </pc:spChg>
        <pc:picChg chg="mod">
          <ac:chgData name="Paul Winser" userId="c3146a91-e6bd-4264-bd86-e164e04bc32d" providerId="ADAL" clId="{B3FB0B32-E624-4FDC-A836-ED11C6933E6F}" dt="2024-12-02T22:05:16.210" v="108" actId="1076"/>
          <ac:picMkLst>
            <pc:docMk/>
            <pc:sldMk cId="1731855893" sldId="326"/>
            <ac:picMk id="6" creationId="{B571035C-79F4-1AF3-A710-E318929CA13C}"/>
          </ac:picMkLst>
        </pc:picChg>
      </pc:sldChg>
      <pc:sldChg chg="delSp modSp mod">
        <pc:chgData name="Paul Winser" userId="c3146a91-e6bd-4264-bd86-e164e04bc32d" providerId="ADAL" clId="{B3FB0B32-E624-4FDC-A836-ED11C6933E6F}" dt="2024-12-02T22:05:36.139" v="113" actId="404"/>
        <pc:sldMkLst>
          <pc:docMk/>
          <pc:sldMk cId="1770999964" sldId="327"/>
        </pc:sldMkLst>
        <pc:spChg chg="mod">
          <ac:chgData name="Paul Winser" userId="c3146a91-e6bd-4264-bd86-e164e04bc32d" providerId="ADAL" clId="{B3FB0B32-E624-4FDC-A836-ED11C6933E6F}" dt="2024-12-02T22:05:25.244" v="110" actId="113"/>
          <ac:spMkLst>
            <pc:docMk/>
            <pc:sldMk cId="1770999964" sldId="327"/>
            <ac:spMk id="2" creationId="{5F4B2D10-614D-BBF2-96C4-F45C349423F0}"/>
          </ac:spMkLst>
        </pc:spChg>
        <pc:spChg chg="del">
          <ac:chgData name="Paul Winser" userId="c3146a91-e6bd-4264-bd86-e164e04bc32d" providerId="ADAL" clId="{B3FB0B32-E624-4FDC-A836-ED11C6933E6F}" dt="2024-12-02T22:05:21.605" v="109" actId="478"/>
          <ac:spMkLst>
            <pc:docMk/>
            <pc:sldMk cId="1770999964" sldId="327"/>
            <ac:spMk id="4" creationId="{75A857E3-B08A-BD2D-9C78-EB00873ADFA4}"/>
          </ac:spMkLst>
        </pc:spChg>
        <pc:spChg chg="mod">
          <ac:chgData name="Paul Winser" userId="c3146a91-e6bd-4264-bd86-e164e04bc32d" providerId="ADAL" clId="{B3FB0B32-E624-4FDC-A836-ED11C6933E6F}" dt="2024-12-02T22:05:36.139" v="113" actId="404"/>
          <ac:spMkLst>
            <pc:docMk/>
            <pc:sldMk cId="1770999964" sldId="327"/>
            <ac:spMk id="7" creationId="{6F64BD16-EB70-9B22-AA8D-0225AD2E2E61}"/>
          </ac:spMkLst>
        </pc:spChg>
        <pc:picChg chg="mod">
          <ac:chgData name="Paul Winser" userId="c3146a91-e6bd-4264-bd86-e164e04bc32d" providerId="ADAL" clId="{B3FB0B32-E624-4FDC-A836-ED11C6933E6F}" dt="2024-12-02T22:05:31.177" v="112" actId="1076"/>
          <ac:picMkLst>
            <pc:docMk/>
            <pc:sldMk cId="1770999964" sldId="327"/>
            <ac:picMk id="6" creationId="{BD44E584-C24A-7BAA-4E0E-015A07A50CAB}"/>
          </ac:picMkLst>
        </pc:picChg>
      </pc:sldChg>
      <pc:sldChg chg="delSp modSp mod">
        <pc:chgData name="Paul Winser" userId="c3146a91-e6bd-4264-bd86-e164e04bc32d" providerId="ADAL" clId="{B3FB0B32-E624-4FDC-A836-ED11C6933E6F}" dt="2024-12-02T22:05:46.535" v="115" actId="478"/>
        <pc:sldMkLst>
          <pc:docMk/>
          <pc:sldMk cId="991781415" sldId="328"/>
        </pc:sldMkLst>
        <pc:spChg chg="mod">
          <ac:chgData name="Paul Winser" userId="c3146a91-e6bd-4264-bd86-e164e04bc32d" providerId="ADAL" clId="{B3FB0B32-E624-4FDC-A836-ED11C6933E6F}" dt="2024-12-02T22:05:41.451" v="114" actId="113"/>
          <ac:spMkLst>
            <pc:docMk/>
            <pc:sldMk cId="991781415" sldId="328"/>
            <ac:spMk id="2" creationId="{9CEA788D-D9B8-EE42-DA45-7DCE2DC9EDFC}"/>
          </ac:spMkLst>
        </pc:spChg>
        <pc:spChg chg="del">
          <ac:chgData name="Paul Winser" userId="c3146a91-e6bd-4264-bd86-e164e04bc32d" providerId="ADAL" clId="{B3FB0B32-E624-4FDC-A836-ED11C6933E6F}" dt="2024-12-02T22:05:46.535" v="115" actId="478"/>
          <ac:spMkLst>
            <pc:docMk/>
            <pc:sldMk cId="991781415" sldId="328"/>
            <ac:spMk id="4" creationId="{AAB96023-848C-ECFE-327A-0FB2CFB92DA4}"/>
          </ac:spMkLst>
        </pc:spChg>
      </pc:sldChg>
      <pc:sldChg chg="delSp modSp mod">
        <pc:chgData name="Paul Winser" userId="c3146a91-e6bd-4264-bd86-e164e04bc32d" providerId="ADAL" clId="{B3FB0B32-E624-4FDC-A836-ED11C6933E6F}" dt="2024-12-02T22:07:10.496" v="140" actId="207"/>
        <pc:sldMkLst>
          <pc:docMk/>
          <pc:sldMk cId="2002698621" sldId="329"/>
        </pc:sldMkLst>
        <pc:spChg chg="mod">
          <ac:chgData name="Paul Winser" userId="c3146a91-e6bd-4264-bd86-e164e04bc32d" providerId="ADAL" clId="{B3FB0B32-E624-4FDC-A836-ED11C6933E6F}" dt="2024-12-02T22:05:53.916" v="117" actId="113"/>
          <ac:spMkLst>
            <pc:docMk/>
            <pc:sldMk cId="2002698621" sldId="329"/>
            <ac:spMk id="2" creationId="{807DC08B-1EE9-31F3-3A34-738DC985F90C}"/>
          </ac:spMkLst>
        </pc:spChg>
        <pc:spChg chg="del">
          <ac:chgData name="Paul Winser" userId="c3146a91-e6bd-4264-bd86-e164e04bc32d" providerId="ADAL" clId="{B3FB0B32-E624-4FDC-A836-ED11C6933E6F}" dt="2024-12-02T22:05:51.085" v="116" actId="478"/>
          <ac:spMkLst>
            <pc:docMk/>
            <pc:sldMk cId="2002698621" sldId="329"/>
            <ac:spMk id="4" creationId="{2270E526-0661-8C13-335B-CB414A482E1D}"/>
          </ac:spMkLst>
        </pc:spChg>
        <pc:spChg chg="mod">
          <ac:chgData name="Paul Winser" userId="c3146a91-e6bd-4264-bd86-e164e04bc32d" providerId="ADAL" clId="{B3FB0B32-E624-4FDC-A836-ED11C6933E6F}" dt="2024-12-02T22:07:10.496" v="140" actId="207"/>
          <ac:spMkLst>
            <pc:docMk/>
            <pc:sldMk cId="2002698621" sldId="329"/>
            <ac:spMk id="6" creationId="{CC429E4D-7C36-D55A-7769-DDDC2DEF92CC}"/>
          </ac:spMkLst>
        </pc:spChg>
      </pc:sldChg>
      <pc:sldChg chg="delSp modSp mod">
        <pc:chgData name="Paul Winser" userId="c3146a91-e6bd-4264-bd86-e164e04bc32d" providerId="ADAL" clId="{B3FB0B32-E624-4FDC-A836-ED11C6933E6F}" dt="2024-12-02T22:07:26.115" v="143" actId="478"/>
        <pc:sldMkLst>
          <pc:docMk/>
          <pc:sldMk cId="2052887839" sldId="330"/>
        </pc:sldMkLst>
        <pc:spChg chg="mod">
          <ac:chgData name="Paul Winser" userId="c3146a91-e6bd-4264-bd86-e164e04bc32d" providerId="ADAL" clId="{B3FB0B32-E624-4FDC-A836-ED11C6933E6F}" dt="2024-12-02T22:07:14.776" v="141" actId="113"/>
          <ac:spMkLst>
            <pc:docMk/>
            <pc:sldMk cId="2052887839" sldId="330"/>
            <ac:spMk id="2" creationId="{12E5EAEA-2C09-9DC0-A5FA-593B48356105}"/>
          </ac:spMkLst>
        </pc:spChg>
        <pc:spChg chg="del">
          <ac:chgData name="Paul Winser" userId="c3146a91-e6bd-4264-bd86-e164e04bc32d" providerId="ADAL" clId="{B3FB0B32-E624-4FDC-A836-ED11C6933E6F}" dt="2024-12-02T22:07:26.115" v="143" actId="478"/>
          <ac:spMkLst>
            <pc:docMk/>
            <pc:sldMk cId="2052887839" sldId="330"/>
            <ac:spMk id="4" creationId="{15F4C362-B8D2-869A-134E-88F7F916D6B0}"/>
          </ac:spMkLst>
        </pc:spChg>
        <pc:spChg chg="mod">
          <ac:chgData name="Paul Winser" userId="c3146a91-e6bd-4264-bd86-e164e04bc32d" providerId="ADAL" clId="{B3FB0B32-E624-4FDC-A836-ED11C6933E6F}" dt="2024-12-02T22:07:22.234" v="142" actId="404"/>
          <ac:spMkLst>
            <pc:docMk/>
            <pc:sldMk cId="2052887839" sldId="330"/>
            <ac:spMk id="7" creationId="{CDC816D3-4DBF-8D47-9A45-671320A8B4C7}"/>
          </ac:spMkLst>
        </pc:spChg>
      </pc:sldChg>
      <pc:sldChg chg="delSp modSp mod">
        <pc:chgData name="Paul Winser" userId="c3146a91-e6bd-4264-bd86-e164e04bc32d" providerId="ADAL" clId="{B3FB0B32-E624-4FDC-A836-ED11C6933E6F}" dt="2024-12-02T22:08:02.254" v="175" actId="5793"/>
        <pc:sldMkLst>
          <pc:docMk/>
          <pc:sldMk cId="2759541879" sldId="331"/>
        </pc:sldMkLst>
        <pc:spChg chg="mod">
          <ac:chgData name="Paul Winser" userId="c3146a91-e6bd-4264-bd86-e164e04bc32d" providerId="ADAL" clId="{B3FB0B32-E624-4FDC-A836-ED11C6933E6F}" dt="2024-12-02T22:07:53.989" v="172" actId="27636"/>
          <ac:spMkLst>
            <pc:docMk/>
            <pc:sldMk cId="2759541879" sldId="331"/>
            <ac:spMk id="2" creationId="{95BBE6C3-3031-7114-8970-95F5AED666FC}"/>
          </ac:spMkLst>
        </pc:spChg>
        <pc:spChg chg="mod">
          <ac:chgData name="Paul Winser" userId="c3146a91-e6bd-4264-bd86-e164e04bc32d" providerId="ADAL" clId="{B3FB0B32-E624-4FDC-A836-ED11C6933E6F}" dt="2024-12-02T22:08:02.254" v="175" actId="5793"/>
          <ac:spMkLst>
            <pc:docMk/>
            <pc:sldMk cId="2759541879" sldId="331"/>
            <ac:spMk id="3" creationId="{C664146A-CB9C-3FE8-59CD-E51EC552166F}"/>
          </ac:spMkLst>
        </pc:spChg>
        <pc:spChg chg="del">
          <ac:chgData name="Paul Winser" userId="c3146a91-e6bd-4264-bd86-e164e04bc32d" providerId="ADAL" clId="{B3FB0B32-E624-4FDC-A836-ED11C6933E6F}" dt="2024-12-02T22:08:00.113" v="174" actId="478"/>
          <ac:spMkLst>
            <pc:docMk/>
            <pc:sldMk cId="2759541879" sldId="331"/>
            <ac:spMk id="4" creationId="{8216D361-2FF4-4E35-BA24-07A40B31098C}"/>
          </ac:spMkLst>
        </pc:spChg>
      </pc:sldChg>
      <pc:sldChg chg="delSp modSp mod">
        <pc:chgData name="Paul Winser" userId="c3146a91-e6bd-4264-bd86-e164e04bc32d" providerId="ADAL" clId="{B3FB0B32-E624-4FDC-A836-ED11C6933E6F}" dt="2024-12-02T22:08:10.732" v="177" actId="478"/>
        <pc:sldMkLst>
          <pc:docMk/>
          <pc:sldMk cId="1808610365" sldId="332"/>
        </pc:sldMkLst>
        <pc:spChg chg="mod">
          <ac:chgData name="Paul Winser" userId="c3146a91-e6bd-4264-bd86-e164e04bc32d" providerId="ADAL" clId="{B3FB0B32-E624-4FDC-A836-ED11C6933E6F}" dt="2024-12-02T22:08:06.306" v="176" actId="113"/>
          <ac:spMkLst>
            <pc:docMk/>
            <pc:sldMk cId="1808610365" sldId="332"/>
            <ac:spMk id="2" creationId="{A99C5984-8BBC-B703-DECC-EA7A85BB9313}"/>
          </ac:spMkLst>
        </pc:spChg>
        <pc:spChg chg="del">
          <ac:chgData name="Paul Winser" userId="c3146a91-e6bd-4264-bd86-e164e04bc32d" providerId="ADAL" clId="{B3FB0B32-E624-4FDC-A836-ED11C6933E6F}" dt="2024-12-02T22:08:10.732" v="177" actId="478"/>
          <ac:spMkLst>
            <pc:docMk/>
            <pc:sldMk cId="1808610365" sldId="332"/>
            <ac:spMk id="5" creationId="{2591FDDA-C4C2-C1E5-2A07-09604438D02F}"/>
          </ac:spMkLst>
        </pc:spChg>
      </pc:sldChg>
      <pc:sldChg chg="delSp modSp mod">
        <pc:chgData name="Paul Winser" userId="c3146a91-e6bd-4264-bd86-e164e04bc32d" providerId="ADAL" clId="{B3FB0B32-E624-4FDC-A836-ED11C6933E6F}" dt="2024-12-02T22:08:20.360" v="180" actId="478"/>
        <pc:sldMkLst>
          <pc:docMk/>
          <pc:sldMk cId="1505094821" sldId="333"/>
        </pc:sldMkLst>
        <pc:spChg chg="mod">
          <ac:chgData name="Paul Winser" userId="c3146a91-e6bd-4264-bd86-e164e04bc32d" providerId="ADAL" clId="{B3FB0B32-E624-4FDC-A836-ED11C6933E6F}" dt="2024-12-02T22:08:15.021" v="179" actId="27636"/>
          <ac:spMkLst>
            <pc:docMk/>
            <pc:sldMk cId="1505094821" sldId="333"/>
            <ac:spMk id="2" creationId="{AD54FF1B-FCAB-570B-F799-D34FF1F2ADB2}"/>
          </ac:spMkLst>
        </pc:spChg>
        <pc:spChg chg="del">
          <ac:chgData name="Paul Winser" userId="c3146a91-e6bd-4264-bd86-e164e04bc32d" providerId="ADAL" clId="{B3FB0B32-E624-4FDC-A836-ED11C6933E6F}" dt="2024-12-02T22:08:20.360" v="180" actId="478"/>
          <ac:spMkLst>
            <pc:docMk/>
            <pc:sldMk cId="1505094821" sldId="333"/>
            <ac:spMk id="5" creationId="{7A3483DD-8DB5-C93D-8F03-04AEE18946E7}"/>
          </ac:spMkLst>
        </pc:spChg>
      </pc:sldChg>
      <pc:sldChg chg="addSp delSp modSp mod">
        <pc:chgData name="Paul Winser" userId="c3146a91-e6bd-4264-bd86-e164e04bc32d" providerId="ADAL" clId="{B3FB0B32-E624-4FDC-A836-ED11C6933E6F}" dt="2024-12-02T22:08:53.922" v="193" actId="1076"/>
        <pc:sldMkLst>
          <pc:docMk/>
          <pc:sldMk cId="31664646" sldId="334"/>
        </pc:sldMkLst>
        <pc:spChg chg="mod">
          <ac:chgData name="Paul Winser" userId="c3146a91-e6bd-4264-bd86-e164e04bc32d" providerId="ADAL" clId="{B3FB0B32-E624-4FDC-A836-ED11C6933E6F}" dt="2024-12-02T22:08:28.538" v="184" actId="20577"/>
          <ac:spMkLst>
            <pc:docMk/>
            <pc:sldMk cId="31664646" sldId="334"/>
            <ac:spMk id="3" creationId="{13C82859-FCCB-674F-8C39-A106DE282468}"/>
          </ac:spMkLst>
        </pc:spChg>
        <pc:spChg chg="add del">
          <ac:chgData name="Paul Winser" userId="c3146a91-e6bd-4264-bd86-e164e04bc32d" providerId="ADAL" clId="{B3FB0B32-E624-4FDC-A836-ED11C6933E6F}" dt="2024-12-02T22:08:36.817" v="187" actId="478"/>
          <ac:spMkLst>
            <pc:docMk/>
            <pc:sldMk cId="31664646" sldId="334"/>
            <ac:spMk id="5" creationId="{36CE4682-94CC-687F-BDCA-6BD6EE76A389}"/>
          </ac:spMkLst>
        </pc:spChg>
        <pc:spChg chg="mod">
          <ac:chgData name="Paul Winser" userId="c3146a91-e6bd-4264-bd86-e164e04bc32d" providerId="ADAL" clId="{B3FB0B32-E624-4FDC-A836-ED11C6933E6F}" dt="2024-12-02T22:08:53.922" v="193" actId="1076"/>
          <ac:spMkLst>
            <pc:docMk/>
            <pc:sldMk cId="31664646" sldId="334"/>
            <ac:spMk id="6" creationId="{BE7CB256-F4C4-FC42-7C23-D78AC3148BD5}"/>
          </ac:spMkLst>
        </pc:spChg>
        <pc:spChg chg="mod">
          <ac:chgData name="Paul Winser" userId="c3146a91-e6bd-4264-bd86-e164e04bc32d" providerId="ADAL" clId="{B3FB0B32-E624-4FDC-A836-ED11C6933E6F}" dt="2024-12-02T22:08:23.969" v="181" actId="113"/>
          <ac:spMkLst>
            <pc:docMk/>
            <pc:sldMk cId="31664646" sldId="334"/>
            <ac:spMk id="4103" creationId="{8D94FA25-FBBE-D57E-592F-9F8744B02725}"/>
          </ac:spMkLst>
        </pc:spChg>
        <pc:picChg chg="mod">
          <ac:chgData name="Paul Winser" userId="c3146a91-e6bd-4264-bd86-e164e04bc32d" providerId="ADAL" clId="{B3FB0B32-E624-4FDC-A836-ED11C6933E6F}" dt="2024-12-02T22:08:40.654" v="189" actId="1076"/>
          <ac:picMkLst>
            <pc:docMk/>
            <pc:sldMk cId="31664646" sldId="334"/>
            <ac:picMk id="4098" creationId="{5BAFE2FC-045F-AEF8-9B48-DB24597478E5}"/>
          </ac:picMkLst>
        </pc:picChg>
      </pc:sldChg>
      <pc:sldChg chg="delSp modSp mod">
        <pc:chgData name="Paul Winser" userId="c3146a91-e6bd-4264-bd86-e164e04bc32d" providerId="ADAL" clId="{B3FB0B32-E624-4FDC-A836-ED11C6933E6F}" dt="2024-12-02T22:09:20.033" v="204" actId="478"/>
        <pc:sldMkLst>
          <pc:docMk/>
          <pc:sldMk cId="4214023978" sldId="335"/>
        </pc:sldMkLst>
        <pc:spChg chg="mod">
          <ac:chgData name="Paul Winser" userId="c3146a91-e6bd-4264-bd86-e164e04bc32d" providerId="ADAL" clId="{B3FB0B32-E624-4FDC-A836-ED11C6933E6F}" dt="2024-12-02T22:09:00.187" v="195" actId="113"/>
          <ac:spMkLst>
            <pc:docMk/>
            <pc:sldMk cId="4214023978" sldId="335"/>
            <ac:spMk id="2" creationId="{990DBDE8-C673-3E46-6FAF-CFB37214417F}"/>
          </ac:spMkLst>
        </pc:spChg>
        <pc:spChg chg="mod">
          <ac:chgData name="Paul Winser" userId="c3146a91-e6bd-4264-bd86-e164e04bc32d" providerId="ADAL" clId="{B3FB0B32-E624-4FDC-A836-ED11C6933E6F}" dt="2024-12-02T22:09:15.900" v="203" actId="20577"/>
          <ac:spMkLst>
            <pc:docMk/>
            <pc:sldMk cId="4214023978" sldId="335"/>
            <ac:spMk id="3" creationId="{114EC414-4F67-61FB-8CD0-7CF3447E5C03}"/>
          </ac:spMkLst>
        </pc:spChg>
        <pc:spChg chg="del">
          <ac:chgData name="Paul Winser" userId="c3146a91-e6bd-4264-bd86-e164e04bc32d" providerId="ADAL" clId="{B3FB0B32-E624-4FDC-A836-ED11C6933E6F}" dt="2024-12-02T22:09:20.033" v="204" actId="478"/>
          <ac:spMkLst>
            <pc:docMk/>
            <pc:sldMk cId="4214023978" sldId="335"/>
            <ac:spMk id="5" creationId="{4C7644A0-D5CB-A792-95FA-899CCCF2BA55}"/>
          </ac:spMkLst>
        </pc:spChg>
      </pc:sldChg>
      <pc:sldChg chg="delSp modSp mod">
        <pc:chgData name="Paul Winser" userId="c3146a91-e6bd-4264-bd86-e164e04bc32d" providerId="ADAL" clId="{B3FB0B32-E624-4FDC-A836-ED11C6933E6F}" dt="2024-12-02T22:09:41.206" v="210" actId="14100"/>
        <pc:sldMkLst>
          <pc:docMk/>
          <pc:sldMk cId="452417585" sldId="336"/>
        </pc:sldMkLst>
        <pc:spChg chg="mod">
          <ac:chgData name="Paul Winser" userId="c3146a91-e6bd-4264-bd86-e164e04bc32d" providerId="ADAL" clId="{B3FB0B32-E624-4FDC-A836-ED11C6933E6F}" dt="2024-12-02T22:09:24.317" v="205" actId="113"/>
          <ac:spMkLst>
            <pc:docMk/>
            <pc:sldMk cId="452417585" sldId="336"/>
            <ac:spMk id="2" creationId="{E7E3B02C-4B87-3880-56ED-94E1EEDE365D}"/>
          </ac:spMkLst>
        </pc:spChg>
        <pc:spChg chg="mod">
          <ac:chgData name="Paul Winser" userId="c3146a91-e6bd-4264-bd86-e164e04bc32d" providerId="ADAL" clId="{B3FB0B32-E624-4FDC-A836-ED11C6933E6F}" dt="2024-12-02T22:09:41.206" v="210" actId="14100"/>
          <ac:spMkLst>
            <pc:docMk/>
            <pc:sldMk cId="452417585" sldId="336"/>
            <ac:spMk id="3" creationId="{5F153E9E-69A0-4F2B-EB20-CB86D4B685AA}"/>
          </ac:spMkLst>
        </pc:spChg>
        <pc:spChg chg="del">
          <ac:chgData name="Paul Winser" userId="c3146a91-e6bd-4264-bd86-e164e04bc32d" providerId="ADAL" clId="{B3FB0B32-E624-4FDC-A836-ED11C6933E6F}" dt="2024-12-02T22:09:38.078" v="209" actId="478"/>
          <ac:spMkLst>
            <pc:docMk/>
            <pc:sldMk cId="452417585" sldId="336"/>
            <ac:spMk id="5" creationId="{6D3DF504-30DB-78DE-44B8-D0FAF4150B8C}"/>
          </ac:spMkLst>
        </pc:spChg>
      </pc:sldChg>
      <pc:sldChg chg="delSp modSp mod">
        <pc:chgData name="Paul Winser" userId="c3146a91-e6bd-4264-bd86-e164e04bc32d" providerId="ADAL" clId="{B3FB0B32-E624-4FDC-A836-ED11C6933E6F}" dt="2024-12-02T22:09:51.176" v="214" actId="478"/>
        <pc:sldMkLst>
          <pc:docMk/>
          <pc:sldMk cId="3380231533" sldId="337"/>
        </pc:sldMkLst>
        <pc:spChg chg="mod">
          <ac:chgData name="Paul Winser" userId="c3146a91-e6bd-4264-bd86-e164e04bc32d" providerId="ADAL" clId="{B3FB0B32-E624-4FDC-A836-ED11C6933E6F}" dt="2024-12-02T22:09:45.468" v="211" actId="113"/>
          <ac:spMkLst>
            <pc:docMk/>
            <pc:sldMk cId="3380231533" sldId="337"/>
            <ac:spMk id="2" creationId="{3231776E-29C2-6DEB-0C45-8CFB1C38D052}"/>
          </ac:spMkLst>
        </pc:spChg>
        <pc:spChg chg="mod">
          <ac:chgData name="Paul Winser" userId="c3146a91-e6bd-4264-bd86-e164e04bc32d" providerId="ADAL" clId="{B3FB0B32-E624-4FDC-A836-ED11C6933E6F}" dt="2024-12-02T22:09:48.094" v="213" actId="6549"/>
          <ac:spMkLst>
            <pc:docMk/>
            <pc:sldMk cId="3380231533" sldId="337"/>
            <ac:spMk id="3" creationId="{242C59D7-3E30-EA6F-E774-C10547C118FC}"/>
          </ac:spMkLst>
        </pc:spChg>
        <pc:spChg chg="del">
          <ac:chgData name="Paul Winser" userId="c3146a91-e6bd-4264-bd86-e164e04bc32d" providerId="ADAL" clId="{B3FB0B32-E624-4FDC-A836-ED11C6933E6F}" dt="2024-12-02T22:09:51.176" v="214" actId="478"/>
          <ac:spMkLst>
            <pc:docMk/>
            <pc:sldMk cId="3380231533" sldId="337"/>
            <ac:spMk id="5" creationId="{29E37B08-91AD-2BCA-094A-73A0A3092694}"/>
          </ac:spMkLst>
        </pc:spChg>
      </pc:sldChg>
    </pc:docChg>
  </pc:docChgLst>
  <pc:docChgLst>
    <pc:chgData name="Paul Winser" userId="c3146a91-e6bd-4264-bd86-e164e04bc32d" providerId="ADAL" clId="{F9E82B4D-E852-4353-8493-14A4DAE9FE41}"/>
    <pc:docChg chg="undo custSel addSld delSld modSld">
      <pc:chgData name="Paul Winser" userId="c3146a91-e6bd-4264-bd86-e164e04bc32d" providerId="ADAL" clId="{F9E82B4D-E852-4353-8493-14A4DAE9FE41}" dt="2024-12-02T21:56:02.752" v="5" actId="47"/>
      <pc:docMkLst>
        <pc:docMk/>
      </pc:docMkLst>
      <pc:sldChg chg="add del modTransition">
        <pc:chgData name="Paul Winser" userId="c3146a91-e6bd-4264-bd86-e164e04bc32d" providerId="ADAL" clId="{F9E82B4D-E852-4353-8493-14A4DAE9FE41}" dt="2024-12-02T21:55:59.219" v="4"/>
        <pc:sldMkLst>
          <pc:docMk/>
          <pc:sldMk cId="0" sldId="256"/>
        </pc:sldMkLst>
      </pc:sldChg>
      <pc:sldChg chg="add del">
        <pc:chgData name="Paul Winser" userId="c3146a91-e6bd-4264-bd86-e164e04bc32d" providerId="ADAL" clId="{F9E82B4D-E852-4353-8493-14A4DAE9FE41}" dt="2024-12-02T21:56:02.752" v="5" actId="47"/>
        <pc:sldMkLst>
          <pc:docMk/>
          <pc:sldMk cId="0" sldId="257"/>
        </pc:sldMkLst>
      </pc:sldChg>
      <pc:sldChg chg="add del modTransition">
        <pc:chgData name="Paul Winser" userId="c3146a91-e6bd-4264-bd86-e164e04bc32d" providerId="ADAL" clId="{F9E82B4D-E852-4353-8493-14A4DAE9FE41}" dt="2024-12-02T21:55:59.219" v="4"/>
        <pc:sldMkLst>
          <pc:docMk/>
          <pc:sldMk cId="0" sldId="258"/>
        </pc:sldMkLst>
      </pc:sldChg>
      <pc:sldChg chg="add modTransition">
        <pc:chgData name="Paul Winser" userId="c3146a91-e6bd-4264-bd86-e164e04bc32d" providerId="ADAL" clId="{F9E82B4D-E852-4353-8493-14A4DAE9FE41}" dt="2024-12-02T21:55:59.219" v="4"/>
        <pc:sldMkLst>
          <pc:docMk/>
          <pc:sldMk cId="0" sldId="259"/>
        </pc:sldMkLst>
      </pc:sldChg>
      <pc:sldChg chg="add del modTransition">
        <pc:chgData name="Paul Winser" userId="c3146a91-e6bd-4264-bd86-e164e04bc32d" providerId="ADAL" clId="{F9E82B4D-E852-4353-8493-14A4DAE9FE41}" dt="2024-12-02T21:55:59.219" v="4"/>
        <pc:sldMkLst>
          <pc:docMk/>
          <pc:sldMk cId="0" sldId="272"/>
        </pc:sldMkLst>
      </pc:sldChg>
      <pc:sldChg chg="add del modTransition">
        <pc:chgData name="Paul Winser" userId="c3146a91-e6bd-4264-bd86-e164e04bc32d" providerId="ADAL" clId="{F9E82B4D-E852-4353-8493-14A4DAE9FE41}" dt="2024-12-02T21:55:59.219" v="4"/>
        <pc:sldMkLst>
          <pc:docMk/>
          <pc:sldMk cId="884549766" sldId="305"/>
        </pc:sldMkLst>
      </pc:sldChg>
      <pc:sldChg chg="add del modTransition">
        <pc:chgData name="Paul Winser" userId="c3146a91-e6bd-4264-bd86-e164e04bc32d" providerId="ADAL" clId="{F9E82B4D-E852-4353-8493-14A4DAE9FE41}" dt="2024-12-02T21:55:59.219" v="4"/>
        <pc:sldMkLst>
          <pc:docMk/>
          <pc:sldMk cId="588007661" sldId="306"/>
        </pc:sldMkLst>
      </pc:sldChg>
      <pc:sldChg chg="add del">
        <pc:chgData name="Paul Winser" userId="c3146a91-e6bd-4264-bd86-e164e04bc32d" providerId="ADAL" clId="{F9E82B4D-E852-4353-8493-14A4DAE9FE41}" dt="2024-12-02T21:55:46.618" v="3" actId="47"/>
        <pc:sldMkLst>
          <pc:docMk/>
          <pc:sldMk cId="3621417310" sldId="307"/>
        </pc:sldMkLst>
      </pc:sldChg>
      <pc:sldChg chg="add del modTransition">
        <pc:chgData name="Paul Winser" userId="c3146a91-e6bd-4264-bd86-e164e04bc32d" providerId="ADAL" clId="{F9E82B4D-E852-4353-8493-14A4DAE9FE41}" dt="2024-12-02T21:55:59.219" v="4"/>
        <pc:sldMkLst>
          <pc:docMk/>
          <pc:sldMk cId="2005355495" sldId="308"/>
        </pc:sldMkLst>
      </pc:sldChg>
      <pc:sldChg chg="add modTransition">
        <pc:chgData name="Paul Winser" userId="c3146a91-e6bd-4264-bd86-e164e04bc32d" providerId="ADAL" clId="{F9E82B4D-E852-4353-8493-14A4DAE9FE41}" dt="2024-12-02T21:55:59.219" v="4"/>
        <pc:sldMkLst>
          <pc:docMk/>
          <pc:sldMk cId="47175209" sldId="309"/>
        </pc:sldMkLst>
      </pc:sldChg>
      <pc:sldChg chg="add modTransition">
        <pc:chgData name="Paul Winser" userId="c3146a91-e6bd-4264-bd86-e164e04bc32d" providerId="ADAL" clId="{F9E82B4D-E852-4353-8493-14A4DAE9FE41}" dt="2024-12-02T21:55:59.219" v="4"/>
        <pc:sldMkLst>
          <pc:docMk/>
          <pc:sldMk cId="405153183" sldId="310"/>
        </pc:sldMkLst>
      </pc:sldChg>
      <pc:sldChg chg="add del">
        <pc:chgData name="Paul Winser" userId="c3146a91-e6bd-4264-bd86-e164e04bc32d" providerId="ADAL" clId="{F9E82B4D-E852-4353-8493-14A4DAE9FE41}" dt="2024-12-02T21:55:46.618" v="3" actId="47"/>
        <pc:sldMkLst>
          <pc:docMk/>
          <pc:sldMk cId="764551706" sldId="310"/>
        </pc:sldMkLst>
      </pc:sldChg>
      <pc:sldChg chg="add del">
        <pc:chgData name="Paul Winser" userId="c3146a91-e6bd-4264-bd86-e164e04bc32d" providerId="ADAL" clId="{F9E82B4D-E852-4353-8493-14A4DAE9FE41}" dt="2024-12-02T21:55:46.618" v="3" actId="47"/>
        <pc:sldMkLst>
          <pc:docMk/>
          <pc:sldMk cId="974393835" sldId="311"/>
        </pc:sldMkLst>
      </pc:sldChg>
      <pc:sldChg chg="add modTransition">
        <pc:chgData name="Paul Winser" userId="c3146a91-e6bd-4264-bd86-e164e04bc32d" providerId="ADAL" clId="{F9E82B4D-E852-4353-8493-14A4DAE9FE41}" dt="2024-12-02T21:55:59.219" v="4"/>
        <pc:sldMkLst>
          <pc:docMk/>
          <pc:sldMk cId="3930420227" sldId="311"/>
        </pc:sldMkLst>
      </pc:sldChg>
      <pc:sldChg chg="add modTransition">
        <pc:chgData name="Paul Winser" userId="c3146a91-e6bd-4264-bd86-e164e04bc32d" providerId="ADAL" clId="{F9E82B4D-E852-4353-8493-14A4DAE9FE41}" dt="2024-12-02T21:55:59.219" v="4"/>
        <pc:sldMkLst>
          <pc:docMk/>
          <pc:sldMk cId="3853473641" sldId="312"/>
        </pc:sldMkLst>
      </pc:sldChg>
      <pc:sldChg chg="add del">
        <pc:chgData name="Paul Winser" userId="c3146a91-e6bd-4264-bd86-e164e04bc32d" providerId="ADAL" clId="{F9E82B4D-E852-4353-8493-14A4DAE9FE41}" dt="2024-12-02T21:55:46.618" v="3" actId="47"/>
        <pc:sldMkLst>
          <pc:docMk/>
          <pc:sldMk cId="4034434990" sldId="312"/>
        </pc:sldMkLst>
      </pc:sldChg>
      <pc:sldChg chg="add del">
        <pc:chgData name="Paul Winser" userId="c3146a91-e6bd-4264-bd86-e164e04bc32d" providerId="ADAL" clId="{F9E82B4D-E852-4353-8493-14A4DAE9FE41}" dt="2024-12-02T21:55:46.618" v="3" actId="47"/>
        <pc:sldMkLst>
          <pc:docMk/>
          <pc:sldMk cId="1911081874" sldId="313"/>
        </pc:sldMkLst>
      </pc:sldChg>
      <pc:sldChg chg="add modTransition">
        <pc:chgData name="Paul Winser" userId="c3146a91-e6bd-4264-bd86-e164e04bc32d" providerId="ADAL" clId="{F9E82B4D-E852-4353-8493-14A4DAE9FE41}" dt="2024-12-02T21:55:59.219" v="4"/>
        <pc:sldMkLst>
          <pc:docMk/>
          <pc:sldMk cId="3486315166" sldId="313"/>
        </pc:sldMkLst>
      </pc:sldChg>
      <pc:sldChg chg="add del">
        <pc:chgData name="Paul Winser" userId="c3146a91-e6bd-4264-bd86-e164e04bc32d" providerId="ADAL" clId="{F9E82B4D-E852-4353-8493-14A4DAE9FE41}" dt="2024-12-02T21:55:46.618" v="3" actId="47"/>
        <pc:sldMkLst>
          <pc:docMk/>
          <pc:sldMk cId="3395974378" sldId="314"/>
        </pc:sldMkLst>
      </pc:sldChg>
      <pc:sldChg chg="add del">
        <pc:chgData name="Paul Winser" userId="c3146a91-e6bd-4264-bd86-e164e04bc32d" providerId="ADAL" clId="{F9E82B4D-E852-4353-8493-14A4DAE9FE41}" dt="2024-12-02T21:55:46.618" v="3" actId="47"/>
        <pc:sldMkLst>
          <pc:docMk/>
          <pc:sldMk cId="1352240843" sldId="315"/>
        </pc:sldMkLst>
      </pc:sldChg>
      <pc:sldChg chg="add">
        <pc:chgData name="Paul Winser" userId="c3146a91-e6bd-4264-bd86-e164e04bc32d" providerId="ADAL" clId="{F9E82B4D-E852-4353-8493-14A4DAE9FE41}" dt="2024-12-02T21:55:59.219" v="4"/>
        <pc:sldMkLst>
          <pc:docMk/>
          <pc:sldMk cId="3618944583" sldId="315"/>
        </pc:sldMkLst>
      </pc:sldChg>
      <pc:sldChg chg="add del">
        <pc:chgData name="Paul Winser" userId="c3146a91-e6bd-4264-bd86-e164e04bc32d" providerId="ADAL" clId="{F9E82B4D-E852-4353-8493-14A4DAE9FE41}" dt="2024-12-02T21:55:46.618" v="3" actId="47"/>
        <pc:sldMkLst>
          <pc:docMk/>
          <pc:sldMk cId="1627665331" sldId="316"/>
        </pc:sldMkLst>
      </pc:sldChg>
      <pc:sldChg chg="add modTransition">
        <pc:chgData name="Paul Winser" userId="c3146a91-e6bd-4264-bd86-e164e04bc32d" providerId="ADAL" clId="{F9E82B4D-E852-4353-8493-14A4DAE9FE41}" dt="2024-12-02T21:55:59.219" v="4"/>
        <pc:sldMkLst>
          <pc:docMk/>
          <pc:sldMk cId="2452462563" sldId="316"/>
        </pc:sldMkLst>
      </pc:sldChg>
      <pc:sldChg chg="add modTransition">
        <pc:chgData name="Paul Winser" userId="c3146a91-e6bd-4264-bd86-e164e04bc32d" providerId="ADAL" clId="{F9E82B4D-E852-4353-8493-14A4DAE9FE41}" dt="2024-12-02T21:55:59.219" v="4"/>
        <pc:sldMkLst>
          <pc:docMk/>
          <pc:sldMk cId="2057599724" sldId="317"/>
        </pc:sldMkLst>
      </pc:sldChg>
      <pc:sldChg chg="add del">
        <pc:chgData name="Paul Winser" userId="c3146a91-e6bd-4264-bd86-e164e04bc32d" providerId="ADAL" clId="{F9E82B4D-E852-4353-8493-14A4DAE9FE41}" dt="2024-12-02T21:55:46.618" v="3" actId="47"/>
        <pc:sldMkLst>
          <pc:docMk/>
          <pc:sldMk cId="2403709122" sldId="317"/>
        </pc:sldMkLst>
      </pc:sldChg>
      <pc:sldChg chg="add del">
        <pc:chgData name="Paul Winser" userId="c3146a91-e6bd-4264-bd86-e164e04bc32d" providerId="ADAL" clId="{F9E82B4D-E852-4353-8493-14A4DAE9FE41}" dt="2024-12-02T21:55:46.618" v="3" actId="47"/>
        <pc:sldMkLst>
          <pc:docMk/>
          <pc:sldMk cId="579633034" sldId="318"/>
        </pc:sldMkLst>
      </pc:sldChg>
      <pc:sldChg chg="add modTransition">
        <pc:chgData name="Paul Winser" userId="c3146a91-e6bd-4264-bd86-e164e04bc32d" providerId="ADAL" clId="{F9E82B4D-E852-4353-8493-14A4DAE9FE41}" dt="2024-12-02T21:55:59.219" v="4"/>
        <pc:sldMkLst>
          <pc:docMk/>
          <pc:sldMk cId="2373966704" sldId="318"/>
        </pc:sldMkLst>
      </pc:sldChg>
      <pc:sldChg chg="add modTransition">
        <pc:chgData name="Paul Winser" userId="c3146a91-e6bd-4264-bd86-e164e04bc32d" providerId="ADAL" clId="{F9E82B4D-E852-4353-8493-14A4DAE9FE41}" dt="2024-12-02T21:55:59.219" v="4"/>
        <pc:sldMkLst>
          <pc:docMk/>
          <pc:sldMk cId="2746247784" sldId="319"/>
        </pc:sldMkLst>
      </pc:sldChg>
      <pc:sldChg chg="add del">
        <pc:chgData name="Paul Winser" userId="c3146a91-e6bd-4264-bd86-e164e04bc32d" providerId="ADAL" clId="{F9E82B4D-E852-4353-8493-14A4DAE9FE41}" dt="2024-12-02T21:55:46.618" v="3" actId="47"/>
        <pc:sldMkLst>
          <pc:docMk/>
          <pc:sldMk cId="3013862360" sldId="319"/>
        </pc:sldMkLst>
      </pc:sldChg>
      <pc:sldChg chg="add del">
        <pc:chgData name="Paul Winser" userId="c3146a91-e6bd-4264-bd86-e164e04bc32d" providerId="ADAL" clId="{F9E82B4D-E852-4353-8493-14A4DAE9FE41}" dt="2024-12-02T21:55:46.618" v="3" actId="47"/>
        <pc:sldMkLst>
          <pc:docMk/>
          <pc:sldMk cId="78680906" sldId="320"/>
        </pc:sldMkLst>
      </pc:sldChg>
      <pc:sldChg chg="add modTransition">
        <pc:chgData name="Paul Winser" userId="c3146a91-e6bd-4264-bd86-e164e04bc32d" providerId="ADAL" clId="{F9E82B4D-E852-4353-8493-14A4DAE9FE41}" dt="2024-12-02T21:55:59.219" v="4"/>
        <pc:sldMkLst>
          <pc:docMk/>
          <pc:sldMk cId="2370580187" sldId="320"/>
        </pc:sldMkLst>
      </pc:sldChg>
      <pc:sldChg chg="add del">
        <pc:chgData name="Paul Winser" userId="c3146a91-e6bd-4264-bd86-e164e04bc32d" providerId="ADAL" clId="{F9E82B4D-E852-4353-8493-14A4DAE9FE41}" dt="2024-12-02T21:55:46.618" v="3" actId="47"/>
        <pc:sldMkLst>
          <pc:docMk/>
          <pc:sldMk cId="2479813821" sldId="321"/>
        </pc:sldMkLst>
      </pc:sldChg>
      <pc:sldChg chg="add modTransition">
        <pc:chgData name="Paul Winser" userId="c3146a91-e6bd-4264-bd86-e164e04bc32d" providerId="ADAL" clId="{F9E82B4D-E852-4353-8493-14A4DAE9FE41}" dt="2024-12-02T21:55:59.219" v="4"/>
        <pc:sldMkLst>
          <pc:docMk/>
          <pc:sldMk cId="4232425861" sldId="321"/>
        </pc:sldMkLst>
      </pc:sldChg>
      <pc:sldChg chg="add del">
        <pc:chgData name="Paul Winser" userId="c3146a91-e6bd-4264-bd86-e164e04bc32d" providerId="ADAL" clId="{F9E82B4D-E852-4353-8493-14A4DAE9FE41}" dt="2024-12-02T21:55:46.618" v="3" actId="47"/>
        <pc:sldMkLst>
          <pc:docMk/>
          <pc:sldMk cId="885582800" sldId="322"/>
        </pc:sldMkLst>
      </pc:sldChg>
      <pc:sldChg chg="add modTransition">
        <pc:chgData name="Paul Winser" userId="c3146a91-e6bd-4264-bd86-e164e04bc32d" providerId="ADAL" clId="{F9E82B4D-E852-4353-8493-14A4DAE9FE41}" dt="2024-12-02T21:55:59.219" v="4"/>
        <pc:sldMkLst>
          <pc:docMk/>
          <pc:sldMk cId="3463280348" sldId="322"/>
        </pc:sldMkLst>
      </pc:sldChg>
      <pc:sldChg chg="add modTransition">
        <pc:chgData name="Paul Winser" userId="c3146a91-e6bd-4264-bd86-e164e04bc32d" providerId="ADAL" clId="{F9E82B4D-E852-4353-8493-14A4DAE9FE41}" dt="2024-12-02T21:55:59.219" v="4"/>
        <pc:sldMkLst>
          <pc:docMk/>
          <pc:sldMk cId="2016981804" sldId="323"/>
        </pc:sldMkLst>
      </pc:sldChg>
      <pc:sldChg chg="add del">
        <pc:chgData name="Paul Winser" userId="c3146a91-e6bd-4264-bd86-e164e04bc32d" providerId="ADAL" clId="{F9E82B4D-E852-4353-8493-14A4DAE9FE41}" dt="2024-12-02T21:55:46.618" v="3" actId="47"/>
        <pc:sldMkLst>
          <pc:docMk/>
          <pc:sldMk cId="3005943211" sldId="323"/>
        </pc:sldMkLst>
      </pc:sldChg>
      <pc:sldChg chg="add modTransition">
        <pc:chgData name="Paul Winser" userId="c3146a91-e6bd-4264-bd86-e164e04bc32d" providerId="ADAL" clId="{F9E82B4D-E852-4353-8493-14A4DAE9FE41}" dt="2024-12-02T21:55:59.219" v="4"/>
        <pc:sldMkLst>
          <pc:docMk/>
          <pc:sldMk cId="843607870" sldId="324"/>
        </pc:sldMkLst>
      </pc:sldChg>
      <pc:sldChg chg="add del">
        <pc:chgData name="Paul Winser" userId="c3146a91-e6bd-4264-bd86-e164e04bc32d" providerId="ADAL" clId="{F9E82B4D-E852-4353-8493-14A4DAE9FE41}" dt="2024-12-02T21:55:46.618" v="3" actId="47"/>
        <pc:sldMkLst>
          <pc:docMk/>
          <pc:sldMk cId="1724359565" sldId="324"/>
        </pc:sldMkLst>
      </pc:sldChg>
      <pc:sldChg chg="add del">
        <pc:chgData name="Paul Winser" userId="c3146a91-e6bd-4264-bd86-e164e04bc32d" providerId="ADAL" clId="{F9E82B4D-E852-4353-8493-14A4DAE9FE41}" dt="2024-12-02T21:55:46.618" v="3" actId="47"/>
        <pc:sldMkLst>
          <pc:docMk/>
          <pc:sldMk cId="964188562" sldId="325"/>
        </pc:sldMkLst>
      </pc:sldChg>
      <pc:sldChg chg="add modTransition">
        <pc:chgData name="Paul Winser" userId="c3146a91-e6bd-4264-bd86-e164e04bc32d" providerId="ADAL" clId="{F9E82B4D-E852-4353-8493-14A4DAE9FE41}" dt="2024-12-02T21:55:59.219" v="4"/>
        <pc:sldMkLst>
          <pc:docMk/>
          <pc:sldMk cId="3319776590" sldId="325"/>
        </pc:sldMkLst>
      </pc:sldChg>
      <pc:sldChg chg="add del">
        <pc:chgData name="Paul Winser" userId="c3146a91-e6bd-4264-bd86-e164e04bc32d" providerId="ADAL" clId="{F9E82B4D-E852-4353-8493-14A4DAE9FE41}" dt="2024-12-02T21:55:46.618" v="3" actId="47"/>
        <pc:sldMkLst>
          <pc:docMk/>
          <pc:sldMk cId="870885358" sldId="326"/>
        </pc:sldMkLst>
      </pc:sldChg>
      <pc:sldChg chg="add modTransition">
        <pc:chgData name="Paul Winser" userId="c3146a91-e6bd-4264-bd86-e164e04bc32d" providerId="ADAL" clId="{F9E82B4D-E852-4353-8493-14A4DAE9FE41}" dt="2024-12-02T21:55:59.219" v="4"/>
        <pc:sldMkLst>
          <pc:docMk/>
          <pc:sldMk cId="1731855893" sldId="326"/>
        </pc:sldMkLst>
      </pc:sldChg>
      <pc:sldChg chg="add modTransition">
        <pc:chgData name="Paul Winser" userId="c3146a91-e6bd-4264-bd86-e164e04bc32d" providerId="ADAL" clId="{F9E82B4D-E852-4353-8493-14A4DAE9FE41}" dt="2024-12-02T21:55:59.219" v="4"/>
        <pc:sldMkLst>
          <pc:docMk/>
          <pc:sldMk cId="1770999964" sldId="327"/>
        </pc:sldMkLst>
      </pc:sldChg>
      <pc:sldChg chg="add del">
        <pc:chgData name="Paul Winser" userId="c3146a91-e6bd-4264-bd86-e164e04bc32d" providerId="ADAL" clId="{F9E82B4D-E852-4353-8493-14A4DAE9FE41}" dt="2024-12-02T21:55:46.618" v="3" actId="47"/>
        <pc:sldMkLst>
          <pc:docMk/>
          <pc:sldMk cId="2691130318" sldId="327"/>
        </pc:sldMkLst>
      </pc:sldChg>
      <pc:sldChg chg="add modTransition">
        <pc:chgData name="Paul Winser" userId="c3146a91-e6bd-4264-bd86-e164e04bc32d" providerId="ADAL" clId="{F9E82B4D-E852-4353-8493-14A4DAE9FE41}" dt="2024-12-02T21:55:59.219" v="4"/>
        <pc:sldMkLst>
          <pc:docMk/>
          <pc:sldMk cId="991781415" sldId="328"/>
        </pc:sldMkLst>
      </pc:sldChg>
      <pc:sldChg chg="add del">
        <pc:chgData name="Paul Winser" userId="c3146a91-e6bd-4264-bd86-e164e04bc32d" providerId="ADAL" clId="{F9E82B4D-E852-4353-8493-14A4DAE9FE41}" dt="2024-12-02T21:55:46.618" v="3" actId="47"/>
        <pc:sldMkLst>
          <pc:docMk/>
          <pc:sldMk cId="2854561122" sldId="328"/>
        </pc:sldMkLst>
      </pc:sldChg>
      <pc:sldChg chg="add modTransition">
        <pc:chgData name="Paul Winser" userId="c3146a91-e6bd-4264-bd86-e164e04bc32d" providerId="ADAL" clId="{F9E82B4D-E852-4353-8493-14A4DAE9FE41}" dt="2024-12-02T21:55:59.219" v="4"/>
        <pc:sldMkLst>
          <pc:docMk/>
          <pc:sldMk cId="2002698621" sldId="329"/>
        </pc:sldMkLst>
      </pc:sldChg>
      <pc:sldChg chg="add modTransition">
        <pc:chgData name="Paul Winser" userId="c3146a91-e6bd-4264-bd86-e164e04bc32d" providerId="ADAL" clId="{F9E82B4D-E852-4353-8493-14A4DAE9FE41}" dt="2024-12-02T21:55:59.219" v="4"/>
        <pc:sldMkLst>
          <pc:docMk/>
          <pc:sldMk cId="2052887839" sldId="330"/>
        </pc:sldMkLst>
      </pc:sldChg>
      <pc:sldChg chg="add del">
        <pc:chgData name="Paul Winser" userId="c3146a91-e6bd-4264-bd86-e164e04bc32d" providerId="ADAL" clId="{F9E82B4D-E852-4353-8493-14A4DAE9FE41}" dt="2024-12-02T21:55:46.618" v="3" actId="47"/>
        <pc:sldMkLst>
          <pc:docMk/>
          <pc:sldMk cId="2195177193" sldId="330"/>
        </pc:sldMkLst>
      </pc:sldChg>
      <pc:sldChg chg="add del">
        <pc:chgData name="Paul Winser" userId="c3146a91-e6bd-4264-bd86-e164e04bc32d" providerId="ADAL" clId="{F9E82B4D-E852-4353-8493-14A4DAE9FE41}" dt="2024-12-02T21:55:46.618" v="3" actId="47"/>
        <pc:sldMkLst>
          <pc:docMk/>
          <pc:sldMk cId="2664022574" sldId="331"/>
        </pc:sldMkLst>
      </pc:sldChg>
      <pc:sldChg chg="add modTransition">
        <pc:chgData name="Paul Winser" userId="c3146a91-e6bd-4264-bd86-e164e04bc32d" providerId="ADAL" clId="{F9E82B4D-E852-4353-8493-14A4DAE9FE41}" dt="2024-12-02T21:55:59.219" v="4"/>
        <pc:sldMkLst>
          <pc:docMk/>
          <pc:sldMk cId="2759541879" sldId="331"/>
        </pc:sldMkLst>
      </pc:sldChg>
      <pc:sldChg chg="add del">
        <pc:chgData name="Paul Winser" userId="c3146a91-e6bd-4264-bd86-e164e04bc32d" providerId="ADAL" clId="{F9E82B4D-E852-4353-8493-14A4DAE9FE41}" dt="2024-12-02T21:55:46.618" v="3" actId="47"/>
        <pc:sldMkLst>
          <pc:docMk/>
          <pc:sldMk cId="386972642" sldId="332"/>
        </pc:sldMkLst>
      </pc:sldChg>
      <pc:sldChg chg="add modTransition">
        <pc:chgData name="Paul Winser" userId="c3146a91-e6bd-4264-bd86-e164e04bc32d" providerId="ADAL" clId="{F9E82B4D-E852-4353-8493-14A4DAE9FE41}" dt="2024-12-02T21:55:59.219" v="4"/>
        <pc:sldMkLst>
          <pc:docMk/>
          <pc:sldMk cId="1808610365" sldId="332"/>
        </pc:sldMkLst>
      </pc:sldChg>
      <pc:sldChg chg="add modTransition">
        <pc:chgData name="Paul Winser" userId="c3146a91-e6bd-4264-bd86-e164e04bc32d" providerId="ADAL" clId="{F9E82B4D-E852-4353-8493-14A4DAE9FE41}" dt="2024-12-02T21:55:59.219" v="4"/>
        <pc:sldMkLst>
          <pc:docMk/>
          <pc:sldMk cId="1505094821" sldId="333"/>
        </pc:sldMkLst>
      </pc:sldChg>
      <pc:sldChg chg="add del">
        <pc:chgData name="Paul Winser" userId="c3146a91-e6bd-4264-bd86-e164e04bc32d" providerId="ADAL" clId="{F9E82B4D-E852-4353-8493-14A4DAE9FE41}" dt="2024-12-02T21:55:46.618" v="3" actId="47"/>
        <pc:sldMkLst>
          <pc:docMk/>
          <pc:sldMk cId="4196690282" sldId="333"/>
        </pc:sldMkLst>
      </pc:sldChg>
      <pc:sldChg chg="add modTransition">
        <pc:chgData name="Paul Winser" userId="c3146a91-e6bd-4264-bd86-e164e04bc32d" providerId="ADAL" clId="{F9E82B4D-E852-4353-8493-14A4DAE9FE41}" dt="2024-12-02T21:55:59.219" v="4"/>
        <pc:sldMkLst>
          <pc:docMk/>
          <pc:sldMk cId="31664646" sldId="334"/>
        </pc:sldMkLst>
      </pc:sldChg>
      <pc:sldChg chg="add del">
        <pc:chgData name="Paul Winser" userId="c3146a91-e6bd-4264-bd86-e164e04bc32d" providerId="ADAL" clId="{F9E82B4D-E852-4353-8493-14A4DAE9FE41}" dt="2024-12-02T21:55:46.618" v="3" actId="47"/>
        <pc:sldMkLst>
          <pc:docMk/>
          <pc:sldMk cId="1194512301" sldId="334"/>
        </pc:sldMkLst>
      </pc:sldChg>
      <pc:sldChg chg="del">
        <pc:chgData name="Paul Winser" userId="c3146a91-e6bd-4264-bd86-e164e04bc32d" providerId="ADAL" clId="{F9E82B4D-E852-4353-8493-14A4DAE9FE41}" dt="2024-12-02T21:55:34.918" v="0" actId="47"/>
        <pc:sldMkLst>
          <pc:docMk/>
          <pc:sldMk cId="2110143673" sldId="335"/>
        </pc:sldMkLst>
      </pc:sldChg>
      <pc:sldChg chg="add modTransition">
        <pc:chgData name="Paul Winser" userId="c3146a91-e6bd-4264-bd86-e164e04bc32d" providerId="ADAL" clId="{F9E82B4D-E852-4353-8493-14A4DAE9FE41}" dt="2024-12-02T21:55:59.219" v="4"/>
        <pc:sldMkLst>
          <pc:docMk/>
          <pc:sldMk cId="4214023978" sldId="335"/>
        </pc:sldMkLst>
      </pc:sldChg>
      <pc:sldChg chg="add modTransition">
        <pc:chgData name="Paul Winser" userId="c3146a91-e6bd-4264-bd86-e164e04bc32d" providerId="ADAL" clId="{F9E82B4D-E852-4353-8493-14A4DAE9FE41}" dt="2024-12-02T21:55:59.219" v="4"/>
        <pc:sldMkLst>
          <pc:docMk/>
          <pc:sldMk cId="452417585" sldId="336"/>
        </pc:sldMkLst>
      </pc:sldChg>
      <pc:sldChg chg="add modTransition">
        <pc:chgData name="Paul Winser" userId="c3146a91-e6bd-4264-bd86-e164e04bc32d" providerId="ADAL" clId="{F9E82B4D-E852-4353-8493-14A4DAE9FE41}" dt="2024-12-02T21:55:59.219" v="4"/>
        <pc:sldMkLst>
          <pc:docMk/>
          <pc:sldMk cId="3380231533" sldId="337"/>
        </pc:sldMkLst>
      </pc:sldChg>
      <pc:sldMasterChg chg="addSldLayout delSldLayout">
        <pc:chgData name="Paul Winser" userId="c3146a91-e6bd-4264-bd86-e164e04bc32d" providerId="ADAL" clId="{F9E82B4D-E852-4353-8493-14A4DAE9FE41}" dt="2024-12-02T21:55:38.346" v="2" actId="47"/>
        <pc:sldMasterMkLst>
          <pc:docMk/>
          <pc:sldMasterMk cId="1028825263" sldId="2147484864"/>
        </pc:sldMasterMkLst>
        <pc:sldLayoutChg chg="add del">
          <pc:chgData name="Paul Winser" userId="c3146a91-e6bd-4264-bd86-e164e04bc32d" providerId="ADAL" clId="{F9E82B4D-E852-4353-8493-14A4DAE9FE41}" dt="2024-12-02T21:55:38.346" v="2" actId="47"/>
          <pc:sldLayoutMkLst>
            <pc:docMk/>
            <pc:sldMasterMk cId="1028825263" sldId="2147484864"/>
            <pc:sldLayoutMk cId="435013648" sldId="2147484933"/>
          </pc:sldLayoutMkLst>
        </pc:sldLayoutChg>
      </pc:sldMasterChg>
    </pc:docChg>
  </pc:docChgLst>
  <pc:docChgLst>
    <pc:chgData name="Matthew Gregory" userId="S::matthew.gregory2@pearson.com::8c337df5-6986-499e-b190-07598673e62f" providerId="AD" clId="Web-{C0967DC0-5501-50A4-5D23-868F16A6201F}"/>
    <pc:docChg chg="modSld">
      <pc:chgData name="Matthew Gregory" userId="S::matthew.gregory2@pearson.com::8c337df5-6986-499e-b190-07598673e62f" providerId="AD" clId="Web-{C0967DC0-5501-50A4-5D23-868F16A6201F}" dt="2025-01-14T16:30:36.194" v="3"/>
      <pc:docMkLst>
        <pc:docMk/>
      </pc:docMkLst>
      <pc:sldChg chg="modSp">
        <pc:chgData name="Matthew Gregory" userId="S::matthew.gregory2@pearson.com::8c337df5-6986-499e-b190-07598673e62f" providerId="AD" clId="Web-{C0967DC0-5501-50A4-5D23-868F16A6201F}" dt="2025-01-14T16:30:36.194" v="3"/>
        <pc:sldMkLst>
          <pc:docMk/>
          <pc:sldMk cId="2759541879" sldId="331"/>
        </pc:sldMkLst>
        <pc:picChg chg="mod modCrop">
          <ac:chgData name="Matthew Gregory" userId="S::matthew.gregory2@pearson.com::8c337df5-6986-499e-b190-07598673e62f" providerId="AD" clId="Web-{C0967DC0-5501-50A4-5D23-868F16A6201F}" dt="2025-01-14T16:30:36.194" v="3"/>
          <ac:picMkLst>
            <pc:docMk/>
            <pc:sldMk cId="2759541879" sldId="331"/>
            <ac:picMk id="1026" creationId="{87B3808D-CC32-63FB-1DE7-3B50922D36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rtl="1"/>
              <a:t>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rtl="1"/>
              <a:t>3</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36</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8.jpeg"/><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9.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10.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1.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2.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61C2FEF3-7710-C0D4-4D83-42F5578775A8}"/>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B944BC4-3606-1D55-CC88-64C3DF28708D}"/>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a:latin typeface="Sakkal Majalla" panose="02000000000000000000" pitchFamily="2" charset="-78"/>
                <a:cs typeface="Sakkal Majalla" panose="02000000000000000000" pitchFamily="2" charset="-78"/>
              </a:rPr>
              <a:t>شهادة BTEC 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a:latin typeface="Sakkal Majalla" panose="02000000000000000000" pitchFamily="2" charset="-78"/>
                <a:cs typeface="Sakkal Majalla" panose="02000000000000000000" pitchFamily="2" charset="-78"/>
              </a:rPr>
              <a:t>3</a:t>
            </a:r>
            <a:endParaRPr lang="en-US" sz="2500" b="1">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الوحدة 62</a:t>
            </a:r>
            <a:br>
              <a:rPr lang="en-GB" altLang="en-US" sz="4600"/>
            </a:br>
            <a:r>
              <a:rPr lang="ar" sz="4600"/>
              <a:t>التنقل الكهربي </a:t>
            </a:r>
            <a:br>
              <a:rPr lang="en-GB" altLang="en-US" sz="4600"/>
            </a:br>
            <a:br>
              <a:rPr lang="en-US" altLang="en-US" sz="4600"/>
            </a:br>
            <a:endParaRPr lang="en-GB" altLang="en-US" sz="460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lnSpcReduction="10000"/>
          </a:bodyPr>
          <a:lstStyle/>
          <a:p>
            <a:pPr algn="ctr" rtl="1">
              <a:lnSpc>
                <a:spcPct val="90000"/>
              </a:lnSpc>
              <a:spcAft>
                <a:spcPts val="600"/>
              </a:spcAft>
              <a:defRPr/>
            </a:pPr>
            <a:r>
              <a:rPr lang="ar" sz="1400"/>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5D1CA7E7-88E5-47DE-7AF1-B876ADD13CA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الوحدة 62</a:t>
            </a:r>
            <a:br>
              <a:rPr lang="en-GB" altLang="en-US" sz="4600"/>
            </a:br>
            <a:r>
              <a:rPr lang="ar" sz="4600"/>
              <a:t>التنقل الكهربي </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996952"/>
            <a:ext cx="8424935" cy="34658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a:t>في هذه الوحدة، ستتناول البنية التحتية والقوانين والسياسات اللازمة لتمكين انتشار المركبات الكهربائية وزيادة شعبيتها.</a:t>
            </a:r>
          </a:p>
          <a:p>
            <a:pPr marL="0" indent="0" rtl="1">
              <a:buNone/>
            </a:pPr>
            <a:r>
              <a:rPr lang="ar" sz="2600"/>
              <a:t>وسيتضح لك كيف يمكن للمراكز الدولية تلبية الأهداف المحددة في التعاونات الدولية.</a:t>
            </a:r>
          </a:p>
          <a:p>
            <a:pPr marL="0" indent="0" rtl="1">
              <a:buNone/>
            </a:pPr>
            <a:r>
              <a:rPr lang="ar" sz="2600"/>
              <a:t>وستتناول كيفية تعامل مختلف البلدان مع الآثار البيئية المحتملة التي قد تخلقها المركبات الكهربائية.</a:t>
            </a:r>
            <a:endParaRPr lang="en-GB" altLang="en-US" sz="2600">
              <a:solidFill>
                <a:srgbClr val="FF0000"/>
              </a:solidFill>
            </a:endParaRPr>
          </a:p>
        </p:txBody>
      </p:sp>
      <p:sp>
        <p:nvSpPr>
          <p:cNvPr id="2" name="Footer Placeholder 2">
            <a:extLst>
              <a:ext uri="{FF2B5EF4-FFF2-40B4-BE49-F238E27FC236}">
                <a16:creationId xmlns:a16="http://schemas.microsoft.com/office/drawing/2014/main" id="{BA14F14E-C2D3-100E-1498-0B1CF77E745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نتاجات التعلم</a:t>
            </a:r>
            <a:endParaRPr lang="en-GB" altLang="en-US" sz="460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57201" y="2276872"/>
            <a:ext cx="8025336"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a:t>أ 	تعرّف البنية التحتية اللازمة لدعم التكامل الكامل </a:t>
            </a:r>
            <a:br>
              <a:rPr lang="en-US" sz="2600" b="1"/>
            </a:br>
            <a:r>
              <a:rPr lang="ar" sz="2600" b="1"/>
              <a:t>في المركبات الكهربائية والهجينة </a:t>
            </a:r>
          </a:p>
          <a:p>
            <a:pPr marL="404813" indent="-387350" defTabSz="431800" rtl="1">
              <a:buNone/>
            </a:pPr>
            <a:r>
              <a:rPr lang="ar" sz="2600" b="1"/>
              <a:t>ب 	تعرّف السياسات التي تدير عملية الانتقال إلى </a:t>
            </a:r>
            <a:br>
              <a:rPr lang="en-US" sz="2600" b="1"/>
            </a:br>
            <a:r>
              <a:rPr lang="ar" sz="2600" b="1"/>
              <a:t>النقل الداعم الصديق للبيئة</a:t>
            </a:r>
          </a:p>
          <a:p>
            <a:pPr marL="404813" indent="-387350" defTabSz="431800" rtl="1">
              <a:buNone/>
            </a:pPr>
            <a:r>
              <a:rPr lang="ar" sz="2600" b="1"/>
              <a:t>ج 	فهم متطلبات نهاية عمر المركبات الكهربائية والهجينة </a:t>
            </a:r>
          </a:p>
          <a:p>
            <a:pPr marL="404813" indent="-387350" defTabSz="431800" rtl="1">
              <a:buNone/>
            </a:pPr>
            <a:r>
              <a:rPr lang="ar" sz="2600" b="1"/>
              <a:t>د 	فهم أنظمة الوقود الفعالة المتاحة للمركبات. </a:t>
            </a:r>
          </a:p>
          <a:p>
            <a:pPr marL="0" indent="0" defTabSz="431800" rtl="1">
              <a:spcBef>
                <a:spcPts val="1200"/>
              </a:spcBef>
              <a:buFont typeface="Wingdings" panose="05000000000000000000" pitchFamily="2" charset="2"/>
              <a:buNone/>
            </a:pPr>
            <a:endParaRPr lang="en-GB" altLang="en-US" sz="2600" b="1">
              <a:highlight>
                <a:srgbClr val="FFFF00"/>
              </a:highlight>
            </a:endParaRPr>
          </a:p>
          <a:p>
            <a:pPr marL="0" indent="0" defTabSz="431800" rtl="1">
              <a:spcBef>
                <a:spcPts val="1200"/>
              </a:spcBef>
              <a:buFont typeface="Wingdings" panose="05000000000000000000" pitchFamily="2" charset="2"/>
              <a:buNone/>
            </a:pPr>
            <a:br>
              <a:rPr lang="en-GB" altLang="en-US" sz="2600"/>
            </a:br>
            <a:r>
              <a:rPr lang="ar" sz="2600"/>
              <a:t>	</a:t>
            </a:r>
          </a:p>
        </p:txBody>
      </p:sp>
      <p:sp>
        <p:nvSpPr>
          <p:cNvPr id="2" name="Footer Placeholder 2">
            <a:extLst>
              <a:ext uri="{FF2B5EF4-FFF2-40B4-BE49-F238E27FC236}">
                <a16:creationId xmlns:a16="http://schemas.microsoft.com/office/drawing/2014/main" id="{C3077651-FE08-57CE-F635-DFFC57B1451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أ</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431800" rtl="1">
              <a:buNone/>
            </a:pPr>
            <a:r>
              <a:rPr lang="ar" sz="3800" b="1">
                <a:latin typeface="Sakkal Majalla" panose="02000000000000000000" pitchFamily="2" charset="-78"/>
                <a:cs typeface="Sakkal Majalla" panose="02000000000000000000" pitchFamily="2" charset="-78"/>
              </a:rPr>
              <a:t>تعرّف البنية التحتية اللازمة لدعم التكامل الكامل للمركبات الكهربائية والهجينة </a:t>
            </a:r>
          </a:p>
        </p:txBody>
      </p:sp>
      <p:sp>
        <p:nvSpPr>
          <p:cNvPr id="2" name="Footer Placeholder 2">
            <a:extLst>
              <a:ext uri="{FF2B5EF4-FFF2-40B4-BE49-F238E27FC236}">
                <a16:creationId xmlns:a16="http://schemas.microsoft.com/office/drawing/2014/main" id="{25E9B088-B2A3-C0B3-14C2-E4F4C881292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71599" y="2348880"/>
            <a:ext cx="7740761"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0" i="0" u="none" strike="noStrike"/>
              <a:t>تتجه المجتمعات الدولية وصناعة المركبات نحو الكهرباء، لذلك أصبح من الواضح تزايد الحاجة إلى بنية تحتية قوية لدعم المركبات الكهربائية والهجينة بالكامل. </a:t>
            </a:r>
          </a:p>
          <a:p>
            <a:pPr rtl="1"/>
            <a:r>
              <a:rPr lang="ar" sz="2200" b="0" i="0" u="none" strike="noStrike"/>
              <a:t>وهذا التغيير لا يتطلب التنفيذ الواسع النطاق لهذه الأنواع من المركبات فحسب، بل يقتضي أيضًا تطوير شبكة شاملة من البنية التحتية لشحن المركبات ودمج شبكة قوية بما يكفي للتزود بالطاقة قوية .</a:t>
            </a:r>
          </a:p>
          <a:p>
            <a:pPr rtl="1"/>
            <a:r>
              <a:rPr lang="ar" sz="2200"/>
              <a:t>يتطلب الأمر </a:t>
            </a:r>
            <a:r>
              <a:rPr lang="ar" sz="2200" b="0" i="0" u="none" strike="noStrike"/>
              <a:t>أيضًا توافر خدمات صيانة جيدة، وهو ما سيستلزم توفير التدريب المناسب وشبكة من المرائب القادرة على التعامل مع المركبات الكهربائية والهجينة.</a:t>
            </a:r>
            <a:endParaRPr lang="en-GB" altLang="en-US" sz="22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a:latin typeface="Sakkal Majalla" panose="02000000000000000000" pitchFamily="2" charset="-78"/>
                <a:cs typeface="Sakkal Majalla" panose="02000000000000000000" pitchFamily="2" charset="-78"/>
              </a:rPr>
              <a:t>أنظمة الشحن ومواقعه لتلبية احتياجات العملاء </a:t>
            </a:r>
          </a:p>
        </p:txBody>
      </p:sp>
      <p:sp>
        <p:nvSpPr>
          <p:cNvPr id="2" name="Footer Placeholder 2">
            <a:extLst>
              <a:ext uri="{FF2B5EF4-FFF2-40B4-BE49-F238E27FC236}">
                <a16:creationId xmlns:a16="http://schemas.microsoft.com/office/drawing/2014/main" id="{7E62C5BA-0E7D-906A-115A-C5CFC9B823F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5DE2-A305-D316-B7D6-033849B3EAD2}"/>
              </a:ext>
            </a:extLst>
          </p:cNvPr>
          <p:cNvSpPr>
            <a:spLocks noGrp="1"/>
          </p:cNvSpPr>
          <p:nvPr>
            <p:ph type="title"/>
          </p:nvPr>
        </p:nvSpPr>
        <p:spPr>
          <a:xfrm>
            <a:off x="611560" y="1196752"/>
            <a:ext cx="8229600" cy="863600"/>
          </a:xfrm>
        </p:spPr>
        <p:txBody>
          <a:bodyPr rtlCol="1"/>
          <a:lstStyle/>
          <a:p>
            <a:pPr rtl="1"/>
            <a:br>
              <a:rPr lang="en-GB" altLang="en-US" sz="2800" b="1"/>
            </a:br>
            <a:br>
              <a:rPr lang="en-GB" altLang="en-US" sz="2800" b="1"/>
            </a:br>
            <a:r>
              <a:rPr lang="ar" sz="3000" b="1"/>
              <a:t>أنظمة الشحن ومواقعه لتلبية احتياجات العملاء </a:t>
            </a:r>
            <a:br>
              <a:rPr lang="en-GB" altLang="en-US" sz="4400" b="1"/>
            </a:br>
            <a:endParaRPr lang="en-GB"/>
          </a:p>
        </p:txBody>
      </p:sp>
      <p:sp>
        <p:nvSpPr>
          <p:cNvPr id="3" name="Content Placeholder 2">
            <a:extLst>
              <a:ext uri="{FF2B5EF4-FFF2-40B4-BE49-F238E27FC236}">
                <a16:creationId xmlns:a16="http://schemas.microsoft.com/office/drawing/2014/main" id="{3A2EF186-331E-A0C9-1837-D5728F054846}"/>
              </a:ext>
            </a:extLst>
          </p:cNvPr>
          <p:cNvSpPr>
            <a:spLocks noGrp="1"/>
          </p:cNvSpPr>
          <p:nvPr>
            <p:ph sz="half" idx="2"/>
          </p:nvPr>
        </p:nvSpPr>
        <p:spPr>
          <a:xfrm>
            <a:off x="611560" y="2276871"/>
            <a:ext cx="8064190" cy="2376265"/>
          </a:xfrm>
        </p:spPr>
        <p:txBody>
          <a:bodyPr rtlCol="1"/>
          <a:lstStyle/>
          <a:p>
            <a:pPr rtl="1"/>
            <a:r>
              <a:rPr lang="ar" sz="2000" b="1" i="0" u="none" strike="noStrike"/>
              <a:t>تستخدم المركبات الكهربائية (EV)</a:t>
            </a:r>
            <a:r>
              <a:rPr lang="ar" sz="2000" b="0" i="0" u="none" strike="noStrike"/>
              <a:t> والمركبات الكهربائية</a:t>
            </a:r>
            <a:r>
              <a:rPr lang="ar" sz="2000" b="1" i="0" u="none" strike="noStrike"/>
              <a:t> الهجينة (</a:t>
            </a:r>
            <a:r>
              <a:rPr lang="ar" sz="2000" b="0" i="0" u="none" strike="noStrike"/>
              <a:t>HEV) طرقًا مختلفة لإعادة شحن بطارياتها. </a:t>
            </a:r>
          </a:p>
          <a:p>
            <a:pPr rtl="1"/>
            <a:r>
              <a:rPr lang="ar" sz="2000" b="1" i="0" u="none" strike="noStrike"/>
              <a:t>أنظمة شحن التيار المتردد (AC)</a:t>
            </a:r>
          </a:p>
          <a:p>
            <a:pPr rtl="1"/>
            <a:r>
              <a:rPr lang="ar" sz="2000" b="0" i="0" u="none" strike="noStrike"/>
              <a:t>يستخدم نظام الشحن من النوع 1 مخرج الكهرباء المنزلي القياسي، عادةً 240 فولت تيار متردد (AC) </a:t>
            </a:r>
            <a:br>
              <a:rPr lang="en-US" sz="2000" b="0" i="0" u="none" strike="noStrike"/>
            </a:br>
            <a:r>
              <a:rPr lang="ar" sz="2000" b="0" i="0" u="none" strike="noStrike"/>
              <a:t>بتردد 50 هرتز، لشحن المركبة الكهربائية. ومن فوائد هذا النظام أنه يمكن توصيله بمعظم المنازل. </a:t>
            </a:r>
            <a:br>
              <a:rPr lang="en-US" sz="2000" b="0" i="0" u="none" strike="noStrike"/>
            </a:br>
            <a:r>
              <a:rPr lang="ar" sz="2000" b="0" i="0" u="none" strike="noStrike"/>
              <a:t>وعيبه أنه بطيء.</a:t>
            </a:r>
          </a:p>
          <a:p>
            <a:pPr rtl="1"/>
            <a:endParaRPr lang="en-GB" sz="2000"/>
          </a:p>
          <a:p>
            <a:pPr rtl="1"/>
            <a:endParaRPr lang="en-GB" sz="2000"/>
          </a:p>
        </p:txBody>
      </p:sp>
      <p:pic>
        <p:nvPicPr>
          <p:cNvPr id="6" name="Picture 5">
            <a:extLst>
              <a:ext uri="{FF2B5EF4-FFF2-40B4-BE49-F238E27FC236}">
                <a16:creationId xmlns:a16="http://schemas.microsoft.com/office/drawing/2014/main" id="{4327F56E-528D-8ACD-7E3D-CB761BC45C60}"/>
              </a:ext>
            </a:extLst>
          </p:cNvPr>
          <p:cNvPicPr>
            <a:picLocks noChangeAspect="1"/>
          </p:cNvPicPr>
          <p:nvPr/>
        </p:nvPicPr>
        <p:blipFill>
          <a:blip r:embed="rId3"/>
          <a:stretch>
            <a:fillRect/>
          </a:stretch>
        </p:blipFill>
        <p:spPr>
          <a:xfrm flipH="1">
            <a:off x="547353" y="4161655"/>
            <a:ext cx="8049295" cy="1416000"/>
          </a:xfrm>
          <a:prstGeom prst="rect">
            <a:avLst/>
          </a:prstGeom>
        </p:spPr>
      </p:pic>
      <p:sp>
        <p:nvSpPr>
          <p:cNvPr id="4" name="TextBox 3">
            <a:extLst>
              <a:ext uri="{FF2B5EF4-FFF2-40B4-BE49-F238E27FC236}">
                <a16:creationId xmlns:a16="http://schemas.microsoft.com/office/drawing/2014/main" id="{D46FD344-AA32-8F0D-C75E-AE1298015DF1}"/>
              </a:ext>
            </a:extLst>
          </p:cNvPr>
          <p:cNvSpPr txBox="1"/>
          <p:nvPr/>
        </p:nvSpPr>
        <p:spPr>
          <a:xfrm>
            <a:off x="7308304" y="4267135"/>
            <a:ext cx="1189300" cy="513602"/>
          </a:xfrm>
          <a:prstGeom prst="rect">
            <a:avLst/>
          </a:prstGeom>
          <a:noFill/>
        </p:spPr>
        <p:txBody>
          <a:bodyPr wrap="square" rtlCol="0">
            <a:spAutoFit/>
          </a:bodyPr>
          <a:lstStyle/>
          <a:p>
            <a:pPr>
              <a:lnSpc>
                <a:spcPct val="90000"/>
              </a:lnSpc>
            </a:pPr>
            <a:r>
              <a:rPr lang="ar-MA" sz="1500" b="1">
                <a:effectLst/>
                <a:latin typeface="Sakkal Majalla" panose="02000000000000000000" pitchFamily="2" charset="-78"/>
                <a:ea typeface="MS Mincho" panose="02020609040205080304" pitchFamily="49" charset="-128"/>
                <a:cs typeface="Sakkal Majalla" panose="02000000000000000000" pitchFamily="2" charset="-78"/>
              </a:rPr>
              <a:t>الحد الأقصى </a:t>
            </a:r>
            <a:br>
              <a:rPr lang="en-US" sz="1500" b="1">
                <a:effectLst/>
                <a:latin typeface="Sakkal Majalla" panose="02000000000000000000" pitchFamily="2" charset="-78"/>
                <a:ea typeface="MS Mincho" panose="02020609040205080304" pitchFamily="49" charset="-128"/>
                <a:cs typeface="Sakkal Majalla" panose="02000000000000000000" pitchFamily="2" charset="-78"/>
              </a:rPr>
            </a:br>
            <a:r>
              <a:rPr lang="ar-MA" sz="1500" b="1">
                <a:effectLst/>
                <a:latin typeface="Sakkal Majalla" panose="02000000000000000000" pitchFamily="2" charset="-78"/>
                <a:ea typeface="MS Mincho" panose="02020609040205080304" pitchFamily="49" charset="-128"/>
                <a:cs typeface="Sakkal Majalla" panose="02000000000000000000" pitchFamily="2" charset="-78"/>
              </a:rPr>
              <a:t>لمستوى الطاقة</a:t>
            </a:r>
            <a:endParaRPr lang="en-US" sz="1500" b="1">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11319432-6784-CBC3-0B78-0661ED132E9A}"/>
              </a:ext>
            </a:extLst>
          </p:cNvPr>
          <p:cNvSpPr txBox="1"/>
          <p:nvPr/>
        </p:nvSpPr>
        <p:spPr>
          <a:xfrm>
            <a:off x="5796136" y="4267135"/>
            <a:ext cx="1456142" cy="513602"/>
          </a:xfrm>
          <a:prstGeom prst="rect">
            <a:avLst/>
          </a:prstGeom>
          <a:noFill/>
        </p:spPr>
        <p:txBody>
          <a:bodyPr wrap="square" rtlCol="0">
            <a:spAutoFit/>
          </a:bodyPr>
          <a:lstStyle/>
          <a:p>
            <a:pPr>
              <a:lnSpc>
                <a:spcPct val="90000"/>
              </a:lnSpc>
            </a:pPr>
            <a:r>
              <a:rPr lang="ar-MA" sz="1500" b="1">
                <a:effectLst/>
                <a:latin typeface="Sakkal Majalla" panose="02000000000000000000" pitchFamily="2" charset="-78"/>
                <a:ea typeface="MS Mincho" panose="02020609040205080304" pitchFamily="49" charset="-128"/>
                <a:cs typeface="Sakkal Majalla" panose="02000000000000000000" pitchFamily="2" charset="-78"/>
              </a:rPr>
              <a:t>متطلبات المدخلات الكهربائية</a:t>
            </a:r>
            <a:endParaRPr lang="en-US" sz="1500" b="1">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42E33235-9B8A-2233-41B0-9C427A29549C}"/>
              </a:ext>
            </a:extLst>
          </p:cNvPr>
          <p:cNvSpPr txBox="1"/>
          <p:nvPr/>
        </p:nvSpPr>
        <p:spPr>
          <a:xfrm>
            <a:off x="7308304" y="4737399"/>
            <a:ext cx="1189300" cy="513602"/>
          </a:xfrm>
          <a:prstGeom prst="rect">
            <a:avLst/>
          </a:prstGeom>
          <a:noFill/>
        </p:spPr>
        <p:txBody>
          <a:bodyPr wrap="square" rtlCol="0">
            <a:spAutoFit/>
          </a:bodyPr>
          <a:lstStyle/>
          <a:p>
            <a:pPr>
              <a:lnSpc>
                <a:spcPct val="90000"/>
              </a:lnSpc>
            </a:pPr>
            <a:r>
              <a:rPr lang="ar-EG" sz="1500">
                <a:effectLst/>
                <a:latin typeface="Sakkal Majalla" panose="02000000000000000000" pitchFamily="2" charset="-78"/>
                <a:ea typeface="MS Mincho" panose="02020609040205080304" pitchFamily="49" charset="-128"/>
                <a:cs typeface="Sakkal Majalla" panose="02000000000000000000" pitchFamily="2" charset="-78"/>
              </a:rPr>
              <a:t>منخفض إلى متوسط</a:t>
            </a:r>
            <a:endParaRPr lang="ar-EG" sz="150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8" name="TextBox 7">
            <a:extLst>
              <a:ext uri="{FF2B5EF4-FFF2-40B4-BE49-F238E27FC236}">
                <a16:creationId xmlns:a16="http://schemas.microsoft.com/office/drawing/2014/main" id="{7C00F5C4-2AF7-BE76-A6ED-E87FDCA7A7F8}"/>
              </a:ext>
            </a:extLst>
          </p:cNvPr>
          <p:cNvSpPr txBox="1"/>
          <p:nvPr/>
        </p:nvSpPr>
        <p:spPr>
          <a:xfrm>
            <a:off x="5724128" y="4737399"/>
            <a:ext cx="1528151" cy="513602"/>
          </a:xfrm>
          <a:prstGeom prst="rect">
            <a:avLst/>
          </a:prstGeom>
          <a:noFill/>
        </p:spPr>
        <p:txBody>
          <a:bodyPr wrap="square" rtlCol="0">
            <a:spAutoFit/>
          </a:bodyPr>
          <a:lstStyle/>
          <a:p>
            <a:pPr>
              <a:lnSpc>
                <a:spcPct val="90000"/>
              </a:lnSpc>
            </a:pPr>
            <a:r>
              <a:rPr lang="ar-EG" sz="1500">
                <a:effectLst/>
                <a:latin typeface="Sakkal Majalla" panose="02000000000000000000" pitchFamily="2" charset="-78"/>
                <a:ea typeface="MS Mincho" panose="02020609040205080304" pitchFamily="49" charset="-128"/>
                <a:cs typeface="Sakkal Majalla" panose="02000000000000000000" pitchFamily="2" charset="-78"/>
              </a:rPr>
              <a:t>اتصال مباشر بمقبس الطاقة المحلي (AC)</a:t>
            </a:r>
            <a:endParaRPr lang="ar-EG" sz="150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9" name="TextBox 8">
            <a:extLst>
              <a:ext uri="{FF2B5EF4-FFF2-40B4-BE49-F238E27FC236}">
                <a16:creationId xmlns:a16="http://schemas.microsoft.com/office/drawing/2014/main" id="{7CF49E8F-818B-9CEF-3A2B-3318911C9FCE}"/>
              </a:ext>
            </a:extLst>
          </p:cNvPr>
          <p:cNvSpPr txBox="1"/>
          <p:nvPr/>
        </p:nvSpPr>
        <p:spPr>
          <a:xfrm>
            <a:off x="3635896" y="4267135"/>
            <a:ext cx="1987879" cy="305853"/>
          </a:xfrm>
          <a:prstGeom prst="rect">
            <a:avLst/>
          </a:prstGeom>
          <a:noFill/>
        </p:spPr>
        <p:txBody>
          <a:bodyPr wrap="square" rtlCol="0">
            <a:spAutoFit/>
          </a:bodyPr>
          <a:lstStyle/>
          <a:p>
            <a:pPr>
              <a:lnSpc>
                <a:spcPct val="90000"/>
              </a:lnSpc>
            </a:pPr>
            <a:r>
              <a:rPr lang="ar-MA" sz="1500" b="1">
                <a:effectLst/>
                <a:latin typeface="Sakkal Majalla" panose="02000000000000000000" pitchFamily="2" charset="-78"/>
                <a:ea typeface="MS Mincho" panose="02020609040205080304" pitchFamily="49" charset="-128"/>
                <a:cs typeface="Sakkal Majalla" panose="02000000000000000000" pitchFamily="2" charset="-78"/>
              </a:rPr>
              <a:t>توافر الاتصالات وتأثيرها</a:t>
            </a:r>
            <a:endParaRPr lang="en-US" sz="1500" b="1">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B7B08F4B-22CD-0532-3A63-C0DAC72A02B1}"/>
              </a:ext>
            </a:extLst>
          </p:cNvPr>
          <p:cNvSpPr txBox="1"/>
          <p:nvPr/>
        </p:nvSpPr>
        <p:spPr>
          <a:xfrm>
            <a:off x="3707905" y="4737399"/>
            <a:ext cx="1915872" cy="721351"/>
          </a:xfrm>
          <a:prstGeom prst="rect">
            <a:avLst/>
          </a:prstGeom>
          <a:noFill/>
        </p:spPr>
        <p:txBody>
          <a:bodyPr wrap="square" rtlCol="0">
            <a:spAutoFit/>
          </a:bodyPr>
          <a:lstStyle/>
          <a:p>
            <a:pPr>
              <a:lnSpc>
                <a:spcPct val="90000"/>
              </a:lnSpc>
            </a:pPr>
            <a:r>
              <a:rPr lang="ar-EG" sz="1500">
                <a:effectLst/>
                <a:latin typeface="Sakkal Majalla" panose="02000000000000000000" pitchFamily="2" charset="-78"/>
                <a:ea typeface="MS Mincho" panose="02020609040205080304" pitchFamily="49" charset="-128"/>
                <a:cs typeface="Sakkal Majalla" panose="02000000000000000000" pitchFamily="2" charset="-78"/>
              </a:rPr>
              <a:t>مراقبة يدوية محدودة للشحن عبر مصابيح LED للسيارة </a:t>
            </a:r>
            <a:br>
              <a:rPr lang="ar-EG" sz="1500">
                <a:effectLst/>
                <a:latin typeface="Sakkal Majalla" panose="02000000000000000000" pitchFamily="2" charset="-78"/>
                <a:ea typeface="MS Mincho" panose="02020609040205080304" pitchFamily="49" charset="-128"/>
                <a:cs typeface="Sakkal Majalla" panose="02000000000000000000" pitchFamily="2" charset="-78"/>
              </a:rPr>
            </a:br>
            <a:r>
              <a:rPr lang="ar-EG" sz="1500">
                <a:effectLst/>
                <a:latin typeface="Sakkal Majalla" panose="02000000000000000000" pitchFamily="2" charset="-78"/>
                <a:ea typeface="MS Mincho" panose="02020609040205080304" pitchFamily="49" charset="-128"/>
                <a:cs typeface="Sakkal Majalla" panose="02000000000000000000" pitchFamily="2" charset="-78"/>
              </a:rPr>
              <a:t>أو الشاحن</a:t>
            </a:r>
            <a:endParaRPr lang="ar-EG" sz="150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11" name="TextBox 10">
            <a:extLst>
              <a:ext uri="{FF2B5EF4-FFF2-40B4-BE49-F238E27FC236}">
                <a16:creationId xmlns:a16="http://schemas.microsoft.com/office/drawing/2014/main" id="{220B1437-E9B7-6D45-F3E4-766E23995F30}"/>
              </a:ext>
            </a:extLst>
          </p:cNvPr>
          <p:cNvSpPr txBox="1"/>
          <p:nvPr/>
        </p:nvSpPr>
        <p:spPr>
          <a:xfrm>
            <a:off x="2339752" y="4267135"/>
            <a:ext cx="1106245" cy="305853"/>
          </a:xfrm>
          <a:prstGeom prst="rect">
            <a:avLst/>
          </a:prstGeom>
          <a:noFill/>
        </p:spPr>
        <p:txBody>
          <a:bodyPr wrap="square" rtlCol="0">
            <a:spAutoFit/>
          </a:bodyPr>
          <a:lstStyle/>
          <a:p>
            <a:pPr>
              <a:lnSpc>
                <a:spcPct val="90000"/>
              </a:lnSpc>
            </a:pPr>
            <a:r>
              <a:rPr lang="ar-MA" sz="1500" b="1">
                <a:effectLst/>
                <a:latin typeface="Sakkal Majalla" panose="02000000000000000000" pitchFamily="2" charset="-78"/>
                <a:ea typeface="MS Mincho" panose="02020609040205080304" pitchFamily="49" charset="-128"/>
                <a:cs typeface="Sakkal Majalla" panose="02000000000000000000" pitchFamily="2" charset="-78"/>
              </a:rPr>
              <a:t>أنواع الاتصال</a:t>
            </a:r>
            <a:endParaRPr lang="en-US" sz="1500" b="1">
              <a:latin typeface="Sakkal Majalla" panose="02000000000000000000" pitchFamily="2" charset="-78"/>
              <a:cs typeface="Sakkal Majalla" panose="02000000000000000000" pitchFamily="2" charset="-78"/>
            </a:endParaRPr>
          </a:p>
        </p:txBody>
      </p:sp>
      <p:sp>
        <p:nvSpPr>
          <p:cNvPr id="12" name="TextBox 11">
            <a:extLst>
              <a:ext uri="{FF2B5EF4-FFF2-40B4-BE49-F238E27FC236}">
                <a16:creationId xmlns:a16="http://schemas.microsoft.com/office/drawing/2014/main" id="{FC3DD18B-9B30-2247-9887-AF24D43C4837}"/>
              </a:ext>
            </a:extLst>
          </p:cNvPr>
          <p:cNvSpPr txBox="1"/>
          <p:nvPr/>
        </p:nvSpPr>
        <p:spPr>
          <a:xfrm>
            <a:off x="2339751" y="4737399"/>
            <a:ext cx="1106247" cy="513602"/>
          </a:xfrm>
          <a:prstGeom prst="rect">
            <a:avLst/>
          </a:prstGeom>
          <a:noFill/>
        </p:spPr>
        <p:txBody>
          <a:bodyPr wrap="square" rtlCol="0">
            <a:spAutoFit/>
          </a:bodyPr>
          <a:lstStyle/>
          <a:p>
            <a:pPr>
              <a:lnSpc>
                <a:spcPct val="90000"/>
              </a:lnSpc>
            </a:pPr>
            <a:r>
              <a:rPr lang="ar-EG" sz="1500">
                <a:effectLst/>
                <a:latin typeface="Sakkal Majalla" panose="02000000000000000000" pitchFamily="2" charset="-78"/>
                <a:ea typeface="MS Mincho" panose="02020609040205080304" pitchFamily="49" charset="-128"/>
                <a:cs typeface="Sakkal Majalla" panose="02000000000000000000" pitchFamily="2" charset="-78"/>
              </a:rPr>
              <a:t>مقابس منزلية قياسية</a:t>
            </a:r>
            <a:endParaRPr lang="ar-EG" sz="150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13" name="TextBox 12">
            <a:extLst>
              <a:ext uri="{FF2B5EF4-FFF2-40B4-BE49-F238E27FC236}">
                <a16:creationId xmlns:a16="http://schemas.microsoft.com/office/drawing/2014/main" id="{B5462434-7D48-66A0-2AB5-98D614A929DA}"/>
              </a:ext>
            </a:extLst>
          </p:cNvPr>
          <p:cNvSpPr txBox="1"/>
          <p:nvPr/>
        </p:nvSpPr>
        <p:spPr>
          <a:xfrm>
            <a:off x="1181513" y="4267135"/>
            <a:ext cx="1106245" cy="305853"/>
          </a:xfrm>
          <a:prstGeom prst="rect">
            <a:avLst/>
          </a:prstGeom>
          <a:noFill/>
        </p:spPr>
        <p:txBody>
          <a:bodyPr wrap="square" rtlCol="0">
            <a:spAutoFit/>
          </a:bodyPr>
          <a:lstStyle/>
          <a:p>
            <a:pPr>
              <a:lnSpc>
                <a:spcPct val="90000"/>
              </a:lnSpc>
            </a:pPr>
            <a:r>
              <a:rPr lang="ar-MA" sz="1500" b="1">
                <a:effectLst/>
                <a:latin typeface="Sakkal Majalla" panose="02000000000000000000" pitchFamily="2" charset="-78"/>
                <a:ea typeface="MS Mincho" panose="02020609040205080304" pitchFamily="49" charset="-128"/>
                <a:cs typeface="Sakkal Majalla" panose="02000000000000000000" pitchFamily="2" charset="-78"/>
              </a:rPr>
              <a:t>مزايا الأمان</a:t>
            </a:r>
            <a:endParaRPr lang="en-US" sz="1500" b="1">
              <a:latin typeface="Sakkal Majalla" panose="02000000000000000000" pitchFamily="2" charset="-78"/>
              <a:cs typeface="Sakkal Majalla" panose="02000000000000000000" pitchFamily="2" charset="-78"/>
            </a:endParaRPr>
          </a:p>
        </p:txBody>
      </p:sp>
      <p:sp>
        <p:nvSpPr>
          <p:cNvPr id="14" name="TextBox 13">
            <a:extLst>
              <a:ext uri="{FF2B5EF4-FFF2-40B4-BE49-F238E27FC236}">
                <a16:creationId xmlns:a16="http://schemas.microsoft.com/office/drawing/2014/main" id="{9BF863E7-243F-15DC-2450-0C5123980103}"/>
              </a:ext>
            </a:extLst>
          </p:cNvPr>
          <p:cNvSpPr txBox="1"/>
          <p:nvPr/>
        </p:nvSpPr>
        <p:spPr>
          <a:xfrm>
            <a:off x="655224" y="4737399"/>
            <a:ext cx="1632535" cy="721351"/>
          </a:xfrm>
          <a:prstGeom prst="rect">
            <a:avLst/>
          </a:prstGeom>
          <a:noFill/>
        </p:spPr>
        <p:txBody>
          <a:bodyPr wrap="square" rtlCol="0">
            <a:spAutoFit/>
          </a:bodyPr>
          <a:lstStyle/>
          <a:p>
            <a:pPr>
              <a:lnSpc>
                <a:spcPct val="90000"/>
              </a:lnSpc>
            </a:pPr>
            <a:r>
              <a:rPr lang="ar-EG" sz="1500">
                <a:effectLst/>
                <a:latin typeface="Sakkal Majalla" panose="02000000000000000000" pitchFamily="2" charset="-78"/>
                <a:ea typeface="MS Mincho" panose="02020609040205080304" pitchFamily="49" charset="-128"/>
                <a:cs typeface="Sakkal Majalla" panose="02000000000000000000" pitchFamily="2" charset="-78"/>
              </a:rPr>
              <a:t>الميزات الأساسية مثل أجهزة التيار المتبقي (RCDs) والمصاهرات داخل القابس</a:t>
            </a:r>
            <a:endParaRPr lang="ar-EG" sz="150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15" name="Footer Placeholder 2">
            <a:extLst>
              <a:ext uri="{FF2B5EF4-FFF2-40B4-BE49-F238E27FC236}">
                <a16:creationId xmlns:a16="http://schemas.microsoft.com/office/drawing/2014/main" id="{EA4427F8-6D1B-CDE1-7262-C7164D9BD8A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405153183"/>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B3059-11DF-1278-2FA6-85EA06D73635}"/>
              </a:ext>
            </a:extLst>
          </p:cNvPr>
          <p:cNvSpPr>
            <a:spLocks noGrp="1"/>
          </p:cNvSpPr>
          <p:nvPr>
            <p:ph type="title"/>
          </p:nvPr>
        </p:nvSpPr>
        <p:spPr>
          <a:xfrm>
            <a:off x="457200" y="1195388"/>
            <a:ext cx="8229600" cy="863600"/>
          </a:xfrm>
        </p:spPr>
        <p:txBody>
          <a:bodyPr rtlCol="1"/>
          <a:lstStyle/>
          <a:p>
            <a:pPr rtl="1"/>
            <a:r>
              <a:rPr lang="ar" sz="3000" b="1"/>
              <a:t>أنظمة الشحن ومواقعه لتلبية احتياجات العملاء</a:t>
            </a:r>
            <a:endParaRPr lang="en-GB" sz="3000"/>
          </a:p>
        </p:txBody>
      </p:sp>
      <p:sp>
        <p:nvSpPr>
          <p:cNvPr id="3" name="Content Placeholder 2">
            <a:extLst>
              <a:ext uri="{FF2B5EF4-FFF2-40B4-BE49-F238E27FC236}">
                <a16:creationId xmlns:a16="http://schemas.microsoft.com/office/drawing/2014/main" id="{793B0726-6F04-AA47-EA83-77377CA72F38}"/>
              </a:ext>
            </a:extLst>
          </p:cNvPr>
          <p:cNvSpPr>
            <a:spLocks noGrp="1"/>
          </p:cNvSpPr>
          <p:nvPr>
            <p:ph sz="half" idx="2"/>
          </p:nvPr>
        </p:nvSpPr>
        <p:spPr>
          <a:xfrm>
            <a:off x="576262" y="2492896"/>
            <a:ext cx="7991475" cy="3609975"/>
          </a:xfrm>
        </p:spPr>
        <p:txBody>
          <a:bodyPr rtlCol="1"/>
          <a:lstStyle/>
          <a:p>
            <a:pPr rtl="1"/>
            <a:r>
              <a:rPr lang="ar" sz="2600"/>
              <a:t>هناك 4 أنواع من أنظمة الشحن من النوع 1 إلى النوع 4.</a:t>
            </a:r>
          </a:p>
          <a:p>
            <a:pPr rtl="1"/>
            <a:r>
              <a:rPr lang="ar" sz="2600"/>
              <a:t>وجميعها لها مجموعة مختلفة من المعايير المتعلقة بمستوى الطاقة القصوى، ومتطلبات المدخل الكهربائي، والمقابس والوصلات المختلفة، مع أنظمة أمان مدمجة.</a:t>
            </a:r>
          </a:p>
          <a:p>
            <a:pPr rtl="1"/>
            <a:r>
              <a:rPr lang="ar" sz="2600"/>
              <a:t>النوع الأول هو الأبطأ والأقل قدرة، في حين أن النوع 4 هو الأسرع والأعلى قدرة.</a:t>
            </a:r>
          </a:p>
          <a:p>
            <a:pPr rtl="1"/>
            <a:r>
              <a:rPr lang="ar" sz="2600"/>
              <a:t>يمكن أن يستغرق الشاحن الأقل قدرة الليل كله أو اليوم بطوله لشحن المركبة.</a:t>
            </a:r>
          </a:p>
        </p:txBody>
      </p:sp>
      <p:sp>
        <p:nvSpPr>
          <p:cNvPr id="4" name="Footer Placeholder 2">
            <a:extLst>
              <a:ext uri="{FF2B5EF4-FFF2-40B4-BE49-F238E27FC236}">
                <a16:creationId xmlns:a16="http://schemas.microsoft.com/office/drawing/2014/main" id="{BCB53EEB-117C-EC12-A6F3-73EAFE0B510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930420227"/>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F19F0-7821-10C3-5718-54F25ED382CA}"/>
              </a:ext>
            </a:extLst>
          </p:cNvPr>
          <p:cNvSpPr>
            <a:spLocks noGrp="1"/>
          </p:cNvSpPr>
          <p:nvPr>
            <p:ph type="title"/>
          </p:nvPr>
        </p:nvSpPr>
        <p:spPr>
          <a:xfrm>
            <a:off x="457200" y="1339851"/>
            <a:ext cx="8229600" cy="863600"/>
          </a:xfrm>
        </p:spPr>
        <p:txBody>
          <a:bodyPr rtlCol="1"/>
          <a:lstStyle/>
          <a:p>
            <a:pPr rtl="1"/>
            <a:r>
              <a:rPr lang="ar" sz="3000" b="1"/>
              <a:t>أنظمة الشحن ومواقعه </a:t>
            </a:r>
            <a:br>
              <a:rPr lang="en-GB" altLang="en-US" sz="3000" b="1"/>
            </a:br>
            <a:r>
              <a:rPr lang="ar" sz="3000" b="1"/>
              <a:t>لتلبية احتياجات العملاء</a:t>
            </a:r>
            <a:endParaRPr lang="en-GB" sz="3000"/>
          </a:p>
        </p:txBody>
      </p:sp>
      <p:sp>
        <p:nvSpPr>
          <p:cNvPr id="3" name="Content Placeholder 2">
            <a:extLst>
              <a:ext uri="{FF2B5EF4-FFF2-40B4-BE49-F238E27FC236}">
                <a16:creationId xmlns:a16="http://schemas.microsoft.com/office/drawing/2014/main" id="{47E15204-648B-1259-514A-E689875992A9}"/>
              </a:ext>
            </a:extLst>
          </p:cNvPr>
          <p:cNvSpPr>
            <a:spLocks noGrp="1"/>
          </p:cNvSpPr>
          <p:nvPr>
            <p:ph sz="half" idx="2"/>
          </p:nvPr>
        </p:nvSpPr>
        <p:spPr>
          <a:xfrm>
            <a:off x="482578" y="2427847"/>
            <a:ext cx="7991475" cy="863601"/>
          </a:xfrm>
        </p:spPr>
        <p:txBody>
          <a:bodyPr rtlCol="1"/>
          <a:lstStyle/>
          <a:p>
            <a:pPr marL="0" indent="0" rtl="1">
              <a:buNone/>
            </a:pPr>
            <a:r>
              <a:rPr lang="ar" sz="2600"/>
              <a:t>يمكن شحن المركبات الكهربائية والهجينة في المنزل أو محطة الخدمة أو المرآب أو الشاحن العام، وذلك بحسب النوع. </a:t>
            </a:r>
          </a:p>
        </p:txBody>
      </p:sp>
      <p:pic>
        <p:nvPicPr>
          <p:cNvPr id="6" name="Picture 5">
            <a:extLst>
              <a:ext uri="{FF2B5EF4-FFF2-40B4-BE49-F238E27FC236}">
                <a16:creationId xmlns:a16="http://schemas.microsoft.com/office/drawing/2014/main" id="{C4CB576D-BFB8-CB6E-2E54-8590F408CFF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44008" y="3840484"/>
            <a:ext cx="3430070" cy="2248994"/>
          </a:xfrm>
          <a:prstGeom prst="rect">
            <a:avLst/>
          </a:prstGeom>
        </p:spPr>
      </p:pic>
      <p:sp>
        <p:nvSpPr>
          <p:cNvPr id="7" name="TextBox 6">
            <a:extLst>
              <a:ext uri="{FF2B5EF4-FFF2-40B4-BE49-F238E27FC236}">
                <a16:creationId xmlns:a16="http://schemas.microsoft.com/office/drawing/2014/main" id="{8B2BCC64-5B76-1AA8-F13B-669B07AC6FE1}"/>
              </a:ext>
            </a:extLst>
          </p:cNvPr>
          <p:cNvSpPr txBox="1"/>
          <p:nvPr/>
        </p:nvSpPr>
        <p:spPr>
          <a:xfrm>
            <a:off x="1979712" y="4221088"/>
            <a:ext cx="2304256" cy="1015663"/>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مركبة كهربائية صغيرة يجري شحنها في محطة شحن عامة من النوع 2.</a:t>
            </a:r>
          </a:p>
        </p:txBody>
      </p:sp>
      <p:sp>
        <p:nvSpPr>
          <p:cNvPr id="4" name="Footer Placeholder 2">
            <a:extLst>
              <a:ext uri="{FF2B5EF4-FFF2-40B4-BE49-F238E27FC236}">
                <a16:creationId xmlns:a16="http://schemas.microsoft.com/office/drawing/2014/main" id="{676CE067-330C-B0C4-DBBF-D444FFDC5A6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853473641"/>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C269-879D-02C2-02A9-242677371F4A}"/>
              </a:ext>
            </a:extLst>
          </p:cNvPr>
          <p:cNvSpPr>
            <a:spLocks noGrp="1"/>
          </p:cNvSpPr>
          <p:nvPr>
            <p:ph type="title"/>
          </p:nvPr>
        </p:nvSpPr>
        <p:spPr>
          <a:xfrm>
            <a:off x="457200" y="1195388"/>
            <a:ext cx="8229600" cy="863600"/>
          </a:xfrm>
        </p:spPr>
        <p:txBody>
          <a:bodyPr rtlCol="1"/>
          <a:lstStyle/>
          <a:p>
            <a:pPr rtl="1"/>
            <a:r>
              <a:rPr lang="ar" sz="3000" b="1"/>
              <a:t>أنظمة الشحن ومواقعه لتلبية احتياجات العملاء</a:t>
            </a:r>
            <a:endParaRPr lang="en-GB" sz="3000"/>
          </a:p>
        </p:txBody>
      </p:sp>
      <p:sp>
        <p:nvSpPr>
          <p:cNvPr id="3" name="Content Placeholder 2">
            <a:extLst>
              <a:ext uri="{FF2B5EF4-FFF2-40B4-BE49-F238E27FC236}">
                <a16:creationId xmlns:a16="http://schemas.microsoft.com/office/drawing/2014/main" id="{17815B34-D6BF-7775-9AF5-9F958A6CF429}"/>
              </a:ext>
            </a:extLst>
          </p:cNvPr>
          <p:cNvSpPr>
            <a:spLocks noGrp="1"/>
          </p:cNvSpPr>
          <p:nvPr>
            <p:ph sz="half" idx="2"/>
          </p:nvPr>
        </p:nvSpPr>
        <p:spPr>
          <a:xfrm>
            <a:off x="5148064" y="2204864"/>
            <a:ext cx="3419673" cy="4176463"/>
          </a:xfrm>
        </p:spPr>
        <p:txBody>
          <a:bodyPr rtlCol="1"/>
          <a:lstStyle/>
          <a:p>
            <a:pPr marL="0" indent="0" rtl="1">
              <a:buNone/>
            </a:pPr>
            <a:r>
              <a:rPr lang="ar" sz="2000"/>
              <a:t>محطات الشحن بالتيار المستمر (DC).</a:t>
            </a:r>
          </a:p>
          <a:p>
            <a:pPr marL="0" indent="0" rtl="1">
              <a:buNone/>
            </a:pPr>
            <a:r>
              <a:rPr lang="ar" sz="2000" b="0" i="0" u="none" strike="noStrike"/>
              <a:t>يُعرف هذا النظام بالشحن السريع، حيث تزود المحطات المركبة بالطاقة مباشرةً باستخدام تيار مستمر عالي الجهد. وتُعتبر هذه المحطات أسرع بكثير من شواحن النوع 1 والنوع 2، وتوجد غالبًا في محطات الشحن العامة. ويمكن لشواحن النوع 3 والنوع 4 شحن بطارية المركبة من 0 إلى 100% في غضون 20 دقيقة فقط. </a:t>
            </a:r>
            <a:endParaRPr lang="en-GB" sz="2000"/>
          </a:p>
        </p:txBody>
      </p:sp>
      <p:pic>
        <p:nvPicPr>
          <p:cNvPr id="6" name="Picture 5">
            <a:extLst>
              <a:ext uri="{FF2B5EF4-FFF2-40B4-BE49-F238E27FC236}">
                <a16:creationId xmlns:a16="http://schemas.microsoft.com/office/drawing/2014/main" id="{1E64D5F0-08D8-3514-622B-DADB0D6634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43586" y="2708920"/>
            <a:ext cx="3368374" cy="2232248"/>
          </a:xfrm>
          <a:prstGeom prst="rect">
            <a:avLst/>
          </a:prstGeom>
        </p:spPr>
      </p:pic>
      <p:sp>
        <p:nvSpPr>
          <p:cNvPr id="7" name="TextBox 6">
            <a:extLst>
              <a:ext uri="{FF2B5EF4-FFF2-40B4-BE49-F238E27FC236}">
                <a16:creationId xmlns:a16="http://schemas.microsoft.com/office/drawing/2014/main" id="{DB68FB4A-B159-7766-99F9-265833BBF341}"/>
              </a:ext>
            </a:extLst>
          </p:cNvPr>
          <p:cNvSpPr txBox="1"/>
          <p:nvPr/>
        </p:nvSpPr>
        <p:spPr>
          <a:xfrm flipH="1">
            <a:off x="843586" y="5085184"/>
            <a:ext cx="3168351" cy="707886"/>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موصل "تشارج دي موف" </a:t>
            </a:r>
            <a:r>
              <a:rPr lang="ar" sz="2000" b="0" i="0" u="none" strike="noStrike">
                <a:latin typeface="Sakkal Majalla" panose="02000000000000000000" pitchFamily="2" charset="-78"/>
                <a:cs typeface="Sakkal Majalla" panose="02000000000000000000" pitchFamily="2" charset="-78"/>
              </a:rPr>
              <a:t> (</a:t>
            </a:r>
            <a:r>
              <a:rPr lang="ar" sz="2000" b="1" i="0" u="none" strike="noStrike">
                <a:latin typeface="Sakkal Majalla" panose="02000000000000000000" pitchFamily="2" charset="-78"/>
                <a:cs typeface="Sakkal Majalla" panose="02000000000000000000" pitchFamily="2" charset="-78"/>
              </a:rPr>
              <a:t>CHAdeMO </a:t>
            </a:r>
            <a:r>
              <a:rPr lang="ar" sz="2000" b="0" i="0" u="none" strike="noStrike">
                <a:latin typeface="Sakkal Majalla" panose="02000000000000000000" pitchFamily="2" charset="-78"/>
                <a:cs typeface="Sakkal Majalla" panose="02000000000000000000" pitchFamily="2" charset="-78"/>
              </a:rPr>
              <a:t>) من النوع 4.</a:t>
            </a:r>
            <a:r>
              <a:rPr lang="ar" sz="2000">
                <a:latin typeface="Sakkal Majalla" panose="02000000000000000000" pitchFamily="2" charset="-78"/>
                <a:cs typeface="Sakkal Majalla" panose="02000000000000000000" pitchFamily="2" charset="-78"/>
              </a:rPr>
              <a:t> </a:t>
            </a:r>
          </a:p>
        </p:txBody>
      </p:sp>
      <p:sp>
        <p:nvSpPr>
          <p:cNvPr id="4" name="Footer Placeholder 2">
            <a:extLst>
              <a:ext uri="{FF2B5EF4-FFF2-40B4-BE49-F238E27FC236}">
                <a16:creationId xmlns:a16="http://schemas.microsoft.com/office/drawing/2014/main" id="{C6918B1D-17AA-D721-764C-EE1002644A5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486315166"/>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D1BCC-B9AF-3EB1-A081-397A0E8B8E70}"/>
              </a:ext>
            </a:extLst>
          </p:cNvPr>
          <p:cNvSpPr>
            <a:spLocks noGrp="1"/>
          </p:cNvSpPr>
          <p:nvPr>
            <p:ph type="title"/>
          </p:nvPr>
        </p:nvSpPr>
        <p:spPr>
          <a:xfrm>
            <a:off x="457200" y="1195388"/>
            <a:ext cx="8229600" cy="863600"/>
          </a:xfrm>
        </p:spPr>
        <p:txBody>
          <a:bodyPr rtlCol="1"/>
          <a:lstStyle/>
          <a:p>
            <a:pPr rtl="1"/>
            <a:r>
              <a:rPr lang="ar" sz="3000" b="1"/>
              <a:t>أنظمة الشحن ومواقعه لتلبية احتياجات العملاء</a:t>
            </a:r>
            <a:endParaRPr lang="en-GB" sz="3000"/>
          </a:p>
        </p:txBody>
      </p:sp>
      <p:sp>
        <p:nvSpPr>
          <p:cNvPr id="3" name="Content Placeholder 2">
            <a:extLst>
              <a:ext uri="{FF2B5EF4-FFF2-40B4-BE49-F238E27FC236}">
                <a16:creationId xmlns:a16="http://schemas.microsoft.com/office/drawing/2014/main" id="{212B6D3A-54E2-FC83-1644-57960ECD8F12}"/>
              </a:ext>
            </a:extLst>
          </p:cNvPr>
          <p:cNvSpPr>
            <a:spLocks noGrp="1"/>
          </p:cNvSpPr>
          <p:nvPr>
            <p:ph sz="half" idx="2"/>
          </p:nvPr>
        </p:nvSpPr>
        <p:spPr>
          <a:xfrm>
            <a:off x="755576" y="2195513"/>
            <a:ext cx="7704211" cy="2313607"/>
          </a:xfrm>
        </p:spPr>
        <p:txBody>
          <a:bodyPr rtlCol="1"/>
          <a:lstStyle/>
          <a:p>
            <a:pPr marL="0" indent="0" rtl="1">
              <a:buNone/>
            </a:pPr>
            <a:r>
              <a:rPr lang="ar" sz="2000" b="0" i="0" u="none" strike="noStrike"/>
              <a:t>الشحن بالحث الديناميكي هو أكثر أنواع تكنولوجيا الشحن اللاسلكي تقدمًا، حيث يسمح للمركبات بالشحن في أثناء الحركة. </a:t>
            </a:r>
            <a:br>
              <a:rPr lang="en-GB" sz="2000" b="0" i="0" u="none" strike="noStrike" baseline="0"/>
            </a:br>
            <a:r>
              <a:rPr lang="ar" sz="2000" b="0" i="0" u="none" strike="noStrike"/>
              <a:t>وفيه يجري تضمين وسادات الشحن داخل الطريق بحيث يمكن للمركبات المزودة بمستقبلات متوافقة أسفلها استقبال الطاقة بشكلٍ مستمر في أثناء الحركة. وهذا يلغي الحاجة إلى التوقف المتكرر للشحن، ما يوفر مدى غير محدود على الطرق المجهزة بهذه التقنية. ومن الاستخدامات الشائعة للشحن بالحث فرشاة الأسنان الكهربائية والشحن اللاسلكي للهواتف المحمولة.</a:t>
            </a:r>
            <a:endParaRPr lang="en-GB" sz="2000"/>
          </a:p>
        </p:txBody>
      </p:sp>
      <p:pic>
        <p:nvPicPr>
          <p:cNvPr id="6" name="Picture 5">
            <a:extLst>
              <a:ext uri="{FF2B5EF4-FFF2-40B4-BE49-F238E27FC236}">
                <a16:creationId xmlns:a16="http://schemas.microsoft.com/office/drawing/2014/main" id="{17D3EBA4-E5F1-A235-A179-DBF15AA370C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7681" y="4293096"/>
            <a:ext cx="2958246" cy="1970393"/>
          </a:xfrm>
          <a:prstGeom prst="rect">
            <a:avLst/>
          </a:prstGeom>
        </p:spPr>
      </p:pic>
      <p:sp>
        <p:nvSpPr>
          <p:cNvPr id="7" name="TextBox 6">
            <a:extLst>
              <a:ext uri="{FF2B5EF4-FFF2-40B4-BE49-F238E27FC236}">
                <a16:creationId xmlns:a16="http://schemas.microsoft.com/office/drawing/2014/main" id="{41033200-64BF-742A-188C-AC11A03317E6}"/>
              </a:ext>
            </a:extLst>
          </p:cNvPr>
          <p:cNvSpPr txBox="1"/>
          <p:nvPr/>
        </p:nvSpPr>
        <p:spPr>
          <a:xfrm>
            <a:off x="1187624" y="4888635"/>
            <a:ext cx="2808312" cy="707886"/>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مركبة تسير عبر نظام شحن لاسلكي، أي الشحن بالحث.</a:t>
            </a:r>
          </a:p>
        </p:txBody>
      </p:sp>
      <p:sp>
        <p:nvSpPr>
          <p:cNvPr id="4" name="Footer Placeholder 2">
            <a:extLst>
              <a:ext uri="{FF2B5EF4-FFF2-40B4-BE49-F238E27FC236}">
                <a16:creationId xmlns:a16="http://schemas.microsoft.com/office/drawing/2014/main" id="{93C26BB7-B4E1-7B34-8D82-803B61B3289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618944583"/>
      </p:ext>
    </p:extLst>
  </p:cSld>
  <p:clrMapOvr>
    <a:masterClrMapping/>
  </p:clrMapOvr>
  <p:transition spd="slow">
    <p:push dir="u"/>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F101-53F5-2412-9D52-AD9726C3A76D}"/>
              </a:ext>
            </a:extLst>
          </p:cNvPr>
          <p:cNvSpPr>
            <a:spLocks noGrp="1"/>
          </p:cNvSpPr>
          <p:nvPr>
            <p:ph type="title"/>
          </p:nvPr>
        </p:nvSpPr>
        <p:spPr>
          <a:xfrm>
            <a:off x="590872" y="1286605"/>
            <a:ext cx="8229600" cy="863600"/>
          </a:xfrm>
        </p:spPr>
        <p:txBody>
          <a:bodyPr rtlCol="1"/>
          <a:lstStyle/>
          <a:p>
            <a:pPr rtl="1"/>
            <a:r>
              <a:rPr lang="ar" sz="3000" b="1"/>
              <a:t>أ2 شبكات إصلاح المركبات المحددة </a:t>
            </a:r>
          </a:p>
        </p:txBody>
      </p:sp>
      <p:sp>
        <p:nvSpPr>
          <p:cNvPr id="3" name="Content Placeholder 2">
            <a:extLst>
              <a:ext uri="{FF2B5EF4-FFF2-40B4-BE49-F238E27FC236}">
                <a16:creationId xmlns:a16="http://schemas.microsoft.com/office/drawing/2014/main" id="{5AAA47F7-1D83-795F-816B-620A73EB6C17}"/>
              </a:ext>
            </a:extLst>
          </p:cNvPr>
          <p:cNvSpPr>
            <a:spLocks noGrp="1"/>
          </p:cNvSpPr>
          <p:nvPr>
            <p:ph sz="half" idx="2"/>
          </p:nvPr>
        </p:nvSpPr>
        <p:spPr>
          <a:xfrm>
            <a:off x="468312" y="2195513"/>
            <a:ext cx="7991475" cy="3465735"/>
          </a:xfrm>
        </p:spPr>
        <p:txBody>
          <a:bodyPr rtlCol="1"/>
          <a:lstStyle/>
          <a:p>
            <a:pPr marL="0" indent="0" rtl="1">
              <a:buNone/>
            </a:pPr>
            <a:r>
              <a:rPr lang="ar" sz="2000" b="1" i="0" u="none" strike="noStrike"/>
              <a:t>شبكات إصلاح المركبات الكهربائية</a:t>
            </a:r>
          </a:p>
          <a:p>
            <a:pPr rtl="1"/>
            <a:r>
              <a:rPr lang="ar" sz="2000" b="0" i="0" u="none" strike="noStrike"/>
              <a:t>شبكات إصلاح المركبات المحددة هي خدمات أساسية لمشغلي المركبات الكهربائية. فهي توفر الصيانة والإصلاح والخدمة لهذه الأنواع من المركبات. وتضمن صيانة المركبات الكهربائية بشكلٍ صحيح وتؤمِّن العمر الكامل للمركبة.  ولبناء الشبكة، لا بد من توافر التدريب والموارد.</a:t>
            </a:r>
          </a:p>
          <a:p>
            <a:pPr marL="0" indent="0" rtl="1">
              <a:buNone/>
            </a:pPr>
            <a:r>
              <a:rPr lang="ar" sz="2000" b="1" i="0" u="none" strike="noStrike"/>
              <a:t>أنظمة السلامة والتعليم</a:t>
            </a:r>
          </a:p>
          <a:p>
            <a:pPr rtl="1"/>
            <a:r>
              <a:rPr lang="ar" sz="2000" b="0" i="0" u="none" strike="noStrike"/>
              <a:t>تتضمن أنظمة السلامة عزل أنظمة الجهد العالي بارتداء معدات الحماية الشخصية المعزولة المناسبة. ويعد التدريب والتطوير المستمر في التقنيات الحالية والناشئة للمركبات الكهربائية عنصرًا ضروريًا لضمان مهارة الفنيين في مجالهم. </a:t>
            </a:r>
            <a:endParaRPr lang="en-GB" sz="2000"/>
          </a:p>
        </p:txBody>
      </p:sp>
      <p:sp>
        <p:nvSpPr>
          <p:cNvPr id="4" name="Footer Placeholder 2">
            <a:extLst>
              <a:ext uri="{FF2B5EF4-FFF2-40B4-BE49-F238E27FC236}">
                <a16:creationId xmlns:a16="http://schemas.microsoft.com/office/drawing/2014/main" id="{D2E88D64-A89C-31D6-39FF-FDA6C2F3F61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452462563"/>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ب</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44625" y="2493962"/>
            <a:ext cx="7127776" cy="187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تعرّف السياسات التي تدير عملية الانتقال إلى النقل الداعم الصديق للبيئة</a:t>
            </a:r>
            <a:endParaRPr lang="en-GB" altLang="en-US" sz="3800" b="1">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675EA65-6F0D-AF0E-C3AA-F552FD8245D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5209-AE29-8594-9703-DFC41768FE7B}"/>
              </a:ext>
            </a:extLst>
          </p:cNvPr>
          <p:cNvSpPr>
            <a:spLocks noGrp="1"/>
          </p:cNvSpPr>
          <p:nvPr>
            <p:ph type="title"/>
          </p:nvPr>
        </p:nvSpPr>
        <p:spPr>
          <a:xfrm>
            <a:off x="457200" y="1700808"/>
            <a:ext cx="8229600" cy="863600"/>
          </a:xfrm>
        </p:spPr>
        <p:txBody>
          <a:bodyPr rtlCol="1"/>
          <a:lstStyle/>
          <a:p>
            <a:pPr marL="0" marR="0" lvl="0" indent="0" defTabSz="914400" rtl="1" eaLnBrk="0" fontAlgn="base" latinLnBrk="0" hangingPunct="0">
              <a:lnSpc>
                <a:spcPct val="100000"/>
              </a:lnSpc>
              <a:spcBef>
                <a:spcPct val="0"/>
              </a:spcBef>
              <a:spcAft>
                <a:spcPct val="0"/>
              </a:spcAft>
              <a:tabLst/>
              <a:defRPr/>
            </a:pPr>
            <a:r>
              <a:rPr lang="ar" sz="3000" b="1" i="0" u="none" strike="noStrike" kern="1200" cap="none" spc="0" normalizeH="0" noProof="0">
                <a:ln>
                  <a:noFill/>
                </a:ln>
                <a:solidFill>
                  <a:srgbClr val="000000"/>
                </a:solidFill>
                <a:effectLst/>
                <a:uLnTx/>
                <a:uFillTx/>
                <a:ea typeface="+mn-ea"/>
              </a:rPr>
              <a:t>تعرّف السياسات التي تدير عملية الانتقال إلى</a:t>
            </a:r>
            <a:br>
              <a:rPr lang="ar-EG" sz="3000" b="1" i="0" u="none" strike="noStrike" kern="1200" cap="none" spc="0" normalizeH="0" noProof="0">
                <a:ln>
                  <a:noFill/>
                </a:ln>
                <a:solidFill>
                  <a:srgbClr val="000000"/>
                </a:solidFill>
                <a:effectLst/>
                <a:uLnTx/>
                <a:uFillTx/>
                <a:ea typeface="+mn-ea"/>
              </a:rPr>
            </a:br>
            <a:r>
              <a:rPr lang="ar" sz="3000" b="1" i="0" u="none" strike="noStrike" kern="1200" cap="none" spc="0" normalizeH="0" noProof="0">
                <a:ln>
                  <a:noFill/>
                </a:ln>
                <a:solidFill>
                  <a:srgbClr val="000000"/>
                </a:solidFill>
                <a:effectLst/>
                <a:uLnTx/>
                <a:uFillTx/>
                <a:ea typeface="+mn-ea"/>
              </a:rPr>
              <a:t>النقل الداعم الصديق للبيئة</a:t>
            </a:r>
            <a:br>
              <a:rPr kumimoji="0" lang="en-GB" altLang="en-US" sz="3000" b="1" i="0" u="none" strike="noStrike" kern="1200" cap="none" spc="0" normalizeH="0" baseline="0" noProof="0">
                <a:ln>
                  <a:noFill/>
                </a:ln>
                <a:solidFill>
                  <a:srgbClr val="000000"/>
                </a:solidFill>
                <a:effectLst/>
                <a:highlight>
                  <a:srgbClr val="FFFF00"/>
                </a:highlight>
                <a:uLnTx/>
                <a:uFillTx/>
                <a:ea typeface="+mn-ea"/>
              </a:rPr>
            </a:br>
            <a:endParaRPr lang="en-GB" sz="3000" b="1"/>
          </a:p>
        </p:txBody>
      </p:sp>
      <p:sp>
        <p:nvSpPr>
          <p:cNvPr id="3" name="Content Placeholder 2">
            <a:extLst>
              <a:ext uri="{FF2B5EF4-FFF2-40B4-BE49-F238E27FC236}">
                <a16:creationId xmlns:a16="http://schemas.microsoft.com/office/drawing/2014/main" id="{56276644-8802-2466-DF52-60F025D3B736}"/>
              </a:ext>
            </a:extLst>
          </p:cNvPr>
          <p:cNvSpPr>
            <a:spLocks noGrp="1"/>
          </p:cNvSpPr>
          <p:nvPr>
            <p:ph sz="half" idx="2"/>
          </p:nvPr>
        </p:nvSpPr>
        <p:spPr>
          <a:xfrm>
            <a:off x="695325" y="2780928"/>
            <a:ext cx="7991475" cy="3321719"/>
          </a:xfrm>
        </p:spPr>
        <p:txBody>
          <a:bodyPr rtlCol="1"/>
          <a:lstStyle/>
          <a:p>
            <a:pPr marL="0" indent="0" rtl="1">
              <a:buNone/>
            </a:pPr>
            <a:r>
              <a:rPr lang="ar" sz="2000" b="1" i="0" u="none" strike="noStrike"/>
              <a:t>توجيهات حول المركبات في نهاية عمرها التشغيلي</a:t>
            </a:r>
          </a:p>
          <a:p>
            <a:pPr rtl="1"/>
            <a:r>
              <a:rPr lang="ar" sz="2000" b="0" i="0" u="none" strike="noStrike"/>
              <a:t>يحدد التوجيه </a:t>
            </a:r>
            <a:r>
              <a:rPr lang="en-US" sz="2000" b="0" i="0" u="none" strike="noStrike"/>
              <a:t>2000/53/EC</a:t>
            </a:r>
            <a:r>
              <a:rPr lang="ar" sz="2000" b="0" i="0" u="none" strike="noStrike"/>
              <a:t> الصادر عن الاتحاد الأوروبي التدابير اللازمة لمنع النفايات الناتجة عن المركبات إلى جانب إعادة استخدام المركبات والمكونات التي </a:t>
            </a:r>
            <a:r>
              <a:rPr lang="ar" sz="2000" i="0" u="none" strike="noStrike"/>
              <a:t>وصلت إلى نهاية عمرها التشغيلي</a:t>
            </a:r>
            <a:r>
              <a:rPr lang="ar" sz="2000" b="0" i="0" u="none" strike="noStrike"/>
              <a:t> وإعادة تدويرها واستردادها، وذلك بغرض تقليل التخلص من النفايات. </a:t>
            </a:r>
          </a:p>
          <a:p>
            <a:pPr rtl="1"/>
            <a:r>
              <a:rPr lang="ar" sz="2000" b="0" i="0" u="none" strike="noStrike"/>
              <a:t>يهدف التوجيه أيضًا إلى تحسين الأداء البيئي للمشغلين الاقتصاديين المشاركين في دورة حياة المركبات والمشغلين المعنيين بمعالجة المركبات التي وصلت إلى نهاية عمرها التشغيلي.</a:t>
            </a:r>
          </a:p>
          <a:p>
            <a:pPr rtl="1"/>
            <a:r>
              <a:rPr lang="ar" sz="2000" b="0" i="0" u="none" strike="noStrike"/>
              <a:t>إضافة إلى ذلك، تطبق العديد من البلدان لوائح ومعايير مماثلة لمعالجة المركبات بعد نهاية عمرها التشغيلي، ومن الأمثلة عليها </a:t>
            </a:r>
            <a:r>
              <a:rPr lang="ar" sz="2000" b="1" i="0" u="none" strike="noStrike"/>
              <a:t>الإمارات العربية المتحدة وقطر وعمان</a:t>
            </a:r>
            <a:r>
              <a:rPr lang="ar" sz="2000" b="0" i="0" u="none" strike="noStrike"/>
              <a:t>.</a:t>
            </a:r>
            <a:endParaRPr lang="en-GB" sz="2000" b="1"/>
          </a:p>
        </p:txBody>
      </p:sp>
      <p:sp>
        <p:nvSpPr>
          <p:cNvPr id="4" name="Footer Placeholder 2">
            <a:extLst>
              <a:ext uri="{FF2B5EF4-FFF2-40B4-BE49-F238E27FC236}">
                <a16:creationId xmlns:a16="http://schemas.microsoft.com/office/drawing/2014/main" id="{0539B8BA-0553-8DFE-AF2D-D6F023F6923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057599724"/>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139D-4D9C-ADAD-914E-C759BEDCECEE}"/>
              </a:ext>
            </a:extLst>
          </p:cNvPr>
          <p:cNvSpPr>
            <a:spLocks noGrp="1"/>
          </p:cNvSpPr>
          <p:nvPr>
            <p:ph type="title"/>
          </p:nvPr>
        </p:nvSpPr>
        <p:spPr/>
        <p:txBody>
          <a:bodyPr rtlCol="1"/>
          <a:lstStyle/>
          <a:p>
            <a:pPr rtl="1"/>
            <a:r>
              <a:rPr lang="ar" sz="3000" b="1" i="0" u="none" strike="noStrike" kern="1200" cap="none" spc="0" normalizeH="0" noProof="0">
                <a:ln>
                  <a:noFill/>
                </a:ln>
                <a:solidFill>
                  <a:srgbClr val="000000"/>
                </a:solidFill>
                <a:effectLst/>
                <a:uLnTx/>
                <a:uFillTx/>
                <a:ea typeface="+mn-ea"/>
              </a:rPr>
              <a:t>تعرّف السياسات التي تدير عملية الانتقال إلى</a:t>
            </a:r>
            <a:br>
              <a:rPr lang="ar-EG" sz="3000" b="1" i="0" u="none" strike="noStrike" kern="1200" cap="none" spc="0" normalizeH="0" noProof="0">
                <a:ln>
                  <a:noFill/>
                </a:ln>
                <a:solidFill>
                  <a:srgbClr val="000000"/>
                </a:solidFill>
                <a:effectLst/>
                <a:uLnTx/>
                <a:uFillTx/>
                <a:ea typeface="+mn-ea"/>
              </a:rPr>
            </a:br>
            <a:r>
              <a:rPr lang="ar" sz="3000" b="1" i="0" u="none" strike="noStrike" kern="1200" cap="none" spc="0" normalizeH="0" noProof="0">
                <a:ln>
                  <a:noFill/>
                </a:ln>
                <a:solidFill>
                  <a:srgbClr val="000000"/>
                </a:solidFill>
                <a:effectLst/>
                <a:uLnTx/>
                <a:uFillTx/>
                <a:ea typeface="+mn-ea"/>
              </a:rPr>
              <a:t> النقل الداعم الصديق للبيئة</a:t>
            </a:r>
            <a:endParaRPr lang="en-GB" sz="3000" b="1"/>
          </a:p>
        </p:txBody>
      </p:sp>
      <p:sp>
        <p:nvSpPr>
          <p:cNvPr id="3" name="Content Placeholder 2">
            <a:extLst>
              <a:ext uri="{FF2B5EF4-FFF2-40B4-BE49-F238E27FC236}">
                <a16:creationId xmlns:a16="http://schemas.microsoft.com/office/drawing/2014/main" id="{699E1509-1DC5-520B-7135-CA1239DF3EE0}"/>
              </a:ext>
            </a:extLst>
          </p:cNvPr>
          <p:cNvSpPr>
            <a:spLocks noGrp="1"/>
          </p:cNvSpPr>
          <p:nvPr>
            <p:ph sz="half" idx="2"/>
          </p:nvPr>
        </p:nvSpPr>
        <p:spPr>
          <a:xfrm>
            <a:off x="576262" y="2564904"/>
            <a:ext cx="7991475" cy="3609975"/>
          </a:xfrm>
        </p:spPr>
        <p:txBody>
          <a:bodyPr rtlCol="1"/>
          <a:lstStyle/>
          <a:p>
            <a:pPr marL="0" indent="0" rtl="1">
              <a:buNone/>
            </a:pPr>
            <a:r>
              <a:rPr lang="ar" sz="2000" b="1" i="0" u="none" strike="noStrike"/>
              <a:t>مراكز إعادة التدوير المعتمدة</a:t>
            </a:r>
          </a:p>
          <a:p>
            <a:pPr rtl="1"/>
            <a:r>
              <a:rPr lang="ar" sz="2000" b="0" i="0" u="none" strike="noStrike"/>
              <a:t>تلعب مراكز إعادة التدوير المعتمدة دورًا أساسيًا في معالجة المركبات التي وصلت إلى نهاية عمرها التشغيلي، وهي مسؤولة عن استقبال المركبات ومعالجتها وفقًا للوائح البيئة. وعادةً ما تتضمن العمليات التي يجري تنفيذها في المراكز تفكيك المركبات وإزالة الملوثات.</a:t>
            </a:r>
          </a:p>
          <a:p>
            <a:pPr rtl="1"/>
            <a:r>
              <a:rPr lang="ar" sz="2000" b="0" i="0" u="none" strike="noStrike"/>
              <a:t>تشمل عملية تفكيك المركبات إزالة المنتجات القابلة لإعادة الاستخدام أو إعادة التدوير مثل الإطارات والمحركات (للمركبات الهجينة فقط) والإلكترونيات والبطاريات (إذا كانت ما تزال صالحة للاستخدام) وأنظمة النقل. </a:t>
            </a:r>
          </a:p>
          <a:p>
            <a:pPr rtl="1"/>
            <a:r>
              <a:rPr lang="ar" sz="2000" b="0" i="0" u="none" strike="noStrike"/>
              <a:t>تشمل عملية إزالة الملوثات إزالة جميع السوائل والبطاريات المتلفة والمبردات.</a:t>
            </a:r>
            <a:endParaRPr lang="en-GB" sz="2000"/>
          </a:p>
        </p:txBody>
      </p:sp>
      <p:sp>
        <p:nvSpPr>
          <p:cNvPr id="4" name="Footer Placeholder 2">
            <a:extLst>
              <a:ext uri="{FF2B5EF4-FFF2-40B4-BE49-F238E27FC236}">
                <a16:creationId xmlns:a16="http://schemas.microsoft.com/office/drawing/2014/main" id="{E96C03BC-A2F8-EB26-887E-13C1BFC759A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373966704"/>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FBD59-7B22-C2F7-17DD-92CF2FCF172D}"/>
              </a:ext>
            </a:extLst>
          </p:cNvPr>
          <p:cNvSpPr>
            <a:spLocks noGrp="1"/>
          </p:cNvSpPr>
          <p:nvPr>
            <p:ph type="title"/>
          </p:nvPr>
        </p:nvSpPr>
        <p:spPr>
          <a:xfrm>
            <a:off x="457200" y="1195388"/>
            <a:ext cx="8229600" cy="863600"/>
          </a:xfrm>
        </p:spPr>
        <p:txBody>
          <a:bodyPr rtlCol="1"/>
          <a:lstStyle/>
          <a:p>
            <a:pPr rtl="1"/>
            <a:r>
              <a:rPr lang="ar" sz="3000" b="1" i="0" u="none" strike="noStrike" kern="1200" cap="none" spc="0" normalizeH="0" noProof="0">
                <a:ln>
                  <a:noFill/>
                </a:ln>
                <a:solidFill>
                  <a:srgbClr val="000000"/>
                </a:solidFill>
                <a:effectLst/>
                <a:uLnTx/>
                <a:uFillTx/>
                <a:ea typeface="+mn-ea"/>
              </a:rPr>
              <a:t>تعرّف السياسات التي تدير عملية الانتقال إلى </a:t>
            </a:r>
            <a:br>
              <a:rPr lang="ar-EG" sz="3000" b="1" i="0" u="none" strike="noStrike" kern="1200" cap="none" spc="0" normalizeH="0" noProof="0">
                <a:ln>
                  <a:noFill/>
                </a:ln>
                <a:solidFill>
                  <a:srgbClr val="000000"/>
                </a:solidFill>
                <a:effectLst/>
                <a:uLnTx/>
                <a:uFillTx/>
                <a:ea typeface="+mn-ea"/>
              </a:rPr>
            </a:br>
            <a:r>
              <a:rPr lang="ar" sz="3000" b="1" i="0" u="none" strike="noStrike" kern="1200" cap="none" spc="0" normalizeH="0" noProof="0">
                <a:ln>
                  <a:noFill/>
                </a:ln>
                <a:solidFill>
                  <a:srgbClr val="000000"/>
                </a:solidFill>
                <a:effectLst/>
                <a:uLnTx/>
                <a:uFillTx/>
                <a:ea typeface="+mn-ea"/>
              </a:rPr>
              <a:t>النقل الداعم الصديق للبيئة</a:t>
            </a:r>
            <a:endParaRPr lang="en-GB" sz="3000" b="1"/>
          </a:p>
        </p:txBody>
      </p:sp>
      <p:sp>
        <p:nvSpPr>
          <p:cNvPr id="3" name="Content Placeholder 2">
            <a:extLst>
              <a:ext uri="{FF2B5EF4-FFF2-40B4-BE49-F238E27FC236}">
                <a16:creationId xmlns:a16="http://schemas.microsoft.com/office/drawing/2014/main" id="{6A77A32D-E63A-1E12-4DDE-0741ED81642E}"/>
              </a:ext>
            </a:extLst>
          </p:cNvPr>
          <p:cNvSpPr>
            <a:spLocks noGrp="1"/>
          </p:cNvSpPr>
          <p:nvPr>
            <p:ph sz="half" idx="2"/>
          </p:nvPr>
        </p:nvSpPr>
        <p:spPr>
          <a:xfrm>
            <a:off x="468312" y="2195513"/>
            <a:ext cx="7991475" cy="3825775"/>
          </a:xfrm>
        </p:spPr>
        <p:txBody>
          <a:bodyPr rtlCol="1"/>
          <a:lstStyle/>
          <a:p>
            <a:pPr marL="0" indent="0" rtl="1">
              <a:buNone/>
            </a:pPr>
            <a:r>
              <a:rPr lang="ar" sz="2000" b="1" i="0" u="none" strike="noStrike"/>
              <a:t>الاتفاقيات العالمية</a:t>
            </a:r>
          </a:p>
          <a:p>
            <a:pPr marL="0" indent="0" rtl="1">
              <a:buNone/>
            </a:pPr>
            <a:r>
              <a:rPr lang="ar" sz="2000" b="0" i="0" u="none" strike="noStrike"/>
              <a:t>توفّر الاتفاقات العالمية، مثل اتفاقية باريس، إطارًا للعمل الجماعي الذي يأمل أن يكون عالميًا، للتصدي لظاهرة تغير المناخ. وتنص هذه الاتفاقات على أهداف تقليل انبعاثات ثاني أكسيد الكربون، وتحدد الجداول الزمنية للإجراءات، وتضع التزامات لكل من البلدان المتقدمة والبلدان النامية. </a:t>
            </a:r>
            <a:br>
              <a:rPr lang="en-GB" sz="2000" b="0" i="0" u="none" strike="noStrike" baseline="0"/>
            </a:br>
            <a:r>
              <a:rPr lang="ar" sz="2000" b="0" i="0" u="none" strike="noStrike"/>
              <a:t>ومع ذلك، لا تشارك جميع البلدان في الاتفاقية.</a:t>
            </a:r>
          </a:p>
          <a:p>
            <a:pPr marL="0" indent="0" rtl="1">
              <a:buNone/>
            </a:pPr>
            <a:r>
              <a:rPr lang="ar" sz="2000" b="1" i="0" u="none" strike="noStrike"/>
              <a:t>اتفاقية باريس</a:t>
            </a:r>
          </a:p>
          <a:p>
            <a:pPr marL="0" indent="0" rtl="1">
              <a:buNone/>
            </a:pPr>
            <a:r>
              <a:rPr lang="ar" sz="2000" b="0" i="0" u="none" strike="noStrike"/>
              <a:t>تهدف اتفاقية باريس، المعتمدة عام 2015 بوصفها جزءًا من اتفاقية الأمم المتحدة الإطارية بشأن تغير المناخ (UNFCCC)، إلى تقليل ظاهرة الاحتباس الحراري إلى أقل من 2 درجة مئوية مع السعي للحد من هذه الزيادة </a:t>
            </a:r>
            <a:br>
              <a:rPr lang="ar-EG" sz="2000" b="0" i="0" u="none" strike="noStrike"/>
            </a:br>
            <a:r>
              <a:rPr lang="ar" sz="2000" b="0" i="0" u="none" strike="noStrike"/>
              <a:t>إلى 1.5 درجة مئوية. ويُطلب من البلدان المشاركة في الاتفاقية تقديم إسهامات محددة وطنيًا (NDCs) توضح أهدافها القانونية بغرض تقليل الانبعاثات مثل ثاني أكسيد الكربون.</a:t>
            </a:r>
            <a:endParaRPr lang="en-GB" sz="2800"/>
          </a:p>
        </p:txBody>
      </p:sp>
      <p:sp>
        <p:nvSpPr>
          <p:cNvPr id="4" name="Footer Placeholder 2">
            <a:extLst>
              <a:ext uri="{FF2B5EF4-FFF2-40B4-BE49-F238E27FC236}">
                <a16:creationId xmlns:a16="http://schemas.microsoft.com/office/drawing/2014/main" id="{3090AE10-616A-38A6-2572-009502CF57A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746247784"/>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B5CC7-BF52-A189-F53E-C31C4EBE6A45}"/>
              </a:ext>
            </a:extLst>
          </p:cNvPr>
          <p:cNvSpPr>
            <a:spLocks noGrp="1"/>
          </p:cNvSpPr>
          <p:nvPr>
            <p:ph type="title"/>
          </p:nvPr>
        </p:nvSpPr>
        <p:spPr>
          <a:xfrm>
            <a:off x="457200" y="1222287"/>
            <a:ext cx="8229600" cy="863600"/>
          </a:xfrm>
        </p:spPr>
        <p:txBody>
          <a:bodyPr rtlCol="1"/>
          <a:lstStyle/>
          <a:p>
            <a:pPr rtl="1"/>
            <a:r>
              <a:rPr lang="ar" sz="3000" b="1" i="0" u="none" strike="noStrike" kern="1200" cap="none" spc="0" normalizeH="0" noProof="0">
                <a:ln>
                  <a:noFill/>
                </a:ln>
                <a:solidFill>
                  <a:srgbClr val="000000"/>
                </a:solidFill>
                <a:effectLst/>
                <a:uLnTx/>
                <a:uFillTx/>
                <a:ea typeface="+mn-ea"/>
              </a:rPr>
              <a:t>تعرّف السياسات التي تدير عملية الانتقال إلى</a:t>
            </a:r>
            <a:br>
              <a:rPr lang="ar-EG" sz="3000" b="1" i="0" u="none" strike="noStrike" kern="1200" cap="none" spc="0" normalizeH="0" noProof="0">
                <a:ln>
                  <a:noFill/>
                </a:ln>
                <a:solidFill>
                  <a:srgbClr val="000000"/>
                </a:solidFill>
                <a:effectLst/>
                <a:uLnTx/>
                <a:uFillTx/>
                <a:ea typeface="+mn-ea"/>
              </a:rPr>
            </a:br>
            <a:r>
              <a:rPr lang="ar" sz="3000" b="1" i="0" u="none" strike="noStrike" kern="1200" cap="none" spc="0" normalizeH="0" noProof="0">
                <a:ln>
                  <a:noFill/>
                </a:ln>
                <a:solidFill>
                  <a:srgbClr val="000000"/>
                </a:solidFill>
                <a:effectLst/>
                <a:uLnTx/>
                <a:uFillTx/>
                <a:ea typeface="+mn-ea"/>
              </a:rPr>
              <a:t>النقل الداعم الصديق للبيئة</a:t>
            </a:r>
            <a:endParaRPr lang="en-GB" sz="3000" b="1"/>
          </a:p>
        </p:txBody>
      </p:sp>
      <p:sp>
        <p:nvSpPr>
          <p:cNvPr id="3" name="Content Placeholder 2">
            <a:extLst>
              <a:ext uri="{FF2B5EF4-FFF2-40B4-BE49-F238E27FC236}">
                <a16:creationId xmlns:a16="http://schemas.microsoft.com/office/drawing/2014/main" id="{9FCFD618-ED50-AE0F-655E-E0397569EDB9}"/>
              </a:ext>
            </a:extLst>
          </p:cNvPr>
          <p:cNvSpPr>
            <a:spLocks noGrp="1"/>
          </p:cNvSpPr>
          <p:nvPr>
            <p:ph sz="half" idx="2"/>
          </p:nvPr>
        </p:nvSpPr>
        <p:spPr>
          <a:xfrm>
            <a:off x="3923928" y="2915369"/>
            <a:ext cx="5184577" cy="3609975"/>
          </a:xfrm>
        </p:spPr>
        <p:txBody>
          <a:bodyPr rtlCol="1"/>
          <a:lstStyle/>
          <a:p>
            <a:pPr rtl="1"/>
            <a:r>
              <a:rPr lang="ar" sz="2000" b="0" i="0" u="none" strike="noStrike"/>
              <a:t>هو المعيار العالمي المستخدم لقياس واختبار الانبعاثات واستهلاك الوقود أو الطاقة في جميع المركبات الركابية، بما في ذلك تلك التي تعمل بمحركات الاحتراق الداخلي</a:t>
            </a:r>
            <a:r>
              <a:rPr lang="ar" sz="2000"/>
              <a:t>.</a:t>
            </a:r>
          </a:p>
          <a:p>
            <a:pPr rtl="1"/>
            <a:r>
              <a:rPr lang="ar" sz="2000" b="0" i="0" u="none" strike="noStrike"/>
              <a:t>تُنفَّذ مجموعة من الاختبارات المعملية لمحاكاة ظروف القيادة في مناطق مثل القيادة الحضرية والضواحي والطرق السريعة. </a:t>
            </a:r>
          </a:p>
          <a:p>
            <a:pPr rtl="1"/>
            <a:r>
              <a:rPr lang="ar" sz="2000" b="0" i="0" u="none" strike="noStrike"/>
              <a:t>تعمل الاختبارات على قياس الملوثات، مثل أكاسيد النيتروجين والجسيمات، وانبعاثات ثاني أكسيد الكربون، واستهلاك الوقود </a:t>
            </a:r>
            <a:br>
              <a:rPr lang="ar-EG" sz="2000" b="0" i="0" u="none" strike="noStrike"/>
            </a:br>
            <a:r>
              <a:rPr lang="ar" sz="2000" b="0" i="0" u="none" strike="noStrike"/>
              <a:t>أو الطاقة، والمدى </a:t>
            </a:r>
            <a:r>
              <a:rPr lang="ar" sz="2000"/>
              <a:t>الكهربائي</a:t>
            </a:r>
            <a:r>
              <a:rPr lang="ar" sz="2000" b="0" i="0" u="none" strike="noStrike"/>
              <a:t> للمركبات الكهربائية.</a:t>
            </a:r>
            <a:endParaRPr lang="en-GB" sz="2000"/>
          </a:p>
        </p:txBody>
      </p:sp>
      <p:pic>
        <p:nvPicPr>
          <p:cNvPr id="6" name="Picture 5">
            <a:extLst>
              <a:ext uri="{FF2B5EF4-FFF2-40B4-BE49-F238E27FC236}">
                <a16:creationId xmlns:a16="http://schemas.microsoft.com/office/drawing/2014/main" id="{8B15BD95-3AA1-BC7A-29A0-152B1057C12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9512" y="3017173"/>
            <a:ext cx="3744416" cy="1758049"/>
          </a:xfrm>
          <a:prstGeom prst="rect">
            <a:avLst/>
          </a:prstGeom>
        </p:spPr>
      </p:pic>
      <p:sp>
        <p:nvSpPr>
          <p:cNvPr id="7" name="TextBox 6">
            <a:extLst>
              <a:ext uri="{FF2B5EF4-FFF2-40B4-BE49-F238E27FC236}">
                <a16:creationId xmlns:a16="http://schemas.microsoft.com/office/drawing/2014/main" id="{D4EC7ADD-DB2C-93FE-3ABF-515E1668A9B2}"/>
              </a:ext>
            </a:extLst>
          </p:cNvPr>
          <p:cNvSpPr txBox="1"/>
          <p:nvPr/>
        </p:nvSpPr>
        <p:spPr>
          <a:xfrm>
            <a:off x="323528" y="5013176"/>
            <a:ext cx="3312368" cy="830997"/>
          </a:xfrm>
          <a:prstGeom prst="rect">
            <a:avLst/>
          </a:prstGeom>
          <a:noFill/>
        </p:spPr>
        <p:txBody>
          <a:bodyPr wrap="square" rtlCol="1">
            <a:spAutoFit/>
          </a:bodyPr>
          <a:lstStyle/>
          <a:p>
            <a:pPr rtl="1"/>
            <a:r>
              <a:rPr lang="ar" sz="1600">
                <a:latin typeface="Sakkal Majalla" panose="02000000000000000000" pitchFamily="2" charset="-78"/>
                <a:cs typeface="Sakkal Majalla" panose="02000000000000000000" pitchFamily="2" charset="-78"/>
              </a:rPr>
              <a:t>الانبعاثات من المركبات التي تعمل بالبنزين/الديزل تتكون بشكل رئيسي من ثاني أكسيد الكربون وغازات أخرى مثل أول أكسيد الكربون.</a:t>
            </a:r>
          </a:p>
        </p:txBody>
      </p:sp>
      <p:sp>
        <p:nvSpPr>
          <p:cNvPr id="8" name="TextBox 7">
            <a:extLst>
              <a:ext uri="{FF2B5EF4-FFF2-40B4-BE49-F238E27FC236}">
                <a16:creationId xmlns:a16="http://schemas.microsoft.com/office/drawing/2014/main" id="{521EC5B7-9EAC-68DA-259B-AAAFA275C568}"/>
              </a:ext>
            </a:extLst>
          </p:cNvPr>
          <p:cNvSpPr txBox="1"/>
          <p:nvPr/>
        </p:nvSpPr>
        <p:spPr>
          <a:xfrm>
            <a:off x="4572000" y="2204864"/>
            <a:ext cx="4392488" cy="707886"/>
          </a:xfrm>
          <a:prstGeom prst="rect">
            <a:avLst/>
          </a:prstGeom>
          <a:noFill/>
        </p:spPr>
        <p:txBody>
          <a:bodyPr wrap="square" rtlCol="1">
            <a:spAutoFit/>
          </a:bodyPr>
          <a:lstStyle/>
          <a:p>
            <a:pPr rtl="1"/>
            <a:r>
              <a:rPr lang="ar" sz="2000" b="1" i="0" u="none" strike="noStrike">
                <a:latin typeface="Sakkal Majalla" panose="02000000000000000000" pitchFamily="2" charset="-78"/>
                <a:cs typeface="Sakkal Majalla" panose="02000000000000000000" pitchFamily="2" charset="-78"/>
              </a:rPr>
              <a:t>إجراء اختبار المركبات الخفيفة المنسق عالميًا (WLTP)</a:t>
            </a:r>
          </a:p>
          <a:p>
            <a:pPr rtl="1"/>
            <a:endParaRPr lang="en-GB" sz="200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80213E3-B0C7-608B-7D12-FEAD8B0D9E5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370580187"/>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76A7-340A-7AFC-DEE7-F272C59E17F4}"/>
              </a:ext>
            </a:extLst>
          </p:cNvPr>
          <p:cNvSpPr>
            <a:spLocks noGrp="1"/>
          </p:cNvSpPr>
          <p:nvPr>
            <p:ph type="title"/>
          </p:nvPr>
        </p:nvSpPr>
        <p:spPr>
          <a:xfrm>
            <a:off x="457200" y="1195388"/>
            <a:ext cx="8229600" cy="863600"/>
          </a:xfrm>
        </p:spPr>
        <p:txBody>
          <a:bodyPr rtlCol="1"/>
          <a:lstStyle/>
          <a:p>
            <a:pPr rtl="1"/>
            <a:r>
              <a:rPr lang="ar" sz="2600" b="1"/>
              <a:t>ب2 القوانين والسياسات الخاصة بالمركبات التي تؤثر في </a:t>
            </a:r>
            <a:br>
              <a:rPr lang="en-GB" sz="2600" b="1"/>
            </a:br>
            <a:r>
              <a:rPr lang="ar" sz="2600" b="1"/>
              <a:t>تطوير المركبات الكهربائية والهجينة </a:t>
            </a:r>
          </a:p>
        </p:txBody>
      </p:sp>
      <p:sp>
        <p:nvSpPr>
          <p:cNvPr id="3" name="Content Placeholder 2">
            <a:extLst>
              <a:ext uri="{FF2B5EF4-FFF2-40B4-BE49-F238E27FC236}">
                <a16:creationId xmlns:a16="http://schemas.microsoft.com/office/drawing/2014/main" id="{CF7CCCA0-458F-1B8D-D366-B009747C9128}"/>
              </a:ext>
            </a:extLst>
          </p:cNvPr>
          <p:cNvSpPr>
            <a:spLocks noGrp="1"/>
          </p:cNvSpPr>
          <p:nvPr>
            <p:ph sz="half" idx="2"/>
          </p:nvPr>
        </p:nvSpPr>
        <p:spPr>
          <a:xfrm>
            <a:off x="468312" y="2195513"/>
            <a:ext cx="7991475" cy="3609975"/>
          </a:xfrm>
        </p:spPr>
        <p:txBody>
          <a:bodyPr rtlCol="1"/>
          <a:lstStyle/>
          <a:p>
            <a:pPr marL="0" indent="0" rtl="1">
              <a:buNone/>
            </a:pPr>
            <a:r>
              <a:rPr lang="ar" sz="2000" b="1" i="0" u="none" strike="noStrike"/>
              <a:t>اختبارات بطارية </a:t>
            </a:r>
            <a:r>
              <a:rPr lang="en-US" sz="2000" b="1" i="0" u="none" strike="noStrike"/>
              <a:t>ECE-R100</a:t>
            </a:r>
            <a:r>
              <a:rPr lang="ar" sz="2000" b="1" i="0" u="none" strike="noStrike"/>
              <a:t> للمركبات الكهربائية</a:t>
            </a:r>
          </a:p>
          <a:p>
            <a:pPr rtl="1"/>
            <a:r>
              <a:rPr lang="ar" sz="2000" b="0" i="0" u="none" strike="noStrike"/>
              <a:t>يشمل ذلك مجموعة من الاختبارات المصممة خصيصًا لتقييم سلامة وأداء البطاريات المستخدمة في المركبات الكهربائية والمركبات الهجينة. وتهدف إلى التأكد من أن البطاريات تفي بالمعايير الدولية للاستقرار الحراري والسلامة الكهربائية والمتانة. ولضمان ذلك، تنص اللوائح على خضوع البطاريات للاختبارات اللازمة.</a:t>
            </a:r>
          </a:p>
          <a:p>
            <a:pPr rtl="1"/>
            <a:r>
              <a:rPr lang="ar" sz="2000" i="0" u="none" strike="noStrike"/>
              <a:t>اختبار الاهتزاز: </a:t>
            </a:r>
            <a:r>
              <a:rPr lang="ar" sz="2000" b="0" i="0" u="none" strike="noStrike"/>
              <a:t>يُقيّم هذا الاختبار قدرة البطارية على تحمل الاهتزازات التي تحدث في أثناء التشغيل العادي للمركبة، ما يضمن بقاؤها سليمة هيكليًا وعملية. </a:t>
            </a:r>
          </a:p>
          <a:p>
            <a:pPr rtl="1"/>
            <a:r>
              <a:rPr lang="ar" sz="2000" i="0" u="none" strike="noStrike"/>
              <a:t>الصدمة الحرارية والدوران: </a:t>
            </a:r>
            <a:r>
              <a:rPr lang="ar" sz="2000" b="0" i="0" u="none" strike="noStrike"/>
              <a:t>يُقيّم هذا الاختبار أداء البطاريات في إطار تقلبات درجات الحرارة الشديدة. وهذا يساعد على تحديد استقرارها الحراري ومقاومتها للإجهاد الناجم عن التغيرات في درجة الحرارة.</a:t>
            </a:r>
            <a:endParaRPr lang="en-GB" sz="2800"/>
          </a:p>
        </p:txBody>
      </p:sp>
      <p:sp>
        <p:nvSpPr>
          <p:cNvPr id="4" name="Footer Placeholder 2">
            <a:extLst>
              <a:ext uri="{FF2B5EF4-FFF2-40B4-BE49-F238E27FC236}">
                <a16:creationId xmlns:a16="http://schemas.microsoft.com/office/drawing/2014/main" id="{BEDA1C8B-FC9B-63EC-D8E3-CA4C38DDB79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4232425861"/>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894A-4662-2686-C727-636C6B018C2A}"/>
              </a:ext>
            </a:extLst>
          </p:cNvPr>
          <p:cNvSpPr>
            <a:spLocks noGrp="1"/>
          </p:cNvSpPr>
          <p:nvPr>
            <p:ph type="title"/>
          </p:nvPr>
        </p:nvSpPr>
        <p:spPr>
          <a:xfrm>
            <a:off x="457200" y="1195388"/>
            <a:ext cx="8229600" cy="863600"/>
          </a:xfrm>
        </p:spPr>
        <p:txBody>
          <a:bodyPr rtlCol="1"/>
          <a:lstStyle/>
          <a:p>
            <a:pPr rtl="1"/>
            <a:r>
              <a:rPr lang="ar" sz="2600" b="1" i="0" u="none" strike="noStrike" kern="0" cap="none" spc="0" normalizeH="0" noProof="0">
                <a:ln>
                  <a:noFill/>
                </a:ln>
                <a:solidFill>
                  <a:srgbClr val="000000"/>
                </a:solidFill>
                <a:effectLst/>
                <a:uLnTx/>
                <a:uFillTx/>
              </a:rPr>
              <a:t>ب2 القوانين والسياسات الخاصة بالمركبات التي تؤثر في </a:t>
            </a:r>
            <a:br>
              <a:rPr kumimoji="0" lang="en-GB" sz="2600" b="1" i="0" u="none" strike="noStrike" kern="0" cap="none" spc="0" normalizeH="0" baseline="0" noProof="0">
                <a:ln>
                  <a:noFill/>
                </a:ln>
                <a:solidFill>
                  <a:srgbClr val="000000"/>
                </a:solidFill>
                <a:effectLst/>
                <a:uLnTx/>
                <a:uFillTx/>
              </a:rPr>
            </a:br>
            <a:r>
              <a:rPr lang="ar" sz="2600" b="1" i="0" u="none" strike="noStrike" kern="0" cap="none" spc="0" normalizeH="0" noProof="0">
                <a:ln>
                  <a:noFill/>
                </a:ln>
                <a:solidFill>
                  <a:srgbClr val="000000"/>
                </a:solidFill>
                <a:effectLst/>
                <a:uLnTx/>
                <a:uFillTx/>
              </a:rPr>
              <a:t>تطوير المركبات الكهربائية والهجينة </a:t>
            </a:r>
            <a:endParaRPr lang="en-GB" sz="2600" b="1"/>
          </a:p>
        </p:txBody>
      </p:sp>
      <p:sp>
        <p:nvSpPr>
          <p:cNvPr id="3" name="Content Placeholder 2">
            <a:extLst>
              <a:ext uri="{FF2B5EF4-FFF2-40B4-BE49-F238E27FC236}">
                <a16:creationId xmlns:a16="http://schemas.microsoft.com/office/drawing/2014/main" id="{BBC9BBC3-9B47-95E8-023F-CA6F996D25F8}"/>
              </a:ext>
            </a:extLst>
          </p:cNvPr>
          <p:cNvSpPr>
            <a:spLocks noGrp="1"/>
          </p:cNvSpPr>
          <p:nvPr>
            <p:ph sz="half" idx="2"/>
          </p:nvPr>
        </p:nvSpPr>
        <p:spPr>
          <a:xfrm>
            <a:off x="504813" y="2025150"/>
            <a:ext cx="7991475" cy="2134668"/>
          </a:xfrm>
        </p:spPr>
        <p:txBody>
          <a:bodyPr rtlCol="1"/>
          <a:lstStyle/>
          <a:p>
            <a:pPr marL="0" indent="0" rtl="1">
              <a:buNone/>
            </a:pPr>
            <a:r>
              <a:rPr lang="ar" sz="2000" b="1" i="0" u="none" strike="noStrike"/>
              <a:t>أنظمة السلامة</a:t>
            </a:r>
          </a:p>
          <a:p>
            <a:pPr rtl="1"/>
            <a:r>
              <a:rPr lang="ar" sz="2000" b="0" i="0" u="none" strike="noStrike"/>
              <a:t>تعمل المركبات الكهربائية بأنظمة ذات جهد عالٍ للغاية. وعليه، يجب إبقاء الركاب والأمتعة بعيدًا عن هذه الأنظمة. وتحقيقًا لذلك، ينبغي توافر حواجز مادية وخاصية عزل لمنع الاتصال المباشر بالمكونات عالية الجهد.</a:t>
            </a:r>
          </a:p>
          <a:p>
            <a:pPr rtl="1"/>
            <a:r>
              <a:rPr lang="ar" sz="2000" b="0" i="0" u="none" strike="noStrike"/>
              <a:t>يجب أن تحتوي </a:t>
            </a:r>
            <a:r>
              <a:rPr lang="ar" sz="2000" i="0" u="none" strike="noStrike"/>
              <a:t>أنظمة البطاريات وناقلات الحركة والطاقة</a:t>
            </a:r>
            <a:r>
              <a:rPr lang="ar" sz="2000" b="0" i="0" u="none" strike="noStrike"/>
              <a:t> على </a:t>
            </a:r>
            <a:r>
              <a:rPr lang="ar" sz="2000" i="0" u="none" strike="noStrike"/>
              <a:t>فيوزات (قواطع تيار)</a:t>
            </a:r>
            <a:r>
              <a:rPr lang="ar" sz="2000" b="0" i="0" u="none" strike="noStrike"/>
              <a:t> لحمايتها من ظروف التيار الزائد تجنبًا لوقوع الحرائق الكهربائية والمخاطر الأخرى.</a:t>
            </a:r>
          </a:p>
          <a:p>
            <a:pPr rtl="1"/>
            <a:endParaRPr lang="en-GB" sz="2000" b="0" i="0" u="none" strike="noStrike" baseline="0">
              <a:latin typeface="AptiferSansLTPro-Light"/>
            </a:endParaRPr>
          </a:p>
        </p:txBody>
      </p:sp>
      <p:pic>
        <p:nvPicPr>
          <p:cNvPr id="6" name="Picture 5">
            <a:extLst>
              <a:ext uri="{FF2B5EF4-FFF2-40B4-BE49-F238E27FC236}">
                <a16:creationId xmlns:a16="http://schemas.microsoft.com/office/drawing/2014/main" id="{CE336C30-1323-8AE6-D708-E6EABA921A5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106274" y="4509120"/>
            <a:ext cx="3922110" cy="1861470"/>
          </a:xfrm>
          <a:prstGeom prst="rect">
            <a:avLst/>
          </a:prstGeom>
        </p:spPr>
      </p:pic>
      <p:sp>
        <p:nvSpPr>
          <p:cNvPr id="7" name="TextBox 6">
            <a:extLst>
              <a:ext uri="{FF2B5EF4-FFF2-40B4-BE49-F238E27FC236}">
                <a16:creationId xmlns:a16="http://schemas.microsoft.com/office/drawing/2014/main" id="{70D2D54B-1CAE-2330-00C4-4B05699B1CB7}"/>
              </a:ext>
            </a:extLst>
          </p:cNvPr>
          <p:cNvSpPr txBox="1"/>
          <p:nvPr/>
        </p:nvSpPr>
        <p:spPr>
          <a:xfrm>
            <a:off x="1475656" y="4869160"/>
            <a:ext cx="2520280" cy="830997"/>
          </a:xfrm>
          <a:prstGeom prst="rect">
            <a:avLst/>
          </a:prstGeom>
          <a:noFill/>
        </p:spPr>
        <p:txBody>
          <a:bodyPr wrap="square" rtlCol="1">
            <a:spAutoFit/>
          </a:bodyPr>
          <a:lstStyle/>
          <a:p>
            <a:pPr rtl="1"/>
            <a:r>
              <a:rPr lang="ar" sz="1600">
                <a:latin typeface="Sakkal Majalla" panose="02000000000000000000" pitchFamily="2" charset="-78"/>
                <a:cs typeface="Sakkal Majalla" panose="02000000000000000000" pitchFamily="2" charset="-78"/>
              </a:rPr>
              <a:t>لوحة القيادة الخاصة بالسائق تعرض تحذيرًا حال وقوع أي أعطال أو مشكلات في المركبة.</a:t>
            </a:r>
          </a:p>
        </p:txBody>
      </p:sp>
      <p:sp>
        <p:nvSpPr>
          <p:cNvPr id="4" name="Footer Placeholder 2">
            <a:extLst>
              <a:ext uri="{FF2B5EF4-FFF2-40B4-BE49-F238E27FC236}">
                <a16:creationId xmlns:a16="http://schemas.microsoft.com/office/drawing/2014/main" id="{2B0C3D67-3B0E-138A-A7D7-EFCFB4D813D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463280348"/>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ج</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فهم متطلبات نهاية العمر التشغيلي </a:t>
            </a:r>
            <a:br>
              <a:rPr lang="en-GB" alt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للمركبات الكهربائية والهجينة </a:t>
            </a:r>
          </a:p>
        </p:txBody>
      </p:sp>
      <p:sp>
        <p:nvSpPr>
          <p:cNvPr id="2" name="Footer Placeholder 2">
            <a:extLst>
              <a:ext uri="{FF2B5EF4-FFF2-40B4-BE49-F238E27FC236}">
                <a16:creationId xmlns:a16="http://schemas.microsoft.com/office/drawing/2014/main" id="{BBB22E5A-1093-9C84-CDE3-AC519D688FA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DB71-7767-F4B8-1B9F-780389513718}"/>
              </a:ext>
            </a:extLst>
          </p:cNvPr>
          <p:cNvSpPr>
            <a:spLocks noGrp="1"/>
          </p:cNvSpPr>
          <p:nvPr>
            <p:ph type="title"/>
          </p:nvPr>
        </p:nvSpPr>
        <p:spPr>
          <a:xfrm>
            <a:off x="457200" y="1195388"/>
            <a:ext cx="8229600" cy="863600"/>
          </a:xfrm>
        </p:spPr>
        <p:txBody>
          <a:bodyPr rtlCol="1"/>
          <a:lstStyle/>
          <a:p>
            <a:pPr rtl="1"/>
            <a:r>
              <a:rPr lang="ar" sz="3000" b="1"/>
              <a:t>ج1 دورة حياة المركبات</a:t>
            </a:r>
          </a:p>
        </p:txBody>
      </p:sp>
      <p:sp>
        <p:nvSpPr>
          <p:cNvPr id="3" name="Content Placeholder 2">
            <a:extLst>
              <a:ext uri="{FF2B5EF4-FFF2-40B4-BE49-F238E27FC236}">
                <a16:creationId xmlns:a16="http://schemas.microsoft.com/office/drawing/2014/main" id="{2D3E79F3-84CF-4128-C10C-F0467B4B468A}"/>
              </a:ext>
            </a:extLst>
          </p:cNvPr>
          <p:cNvSpPr>
            <a:spLocks noGrp="1"/>
          </p:cNvSpPr>
          <p:nvPr>
            <p:ph sz="half" idx="2"/>
          </p:nvPr>
        </p:nvSpPr>
        <p:spPr>
          <a:xfrm>
            <a:off x="457200" y="1772816"/>
            <a:ext cx="7991475" cy="2241599"/>
          </a:xfrm>
        </p:spPr>
        <p:txBody>
          <a:bodyPr rtlCol="1"/>
          <a:lstStyle/>
          <a:p>
            <a:pPr marL="0" indent="0" rtl="1">
              <a:buNone/>
            </a:pPr>
            <a:r>
              <a:rPr lang="ar" sz="2000" b="1" i="0" u="none" strike="noStrike"/>
              <a:t>دورة حياة المركبات</a:t>
            </a:r>
          </a:p>
          <a:p>
            <a:pPr rtl="1"/>
            <a:r>
              <a:rPr lang="ar" sz="2000" b="0" i="0" u="none" strike="noStrike"/>
              <a:t>هناك ثلاث مراحل في دورة حياة المركبات الكهربائية والهجينة:</a:t>
            </a:r>
          </a:p>
          <a:p>
            <a:pPr rtl="1"/>
            <a:r>
              <a:rPr lang="ar" sz="2000" b="0" i="0" u="none" strike="noStrike"/>
              <a:t>الإنتاج: تصنيع أجزاء المركبة، وتسليمها إلى مصنع التجميع، وتجميع المركبة وفقًا للمواصفات.</a:t>
            </a:r>
          </a:p>
          <a:p>
            <a:pPr rtl="1"/>
            <a:r>
              <a:rPr lang="ar" sz="2000" b="0" i="0" u="none" strike="noStrike"/>
              <a:t>الاستخدام: قيادة المستخدم النهائي للمركبة والتنقل بها إلى وجهات مختلفة حتى تصل إلى نهاية عمرها.</a:t>
            </a:r>
          </a:p>
          <a:p>
            <a:pPr rtl="1"/>
            <a:r>
              <a:rPr lang="ar" sz="2000" b="0" i="0" u="none" strike="noStrike"/>
              <a:t>إعادة التدوير: إعادة تدوير أجزاء المركبة بغرض استخدامها مرة أخرى.</a:t>
            </a:r>
            <a:endParaRPr lang="en-GB" sz="2000"/>
          </a:p>
        </p:txBody>
      </p:sp>
      <p:pic>
        <p:nvPicPr>
          <p:cNvPr id="7" name="Picture 6">
            <a:extLst>
              <a:ext uri="{FF2B5EF4-FFF2-40B4-BE49-F238E27FC236}">
                <a16:creationId xmlns:a16="http://schemas.microsoft.com/office/drawing/2014/main" id="{4C80D240-1CD6-2B78-02FD-CF6994E71E6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24159" y="3933056"/>
            <a:ext cx="2901391" cy="1629636"/>
          </a:xfrm>
          <a:prstGeom prst="rect">
            <a:avLst/>
          </a:prstGeom>
        </p:spPr>
      </p:pic>
      <p:sp>
        <p:nvSpPr>
          <p:cNvPr id="8" name="TextBox 7">
            <a:extLst>
              <a:ext uri="{FF2B5EF4-FFF2-40B4-BE49-F238E27FC236}">
                <a16:creationId xmlns:a16="http://schemas.microsoft.com/office/drawing/2014/main" id="{DF728924-0141-6CC0-B2EB-810AF3867853}"/>
              </a:ext>
            </a:extLst>
          </p:cNvPr>
          <p:cNvSpPr txBox="1"/>
          <p:nvPr/>
        </p:nvSpPr>
        <p:spPr>
          <a:xfrm>
            <a:off x="1547664" y="4154962"/>
            <a:ext cx="3384376" cy="830997"/>
          </a:xfrm>
          <a:prstGeom prst="rect">
            <a:avLst/>
          </a:prstGeom>
          <a:noFill/>
        </p:spPr>
        <p:txBody>
          <a:bodyPr wrap="square" rtlCol="1">
            <a:spAutoFit/>
          </a:bodyPr>
          <a:lstStyle/>
          <a:p>
            <a:pPr rtl="1"/>
            <a:r>
              <a:rPr lang="ar" sz="1600">
                <a:latin typeface="Sakkal Majalla" panose="02000000000000000000" pitchFamily="2" charset="-78"/>
                <a:cs typeface="Sakkal Majalla" panose="02000000000000000000" pitchFamily="2" charset="-78"/>
              </a:rPr>
              <a:t>حجرة المحرك في المركبة الكهربائية. تحتوي المركبة العادية على ما يتراوح بين 10,000 إلى 12,000 قطعة غيار مختلفة تتطلب إعادة التدوير أو إعادة الاستخدام أو إزالة التلوث.</a:t>
            </a:r>
          </a:p>
        </p:txBody>
      </p:sp>
      <p:sp>
        <p:nvSpPr>
          <p:cNvPr id="4" name="Footer Placeholder 2">
            <a:extLst>
              <a:ext uri="{FF2B5EF4-FFF2-40B4-BE49-F238E27FC236}">
                <a16:creationId xmlns:a16="http://schemas.microsoft.com/office/drawing/2014/main" id="{50FFB5FB-FCEA-D481-1EF6-5E11ED43140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016981804"/>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33249-36B3-FEEE-91B5-73BE5DD0F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7F93E-A0A3-B721-888A-822F2BC8BAE6}"/>
              </a:ext>
            </a:extLst>
          </p:cNvPr>
          <p:cNvSpPr>
            <a:spLocks noGrp="1"/>
          </p:cNvSpPr>
          <p:nvPr>
            <p:ph type="title"/>
          </p:nvPr>
        </p:nvSpPr>
        <p:spPr>
          <a:xfrm>
            <a:off x="457200" y="1195388"/>
            <a:ext cx="8229600" cy="863600"/>
          </a:xfrm>
        </p:spPr>
        <p:txBody>
          <a:bodyPr rtlCol="1"/>
          <a:lstStyle/>
          <a:p>
            <a:pPr rtl="1"/>
            <a:r>
              <a:rPr lang="ar" sz="3000" b="1"/>
              <a:t>ج1 دورة حياة المركبات</a:t>
            </a:r>
          </a:p>
        </p:txBody>
      </p:sp>
      <p:sp>
        <p:nvSpPr>
          <p:cNvPr id="3" name="Content Placeholder 2">
            <a:extLst>
              <a:ext uri="{FF2B5EF4-FFF2-40B4-BE49-F238E27FC236}">
                <a16:creationId xmlns:a16="http://schemas.microsoft.com/office/drawing/2014/main" id="{73D5103E-C0FE-4204-3F60-B97AEA39844E}"/>
              </a:ext>
            </a:extLst>
          </p:cNvPr>
          <p:cNvSpPr>
            <a:spLocks noGrp="1"/>
          </p:cNvSpPr>
          <p:nvPr>
            <p:ph sz="half" idx="2"/>
          </p:nvPr>
        </p:nvSpPr>
        <p:spPr>
          <a:xfrm>
            <a:off x="457200" y="1916833"/>
            <a:ext cx="7991475" cy="1440159"/>
          </a:xfrm>
        </p:spPr>
        <p:txBody>
          <a:bodyPr rtlCol="1"/>
          <a:lstStyle/>
          <a:p>
            <a:pPr marL="0" indent="0" rtl="1">
              <a:buNone/>
            </a:pPr>
            <a:r>
              <a:rPr lang="ar" sz="2000" b="1" i="0" u="none" strike="noStrike">
                <a:solidFill>
                  <a:srgbClr val="000000"/>
                </a:solidFill>
              </a:rPr>
              <a:t>التجميع</a:t>
            </a:r>
          </a:p>
          <a:p>
            <a:pPr marL="0" indent="0" rtl="1">
              <a:buNone/>
            </a:pPr>
            <a:r>
              <a:rPr lang="ar" sz="2000">
                <a:solidFill>
                  <a:srgbClr val="000000"/>
                </a:solidFill>
              </a:rPr>
              <a:t>بمجرد الحصول على</a:t>
            </a:r>
            <a:r>
              <a:rPr lang="ar" sz="2000" b="0" i="0" u="none" strike="noStrike">
                <a:solidFill>
                  <a:srgbClr val="000000"/>
                </a:solidFill>
              </a:rPr>
              <a:t> المواد وتصنيعها إلى</a:t>
            </a:r>
            <a:r>
              <a:rPr lang="ar" sz="2000">
                <a:solidFill>
                  <a:srgbClr val="000000"/>
                </a:solidFill>
              </a:rPr>
              <a:t> مكونات المركبات الكهربائية والهجينة، </a:t>
            </a:r>
            <a:r>
              <a:rPr lang="ar" sz="2000" b="0" i="0" u="none" strike="noStrike">
                <a:solidFill>
                  <a:srgbClr val="000000"/>
                </a:solidFill>
              </a:rPr>
              <a:t>يجري تجميعها في المركبة الكهربائية أو الهجينة الجاهزة في الغالب على خطوط تجميع آلية. وتُجرى بعض التجميعات في محطات فرعية ثمّ تمرر إلى خط التجميع الرئيس. وفي الوقت الحالي، تُجرى معظم عمليات تجميع المركبات باستخدام الروبوتات.</a:t>
            </a:r>
            <a:endParaRPr lang="en-GB" sz="2800"/>
          </a:p>
        </p:txBody>
      </p:sp>
      <p:pic>
        <p:nvPicPr>
          <p:cNvPr id="6" name="Picture 5">
            <a:extLst>
              <a:ext uri="{FF2B5EF4-FFF2-40B4-BE49-F238E27FC236}">
                <a16:creationId xmlns:a16="http://schemas.microsoft.com/office/drawing/2014/main" id="{5BB79192-15E2-CD40-753A-11420249702B}"/>
              </a:ext>
            </a:extLst>
          </p:cNvPr>
          <p:cNvPicPr>
            <a:picLocks noChangeAspect="1"/>
          </p:cNvPicPr>
          <p:nvPr/>
        </p:nvPicPr>
        <p:blipFill>
          <a:blip r:embed="rId3"/>
          <a:stretch>
            <a:fillRect/>
          </a:stretch>
        </p:blipFill>
        <p:spPr>
          <a:xfrm>
            <a:off x="4720192" y="3501008"/>
            <a:ext cx="3380200" cy="2314468"/>
          </a:xfrm>
          <a:prstGeom prst="rect">
            <a:avLst/>
          </a:prstGeom>
        </p:spPr>
      </p:pic>
      <p:sp>
        <p:nvSpPr>
          <p:cNvPr id="9" name="TextBox 8">
            <a:extLst>
              <a:ext uri="{FF2B5EF4-FFF2-40B4-BE49-F238E27FC236}">
                <a16:creationId xmlns:a16="http://schemas.microsoft.com/office/drawing/2014/main" id="{28318906-4679-2CA1-9235-8F51D5AA2F13}"/>
              </a:ext>
            </a:extLst>
          </p:cNvPr>
          <p:cNvSpPr txBox="1"/>
          <p:nvPr/>
        </p:nvSpPr>
        <p:spPr>
          <a:xfrm>
            <a:off x="317687" y="3501008"/>
            <a:ext cx="4230547" cy="1754326"/>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تميل الروبوتات إلى العمل في خلايا على شكل مجموعة، حيث تُبرمَج وفقًا لنوع المركبة التي سيجري تجميعها ويمكنها التبديل بين أنواع المركبات بصورة سريعة. </a:t>
            </a:r>
          </a:p>
          <a:p>
            <a:pPr rtl="1"/>
            <a:r>
              <a:rPr lang="ar">
                <a:latin typeface="Sakkal Majalla" panose="02000000000000000000" pitchFamily="2" charset="-78"/>
                <a:cs typeface="Sakkal Majalla" panose="02000000000000000000" pitchFamily="2" charset="-78"/>
              </a:rPr>
              <a:t>يُرجى ملاحظة غياب أي تجمع بشري، على الرغم من وجود مجموعة كبيرة من الفنيين المهندسين والمبرمجين وفنيي الصيانة والمخططين وغيرهم لدعم العمليات.</a:t>
            </a:r>
          </a:p>
        </p:txBody>
      </p:sp>
      <p:sp>
        <p:nvSpPr>
          <p:cNvPr id="4" name="Footer Placeholder 2">
            <a:extLst>
              <a:ext uri="{FF2B5EF4-FFF2-40B4-BE49-F238E27FC236}">
                <a16:creationId xmlns:a16="http://schemas.microsoft.com/office/drawing/2014/main" id="{3234DA80-77E4-ADE2-0868-DB453F0B006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843607870"/>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8A23-46C8-8BBF-CAC7-2496750FE117}"/>
              </a:ext>
            </a:extLst>
          </p:cNvPr>
          <p:cNvSpPr>
            <a:spLocks noGrp="1"/>
          </p:cNvSpPr>
          <p:nvPr>
            <p:ph type="title"/>
          </p:nvPr>
        </p:nvSpPr>
        <p:spPr>
          <a:xfrm>
            <a:off x="457200" y="1195388"/>
            <a:ext cx="8229600" cy="863600"/>
          </a:xfrm>
        </p:spPr>
        <p:txBody>
          <a:bodyPr rtlCol="1"/>
          <a:lstStyle/>
          <a:p>
            <a:pPr rtl="1"/>
            <a:r>
              <a:rPr lang="ar" sz="3000" b="1" i="0" u="none" strike="noStrike" kern="0" cap="none" spc="0" normalizeH="0" noProof="0">
                <a:ln>
                  <a:noFill/>
                </a:ln>
                <a:solidFill>
                  <a:srgbClr val="000000"/>
                </a:solidFill>
                <a:effectLst/>
                <a:uLnTx/>
                <a:uFillTx/>
              </a:rPr>
              <a:t>ج1 دورة حياة المركبات</a:t>
            </a:r>
            <a:endParaRPr lang="en-GB" sz="3000" b="1"/>
          </a:p>
        </p:txBody>
      </p:sp>
      <p:sp>
        <p:nvSpPr>
          <p:cNvPr id="3" name="Content Placeholder 2">
            <a:extLst>
              <a:ext uri="{FF2B5EF4-FFF2-40B4-BE49-F238E27FC236}">
                <a16:creationId xmlns:a16="http://schemas.microsoft.com/office/drawing/2014/main" id="{F31D2AF2-5ED9-A29D-1D28-427739CF95C7}"/>
              </a:ext>
            </a:extLst>
          </p:cNvPr>
          <p:cNvSpPr>
            <a:spLocks noGrp="1"/>
          </p:cNvSpPr>
          <p:nvPr>
            <p:ph sz="half" idx="2"/>
          </p:nvPr>
        </p:nvSpPr>
        <p:spPr>
          <a:xfrm>
            <a:off x="576263" y="1926213"/>
            <a:ext cx="7991475" cy="2294875"/>
          </a:xfrm>
        </p:spPr>
        <p:txBody>
          <a:bodyPr rtlCol="1"/>
          <a:lstStyle/>
          <a:p>
            <a:pPr marL="0" indent="0" rtl="1">
              <a:buNone/>
            </a:pPr>
            <a:r>
              <a:rPr lang="ar" sz="2000" b="1" i="0" u="none" strike="noStrike"/>
              <a:t>إعادة التدوير</a:t>
            </a:r>
          </a:p>
          <a:p>
            <a:pPr marL="0" indent="0" rtl="1">
              <a:buNone/>
            </a:pPr>
            <a:r>
              <a:rPr lang="ar" sz="2000" b="0" i="0" u="none" strike="noStrike"/>
              <a:t>مع اقتراب نهاية عمر المركبة الكهربائية (EV)، قد يجري إخراجها من الخدمة، أو بيعها في سوق ثانوية، أو تفكيكها لإعادة تدوير مكوناتها. يعد التخلص المناسب من المركبات الكهربائية وإعادة تدويرها في نهاية عمرها أمرًا ضروريًا لضمان تقليل الأثر البيئي واسترداد المواد القيِّمة بغرض إعادة استخدامها. ويجري تفكيك المكونات مثل البطاريات، والمحركات الكهربائية، والمكونات الإلكترونية، ومعالجتها لاسترداد المواد الأساسية مثل المعادن والبلاستيك بغرض إعادة تدويرها واستخدامها في عمليات التصنيع. وإضافة لذلك، يجري التخلص من المواد الخطرة بشكلٍ آمن بما يتماشى مع اللوائح البيئية.</a:t>
            </a:r>
            <a:endParaRPr lang="en-GB" sz="2000"/>
          </a:p>
        </p:txBody>
      </p:sp>
      <p:pic>
        <p:nvPicPr>
          <p:cNvPr id="6" name="Picture 5">
            <a:extLst>
              <a:ext uri="{FF2B5EF4-FFF2-40B4-BE49-F238E27FC236}">
                <a16:creationId xmlns:a16="http://schemas.microsoft.com/office/drawing/2014/main" id="{4A3790AB-68B2-9DA4-AE4E-D9146A38A0E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68144" y="4511314"/>
            <a:ext cx="2448272" cy="1630233"/>
          </a:xfrm>
          <a:prstGeom prst="rect">
            <a:avLst/>
          </a:prstGeom>
        </p:spPr>
      </p:pic>
      <p:sp>
        <p:nvSpPr>
          <p:cNvPr id="10" name="TextBox 9">
            <a:extLst>
              <a:ext uri="{FF2B5EF4-FFF2-40B4-BE49-F238E27FC236}">
                <a16:creationId xmlns:a16="http://schemas.microsoft.com/office/drawing/2014/main" id="{25801246-F15C-FCFE-B993-44F1141D9091}"/>
              </a:ext>
            </a:extLst>
          </p:cNvPr>
          <p:cNvSpPr txBox="1"/>
          <p:nvPr/>
        </p:nvSpPr>
        <p:spPr>
          <a:xfrm>
            <a:off x="2123728" y="4511314"/>
            <a:ext cx="3168352" cy="923330"/>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مركز تكسير المركبات، حيث يجري سحق المركبات إلى مكعبات صغيرة، بحيث يمكن صهرها وإعادة استخدام المعادن.</a:t>
            </a:r>
          </a:p>
        </p:txBody>
      </p:sp>
      <p:sp>
        <p:nvSpPr>
          <p:cNvPr id="4" name="Footer Placeholder 2">
            <a:extLst>
              <a:ext uri="{FF2B5EF4-FFF2-40B4-BE49-F238E27FC236}">
                <a16:creationId xmlns:a16="http://schemas.microsoft.com/office/drawing/2014/main" id="{784B648C-9CC0-E355-B4DE-58DCD42E548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319776590"/>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D4D8-FDF4-06AD-7E71-4B51E98A2598}"/>
              </a:ext>
            </a:extLst>
          </p:cNvPr>
          <p:cNvSpPr>
            <a:spLocks noGrp="1"/>
          </p:cNvSpPr>
          <p:nvPr>
            <p:ph type="title"/>
          </p:nvPr>
        </p:nvSpPr>
        <p:spPr>
          <a:xfrm>
            <a:off x="457200" y="1195388"/>
            <a:ext cx="8229600" cy="863600"/>
          </a:xfrm>
        </p:spPr>
        <p:txBody>
          <a:bodyPr rtlCol="1"/>
          <a:lstStyle/>
          <a:p>
            <a:pPr rtl="1"/>
            <a:r>
              <a:rPr lang="ar" sz="3000" b="1" i="0" u="none" strike="noStrike" kern="0" cap="none" spc="0" normalizeH="0" noProof="0">
                <a:ln>
                  <a:noFill/>
                </a:ln>
                <a:solidFill>
                  <a:srgbClr val="000000"/>
                </a:solidFill>
                <a:effectLst/>
                <a:uLnTx/>
                <a:uFillTx/>
              </a:rPr>
              <a:t>ج1 دورة حياة المركبات</a:t>
            </a:r>
            <a:endParaRPr lang="en-GB" sz="3000" b="1"/>
          </a:p>
        </p:txBody>
      </p:sp>
      <p:pic>
        <p:nvPicPr>
          <p:cNvPr id="6" name="Content Placeholder 5">
            <a:extLst>
              <a:ext uri="{FF2B5EF4-FFF2-40B4-BE49-F238E27FC236}">
                <a16:creationId xmlns:a16="http://schemas.microsoft.com/office/drawing/2014/main" id="{B571035C-79F4-1AF3-A710-E318929CA13C}"/>
              </a:ext>
            </a:extLst>
          </p:cNvPr>
          <p:cNvPicPr>
            <a:picLocks noGrp="1" noChangeAspect="1"/>
          </p:cNvPicPr>
          <p:nvPr>
            <p:ph sz="half" idx="2"/>
          </p:nvPr>
        </p:nvPicPr>
        <p:blipFill>
          <a:blip r:embed="rId3"/>
          <a:stretch>
            <a:fillRect/>
          </a:stretch>
        </p:blipFill>
        <p:spPr>
          <a:xfrm flipH="1">
            <a:off x="3736354" y="2204864"/>
            <a:ext cx="5074970" cy="4100366"/>
          </a:xfrm>
        </p:spPr>
      </p:pic>
      <p:sp>
        <p:nvSpPr>
          <p:cNvPr id="8" name="TextBox 7">
            <a:extLst>
              <a:ext uri="{FF2B5EF4-FFF2-40B4-BE49-F238E27FC236}">
                <a16:creationId xmlns:a16="http://schemas.microsoft.com/office/drawing/2014/main" id="{2B98261A-9388-B368-4C22-397FA9D41B33}"/>
              </a:ext>
            </a:extLst>
          </p:cNvPr>
          <p:cNvSpPr txBox="1"/>
          <p:nvPr/>
        </p:nvSpPr>
        <p:spPr>
          <a:xfrm>
            <a:off x="323528" y="2492896"/>
            <a:ext cx="3281766" cy="2308324"/>
          </a:xfrm>
          <a:prstGeom prst="rect">
            <a:avLst/>
          </a:prstGeom>
          <a:noFill/>
        </p:spPr>
        <p:txBody>
          <a:bodyPr wrap="square" rtlCol="1">
            <a:spAutoFit/>
          </a:bodyPr>
          <a:lstStyle/>
          <a:p>
            <a:pPr rtl="1"/>
            <a:r>
              <a:rPr lang="ar" b="1" i="0" u="none" strike="noStrike">
                <a:latin typeface="Sakkal Majalla" panose="02000000000000000000" pitchFamily="2" charset="-78"/>
                <a:cs typeface="Sakkal Majalla" panose="02000000000000000000" pitchFamily="2" charset="-78"/>
              </a:rPr>
              <a:t>تقييم دورة الحياة (LCA)</a:t>
            </a:r>
          </a:p>
          <a:p>
            <a:pPr rtl="1"/>
            <a:r>
              <a:rPr lang="ar" b="0" i="0" u="none" strike="noStrike">
                <a:latin typeface="Sakkal Majalla" panose="02000000000000000000" pitchFamily="2" charset="-78"/>
                <a:cs typeface="Sakkal Majalla" panose="02000000000000000000" pitchFamily="2" charset="-78"/>
              </a:rPr>
              <a:t>يتضمن تقييم دورة الحياة تقييم الآثار البيئية المرتبطة</a:t>
            </a:r>
            <a:r>
              <a:rPr lang="ar-EG" b="0" i="0" u="none" strike="noStrike">
                <a:latin typeface="Sakkal Majalla" panose="02000000000000000000" pitchFamily="2" charset="-78"/>
                <a:cs typeface="Sakkal Majalla" panose="02000000000000000000" pitchFamily="2" charset="-78"/>
              </a:rPr>
              <a:t> </a:t>
            </a:r>
            <a:r>
              <a:rPr lang="ar" b="0" i="0" u="none" strike="noStrike">
                <a:latin typeface="Sakkal Majalla" panose="02000000000000000000" pitchFamily="2" charset="-78"/>
                <a:cs typeface="Sakkal Majalla" panose="02000000000000000000" pitchFamily="2" charset="-78"/>
              </a:rPr>
              <a:t>بالمراحل الثلاث لدورة حياة المركبة: الإنتاج والاستخدام وإعادة التدوير. ويراعي التقييم عددٍ من العوامل مثل استهلاك الطاقة</a:t>
            </a:r>
          </a:p>
          <a:p>
            <a:pPr rtl="1"/>
            <a:r>
              <a:rPr lang="ar" b="0" i="0" u="none" strike="noStrike">
                <a:latin typeface="Sakkal Majalla" panose="02000000000000000000" pitchFamily="2" charset="-78"/>
                <a:cs typeface="Sakkal Majalla" panose="02000000000000000000" pitchFamily="2" charset="-78"/>
              </a:rPr>
              <a:t>وانبعاثات الغازات الدفيئة (بما في ذلك ثاني أكسيد الكربون) والتلوث واستخدام الموارد الطبيعية وتوليد</a:t>
            </a:r>
            <a:r>
              <a:rPr lang="ar-EG" b="0" i="0" u="none" strike="noStrike">
                <a:latin typeface="Sakkal Majalla" panose="02000000000000000000" pitchFamily="2" charset="-78"/>
                <a:cs typeface="Sakkal Majalla" panose="02000000000000000000" pitchFamily="2" charset="-78"/>
              </a:rPr>
              <a:t> </a:t>
            </a:r>
            <a:r>
              <a:rPr lang="ar" b="0" i="0" u="none" strike="noStrike">
                <a:latin typeface="Sakkal Majalla" panose="02000000000000000000" pitchFamily="2" charset="-78"/>
                <a:cs typeface="Sakkal Majalla" panose="02000000000000000000" pitchFamily="2" charset="-78"/>
              </a:rPr>
              <a:t>النفايات. </a:t>
            </a:r>
            <a:endParaRPr lang="en-GB">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3D5FEA3E-CB89-79FF-6069-0A6607980BD1}"/>
              </a:ext>
            </a:extLst>
          </p:cNvPr>
          <p:cNvSpPr txBox="1"/>
          <p:nvPr/>
        </p:nvSpPr>
        <p:spPr>
          <a:xfrm>
            <a:off x="8100392" y="2336315"/>
            <a:ext cx="596706" cy="156581"/>
          </a:xfrm>
          <a:prstGeom prst="rect">
            <a:avLst/>
          </a:prstGeom>
          <a:noFill/>
        </p:spPr>
        <p:txBody>
          <a:bodyPr wrap="square" lIns="0" tIns="0" rIns="0" bIns="0" rtlCol="0">
            <a:spAutoFit/>
          </a:bodyPr>
          <a:lstStyle/>
          <a:p>
            <a:pPr>
              <a:lnSpc>
                <a:spcPct val="90000"/>
              </a:lnSpc>
            </a:pPr>
            <a:r>
              <a:rPr lang="ar-MA" sz="1100" b="1">
                <a:effectLst/>
                <a:latin typeface="Sakkal Majalla" panose="02000000000000000000" pitchFamily="2" charset="-78"/>
                <a:ea typeface="MS Mincho" panose="02020609040205080304" pitchFamily="49" charset="-128"/>
                <a:cs typeface="Sakkal Majalla" panose="02000000000000000000" pitchFamily="2" charset="-78"/>
              </a:rPr>
              <a:t>المرحلة</a:t>
            </a:r>
            <a:endParaRPr lang="en-US" sz="1100" b="1">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9A51540D-20BF-8C18-7A29-F06E98ED7F1C}"/>
              </a:ext>
            </a:extLst>
          </p:cNvPr>
          <p:cNvSpPr txBox="1"/>
          <p:nvPr/>
        </p:nvSpPr>
        <p:spPr>
          <a:xfrm>
            <a:off x="8100392" y="2542196"/>
            <a:ext cx="596706" cy="169662"/>
          </a:xfrm>
          <a:prstGeom prst="rect">
            <a:avLst/>
          </a:prstGeom>
          <a:noFill/>
        </p:spPr>
        <p:txBody>
          <a:bodyPr wrap="square" lIns="0" tIns="0" rIns="0" bIns="0" rtlCol="0">
            <a:spAutoFit/>
          </a:bodyPr>
          <a:lstStyle/>
          <a:p>
            <a:pPr>
              <a:lnSpc>
                <a:spcPct val="105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الإنتاج</a:t>
            </a:r>
            <a:endParaRPr lang="en-US" sz="105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5" name="TextBox 4">
            <a:extLst>
              <a:ext uri="{FF2B5EF4-FFF2-40B4-BE49-F238E27FC236}">
                <a16:creationId xmlns:a16="http://schemas.microsoft.com/office/drawing/2014/main" id="{A1FA29A8-5583-382A-236A-8C3515782B4B}"/>
              </a:ext>
            </a:extLst>
          </p:cNvPr>
          <p:cNvSpPr txBox="1"/>
          <p:nvPr/>
        </p:nvSpPr>
        <p:spPr>
          <a:xfrm>
            <a:off x="8100392" y="3640708"/>
            <a:ext cx="596706" cy="169662"/>
          </a:xfrm>
          <a:prstGeom prst="rect">
            <a:avLst/>
          </a:prstGeom>
          <a:noFill/>
        </p:spPr>
        <p:txBody>
          <a:bodyPr wrap="square" lIns="0" tIns="0" rIns="0" bIns="0" rtlCol="0">
            <a:spAutoFit/>
          </a:bodyPr>
          <a:lstStyle/>
          <a:p>
            <a:pPr>
              <a:lnSpc>
                <a:spcPct val="105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الاستخدام</a:t>
            </a:r>
            <a:endParaRPr lang="en-US" sz="105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7" name="TextBox 6">
            <a:extLst>
              <a:ext uri="{FF2B5EF4-FFF2-40B4-BE49-F238E27FC236}">
                <a16:creationId xmlns:a16="http://schemas.microsoft.com/office/drawing/2014/main" id="{D7BB36DF-A8CA-1B8F-3D77-35B64524C92A}"/>
              </a:ext>
            </a:extLst>
          </p:cNvPr>
          <p:cNvSpPr txBox="1"/>
          <p:nvPr/>
        </p:nvSpPr>
        <p:spPr>
          <a:xfrm>
            <a:off x="8100392" y="5006826"/>
            <a:ext cx="596706" cy="169662"/>
          </a:xfrm>
          <a:prstGeom prst="rect">
            <a:avLst/>
          </a:prstGeom>
          <a:noFill/>
        </p:spPr>
        <p:txBody>
          <a:bodyPr wrap="square" lIns="0" tIns="0" rIns="0" bIns="0" rtlCol="0">
            <a:spAutoFit/>
          </a:bodyPr>
          <a:lstStyle/>
          <a:p>
            <a:pPr>
              <a:lnSpc>
                <a:spcPct val="105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إعادة التدوير</a:t>
            </a:r>
            <a:endParaRPr lang="en-US" sz="1050">
              <a:latin typeface="Sakkal Majalla" panose="02000000000000000000" pitchFamily="2" charset="-78"/>
              <a:ea typeface="MS Mincho" panose="02020609040205080304" pitchFamily="49" charset="-128"/>
              <a:cs typeface="Sakkal Majalla" panose="02000000000000000000" pitchFamily="2" charset="-78"/>
            </a:endParaRPr>
          </a:p>
        </p:txBody>
      </p:sp>
      <p:sp>
        <p:nvSpPr>
          <p:cNvPr id="9" name="TextBox 8">
            <a:extLst>
              <a:ext uri="{FF2B5EF4-FFF2-40B4-BE49-F238E27FC236}">
                <a16:creationId xmlns:a16="http://schemas.microsoft.com/office/drawing/2014/main" id="{8524DEB1-11A5-538F-1311-6BEF4D185380}"/>
              </a:ext>
            </a:extLst>
          </p:cNvPr>
          <p:cNvSpPr txBox="1"/>
          <p:nvPr/>
        </p:nvSpPr>
        <p:spPr>
          <a:xfrm>
            <a:off x="6588224" y="2336315"/>
            <a:ext cx="1353224" cy="156581"/>
          </a:xfrm>
          <a:prstGeom prst="rect">
            <a:avLst/>
          </a:prstGeom>
          <a:noFill/>
        </p:spPr>
        <p:txBody>
          <a:bodyPr wrap="square" lIns="0" tIns="0" rIns="0" bIns="0" rtlCol="0">
            <a:spAutoFit/>
          </a:bodyPr>
          <a:lstStyle/>
          <a:p>
            <a:pPr>
              <a:lnSpc>
                <a:spcPct val="90000"/>
              </a:lnSpc>
            </a:pPr>
            <a:r>
              <a:rPr lang="ar-MA" sz="1100" b="1">
                <a:effectLst/>
                <a:latin typeface="Sakkal Majalla" panose="02000000000000000000" pitchFamily="2" charset="-78"/>
                <a:ea typeface="MS Mincho" panose="02020609040205080304" pitchFamily="49" charset="-128"/>
                <a:cs typeface="Sakkal Majalla" panose="02000000000000000000" pitchFamily="2" charset="-78"/>
              </a:rPr>
              <a:t>المركبات الكهربائية</a:t>
            </a:r>
            <a:endParaRPr lang="en-US" sz="1100" b="1">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C27986FE-45DB-6B5B-C9CC-73AAABF03BCA}"/>
              </a:ext>
            </a:extLst>
          </p:cNvPr>
          <p:cNvSpPr txBox="1"/>
          <p:nvPr/>
        </p:nvSpPr>
        <p:spPr>
          <a:xfrm>
            <a:off x="6084168" y="2542196"/>
            <a:ext cx="1857280" cy="998735"/>
          </a:xfrm>
          <a:prstGeom prst="rect">
            <a:avLst/>
          </a:prstGeom>
          <a:noFill/>
        </p:spPr>
        <p:txBody>
          <a:bodyPr wrap="square" lIns="0" tIns="0" rIns="0" bIns="0" rtlCol="0">
            <a:spAutoFit/>
          </a:bodyPr>
          <a:lstStyle/>
          <a:p>
            <a:pPr>
              <a:lnSpc>
                <a:spcPct val="103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تتطلب المركبات موارد لتصنيع البطاريات والمحركات الكهربائية وإلكترونيات الطاقة.</a:t>
            </a:r>
            <a:r>
              <a:rPr lang="en-US" sz="105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a:effectLst/>
                <a:latin typeface="Sakkal Majalla" panose="02000000000000000000" pitchFamily="2" charset="-78"/>
                <a:ea typeface="MS Mincho" panose="02020609040205080304" pitchFamily="49" charset="-128"/>
                <a:cs typeface="Sakkal Majalla" panose="02000000000000000000" pitchFamily="2" charset="-78"/>
              </a:rPr>
              <a:t>تُعوض الانبعاثات الناتجة عن الإنتاج، بما في ذلك ثاني أكسيد الكربون، بشكل عام بانخفاض الانبعاثات المرتبطة بأنظمة القيادة عند مقارنتها بمحركات الاحتراق الداخلي.</a:t>
            </a:r>
          </a:p>
        </p:txBody>
      </p:sp>
      <p:sp>
        <p:nvSpPr>
          <p:cNvPr id="11" name="TextBox 10">
            <a:extLst>
              <a:ext uri="{FF2B5EF4-FFF2-40B4-BE49-F238E27FC236}">
                <a16:creationId xmlns:a16="http://schemas.microsoft.com/office/drawing/2014/main" id="{29961A81-3653-2604-48F6-1C544B016AC1}"/>
              </a:ext>
            </a:extLst>
          </p:cNvPr>
          <p:cNvSpPr txBox="1"/>
          <p:nvPr/>
        </p:nvSpPr>
        <p:spPr>
          <a:xfrm>
            <a:off x="6012160" y="3640708"/>
            <a:ext cx="1929288" cy="1357295"/>
          </a:xfrm>
          <a:prstGeom prst="rect">
            <a:avLst/>
          </a:prstGeom>
          <a:noFill/>
        </p:spPr>
        <p:txBody>
          <a:bodyPr wrap="square" lIns="0" tIns="0" rIns="0" bIns="0" rtlCol="0">
            <a:spAutoFit/>
          </a:bodyPr>
          <a:lstStyle/>
          <a:p>
            <a:pPr>
              <a:lnSpc>
                <a:spcPct val="103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تنتج المركبات الكهربائية صفر انبعاثات من العادم في أثناء التشغيل، وتقلل أيضًا إجمالي انبعاثات ثاني أكسيد الكربون وتلوث الهواء مقارنة بالمركبات التي تعمل بالبنزين والديزل.</a:t>
            </a:r>
            <a:r>
              <a:rPr lang="en-US" sz="105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a:effectLst/>
                <a:latin typeface="Sakkal Majalla" panose="02000000000000000000" pitchFamily="2" charset="-78"/>
                <a:ea typeface="MS Mincho" panose="02020609040205080304" pitchFamily="49" charset="-128"/>
                <a:cs typeface="Sakkal Majalla" panose="02000000000000000000" pitchFamily="2" charset="-78"/>
              </a:rPr>
              <a:t>تصبح هذه الفروق أكثر وضوحًا عندما يكون مصدر الكهرباء المستخدمة في الشحن من الطاقة المتجددة.</a:t>
            </a:r>
            <a:r>
              <a:rPr lang="en-US" sz="105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a:effectLst/>
                <a:latin typeface="Sakkal Majalla" panose="02000000000000000000" pitchFamily="2" charset="-78"/>
                <a:ea typeface="MS Mincho" panose="02020609040205080304" pitchFamily="49" charset="-128"/>
                <a:cs typeface="Sakkal Majalla" panose="02000000000000000000" pitchFamily="2" charset="-78"/>
              </a:rPr>
              <a:t>أما عندما تكون الطاقة غير متجددة، فإنها ستسهم في انبعاثات ثاني أكسيد الكربون من شبكة الطاقة.</a:t>
            </a:r>
          </a:p>
        </p:txBody>
      </p:sp>
      <p:sp>
        <p:nvSpPr>
          <p:cNvPr id="12" name="TextBox 11">
            <a:extLst>
              <a:ext uri="{FF2B5EF4-FFF2-40B4-BE49-F238E27FC236}">
                <a16:creationId xmlns:a16="http://schemas.microsoft.com/office/drawing/2014/main" id="{411540B0-6A5E-11BF-3143-6D28EB0B60A8}"/>
              </a:ext>
            </a:extLst>
          </p:cNvPr>
          <p:cNvSpPr txBox="1"/>
          <p:nvPr/>
        </p:nvSpPr>
        <p:spPr>
          <a:xfrm>
            <a:off x="6156176" y="5006826"/>
            <a:ext cx="1785272" cy="1187633"/>
          </a:xfrm>
          <a:prstGeom prst="rect">
            <a:avLst/>
          </a:prstGeom>
          <a:noFill/>
        </p:spPr>
        <p:txBody>
          <a:bodyPr wrap="square" lIns="0" tIns="0" rIns="0" bIns="0" rtlCol="0">
            <a:spAutoFit/>
          </a:bodyPr>
          <a:lstStyle/>
          <a:p>
            <a:pPr>
              <a:lnSpc>
                <a:spcPct val="105000"/>
              </a:lnSpc>
            </a:pPr>
            <a:r>
              <a:rPr lang="ar-MA" sz="1050" spc="10">
                <a:effectLst/>
                <a:latin typeface="Sakkal Majalla" panose="02000000000000000000" pitchFamily="2" charset="-78"/>
                <a:ea typeface="MS Mincho" panose="02020609040205080304" pitchFamily="49" charset="-128"/>
                <a:cs typeface="Sakkal Majalla" panose="02000000000000000000" pitchFamily="2" charset="-78"/>
              </a:rPr>
              <a:t>تتطلب المركبات الكهربائية عمليات إعادة تدوير والتخلص من البطاريات.</a:t>
            </a:r>
            <a:r>
              <a:rPr lang="en-US" sz="1050" spc="1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spc="10">
                <a:effectLst/>
                <a:latin typeface="Sakkal Majalla" panose="02000000000000000000" pitchFamily="2" charset="-78"/>
                <a:ea typeface="MS Mincho" panose="02020609040205080304" pitchFamily="49" charset="-128"/>
                <a:cs typeface="Sakkal Majalla" panose="02000000000000000000" pitchFamily="2" charset="-78"/>
              </a:rPr>
              <a:t>قد تحتوي البطاريات على مواد قيمة ونفيسة مثل الليثيوم والكوبالت والنيكل.</a:t>
            </a:r>
            <a:r>
              <a:rPr lang="en-US" sz="1050" spc="1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spc="10">
                <a:effectLst/>
                <a:latin typeface="Sakkal Majalla" panose="02000000000000000000" pitchFamily="2" charset="-78"/>
                <a:ea typeface="MS Mincho" panose="02020609040205080304" pitchFamily="49" charset="-128"/>
                <a:cs typeface="Sakkal Majalla" panose="02000000000000000000" pitchFamily="2" charset="-78"/>
              </a:rPr>
              <a:t>يمكن أن تقلل عمليات إعادة التدوير الصحيحة التأثيرات البيئية، وانبعاثات ثاني أكسيد الكربون، وتستعيد هذه الموارد القيمة لإعادة استخدامها.</a:t>
            </a:r>
          </a:p>
        </p:txBody>
      </p:sp>
      <p:sp>
        <p:nvSpPr>
          <p:cNvPr id="13" name="TextBox 12">
            <a:extLst>
              <a:ext uri="{FF2B5EF4-FFF2-40B4-BE49-F238E27FC236}">
                <a16:creationId xmlns:a16="http://schemas.microsoft.com/office/drawing/2014/main" id="{EC6E57D5-D586-1F7D-859B-05AC2481E3E8}"/>
              </a:ext>
            </a:extLst>
          </p:cNvPr>
          <p:cNvSpPr txBox="1"/>
          <p:nvPr/>
        </p:nvSpPr>
        <p:spPr>
          <a:xfrm>
            <a:off x="4480024" y="2336315"/>
            <a:ext cx="1353224" cy="156581"/>
          </a:xfrm>
          <a:prstGeom prst="rect">
            <a:avLst/>
          </a:prstGeom>
          <a:noFill/>
        </p:spPr>
        <p:txBody>
          <a:bodyPr wrap="square" lIns="0" tIns="0" rIns="0" bIns="0" rtlCol="0">
            <a:spAutoFit/>
          </a:bodyPr>
          <a:lstStyle/>
          <a:p>
            <a:pPr>
              <a:lnSpc>
                <a:spcPct val="90000"/>
              </a:lnSpc>
            </a:pPr>
            <a:r>
              <a:rPr lang="ar-MA" sz="1100" b="1">
                <a:effectLst/>
                <a:latin typeface="Sakkal Majalla" panose="02000000000000000000" pitchFamily="2" charset="-78"/>
                <a:ea typeface="MS Mincho" panose="02020609040205080304" pitchFamily="49" charset="-128"/>
                <a:cs typeface="Sakkal Majalla" panose="02000000000000000000" pitchFamily="2" charset="-78"/>
              </a:rPr>
              <a:t>مركبات البنزين والديزل</a:t>
            </a:r>
            <a:endParaRPr lang="en-US" sz="1100" b="1">
              <a:latin typeface="Sakkal Majalla" panose="02000000000000000000" pitchFamily="2" charset="-78"/>
              <a:cs typeface="Sakkal Majalla" panose="02000000000000000000" pitchFamily="2" charset="-78"/>
            </a:endParaRPr>
          </a:p>
        </p:txBody>
      </p:sp>
      <p:sp>
        <p:nvSpPr>
          <p:cNvPr id="14" name="TextBox 13">
            <a:extLst>
              <a:ext uri="{FF2B5EF4-FFF2-40B4-BE49-F238E27FC236}">
                <a16:creationId xmlns:a16="http://schemas.microsoft.com/office/drawing/2014/main" id="{6C2B9C7D-F0C5-7775-BACB-8DA6A69DB044}"/>
              </a:ext>
            </a:extLst>
          </p:cNvPr>
          <p:cNvSpPr txBox="1"/>
          <p:nvPr/>
        </p:nvSpPr>
        <p:spPr>
          <a:xfrm>
            <a:off x="3975968" y="2542196"/>
            <a:ext cx="1857280" cy="832279"/>
          </a:xfrm>
          <a:prstGeom prst="rect">
            <a:avLst/>
          </a:prstGeom>
          <a:noFill/>
        </p:spPr>
        <p:txBody>
          <a:bodyPr wrap="square" lIns="0" tIns="0" rIns="0" bIns="0" rtlCol="0">
            <a:spAutoFit/>
          </a:bodyPr>
          <a:lstStyle/>
          <a:p>
            <a:pPr>
              <a:lnSpc>
                <a:spcPct val="103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عادةً ما تكون انبعاثات الإنتاج المرتبطة بالمركبات التقليدية أعلى، بما في ذلك ثاني أكسيد الكربون، مقارنة بالمركبات الكهربائية.</a:t>
            </a:r>
            <a:r>
              <a:rPr lang="en-US" sz="1050">
                <a:effectLst/>
                <a:latin typeface="Sakkal Majalla" panose="02000000000000000000" pitchFamily="2" charset="-78"/>
                <a:ea typeface="MS Mincho" panose="02020609040205080304" pitchFamily="49" charset="-128"/>
                <a:cs typeface="Sakkal Majalla" panose="02000000000000000000" pitchFamily="2" charset="-78"/>
              </a:rPr>
              <a:t> </a:t>
            </a:r>
            <a:r>
              <a:rPr lang="ar-MA" sz="1050">
                <a:effectLst/>
                <a:latin typeface="Sakkal Majalla" panose="02000000000000000000" pitchFamily="2" charset="-78"/>
                <a:ea typeface="MS Mincho" panose="02020609040205080304" pitchFamily="49" charset="-128"/>
                <a:cs typeface="Sakkal Majalla" panose="02000000000000000000" pitchFamily="2" charset="-78"/>
              </a:rPr>
              <a:t>ويعود ذلك إلى العمليات المتعلقة بإنتاج محركات الاحتراق الداخلي وأنظمة العادم وأنظمة الوقود.</a:t>
            </a:r>
          </a:p>
        </p:txBody>
      </p:sp>
      <p:sp>
        <p:nvSpPr>
          <p:cNvPr id="15" name="TextBox 14">
            <a:extLst>
              <a:ext uri="{FF2B5EF4-FFF2-40B4-BE49-F238E27FC236}">
                <a16:creationId xmlns:a16="http://schemas.microsoft.com/office/drawing/2014/main" id="{678DE594-5C7F-435E-1280-905C880FF224}"/>
              </a:ext>
            </a:extLst>
          </p:cNvPr>
          <p:cNvSpPr txBox="1"/>
          <p:nvPr/>
        </p:nvSpPr>
        <p:spPr>
          <a:xfrm>
            <a:off x="3903960" y="3640708"/>
            <a:ext cx="1929288" cy="499367"/>
          </a:xfrm>
          <a:prstGeom prst="rect">
            <a:avLst/>
          </a:prstGeom>
          <a:noFill/>
        </p:spPr>
        <p:txBody>
          <a:bodyPr wrap="square" lIns="0" tIns="0" rIns="0" bIns="0" rtlCol="0">
            <a:spAutoFit/>
          </a:bodyPr>
          <a:lstStyle/>
          <a:p>
            <a:pPr>
              <a:lnSpc>
                <a:spcPct val="103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تطلق المركبات التي تعمل بالبنزين والديزل ثاني أكسيد الكربون وغيرها من الملوثات مباشرة من نظام العادم في أثناء الاستخدام.</a:t>
            </a:r>
          </a:p>
        </p:txBody>
      </p:sp>
      <p:sp>
        <p:nvSpPr>
          <p:cNvPr id="16" name="TextBox 15">
            <a:extLst>
              <a:ext uri="{FF2B5EF4-FFF2-40B4-BE49-F238E27FC236}">
                <a16:creationId xmlns:a16="http://schemas.microsoft.com/office/drawing/2014/main" id="{2B77665E-C912-5E9D-E0A7-07623088A217}"/>
              </a:ext>
            </a:extLst>
          </p:cNvPr>
          <p:cNvSpPr txBox="1"/>
          <p:nvPr/>
        </p:nvSpPr>
        <p:spPr>
          <a:xfrm>
            <a:off x="3903960" y="5006826"/>
            <a:ext cx="1929288" cy="1187633"/>
          </a:xfrm>
          <a:prstGeom prst="rect">
            <a:avLst/>
          </a:prstGeom>
          <a:noFill/>
        </p:spPr>
        <p:txBody>
          <a:bodyPr wrap="square" lIns="0" tIns="0" rIns="0" bIns="0" rtlCol="0">
            <a:spAutoFit/>
          </a:bodyPr>
          <a:lstStyle/>
          <a:p>
            <a:pPr>
              <a:lnSpc>
                <a:spcPct val="105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تخضع المركبات التي تعمل بالبنزين والديزل لعمليات التخلص وإعادة تدوير مماثلة لتلك التي تخضع لها المركبات الكهربائية، والتي قد تنتج انبعاثات، بما في ذلك ثاني أكسيد الكربون، وتأثيرًا على البيئة.</a:t>
            </a:r>
          </a:p>
          <a:p>
            <a:pPr>
              <a:lnSpc>
                <a:spcPct val="105000"/>
              </a:lnSpc>
            </a:pPr>
            <a:r>
              <a:rPr lang="ar-MA" sz="1050">
                <a:effectLst/>
                <a:latin typeface="Sakkal Majalla" panose="02000000000000000000" pitchFamily="2" charset="-78"/>
                <a:ea typeface="MS Mincho" panose="02020609040205080304" pitchFamily="49" charset="-128"/>
                <a:cs typeface="Sakkal Majalla" panose="02000000000000000000" pitchFamily="2" charset="-78"/>
              </a:rPr>
              <a:t>وتتطلب عمليات التخلص وإعادة تدوير حزم البطاريات من أجل استرداد المواد الثمينة مثل الليثيوم والكوبالت والنيكل.</a:t>
            </a:r>
          </a:p>
        </p:txBody>
      </p:sp>
      <p:sp>
        <p:nvSpPr>
          <p:cNvPr id="17" name="Footer Placeholder 2">
            <a:extLst>
              <a:ext uri="{FF2B5EF4-FFF2-40B4-BE49-F238E27FC236}">
                <a16:creationId xmlns:a16="http://schemas.microsoft.com/office/drawing/2014/main" id="{13F6C959-BD43-0E09-06F8-8DAB36613EC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1731855893"/>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B2D10-614D-BBF2-96C4-F45C349423F0}"/>
              </a:ext>
            </a:extLst>
          </p:cNvPr>
          <p:cNvSpPr>
            <a:spLocks noGrp="1"/>
          </p:cNvSpPr>
          <p:nvPr>
            <p:ph type="title"/>
          </p:nvPr>
        </p:nvSpPr>
        <p:spPr>
          <a:xfrm>
            <a:off x="457200" y="1195388"/>
            <a:ext cx="8229600" cy="863600"/>
          </a:xfrm>
        </p:spPr>
        <p:txBody>
          <a:bodyPr rtlCol="1"/>
          <a:lstStyle/>
          <a:p>
            <a:pPr rtl="1"/>
            <a:r>
              <a:rPr lang="ar" sz="2600" b="1" i="0" u="none" strike="noStrike" kern="0" cap="none" spc="0" normalizeH="0" noProof="0">
                <a:ln>
                  <a:noFill/>
                </a:ln>
                <a:solidFill>
                  <a:srgbClr val="000000"/>
                </a:solidFill>
                <a:effectLst/>
                <a:uLnTx/>
                <a:uFillTx/>
              </a:rPr>
              <a:t>ج2 خيارات نهاية العمر التشغيلي للبطارية والأثر البيئي </a:t>
            </a:r>
            <a:endParaRPr lang="en-GB" sz="2600" b="1"/>
          </a:p>
        </p:txBody>
      </p:sp>
      <p:sp>
        <p:nvSpPr>
          <p:cNvPr id="3" name="Content Placeholder 2">
            <a:extLst>
              <a:ext uri="{FF2B5EF4-FFF2-40B4-BE49-F238E27FC236}">
                <a16:creationId xmlns:a16="http://schemas.microsoft.com/office/drawing/2014/main" id="{BE64C601-BB12-27BC-77A1-28AFD65FE5D0}"/>
              </a:ext>
            </a:extLst>
          </p:cNvPr>
          <p:cNvSpPr>
            <a:spLocks noGrp="1"/>
          </p:cNvSpPr>
          <p:nvPr>
            <p:ph sz="half" idx="2"/>
          </p:nvPr>
        </p:nvSpPr>
        <p:spPr>
          <a:xfrm>
            <a:off x="3347864" y="2195513"/>
            <a:ext cx="5111923" cy="3609975"/>
          </a:xfrm>
        </p:spPr>
        <p:txBody>
          <a:bodyPr rtlCol="1"/>
          <a:lstStyle/>
          <a:p>
            <a:pPr marL="0" indent="0" rtl="1">
              <a:buNone/>
            </a:pPr>
            <a:r>
              <a:rPr lang="ar" sz="2000" b="1" i="0" u="none" strike="noStrike">
                <a:solidFill>
                  <a:srgbClr val="000000"/>
                </a:solidFill>
              </a:rPr>
              <a:t>عمر البطارية المتوقع</a:t>
            </a:r>
          </a:p>
          <a:p>
            <a:pPr rtl="1"/>
            <a:r>
              <a:rPr lang="ar" sz="2000" b="0" i="0" u="none" strike="noStrike">
                <a:solidFill>
                  <a:srgbClr val="000000"/>
                </a:solidFill>
              </a:rPr>
              <a:t>تعمل الشركات المصنعة على تصميم وإنتاج مركبات مزودة ببطاريات تدوم طوال دورة حياة المركبة الكهربائية، حيث تدوم بعضها لمدة لا تقل عن 10 سنوات، وبعضها يصل إلى 20 سنة. </a:t>
            </a:r>
          </a:p>
          <a:p>
            <a:pPr rtl="1"/>
            <a:r>
              <a:rPr lang="ar" sz="2000">
                <a:solidFill>
                  <a:srgbClr val="000000"/>
                </a:solidFill>
              </a:rPr>
              <a:t>تشمل الضمانات المقدمة</a:t>
            </a:r>
            <a:r>
              <a:rPr lang="ar" sz="2000" b="0" i="0" u="none" strike="noStrike">
                <a:solidFill>
                  <a:srgbClr val="000000"/>
                </a:solidFill>
              </a:rPr>
              <a:t> من قبل الشركات المصنعة على البطاريات مدة عمر متوقعة لا تقل عن عدد معين من السنوات أو الأميال، مع ضمان الحفاظ على حد أدنى من سعة البطارية. ويُعتبر معيارًا شائعًا للضمانات أن تظل البطارية تحتفظ على الأقل بنسبة 80% من سعتها الأصلية، وهو ما يغطي عادةً مدة تصل إلى أكثر من 8 سنوات. </a:t>
            </a:r>
          </a:p>
        </p:txBody>
      </p:sp>
      <p:pic>
        <p:nvPicPr>
          <p:cNvPr id="6" name="Picture 5">
            <a:extLst>
              <a:ext uri="{FF2B5EF4-FFF2-40B4-BE49-F238E27FC236}">
                <a16:creationId xmlns:a16="http://schemas.microsoft.com/office/drawing/2014/main" id="{BD44E584-C24A-7BAA-4E0E-015A07A50CA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99592" y="2276872"/>
            <a:ext cx="1944216" cy="2749561"/>
          </a:xfrm>
          <a:prstGeom prst="rect">
            <a:avLst/>
          </a:prstGeom>
        </p:spPr>
      </p:pic>
      <p:sp>
        <p:nvSpPr>
          <p:cNvPr id="7" name="TextBox 6">
            <a:extLst>
              <a:ext uri="{FF2B5EF4-FFF2-40B4-BE49-F238E27FC236}">
                <a16:creationId xmlns:a16="http://schemas.microsoft.com/office/drawing/2014/main" id="{6F64BD16-EB70-9B22-AA8D-0225AD2E2E61}"/>
              </a:ext>
            </a:extLst>
          </p:cNvPr>
          <p:cNvSpPr txBox="1"/>
          <p:nvPr/>
        </p:nvSpPr>
        <p:spPr>
          <a:xfrm>
            <a:off x="611560" y="5229200"/>
            <a:ext cx="2376264" cy="923330"/>
          </a:xfrm>
          <a:prstGeom prst="rect">
            <a:avLst/>
          </a:prstGeom>
          <a:noFill/>
        </p:spPr>
        <p:txBody>
          <a:bodyPr wrap="square" rtlCol="1">
            <a:spAutoFit/>
          </a:bodyPr>
          <a:lstStyle/>
          <a:p>
            <a:pPr rtl="1"/>
            <a:r>
              <a:rPr lang="ar">
                <a:latin typeface="Sakkal Majalla" panose="02000000000000000000" pitchFamily="2" charset="-78"/>
                <a:cs typeface="Sakkal Majalla" panose="02000000000000000000" pitchFamily="2" charset="-78"/>
              </a:rPr>
              <a:t>بطارية مركبات من نوع ليثيوم أيون، الكابلات البرتقالية هي كابلات الجهد العالي.</a:t>
            </a:r>
          </a:p>
        </p:txBody>
      </p:sp>
      <p:sp>
        <p:nvSpPr>
          <p:cNvPr id="4" name="Footer Placeholder 2">
            <a:extLst>
              <a:ext uri="{FF2B5EF4-FFF2-40B4-BE49-F238E27FC236}">
                <a16:creationId xmlns:a16="http://schemas.microsoft.com/office/drawing/2014/main" id="{7D1A6E46-DED0-A0F5-E8B2-3F0A67C6033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1770999964"/>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A788D-D9B8-EE42-DA45-7DCE2DC9EDFC}"/>
              </a:ext>
            </a:extLst>
          </p:cNvPr>
          <p:cNvSpPr>
            <a:spLocks noGrp="1"/>
          </p:cNvSpPr>
          <p:nvPr>
            <p:ph type="title"/>
          </p:nvPr>
        </p:nvSpPr>
        <p:spPr>
          <a:xfrm>
            <a:off x="457200" y="1195388"/>
            <a:ext cx="8229600" cy="863600"/>
          </a:xfrm>
        </p:spPr>
        <p:txBody>
          <a:bodyPr rtlCol="1"/>
          <a:lstStyle/>
          <a:p>
            <a:pPr rtl="1"/>
            <a:r>
              <a:rPr lang="ar" sz="2600" b="1" i="0" u="none" strike="noStrike" kern="0" cap="none" spc="0" normalizeH="0" noProof="0">
                <a:ln>
                  <a:noFill/>
                </a:ln>
                <a:solidFill>
                  <a:srgbClr val="000000"/>
                </a:solidFill>
                <a:effectLst/>
                <a:uLnTx/>
                <a:uFillTx/>
              </a:rPr>
              <a:t>ج2 خيارات نهاية العمر التشغيلي للبطارية والأثر البيئي </a:t>
            </a:r>
            <a:endParaRPr lang="en-GB" sz="2600" b="1"/>
          </a:p>
        </p:txBody>
      </p:sp>
      <p:sp>
        <p:nvSpPr>
          <p:cNvPr id="3" name="Content Placeholder 2">
            <a:extLst>
              <a:ext uri="{FF2B5EF4-FFF2-40B4-BE49-F238E27FC236}">
                <a16:creationId xmlns:a16="http://schemas.microsoft.com/office/drawing/2014/main" id="{D156CF73-969C-3A63-888C-8366EFCD1EE9}"/>
              </a:ext>
            </a:extLst>
          </p:cNvPr>
          <p:cNvSpPr>
            <a:spLocks noGrp="1"/>
          </p:cNvSpPr>
          <p:nvPr>
            <p:ph sz="half" idx="2"/>
          </p:nvPr>
        </p:nvSpPr>
        <p:spPr>
          <a:xfrm>
            <a:off x="468312" y="2195513"/>
            <a:ext cx="7991475" cy="4041799"/>
          </a:xfrm>
        </p:spPr>
        <p:txBody>
          <a:bodyPr rtlCol="1"/>
          <a:lstStyle/>
          <a:p>
            <a:pPr rtl="1"/>
            <a:r>
              <a:rPr lang="ar" sz="2600" b="0" i="0" u="none" strike="noStrike"/>
              <a:t>يمكن أن يكون من الصعب والمكلف التعامل مع البطاريات من حيث إعادة التدوير أو إزالة التلوث بسبب وجود </a:t>
            </a:r>
            <a:r>
              <a:rPr lang="ar" sz="2600" i="0" u="none" strike="noStrike"/>
              <a:t>المعادن الثقيلة عالية التأثير والمواد السامة.</a:t>
            </a:r>
          </a:p>
          <a:p>
            <a:pPr rtl="1"/>
            <a:r>
              <a:rPr lang="ar" sz="2600" b="0" i="0" u="none" strike="noStrike"/>
              <a:t>يمكن أن تنطوي المعادن الثقيلة المستخدمة في بطاريات المركبات الكهربائية، مثل الكادميوم، على آثار بيئية ومخاطر صحية حال عدم إدارتها بشكلٍ صحيح في أثناء عمليات التصنيع والاستخدام ونهاية العمر التشغيلي.</a:t>
            </a:r>
          </a:p>
          <a:p>
            <a:pPr rtl="1"/>
            <a:r>
              <a:rPr lang="ar" sz="2600" i="0" u="none" strike="noStrike"/>
              <a:t>قد تُشكل المواد السامة، مثل النيكل الموجود في </a:t>
            </a:r>
            <a:r>
              <a:rPr lang="ar" sz="2600" b="0" i="0" u="none" strike="noStrike"/>
              <a:t>بطاريات الليثيوم أيون، مخاطر بيئية وصحية حال عدم التعامل معها أو التخلص منها بشكلٍ صحيح.</a:t>
            </a:r>
            <a:endParaRPr lang="en-GB" sz="2600"/>
          </a:p>
          <a:p>
            <a:pPr rtl="1"/>
            <a:endParaRPr lang="en-GB" sz="2600"/>
          </a:p>
        </p:txBody>
      </p:sp>
      <p:sp>
        <p:nvSpPr>
          <p:cNvPr id="4" name="Footer Placeholder 2">
            <a:extLst>
              <a:ext uri="{FF2B5EF4-FFF2-40B4-BE49-F238E27FC236}">
                <a16:creationId xmlns:a16="http://schemas.microsoft.com/office/drawing/2014/main" id="{C4785E56-8B04-E2CF-3CEB-C6A887CD9BE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991781415"/>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DC08B-1EE9-31F3-3A34-738DC985F90C}"/>
              </a:ext>
            </a:extLst>
          </p:cNvPr>
          <p:cNvSpPr>
            <a:spLocks noGrp="1"/>
          </p:cNvSpPr>
          <p:nvPr>
            <p:ph type="title"/>
          </p:nvPr>
        </p:nvSpPr>
        <p:spPr>
          <a:xfrm>
            <a:off x="457200" y="1195388"/>
            <a:ext cx="8229600" cy="863600"/>
          </a:xfrm>
        </p:spPr>
        <p:txBody>
          <a:bodyPr rtlCol="1"/>
          <a:lstStyle/>
          <a:p>
            <a:pPr rtl="1"/>
            <a:r>
              <a:rPr lang="ar" sz="2600" b="1" i="0" u="none" strike="noStrike" kern="0" cap="none" spc="0" normalizeH="0" noProof="0">
                <a:ln>
                  <a:noFill/>
                </a:ln>
                <a:solidFill>
                  <a:srgbClr val="000000"/>
                </a:solidFill>
                <a:effectLst/>
                <a:uLnTx/>
                <a:uFillTx/>
              </a:rPr>
              <a:t>ج2 خيارات نهاية العمر التشغيلي للبطارية والأثر البيئي </a:t>
            </a:r>
            <a:endParaRPr lang="en-GB" sz="2600" b="1"/>
          </a:p>
        </p:txBody>
      </p:sp>
      <p:sp>
        <p:nvSpPr>
          <p:cNvPr id="6" name="TextBox 5">
            <a:extLst>
              <a:ext uri="{FF2B5EF4-FFF2-40B4-BE49-F238E27FC236}">
                <a16:creationId xmlns:a16="http://schemas.microsoft.com/office/drawing/2014/main" id="{CC429E4D-7C36-D55A-7769-DDDC2DEF92CC}"/>
              </a:ext>
            </a:extLst>
          </p:cNvPr>
          <p:cNvSpPr txBox="1"/>
          <p:nvPr/>
        </p:nvSpPr>
        <p:spPr>
          <a:xfrm>
            <a:off x="909936" y="2075012"/>
            <a:ext cx="7776864" cy="3170099"/>
          </a:xfrm>
          <a:prstGeom prst="rect">
            <a:avLst/>
          </a:prstGeom>
          <a:noFill/>
        </p:spPr>
        <p:txBody>
          <a:bodyPr wrap="square" rtlCol="1">
            <a:spAutoFit/>
          </a:bodyPr>
          <a:lstStyle/>
          <a:p>
            <a:pPr rtl="1"/>
            <a:r>
              <a:rPr lang="ar" sz="2000" b="0" i="0" u="none" strike="noStrike">
                <a:latin typeface="Sakkal Majalla" panose="02000000000000000000" pitchFamily="2" charset="-78"/>
                <a:cs typeface="Sakkal Majalla" panose="02000000000000000000" pitchFamily="2" charset="-78"/>
              </a:rPr>
              <a:t>لائحة العناصر الخمسة في التعامل مع البطاريات.</a:t>
            </a:r>
          </a:p>
          <a:p>
            <a:pPr rtl="1"/>
            <a:endParaRPr lang="en-GB" sz="1600" b="0" i="0" u="none" strike="noStrike" baseline="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i="1" u="none" strike="noStrike">
                <a:solidFill>
                  <a:schemeClr val="accent6"/>
                </a:solidFill>
                <a:latin typeface="Sakkal Majalla" panose="02000000000000000000" pitchFamily="2" charset="-78"/>
                <a:cs typeface="Sakkal Majalla" panose="02000000000000000000" pitchFamily="2" charset="-78"/>
              </a:rPr>
              <a:t>الاسترداد: </a:t>
            </a:r>
            <a:r>
              <a:rPr lang="ar" sz="2000" i="0" u="none" strike="noStrike">
                <a:solidFill>
                  <a:schemeClr val="accent6"/>
                </a:solidFill>
                <a:latin typeface="Sakkal Majalla" panose="02000000000000000000" pitchFamily="2" charset="-78"/>
                <a:cs typeface="Sakkal Majalla" panose="02000000000000000000" pitchFamily="2" charset="-78"/>
              </a:rPr>
              <a:t> </a:t>
            </a:r>
            <a:r>
              <a:rPr lang="ar" sz="2000" i="0" u="none" strike="noStrike">
                <a:latin typeface="Sakkal Majalla" panose="02000000000000000000" pitchFamily="2" charset="-78"/>
                <a:cs typeface="Sakkal Majalla" panose="02000000000000000000" pitchFamily="2" charset="-78"/>
              </a:rPr>
              <a:t>يُشجع العملاء على إعادة البطاريات القديمة.</a:t>
            </a:r>
          </a:p>
          <a:p>
            <a:pPr marL="285750" indent="-285750" rtl="1">
              <a:buFont typeface="Arial" panose="020B0604020202020204" pitchFamily="34" charset="0"/>
              <a:buChar char="•"/>
            </a:pPr>
            <a:r>
              <a:rPr lang="ar" sz="2000" i="1" u="none" strike="noStrike">
                <a:solidFill>
                  <a:schemeClr val="accent6"/>
                </a:solidFill>
                <a:latin typeface="Sakkal Majalla" panose="02000000000000000000" pitchFamily="2" charset="-78"/>
                <a:cs typeface="Sakkal Majalla" panose="02000000000000000000" pitchFamily="2" charset="-78"/>
              </a:rPr>
              <a:t>إصلاح</a:t>
            </a:r>
            <a:r>
              <a:rPr lang="ar" sz="2000" i="0" u="none" strike="noStrike">
                <a:solidFill>
                  <a:schemeClr val="accent6"/>
                </a:solidFill>
                <a:latin typeface="Sakkal Majalla" panose="02000000000000000000" pitchFamily="2" charset="-78"/>
                <a:cs typeface="Sakkal Majalla" panose="02000000000000000000" pitchFamily="2" charset="-78"/>
              </a:rPr>
              <a:t> البطارية:</a:t>
            </a:r>
            <a:r>
              <a:rPr lang="ar" sz="2000" i="0" u="none" strike="noStrike">
                <a:latin typeface="Sakkal Majalla" panose="02000000000000000000" pitchFamily="2" charset="-78"/>
                <a:cs typeface="Sakkal Majalla" panose="02000000000000000000" pitchFamily="2" charset="-78"/>
              </a:rPr>
              <a:t> ينبغي إصلاحها لإعادة استخدامها حيثما أمكن ذلك.</a:t>
            </a:r>
          </a:p>
          <a:p>
            <a:pPr marL="285750" indent="-285750" rtl="1">
              <a:buFont typeface="Arial" panose="020B0604020202020204" pitchFamily="34" charset="0"/>
              <a:buChar char="•"/>
            </a:pPr>
            <a:r>
              <a:rPr lang="ar" sz="2000" i="1" u="none" strike="noStrike">
                <a:solidFill>
                  <a:schemeClr val="accent6"/>
                </a:solidFill>
                <a:latin typeface="Sakkal Majalla" panose="02000000000000000000" pitchFamily="2" charset="-78"/>
                <a:cs typeface="Sakkal Majalla" panose="02000000000000000000" pitchFamily="2" charset="-78"/>
              </a:rPr>
              <a:t>إعادة تصنيع</a:t>
            </a:r>
            <a:r>
              <a:rPr lang="ar" sz="2000" i="1" u="none" strike="noStrike">
                <a:latin typeface="Sakkal Majalla" panose="02000000000000000000" pitchFamily="2" charset="-78"/>
                <a:cs typeface="Sakkal Majalla" panose="02000000000000000000" pitchFamily="2" charset="-78"/>
              </a:rPr>
              <a:t> </a:t>
            </a:r>
            <a:r>
              <a:rPr lang="ar" sz="2000" i="0" u="none" strike="noStrike">
                <a:latin typeface="Sakkal Majalla" panose="02000000000000000000" pitchFamily="2" charset="-78"/>
                <a:cs typeface="Sakkal Majalla" panose="02000000000000000000" pitchFamily="2" charset="-78"/>
              </a:rPr>
              <a:t>البطارية بغرض استعادة قدرتها على العمل: يجب إعادة تصنيع البطاريات التي لا يمكن إصلاحها، بما في ذلك استبدال الوحدات وإعادة التوازن</a:t>
            </a:r>
          </a:p>
          <a:p>
            <a:pPr marL="285750" indent="-285750" rtl="1">
              <a:buFont typeface="Arial" panose="020B0604020202020204" pitchFamily="34" charset="0"/>
              <a:buChar char="•"/>
            </a:pPr>
            <a:r>
              <a:rPr lang="ar" sz="2000" i="1" u="none" strike="noStrike">
                <a:solidFill>
                  <a:schemeClr val="accent6"/>
                </a:solidFill>
                <a:latin typeface="Sakkal Majalla" panose="02000000000000000000" pitchFamily="2" charset="-78"/>
                <a:cs typeface="Sakkal Majalla" panose="02000000000000000000" pitchFamily="2" charset="-78"/>
              </a:rPr>
              <a:t>إعادة استخدام البطاريات: </a:t>
            </a:r>
            <a:r>
              <a:rPr lang="ar" sz="2000" i="0" u="none" strike="noStrike">
                <a:latin typeface="Sakkal Majalla" panose="02000000000000000000" pitchFamily="2" charset="-78"/>
                <a:cs typeface="Sakkal Majalla" panose="02000000000000000000" pitchFamily="2" charset="-78"/>
              </a:rPr>
              <a:t>قد تظل البطاريات التي لم تعد تفي بمواصفات استخدام المركبة ذات قيمة للتطبيقات غير المتعلقة بالسيارات، مثل تخزين الطاقة في المنازل أو أنظمة الطاقة الشمسية.</a:t>
            </a:r>
          </a:p>
          <a:p>
            <a:pPr marL="285750" indent="-285750" rtl="1">
              <a:buFont typeface="Arial" panose="020B0604020202020204" pitchFamily="34" charset="0"/>
              <a:buChar char="•"/>
            </a:pPr>
            <a:r>
              <a:rPr lang="ar" sz="2000" i="1" u="none" strike="noStrike">
                <a:solidFill>
                  <a:schemeClr val="accent6"/>
                </a:solidFill>
                <a:latin typeface="Sakkal Majalla" panose="02000000000000000000" pitchFamily="2" charset="-78"/>
                <a:cs typeface="Sakkal Majalla" panose="02000000000000000000" pitchFamily="2" charset="-78"/>
              </a:rPr>
              <a:t>إعادة تدوير</a:t>
            </a:r>
            <a:r>
              <a:rPr lang="ar" sz="2000" i="0" u="none" strike="noStrike">
                <a:latin typeface="Sakkal Majalla" panose="02000000000000000000" pitchFamily="2" charset="-78"/>
                <a:cs typeface="Sakkal Majalla" panose="02000000000000000000" pitchFamily="2" charset="-78"/>
              </a:rPr>
              <a:t> البطارية عن طريق استرداد المواد القابلة للاستخدام: في هذه الخطوة، يتمثل الهدف في إزالة الإلكترونيات وإنقاذ الموارد الثمينة والقيّمة واسترداد المعادن الأخرى.</a:t>
            </a:r>
            <a:endParaRPr lang="en-GB" sz="200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EC744C2F-C048-D471-DFB3-1A659D6DCA8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002698621"/>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EAEA-2C09-9DC0-A5FA-593B48356105}"/>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000" b="1" i="0" u="none" strike="noStrike" kern="0" cap="none" spc="0" normalizeH="0" noProof="0">
                <a:ln>
                  <a:noFill/>
                </a:ln>
                <a:effectLst/>
                <a:uLnTx/>
                <a:uFillTx/>
              </a:rPr>
              <a:t>ج2 خيارات نهاية العمر التشغيلي للبطارية والأثر البيئي </a:t>
            </a:r>
            <a:endParaRPr lang="en-GB" sz="3000" b="1"/>
          </a:p>
        </p:txBody>
      </p:sp>
      <p:pic>
        <p:nvPicPr>
          <p:cNvPr id="6" name="Picture 5">
            <a:extLst>
              <a:ext uri="{FF2B5EF4-FFF2-40B4-BE49-F238E27FC236}">
                <a16:creationId xmlns:a16="http://schemas.microsoft.com/office/drawing/2014/main" id="{C6472724-3415-EFDF-D5CA-EC1B1109A4D8}"/>
              </a:ext>
            </a:extLst>
          </p:cNvPr>
          <p:cNvPicPr>
            <a:picLocks noChangeAspect="1"/>
          </p:cNvPicPr>
          <p:nvPr/>
        </p:nvPicPr>
        <p:blipFill>
          <a:blip r:embed="rId3"/>
          <a:srcRect l="19852" r="2188"/>
          <a:stretch/>
        </p:blipFill>
        <p:spPr>
          <a:xfrm>
            <a:off x="5602622" y="2298637"/>
            <a:ext cx="2137730" cy="2135933"/>
          </a:xfrm>
          <a:prstGeom prst="rect">
            <a:avLst/>
          </a:prstGeom>
          <a:noFill/>
        </p:spPr>
      </p:pic>
      <p:sp>
        <p:nvSpPr>
          <p:cNvPr id="3" name="Content Placeholder 2">
            <a:extLst>
              <a:ext uri="{FF2B5EF4-FFF2-40B4-BE49-F238E27FC236}">
                <a16:creationId xmlns:a16="http://schemas.microsoft.com/office/drawing/2014/main" id="{6D256343-7884-88C6-629D-AEF4B7DBE4FD}"/>
              </a:ext>
            </a:extLst>
          </p:cNvPr>
          <p:cNvSpPr>
            <a:spLocks noGrp="1"/>
          </p:cNvSpPr>
          <p:nvPr>
            <p:ph sz="half" idx="2"/>
          </p:nvPr>
        </p:nvSpPr>
        <p:spPr>
          <a:xfrm>
            <a:off x="468312" y="2196001"/>
            <a:ext cx="4027488" cy="4185327"/>
          </a:xfrm>
        </p:spPr>
        <p:txBody>
          <a:bodyPr wrap="square" rtlCol="1" anchor="t">
            <a:noAutofit/>
          </a:bodyPr>
          <a:lstStyle/>
          <a:p>
            <a:pPr marL="0" indent="0" rtl="1">
              <a:lnSpc>
                <a:spcPct val="90000"/>
              </a:lnSpc>
              <a:buNone/>
            </a:pPr>
            <a:r>
              <a:rPr lang="ar" sz="1600" b="1" i="0" u="none" strike="noStrike"/>
              <a:t>البطاريات في المركبات الكهربائية والهجينة</a:t>
            </a:r>
          </a:p>
          <a:p>
            <a:pPr rtl="1">
              <a:lnSpc>
                <a:spcPct val="90000"/>
              </a:lnSpc>
            </a:pPr>
            <a:r>
              <a:rPr lang="ar" sz="1600" i="0" u="none" strike="noStrike"/>
              <a:t>ليثيوم أيون </a:t>
            </a:r>
            <a:endParaRPr lang="en-GB" sz="1600" b="1" i="0" u="none" strike="noStrike" baseline="0"/>
          </a:p>
          <a:p>
            <a:pPr rtl="1">
              <a:lnSpc>
                <a:spcPct val="90000"/>
              </a:lnSpc>
            </a:pPr>
            <a:r>
              <a:rPr lang="ar" sz="1600" b="0" i="0" u="none" strike="noStrike"/>
              <a:t>تعد بطاريات الليثيوم أيون أكثر أنواع البطاريات شيوعًا في المركبات الكهربائية. ويرجع ذلك أساسًا إلى أنها تتمتع بكثافة طاقة عالية ووزن منخفض ودورة حياة طويلة. وتتحرك أيونات الليثيوم بين الأنود والكاثود في أثناء دورات الشحن والتفريغ. ويوفر هذا النوع تخزينًا ممتازًا للطاقة، وهو ما يمنح المركبات الكهربائية مدى أطول بشحنة واحدة، أي مزيد من الأميال أو الكيلومترات لكل شحنة. </a:t>
            </a:r>
          </a:p>
          <a:p>
            <a:pPr rtl="1">
              <a:lnSpc>
                <a:spcPct val="90000"/>
              </a:lnSpc>
            </a:pPr>
            <a:r>
              <a:rPr lang="ar" sz="1600" i="0" u="none" strike="noStrike"/>
              <a:t>المواد ذات التأثير المنخفض -</a:t>
            </a:r>
            <a:r>
              <a:rPr lang="ar" sz="1600" b="0" i="0" u="none" strike="noStrike"/>
              <a:t> تستخدم بطاريات المركبات الكهربائية مواد مثل الليثيوم والصوديوم والنحاس والألمنيوم والبلاستيك في تركيبتها. ولهذه المواد تأثير منخفض على البيئة ويسهل إعادة تدويرها، وهذه الأسباب تلعب دورًا في اختيارها.</a:t>
            </a:r>
            <a:endParaRPr lang="en-GB" sz="1600"/>
          </a:p>
        </p:txBody>
      </p:sp>
      <p:sp>
        <p:nvSpPr>
          <p:cNvPr id="7" name="TextBox 6">
            <a:extLst>
              <a:ext uri="{FF2B5EF4-FFF2-40B4-BE49-F238E27FC236}">
                <a16:creationId xmlns:a16="http://schemas.microsoft.com/office/drawing/2014/main" id="{CDC816D3-4DBF-8D47-9A45-671320A8B4C7}"/>
              </a:ext>
            </a:extLst>
          </p:cNvPr>
          <p:cNvSpPr txBox="1"/>
          <p:nvPr/>
        </p:nvSpPr>
        <p:spPr>
          <a:xfrm>
            <a:off x="4572000" y="4556728"/>
            <a:ext cx="4176464" cy="830997"/>
          </a:xfrm>
          <a:prstGeom prst="rect">
            <a:avLst/>
          </a:prstGeom>
          <a:noFill/>
        </p:spPr>
        <p:txBody>
          <a:bodyPr wrap="square" rtlCol="1">
            <a:spAutoFit/>
          </a:bodyPr>
          <a:lstStyle/>
          <a:p>
            <a:pPr rtl="1"/>
            <a:r>
              <a:rPr lang="ar" sz="1600">
                <a:latin typeface="Sakkal Majalla" panose="02000000000000000000" pitchFamily="2" charset="-78"/>
                <a:cs typeface="Sakkal Majalla" panose="02000000000000000000" pitchFamily="2" charset="-78"/>
              </a:rPr>
              <a:t>النيكل - </a:t>
            </a:r>
            <a:r>
              <a:rPr lang="ar" sz="1600" b="1" i="0" u="none" strike="noStrike">
                <a:latin typeface="Sakkal Majalla" panose="02000000000000000000" pitchFamily="2" charset="-78"/>
                <a:cs typeface="Sakkal Majalla" panose="02000000000000000000" pitchFamily="2" charset="-78"/>
              </a:rPr>
              <a:t>المواد السامة</a:t>
            </a:r>
            <a:r>
              <a:rPr lang="ar" sz="1600" b="0" i="0" u="none" strike="noStrike">
                <a:latin typeface="Sakkal Majalla" panose="02000000000000000000" pitchFamily="2" charset="-78"/>
                <a:cs typeface="Sakkal Majalla" panose="02000000000000000000" pitchFamily="2" charset="-78"/>
              </a:rPr>
              <a:t>: النيكل هو مادة شائعة في بطاريات الليثيوم أيون، ويمكن أن يُشكل مخاطر بيئية وصحية حال عدم التعامل معه أو التخلص منه بشكلٍ صحيح.</a:t>
            </a:r>
            <a:endParaRPr lang="en-GB" sz="160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0DD202D-F6C0-6D60-25AD-577AE91416E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052887839"/>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3800" b="1"/>
              <a:t>فهم ممارسات العمل الآمن عند تصنيع أنظمة نقل الحركة في المركبات الكهربائية والهجينة</a:t>
            </a:r>
          </a:p>
          <a:p>
            <a:pPr indent="0" algn="ctr" rtl="1">
              <a:buNone/>
            </a:pPr>
            <a:endParaRPr lang="en-GB" altLang="en-US" sz="3800" b="1"/>
          </a:p>
          <a:p>
            <a:pPr marL="685800" rtl="1"/>
            <a:endParaRPr lang="en-GB" altLang="en-US" sz="38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13602" y="1405940"/>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0" i="0" u="none" strike="noStrike" kern="0" cap="none" spc="0" normalizeH="0" noProof="0">
                <a:ln>
                  <a:noFill/>
                </a:ln>
                <a:solidFill>
                  <a:srgbClr val="000000"/>
                </a:solidFill>
                <a:effectLst/>
                <a:uLnTx/>
                <a:uFillTx/>
                <a:latin typeface="Sakkal Majalla" panose="02000000000000000000" pitchFamily="2" charset="-78"/>
                <a:cs typeface="Sakkal Majalla" panose="02000000000000000000" pitchFamily="2" charset="-78"/>
              </a:rPr>
              <a:t>نتاج التعلم د</a:t>
            </a:r>
            <a:endParaRPr lang="en-GB" altLang="en-US" sz="3000" b="1">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8ED3C8E-0F9E-6C9A-5F35-1F6E80C5F37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E6C3-3031-7114-8970-95F5AED666FC}"/>
              </a:ext>
            </a:extLst>
          </p:cNvPr>
          <p:cNvSpPr>
            <a:spLocks noGrp="1"/>
          </p:cNvSpPr>
          <p:nvPr>
            <p:ph type="title"/>
          </p:nvPr>
        </p:nvSpPr>
        <p:spPr>
          <a:xfrm>
            <a:off x="426126" y="1212283"/>
            <a:ext cx="8229600" cy="864000"/>
          </a:xfrm>
        </p:spPr>
        <p:txBody>
          <a:bodyPr wrap="square" rtlCol="1" anchor="ctr">
            <a:normAutofit/>
          </a:bodyPr>
          <a:lstStyle/>
          <a:p>
            <a:pPr rtl="1">
              <a:lnSpc>
                <a:spcPct val="90000"/>
              </a:lnSpc>
            </a:pPr>
            <a:r>
              <a:rPr lang="ar" sz="3600" b="1"/>
              <a:t>د1 استخدام خلايا الوقود والمكثفات الفائقة</a:t>
            </a:r>
          </a:p>
        </p:txBody>
      </p:sp>
      <p:sp>
        <p:nvSpPr>
          <p:cNvPr id="3" name="Content Placeholder 2">
            <a:extLst>
              <a:ext uri="{FF2B5EF4-FFF2-40B4-BE49-F238E27FC236}">
                <a16:creationId xmlns:a16="http://schemas.microsoft.com/office/drawing/2014/main" id="{C664146A-CB9C-3FE8-59CD-E51EC552166F}"/>
              </a:ext>
            </a:extLst>
          </p:cNvPr>
          <p:cNvSpPr>
            <a:spLocks noGrp="1"/>
          </p:cNvSpPr>
          <p:nvPr>
            <p:ph sz="half" idx="1"/>
          </p:nvPr>
        </p:nvSpPr>
        <p:spPr>
          <a:xfrm>
            <a:off x="4648199" y="2196001"/>
            <a:ext cx="4027487" cy="4024100"/>
          </a:xfrm>
        </p:spPr>
        <p:txBody>
          <a:bodyPr wrap="square" rtlCol="1" anchor="t">
            <a:normAutofit/>
          </a:bodyPr>
          <a:lstStyle/>
          <a:p>
            <a:pPr marL="0" indent="0" rtl="1">
              <a:lnSpc>
                <a:spcPct val="90000"/>
              </a:lnSpc>
              <a:buNone/>
            </a:pPr>
            <a:r>
              <a:rPr lang="ar" sz="2600" b="1" i="0" u="none" strike="noStrike"/>
              <a:t>ما هي خلية الوقود</a:t>
            </a:r>
          </a:p>
          <a:p>
            <a:pPr marL="0" indent="0" rtl="1">
              <a:lnSpc>
                <a:spcPct val="90000"/>
              </a:lnSpc>
              <a:buNone/>
            </a:pPr>
            <a:r>
              <a:rPr lang="ar" sz="2600" b="0" i="0" u="none" strike="noStrike"/>
              <a:t>خلايا الوقود هي أجهزة كهروكيميائية تقوم بتحويل الطاقة الكيميائية مباشرةً إلى كهرباء، وتنتج الحرارة والماء بوصفها منتجات ثانوية. هناك أنواع مختلفة من خلايا الوقود؛ النوعان الأكثر شيوعًا هما الهيدروجين والميثانول.</a:t>
            </a:r>
          </a:p>
          <a:p>
            <a:pPr rtl="1">
              <a:lnSpc>
                <a:spcPct val="90000"/>
              </a:lnSpc>
            </a:pPr>
            <a:endParaRPr lang="en-GB" sz="2600"/>
          </a:p>
          <a:p>
            <a:pPr rtl="1">
              <a:lnSpc>
                <a:spcPct val="90000"/>
              </a:lnSpc>
            </a:pPr>
            <a:endParaRPr lang="en-GB" sz="2600"/>
          </a:p>
        </p:txBody>
      </p:sp>
      <p:pic>
        <p:nvPicPr>
          <p:cNvPr id="1026" name="Picture 2" descr="Hydrogen fuel cells diagram.">
            <a:extLst>
              <a:ext uri="{FF2B5EF4-FFF2-40B4-BE49-F238E27FC236}">
                <a16:creationId xmlns:a16="http://schemas.microsoft.com/office/drawing/2014/main" id="{87B3808D-CC32-63FB-1DE7-3B50922D36FC}"/>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l="-1110" t="1456" r="540" b="10615"/>
          <a:stretch/>
        </p:blipFill>
        <p:spPr bwMode="auto">
          <a:xfrm>
            <a:off x="430813" y="2670058"/>
            <a:ext cx="4050464" cy="2779976"/>
          </a:xfrm>
          <a:prstGeom prst="rect">
            <a:avLst/>
          </a:prstGeom>
          <a:solidFill>
            <a:srgbClr val="FFFFFF"/>
          </a:solidFill>
        </p:spPr>
      </p:pic>
      <p:sp>
        <p:nvSpPr>
          <p:cNvPr id="4" name="TextBox 3">
            <a:extLst>
              <a:ext uri="{FF2B5EF4-FFF2-40B4-BE49-F238E27FC236}">
                <a16:creationId xmlns:a16="http://schemas.microsoft.com/office/drawing/2014/main" id="{2983FC2E-743C-EB0C-4429-736CA832AA96}"/>
              </a:ext>
            </a:extLst>
          </p:cNvPr>
          <p:cNvSpPr txBox="1"/>
          <p:nvPr/>
        </p:nvSpPr>
        <p:spPr>
          <a:xfrm>
            <a:off x="1416348" y="2675408"/>
            <a:ext cx="2016224" cy="353943"/>
          </a:xfrm>
          <a:prstGeom prst="rect">
            <a:avLst/>
          </a:prstGeom>
          <a:noFill/>
        </p:spPr>
        <p:txBody>
          <a:bodyPr wrap="square" rtlCol="0">
            <a:spAutoFit/>
          </a:bodyPr>
          <a:lstStyle/>
          <a:p>
            <a:pPr algn="ctr"/>
            <a:r>
              <a:rPr lang="ar-EG" sz="1700" b="1">
                <a:latin typeface="Sakkal Majalla" panose="02000000000000000000" pitchFamily="2" charset="-78"/>
                <a:cs typeface="Sakkal Majalla" panose="02000000000000000000" pitchFamily="2" charset="-78"/>
              </a:rPr>
              <a:t>خلايا الوقود</a:t>
            </a:r>
            <a:r>
              <a:rPr lang="en-US" sz="1700" b="1">
                <a:latin typeface="Sakkal Majalla" panose="02000000000000000000" pitchFamily="2" charset="-78"/>
                <a:cs typeface="Sakkal Majalla" panose="02000000000000000000" pitchFamily="2" charset="-78"/>
              </a:rPr>
              <a:t> </a:t>
            </a:r>
            <a:r>
              <a:rPr lang="ar-EG" sz="1700" b="1">
                <a:latin typeface="Sakkal Majalla" panose="02000000000000000000" pitchFamily="2" charset="-78"/>
                <a:cs typeface="Sakkal Majalla" panose="02000000000000000000" pitchFamily="2" charset="-78"/>
              </a:rPr>
              <a:t>الهيدروجينية</a:t>
            </a:r>
            <a:endParaRPr lang="en-US" sz="1700" b="1">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CEE19CAE-2577-74D8-F5E3-B0F6AC6C45C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2759541879"/>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5984-8BBC-B703-DECC-EA7A85BB9313}"/>
              </a:ext>
            </a:extLst>
          </p:cNvPr>
          <p:cNvSpPr>
            <a:spLocks noGrp="1"/>
          </p:cNvSpPr>
          <p:nvPr>
            <p:ph type="title"/>
          </p:nvPr>
        </p:nvSpPr>
        <p:spPr>
          <a:xfrm>
            <a:off x="457200" y="1195200"/>
            <a:ext cx="8229600" cy="864000"/>
          </a:xfrm>
        </p:spPr>
        <p:txBody>
          <a:bodyPr rtlCol="1"/>
          <a:lstStyle/>
          <a:p>
            <a:pPr rtl="1"/>
            <a:r>
              <a:rPr lang="ar" sz="3000" b="1"/>
              <a:t>د1 استخدام خلايا الوقود والمكثفات الفائقة</a:t>
            </a:r>
          </a:p>
        </p:txBody>
      </p:sp>
      <p:sp>
        <p:nvSpPr>
          <p:cNvPr id="3" name="Content Placeholder 2">
            <a:extLst>
              <a:ext uri="{FF2B5EF4-FFF2-40B4-BE49-F238E27FC236}">
                <a16:creationId xmlns:a16="http://schemas.microsoft.com/office/drawing/2014/main" id="{EE15793D-AA7E-E9BE-89C3-4C0EDF26B85B}"/>
              </a:ext>
            </a:extLst>
          </p:cNvPr>
          <p:cNvSpPr>
            <a:spLocks noGrp="1"/>
          </p:cNvSpPr>
          <p:nvPr>
            <p:ph sz="half" idx="1"/>
          </p:nvPr>
        </p:nvSpPr>
        <p:spPr>
          <a:xfrm>
            <a:off x="5220074" y="2196001"/>
            <a:ext cx="3455612" cy="4024100"/>
          </a:xfrm>
        </p:spPr>
        <p:txBody>
          <a:bodyPr rtlCol="1"/>
          <a:lstStyle/>
          <a:p>
            <a:pPr rtl="1"/>
            <a:r>
              <a:rPr lang="ar" sz="2000" b="0" i="0" u="none" strike="noStrike"/>
              <a:t>إذا كان من المقرر تطوير مركبات تعمل بخلايا وقود الهيدروجين، فسيكون من الضروري إنشاء بنية تحتية جديدة لإنتاج الهيدروجين، وتوزيعه، وتوفير محطات إعادة التزود بالوقود. </a:t>
            </a:r>
          </a:p>
          <a:p>
            <a:pPr rtl="1"/>
            <a:r>
              <a:rPr lang="ar" sz="2000"/>
              <a:t>عادةً ما</a:t>
            </a:r>
            <a:r>
              <a:rPr lang="ar" sz="2000" b="0" i="0" u="none" strike="noStrike"/>
              <a:t> يجري توزيع الهيدروجين عبر خطوط أنابيب كبيرة للاستخدام الصناعي وناقلات شاحنات ثقيلة لتوصيله إلى محطات التزود بالوقود. </a:t>
            </a:r>
          </a:p>
          <a:p>
            <a:pPr rtl="1"/>
            <a:r>
              <a:rPr lang="ar" sz="2000" b="0" i="0" u="none" strike="noStrike"/>
              <a:t>تتطلب هذه المحطات معدات متخصصة لضغط الغاز وتوزيعه بأمان.</a:t>
            </a:r>
            <a:endParaRPr lang="en-GB" sz="2800"/>
          </a:p>
        </p:txBody>
      </p:sp>
      <p:sp>
        <p:nvSpPr>
          <p:cNvPr id="6" name="TextBox 5">
            <a:extLst>
              <a:ext uri="{FF2B5EF4-FFF2-40B4-BE49-F238E27FC236}">
                <a16:creationId xmlns:a16="http://schemas.microsoft.com/office/drawing/2014/main" id="{72A28A49-D7CA-B7B4-F33E-79A299B0E52D}"/>
              </a:ext>
            </a:extLst>
          </p:cNvPr>
          <p:cNvSpPr txBox="1"/>
          <p:nvPr/>
        </p:nvSpPr>
        <p:spPr>
          <a:xfrm>
            <a:off x="899592" y="5457315"/>
            <a:ext cx="3024336" cy="707886"/>
          </a:xfrm>
          <a:prstGeom prst="rect">
            <a:avLst/>
          </a:prstGeom>
          <a:noFill/>
        </p:spPr>
        <p:txBody>
          <a:bodyPr wrap="square" rtlCol="1">
            <a:spAutoFit/>
          </a:bodyPr>
          <a:lstStyle/>
          <a:p>
            <a:pPr rtl="1"/>
            <a:r>
              <a:rPr lang="ar" sz="2000">
                <a:latin typeface="Sakkal Majalla" panose="02000000000000000000" pitchFamily="2" charset="-78"/>
                <a:cs typeface="Sakkal Majalla" panose="02000000000000000000" pitchFamily="2" charset="-78"/>
              </a:rPr>
              <a:t>محطة التزود بالوقود الهيدروجيني</a:t>
            </a:r>
          </a:p>
          <a:p>
            <a:pPr rtl="1"/>
            <a:endParaRPr lang="en-GB" sz="200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65846D1F-8744-37CD-DCE2-B60FBC8B3DD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pic>
        <p:nvPicPr>
          <p:cNvPr id="7" name="Picture 6" descr="A car at a gas station&#10;&#10;Description automatically generated">
            <a:extLst>
              <a:ext uri="{FF2B5EF4-FFF2-40B4-BE49-F238E27FC236}">
                <a16:creationId xmlns:a16="http://schemas.microsoft.com/office/drawing/2014/main" id="{EF5349D4-E972-959F-2318-E08C797BEF7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5576" y="2636912"/>
            <a:ext cx="3853898" cy="2569265"/>
          </a:xfrm>
          <a:prstGeom prst="rect">
            <a:avLst/>
          </a:prstGeom>
        </p:spPr>
      </p:pic>
    </p:spTree>
    <p:extLst>
      <p:ext uri="{BB962C8B-B14F-4D97-AF65-F5344CB8AC3E}">
        <p14:creationId xmlns:p14="http://schemas.microsoft.com/office/powerpoint/2010/main" val="1808610365"/>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FF1B-FCAB-570B-F799-D34FF1F2ADB2}"/>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3600" b="1" i="0" u="none" strike="noStrike" kern="0" cap="none" spc="0" normalizeH="0" noProof="0">
                <a:ln>
                  <a:noFill/>
                </a:ln>
                <a:effectLst/>
                <a:uLnTx/>
                <a:uFillTx/>
              </a:rPr>
              <a:t>د1 استخدام خلايا الوقود والمكثفات الفائقة</a:t>
            </a:r>
            <a:endParaRPr lang="en-GB" sz="3600" b="1"/>
          </a:p>
        </p:txBody>
      </p:sp>
      <p:sp>
        <p:nvSpPr>
          <p:cNvPr id="3" name="Content Placeholder 2">
            <a:extLst>
              <a:ext uri="{FF2B5EF4-FFF2-40B4-BE49-F238E27FC236}">
                <a16:creationId xmlns:a16="http://schemas.microsoft.com/office/drawing/2014/main" id="{C14C1151-19E7-64A0-4EC2-CB33BD059A9A}"/>
              </a:ext>
            </a:extLst>
          </p:cNvPr>
          <p:cNvSpPr>
            <a:spLocks noGrp="1"/>
          </p:cNvSpPr>
          <p:nvPr>
            <p:ph sz="half" idx="1"/>
          </p:nvPr>
        </p:nvSpPr>
        <p:spPr>
          <a:xfrm>
            <a:off x="4648199" y="2196001"/>
            <a:ext cx="4027487" cy="4024100"/>
          </a:xfrm>
        </p:spPr>
        <p:txBody>
          <a:bodyPr wrap="square" rtlCol="1" anchor="t">
            <a:normAutofit/>
          </a:bodyPr>
          <a:lstStyle/>
          <a:p>
            <a:pPr rtl="1">
              <a:lnSpc>
                <a:spcPct val="90000"/>
              </a:lnSpc>
            </a:pPr>
            <a:r>
              <a:rPr lang="ar" sz="2000" b="0" i="0" u="none" strike="noStrike"/>
              <a:t>المكثفات الفائقة هي مكثفات كهروكيميائية تعمل على تخزين الطاقة الكهربائية. ويجري فصل الشحنة عبر الألواح المسامية. وهي مصنوعة من مواد مثل الفحم المنشط، إلى جانب محلول إلكتروليتي. </a:t>
            </a:r>
          </a:p>
          <a:p>
            <a:pPr rtl="1">
              <a:lnSpc>
                <a:spcPct val="90000"/>
              </a:lnSpc>
            </a:pPr>
            <a:r>
              <a:rPr lang="ar" sz="2000" b="0" i="0" u="none" strike="noStrike"/>
              <a:t>تتميز المكثفات الفائقة بقدرتها العالية على توفير الكثافة عالية الطاقة، إضافة إلى قدرتها على الشحن والتفريغ السريع مقارنة بالمكثفات التقليدية والبطاريات. </a:t>
            </a:r>
          </a:p>
          <a:p>
            <a:pPr rtl="1">
              <a:lnSpc>
                <a:spcPct val="90000"/>
              </a:lnSpc>
            </a:pPr>
            <a:endParaRPr lang="en-GB" sz="2000"/>
          </a:p>
          <a:p>
            <a:pPr rtl="1">
              <a:lnSpc>
                <a:spcPct val="90000"/>
              </a:lnSpc>
            </a:pPr>
            <a:endParaRPr lang="en-GB" sz="2000" b="0" i="0" u="none" strike="noStrike" baseline="0"/>
          </a:p>
          <a:p>
            <a:pPr rtl="1">
              <a:lnSpc>
                <a:spcPct val="90000"/>
              </a:lnSpc>
            </a:pPr>
            <a:endParaRPr lang="en-GB" sz="2000" b="0" i="0" u="none" strike="noStrike" baseline="0"/>
          </a:p>
        </p:txBody>
      </p:sp>
      <p:sp>
        <p:nvSpPr>
          <p:cNvPr id="6" name="TextBox 5">
            <a:extLst>
              <a:ext uri="{FF2B5EF4-FFF2-40B4-BE49-F238E27FC236}">
                <a16:creationId xmlns:a16="http://schemas.microsoft.com/office/drawing/2014/main" id="{7F8273A1-4CD4-07B3-22B7-F5C59615606C}"/>
              </a:ext>
            </a:extLst>
          </p:cNvPr>
          <p:cNvSpPr txBox="1"/>
          <p:nvPr/>
        </p:nvSpPr>
        <p:spPr>
          <a:xfrm>
            <a:off x="41853" y="5235451"/>
            <a:ext cx="4680520" cy="923330"/>
          </a:xfrm>
          <a:prstGeom prst="rect">
            <a:avLst/>
          </a:prstGeom>
          <a:noFill/>
        </p:spPr>
        <p:txBody>
          <a:bodyPr wrap="square" rtlCol="1">
            <a:spAutoFit/>
          </a:bodyPr>
          <a:lstStyle/>
          <a:p>
            <a:pPr rtl="1"/>
            <a:r>
              <a:rPr lang="ar" b="0" i="0">
                <a:solidFill>
                  <a:srgbClr val="2C3E50"/>
                </a:solidFill>
                <a:effectLst/>
                <a:latin typeface="Roboto" panose="02000000000000000000" pitchFamily="2" charset="0"/>
                <a:cs typeface="Sakkal Majalla" panose="02000000000000000000" pitchFamily="2" charset="-78"/>
              </a:rPr>
              <a:t>لامبورغيني سيان </a:t>
            </a:r>
            <a:r>
              <a:rPr lang="en-US" b="0" i="0">
                <a:solidFill>
                  <a:srgbClr val="2C3E50"/>
                </a:solidFill>
                <a:effectLst/>
                <a:latin typeface="Roboto" panose="02000000000000000000" pitchFamily="2" charset="0"/>
                <a:cs typeface="Sakkal Majalla" panose="02000000000000000000" pitchFamily="2" charset="-78"/>
              </a:rPr>
              <a:t>FKP 37</a:t>
            </a:r>
            <a:r>
              <a:rPr lang="ar" b="0" i="0">
                <a:solidFill>
                  <a:srgbClr val="2C3E50"/>
                </a:solidFill>
                <a:effectLst/>
                <a:latin typeface="Roboto" panose="02000000000000000000" pitchFamily="2" charset="0"/>
                <a:cs typeface="Sakkal Majalla" panose="02000000000000000000" pitchFamily="2" charset="-78"/>
              </a:rPr>
              <a:t>. أول مركبة رياضية فائقة تعمل بمحرك </a:t>
            </a:r>
            <a:r>
              <a:rPr lang="en-US" b="0" i="0">
                <a:solidFill>
                  <a:srgbClr val="2C3E50"/>
                </a:solidFill>
                <a:effectLst/>
                <a:latin typeface="Roboto" panose="02000000000000000000" pitchFamily="2" charset="0"/>
                <a:cs typeface="Sakkal Majalla" panose="02000000000000000000" pitchFamily="2" charset="-78"/>
              </a:rPr>
              <a:t>V12</a:t>
            </a:r>
            <a:r>
              <a:rPr lang="ar" b="0" i="0">
                <a:solidFill>
                  <a:srgbClr val="2C3E50"/>
                </a:solidFill>
                <a:effectLst/>
                <a:latin typeface="Roboto" panose="02000000000000000000" pitchFamily="2" charset="0"/>
                <a:cs typeface="Sakkal Majalla" panose="02000000000000000000" pitchFamily="2" charset="-78"/>
              </a:rPr>
              <a:t> وتقنية هجينة تعتمد على المكثفات الفائقة.</a:t>
            </a:r>
          </a:p>
          <a:p>
            <a:pPr rtl="1"/>
            <a:endParaRPr lang="en-GB">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64ACF5DF-EB4B-AABD-C845-332DC0B62EC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pic>
        <p:nvPicPr>
          <p:cNvPr id="5" name="Picture 4" descr="A green sports car with doors open&#10;&#10;Description automatically generated">
            <a:extLst>
              <a:ext uri="{FF2B5EF4-FFF2-40B4-BE49-F238E27FC236}">
                <a16:creationId xmlns:a16="http://schemas.microsoft.com/office/drawing/2014/main" id="{120C3325-9115-474A-57CB-0B987B2F7FF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5576" y="3005361"/>
            <a:ext cx="3583740" cy="1800200"/>
          </a:xfrm>
          <a:prstGeom prst="rect">
            <a:avLst/>
          </a:prstGeom>
        </p:spPr>
      </p:pic>
    </p:spTree>
    <p:extLst>
      <p:ext uri="{BB962C8B-B14F-4D97-AF65-F5344CB8AC3E}">
        <p14:creationId xmlns:p14="http://schemas.microsoft.com/office/powerpoint/2010/main" val="1505094821"/>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Title 1">
            <a:extLst>
              <a:ext uri="{FF2B5EF4-FFF2-40B4-BE49-F238E27FC236}">
                <a16:creationId xmlns:a16="http://schemas.microsoft.com/office/drawing/2014/main" id="{8D94FA25-FBBE-D57E-592F-9F8744B02725}"/>
              </a:ext>
            </a:extLst>
          </p:cNvPr>
          <p:cNvSpPr>
            <a:spLocks noGrp="1"/>
          </p:cNvSpPr>
          <p:nvPr>
            <p:ph type="title"/>
          </p:nvPr>
        </p:nvSpPr>
        <p:spPr>
          <a:xfrm>
            <a:off x="457200" y="1195200"/>
            <a:ext cx="8229600" cy="864000"/>
          </a:xfrm>
        </p:spPr>
        <p:txBody>
          <a:bodyPr rtlCol="1"/>
          <a:lstStyle/>
          <a:p>
            <a:pPr rtl="1"/>
            <a:r>
              <a:rPr lang="ar" sz="3600" b="1" i="0" u="none" strike="noStrike" kern="0" cap="none" spc="0" normalizeH="0" noProof="0">
                <a:ln>
                  <a:noFill/>
                </a:ln>
                <a:solidFill>
                  <a:srgbClr val="000000"/>
                </a:solidFill>
                <a:effectLst/>
                <a:uLnTx/>
                <a:uFillTx/>
              </a:rPr>
              <a:t>د1 استخدام خلايا الوقود والمكثفات الفائقة</a:t>
            </a:r>
            <a:endParaRPr lang="en-US" sz="3600" b="1"/>
          </a:p>
        </p:txBody>
      </p:sp>
      <p:sp>
        <p:nvSpPr>
          <p:cNvPr id="3" name="Content Placeholder 2">
            <a:extLst>
              <a:ext uri="{FF2B5EF4-FFF2-40B4-BE49-F238E27FC236}">
                <a16:creationId xmlns:a16="http://schemas.microsoft.com/office/drawing/2014/main" id="{13C82859-FCCB-674F-8C39-A106DE282468}"/>
              </a:ext>
            </a:extLst>
          </p:cNvPr>
          <p:cNvSpPr>
            <a:spLocks noGrp="1"/>
          </p:cNvSpPr>
          <p:nvPr>
            <p:ph sz="half" idx="1"/>
          </p:nvPr>
        </p:nvSpPr>
        <p:spPr>
          <a:xfrm>
            <a:off x="4648199" y="2196001"/>
            <a:ext cx="4027487" cy="4024100"/>
          </a:xfrm>
        </p:spPr>
        <p:txBody>
          <a:bodyPr wrap="square" rtlCol="1" anchor="t">
            <a:normAutofit/>
          </a:bodyPr>
          <a:lstStyle/>
          <a:p>
            <a:pPr rtl="1">
              <a:lnSpc>
                <a:spcPct val="90000"/>
              </a:lnSpc>
            </a:pPr>
            <a:r>
              <a:rPr lang="ar" sz="1900" b="1" i="0" u="none" strike="noStrike"/>
              <a:t>المكثفات الفائقة:</a:t>
            </a:r>
            <a:r>
              <a:rPr lang="ar" sz="1900" b="0" i="0" u="none" strike="noStrike"/>
              <a:t> هي أجهزة تخزين طاقة عالية السعة تتميز بالقدرة على تخزين كميات كبيرة من الطاقة الكهربائية. وعادةً ما تتراوح قيم السعة لها من الفاراد إلى آلاف الفاراد.</a:t>
            </a:r>
          </a:p>
          <a:p>
            <a:pPr rtl="1">
              <a:lnSpc>
                <a:spcPct val="90000"/>
              </a:lnSpc>
            </a:pPr>
            <a:r>
              <a:rPr lang="ar" sz="1900" b="1" i="0" u="none" strike="noStrike"/>
              <a:t>المكثفات الفائقة للغاية:</a:t>
            </a:r>
            <a:r>
              <a:rPr lang="ar" sz="1900" b="0" i="0" u="none" strike="noStrike"/>
              <a:t> عبارة عن نوع فرعي من المكثفات الفائقة. وتوفر قيم سعة أعلى بكثير وغالبًا ما تتراوح بين مئات إلى آلاف فاراد. وتوفر كثافة طاقة عالية للغاية ومعدلات شحن وتفريغ سريعة جدًا.</a:t>
            </a:r>
            <a:endParaRPr lang="en-GB" sz="1900"/>
          </a:p>
          <a:p>
            <a:pPr rtl="1">
              <a:lnSpc>
                <a:spcPct val="90000"/>
              </a:lnSpc>
            </a:pPr>
            <a:endParaRPr lang="en-GB" sz="1900"/>
          </a:p>
        </p:txBody>
      </p:sp>
      <p:sp>
        <p:nvSpPr>
          <p:cNvPr id="6" name="TextBox 5">
            <a:extLst>
              <a:ext uri="{FF2B5EF4-FFF2-40B4-BE49-F238E27FC236}">
                <a16:creationId xmlns:a16="http://schemas.microsoft.com/office/drawing/2014/main" id="{BE7CB256-F4C4-FC42-7C23-D78AC3148BD5}"/>
              </a:ext>
            </a:extLst>
          </p:cNvPr>
          <p:cNvSpPr txBox="1"/>
          <p:nvPr/>
        </p:nvSpPr>
        <p:spPr>
          <a:xfrm>
            <a:off x="390101" y="5445224"/>
            <a:ext cx="3672408" cy="369332"/>
          </a:xfrm>
          <a:prstGeom prst="rect">
            <a:avLst/>
          </a:prstGeom>
          <a:noFill/>
        </p:spPr>
        <p:txBody>
          <a:bodyPr wrap="square" rtlCol="1">
            <a:spAutoFit/>
          </a:bodyPr>
          <a:lstStyle/>
          <a:p>
            <a:pPr algn="ctr" rtl="1"/>
            <a:r>
              <a:rPr lang="ar">
                <a:latin typeface="Sakkal Majalla" panose="02000000000000000000" pitchFamily="2" charset="-78"/>
                <a:cs typeface="Sakkal Majalla" panose="02000000000000000000" pitchFamily="2" charset="-78"/>
              </a:rPr>
              <a:t>المركبات الكهربائية المنتشرة حول المدن الكبيرة</a:t>
            </a:r>
          </a:p>
        </p:txBody>
      </p:sp>
      <p:sp>
        <p:nvSpPr>
          <p:cNvPr id="2" name="Footer Placeholder 2">
            <a:extLst>
              <a:ext uri="{FF2B5EF4-FFF2-40B4-BE49-F238E27FC236}">
                <a16:creationId xmlns:a16="http://schemas.microsoft.com/office/drawing/2014/main" id="{6EADAC71-EDC5-EB1F-8E95-52A619E0A8C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pic>
        <p:nvPicPr>
          <p:cNvPr id="5" name="Picture 4" descr="A black car parked on a street&#10;&#10;Description automatically generated">
            <a:extLst>
              <a:ext uri="{FF2B5EF4-FFF2-40B4-BE49-F238E27FC236}">
                <a16:creationId xmlns:a16="http://schemas.microsoft.com/office/drawing/2014/main" id="{EFF3E76D-BB7A-C804-74FE-F0D7E149943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1359" y="2883159"/>
            <a:ext cx="3441150" cy="2305904"/>
          </a:xfrm>
          <a:prstGeom prst="rect">
            <a:avLst/>
          </a:prstGeom>
        </p:spPr>
      </p:pic>
    </p:spTree>
    <p:extLst>
      <p:ext uri="{BB962C8B-B14F-4D97-AF65-F5344CB8AC3E}">
        <p14:creationId xmlns:p14="http://schemas.microsoft.com/office/powerpoint/2010/main" val="31664646"/>
      </p:ext>
    </p:extLst>
  </p:cSld>
  <p:clrMapOvr>
    <a:masterClrMapping/>
  </p:clrMapOvr>
  <p:transition>
    <p:sndAc>
      <p:stSnd>
        <p:snd r:embed="rId2"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BDE8-C673-3E46-6FAF-CFB37214417F}"/>
              </a:ext>
            </a:extLst>
          </p:cNvPr>
          <p:cNvSpPr>
            <a:spLocks noGrp="1"/>
          </p:cNvSpPr>
          <p:nvPr>
            <p:ph type="title"/>
          </p:nvPr>
        </p:nvSpPr>
        <p:spPr>
          <a:xfrm>
            <a:off x="457200" y="1195200"/>
            <a:ext cx="8229600" cy="864000"/>
          </a:xfrm>
        </p:spPr>
        <p:txBody>
          <a:bodyPr rtlCol="1"/>
          <a:lstStyle/>
          <a:p>
            <a:pPr rtl="1"/>
            <a:r>
              <a:rPr lang="ar" sz="2600" b="1"/>
              <a:t>د2 أنظمة استرداد الطاقة</a:t>
            </a:r>
          </a:p>
        </p:txBody>
      </p:sp>
      <p:sp>
        <p:nvSpPr>
          <p:cNvPr id="3" name="Content Placeholder 2">
            <a:extLst>
              <a:ext uri="{FF2B5EF4-FFF2-40B4-BE49-F238E27FC236}">
                <a16:creationId xmlns:a16="http://schemas.microsoft.com/office/drawing/2014/main" id="{114EC414-4F67-61FB-8CD0-7CF3447E5C03}"/>
              </a:ext>
            </a:extLst>
          </p:cNvPr>
          <p:cNvSpPr>
            <a:spLocks noGrp="1"/>
          </p:cNvSpPr>
          <p:nvPr>
            <p:ph sz="half" idx="1"/>
          </p:nvPr>
        </p:nvSpPr>
        <p:spPr>
          <a:xfrm>
            <a:off x="910706" y="2204864"/>
            <a:ext cx="7776094" cy="4024100"/>
          </a:xfrm>
        </p:spPr>
        <p:txBody>
          <a:bodyPr rtlCol="1"/>
          <a:lstStyle/>
          <a:p>
            <a:pPr marL="0" indent="0" rtl="1">
              <a:buNone/>
            </a:pPr>
            <a:r>
              <a:rPr lang="ar" sz="2000" b="1" i="0" u="none" strike="noStrike"/>
              <a:t>أنظمة استرداد الطاقة</a:t>
            </a:r>
          </a:p>
          <a:p>
            <a:pPr rtl="1">
              <a:spcBef>
                <a:spcPts val="600"/>
              </a:spcBef>
            </a:pPr>
            <a:r>
              <a:rPr lang="ar" sz="1900"/>
              <a:t>تستخدم المركبات ذات محركات الاحتراق الداخلي التقليدية مكابح قرصية لإبطاء السرعة. وتعتمد هذه المكابح على الاحتكاك لإبطاء المركبة وتوليد الحرارة. ومع ذلك، </a:t>
            </a:r>
            <a:br>
              <a:rPr lang="en-GB" sz="1900"/>
            </a:br>
            <a:r>
              <a:rPr lang="ar" sz="1900"/>
              <a:t>تعتبر هذه الطاقة الحرارية مهدرة.</a:t>
            </a:r>
          </a:p>
          <a:p>
            <a:pPr rtl="1">
              <a:spcBef>
                <a:spcPts val="600"/>
              </a:spcBef>
            </a:pPr>
            <a:r>
              <a:rPr lang="ar" sz="1900"/>
              <a:t>غالبًا ما تستخدم جميع المركبات الكهربائية نظام "الكبح المتجدد". وعند الضغط على المكابح، يتحول المحرك الكهربائي إلى مولد ويستخدم الطاقة الحركية للمركبة المتحركة لتوليد الكهرباء وإعادة شحن بطاريتها. ويؤدي ذلك إلى مقاومة في دوران العجلات ويبطئ سرعة المركبة.</a:t>
            </a:r>
          </a:p>
          <a:p>
            <a:pPr rtl="1">
              <a:spcBef>
                <a:spcPts val="600"/>
              </a:spcBef>
            </a:pPr>
            <a:r>
              <a:rPr lang="ar" sz="1900"/>
              <a:t>يمكن أن تكون كفاءة المكابح المتجددة 60%، ما يعني أن 60% من الطاقة الحركية للمركبة يمكن إعادتها إلى البطارية. </a:t>
            </a:r>
          </a:p>
        </p:txBody>
      </p:sp>
      <p:sp>
        <p:nvSpPr>
          <p:cNvPr id="4" name="Footer Placeholder 2">
            <a:extLst>
              <a:ext uri="{FF2B5EF4-FFF2-40B4-BE49-F238E27FC236}">
                <a16:creationId xmlns:a16="http://schemas.microsoft.com/office/drawing/2014/main" id="{82B6596B-39E8-2BB2-ED64-740F4183ABD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4214023978"/>
      </p:ext>
    </p:extLst>
  </p:cSld>
  <p:clrMapOvr>
    <a:masterClrMapping/>
  </p:clrMapOvr>
  <p:transition>
    <p:sndAc>
      <p:stSnd>
        <p:snd r:embed="rId2"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B02C-4B87-3880-56ED-94E1EEDE365D}"/>
              </a:ext>
            </a:extLst>
          </p:cNvPr>
          <p:cNvSpPr>
            <a:spLocks noGrp="1"/>
          </p:cNvSpPr>
          <p:nvPr>
            <p:ph type="title"/>
          </p:nvPr>
        </p:nvSpPr>
        <p:spPr>
          <a:xfrm>
            <a:off x="457200" y="1195200"/>
            <a:ext cx="8229600" cy="864000"/>
          </a:xfrm>
        </p:spPr>
        <p:txBody>
          <a:bodyPr rtlCol="1"/>
          <a:lstStyle/>
          <a:p>
            <a:pPr rtl="1"/>
            <a:r>
              <a:rPr lang="ar" sz="2600" b="1" i="0" u="none" strike="noStrike" kern="0" cap="none" spc="0" normalizeH="0" noProof="0">
                <a:ln>
                  <a:noFill/>
                </a:ln>
                <a:solidFill>
                  <a:srgbClr val="000000"/>
                </a:solidFill>
                <a:effectLst/>
                <a:uLnTx/>
                <a:uFillTx/>
              </a:rPr>
              <a:t>د2 أنظمة استرداد الطاقة</a:t>
            </a:r>
            <a:endParaRPr lang="en-GB" sz="2600" b="1"/>
          </a:p>
        </p:txBody>
      </p:sp>
      <p:sp>
        <p:nvSpPr>
          <p:cNvPr id="3" name="Content Placeholder 2">
            <a:extLst>
              <a:ext uri="{FF2B5EF4-FFF2-40B4-BE49-F238E27FC236}">
                <a16:creationId xmlns:a16="http://schemas.microsoft.com/office/drawing/2014/main" id="{5F153E9E-69A0-4F2B-EB20-CB86D4B685AA}"/>
              </a:ext>
            </a:extLst>
          </p:cNvPr>
          <p:cNvSpPr>
            <a:spLocks noGrp="1"/>
          </p:cNvSpPr>
          <p:nvPr>
            <p:ph sz="half" idx="1"/>
          </p:nvPr>
        </p:nvSpPr>
        <p:spPr>
          <a:xfrm>
            <a:off x="683568" y="2196001"/>
            <a:ext cx="7992118" cy="4024100"/>
          </a:xfrm>
        </p:spPr>
        <p:txBody>
          <a:bodyPr rtlCol="1"/>
          <a:lstStyle/>
          <a:p>
            <a:pPr marL="0" indent="0" rtl="1">
              <a:buNone/>
            </a:pPr>
            <a:r>
              <a:rPr lang="ar" sz="2200" b="1" i="0" u="none" strike="noStrike"/>
              <a:t>كيف يعمل نظام الكبح المتجدد؟</a:t>
            </a:r>
          </a:p>
          <a:p>
            <a:pPr rtl="1"/>
            <a:r>
              <a:rPr lang="ar" sz="1900"/>
              <a:t>عندما يضغط السائق على المكابح في أثناء حركة المركبة الكهربائية، يعمل النظام على تفعيل المحركات الكهربائية للعمل كمولدات. وتبدأ المحركات في العمل بشكلٍ عكسي وتأخذ الطاقة الدورانية للعجلات والمحاور وتحوّلها إلى طاقة كهربائية عبر تقنية الحث المغناطيسي. </a:t>
            </a:r>
          </a:p>
          <a:p>
            <a:pPr rtl="1"/>
            <a:r>
              <a:rPr lang="ar" sz="1900"/>
              <a:t>يجري تخزين هذه الطاقة في بطارية المركبة لاستخدامها في أثناء التسارع أو القيادة العادية. وبفضل قدرة المحرك على الدوران في اتجاهين، يمكن للمركبة السير للأمام أو الخلف بنفس القدر من القوة والسرعة. </a:t>
            </a:r>
          </a:p>
          <a:p>
            <a:pPr rtl="1"/>
            <a:r>
              <a:rPr lang="ar" sz="1900"/>
              <a:t>في المركبات الكهربائية الهجينة، إذا كانت المركبة تتحرك باستخدام محرك الاحتراق الداخلي، يمكن للمكابح المتجددة شحن بطارية المركبة، وهو ما يمدّ من مسافة السير التي تقطعها المركبة.</a:t>
            </a:r>
          </a:p>
          <a:p>
            <a:pPr rtl="1"/>
            <a:endParaRPr lang="en-GB"/>
          </a:p>
        </p:txBody>
      </p:sp>
      <p:sp>
        <p:nvSpPr>
          <p:cNvPr id="4" name="Footer Placeholder 2">
            <a:extLst>
              <a:ext uri="{FF2B5EF4-FFF2-40B4-BE49-F238E27FC236}">
                <a16:creationId xmlns:a16="http://schemas.microsoft.com/office/drawing/2014/main" id="{51F41E38-2A68-209B-659A-FA26243E4F4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452417585"/>
      </p:ext>
    </p:extLst>
  </p:cSld>
  <p:clrMapOvr>
    <a:masterClrMapping/>
  </p:clrMapOvr>
  <p:transition>
    <p:sndAc>
      <p:stSnd>
        <p:snd r:embed="rId2"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776E-29C2-6DEB-0C45-8CFB1C38D052}"/>
              </a:ext>
            </a:extLst>
          </p:cNvPr>
          <p:cNvSpPr>
            <a:spLocks noGrp="1"/>
          </p:cNvSpPr>
          <p:nvPr>
            <p:ph type="title"/>
          </p:nvPr>
        </p:nvSpPr>
        <p:spPr>
          <a:xfrm>
            <a:off x="457200" y="1195200"/>
            <a:ext cx="8229600" cy="864000"/>
          </a:xfrm>
        </p:spPr>
        <p:txBody>
          <a:bodyPr rtlCol="1"/>
          <a:lstStyle/>
          <a:p>
            <a:pPr rtl="1"/>
            <a:r>
              <a:rPr lang="ar" sz="2600" b="1" i="0" u="none" strike="noStrike" kern="0" cap="none" spc="0" normalizeH="0" noProof="0">
                <a:ln>
                  <a:noFill/>
                </a:ln>
                <a:solidFill>
                  <a:srgbClr val="000000"/>
                </a:solidFill>
                <a:effectLst/>
                <a:uLnTx/>
                <a:uFillTx/>
              </a:rPr>
              <a:t>د2 أنظمة استرداد الطاقة</a:t>
            </a:r>
            <a:endParaRPr lang="en-GB" sz="2600" b="1"/>
          </a:p>
        </p:txBody>
      </p:sp>
      <p:sp>
        <p:nvSpPr>
          <p:cNvPr id="3" name="Content Placeholder 2">
            <a:extLst>
              <a:ext uri="{FF2B5EF4-FFF2-40B4-BE49-F238E27FC236}">
                <a16:creationId xmlns:a16="http://schemas.microsoft.com/office/drawing/2014/main" id="{242C59D7-3E30-EA6F-E774-C10547C118FC}"/>
              </a:ext>
            </a:extLst>
          </p:cNvPr>
          <p:cNvSpPr>
            <a:spLocks noGrp="1"/>
          </p:cNvSpPr>
          <p:nvPr>
            <p:ph sz="half" idx="1"/>
          </p:nvPr>
        </p:nvSpPr>
        <p:spPr>
          <a:xfrm>
            <a:off x="1331640" y="2196001"/>
            <a:ext cx="7344046" cy="4024100"/>
          </a:xfrm>
        </p:spPr>
        <p:txBody>
          <a:bodyPr rtlCol="1"/>
          <a:lstStyle/>
          <a:p>
            <a:pPr marL="0" indent="0" rtl="1">
              <a:buNone/>
            </a:pPr>
            <a:r>
              <a:rPr lang="ar" sz="2000" b="1" i="0" u="none" strike="noStrike"/>
              <a:t>الكبح المتجدد </a:t>
            </a:r>
          </a:p>
          <a:p>
            <a:pPr rtl="1"/>
            <a:r>
              <a:rPr lang="ar" sz="2000" b="0" i="0" u="none" strike="noStrike"/>
              <a:t>في الظروف الحضرية حيث تكون الحركات المتقطعة شائعة، تستفيد أنظمة الكبح هذه من الطاقة الحركية خلال مرحلة التوقف وإعادة تدوير الطاقة خلال مرحلة التسارع، ما يقلل من الاستخدام الإجمالي للبطارية الرئيسة للمركبة الكهربائية. وهذا يمدد نطاق البطارية بشكلٍ أكبر في هذه الأنواع من أنماط المرور.</a:t>
            </a:r>
          </a:p>
          <a:p>
            <a:pPr rtl="1"/>
            <a:r>
              <a:rPr lang="ar" sz="2000" b="0" i="0" u="none" strike="noStrike"/>
              <a:t>تُستخدم هذه الأنظمة على مدى سنوات عديدة في التطبيقات التجارية مثل القطارات والمركبات التجارية على الطرق بغرض تعظيم كفاءة استهلاك الوقود في أثناء الكبح، وهو ما يسمح للمركبات الكهربائية بالاستفادة من هذه التقنية المجربة والمختبرة.</a:t>
            </a:r>
            <a:endParaRPr lang="en-GB" sz="2800"/>
          </a:p>
        </p:txBody>
      </p:sp>
      <p:sp>
        <p:nvSpPr>
          <p:cNvPr id="4" name="Footer Placeholder 2">
            <a:extLst>
              <a:ext uri="{FF2B5EF4-FFF2-40B4-BE49-F238E27FC236}">
                <a16:creationId xmlns:a16="http://schemas.microsoft.com/office/drawing/2014/main" id="{0B60038A-5FBB-4185-DB82-2B6B80EF447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extLst>
      <p:ext uri="{BB962C8B-B14F-4D97-AF65-F5344CB8AC3E}">
        <p14:creationId xmlns:p14="http://schemas.microsoft.com/office/powerpoint/2010/main" val="3380231533"/>
      </p:ext>
    </p:extLst>
  </p:cSld>
  <p:clrMapOvr>
    <a:masterClrMapping/>
  </p:clrMapOvr>
  <p:transition>
    <p:sndAc>
      <p:stSnd>
        <p:snd r:embed="rId2"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8"/>
            <a:ext cx="7991475" cy="3600399"/>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lnSpc>
                <a:spcPct val="107000"/>
              </a:lnSpc>
              <a:spcAft>
                <a:spcPts val="800"/>
              </a:spcAft>
              <a:buNone/>
            </a:pP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ألامي: </a:t>
            </a:r>
            <a:r>
              <a:rPr lang="ar" sz="2000" kern="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بانثر ميديا جي إم بي إتش (الشريحة 29)، ماريوس بيركز (الشريحة 31)، فوتيكست (الشريحة 32)</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kern="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شارفسين </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(الشريحة 30).</a:t>
            </a:r>
            <a:endParaRPr lang="en-GB" sz="2000" kern="1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D8FDAD4-3924-F1FE-46BD-704111673A9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A103000399245</a:t>
            </a:r>
            <a:endParaRPr lang="ar" sz="100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4B700610-39F3-4A35-AAF4-C1E1359C0930}">
  <ds:schemaRefs>
    <ds:schemaRef ds:uri="http://purl.org/dc/dcmitype/"/>
    <ds:schemaRef ds:uri="http://purl.org/dc/terms/"/>
    <ds:schemaRef ds:uri="http://www.w3.org/XML/1998/namespace"/>
    <ds:schemaRef ds:uri="6125ffc9-2c56-435e-8267-1393444907b2"/>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7c1bd8dc-4e40-424f-a15f-9ffcd522197f"/>
  </ds:schemaRefs>
</ds:datastoreItem>
</file>

<file path=customXml/itemProps3.xml><?xml version="1.0" encoding="utf-8"?>
<ds:datastoreItem xmlns:ds="http://schemas.openxmlformats.org/officeDocument/2006/customXml" ds:itemID="{7DEE023A-AC79-4EF0-B43C-592BB3924DC8}"/>
</file>

<file path=docProps/app.xml><?xml version="1.0" encoding="utf-8"?>
<Properties xmlns="http://schemas.openxmlformats.org/officeDocument/2006/extended-properties" xmlns:vt="http://schemas.openxmlformats.org/officeDocument/2006/docPropsVTypes">
  <TotalTime>0</TotalTime>
  <Words>3239</Words>
  <Application>Microsoft Office PowerPoint</Application>
  <PresentationFormat>On-screen Show (4:3)</PresentationFormat>
  <Paragraphs>227</Paragraphs>
  <Slides>36</Slides>
  <Notes>9</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36</vt:i4>
      </vt:variant>
    </vt:vector>
  </HeadingPairs>
  <TitlesOfParts>
    <vt:vector size="53" baseType="lpstr">
      <vt:lpstr>AptiferSansLTPro-Light</vt:lpstr>
      <vt:lpstr>Arial</vt:lpstr>
      <vt:lpstr>Calibri</vt:lpstr>
      <vt:lpstr>Roboto</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62 التنقل الكهربي   </vt:lpstr>
      <vt:lpstr>الوحدة 62 التنقل الكهربي </vt:lpstr>
      <vt:lpstr>نتاجات التعلم</vt:lpstr>
      <vt:lpstr>نتاج التعلم أ  </vt:lpstr>
      <vt:lpstr>PowerPoint Presentation</vt:lpstr>
      <vt:lpstr>  أنظمة الشحن ومواقعه لتلبية احتياجات العملاء  </vt:lpstr>
      <vt:lpstr>أنظمة الشحن ومواقعه لتلبية احتياجات العملاء</vt:lpstr>
      <vt:lpstr>أنظمة الشحن ومواقعه  لتلبية احتياجات العملاء</vt:lpstr>
      <vt:lpstr>أنظمة الشحن ومواقعه لتلبية احتياجات العملاء</vt:lpstr>
      <vt:lpstr>أنظمة الشحن ومواقعه لتلبية احتياجات العملاء</vt:lpstr>
      <vt:lpstr>أ2 شبكات إصلاح المركبات المحددة </vt:lpstr>
      <vt:lpstr>نتاج التعلم ب  </vt:lpstr>
      <vt:lpstr>تعرّف السياسات التي تدير عملية الانتقال إلى النقل الداعم الصديق للبيئة </vt:lpstr>
      <vt:lpstr>تعرّف السياسات التي تدير عملية الانتقال إلى  النقل الداعم الصديق للبيئة</vt:lpstr>
      <vt:lpstr>تعرّف السياسات التي تدير عملية الانتقال إلى  النقل الداعم الصديق للبيئة</vt:lpstr>
      <vt:lpstr>تعرّف السياسات التي تدير عملية الانتقال إلى النقل الداعم الصديق للبيئة</vt:lpstr>
      <vt:lpstr>ب2 القوانين والسياسات الخاصة بالمركبات التي تؤثر في  تطوير المركبات الكهربائية والهجينة </vt:lpstr>
      <vt:lpstr>ب2 القوانين والسياسات الخاصة بالمركبات التي تؤثر في  تطوير المركبات الكهربائية والهجينة </vt:lpstr>
      <vt:lpstr>نتاج التعلم ج  </vt:lpstr>
      <vt:lpstr>ج1 دورة حياة المركبات</vt:lpstr>
      <vt:lpstr>ج1 دورة حياة المركبات</vt:lpstr>
      <vt:lpstr>ج1 دورة حياة المركبات</vt:lpstr>
      <vt:lpstr>ج1 دورة حياة المركبات</vt:lpstr>
      <vt:lpstr>ج2 خيارات نهاية العمر التشغيلي للبطارية والأثر البيئي </vt:lpstr>
      <vt:lpstr>ج2 خيارات نهاية العمر التشغيلي للبطارية والأثر البيئي </vt:lpstr>
      <vt:lpstr>ج2 خيارات نهاية العمر التشغيلي للبطارية والأثر البيئي </vt:lpstr>
      <vt:lpstr>ج2 خيارات نهاية العمر التشغيلي للبطارية والأثر البيئي </vt:lpstr>
      <vt:lpstr>PowerPoint Presentation</vt:lpstr>
      <vt:lpstr>د1 استخدام خلايا الوقود والمكثفات الفائقة</vt:lpstr>
      <vt:lpstr>د1 استخدام خلايا الوقود والمكثفات الفائقة</vt:lpstr>
      <vt:lpstr>د1 استخدام خلايا الوقود والمكثفات الفائقة</vt:lpstr>
      <vt:lpstr>د1 استخدام خلايا الوقود والمكثفات الفائقة</vt:lpstr>
      <vt:lpstr>د2 أنظمة استرداد الطاقة</vt:lpstr>
      <vt:lpstr>د2 أنظمة استرداد الطاقة</vt:lpstr>
      <vt:lpstr>د2 أنظمة استرداد الطاقة</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cp:revision>
  <dcterms:created xsi:type="dcterms:W3CDTF">2020-07-15T07:14:47Z</dcterms:created>
  <dcterms:modified xsi:type="dcterms:W3CDTF">2025-01-23T13:58:14Z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