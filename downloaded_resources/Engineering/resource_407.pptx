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8"/>
  </p:notesMasterIdLst>
  <p:sldIdLst>
    <p:sldId id="256" r:id="rId14"/>
    <p:sldId id="257" r:id="rId15"/>
    <p:sldId id="258" r:id="rId16"/>
    <p:sldId id="272" r:id="rId17"/>
    <p:sldId id="305" r:id="rId18"/>
    <p:sldId id="322" r:id="rId19"/>
    <p:sldId id="310" r:id="rId20"/>
    <p:sldId id="323" r:id="rId21"/>
    <p:sldId id="311" r:id="rId22"/>
    <p:sldId id="324" r:id="rId23"/>
    <p:sldId id="325" r:id="rId24"/>
    <p:sldId id="312" r:id="rId25"/>
    <p:sldId id="326" r:id="rId26"/>
    <p:sldId id="333" r:id="rId27"/>
    <p:sldId id="313" r:id="rId28"/>
    <p:sldId id="328" r:id="rId29"/>
    <p:sldId id="335" r:id="rId30"/>
    <p:sldId id="327" r:id="rId31"/>
    <p:sldId id="306" r:id="rId32"/>
    <p:sldId id="307" r:id="rId33"/>
    <p:sldId id="329" r:id="rId34"/>
    <p:sldId id="330" r:id="rId35"/>
    <p:sldId id="331" r:id="rId36"/>
    <p:sldId id="334" r:id="rId37"/>
    <p:sldId id="318" r:id="rId38"/>
    <p:sldId id="319" r:id="rId39"/>
    <p:sldId id="320" r:id="rId40"/>
    <p:sldId id="321" r:id="rId41"/>
    <p:sldId id="308" r:id="rId42"/>
    <p:sldId id="309" r:id="rId43"/>
    <p:sldId id="315" r:id="rId44"/>
    <p:sldId id="332" r:id="rId45"/>
    <p:sldId id="316" r:id="rId46"/>
    <p:sldId id="317" r:id="rId47"/>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16BD0E-A07E-3308-9649-AB8D9CFF2353}" name="Vikki Edmondson" initials="VE" userId="S::vikki.edmondson@northumbria.ac.uk::01e8c902-be8e-4f09-8374-931a8bf47c66" providerId="AD"/>
  <p188:author id="{99CFEB90-9D66-8A0A-B491-5A1B86E8BE4E}" name="Sam Prince" initials="SP" userId="S::sam.prince1@pearson.com::b8c1c271-dd5b-4079-a09a-81f4ce8be86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412DCA-3ECD-418D-A98D-6FEC4B2A112F}" v="18" dt="2023-10-25T12:30:14.690"/>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85" autoAdjust="0"/>
    <p:restoredTop sz="94249" autoAdjust="0"/>
  </p:normalViewPr>
  <p:slideViewPr>
    <p:cSldViewPr>
      <p:cViewPr varScale="1">
        <p:scale>
          <a:sx n="162" d="100"/>
          <a:sy n="162" d="100"/>
        </p:scale>
        <p:origin x="2046"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notesMaster" Target="notesMasters/notesMaster1.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Prince" userId="b8c1c271-dd5b-4079-a09a-81f4ce8be867" providerId="ADAL" clId="{29CBC17D-4AA6-43ED-BD2B-FCF04293FD5F}"/>
    <pc:docChg chg="undo custSel modSld">
      <pc:chgData name="Sam Prince" userId="b8c1c271-dd5b-4079-a09a-81f4ce8be867" providerId="ADAL" clId="{29CBC17D-4AA6-43ED-BD2B-FCF04293FD5F}" dt="2023-10-17T15:41:06.308" v="445" actId="20577"/>
      <pc:docMkLst>
        <pc:docMk/>
      </pc:docMkLst>
      <pc:sldChg chg="modSp mod">
        <pc:chgData name="Sam Prince" userId="b8c1c271-dd5b-4079-a09a-81f4ce8be867" providerId="ADAL" clId="{29CBC17D-4AA6-43ED-BD2B-FCF04293FD5F}" dt="2023-10-17T15:15:48.933" v="4" actId="113"/>
        <pc:sldMkLst>
          <pc:docMk/>
          <pc:sldMk cId="0" sldId="256"/>
        </pc:sldMkLst>
        <pc:spChg chg="mod">
          <ac:chgData name="Sam Prince" userId="b8c1c271-dd5b-4079-a09a-81f4ce8be867" providerId="ADAL" clId="{29CBC17D-4AA6-43ED-BD2B-FCF04293FD5F}" dt="2023-10-17T15:15:48.933" v="4" actId="113"/>
          <ac:spMkLst>
            <pc:docMk/>
            <pc:sldMk cId="0" sldId="256"/>
            <ac:spMk id="3" creationId="{986D29E0-B089-110D-BF1E-B3C37F2C37F9}"/>
          </ac:spMkLst>
        </pc:spChg>
        <pc:spChg chg="mod">
          <ac:chgData name="Sam Prince" userId="b8c1c271-dd5b-4079-a09a-81f4ce8be867" providerId="ADAL" clId="{29CBC17D-4AA6-43ED-BD2B-FCF04293FD5F}" dt="2023-10-17T15:15:44.780" v="3" actId="255"/>
          <ac:spMkLst>
            <pc:docMk/>
            <pc:sldMk cId="0" sldId="256"/>
            <ac:spMk id="4" creationId="{03618BED-11B5-90CC-5910-B65474D700AA}"/>
          </ac:spMkLst>
        </pc:spChg>
      </pc:sldChg>
      <pc:sldChg chg="modSp mod">
        <pc:chgData name="Sam Prince" userId="b8c1c271-dd5b-4079-a09a-81f4ce8be867" providerId="ADAL" clId="{29CBC17D-4AA6-43ED-BD2B-FCF04293FD5F}" dt="2023-10-17T15:15:53.238" v="5" actId="113"/>
        <pc:sldMkLst>
          <pc:docMk/>
          <pc:sldMk cId="0" sldId="257"/>
        </pc:sldMkLst>
        <pc:spChg chg="mod">
          <ac:chgData name="Sam Prince" userId="b8c1c271-dd5b-4079-a09a-81f4ce8be867" providerId="ADAL" clId="{29CBC17D-4AA6-43ED-BD2B-FCF04293FD5F}" dt="2023-10-17T15:15:53.238" v="5" actId="113"/>
          <ac:spMkLst>
            <pc:docMk/>
            <pc:sldMk cId="0" sldId="257"/>
            <ac:spMk id="30722" creationId="{FC4F7FC9-2CE9-41A9-0CEE-4C8BD93B5782}"/>
          </ac:spMkLst>
        </pc:spChg>
      </pc:sldChg>
      <pc:sldChg chg="modSp mod">
        <pc:chgData name="Sam Prince" userId="b8c1c271-dd5b-4079-a09a-81f4ce8be867" providerId="ADAL" clId="{29CBC17D-4AA6-43ED-BD2B-FCF04293FD5F}" dt="2023-10-17T15:16:05.783" v="9" actId="113"/>
        <pc:sldMkLst>
          <pc:docMk/>
          <pc:sldMk cId="0" sldId="258"/>
        </pc:sldMkLst>
        <pc:spChg chg="mod">
          <ac:chgData name="Sam Prince" userId="b8c1c271-dd5b-4079-a09a-81f4ce8be867" providerId="ADAL" clId="{29CBC17D-4AA6-43ED-BD2B-FCF04293FD5F}" dt="2023-10-17T15:15:57.718" v="6" actId="113"/>
          <ac:spMkLst>
            <pc:docMk/>
            <pc:sldMk cId="0" sldId="258"/>
            <ac:spMk id="32770" creationId="{CD9316BF-B3CE-8341-5A0A-249747D6C6E1}"/>
          </ac:spMkLst>
        </pc:spChg>
        <pc:spChg chg="mod">
          <ac:chgData name="Sam Prince" userId="b8c1c271-dd5b-4079-a09a-81f4ce8be867" providerId="ADAL" clId="{29CBC17D-4AA6-43ED-BD2B-FCF04293FD5F}" dt="2023-10-17T15:16:05.783" v="9" actId="113"/>
          <ac:spMkLst>
            <pc:docMk/>
            <pc:sldMk cId="0" sldId="258"/>
            <ac:spMk id="32771" creationId="{44DFA49F-83B7-E61C-00EB-D6046D571A05}"/>
          </ac:spMkLst>
        </pc:spChg>
      </pc:sldChg>
      <pc:sldChg chg="addSp delSp modSp mod addCm">
        <pc:chgData name="Sam Prince" userId="b8c1c271-dd5b-4079-a09a-81f4ce8be867" providerId="ADAL" clId="{29CBC17D-4AA6-43ED-BD2B-FCF04293FD5F}" dt="2023-10-17T15:22:32.974" v="104" actId="20577"/>
        <pc:sldMkLst>
          <pc:docMk/>
          <pc:sldMk cId="884549766" sldId="305"/>
        </pc:sldMkLst>
        <pc:spChg chg="add del mod">
          <ac:chgData name="Sam Prince" userId="b8c1c271-dd5b-4079-a09a-81f4ce8be867" providerId="ADAL" clId="{29CBC17D-4AA6-43ED-BD2B-FCF04293FD5F}" dt="2023-10-17T15:16:22.919" v="15" actId="478"/>
          <ac:spMkLst>
            <pc:docMk/>
            <pc:sldMk cId="884549766" sldId="305"/>
            <ac:spMk id="2" creationId="{7F08E838-0DED-DA9E-1BAA-6331E25DD6C8}"/>
          </ac:spMkLst>
        </pc:spChg>
        <pc:spChg chg="add del mod">
          <ac:chgData name="Sam Prince" userId="b8c1c271-dd5b-4079-a09a-81f4ce8be867" providerId="ADAL" clId="{29CBC17D-4AA6-43ED-BD2B-FCF04293FD5F}" dt="2023-10-17T15:17:11.687" v="33" actId="20577"/>
          <ac:spMkLst>
            <pc:docMk/>
            <pc:sldMk cId="884549766" sldId="305"/>
            <ac:spMk id="34819" creationId="{453C7683-8588-7ABC-32E0-8A4E68218620}"/>
          </ac:spMkLst>
        </pc:spChg>
        <pc:spChg chg="mod">
          <ac:chgData name="Sam Prince" userId="b8c1c271-dd5b-4079-a09a-81f4ce8be867" providerId="ADAL" clId="{29CBC17D-4AA6-43ED-BD2B-FCF04293FD5F}" dt="2023-10-17T15:22:32.974" v="104" actId="20577"/>
          <ac:spMkLst>
            <pc:docMk/>
            <pc:sldMk cId="884549766" sldId="305"/>
            <ac:spMk id="34820" creationId="{8DCD7CE1-603D-4D59-3DBB-C13C0B6505F0}"/>
          </ac:spMkLst>
        </pc:spChg>
        <pc:spChg chg="del">
          <ac:chgData name="Sam Prince" userId="b8c1c271-dd5b-4079-a09a-81f4ce8be867" providerId="ADAL" clId="{29CBC17D-4AA6-43ED-BD2B-FCF04293FD5F}" dt="2023-10-17T15:16:27.588" v="16" actId="478"/>
          <ac:spMkLst>
            <pc:docMk/>
            <pc:sldMk cId="884549766" sldId="305"/>
            <ac:spMk id="34825" creationId="{A769D6F0-D2EB-B240-556F-F2D5022220C4}"/>
          </ac:spMkLst>
        </pc:spChg>
      </pc:sldChg>
      <pc:sldChg chg="modSp mod">
        <pc:chgData name="Sam Prince" userId="b8c1c271-dd5b-4079-a09a-81f4ce8be867" providerId="ADAL" clId="{29CBC17D-4AA6-43ED-BD2B-FCF04293FD5F}" dt="2023-10-17T15:41:00.561" v="442" actId="20577"/>
        <pc:sldMkLst>
          <pc:docMk/>
          <pc:sldMk cId="3621417310" sldId="307"/>
        </pc:sldMkLst>
        <pc:spChg chg="mod">
          <ac:chgData name="Sam Prince" userId="b8c1c271-dd5b-4079-a09a-81f4ce8be867" providerId="ADAL" clId="{29CBC17D-4AA6-43ED-BD2B-FCF04293FD5F}" dt="2023-10-17T15:41:00.561" v="442" actId="20577"/>
          <ac:spMkLst>
            <pc:docMk/>
            <pc:sldMk cId="3621417310" sldId="307"/>
            <ac:spMk id="4" creationId="{B9F6C77D-0E91-A535-E3F0-45442D6BE882}"/>
          </ac:spMkLst>
        </pc:spChg>
        <pc:spChg chg="mod">
          <ac:chgData name="Sam Prince" userId="b8c1c271-dd5b-4079-a09a-81f4ce8be867" providerId="ADAL" clId="{29CBC17D-4AA6-43ED-BD2B-FCF04293FD5F}" dt="2023-10-17T15:29:53.687" v="295" actId="20577"/>
          <ac:spMkLst>
            <pc:docMk/>
            <pc:sldMk cId="3621417310" sldId="307"/>
            <ac:spMk id="34820" creationId="{8DCD7CE1-603D-4D59-3DBB-C13C0B6505F0}"/>
          </ac:spMkLst>
        </pc:spChg>
        <pc:picChg chg="mod">
          <ac:chgData name="Sam Prince" userId="b8c1c271-dd5b-4079-a09a-81f4ce8be867" providerId="ADAL" clId="{29CBC17D-4AA6-43ED-BD2B-FCF04293FD5F}" dt="2023-10-17T15:29:45.863" v="290" actId="14100"/>
          <ac:picMkLst>
            <pc:docMk/>
            <pc:sldMk cId="3621417310" sldId="307"/>
            <ac:picMk id="3" creationId="{8D2C9C25-F4E0-B3D2-2912-85B43E238465}"/>
          </ac:picMkLst>
        </pc:picChg>
      </pc:sldChg>
      <pc:sldChg chg="modSp mod">
        <pc:chgData name="Sam Prince" userId="b8c1c271-dd5b-4079-a09a-81f4ce8be867" providerId="ADAL" clId="{29CBC17D-4AA6-43ED-BD2B-FCF04293FD5F}" dt="2023-10-17T15:35:21.092" v="390" actId="1076"/>
        <pc:sldMkLst>
          <pc:docMk/>
          <pc:sldMk cId="47175209" sldId="309"/>
        </pc:sldMkLst>
        <pc:spChg chg="mod">
          <ac:chgData name="Sam Prince" userId="b8c1c271-dd5b-4079-a09a-81f4ce8be867" providerId="ADAL" clId="{29CBC17D-4AA6-43ED-BD2B-FCF04293FD5F}" dt="2023-10-17T15:35:21.092" v="390" actId="1076"/>
          <ac:spMkLst>
            <pc:docMk/>
            <pc:sldMk cId="47175209" sldId="309"/>
            <ac:spMk id="34819" creationId="{453C7683-8588-7ABC-32E0-8A4E68218620}"/>
          </ac:spMkLst>
        </pc:spChg>
        <pc:spChg chg="mod">
          <ac:chgData name="Sam Prince" userId="b8c1c271-dd5b-4079-a09a-81f4ce8be867" providerId="ADAL" clId="{29CBC17D-4AA6-43ED-BD2B-FCF04293FD5F}" dt="2023-10-17T15:34:54.587" v="381" actId="20577"/>
          <ac:spMkLst>
            <pc:docMk/>
            <pc:sldMk cId="47175209" sldId="309"/>
            <ac:spMk id="34820" creationId="{8DCD7CE1-603D-4D59-3DBB-C13C0B6505F0}"/>
          </ac:spMkLst>
        </pc:spChg>
      </pc:sldChg>
      <pc:sldChg chg="modSp mod">
        <pc:chgData name="Sam Prince" userId="b8c1c271-dd5b-4079-a09a-81f4ce8be867" providerId="ADAL" clId="{29CBC17D-4AA6-43ED-BD2B-FCF04293FD5F}" dt="2023-10-17T15:40:48.201" v="436" actId="20577"/>
        <pc:sldMkLst>
          <pc:docMk/>
          <pc:sldMk cId="2629366877" sldId="310"/>
        </pc:sldMkLst>
        <pc:spChg chg="mod">
          <ac:chgData name="Sam Prince" userId="b8c1c271-dd5b-4079-a09a-81f4ce8be867" providerId="ADAL" clId="{29CBC17D-4AA6-43ED-BD2B-FCF04293FD5F}" dt="2023-10-17T15:21:22.105" v="71" actId="33524"/>
          <ac:spMkLst>
            <pc:docMk/>
            <pc:sldMk cId="2629366877" sldId="310"/>
            <ac:spMk id="2" creationId="{F2F39E41-622B-842F-7A69-20928BFCB3D7}"/>
          </ac:spMkLst>
        </pc:spChg>
        <pc:spChg chg="mod">
          <ac:chgData name="Sam Prince" userId="b8c1c271-dd5b-4079-a09a-81f4ce8be867" providerId="ADAL" clId="{29CBC17D-4AA6-43ED-BD2B-FCF04293FD5F}" dt="2023-10-17T15:40:48.201" v="436" actId="20577"/>
          <ac:spMkLst>
            <pc:docMk/>
            <pc:sldMk cId="2629366877" sldId="310"/>
            <ac:spMk id="34819" creationId="{453C7683-8588-7ABC-32E0-8A4E68218620}"/>
          </ac:spMkLst>
        </pc:spChg>
      </pc:sldChg>
      <pc:sldChg chg="modSp mod">
        <pc:chgData name="Sam Prince" userId="b8c1c271-dd5b-4079-a09a-81f4ce8be867" providerId="ADAL" clId="{29CBC17D-4AA6-43ED-BD2B-FCF04293FD5F}" dt="2023-10-17T15:40:57.249" v="439" actId="20577"/>
        <pc:sldMkLst>
          <pc:docMk/>
          <pc:sldMk cId="30041694" sldId="311"/>
        </pc:sldMkLst>
        <pc:spChg chg="mod">
          <ac:chgData name="Sam Prince" userId="b8c1c271-dd5b-4079-a09a-81f4ce8be867" providerId="ADAL" clId="{29CBC17D-4AA6-43ED-BD2B-FCF04293FD5F}" dt="2023-10-17T15:40:57.249" v="439" actId="20577"/>
          <ac:spMkLst>
            <pc:docMk/>
            <pc:sldMk cId="30041694" sldId="311"/>
            <ac:spMk id="2" creationId="{44C00509-A013-2178-1D5B-95C0590D2D13}"/>
          </ac:spMkLst>
        </pc:spChg>
        <pc:spChg chg="mod">
          <ac:chgData name="Sam Prince" userId="b8c1c271-dd5b-4079-a09a-81f4ce8be867" providerId="ADAL" clId="{29CBC17D-4AA6-43ED-BD2B-FCF04293FD5F}" dt="2023-10-17T15:23:13.060" v="120" actId="20577"/>
          <ac:spMkLst>
            <pc:docMk/>
            <pc:sldMk cId="30041694" sldId="311"/>
            <ac:spMk id="34819" creationId="{453C7683-8588-7ABC-32E0-8A4E68218620}"/>
          </ac:spMkLst>
        </pc:spChg>
        <pc:spChg chg="mod">
          <ac:chgData name="Sam Prince" userId="b8c1c271-dd5b-4079-a09a-81f4ce8be867" providerId="ADAL" clId="{29CBC17D-4AA6-43ED-BD2B-FCF04293FD5F}" dt="2023-10-17T15:24:35.280" v="154" actId="6549"/>
          <ac:spMkLst>
            <pc:docMk/>
            <pc:sldMk cId="30041694" sldId="311"/>
            <ac:spMk id="34820" creationId="{8DCD7CE1-603D-4D59-3DBB-C13C0B6505F0}"/>
          </ac:spMkLst>
        </pc:spChg>
      </pc:sldChg>
      <pc:sldChg chg="addSp delSp modSp mod">
        <pc:chgData name="Sam Prince" userId="b8c1c271-dd5b-4079-a09a-81f4ce8be867" providerId="ADAL" clId="{29CBC17D-4AA6-43ED-BD2B-FCF04293FD5F}" dt="2023-10-17T15:25:35.988" v="193" actId="27636"/>
        <pc:sldMkLst>
          <pc:docMk/>
          <pc:sldMk cId="4217868747" sldId="312"/>
        </pc:sldMkLst>
        <pc:spChg chg="add mod">
          <ac:chgData name="Sam Prince" userId="b8c1c271-dd5b-4079-a09a-81f4ce8be867" providerId="ADAL" clId="{29CBC17D-4AA6-43ED-BD2B-FCF04293FD5F}" dt="2023-10-17T15:25:25.088" v="187" actId="1076"/>
          <ac:spMkLst>
            <pc:docMk/>
            <pc:sldMk cId="4217868747" sldId="312"/>
            <ac:spMk id="2" creationId="{2286F9BD-E078-A9B7-441F-D2C3B5A9C193}"/>
          </ac:spMkLst>
        </pc:spChg>
        <pc:spChg chg="mod">
          <ac:chgData name="Sam Prince" userId="b8c1c271-dd5b-4079-a09a-81f4ce8be867" providerId="ADAL" clId="{29CBC17D-4AA6-43ED-BD2B-FCF04293FD5F}" dt="2023-10-17T15:25:35.988" v="193" actId="27636"/>
          <ac:spMkLst>
            <pc:docMk/>
            <pc:sldMk cId="4217868747" sldId="312"/>
            <ac:spMk id="34819" creationId="{453C7683-8588-7ABC-32E0-8A4E68218620}"/>
          </ac:spMkLst>
        </pc:spChg>
        <pc:spChg chg="mod">
          <ac:chgData name="Sam Prince" userId="b8c1c271-dd5b-4079-a09a-81f4ce8be867" providerId="ADAL" clId="{29CBC17D-4AA6-43ED-BD2B-FCF04293FD5F}" dt="2023-10-17T15:24:58.474" v="178" actId="20577"/>
          <ac:spMkLst>
            <pc:docMk/>
            <pc:sldMk cId="4217868747" sldId="312"/>
            <ac:spMk id="34820" creationId="{8DCD7CE1-603D-4D59-3DBB-C13C0B6505F0}"/>
          </ac:spMkLst>
        </pc:spChg>
        <pc:spChg chg="del">
          <ac:chgData name="Sam Prince" userId="b8c1c271-dd5b-4079-a09a-81f4ce8be867" providerId="ADAL" clId="{29CBC17D-4AA6-43ED-BD2B-FCF04293FD5F}" dt="2023-10-17T15:25:03.001" v="179" actId="478"/>
          <ac:spMkLst>
            <pc:docMk/>
            <pc:sldMk cId="4217868747" sldId="312"/>
            <ac:spMk id="34825" creationId="{E51B2B85-35FC-F03B-D0F4-9BC8401EF3CC}"/>
          </ac:spMkLst>
        </pc:spChg>
      </pc:sldChg>
      <pc:sldChg chg="delSp modSp mod">
        <pc:chgData name="Sam Prince" userId="b8c1c271-dd5b-4079-a09a-81f4ce8be867" providerId="ADAL" clId="{29CBC17D-4AA6-43ED-BD2B-FCF04293FD5F}" dt="2023-10-17T15:27:22.107" v="234" actId="27636"/>
        <pc:sldMkLst>
          <pc:docMk/>
          <pc:sldMk cId="2723145805" sldId="313"/>
        </pc:sldMkLst>
        <pc:spChg chg="mod">
          <ac:chgData name="Sam Prince" userId="b8c1c271-dd5b-4079-a09a-81f4ce8be867" providerId="ADAL" clId="{29CBC17D-4AA6-43ED-BD2B-FCF04293FD5F}" dt="2023-10-17T15:27:22.107" v="234" actId="27636"/>
          <ac:spMkLst>
            <pc:docMk/>
            <pc:sldMk cId="2723145805" sldId="313"/>
            <ac:spMk id="34819" creationId="{453C7683-8588-7ABC-32E0-8A4E68218620}"/>
          </ac:spMkLst>
        </pc:spChg>
        <pc:spChg chg="mod">
          <ac:chgData name="Sam Prince" userId="b8c1c271-dd5b-4079-a09a-81f4ce8be867" providerId="ADAL" clId="{29CBC17D-4AA6-43ED-BD2B-FCF04293FD5F}" dt="2023-10-17T15:27:04.927" v="229" actId="403"/>
          <ac:spMkLst>
            <pc:docMk/>
            <pc:sldMk cId="2723145805" sldId="313"/>
            <ac:spMk id="34820" creationId="{8DCD7CE1-603D-4D59-3DBB-C13C0B6505F0}"/>
          </ac:spMkLst>
        </pc:spChg>
        <pc:spChg chg="del">
          <ac:chgData name="Sam Prince" userId="b8c1c271-dd5b-4079-a09a-81f4ce8be867" providerId="ADAL" clId="{29CBC17D-4AA6-43ED-BD2B-FCF04293FD5F}" dt="2023-10-17T15:26:39.027" v="204" actId="478"/>
          <ac:spMkLst>
            <pc:docMk/>
            <pc:sldMk cId="2723145805" sldId="313"/>
            <ac:spMk id="34831" creationId="{95A66324-9FA1-81DD-5BB9-1FBDAB4051BF}"/>
          </ac:spMkLst>
        </pc:spChg>
        <pc:picChg chg="mod">
          <ac:chgData name="Sam Prince" userId="b8c1c271-dd5b-4079-a09a-81f4ce8be867" providerId="ADAL" clId="{29CBC17D-4AA6-43ED-BD2B-FCF04293FD5F}" dt="2023-10-17T15:27:19.590" v="232" actId="14100"/>
          <ac:picMkLst>
            <pc:docMk/>
            <pc:sldMk cId="2723145805" sldId="313"/>
            <ac:picMk id="3" creationId="{C956B0B2-8464-8D85-1F4D-D7D9608D914D}"/>
          </ac:picMkLst>
        </pc:picChg>
      </pc:sldChg>
      <pc:sldChg chg="modSp mod">
        <pc:chgData name="Sam Prince" userId="b8c1c271-dd5b-4079-a09a-81f4ce8be867" providerId="ADAL" clId="{29CBC17D-4AA6-43ED-BD2B-FCF04293FD5F}" dt="2023-10-17T15:40:40.727" v="434" actId="20577"/>
        <pc:sldMkLst>
          <pc:docMk/>
          <pc:sldMk cId="636940363" sldId="315"/>
        </pc:sldMkLst>
        <pc:spChg chg="mod">
          <ac:chgData name="Sam Prince" userId="b8c1c271-dd5b-4079-a09a-81f4ce8be867" providerId="ADAL" clId="{29CBC17D-4AA6-43ED-BD2B-FCF04293FD5F}" dt="2023-10-17T15:40:40.727" v="434" actId="20577"/>
          <ac:spMkLst>
            <pc:docMk/>
            <pc:sldMk cId="636940363" sldId="315"/>
            <ac:spMk id="34819" creationId="{453C7683-8588-7ABC-32E0-8A4E68218620}"/>
          </ac:spMkLst>
        </pc:spChg>
        <pc:spChg chg="mod">
          <ac:chgData name="Sam Prince" userId="b8c1c271-dd5b-4079-a09a-81f4ce8be867" providerId="ADAL" clId="{29CBC17D-4AA6-43ED-BD2B-FCF04293FD5F}" dt="2023-10-17T15:35:25.174" v="394" actId="20577"/>
          <ac:spMkLst>
            <pc:docMk/>
            <pc:sldMk cId="636940363" sldId="315"/>
            <ac:spMk id="34820" creationId="{8DCD7CE1-603D-4D59-3DBB-C13C0B6505F0}"/>
          </ac:spMkLst>
        </pc:spChg>
      </pc:sldChg>
      <pc:sldChg chg="modSp mod">
        <pc:chgData name="Sam Prince" userId="b8c1c271-dd5b-4079-a09a-81f4ce8be867" providerId="ADAL" clId="{29CBC17D-4AA6-43ED-BD2B-FCF04293FD5F}" dt="2023-10-17T15:40:45.085" v="435" actId="20577"/>
        <pc:sldMkLst>
          <pc:docMk/>
          <pc:sldMk cId="2458078501" sldId="316"/>
        </pc:sldMkLst>
        <pc:spChg chg="mod">
          <ac:chgData name="Sam Prince" userId="b8c1c271-dd5b-4079-a09a-81f4ce8be867" providerId="ADAL" clId="{29CBC17D-4AA6-43ED-BD2B-FCF04293FD5F}" dt="2023-10-17T15:40:45.085" v="435" actId="20577"/>
          <ac:spMkLst>
            <pc:docMk/>
            <pc:sldMk cId="2458078501" sldId="316"/>
            <ac:spMk id="34819" creationId="{453C7683-8588-7ABC-32E0-8A4E68218620}"/>
          </ac:spMkLst>
        </pc:spChg>
        <pc:spChg chg="mod">
          <ac:chgData name="Sam Prince" userId="b8c1c271-dd5b-4079-a09a-81f4ce8be867" providerId="ADAL" clId="{29CBC17D-4AA6-43ED-BD2B-FCF04293FD5F}" dt="2023-10-17T15:36:14.710" v="413" actId="20577"/>
          <ac:spMkLst>
            <pc:docMk/>
            <pc:sldMk cId="2458078501" sldId="316"/>
            <ac:spMk id="34820" creationId="{8DCD7CE1-603D-4D59-3DBB-C13C0B6505F0}"/>
          </ac:spMkLst>
        </pc:spChg>
      </pc:sldChg>
      <pc:sldChg chg="modSp mod">
        <pc:chgData name="Sam Prince" userId="b8c1c271-dd5b-4079-a09a-81f4ce8be867" providerId="ADAL" clId="{29CBC17D-4AA6-43ED-BD2B-FCF04293FD5F}" dt="2023-10-17T15:40:15.133" v="431" actId="20577"/>
        <pc:sldMkLst>
          <pc:docMk/>
          <pc:sldMk cId="1198214398" sldId="317"/>
        </pc:sldMkLst>
        <pc:spChg chg="mod">
          <ac:chgData name="Sam Prince" userId="b8c1c271-dd5b-4079-a09a-81f4ce8be867" providerId="ADAL" clId="{29CBC17D-4AA6-43ED-BD2B-FCF04293FD5F}" dt="2023-10-17T15:40:05.804" v="427" actId="179"/>
          <ac:spMkLst>
            <pc:docMk/>
            <pc:sldMk cId="1198214398" sldId="317"/>
            <ac:spMk id="34819" creationId="{453C7683-8588-7ABC-32E0-8A4E68218620}"/>
          </ac:spMkLst>
        </pc:spChg>
        <pc:spChg chg="mod">
          <ac:chgData name="Sam Prince" userId="b8c1c271-dd5b-4079-a09a-81f4ce8be867" providerId="ADAL" clId="{29CBC17D-4AA6-43ED-BD2B-FCF04293FD5F}" dt="2023-10-17T15:40:15.133" v="431" actId="20577"/>
          <ac:spMkLst>
            <pc:docMk/>
            <pc:sldMk cId="1198214398" sldId="317"/>
            <ac:spMk id="34820" creationId="{8DCD7CE1-603D-4D59-3DBB-C13C0B6505F0}"/>
          </ac:spMkLst>
        </pc:spChg>
      </pc:sldChg>
      <pc:sldChg chg="modSp mod">
        <pc:chgData name="Sam Prince" userId="b8c1c271-dd5b-4079-a09a-81f4ce8be867" providerId="ADAL" clId="{29CBC17D-4AA6-43ED-BD2B-FCF04293FD5F}" dt="2023-10-17T15:37:49.802" v="420" actId="1076"/>
        <pc:sldMkLst>
          <pc:docMk/>
          <pc:sldMk cId="236854694" sldId="318"/>
        </pc:sldMkLst>
        <pc:spChg chg="mod">
          <ac:chgData name="Sam Prince" userId="b8c1c271-dd5b-4079-a09a-81f4ce8be867" providerId="ADAL" clId="{29CBC17D-4AA6-43ED-BD2B-FCF04293FD5F}" dt="2023-10-17T15:31:56.765" v="331" actId="20577"/>
          <ac:spMkLst>
            <pc:docMk/>
            <pc:sldMk cId="236854694" sldId="318"/>
            <ac:spMk id="2" creationId="{CF6226C9-6C2D-8D07-5C99-F0F3DFE94B10}"/>
          </ac:spMkLst>
        </pc:spChg>
        <pc:spChg chg="mod">
          <ac:chgData name="Sam Prince" userId="b8c1c271-dd5b-4079-a09a-81f4ce8be867" providerId="ADAL" clId="{29CBC17D-4AA6-43ED-BD2B-FCF04293FD5F}" dt="2023-10-17T15:32:14.398" v="334" actId="1076"/>
          <ac:spMkLst>
            <pc:docMk/>
            <pc:sldMk cId="236854694" sldId="318"/>
            <ac:spMk id="34819" creationId="{453C7683-8588-7ABC-32E0-8A4E68218620}"/>
          </ac:spMkLst>
        </pc:spChg>
        <pc:spChg chg="mod">
          <ac:chgData name="Sam Prince" userId="b8c1c271-dd5b-4079-a09a-81f4ce8be867" providerId="ADAL" clId="{29CBC17D-4AA6-43ED-BD2B-FCF04293FD5F}" dt="2023-10-17T15:31:53.368" v="330" actId="20577"/>
          <ac:spMkLst>
            <pc:docMk/>
            <pc:sldMk cId="236854694" sldId="318"/>
            <ac:spMk id="34820" creationId="{8DCD7CE1-603D-4D59-3DBB-C13C0B6505F0}"/>
          </ac:spMkLst>
        </pc:spChg>
        <pc:picChg chg="mod">
          <ac:chgData name="Sam Prince" userId="b8c1c271-dd5b-4079-a09a-81f4ce8be867" providerId="ADAL" clId="{29CBC17D-4AA6-43ED-BD2B-FCF04293FD5F}" dt="2023-10-17T15:37:49.802" v="420" actId="1076"/>
          <ac:picMkLst>
            <pc:docMk/>
            <pc:sldMk cId="236854694" sldId="318"/>
            <ac:picMk id="3" creationId="{DD44D785-D32D-57FE-F87C-CD175C937073}"/>
          </ac:picMkLst>
        </pc:picChg>
      </pc:sldChg>
      <pc:sldChg chg="modSp mod">
        <pc:chgData name="Sam Prince" userId="b8c1c271-dd5b-4079-a09a-81f4ce8be867" providerId="ADAL" clId="{29CBC17D-4AA6-43ED-BD2B-FCF04293FD5F}" dt="2023-10-17T15:39:27.317" v="426" actId="1076"/>
        <pc:sldMkLst>
          <pc:docMk/>
          <pc:sldMk cId="146692593" sldId="319"/>
        </pc:sldMkLst>
        <pc:spChg chg="mod">
          <ac:chgData name="Sam Prince" userId="b8c1c271-dd5b-4079-a09a-81f4ce8be867" providerId="ADAL" clId="{29CBC17D-4AA6-43ED-BD2B-FCF04293FD5F}" dt="2023-10-17T15:39:27.317" v="426" actId="1076"/>
          <ac:spMkLst>
            <pc:docMk/>
            <pc:sldMk cId="146692593" sldId="319"/>
            <ac:spMk id="6" creationId="{FD901D33-C9BA-63F4-9705-FB4F45863743}"/>
          </ac:spMkLst>
        </pc:spChg>
        <pc:spChg chg="mod">
          <ac:chgData name="Sam Prince" userId="b8c1c271-dd5b-4079-a09a-81f4ce8be867" providerId="ADAL" clId="{29CBC17D-4AA6-43ED-BD2B-FCF04293FD5F}" dt="2023-10-17T15:39:23.229" v="425" actId="1076"/>
          <ac:spMkLst>
            <pc:docMk/>
            <pc:sldMk cId="146692593" sldId="319"/>
            <ac:spMk id="34819" creationId="{453C7683-8588-7ABC-32E0-8A4E68218620}"/>
          </ac:spMkLst>
        </pc:spChg>
        <pc:spChg chg="mod">
          <ac:chgData name="Sam Prince" userId="b8c1c271-dd5b-4079-a09a-81f4ce8be867" providerId="ADAL" clId="{29CBC17D-4AA6-43ED-BD2B-FCF04293FD5F}" dt="2023-10-17T15:32:19.498" v="338" actId="20577"/>
          <ac:spMkLst>
            <pc:docMk/>
            <pc:sldMk cId="146692593" sldId="319"/>
            <ac:spMk id="34820" creationId="{8DCD7CE1-603D-4D59-3DBB-C13C0B6505F0}"/>
          </ac:spMkLst>
        </pc:spChg>
        <pc:picChg chg="mod">
          <ac:chgData name="Sam Prince" userId="b8c1c271-dd5b-4079-a09a-81f4ce8be867" providerId="ADAL" clId="{29CBC17D-4AA6-43ED-BD2B-FCF04293FD5F}" dt="2023-10-17T15:32:59.507" v="347" actId="1076"/>
          <ac:picMkLst>
            <pc:docMk/>
            <pc:sldMk cId="146692593" sldId="319"/>
            <ac:picMk id="5" creationId="{0CEBEF26-DBC4-4B8F-A1D6-1A421E02DD85}"/>
          </ac:picMkLst>
        </pc:picChg>
      </pc:sldChg>
      <pc:sldChg chg="modSp mod">
        <pc:chgData name="Sam Prince" userId="b8c1c271-dd5b-4079-a09a-81f4ce8be867" providerId="ADAL" clId="{29CBC17D-4AA6-43ED-BD2B-FCF04293FD5F}" dt="2023-10-17T15:34:02.373" v="362" actId="255"/>
        <pc:sldMkLst>
          <pc:docMk/>
          <pc:sldMk cId="1234547269" sldId="320"/>
        </pc:sldMkLst>
        <pc:spChg chg="mod">
          <ac:chgData name="Sam Prince" userId="b8c1c271-dd5b-4079-a09a-81f4ce8be867" providerId="ADAL" clId="{29CBC17D-4AA6-43ED-BD2B-FCF04293FD5F}" dt="2023-10-17T15:34:02.373" v="362" actId="255"/>
          <ac:spMkLst>
            <pc:docMk/>
            <pc:sldMk cId="1234547269" sldId="320"/>
            <ac:spMk id="34819" creationId="{453C7683-8588-7ABC-32E0-8A4E68218620}"/>
          </ac:spMkLst>
        </pc:spChg>
        <pc:spChg chg="mod">
          <ac:chgData name="Sam Prince" userId="b8c1c271-dd5b-4079-a09a-81f4ce8be867" providerId="ADAL" clId="{29CBC17D-4AA6-43ED-BD2B-FCF04293FD5F}" dt="2023-10-17T15:33:09.660" v="353" actId="1076"/>
          <ac:spMkLst>
            <pc:docMk/>
            <pc:sldMk cId="1234547269" sldId="320"/>
            <ac:spMk id="34820" creationId="{8DCD7CE1-603D-4D59-3DBB-C13C0B6505F0}"/>
          </ac:spMkLst>
        </pc:spChg>
        <pc:picChg chg="mod">
          <ac:chgData name="Sam Prince" userId="b8c1c271-dd5b-4079-a09a-81f4ce8be867" providerId="ADAL" clId="{29CBC17D-4AA6-43ED-BD2B-FCF04293FD5F}" dt="2023-10-17T15:33:11.204" v="354" actId="1076"/>
          <ac:picMkLst>
            <pc:docMk/>
            <pc:sldMk cId="1234547269" sldId="320"/>
            <ac:picMk id="3" creationId="{AAA2496A-7AD5-BA1F-4E74-780CF9EC98AB}"/>
          </ac:picMkLst>
        </pc:picChg>
      </pc:sldChg>
      <pc:sldChg chg="modSp mod">
        <pc:chgData name="Sam Prince" userId="b8c1c271-dd5b-4079-a09a-81f4ce8be867" providerId="ADAL" clId="{29CBC17D-4AA6-43ED-BD2B-FCF04293FD5F}" dt="2023-10-17T15:40:36.336" v="433" actId="20577"/>
        <pc:sldMkLst>
          <pc:docMk/>
          <pc:sldMk cId="1288375597" sldId="321"/>
        </pc:sldMkLst>
        <pc:spChg chg="mod">
          <ac:chgData name="Sam Prince" userId="b8c1c271-dd5b-4079-a09a-81f4ce8be867" providerId="ADAL" clId="{29CBC17D-4AA6-43ED-BD2B-FCF04293FD5F}" dt="2023-10-17T15:40:36.336" v="433" actId="20577"/>
          <ac:spMkLst>
            <pc:docMk/>
            <pc:sldMk cId="1288375597" sldId="321"/>
            <ac:spMk id="34819" creationId="{453C7683-8588-7ABC-32E0-8A4E68218620}"/>
          </ac:spMkLst>
        </pc:spChg>
        <pc:spChg chg="mod">
          <ac:chgData name="Sam Prince" userId="b8c1c271-dd5b-4079-a09a-81f4ce8be867" providerId="ADAL" clId="{29CBC17D-4AA6-43ED-BD2B-FCF04293FD5F}" dt="2023-10-17T15:34:09.199" v="366" actId="20577"/>
          <ac:spMkLst>
            <pc:docMk/>
            <pc:sldMk cId="1288375597" sldId="321"/>
            <ac:spMk id="34820" creationId="{8DCD7CE1-603D-4D59-3DBB-C13C0B6505F0}"/>
          </ac:spMkLst>
        </pc:spChg>
      </pc:sldChg>
      <pc:sldChg chg="delSp modSp mod">
        <pc:chgData name="Sam Prince" userId="b8c1c271-dd5b-4079-a09a-81f4ce8be867" providerId="ADAL" clId="{29CBC17D-4AA6-43ED-BD2B-FCF04293FD5F}" dt="2023-10-17T15:22:40.965" v="110" actId="20577"/>
        <pc:sldMkLst>
          <pc:docMk/>
          <pc:sldMk cId="1453608497" sldId="322"/>
        </pc:sldMkLst>
        <pc:spChg chg="mod">
          <ac:chgData name="Sam Prince" userId="b8c1c271-dd5b-4079-a09a-81f4ce8be867" providerId="ADAL" clId="{29CBC17D-4AA6-43ED-BD2B-FCF04293FD5F}" dt="2023-10-17T15:20:43.158" v="62" actId="14100"/>
          <ac:spMkLst>
            <pc:docMk/>
            <pc:sldMk cId="1453608497" sldId="322"/>
            <ac:spMk id="4" creationId="{4394B0E2-3548-861C-ADE4-20A0AEC34CA1}"/>
          </ac:spMkLst>
        </pc:spChg>
        <pc:spChg chg="mod">
          <ac:chgData name="Sam Prince" userId="b8c1c271-dd5b-4079-a09a-81f4ce8be867" providerId="ADAL" clId="{29CBC17D-4AA6-43ED-BD2B-FCF04293FD5F}" dt="2023-10-17T15:18:14.817" v="49" actId="27636"/>
          <ac:spMkLst>
            <pc:docMk/>
            <pc:sldMk cId="1453608497" sldId="322"/>
            <ac:spMk id="34819" creationId="{453C7683-8588-7ABC-32E0-8A4E68218620}"/>
          </ac:spMkLst>
        </pc:spChg>
        <pc:spChg chg="mod">
          <ac:chgData name="Sam Prince" userId="b8c1c271-dd5b-4079-a09a-81f4ce8be867" providerId="ADAL" clId="{29CBC17D-4AA6-43ED-BD2B-FCF04293FD5F}" dt="2023-10-17T15:22:40.965" v="110" actId="20577"/>
          <ac:spMkLst>
            <pc:docMk/>
            <pc:sldMk cId="1453608497" sldId="322"/>
            <ac:spMk id="34820" creationId="{8DCD7CE1-603D-4D59-3DBB-C13C0B6505F0}"/>
          </ac:spMkLst>
        </pc:spChg>
        <pc:spChg chg="del">
          <ac:chgData name="Sam Prince" userId="b8c1c271-dd5b-4079-a09a-81f4ce8be867" providerId="ADAL" clId="{29CBC17D-4AA6-43ED-BD2B-FCF04293FD5F}" dt="2023-10-17T15:18:23.769" v="51" actId="478"/>
          <ac:spMkLst>
            <pc:docMk/>
            <pc:sldMk cId="1453608497" sldId="322"/>
            <ac:spMk id="34825" creationId="{40FE265E-EEE7-E603-C119-B31F0DC3DF51}"/>
          </ac:spMkLst>
        </pc:spChg>
      </pc:sldChg>
      <pc:sldChg chg="modSp mod">
        <pc:chgData name="Sam Prince" userId="b8c1c271-dd5b-4079-a09a-81f4ce8be867" providerId="ADAL" clId="{29CBC17D-4AA6-43ED-BD2B-FCF04293FD5F}" dt="2023-10-17T15:40:52.906" v="437" actId="20577"/>
        <pc:sldMkLst>
          <pc:docMk/>
          <pc:sldMk cId="470701041" sldId="323"/>
        </pc:sldMkLst>
        <pc:spChg chg="mod">
          <ac:chgData name="Sam Prince" userId="b8c1c271-dd5b-4079-a09a-81f4ce8be867" providerId="ADAL" clId="{29CBC17D-4AA6-43ED-BD2B-FCF04293FD5F}" dt="2023-10-17T15:22:09.337" v="83" actId="1076"/>
          <ac:spMkLst>
            <pc:docMk/>
            <pc:sldMk cId="470701041" sldId="323"/>
            <ac:spMk id="2" creationId="{BAF9C583-52B8-61CE-FF2A-448D2D722B69}"/>
          </ac:spMkLst>
        </pc:spChg>
        <pc:spChg chg="mod">
          <ac:chgData name="Sam Prince" userId="b8c1c271-dd5b-4079-a09a-81f4ce8be867" providerId="ADAL" clId="{29CBC17D-4AA6-43ED-BD2B-FCF04293FD5F}" dt="2023-10-17T15:40:52.906" v="437" actId="20577"/>
          <ac:spMkLst>
            <pc:docMk/>
            <pc:sldMk cId="470701041" sldId="323"/>
            <ac:spMk id="34819" creationId="{453C7683-8588-7ABC-32E0-8A4E68218620}"/>
          </ac:spMkLst>
        </pc:spChg>
        <pc:spChg chg="mod">
          <ac:chgData name="Sam Prince" userId="b8c1c271-dd5b-4079-a09a-81f4ce8be867" providerId="ADAL" clId="{29CBC17D-4AA6-43ED-BD2B-FCF04293FD5F}" dt="2023-10-17T15:24:30.554" v="149" actId="6549"/>
          <ac:spMkLst>
            <pc:docMk/>
            <pc:sldMk cId="470701041" sldId="323"/>
            <ac:spMk id="34820" creationId="{8DCD7CE1-603D-4D59-3DBB-C13C0B6505F0}"/>
          </ac:spMkLst>
        </pc:spChg>
      </pc:sldChg>
      <pc:sldChg chg="addSp modSp mod">
        <pc:chgData name="Sam Prince" userId="b8c1c271-dd5b-4079-a09a-81f4ce8be867" providerId="ADAL" clId="{29CBC17D-4AA6-43ED-BD2B-FCF04293FD5F}" dt="2023-10-17T15:24:40.710" v="159" actId="6549"/>
        <pc:sldMkLst>
          <pc:docMk/>
          <pc:sldMk cId="4124290334" sldId="324"/>
        </pc:sldMkLst>
        <pc:spChg chg="add mod">
          <ac:chgData name="Sam Prince" userId="b8c1c271-dd5b-4079-a09a-81f4ce8be867" providerId="ADAL" clId="{29CBC17D-4AA6-43ED-BD2B-FCF04293FD5F}" dt="2023-10-17T15:24:03.871" v="138" actId="1076"/>
          <ac:spMkLst>
            <pc:docMk/>
            <pc:sldMk cId="4124290334" sldId="324"/>
            <ac:spMk id="2" creationId="{21A00650-0A1A-999C-86B4-57399EF87A5B}"/>
          </ac:spMkLst>
        </pc:spChg>
        <pc:spChg chg="mod">
          <ac:chgData name="Sam Prince" userId="b8c1c271-dd5b-4079-a09a-81f4ce8be867" providerId="ADAL" clId="{29CBC17D-4AA6-43ED-BD2B-FCF04293FD5F}" dt="2023-10-17T15:23:46.173" v="132" actId="14100"/>
          <ac:spMkLst>
            <pc:docMk/>
            <pc:sldMk cId="4124290334" sldId="324"/>
            <ac:spMk id="34819" creationId="{453C7683-8588-7ABC-32E0-8A4E68218620}"/>
          </ac:spMkLst>
        </pc:spChg>
        <pc:spChg chg="mod">
          <ac:chgData name="Sam Prince" userId="b8c1c271-dd5b-4079-a09a-81f4ce8be867" providerId="ADAL" clId="{29CBC17D-4AA6-43ED-BD2B-FCF04293FD5F}" dt="2023-10-17T15:24:40.710" v="159" actId="6549"/>
          <ac:spMkLst>
            <pc:docMk/>
            <pc:sldMk cId="4124290334" sldId="324"/>
            <ac:spMk id="34820" creationId="{8DCD7CE1-603D-4D59-3DBB-C13C0B6505F0}"/>
          </ac:spMkLst>
        </pc:spChg>
      </pc:sldChg>
      <pc:sldChg chg="modSp mod">
        <pc:chgData name="Sam Prince" userId="b8c1c271-dd5b-4079-a09a-81f4ce8be867" providerId="ADAL" clId="{29CBC17D-4AA6-43ED-BD2B-FCF04293FD5F}" dt="2023-10-17T15:24:46.467" v="166" actId="6549"/>
        <pc:sldMkLst>
          <pc:docMk/>
          <pc:sldMk cId="3298686084" sldId="325"/>
        </pc:sldMkLst>
        <pc:spChg chg="mod">
          <ac:chgData name="Sam Prince" userId="b8c1c271-dd5b-4079-a09a-81f4ce8be867" providerId="ADAL" clId="{29CBC17D-4AA6-43ED-BD2B-FCF04293FD5F}" dt="2023-10-17T15:24:46.467" v="166" actId="6549"/>
          <ac:spMkLst>
            <pc:docMk/>
            <pc:sldMk cId="3298686084" sldId="325"/>
            <ac:spMk id="34820" creationId="{8DCD7CE1-603D-4D59-3DBB-C13C0B6505F0}"/>
          </ac:spMkLst>
        </pc:spChg>
      </pc:sldChg>
      <pc:sldChg chg="modSp mod addCm">
        <pc:chgData name="Sam Prince" userId="b8c1c271-dd5b-4079-a09a-81f4ce8be867" providerId="ADAL" clId="{29CBC17D-4AA6-43ED-BD2B-FCF04293FD5F}" dt="2023-10-17T15:26:32.988" v="203"/>
        <pc:sldMkLst>
          <pc:docMk/>
          <pc:sldMk cId="3745839151" sldId="326"/>
        </pc:sldMkLst>
        <pc:spChg chg="mod">
          <ac:chgData name="Sam Prince" userId="b8c1c271-dd5b-4079-a09a-81f4ce8be867" providerId="ADAL" clId="{29CBC17D-4AA6-43ED-BD2B-FCF04293FD5F}" dt="2023-10-17T15:25:50.733" v="202" actId="20577"/>
          <ac:spMkLst>
            <pc:docMk/>
            <pc:sldMk cId="3745839151" sldId="326"/>
            <ac:spMk id="34820" creationId="{8DCD7CE1-603D-4D59-3DBB-C13C0B6505F0}"/>
          </ac:spMkLst>
        </pc:spChg>
      </pc:sldChg>
      <pc:sldChg chg="addSp delSp modSp mod">
        <pc:chgData name="Sam Prince" userId="b8c1c271-dd5b-4079-a09a-81f4ce8be867" providerId="ADAL" clId="{29CBC17D-4AA6-43ED-BD2B-FCF04293FD5F}" dt="2023-10-17T15:29:21.652" v="284" actId="1076"/>
        <pc:sldMkLst>
          <pc:docMk/>
          <pc:sldMk cId="3286958162" sldId="327"/>
        </pc:sldMkLst>
        <pc:spChg chg="add mod">
          <ac:chgData name="Sam Prince" userId="b8c1c271-dd5b-4079-a09a-81f4ce8be867" providerId="ADAL" clId="{29CBC17D-4AA6-43ED-BD2B-FCF04293FD5F}" dt="2023-10-17T15:29:18.724" v="283" actId="1076"/>
          <ac:spMkLst>
            <pc:docMk/>
            <pc:sldMk cId="3286958162" sldId="327"/>
            <ac:spMk id="2" creationId="{61F32BB9-267F-772C-6D8F-FC4857D296EC}"/>
          </ac:spMkLst>
        </pc:spChg>
        <pc:spChg chg="mod">
          <ac:chgData name="Sam Prince" userId="b8c1c271-dd5b-4079-a09a-81f4ce8be867" providerId="ADAL" clId="{29CBC17D-4AA6-43ED-BD2B-FCF04293FD5F}" dt="2023-10-17T15:29:21.652" v="284" actId="1076"/>
          <ac:spMkLst>
            <pc:docMk/>
            <pc:sldMk cId="3286958162" sldId="327"/>
            <ac:spMk id="34819" creationId="{453C7683-8588-7ABC-32E0-8A4E68218620}"/>
          </ac:spMkLst>
        </pc:spChg>
        <pc:spChg chg="mod">
          <ac:chgData name="Sam Prince" userId="b8c1c271-dd5b-4079-a09a-81f4ce8be867" providerId="ADAL" clId="{29CBC17D-4AA6-43ED-BD2B-FCF04293FD5F}" dt="2023-10-17T15:28:28.954" v="264" actId="20577"/>
          <ac:spMkLst>
            <pc:docMk/>
            <pc:sldMk cId="3286958162" sldId="327"/>
            <ac:spMk id="34820" creationId="{8DCD7CE1-603D-4D59-3DBB-C13C0B6505F0}"/>
          </ac:spMkLst>
        </pc:spChg>
        <pc:spChg chg="del">
          <ac:chgData name="Sam Prince" userId="b8c1c271-dd5b-4079-a09a-81f4ce8be867" providerId="ADAL" clId="{29CBC17D-4AA6-43ED-BD2B-FCF04293FD5F}" dt="2023-10-17T15:28:17.696" v="256" actId="478"/>
          <ac:spMkLst>
            <pc:docMk/>
            <pc:sldMk cId="3286958162" sldId="327"/>
            <ac:spMk id="34831" creationId="{95A66324-9FA1-81DD-5BB9-1FBDAB4051BF}"/>
          </ac:spMkLst>
        </pc:spChg>
        <pc:picChg chg="mod">
          <ac:chgData name="Sam Prince" userId="b8c1c271-dd5b-4079-a09a-81f4ce8be867" providerId="ADAL" clId="{29CBC17D-4AA6-43ED-BD2B-FCF04293FD5F}" dt="2023-10-17T15:28:48.953" v="269" actId="1076"/>
          <ac:picMkLst>
            <pc:docMk/>
            <pc:sldMk cId="3286958162" sldId="327"/>
            <ac:picMk id="4" creationId="{C144E060-923E-C8C6-751C-A61F2FA045EC}"/>
          </ac:picMkLst>
        </pc:picChg>
      </pc:sldChg>
      <pc:sldChg chg="delSp modSp mod">
        <pc:chgData name="Sam Prince" userId="b8c1c271-dd5b-4079-a09a-81f4ce8be867" providerId="ADAL" clId="{29CBC17D-4AA6-43ED-BD2B-FCF04293FD5F}" dt="2023-10-17T15:28:11.597" v="255" actId="179"/>
        <pc:sldMkLst>
          <pc:docMk/>
          <pc:sldMk cId="720734111" sldId="328"/>
        </pc:sldMkLst>
        <pc:spChg chg="mod">
          <ac:chgData name="Sam Prince" userId="b8c1c271-dd5b-4079-a09a-81f4ce8be867" providerId="ADAL" clId="{29CBC17D-4AA6-43ED-BD2B-FCF04293FD5F}" dt="2023-10-17T15:27:49.623" v="246" actId="20577"/>
          <ac:spMkLst>
            <pc:docMk/>
            <pc:sldMk cId="720734111" sldId="328"/>
            <ac:spMk id="2" creationId="{1358361D-7101-03F2-8C03-B1DBB686961C}"/>
          </ac:spMkLst>
        </pc:spChg>
        <pc:spChg chg="mod">
          <ac:chgData name="Sam Prince" userId="b8c1c271-dd5b-4079-a09a-81f4ce8be867" providerId="ADAL" clId="{29CBC17D-4AA6-43ED-BD2B-FCF04293FD5F}" dt="2023-10-17T15:28:04.313" v="253" actId="20577"/>
          <ac:spMkLst>
            <pc:docMk/>
            <pc:sldMk cId="720734111" sldId="328"/>
            <ac:spMk id="3" creationId="{4AC9765A-E383-7EA9-B0B8-F789FC2B69DE}"/>
          </ac:spMkLst>
        </pc:spChg>
        <pc:spChg chg="mod">
          <ac:chgData name="Sam Prince" userId="b8c1c271-dd5b-4079-a09a-81f4ce8be867" providerId="ADAL" clId="{29CBC17D-4AA6-43ED-BD2B-FCF04293FD5F}" dt="2023-10-17T15:28:11.597" v="255" actId="179"/>
          <ac:spMkLst>
            <pc:docMk/>
            <pc:sldMk cId="720734111" sldId="328"/>
            <ac:spMk id="5" creationId="{4FE95134-6A3D-59C5-2F6D-3A47684B3D81}"/>
          </ac:spMkLst>
        </pc:spChg>
        <pc:spChg chg="mod">
          <ac:chgData name="Sam Prince" userId="b8c1c271-dd5b-4079-a09a-81f4ce8be867" providerId="ADAL" clId="{29CBC17D-4AA6-43ED-BD2B-FCF04293FD5F}" dt="2023-10-17T15:27:40.817" v="242" actId="179"/>
          <ac:spMkLst>
            <pc:docMk/>
            <pc:sldMk cId="720734111" sldId="328"/>
            <ac:spMk id="34819" creationId="{453C7683-8588-7ABC-32E0-8A4E68218620}"/>
          </ac:spMkLst>
        </pc:spChg>
        <pc:spChg chg="mod">
          <ac:chgData name="Sam Prince" userId="b8c1c271-dd5b-4079-a09a-81f4ce8be867" providerId="ADAL" clId="{29CBC17D-4AA6-43ED-BD2B-FCF04293FD5F}" dt="2023-10-17T15:27:34.312" v="240" actId="20577"/>
          <ac:spMkLst>
            <pc:docMk/>
            <pc:sldMk cId="720734111" sldId="328"/>
            <ac:spMk id="34820" creationId="{8DCD7CE1-603D-4D59-3DBB-C13C0B6505F0}"/>
          </ac:spMkLst>
        </pc:spChg>
        <pc:spChg chg="del">
          <ac:chgData name="Sam Prince" userId="b8c1c271-dd5b-4079-a09a-81f4ce8be867" providerId="ADAL" clId="{29CBC17D-4AA6-43ED-BD2B-FCF04293FD5F}" dt="2023-10-17T15:28:07.588" v="254" actId="478"/>
          <ac:spMkLst>
            <pc:docMk/>
            <pc:sldMk cId="720734111" sldId="328"/>
            <ac:spMk id="34831" creationId="{95A66324-9FA1-81DD-5BB9-1FBDAB4051BF}"/>
          </ac:spMkLst>
        </pc:spChg>
      </pc:sldChg>
      <pc:sldChg chg="modSp mod addCm">
        <pc:chgData name="Sam Prince" userId="b8c1c271-dd5b-4079-a09a-81f4ce8be867" providerId="ADAL" clId="{29CBC17D-4AA6-43ED-BD2B-FCF04293FD5F}" dt="2023-10-17T15:37:24.055" v="418"/>
        <pc:sldMkLst>
          <pc:docMk/>
          <pc:sldMk cId="3410251149" sldId="329"/>
        </pc:sldMkLst>
        <pc:spChg chg="mod">
          <ac:chgData name="Sam Prince" userId="b8c1c271-dd5b-4079-a09a-81f4ce8be867" providerId="ADAL" clId="{29CBC17D-4AA6-43ED-BD2B-FCF04293FD5F}" dt="2023-10-17T15:36:57.871" v="417" actId="1076"/>
          <ac:spMkLst>
            <pc:docMk/>
            <pc:sldMk cId="3410251149" sldId="329"/>
            <ac:spMk id="4" creationId="{B9F6C77D-0E91-A535-E3F0-45442D6BE882}"/>
          </ac:spMkLst>
        </pc:spChg>
        <pc:spChg chg="mod">
          <ac:chgData name="Sam Prince" userId="b8c1c271-dd5b-4079-a09a-81f4ce8be867" providerId="ADAL" clId="{29CBC17D-4AA6-43ED-BD2B-FCF04293FD5F}" dt="2023-10-17T15:36:54.359" v="416" actId="1076"/>
          <ac:spMkLst>
            <pc:docMk/>
            <pc:sldMk cId="3410251149" sldId="329"/>
            <ac:spMk id="34819" creationId="{453C7683-8588-7ABC-32E0-8A4E68218620}"/>
          </ac:spMkLst>
        </pc:spChg>
        <pc:spChg chg="mod">
          <ac:chgData name="Sam Prince" userId="b8c1c271-dd5b-4079-a09a-81f4ce8be867" providerId="ADAL" clId="{29CBC17D-4AA6-43ED-BD2B-FCF04293FD5F}" dt="2023-10-17T15:30:04.656" v="299" actId="20577"/>
          <ac:spMkLst>
            <pc:docMk/>
            <pc:sldMk cId="3410251149" sldId="329"/>
            <ac:spMk id="34820" creationId="{8DCD7CE1-603D-4D59-3DBB-C13C0B6505F0}"/>
          </ac:spMkLst>
        </pc:spChg>
        <pc:picChg chg="mod">
          <ac:chgData name="Sam Prince" userId="b8c1c271-dd5b-4079-a09a-81f4ce8be867" providerId="ADAL" clId="{29CBC17D-4AA6-43ED-BD2B-FCF04293FD5F}" dt="2023-10-17T15:30:21.612" v="305" actId="1076"/>
          <ac:picMkLst>
            <pc:docMk/>
            <pc:sldMk cId="3410251149" sldId="329"/>
            <ac:picMk id="5" creationId="{0DB3CD41-3102-F17C-AE92-A659560F1B0E}"/>
          </ac:picMkLst>
        </pc:picChg>
      </pc:sldChg>
      <pc:sldChg chg="modSp mod">
        <pc:chgData name="Sam Prince" userId="b8c1c271-dd5b-4079-a09a-81f4ce8be867" providerId="ADAL" clId="{29CBC17D-4AA6-43ED-BD2B-FCF04293FD5F}" dt="2023-10-17T15:31:01.500" v="321" actId="179"/>
        <pc:sldMkLst>
          <pc:docMk/>
          <pc:sldMk cId="917972314" sldId="330"/>
        </pc:sldMkLst>
        <pc:spChg chg="mod">
          <ac:chgData name="Sam Prince" userId="b8c1c271-dd5b-4079-a09a-81f4ce8be867" providerId="ADAL" clId="{29CBC17D-4AA6-43ED-BD2B-FCF04293FD5F}" dt="2023-10-17T15:31:01.500" v="321" actId="179"/>
          <ac:spMkLst>
            <pc:docMk/>
            <pc:sldMk cId="917972314" sldId="330"/>
            <ac:spMk id="4" creationId="{B9F6C77D-0E91-A535-E3F0-45442D6BE882}"/>
          </ac:spMkLst>
        </pc:spChg>
        <pc:spChg chg="mod">
          <ac:chgData name="Sam Prince" userId="b8c1c271-dd5b-4079-a09a-81f4ce8be867" providerId="ADAL" clId="{29CBC17D-4AA6-43ED-BD2B-FCF04293FD5F}" dt="2023-10-17T15:30:29.414" v="309" actId="20577"/>
          <ac:spMkLst>
            <pc:docMk/>
            <pc:sldMk cId="917972314" sldId="330"/>
            <ac:spMk id="34820" creationId="{8DCD7CE1-603D-4D59-3DBB-C13C0B6505F0}"/>
          </ac:spMkLst>
        </pc:spChg>
      </pc:sldChg>
      <pc:sldChg chg="modSp mod addCm">
        <pc:chgData name="Sam Prince" userId="b8c1c271-dd5b-4079-a09a-81f4ce8be867" providerId="ADAL" clId="{29CBC17D-4AA6-43ED-BD2B-FCF04293FD5F}" dt="2023-10-17T15:41:06.308" v="445" actId="20577"/>
        <pc:sldMkLst>
          <pc:docMk/>
          <pc:sldMk cId="256175664" sldId="331"/>
        </pc:sldMkLst>
        <pc:spChg chg="mod">
          <ac:chgData name="Sam Prince" userId="b8c1c271-dd5b-4079-a09a-81f4ce8be867" providerId="ADAL" clId="{29CBC17D-4AA6-43ED-BD2B-FCF04293FD5F}" dt="2023-10-17T15:41:03.522" v="443" actId="20577"/>
          <ac:spMkLst>
            <pc:docMk/>
            <pc:sldMk cId="256175664" sldId="331"/>
            <ac:spMk id="4" creationId="{B9F6C77D-0E91-A535-E3F0-45442D6BE882}"/>
          </ac:spMkLst>
        </pc:spChg>
        <pc:spChg chg="mod">
          <ac:chgData name="Sam Prince" userId="b8c1c271-dd5b-4079-a09a-81f4ce8be867" providerId="ADAL" clId="{29CBC17D-4AA6-43ED-BD2B-FCF04293FD5F}" dt="2023-10-17T15:41:06.308" v="445" actId="20577"/>
          <ac:spMkLst>
            <pc:docMk/>
            <pc:sldMk cId="256175664" sldId="331"/>
            <ac:spMk id="5" creationId="{39412B4B-866B-220C-D419-9C4520CB7139}"/>
          </ac:spMkLst>
        </pc:spChg>
        <pc:spChg chg="mod">
          <ac:chgData name="Sam Prince" userId="b8c1c271-dd5b-4079-a09a-81f4ce8be867" providerId="ADAL" clId="{29CBC17D-4AA6-43ED-BD2B-FCF04293FD5F}" dt="2023-10-17T15:31:08.942" v="325" actId="20577"/>
          <ac:spMkLst>
            <pc:docMk/>
            <pc:sldMk cId="256175664" sldId="331"/>
            <ac:spMk id="34820" creationId="{8DCD7CE1-603D-4D59-3DBB-C13C0B6505F0}"/>
          </ac:spMkLst>
        </pc:spChg>
      </pc:sldChg>
      <pc:sldChg chg="modSp mod">
        <pc:chgData name="Sam Prince" userId="b8c1c271-dd5b-4079-a09a-81f4ce8be867" providerId="ADAL" clId="{29CBC17D-4AA6-43ED-BD2B-FCF04293FD5F}" dt="2023-10-17T15:36:05.026" v="409" actId="1076"/>
        <pc:sldMkLst>
          <pc:docMk/>
          <pc:sldMk cId="1632008716" sldId="332"/>
        </pc:sldMkLst>
        <pc:spChg chg="mod">
          <ac:chgData name="Sam Prince" userId="b8c1c271-dd5b-4079-a09a-81f4ce8be867" providerId="ADAL" clId="{29CBC17D-4AA6-43ED-BD2B-FCF04293FD5F}" dt="2023-10-17T15:36:01.424" v="407" actId="1076"/>
          <ac:spMkLst>
            <pc:docMk/>
            <pc:sldMk cId="1632008716" sldId="332"/>
            <ac:spMk id="34819" creationId="{453C7683-8588-7ABC-32E0-8A4E68218620}"/>
          </ac:spMkLst>
        </pc:spChg>
        <pc:spChg chg="mod">
          <ac:chgData name="Sam Prince" userId="b8c1c271-dd5b-4079-a09a-81f4ce8be867" providerId="ADAL" clId="{29CBC17D-4AA6-43ED-BD2B-FCF04293FD5F}" dt="2023-10-17T15:35:52.927" v="405" actId="20577"/>
          <ac:spMkLst>
            <pc:docMk/>
            <pc:sldMk cId="1632008716" sldId="332"/>
            <ac:spMk id="34820" creationId="{8DCD7CE1-603D-4D59-3DBB-C13C0B6505F0}"/>
          </ac:spMkLst>
        </pc:spChg>
        <pc:picChg chg="mod">
          <ac:chgData name="Sam Prince" userId="b8c1c271-dd5b-4079-a09a-81f4ce8be867" providerId="ADAL" clId="{29CBC17D-4AA6-43ED-BD2B-FCF04293FD5F}" dt="2023-10-17T15:36:05.026" v="409" actId="1076"/>
          <ac:picMkLst>
            <pc:docMk/>
            <pc:sldMk cId="1632008716" sldId="332"/>
            <ac:picMk id="3" creationId="{1A17FF51-78C9-8184-2B14-946D27DFE42E}"/>
          </ac:picMkLst>
        </pc:picChg>
      </pc:sldChg>
    </pc:docChg>
  </pc:docChgLst>
  <pc:docChgLst>
    <pc:chgData name="Sam Prince" userId="b8c1c271-dd5b-4079-a09a-81f4ce8be867" providerId="ADAL" clId="{E9412DCA-3ECD-418D-A98D-6FEC4B2A112F}"/>
    <pc:docChg chg="undo custSel addSld delSld modSld">
      <pc:chgData name="Sam Prince" userId="b8c1c271-dd5b-4079-a09a-81f4ce8be867" providerId="ADAL" clId="{E9412DCA-3ECD-418D-A98D-6FEC4B2A112F}" dt="2023-10-25T12:30:23.154" v="54" actId="20577"/>
      <pc:docMkLst>
        <pc:docMk/>
      </pc:docMkLst>
      <pc:sldChg chg="addSp delSp mod delCm">
        <pc:chgData name="Sam Prince" userId="b8c1c271-dd5b-4079-a09a-81f4ce8be867" providerId="ADAL" clId="{E9412DCA-3ECD-418D-A98D-6FEC4B2A112F}" dt="2023-10-25T12:14:22.877" v="37" actId="478"/>
        <pc:sldMkLst>
          <pc:docMk/>
          <pc:sldMk cId="884549766" sldId="305"/>
        </pc:sldMkLst>
        <pc:picChg chg="add del">
          <ac:chgData name="Sam Prince" userId="b8c1c271-dd5b-4079-a09a-81f4ce8be867" providerId="ADAL" clId="{E9412DCA-3ECD-418D-A98D-6FEC4B2A112F}" dt="2023-10-25T12:14:22.171" v="36" actId="22"/>
          <ac:picMkLst>
            <pc:docMk/>
            <pc:sldMk cId="884549766" sldId="305"/>
            <ac:picMk id="3" creationId="{14BC4BCC-5F6F-9B51-7A16-A6EDF7E79BFF}"/>
          </ac:picMkLst>
        </pc:picChg>
        <pc:picChg chg="add del">
          <ac:chgData name="Sam Prince" userId="b8c1c271-dd5b-4079-a09a-81f4ce8be867" providerId="ADAL" clId="{E9412DCA-3ECD-418D-A98D-6FEC4B2A112F}" dt="2023-10-25T12:14:22.877" v="37" actId="478"/>
          <ac:picMkLst>
            <pc:docMk/>
            <pc:sldMk cId="884549766" sldId="305"/>
            <ac:picMk id="4" creationId="{7B56E94C-A027-99A4-3765-6649C791009E}"/>
          </ac:picMkLst>
        </pc:picChg>
      </pc:sldChg>
      <pc:sldChg chg="modSp mod">
        <pc:chgData name="Sam Prince" userId="b8c1c271-dd5b-4079-a09a-81f4ce8be867" providerId="ADAL" clId="{E9412DCA-3ECD-418D-A98D-6FEC4B2A112F}" dt="2023-10-25T12:29:47.774" v="48" actId="20577"/>
        <pc:sldMkLst>
          <pc:docMk/>
          <pc:sldMk cId="4217868747" sldId="312"/>
        </pc:sldMkLst>
        <pc:spChg chg="mod">
          <ac:chgData name="Sam Prince" userId="b8c1c271-dd5b-4079-a09a-81f4ce8be867" providerId="ADAL" clId="{E9412DCA-3ECD-418D-A98D-6FEC4B2A112F}" dt="2023-10-25T12:29:47.774" v="48" actId="20577"/>
          <ac:spMkLst>
            <pc:docMk/>
            <pc:sldMk cId="4217868747" sldId="312"/>
            <ac:spMk id="2" creationId="{2286F9BD-E078-A9B7-441F-D2C3B5A9C193}"/>
          </ac:spMkLst>
        </pc:spChg>
      </pc:sldChg>
      <pc:sldChg chg="delSp modSp mod delCm">
        <pc:chgData name="Sam Prince" userId="b8c1c271-dd5b-4079-a09a-81f4ce8be867" providerId="ADAL" clId="{E9412DCA-3ECD-418D-A98D-6FEC4B2A112F}" dt="2023-10-25T12:30:04.072" v="51" actId="179"/>
        <pc:sldMkLst>
          <pc:docMk/>
          <pc:sldMk cId="2723145805" sldId="313"/>
        </pc:sldMkLst>
        <pc:spChg chg="mod">
          <ac:chgData name="Sam Prince" userId="b8c1c271-dd5b-4079-a09a-81f4ce8be867" providerId="ADAL" clId="{E9412DCA-3ECD-418D-A98D-6FEC4B2A112F}" dt="2023-10-25T12:30:04.072" v="51" actId="179"/>
          <ac:spMkLst>
            <pc:docMk/>
            <pc:sldMk cId="2723145805" sldId="313"/>
            <ac:spMk id="34819" creationId="{453C7683-8588-7ABC-32E0-8A4E68218620}"/>
          </ac:spMkLst>
        </pc:spChg>
        <pc:spChg chg="mod">
          <ac:chgData name="Sam Prince" userId="b8c1c271-dd5b-4079-a09a-81f4ce8be867" providerId="ADAL" clId="{E9412DCA-3ECD-418D-A98D-6FEC4B2A112F}" dt="2023-10-25T12:29:59.260" v="50" actId="20577"/>
          <ac:spMkLst>
            <pc:docMk/>
            <pc:sldMk cId="2723145805" sldId="313"/>
            <ac:spMk id="34820" creationId="{8DCD7CE1-603D-4D59-3DBB-C13C0B6505F0}"/>
          </ac:spMkLst>
        </pc:spChg>
        <pc:picChg chg="del mod">
          <ac:chgData name="Sam Prince" userId="b8c1c271-dd5b-4079-a09a-81f4ce8be867" providerId="ADAL" clId="{E9412DCA-3ECD-418D-A98D-6FEC4B2A112F}" dt="2023-10-25T11:49:12.465" v="9" actId="478"/>
          <ac:picMkLst>
            <pc:docMk/>
            <pc:sldMk cId="2723145805" sldId="313"/>
            <ac:picMk id="3" creationId="{C956B0B2-8464-8D85-1F4D-D7D9608D914D}"/>
          </ac:picMkLst>
        </pc:picChg>
      </pc:sldChg>
      <pc:sldChg chg="addSp delSp modSp mod delCm">
        <pc:chgData name="Sam Prince" userId="b8c1c271-dd5b-4079-a09a-81f4ce8be867" providerId="ADAL" clId="{E9412DCA-3ECD-418D-A98D-6FEC4B2A112F}" dt="2023-10-25T12:14:54.702" v="41" actId="1076"/>
        <pc:sldMkLst>
          <pc:docMk/>
          <pc:sldMk cId="1234547269" sldId="320"/>
        </pc:sldMkLst>
        <pc:picChg chg="del mod">
          <ac:chgData name="Sam Prince" userId="b8c1c271-dd5b-4079-a09a-81f4ce8be867" providerId="ADAL" clId="{E9412DCA-3ECD-418D-A98D-6FEC4B2A112F}" dt="2023-10-25T12:14:43.114" v="38" actId="478"/>
          <ac:picMkLst>
            <pc:docMk/>
            <pc:sldMk cId="1234547269" sldId="320"/>
            <ac:picMk id="3" creationId="{AAA2496A-7AD5-BA1F-4E74-780CF9EC98AB}"/>
          </ac:picMkLst>
        </pc:picChg>
        <pc:picChg chg="add mod">
          <ac:chgData name="Sam Prince" userId="b8c1c271-dd5b-4079-a09a-81f4ce8be867" providerId="ADAL" clId="{E9412DCA-3ECD-418D-A98D-6FEC4B2A112F}" dt="2023-10-25T12:14:54.702" v="41" actId="1076"/>
          <ac:picMkLst>
            <pc:docMk/>
            <pc:sldMk cId="1234547269" sldId="320"/>
            <ac:picMk id="4" creationId="{E577514B-4539-413D-F39F-400D24ADA4DA}"/>
          </ac:picMkLst>
        </pc:picChg>
      </pc:sldChg>
      <pc:sldChg chg="modSp mod">
        <pc:chgData name="Sam Prince" userId="b8c1c271-dd5b-4079-a09a-81f4ce8be867" providerId="ADAL" clId="{E9412DCA-3ECD-418D-A98D-6FEC4B2A112F}" dt="2023-10-25T12:29:38.099" v="47" actId="20577"/>
        <pc:sldMkLst>
          <pc:docMk/>
          <pc:sldMk cId="4124290334" sldId="324"/>
        </pc:sldMkLst>
        <pc:spChg chg="mod">
          <ac:chgData name="Sam Prince" userId="b8c1c271-dd5b-4079-a09a-81f4ce8be867" providerId="ADAL" clId="{E9412DCA-3ECD-418D-A98D-6FEC4B2A112F}" dt="2023-10-25T12:29:38.099" v="47" actId="20577"/>
          <ac:spMkLst>
            <pc:docMk/>
            <pc:sldMk cId="4124290334" sldId="324"/>
            <ac:spMk id="2" creationId="{21A00650-0A1A-999C-86B4-57399EF87A5B}"/>
          </ac:spMkLst>
        </pc:spChg>
      </pc:sldChg>
      <pc:sldChg chg="delCm">
        <pc:chgData name="Sam Prince" userId="b8c1c271-dd5b-4079-a09a-81f4ce8be867" providerId="ADAL" clId="{E9412DCA-3ECD-418D-A98D-6FEC4B2A112F}" dt="2023-10-25T11:48:42.027" v="5"/>
        <pc:sldMkLst>
          <pc:docMk/>
          <pc:sldMk cId="3745839151" sldId="326"/>
        </pc:sldMkLst>
      </pc:sldChg>
      <pc:sldChg chg="addSp delSp modSp mod">
        <pc:chgData name="Sam Prince" userId="b8c1c271-dd5b-4079-a09a-81f4ce8be867" providerId="ADAL" clId="{E9412DCA-3ECD-418D-A98D-6FEC4B2A112F}" dt="2023-10-25T12:30:23.154" v="54" actId="20577"/>
        <pc:sldMkLst>
          <pc:docMk/>
          <pc:sldMk cId="3286958162" sldId="327"/>
        </pc:sldMkLst>
        <pc:spChg chg="mod">
          <ac:chgData name="Sam Prince" userId="b8c1c271-dd5b-4079-a09a-81f4ce8be867" providerId="ADAL" clId="{E9412DCA-3ECD-418D-A98D-6FEC4B2A112F}" dt="2023-10-25T12:15:49.075" v="46" actId="20577"/>
          <ac:spMkLst>
            <pc:docMk/>
            <pc:sldMk cId="3286958162" sldId="327"/>
            <ac:spMk id="2" creationId="{61F32BB9-267F-772C-6D8F-FC4857D296EC}"/>
          </ac:spMkLst>
        </pc:spChg>
        <pc:spChg chg="mod">
          <ac:chgData name="Sam Prince" userId="b8c1c271-dd5b-4079-a09a-81f4ce8be867" providerId="ADAL" clId="{E9412DCA-3ECD-418D-A98D-6FEC4B2A112F}" dt="2023-10-25T12:30:23.154" v="54" actId="20577"/>
          <ac:spMkLst>
            <pc:docMk/>
            <pc:sldMk cId="3286958162" sldId="327"/>
            <ac:spMk id="34820" creationId="{8DCD7CE1-603D-4D59-3DBB-C13C0B6505F0}"/>
          </ac:spMkLst>
        </pc:spChg>
        <pc:picChg chg="del">
          <ac:chgData name="Sam Prince" userId="b8c1c271-dd5b-4079-a09a-81f4ce8be867" providerId="ADAL" clId="{E9412DCA-3ECD-418D-A98D-6FEC4B2A112F}" dt="2023-10-25T12:15:39.646" v="42" actId="478"/>
          <ac:picMkLst>
            <pc:docMk/>
            <pc:sldMk cId="3286958162" sldId="327"/>
            <ac:picMk id="4" creationId="{C144E060-923E-C8C6-751C-A61F2FA045EC}"/>
          </ac:picMkLst>
        </pc:picChg>
        <pc:picChg chg="add mod">
          <ac:chgData name="Sam Prince" userId="b8c1c271-dd5b-4079-a09a-81f4ce8be867" providerId="ADAL" clId="{E9412DCA-3ECD-418D-A98D-6FEC4B2A112F}" dt="2023-10-25T12:15:46.964" v="45" actId="1076"/>
          <ac:picMkLst>
            <pc:docMk/>
            <pc:sldMk cId="3286958162" sldId="327"/>
            <ac:picMk id="5" creationId="{9BEDD636-FC8B-1E12-019A-C5A5D277F08D}"/>
          </ac:picMkLst>
        </pc:picChg>
      </pc:sldChg>
      <pc:sldChg chg="delSp modSp">
        <pc:chgData name="Sam Prince" userId="b8c1c271-dd5b-4079-a09a-81f4ce8be867" providerId="ADAL" clId="{E9412DCA-3ECD-418D-A98D-6FEC4B2A112F}" dt="2023-10-25T12:30:14.690" v="53" actId="1076"/>
        <pc:sldMkLst>
          <pc:docMk/>
          <pc:sldMk cId="720734111" sldId="328"/>
        </pc:sldMkLst>
        <pc:spChg chg="mod">
          <ac:chgData name="Sam Prince" userId="b8c1c271-dd5b-4079-a09a-81f4ce8be867" providerId="ADAL" clId="{E9412DCA-3ECD-418D-A98D-6FEC4B2A112F}" dt="2023-10-25T12:30:12.452" v="52" actId="1076"/>
          <ac:spMkLst>
            <pc:docMk/>
            <pc:sldMk cId="720734111" sldId="328"/>
            <ac:spMk id="2" creationId="{1358361D-7101-03F2-8C03-B1DBB686961C}"/>
          </ac:spMkLst>
        </pc:spChg>
        <pc:spChg chg="mod">
          <ac:chgData name="Sam Prince" userId="b8c1c271-dd5b-4079-a09a-81f4ce8be867" providerId="ADAL" clId="{E9412DCA-3ECD-418D-A98D-6FEC4B2A112F}" dt="2023-10-25T12:30:14.690" v="53" actId="1076"/>
          <ac:spMkLst>
            <pc:docMk/>
            <pc:sldMk cId="720734111" sldId="328"/>
            <ac:spMk id="3" creationId="{4AC9765A-E383-7EA9-B0B8-F789FC2B69DE}"/>
          </ac:spMkLst>
        </pc:spChg>
        <pc:spChg chg="del">
          <ac:chgData name="Sam Prince" userId="b8c1c271-dd5b-4079-a09a-81f4ce8be867" providerId="ADAL" clId="{E9412DCA-3ECD-418D-A98D-6FEC4B2A112F}" dt="2023-10-25T11:50:23.599" v="28" actId="478"/>
          <ac:spMkLst>
            <pc:docMk/>
            <pc:sldMk cId="720734111" sldId="328"/>
            <ac:spMk id="5" creationId="{4FE95134-6A3D-59C5-2F6D-3A47684B3D81}"/>
          </ac:spMkLst>
        </pc:spChg>
        <pc:spChg chg="mod">
          <ac:chgData name="Sam Prince" userId="b8c1c271-dd5b-4079-a09a-81f4ce8be867" providerId="ADAL" clId="{E9412DCA-3ECD-418D-A98D-6FEC4B2A112F}" dt="2023-10-25T11:50:34.716" v="31" actId="1076"/>
          <ac:spMkLst>
            <pc:docMk/>
            <pc:sldMk cId="720734111" sldId="328"/>
            <ac:spMk id="34819" creationId="{453C7683-8588-7ABC-32E0-8A4E68218620}"/>
          </ac:spMkLst>
        </pc:spChg>
      </pc:sldChg>
      <pc:sldChg chg="delCm">
        <pc:chgData name="Sam Prince" userId="b8c1c271-dd5b-4079-a09a-81f4ce8be867" providerId="ADAL" clId="{E9412DCA-3ECD-418D-A98D-6FEC4B2A112F}" dt="2023-10-25T11:50:41.731" v="32"/>
        <pc:sldMkLst>
          <pc:docMk/>
          <pc:sldMk cId="3410251149" sldId="329"/>
        </pc:sldMkLst>
      </pc:sldChg>
      <pc:sldChg chg="delCm">
        <pc:chgData name="Sam Prince" userId="b8c1c271-dd5b-4079-a09a-81f4ce8be867" providerId="ADAL" clId="{E9412DCA-3ECD-418D-A98D-6FEC4B2A112F}" dt="2023-10-25T11:47:53.899" v="0"/>
        <pc:sldMkLst>
          <pc:docMk/>
          <pc:sldMk cId="256175664" sldId="331"/>
        </pc:sldMkLst>
      </pc:sldChg>
      <pc:sldChg chg="modSp mod delCm">
        <pc:chgData name="Sam Prince" userId="b8c1c271-dd5b-4079-a09a-81f4ce8be867" providerId="ADAL" clId="{E9412DCA-3ECD-418D-A98D-6FEC4B2A112F}" dt="2023-10-25T12:29:54.482" v="49" actId="20577"/>
        <pc:sldMkLst>
          <pc:docMk/>
          <pc:sldMk cId="2474559320" sldId="333"/>
        </pc:sldMkLst>
        <pc:spChg chg="mod">
          <ac:chgData name="Sam Prince" userId="b8c1c271-dd5b-4079-a09a-81f4ce8be867" providerId="ADAL" clId="{E9412DCA-3ECD-418D-A98D-6FEC4B2A112F}" dt="2023-10-25T12:29:54.482" v="49" actId="20577"/>
          <ac:spMkLst>
            <pc:docMk/>
            <pc:sldMk cId="2474559320" sldId="333"/>
            <ac:spMk id="34820" creationId="{8DCD7CE1-603D-4D59-3DBB-C13C0B6505F0}"/>
          </ac:spMkLst>
        </pc:spChg>
      </pc:sldChg>
      <pc:sldChg chg="modSp mod delCm">
        <pc:chgData name="Sam Prince" userId="b8c1c271-dd5b-4079-a09a-81f4ce8be867" providerId="ADAL" clId="{E9412DCA-3ECD-418D-A98D-6FEC4B2A112F}" dt="2023-10-25T11:48:06.368" v="2" actId="20577"/>
        <pc:sldMkLst>
          <pc:docMk/>
          <pc:sldMk cId="1386665012" sldId="334"/>
        </pc:sldMkLst>
        <pc:spChg chg="mod">
          <ac:chgData name="Sam Prince" userId="b8c1c271-dd5b-4079-a09a-81f4ce8be867" providerId="ADAL" clId="{E9412DCA-3ECD-418D-A98D-6FEC4B2A112F}" dt="2023-10-25T11:48:06.368" v="2" actId="20577"/>
          <ac:spMkLst>
            <pc:docMk/>
            <pc:sldMk cId="1386665012" sldId="334"/>
            <ac:spMk id="34820" creationId="{8DCD7CE1-603D-4D59-3DBB-C13C0B6505F0}"/>
          </ac:spMkLst>
        </pc:spChg>
      </pc:sldChg>
      <pc:sldChg chg="new add del">
        <pc:chgData name="Sam Prince" userId="b8c1c271-dd5b-4079-a09a-81f4ce8be867" providerId="ADAL" clId="{E9412DCA-3ECD-418D-A98D-6FEC4B2A112F}" dt="2023-10-25T11:49:48.959" v="18" actId="47"/>
        <pc:sldMkLst>
          <pc:docMk/>
          <pc:sldMk cId="3055724626" sldId="335"/>
        </pc:sldMkLst>
      </pc:sldChg>
      <pc:sldChg chg="addSp delSp modSp add mod">
        <pc:chgData name="Sam Prince" userId="b8c1c271-dd5b-4079-a09a-81f4ce8be867" providerId="ADAL" clId="{E9412DCA-3ECD-418D-A98D-6FEC4B2A112F}" dt="2023-10-25T11:50:17.347" v="27" actId="12"/>
        <pc:sldMkLst>
          <pc:docMk/>
          <pc:sldMk cId="3440016492" sldId="335"/>
        </pc:sldMkLst>
        <pc:spChg chg="del">
          <ac:chgData name="Sam Prince" userId="b8c1c271-dd5b-4079-a09a-81f4ce8be867" providerId="ADAL" clId="{E9412DCA-3ECD-418D-A98D-6FEC4B2A112F}" dt="2023-10-25T11:50:00.079" v="22" actId="478"/>
          <ac:spMkLst>
            <pc:docMk/>
            <pc:sldMk cId="3440016492" sldId="335"/>
            <ac:spMk id="2" creationId="{1358361D-7101-03F2-8C03-B1DBB686961C}"/>
          </ac:spMkLst>
        </pc:spChg>
        <pc:spChg chg="del">
          <ac:chgData name="Sam Prince" userId="b8c1c271-dd5b-4079-a09a-81f4ce8be867" providerId="ADAL" clId="{E9412DCA-3ECD-418D-A98D-6FEC4B2A112F}" dt="2023-10-25T11:50:05.157" v="24" actId="478"/>
          <ac:spMkLst>
            <pc:docMk/>
            <pc:sldMk cId="3440016492" sldId="335"/>
            <ac:spMk id="3" creationId="{4AC9765A-E383-7EA9-B0B8-F789FC2B69DE}"/>
          </ac:spMkLst>
        </pc:spChg>
        <pc:spChg chg="add del mod">
          <ac:chgData name="Sam Prince" userId="b8c1c271-dd5b-4079-a09a-81f4ce8be867" providerId="ADAL" clId="{E9412DCA-3ECD-418D-A98D-6FEC4B2A112F}" dt="2023-10-25T11:50:01.768" v="23" actId="478"/>
          <ac:spMkLst>
            <pc:docMk/>
            <pc:sldMk cId="3440016492" sldId="335"/>
            <ac:spMk id="4" creationId="{57752601-76F8-5665-7B12-AFDD5B9CD0F4}"/>
          </ac:spMkLst>
        </pc:spChg>
        <pc:spChg chg="mod">
          <ac:chgData name="Sam Prince" userId="b8c1c271-dd5b-4079-a09a-81f4ce8be867" providerId="ADAL" clId="{E9412DCA-3ECD-418D-A98D-6FEC4B2A112F}" dt="2023-10-25T11:50:17.347" v="27" actId="12"/>
          <ac:spMkLst>
            <pc:docMk/>
            <pc:sldMk cId="3440016492" sldId="335"/>
            <ac:spMk id="5" creationId="{4FE95134-6A3D-59C5-2F6D-3A47684B3D81}"/>
          </ac:spMkLst>
        </pc:spChg>
        <pc:spChg chg="del">
          <ac:chgData name="Sam Prince" userId="b8c1c271-dd5b-4079-a09a-81f4ce8be867" providerId="ADAL" clId="{E9412DCA-3ECD-418D-A98D-6FEC4B2A112F}" dt="2023-10-25T11:49:57.502" v="21" actId="478"/>
          <ac:spMkLst>
            <pc:docMk/>
            <pc:sldMk cId="3440016492" sldId="335"/>
            <ac:spMk id="34819" creationId="{453C7683-8588-7ABC-32E0-8A4E68218620}"/>
          </ac:spMkLst>
        </pc:spChg>
        <pc:spChg chg="mod">
          <ac:chgData name="Sam Prince" userId="b8c1c271-dd5b-4079-a09a-81f4ce8be867" providerId="ADAL" clId="{E9412DCA-3ECD-418D-A98D-6FEC4B2A112F}" dt="2023-10-25T11:49:54.968" v="20" actId="20577"/>
          <ac:spMkLst>
            <pc:docMk/>
            <pc:sldMk cId="3440016492" sldId="335"/>
            <ac:spMk id="34820" creationId="{8DCD7CE1-603D-4D59-3DBB-C13C0B6505F0}"/>
          </ac:spMkLst>
        </pc:spChg>
      </pc:sldChg>
      <pc:sldChg chg="add del">
        <pc:chgData name="Sam Prince" userId="b8c1c271-dd5b-4079-a09a-81f4ce8be867" providerId="ADAL" clId="{E9412DCA-3ECD-418D-A98D-6FEC4B2A112F}" dt="2023-10-25T11:49:46.201" v="17" actId="2890"/>
        <pc:sldMkLst>
          <pc:docMk/>
          <pc:sldMk cId="2338284131" sldId="33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b="1"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3701830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3181255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3672352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 </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1790118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3514831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329417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644187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3382190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3889994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a:p>
        </p:txBody>
      </p:sp>
    </p:spTree>
    <p:extLst>
      <p:ext uri="{BB962C8B-B14F-4D97-AF65-F5344CB8AC3E}">
        <p14:creationId xmlns:p14="http://schemas.microsoft.com/office/powerpoint/2010/main" val="697954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2696630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1357816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2931283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27966108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740723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7281431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30208681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38596262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a:p>
        </p:txBody>
      </p:sp>
    </p:spTree>
    <p:extLst>
      <p:ext uri="{BB962C8B-B14F-4D97-AF65-F5344CB8AC3E}">
        <p14:creationId xmlns:p14="http://schemas.microsoft.com/office/powerpoint/2010/main" val="4500117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2383453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25896155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20414916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17544971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21317978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34</a:t>
            </a:fld>
            <a:endParaRPr lang="en-GB" altLang="en-US"/>
          </a:p>
        </p:txBody>
      </p:sp>
    </p:spTree>
    <p:extLst>
      <p:ext uri="{BB962C8B-B14F-4D97-AF65-F5344CB8AC3E}">
        <p14:creationId xmlns:p14="http://schemas.microsoft.com/office/powerpoint/2010/main" val="3414460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60485046"/>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5.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image" Target="../media/image6.jpeg"/><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image" Target="../media/image7.jpeg"/><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e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e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0.jpe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5" Type="http://schemas.openxmlformats.org/officeDocument/2006/relationships/image" Target="../media/image11.jpeg"/><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754FE2A1-A0CE-00D3-04DE-5A9FCEA9B55B}"/>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42.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42.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51.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42.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42.xml"/><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5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51.xml"/><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51.xml"/><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5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51.xml"/><Relationship Id="rId4" Type="http://schemas.openxmlformats.org/officeDocument/2006/relationships/image" Target="../media/image22.jpe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51.xml"/><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51.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51.xml"/><Relationship Id="rId4" Type="http://schemas.openxmlformats.org/officeDocument/2006/relationships/image" Target="../media/image25.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a:latin typeface="Sakkal Majalla" panose="02000000000000000000" pitchFamily="2" charset="-78"/>
                <a:cs typeface="Sakkal Majalla" panose="02000000000000000000" pitchFamily="2" charset="-78"/>
              </a:rPr>
              <a:t>الوحدة 11</a:t>
            </a:r>
            <a:br>
              <a:rPr lang="en-GB" altLang="en-US" dirty="0">
                <a:latin typeface="Sakkal Majalla" panose="02000000000000000000" pitchFamily="2" charset="-78"/>
                <a:cs typeface="Sakkal Majalla" panose="02000000000000000000" pitchFamily="2" charset="-78"/>
              </a:rPr>
            </a:br>
            <a:br>
              <a:rPr lang="en-US" altLang="en-US" dirty="0">
                <a:latin typeface="Sakkal Majalla" panose="02000000000000000000" pitchFamily="2" charset="-78"/>
                <a:cs typeface="Sakkal Majalla" panose="02000000000000000000" pitchFamily="2" charset="-78"/>
              </a:rPr>
            </a:br>
            <a:endParaRPr lang="en-GB" altLang="en-US" dirty="0">
              <a:latin typeface="Sakkal Majalla" panose="02000000000000000000" pitchFamily="2" charset="-78"/>
              <a:cs typeface="Sakkal Majalla" panose="02000000000000000000" pitchFamily="2" charset="-78"/>
            </a:endParaRPr>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886200"/>
            <a:ext cx="6400800" cy="1752600"/>
          </a:xfrm>
        </p:spPr>
        <p:txBody>
          <a:bodyPr rtlCol="1"/>
          <a:lstStyle/>
          <a:p>
            <a:pPr rtl="1"/>
            <a:r>
              <a:rPr lang="ar" sz="4400" b="1">
                <a:latin typeface="Sakkal Majalla" panose="02000000000000000000" pitchFamily="2" charset="-78"/>
                <a:cs typeface="Sakkal Majalla" panose="02000000000000000000" pitchFamily="2" charset="-78"/>
              </a:rPr>
              <a:t>اللحام</a:t>
            </a:r>
            <a:br>
              <a:rPr lang="en-GB" altLang="en-US" dirty="0">
                <a:latin typeface="Sakkal Majalla" panose="02000000000000000000" pitchFamily="2" charset="-78"/>
                <a:cs typeface="Sakkal Majalla" panose="02000000000000000000" pitchFamily="2" charset="-78"/>
              </a:rPr>
            </a:br>
            <a:endParaRPr lang="en-GB"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lnSpcReduction="10000"/>
          </a:bodyPr>
          <a:lstStyle/>
          <a:p>
            <a:pPr algn="ctr" rtl="1">
              <a:lnSpc>
                <a:spcPct val="90000"/>
              </a:lnSpc>
              <a:spcAft>
                <a:spcPts val="600"/>
              </a:spcAft>
              <a:defRPr/>
            </a:pPr>
            <a:r>
              <a:rPr lang="ar" sz="1400">
                <a:latin typeface="Sakkal Majalla" panose="02000000000000000000" pitchFamily="2" charset="-78"/>
                <a:cs typeface="Sakkal Majalla" panose="02000000000000000000" pitchFamily="2" charset="-78"/>
              </a:rPr>
              <a:t>© حقوق التأليف والنشر لعام 2023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10DFD9E6-20D1-C905-CE87-E76578D6FD5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a:latin typeface="Sakkal Majalla" panose="02000000000000000000" pitchFamily="2" charset="-78"/>
                <a:cs typeface="Sakkal Majalla" panose="02000000000000000000" pitchFamily="2" charset="-78"/>
              </a:rPr>
              <a:t>اللحام</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ستتعرف في هذه الوحدة على أنواع مختلفة من عمليات اللحام وكيفية التخطيط لعملية لحام آمنة.</a:t>
            </a:r>
          </a:p>
          <a:p>
            <a:pPr rtl="1"/>
            <a:r>
              <a:rPr lang="ar">
                <a:latin typeface="Sakkal Majalla" panose="02000000000000000000" pitchFamily="2" charset="-78"/>
                <a:cs typeface="Sakkal Majalla" panose="02000000000000000000" pitchFamily="2" charset="-78"/>
              </a:rPr>
              <a:t>كما ستتعلم كيفية استخدام الأدوات والمعدات والمواد الاستهلاكية بأمان لإنتاج وصلات ملحومة.</a:t>
            </a:r>
          </a:p>
          <a:p>
            <a:pPr rtl="1"/>
            <a:r>
              <a:rPr lang="ar">
                <a:latin typeface="Sakkal Majalla" panose="02000000000000000000" pitchFamily="2" charset="-78"/>
                <a:cs typeface="Sakkal Majalla" panose="02000000000000000000" pitchFamily="2" charset="-78"/>
              </a:rPr>
              <a:t>سوف تتعلم كيف يمكن اكتشاف العيوب في اللحامات وتجنبها. سوف تحدد جودة الوصلة الملحومة باستخدام اختبارات غير إتلافية وإتلافية.</a:t>
            </a:r>
          </a:p>
        </p:txBody>
      </p:sp>
      <p:sp>
        <p:nvSpPr>
          <p:cNvPr id="2" name="Footer Placeholder 2">
            <a:extLst>
              <a:ext uri="{FF2B5EF4-FFF2-40B4-BE49-F238E27FC236}">
                <a16:creationId xmlns:a16="http://schemas.microsoft.com/office/drawing/2014/main" id="{436D0E4D-F0AC-AD32-0634-150C609230C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a:latin typeface="Sakkal Majalla" panose="02000000000000000000" pitchFamily="2" charset="-78"/>
                <a:cs typeface="Sakkal Majalla" panose="02000000000000000000" pitchFamily="2" charset="-78"/>
              </a:rPr>
              <a:t>أهداف التعلم</a:t>
            </a:r>
            <a:endParaRPr lang="en-GB" altLang="en-US" b="1"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b="1">
                <a:latin typeface="Sakkal Majalla" panose="02000000000000000000" pitchFamily="2" charset="-78"/>
                <a:cs typeface="Sakkal Majalla" panose="02000000000000000000" pitchFamily="2" charset="-78"/>
              </a:rPr>
              <a:t>(أ)	</a:t>
            </a:r>
            <a:r>
              <a:rPr lang="ar">
                <a:latin typeface="Sakkal Majalla" panose="02000000000000000000" pitchFamily="2" charset="-78"/>
                <a:cs typeface="Sakkal Majalla" panose="02000000000000000000" pitchFamily="2" charset="-78"/>
              </a:rPr>
              <a:t>وضع خطة لعمليات اللحام الآمنة</a:t>
            </a:r>
          </a:p>
          <a:p>
            <a:pPr marL="404813" indent="-404813" defTabSz="431800" rtl="1">
              <a:spcBef>
                <a:spcPts val="1200"/>
              </a:spcBef>
              <a:buNone/>
            </a:pPr>
            <a:r>
              <a:rPr lang="ar" b="1">
                <a:latin typeface="Sakkal Majalla" panose="02000000000000000000" pitchFamily="2" charset="-78"/>
                <a:cs typeface="Sakkal Majalla" panose="02000000000000000000" pitchFamily="2" charset="-78"/>
              </a:rPr>
              <a:t>(ب)	</a:t>
            </a:r>
            <a:r>
              <a:rPr lang="ar">
                <a:latin typeface="Sakkal Majalla" panose="02000000000000000000" pitchFamily="2" charset="-78"/>
                <a:cs typeface="Sakkal Majalla" panose="02000000000000000000" pitchFamily="2" charset="-78"/>
              </a:rPr>
              <a:t>تنفيذ عمليات اللحام بأمان</a:t>
            </a:r>
          </a:p>
          <a:p>
            <a:pPr marL="404813" indent="-404813" defTabSz="431800" rtl="1">
              <a:spcBef>
                <a:spcPts val="1200"/>
              </a:spcBef>
              <a:buNone/>
            </a:pPr>
            <a:r>
              <a:rPr lang="ar" b="1">
                <a:latin typeface="Sakkal Majalla" panose="02000000000000000000" pitchFamily="2" charset="-78"/>
                <a:cs typeface="Sakkal Majalla" panose="02000000000000000000" pitchFamily="2" charset="-78"/>
              </a:rPr>
              <a:t>(ج)	</a:t>
            </a:r>
            <a:r>
              <a:rPr lang="ar">
                <a:latin typeface="Sakkal Majalla" panose="02000000000000000000" pitchFamily="2" charset="-78"/>
                <a:cs typeface="Sakkal Majalla" panose="02000000000000000000" pitchFamily="2" charset="-78"/>
              </a:rPr>
              <a:t>اختبار الوصلات الملحومة بأمان</a:t>
            </a:r>
          </a:p>
          <a:p>
            <a:pPr marL="0" indent="0" defTabSz="431800" rtl="1">
              <a:spcBef>
                <a:spcPts val="1200"/>
              </a:spcBef>
              <a:buFont typeface="Wingdings" panose="05000000000000000000" pitchFamily="2" charset="2"/>
              <a:buNone/>
            </a:pPr>
            <a:endParaRPr lang="en-GB" altLang="en-US"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endParaRPr lang="en-GB" altLang="en-US"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br>
              <a:rPr lang="en-GB" altLang="en-US" dirty="0">
                <a:latin typeface="Sakkal Majalla" panose="02000000000000000000" pitchFamily="2" charset="-78"/>
                <a:cs typeface="Sakkal Majalla" panose="02000000000000000000" pitchFamily="2" charset="-78"/>
              </a:rPr>
            </a:br>
            <a:r>
              <a:rPr lang="ar">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5047931F-49E4-8A3C-9D92-D324F4DA8CF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Sakkal Majalla" panose="02000000000000000000" pitchFamily="2" charset="-78"/>
                <a:cs typeface="Sakkal Majalla" panose="02000000000000000000" pitchFamily="2" charset="-78"/>
              </a:rPr>
              <a:t>هدف التعلم (أ)</a:t>
            </a:r>
            <a:br>
              <a:rPr lang="en-US" altLang="en-US" sz="2400" dirty="0">
                <a:latin typeface="Sakkal Majalla" panose="02000000000000000000" pitchFamily="2" charset="-78"/>
                <a:cs typeface="Sakkal Majalla" panose="02000000000000000000" pitchFamily="2" charset="-78"/>
              </a:rPr>
            </a:br>
            <a:br>
              <a:rPr lang="en-US" altLang="en-US" sz="2400" dirty="0">
                <a:latin typeface="Sakkal Majalla" panose="02000000000000000000" pitchFamily="2" charset="-78"/>
                <a:cs typeface="Sakkal Majalla" panose="02000000000000000000" pitchFamily="2" charset="-78"/>
              </a:rPr>
            </a:br>
            <a:endParaRPr lang="en-GB" altLang="en-US" sz="3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latin typeface="Sakkal Majalla" panose="02000000000000000000" pitchFamily="2" charset="-78"/>
                <a:cs typeface="Sakkal Majalla" panose="02000000000000000000" pitchFamily="2" charset="-78"/>
              </a:rPr>
              <a:t>عمليات اللحام</a:t>
            </a:r>
          </a:p>
          <a:p>
            <a:pPr marL="685800" rtl="1"/>
            <a:r>
              <a:rPr lang="ar">
                <a:latin typeface="Sakkal Majalla" panose="02000000000000000000" pitchFamily="2" charset="-78"/>
                <a:cs typeface="Sakkal Majalla" panose="02000000000000000000" pitchFamily="2" charset="-78"/>
              </a:rPr>
              <a:t>المواد الاستهلاكية</a:t>
            </a:r>
          </a:p>
          <a:p>
            <a:pPr marL="685800" rtl="1"/>
            <a:r>
              <a:rPr lang="ar">
                <a:latin typeface="Sakkal Majalla" panose="02000000000000000000" pitchFamily="2" charset="-78"/>
                <a:cs typeface="Sakkal Majalla" panose="02000000000000000000" pitchFamily="2" charset="-78"/>
              </a:rPr>
              <a:t>الأدوات والمعدات ومصادر المعلومات</a:t>
            </a:r>
          </a:p>
          <a:p>
            <a:pPr marL="685800" rtl="1"/>
            <a:r>
              <a:rPr lang="ar">
                <a:latin typeface="Sakkal Majalla" panose="02000000000000000000" pitchFamily="2" charset="-78"/>
                <a:cs typeface="Sakkal Majalla" panose="02000000000000000000" pitchFamily="2" charset="-78"/>
              </a:rPr>
              <a:t>العمل على نحو آمن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latin typeface="Sakkal Majalla" panose="02000000000000000000" pitchFamily="2" charset="-78"/>
              <a:cs typeface="Sakkal Majalla" panose="02000000000000000000" pitchFamily="2" charset="-78"/>
            </a:endParaRPr>
          </a:p>
        </p:txBody>
      </p:sp>
      <p:pic>
        <p:nvPicPr>
          <p:cNvPr id="3" name="Picture 2">
            <a:extLst>
              <a:ext uri="{FF2B5EF4-FFF2-40B4-BE49-F238E27FC236}">
                <a16:creationId xmlns:a16="http://schemas.microsoft.com/office/drawing/2014/main" id="{48D5AC82-DBC6-AE1A-C1FB-8C0668DF4726}"/>
              </a:ext>
            </a:extLst>
          </p:cNvPr>
          <p:cNvPicPr>
            <a:picLocks noChangeAspect="1"/>
          </p:cNvPicPr>
          <p:nvPr/>
        </p:nvPicPr>
        <p:blipFill>
          <a:blip r:embed="rId4"/>
          <a:stretch>
            <a:fillRect/>
          </a:stretch>
        </p:blipFill>
        <p:spPr>
          <a:xfrm>
            <a:off x="2041941" y="3108932"/>
            <a:ext cx="5060119" cy="640135"/>
          </a:xfrm>
          <a:prstGeom prst="rect">
            <a:avLst/>
          </a:prstGeom>
        </p:spPr>
      </p:pic>
      <p:sp>
        <p:nvSpPr>
          <p:cNvPr id="2" name="Rectangle 1">
            <a:extLst>
              <a:ext uri="{FF2B5EF4-FFF2-40B4-BE49-F238E27FC236}">
                <a16:creationId xmlns:a16="http://schemas.microsoft.com/office/drawing/2014/main" id="{0098D1CD-818D-1088-403E-7972B8CF7CF3}"/>
              </a:ext>
            </a:extLst>
          </p:cNvPr>
          <p:cNvSpPr/>
          <p:nvPr/>
        </p:nvSpPr>
        <p:spPr>
          <a:xfrm>
            <a:off x="2231136" y="3255264"/>
            <a:ext cx="4687824" cy="323088"/>
          </a:xfrm>
          <a:prstGeom prst="rect">
            <a:avLst/>
          </a:prstGeom>
          <a:solidFill>
            <a:srgbClr val="FFFFFF"/>
          </a:solidFill>
        </p:spPr>
        <p:txBody>
          <a:bodyPr wrap="none" lIns="0" tIns="0" rIns="0" bIns="0" rtlCol="1">
            <a:noAutofit/>
          </a:bodyPr>
          <a:lstStyle/>
          <a:p>
            <a:pPr indent="0" algn="ctr" rtl="1"/>
            <a:r>
              <a:rPr lang="ar" sz="2400" b="1" dirty="0">
                <a:latin typeface="Sakkal Majalla" panose="02000000000000000000" pitchFamily="2" charset="-78"/>
                <a:cs typeface="Sakkal Majalla" panose="02000000000000000000" pitchFamily="2" charset="-78"/>
              </a:rPr>
              <a:t>وضع خطة لعمليات اللحام الآمنة</a:t>
            </a:r>
          </a:p>
        </p:txBody>
      </p:sp>
      <p:sp>
        <p:nvSpPr>
          <p:cNvPr id="4" name="Footer Placeholder 2">
            <a:extLst>
              <a:ext uri="{FF2B5EF4-FFF2-40B4-BE49-F238E27FC236}">
                <a16:creationId xmlns:a16="http://schemas.microsoft.com/office/drawing/2014/main" id="{61C1A371-4F4C-49B2-7E73-972D7D6C066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600" b="1">
                <a:solidFill>
                  <a:schemeClr val="tx2"/>
                </a:solidFill>
                <a:latin typeface="Sakkal Majalla" panose="02000000000000000000" pitchFamily="2" charset="-78"/>
                <a:cs typeface="Sakkal Majalla" panose="02000000000000000000" pitchFamily="2" charset="-78"/>
              </a:rPr>
              <a:t>عملية اللحام (1)</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548936" y="2278049"/>
            <a:ext cx="4415552" cy="410445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355600" indent="-355600" rtl="1"/>
            <a:r>
              <a:rPr lang="ar">
                <a:latin typeface="Sakkal Majalla" panose="02000000000000000000" pitchFamily="2" charset="-78"/>
                <a:cs typeface="Sakkal Majalla" panose="02000000000000000000" pitchFamily="2" charset="-78"/>
              </a:rPr>
              <a:t>يستخدم </a:t>
            </a:r>
            <a:r>
              <a:rPr lang="ar" b="1">
                <a:latin typeface="Sakkal Majalla" panose="02000000000000000000" pitchFamily="2" charset="-78"/>
                <a:cs typeface="Sakkal Majalla" panose="02000000000000000000" pitchFamily="2" charset="-78"/>
              </a:rPr>
              <a:t>اللحام بالقوس المعدني اليدوي (MMA)</a:t>
            </a:r>
            <a:r>
              <a:rPr lang="ar">
                <a:latin typeface="Sakkal Majalla" panose="02000000000000000000" pitchFamily="2" charset="-78"/>
                <a:cs typeface="Sakkal Majalla" panose="02000000000000000000" pitchFamily="2" charset="-78"/>
              </a:rPr>
              <a:t> قضيب إلكترود أو عود. </a:t>
            </a:r>
          </a:p>
          <a:p>
            <a:pPr marL="355600" indent="-355600" rtl="1"/>
            <a:r>
              <a:rPr lang="ar">
                <a:latin typeface="Sakkal Majalla" panose="02000000000000000000" pitchFamily="2" charset="-78"/>
                <a:cs typeface="Sakkal Majalla" panose="02000000000000000000" pitchFamily="2" charset="-78"/>
              </a:rPr>
              <a:t>يحتوي قضيب الإلكترود على قلب معدني صلب محمي بطبقة خارجية من التدفق. </a:t>
            </a:r>
          </a:p>
          <a:p>
            <a:pPr marL="355600" indent="-355600" rtl="1"/>
            <a:r>
              <a:rPr lang="ar">
                <a:latin typeface="Sakkal Majalla" panose="02000000000000000000" pitchFamily="2" charset="-78"/>
                <a:cs typeface="Sakkal Majalla" panose="02000000000000000000" pitchFamily="2" charset="-78"/>
              </a:rPr>
              <a:t>يشكل التيار الكهربائي قوسًا بحرارة تتراوح من 5000 إلى 20,000 درجة مئوية (9032 إلى 36,032 درجة فهرنهايت) يُذوب رأس قضيب الإلكترود بحيث يتدفق المعدن المنصهر ليشكل بؤرة لحام.</a:t>
            </a:r>
          </a:p>
          <a:p>
            <a:pPr indent="0" rtl="1"/>
            <a:endParaRPr lang="en-GB" altLang="en-US"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3DE5293-35BA-5C4A-8744-201E2D71981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3" name="Picture 2">
            <a:extLst>
              <a:ext uri="{FF2B5EF4-FFF2-40B4-BE49-F238E27FC236}">
                <a16:creationId xmlns:a16="http://schemas.microsoft.com/office/drawing/2014/main" id="{DFDF5A17-17F0-FAED-E30E-DA4F7ED70C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7200" y="2708920"/>
            <a:ext cx="4011411" cy="2664296"/>
          </a:xfrm>
          <a:prstGeom prst="rect">
            <a:avLst/>
          </a:prstGeom>
        </p:spPr>
      </p:pic>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30832" y="979661"/>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600" b="1">
                <a:solidFill>
                  <a:schemeClr val="tx2"/>
                </a:solidFill>
                <a:latin typeface="Sakkal Majalla" panose="02000000000000000000" pitchFamily="2" charset="-78"/>
                <a:cs typeface="Sakkal Majalla" panose="02000000000000000000" pitchFamily="2" charset="-78"/>
              </a:rPr>
              <a:t>عملية اللحام (2)</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421291" y="1772816"/>
            <a:ext cx="4536504" cy="424847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r>
              <a:rPr lang="ar">
                <a:latin typeface="Sakkal Majalla" panose="02000000000000000000" pitchFamily="2" charset="-78"/>
                <a:cs typeface="Sakkal Majalla" panose="02000000000000000000" pitchFamily="2" charset="-78"/>
              </a:rPr>
              <a:t>يستخدم </a:t>
            </a:r>
            <a:r>
              <a:rPr lang="ar" b="1">
                <a:latin typeface="Sakkal Majalla" panose="02000000000000000000" pitchFamily="2" charset="-78"/>
                <a:cs typeface="Sakkal Majalla" panose="02000000000000000000" pitchFamily="2" charset="-78"/>
              </a:rPr>
              <a:t>اللحام بالغاز الخامل المعدني (MIG)</a:t>
            </a:r>
            <a:r>
              <a:rPr lang="ar">
                <a:latin typeface="Sakkal Majalla" panose="02000000000000000000" pitchFamily="2" charset="-78"/>
                <a:cs typeface="Sakkal Majalla" panose="02000000000000000000" pitchFamily="2" charset="-78"/>
              </a:rPr>
              <a:t> "مسدسًا" لتغذية قضيب إلكترود سلكي نحيف باستمرار إلى السطح الذي يتم لحامه. </a:t>
            </a:r>
          </a:p>
          <a:p>
            <a:pPr rtl="1"/>
            <a:r>
              <a:rPr lang="ar">
                <a:latin typeface="Sakkal Majalla" panose="02000000000000000000" pitchFamily="2" charset="-78"/>
                <a:cs typeface="Sakkal Majalla" panose="02000000000000000000" pitchFamily="2" charset="-78"/>
              </a:rPr>
              <a:t>عند توصيله بمصدر طاقة، يقوم القوس الكهربائي بتسخين سلك قضيب الإلكترود، مما يتسبب في ترسب المعدن المنصهر وتشكيل اللحام. </a:t>
            </a:r>
          </a:p>
          <a:p>
            <a:pPr rtl="1"/>
            <a:r>
              <a:rPr lang="ar">
                <a:latin typeface="Sakkal Majalla" panose="02000000000000000000" pitchFamily="2" charset="-78"/>
                <a:cs typeface="Sakkal Majalla" panose="02000000000000000000" pitchFamily="2" charset="-78"/>
              </a:rPr>
              <a:t>ويوجّه المسدس أيضًا غاز الحجب الواقي إلى تجمع اللحام. </a:t>
            </a:r>
          </a:p>
          <a:p>
            <a:pPr indent="0" rtl="1">
              <a:buNone/>
            </a:pPr>
            <a:endParaRPr lang="en-GB" altLang="en-US" dirty="0">
              <a:latin typeface="Sakkal Majalla" panose="02000000000000000000" pitchFamily="2" charset="-78"/>
              <a:cs typeface="Sakkal Majalla" panose="02000000000000000000" pitchFamily="2" charset="-78"/>
            </a:endParaRPr>
          </a:p>
          <a:p>
            <a:pPr indent="0" rtl="1"/>
            <a:endParaRPr lang="en-GB" altLang="en-US"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4394B0E2-3548-861C-ADE4-20A0AEC34CA1}"/>
              </a:ext>
            </a:extLst>
          </p:cNvPr>
          <p:cNvSpPr txBox="1">
            <a:spLocks noChangeArrowheads="1"/>
          </p:cNvSpPr>
          <p:nvPr/>
        </p:nvSpPr>
        <p:spPr bwMode="auto">
          <a:xfrm>
            <a:off x="400496" y="5878339"/>
            <a:ext cx="8563992"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indent="0" rtl="1">
              <a:buNone/>
            </a:pPr>
            <a:r>
              <a:rPr lang="ar" b="1" kern="0">
                <a:latin typeface="Sakkal Majalla" panose="02000000000000000000" pitchFamily="2" charset="-78"/>
                <a:cs typeface="Sakkal Majalla" panose="02000000000000000000" pitchFamily="2" charset="-78"/>
              </a:rPr>
              <a:t>سؤال:</a:t>
            </a:r>
            <a:r>
              <a:rPr lang="ar" kern="0">
                <a:latin typeface="Sakkal Majalla" panose="02000000000000000000" pitchFamily="2" charset="-78"/>
                <a:cs typeface="Sakkal Majalla" panose="02000000000000000000" pitchFamily="2" charset="-78"/>
              </a:rPr>
              <a:t> لماذا يعتبر غاز الحجب ضروريًا للحام بالغاز المعدني الخامل؟</a:t>
            </a:r>
          </a:p>
          <a:p>
            <a:pPr indent="0" rtl="1">
              <a:buFont typeface="Wingdings" pitchFamily="2" charset="2"/>
              <a:buNone/>
            </a:pPr>
            <a:endParaRPr lang="en-GB" altLang="en-US" kern="0" dirty="0">
              <a:latin typeface="Sakkal Majalla" panose="02000000000000000000" pitchFamily="2" charset="-78"/>
              <a:cs typeface="Sakkal Majalla" panose="02000000000000000000" pitchFamily="2" charset="-78"/>
            </a:endParaRPr>
          </a:p>
          <a:p>
            <a:pPr indent="0" rtl="1"/>
            <a:endParaRPr lang="en-GB" altLang="en-US"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95352DD-C07D-8844-92EF-136B765BA1A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5" name="Picture 4">
            <a:extLst>
              <a:ext uri="{FF2B5EF4-FFF2-40B4-BE49-F238E27FC236}">
                <a16:creationId xmlns:a16="http://schemas.microsoft.com/office/drawing/2014/main" id="{B23D2B68-095C-50F6-D9F8-A805C8294C7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7544" y="2348880"/>
            <a:ext cx="3835151" cy="2876363"/>
          </a:xfrm>
          <a:prstGeom prst="rect">
            <a:avLst/>
          </a:prstGeom>
        </p:spPr>
      </p:pic>
    </p:spTree>
    <p:extLst>
      <p:ext uri="{BB962C8B-B14F-4D97-AF65-F5344CB8AC3E}">
        <p14:creationId xmlns:p14="http://schemas.microsoft.com/office/powerpoint/2010/main" val="1453608497"/>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2" y="1875283"/>
            <a:ext cx="856895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12700" rtl="1">
              <a:buFont typeface="Wingdings" panose="05000000000000000000" pitchFamily="2" charset="2"/>
              <a:buNone/>
            </a:pPr>
            <a:r>
              <a:rPr lang="ar" b="1">
                <a:latin typeface="Sakkal Majalla" panose="02000000000000000000" pitchFamily="2" charset="-78"/>
                <a:cs typeface="Sakkal Majalla" panose="02000000000000000000" pitchFamily="2" charset="-78"/>
              </a:rPr>
              <a:t>المواد الاستهلاكية</a:t>
            </a:r>
            <a:r>
              <a:rPr lang="ar">
                <a:latin typeface="Sakkal Majalla" panose="02000000000000000000" pitchFamily="2" charset="-78"/>
                <a:cs typeface="Sakkal Majalla" panose="02000000000000000000" pitchFamily="2" charset="-78"/>
              </a:rPr>
              <a:t> للحام هي البنود التي يتم استخدامها أثناء عملية اللحام. يجب شراء هذه البنود واستبدالها كثيرًا. تشمل المواد الاستهلاكية للحام ما يلي:</a:t>
            </a:r>
          </a:p>
          <a:p>
            <a:pPr marL="355600" rtl="1"/>
            <a:r>
              <a:rPr lang="ar">
                <a:latin typeface="Sakkal Majalla" panose="02000000000000000000" pitchFamily="2" charset="-78"/>
                <a:cs typeface="Sakkal Majalla" panose="02000000000000000000" pitchFamily="2" charset="-78"/>
              </a:rPr>
              <a:t>اللحام بالقوس المعدني اليدوي - قضبان اللحام </a:t>
            </a:r>
          </a:p>
          <a:p>
            <a:pPr marL="355600" rtl="1"/>
            <a:r>
              <a:rPr lang="ar">
                <a:latin typeface="Sakkal Majalla" panose="02000000000000000000" pitchFamily="2" charset="-78"/>
                <a:cs typeface="Sakkal Majalla" panose="02000000000000000000" pitchFamily="2" charset="-78"/>
              </a:rPr>
              <a:t>اللحام بالغاز المعدني الخامل - سلك لحام</a:t>
            </a:r>
          </a:p>
          <a:p>
            <a:pPr marL="355600" rtl="1"/>
            <a:r>
              <a:rPr lang="ar">
                <a:latin typeface="Sakkal Majalla" panose="02000000000000000000" pitchFamily="2" charset="-78"/>
                <a:cs typeface="Sakkal Majalla" panose="02000000000000000000" pitchFamily="2" charset="-78"/>
              </a:rPr>
              <a:t>اللحام بالغاز المعدني الخامل - غاز «الحجب» الخامل</a:t>
            </a:r>
          </a:p>
          <a:p>
            <a:pPr marL="355600" rtl="1"/>
            <a:r>
              <a:rPr lang="ar">
                <a:latin typeface="Sakkal Majalla" panose="02000000000000000000" pitchFamily="2" charset="-78"/>
                <a:cs typeface="Sakkal Majalla" panose="02000000000000000000" pitchFamily="2" charset="-78"/>
              </a:rPr>
              <a:t>اللحام بالغاز المعدني الخامل - رؤوس اللحام بالمسدس.</a:t>
            </a:r>
          </a:p>
          <a:p>
            <a:pPr indent="0" algn="ctr" rtl="1">
              <a:buNone/>
            </a:pPr>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المواد الاستهلاكية</a:t>
            </a:r>
          </a:p>
        </p:txBody>
      </p:sp>
      <p:sp>
        <p:nvSpPr>
          <p:cNvPr id="2" name="Content Placeholder 3">
            <a:extLst>
              <a:ext uri="{FF2B5EF4-FFF2-40B4-BE49-F238E27FC236}">
                <a16:creationId xmlns:a16="http://schemas.microsoft.com/office/drawing/2014/main" id="{F2F39E41-622B-842F-7A69-20928BFCB3D7}"/>
              </a:ext>
            </a:extLst>
          </p:cNvPr>
          <p:cNvSpPr txBox="1">
            <a:spLocks noChangeArrowheads="1"/>
          </p:cNvSpPr>
          <p:nvPr/>
        </p:nvSpPr>
        <p:spPr bwMode="auto">
          <a:xfrm>
            <a:off x="251522" y="4797152"/>
            <a:ext cx="8568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a:latin typeface="Sakkal Majalla" panose="02000000000000000000" pitchFamily="2" charset="-78"/>
                <a:cs typeface="Sakkal Majalla" panose="02000000000000000000" pitchFamily="2" charset="-78"/>
              </a:rPr>
              <a:t>تتوفر قضبان وأسلاك اللحام بخامات وأحجام مختلفة. ومع ذلك، عادةً ما تتطابق مادة قضيب الإلكترود مع المعدن الأساسي الذي يتم لحامه.</a:t>
            </a:r>
          </a:p>
        </p:txBody>
      </p:sp>
      <p:sp>
        <p:nvSpPr>
          <p:cNvPr id="3" name="Footer Placeholder 2">
            <a:extLst>
              <a:ext uri="{FF2B5EF4-FFF2-40B4-BE49-F238E27FC236}">
                <a16:creationId xmlns:a16="http://schemas.microsoft.com/office/drawing/2014/main" id="{D7A4E03C-4685-AD47-0A73-D8EAB55AB5B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262936687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8244" y="2150858"/>
            <a:ext cx="8306172" cy="25562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dirty="0">
                <a:latin typeface="Sakkal Majalla" panose="02000000000000000000" pitchFamily="2" charset="-78"/>
                <a:cs typeface="Sakkal Majalla" panose="02000000000000000000" pitchFamily="2" charset="-78"/>
              </a:rPr>
              <a:t>أثناء اللحام، ستحتاج إلى معدات لمساعدتك في الإمساك بالمعادن. تشمل القطع الرئيسية من المعدات:</a:t>
            </a:r>
          </a:p>
          <a:p>
            <a:pPr marL="355600" rtl="1">
              <a:tabLst>
                <a:tab pos="355600" algn="l"/>
              </a:tabLst>
            </a:pPr>
            <a:r>
              <a:rPr lang="ar" b="1" dirty="0">
                <a:latin typeface="Sakkal Majalla" panose="02000000000000000000" pitchFamily="2" charset="-78"/>
                <a:cs typeface="Sakkal Majalla" panose="02000000000000000000" pitchFamily="2" charset="-78"/>
              </a:rPr>
              <a:t>مقعد اللحام</a:t>
            </a:r>
            <a:r>
              <a:rPr lang="ar" dirty="0">
                <a:latin typeface="Sakkal Majalla" panose="02000000000000000000" pitchFamily="2" charset="-78"/>
                <a:cs typeface="Sakkal Majalla" panose="02000000000000000000" pitchFamily="2" charset="-78"/>
              </a:rPr>
              <a:t> - سطح مستقر لقَطع المعادن وتركيبها.</a:t>
            </a:r>
          </a:p>
          <a:p>
            <a:pPr marL="355600" rtl="1">
              <a:tabLst>
                <a:tab pos="355600" algn="l"/>
              </a:tabLst>
            </a:pPr>
            <a:r>
              <a:rPr lang="ar" b="1" dirty="0">
                <a:latin typeface="Sakkal Majalla" panose="02000000000000000000" pitchFamily="2" charset="-78"/>
                <a:cs typeface="Sakkal Majalla" panose="02000000000000000000" pitchFamily="2" charset="-78"/>
              </a:rPr>
              <a:t>مشابك ممغنطة</a:t>
            </a:r>
            <a:r>
              <a:rPr lang="ar" dirty="0">
                <a:latin typeface="Sakkal Majalla" panose="02000000000000000000" pitchFamily="2" charset="-78"/>
                <a:cs typeface="Sakkal Majalla" panose="02000000000000000000" pitchFamily="2" charset="-78"/>
              </a:rPr>
              <a:t> لإمساك قطع المعدن الأساسي معًا.</a:t>
            </a:r>
          </a:p>
          <a:p>
            <a:pPr marL="355600" rtl="1">
              <a:tabLst>
                <a:tab pos="355600" algn="l"/>
              </a:tabLst>
            </a:pPr>
            <a:r>
              <a:rPr lang="ar" dirty="0">
                <a:latin typeface="Sakkal Majalla" panose="02000000000000000000" pitchFamily="2" charset="-78"/>
                <a:cs typeface="Sakkal Majalla" panose="02000000000000000000" pitchFamily="2" charset="-78"/>
              </a:rPr>
              <a:t>تُثبت </a:t>
            </a:r>
            <a:r>
              <a:rPr lang="ar" b="1" dirty="0">
                <a:latin typeface="Sakkal Majalla" panose="02000000000000000000" pitchFamily="2" charset="-78"/>
                <a:cs typeface="Sakkal Majalla" panose="02000000000000000000" pitchFamily="2" charset="-78"/>
              </a:rPr>
              <a:t>المشابك على شكل C</a:t>
            </a:r>
            <a:r>
              <a:rPr lang="ar" dirty="0">
                <a:latin typeface="Sakkal Majalla" panose="02000000000000000000" pitchFamily="2" charset="-78"/>
                <a:cs typeface="Sakkal Majalla" panose="02000000000000000000" pitchFamily="2" charset="-78"/>
              </a:rPr>
              <a:t> المعدن الأساسي على المقعد.</a:t>
            </a:r>
          </a:p>
          <a:p>
            <a:pPr marL="355600" rtl="1">
              <a:tabLst>
                <a:tab pos="355600" algn="l"/>
              </a:tabLst>
            </a:pPr>
            <a:r>
              <a:rPr lang="ar" b="1" dirty="0">
                <a:latin typeface="Sakkal Majalla" panose="02000000000000000000" pitchFamily="2" charset="-78"/>
                <a:cs typeface="Sakkal Majalla" panose="02000000000000000000" pitchFamily="2" charset="-78"/>
              </a:rPr>
              <a:t>كماشة الإطباق</a:t>
            </a:r>
            <a:r>
              <a:rPr lang="ar" dirty="0">
                <a:latin typeface="Sakkal Majalla" panose="02000000000000000000" pitchFamily="2" charset="-78"/>
                <a:cs typeface="Sakkal Majalla" panose="02000000000000000000" pitchFamily="2" charset="-78"/>
              </a:rPr>
              <a:t> لإمساك القطع الصغيرة من المعدن وتقليبها</a:t>
            </a:r>
          </a:p>
          <a:p>
            <a:pPr marL="355600" rtl="1">
              <a:tabLst>
                <a:tab pos="355600" algn="l"/>
              </a:tabLst>
            </a:pPr>
            <a:r>
              <a:rPr lang="ar" b="1" dirty="0">
                <a:latin typeface="Sakkal Majalla" panose="02000000000000000000" pitchFamily="2" charset="-78"/>
                <a:cs typeface="Sakkal Majalla" panose="02000000000000000000" pitchFamily="2" charset="-78"/>
              </a:rPr>
              <a:t>كماشة الإطباق على الألواح</a:t>
            </a:r>
            <a:r>
              <a:rPr lang="ar" dirty="0">
                <a:latin typeface="Sakkal Majalla" panose="02000000000000000000" pitchFamily="2" charset="-78"/>
                <a:cs typeface="Sakkal Majalla" panose="02000000000000000000" pitchFamily="2" charset="-78"/>
              </a:rPr>
              <a:t> مصممة لحمل الصفائح المعدنية</a:t>
            </a: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70" y="1052736"/>
            <a:ext cx="9252520" cy="50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الأدوات والمعدات ومصادر المعلومات (1)</a:t>
            </a:r>
          </a:p>
        </p:txBody>
      </p:sp>
      <p:sp>
        <p:nvSpPr>
          <p:cNvPr id="2" name="Content Placeholder 3">
            <a:extLst>
              <a:ext uri="{FF2B5EF4-FFF2-40B4-BE49-F238E27FC236}">
                <a16:creationId xmlns:a16="http://schemas.microsoft.com/office/drawing/2014/main" id="{BAF9C583-52B8-61CE-FF2A-448D2D722B69}"/>
              </a:ext>
            </a:extLst>
          </p:cNvPr>
          <p:cNvSpPr txBox="1">
            <a:spLocks noChangeArrowheads="1"/>
          </p:cNvSpPr>
          <p:nvPr/>
        </p:nvSpPr>
        <p:spPr bwMode="auto">
          <a:xfrm>
            <a:off x="-3872" y="5805264"/>
            <a:ext cx="8741060"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0" indent="0" rtl="1">
              <a:buNone/>
            </a:pPr>
            <a:r>
              <a:rPr lang="ar" b="1" kern="0">
                <a:latin typeface="Sakkal Majalla" panose="02000000000000000000" pitchFamily="2" charset="-78"/>
                <a:cs typeface="Sakkal Majalla" panose="02000000000000000000" pitchFamily="2" charset="-78"/>
              </a:rPr>
              <a:t>سؤال:</a:t>
            </a:r>
            <a:r>
              <a:rPr lang="ar" kern="0">
                <a:latin typeface="Sakkal Majalla" panose="02000000000000000000" pitchFamily="2" charset="-78"/>
                <a:cs typeface="Sakkal Majalla" panose="02000000000000000000" pitchFamily="2" charset="-78"/>
              </a:rPr>
              <a:t> لماذا يجب تثبيت المعدن بأمان أثناء اللحام؟</a:t>
            </a:r>
          </a:p>
          <a:p>
            <a:pPr indent="0" rtl="1">
              <a:buFont typeface="Wingdings" pitchFamily="2" charset="2"/>
              <a:buNone/>
            </a:pPr>
            <a:endParaRPr lang="en-GB" altLang="en-US" kern="0" dirty="0">
              <a:latin typeface="Sakkal Majalla" panose="02000000000000000000" pitchFamily="2" charset="-78"/>
              <a:cs typeface="Sakkal Majalla" panose="02000000000000000000" pitchFamily="2" charset="-78"/>
            </a:endParaRPr>
          </a:p>
          <a:p>
            <a:pPr indent="0" rtl="1"/>
            <a:endParaRPr lang="en-GB" altLang="en-US"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8B4631BA-4EAD-5E04-003E-AFF09D748D1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470701041"/>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204864"/>
            <a:ext cx="8640960" cy="2736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ستحتاج إلى معدات أثناء اللحام لمساعدتك في تحضير المعادن. على سبيل المثال، ستحتاج إلى تنظيف المعدن الأساسي قبل اللحام والتدفق من اللحامات بعد ذلك. تشمل القطع الرئيسية من المعدات:</a:t>
            </a:r>
          </a:p>
          <a:p>
            <a:pPr marL="355600" rtl="1"/>
            <a:r>
              <a:rPr lang="ar" b="1">
                <a:latin typeface="Sakkal Majalla" panose="02000000000000000000" pitchFamily="2" charset="-78"/>
                <a:cs typeface="Sakkal Majalla" panose="02000000000000000000" pitchFamily="2" charset="-78"/>
              </a:rPr>
              <a:t>قصافات التقطيع،</a:t>
            </a:r>
            <a:r>
              <a:rPr lang="ar">
                <a:latin typeface="Sakkal Majalla" panose="02000000000000000000" pitchFamily="2" charset="-78"/>
                <a:cs typeface="Sakkal Majalla" panose="02000000000000000000" pitchFamily="2" charset="-78"/>
              </a:rPr>
              <a:t> وتُستخدم لقطع قضبان الإلكترود السلكية والمكونات الصغيرة الأخرى.</a:t>
            </a:r>
          </a:p>
          <a:p>
            <a:pPr marL="355600" rtl="1"/>
            <a:r>
              <a:rPr lang="ar" b="1">
                <a:latin typeface="Sakkal Majalla" panose="02000000000000000000" pitchFamily="2" charset="-78"/>
                <a:cs typeface="Sakkal Majalla" panose="02000000000000000000" pitchFamily="2" charset="-78"/>
              </a:rPr>
              <a:t>مطرقة التقطيع،</a:t>
            </a:r>
            <a:r>
              <a:rPr lang="ar">
                <a:latin typeface="Sakkal Majalla" panose="02000000000000000000" pitchFamily="2" charset="-78"/>
                <a:cs typeface="Sakkal Majalla" panose="02000000000000000000" pitchFamily="2" charset="-78"/>
              </a:rPr>
              <a:t> وتُستخدم لإزالة الخبث من سطح اللحام.</a:t>
            </a:r>
          </a:p>
          <a:p>
            <a:pPr marL="355600" rtl="1"/>
            <a:r>
              <a:rPr lang="ar" b="1">
                <a:latin typeface="Sakkal Majalla" panose="02000000000000000000" pitchFamily="2" charset="-78"/>
                <a:cs typeface="Sakkal Majalla" panose="02000000000000000000" pitchFamily="2" charset="-78"/>
              </a:rPr>
              <a:t>فرشاة سلكية</a:t>
            </a:r>
            <a:r>
              <a:rPr lang="ar">
                <a:latin typeface="Sakkal Majalla" panose="02000000000000000000" pitchFamily="2" charset="-78"/>
                <a:cs typeface="Sakkal Majalla" panose="02000000000000000000" pitchFamily="2" charset="-78"/>
              </a:rPr>
              <a:t> لتنظيف الملوثات من المعدن الأساسي واللحامات. </a:t>
            </a: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70" y="1052736"/>
            <a:ext cx="9252520" cy="50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الأدوات والمعدات ومصادر المعلومات (2)</a:t>
            </a:r>
          </a:p>
        </p:txBody>
      </p:sp>
      <p:sp>
        <p:nvSpPr>
          <p:cNvPr id="2" name="Content Placeholder 3">
            <a:extLst>
              <a:ext uri="{FF2B5EF4-FFF2-40B4-BE49-F238E27FC236}">
                <a16:creationId xmlns:a16="http://schemas.microsoft.com/office/drawing/2014/main" id="{44C00509-A013-2178-1D5B-95C0590D2D13}"/>
              </a:ext>
            </a:extLst>
          </p:cNvPr>
          <p:cNvSpPr txBox="1">
            <a:spLocks noChangeArrowheads="1"/>
          </p:cNvSpPr>
          <p:nvPr/>
        </p:nvSpPr>
        <p:spPr bwMode="auto">
          <a:xfrm>
            <a:off x="151420" y="6093296"/>
            <a:ext cx="8741060"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82550" indent="0" rtl="1">
              <a:buNone/>
            </a:pPr>
            <a:r>
              <a:rPr lang="ar" kern="0">
                <a:latin typeface="Sakkal Majalla" panose="02000000000000000000" pitchFamily="2" charset="-78"/>
                <a:cs typeface="Sakkal Majalla" panose="02000000000000000000" pitchFamily="2" charset="-78"/>
              </a:rPr>
              <a:t>من المهم معرفة كيفية التحقق من الأدوات واستخدامها وتخزينها بأمان.</a:t>
            </a:r>
          </a:p>
          <a:p>
            <a:pPr indent="0" rtl="1">
              <a:buFont typeface="Wingdings" pitchFamily="2" charset="2"/>
              <a:buNone/>
            </a:pPr>
            <a:endParaRPr lang="en-GB" altLang="en-US" kern="0" dirty="0">
              <a:latin typeface="Sakkal Majalla" panose="02000000000000000000" pitchFamily="2" charset="-78"/>
              <a:cs typeface="Sakkal Majalla" panose="02000000000000000000" pitchFamily="2" charset="-78"/>
            </a:endParaRPr>
          </a:p>
          <a:p>
            <a:pPr indent="0" rtl="1"/>
            <a:endParaRPr lang="en-GB" altLang="en-US"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D35937D4-74BC-7D4C-F3C4-2521A665567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30041694"/>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07B0D08-3A34-DF62-956A-9633E1CC004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1520" y="2457214"/>
            <a:ext cx="3960540" cy="2728724"/>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12060" y="2247967"/>
            <a:ext cx="4752428" cy="276520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latin typeface="Sakkal Majalla" panose="02000000000000000000" pitchFamily="2" charset="-78"/>
                <a:cs typeface="Sakkal Majalla" panose="02000000000000000000" pitchFamily="2" charset="-78"/>
              </a:rPr>
              <a:t>يُطلق على </a:t>
            </a:r>
            <a:r>
              <a:rPr lang="ar" b="1" dirty="0">
                <a:latin typeface="Sakkal Majalla" panose="02000000000000000000" pitchFamily="2" charset="-78"/>
                <a:cs typeface="Sakkal Majalla" panose="02000000000000000000" pitchFamily="2" charset="-78"/>
              </a:rPr>
              <a:t>اللحام بالقوس المعدني اليدوي</a:t>
            </a:r>
            <a:r>
              <a:rPr lang="ar" dirty="0">
                <a:latin typeface="Sakkal Majalla" panose="02000000000000000000" pitchFamily="2" charset="-78"/>
                <a:cs typeface="Sakkal Majalla" panose="02000000000000000000" pitchFamily="2" charset="-78"/>
              </a:rPr>
              <a:t> عادةً اسم «اللحام بالعصا». </a:t>
            </a:r>
          </a:p>
          <a:p>
            <a:pPr rtl="1"/>
            <a:r>
              <a:rPr lang="ar" dirty="0">
                <a:latin typeface="Sakkal Majalla" panose="02000000000000000000" pitchFamily="2" charset="-78"/>
                <a:cs typeface="Sakkal Majalla" panose="02000000000000000000" pitchFamily="2" charset="-78"/>
              </a:rPr>
              <a:t>المعدات الأساسية المطلوبة هي:</a:t>
            </a:r>
          </a:p>
          <a:p>
            <a:pPr lvl="1" rtl="1">
              <a:buFont typeface="Courier New" panose="02070309020205020404" pitchFamily="49" charset="0"/>
              <a:buChar char="o"/>
            </a:pPr>
            <a:r>
              <a:rPr lang="ar" dirty="0">
                <a:latin typeface="Sakkal Majalla" panose="02000000000000000000" pitchFamily="2" charset="-78"/>
                <a:cs typeface="Sakkal Majalla" panose="02000000000000000000" pitchFamily="2" charset="-78"/>
              </a:rPr>
              <a:t>ماكينة لحام،</a:t>
            </a:r>
          </a:p>
          <a:p>
            <a:pPr lvl="1" rtl="1">
              <a:buFont typeface="Courier New" panose="02070309020205020404" pitchFamily="49" charset="0"/>
              <a:buChar char="o"/>
            </a:pPr>
            <a:r>
              <a:rPr lang="ar" dirty="0">
                <a:latin typeface="Sakkal Majalla" panose="02000000000000000000" pitchFamily="2" charset="-78"/>
                <a:cs typeface="Sakkal Majalla" panose="02000000000000000000" pitchFamily="2" charset="-78"/>
              </a:rPr>
              <a:t>مشبك تأريض</a:t>
            </a:r>
          </a:p>
          <a:p>
            <a:pPr lvl="1" rtl="1">
              <a:buFont typeface="Courier New" panose="02070309020205020404" pitchFamily="49" charset="0"/>
              <a:buChar char="o"/>
            </a:pPr>
            <a:r>
              <a:rPr lang="ar" dirty="0">
                <a:latin typeface="Sakkal Majalla" panose="02000000000000000000" pitchFamily="2" charset="-78"/>
                <a:cs typeface="Sakkal Majalla" panose="02000000000000000000" pitchFamily="2" charset="-78"/>
              </a:rPr>
              <a:t>ماسك قضيب الإلكترود</a:t>
            </a:r>
          </a:p>
          <a:p>
            <a:pPr lvl="1" rtl="1">
              <a:buFont typeface="Courier New" panose="02070309020205020404" pitchFamily="49" charset="0"/>
              <a:buChar char="o"/>
            </a:pPr>
            <a:r>
              <a:rPr lang="ar" dirty="0">
                <a:latin typeface="Sakkal Majalla" panose="02000000000000000000" pitchFamily="2" charset="-78"/>
                <a:cs typeface="Sakkal Majalla" panose="02000000000000000000" pitchFamily="2" charset="-78"/>
              </a:rPr>
              <a:t>قضبان إلكترود. </a:t>
            </a: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70" y="1052736"/>
            <a:ext cx="9252520" cy="50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الأدوات والمعدات ومصادر المعلومات (3)</a:t>
            </a:r>
          </a:p>
        </p:txBody>
      </p:sp>
      <p:sp>
        <p:nvSpPr>
          <p:cNvPr id="2" name="TextBox 1">
            <a:extLst>
              <a:ext uri="{FF2B5EF4-FFF2-40B4-BE49-F238E27FC236}">
                <a16:creationId xmlns:a16="http://schemas.microsoft.com/office/drawing/2014/main" id="{21A00650-0A1A-999C-86B4-57399EF87A5B}"/>
              </a:ext>
            </a:extLst>
          </p:cNvPr>
          <p:cNvSpPr txBox="1"/>
          <p:nvPr/>
        </p:nvSpPr>
        <p:spPr>
          <a:xfrm>
            <a:off x="251520" y="5998158"/>
            <a:ext cx="8640960" cy="461665"/>
          </a:xfrm>
          <a:prstGeom prst="rect">
            <a:avLst/>
          </a:prstGeom>
          <a:noFill/>
        </p:spPr>
        <p:txBody>
          <a:bodyPr wrap="square" rtlCol="1">
            <a:spAutoFit/>
          </a:bodyPr>
          <a:lstStyle/>
          <a:p>
            <a:pPr rtl="1"/>
            <a:r>
              <a:rPr lang="ar" sz="2400" b="1">
                <a:latin typeface="Sakkal Majalla" panose="02000000000000000000" pitchFamily="2" charset="-78"/>
                <a:cs typeface="Sakkal Majalla" panose="02000000000000000000" pitchFamily="2" charset="-78"/>
              </a:rPr>
              <a:t>سؤال:</a:t>
            </a:r>
            <a:r>
              <a:rPr lang="ar" sz="2400">
                <a:latin typeface="Sakkal Majalla" panose="02000000000000000000" pitchFamily="2" charset="-78"/>
                <a:cs typeface="Sakkal Majalla" panose="02000000000000000000" pitchFamily="2" charset="-78"/>
              </a:rPr>
              <a:t> لماذا يجب استخدام مشبك تأريض أثناء اللحام بالقوس المعدني اليدوي؟</a:t>
            </a:r>
            <a:endParaRPr lang="en-GB" altLang="en-US" sz="2400" b="1" dirty="0">
              <a:latin typeface="Sakkal Majalla" panose="02000000000000000000" pitchFamily="2" charset="-78"/>
              <a:cs typeface="Sakkal Majalla" panose="02000000000000000000" pitchFamily="2" charset="-78"/>
            </a:endParaRPr>
          </a:p>
        </p:txBody>
      </p:sp>
      <p:grpSp>
        <p:nvGrpSpPr>
          <p:cNvPr id="7" name="Group 6">
            <a:extLst>
              <a:ext uri="{FF2B5EF4-FFF2-40B4-BE49-F238E27FC236}">
                <a16:creationId xmlns:a16="http://schemas.microsoft.com/office/drawing/2014/main" id="{78A72558-FE8F-5C08-33B8-E8594F58E7AC}"/>
              </a:ext>
            </a:extLst>
          </p:cNvPr>
          <p:cNvGrpSpPr/>
          <p:nvPr/>
        </p:nvGrpSpPr>
        <p:grpSpPr>
          <a:xfrm>
            <a:off x="1396181" y="2509271"/>
            <a:ext cx="3164786" cy="2632524"/>
            <a:chOff x="5782115" y="2509271"/>
            <a:chExt cx="3164786" cy="2632524"/>
          </a:xfrm>
        </p:grpSpPr>
        <p:sp>
          <p:nvSpPr>
            <p:cNvPr id="3" name="TextBox 2">
              <a:extLst>
                <a:ext uri="{FF2B5EF4-FFF2-40B4-BE49-F238E27FC236}">
                  <a16:creationId xmlns:a16="http://schemas.microsoft.com/office/drawing/2014/main" id="{24CDAFA4-79FF-F69B-AB09-9D972AFEE731}"/>
                </a:ext>
              </a:extLst>
            </p:cNvPr>
            <p:cNvSpPr txBox="1"/>
            <p:nvPr/>
          </p:nvSpPr>
          <p:spPr>
            <a:xfrm>
              <a:off x="7290717" y="2509271"/>
              <a:ext cx="1656184" cy="369332"/>
            </a:xfrm>
            <a:prstGeom prst="rect">
              <a:avLst/>
            </a:prstGeom>
            <a:noFill/>
          </p:spPr>
          <p:txBody>
            <a:bodyPr wrap="square" rtlCol="1">
              <a:spAutoFit/>
            </a:bodyPr>
            <a:lstStyle/>
            <a:p>
              <a:pPr algn="l" rtl="1"/>
              <a:r>
                <a:rPr lang="ar" b="1" dirty="0">
                  <a:latin typeface="Sakkal Majalla" panose="02000000000000000000" pitchFamily="2" charset="-78"/>
                  <a:cs typeface="Sakkal Majalla" panose="02000000000000000000" pitchFamily="2" charset="-78"/>
                </a:rPr>
                <a:t>ماكينة لحام</a:t>
              </a:r>
            </a:p>
          </p:txBody>
        </p:sp>
        <p:sp>
          <p:nvSpPr>
            <p:cNvPr id="6" name="TextBox 5">
              <a:extLst>
                <a:ext uri="{FF2B5EF4-FFF2-40B4-BE49-F238E27FC236}">
                  <a16:creationId xmlns:a16="http://schemas.microsoft.com/office/drawing/2014/main" id="{697EB79F-FC4F-A506-DDE0-E752D4807131}"/>
                </a:ext>
              </a:extLst>
            </p:cNvPr>
            <p:cNvSpPr txBox="1"/>
            <p:nvPr/>
          </p:nvSpPr>
          <p:spPr>
            <a:xfrm>
              <a:off x="7116264" y="4111754"/>
              <a:ext cx="1656184" cy="338554"/>
            </a:xfrm>
            <a:prstGeom prst="rect">
              <a:avLst/>
            </a:prstGeom>
            <a:noFill/>
          </p:spPr>
          <p:txBody>
            <a:bodyPr wrap="square" rtlCol="1">
              <a:spAutoFit/>
            </a:bodyPr>
            <a:lstStyle/>
            <a:p>
              <a:pPr algn="l" rtl="1"/>
              <a:r>
                <a:rPr lang="ar" sz="1600" b="1" dirty="0">
                  <a:latin typeface="Sakkal Majalla" panose="02000000000000000000" pitchFamily="2" charset="-78"/>
                  <a:cs typeface="Sakkal Majalla" panose="02000000000000000000" pitchFamily="2" charset="-78"/>
                </a:rPr>
                <a:t>ماسك قضيب إلكترود</a:t>
              </a:r>
            </a:p>
          </p:txBody>
        </p:sp>
        <p:sp>
          <p:nvSpPr>
            <p:cNvPr id="5" name="TextBox 4">
              <a:extLst>
                <a:ext uri="{FF2B5EF4-FFF2-40B4-BE49-F238E27FC236}">
                  <a16:creationId xmlns:a16="http://schemas.microsoft.com/office/drawing/2014/main" id="{889FF285-E81D-A85D-9D26-FECED2FD6E8E}"/>
                </a:ext>
              </a:extLst>
            </p:cNvPr>
            <p:cNvSpPr txBox="1"/>
            <p:nvPr/>
          </p:nvSpPr>
          <p:spPr>
            <a:xfrm>
              <a:off x="5782115" y="4772463"/>
              <a:ext cx="2016324" cy="369332"/>
            </a:xfrm>
            <a:prstGeom prst="rect">
              <a:avLst/>
            </a:prstGeom>
            <a:noFill/>
          </p:spPr>
          <p:txBody>
            <a:bodyPr wrap="square" rtlCol="1">
              <a:spAutoFit/>
            </a:bodyPr>
            <a:lstStyle/>
            <a:p>
              <a:pPr algn="l" rtl="1"/>
              <a:r>
                <a:rPr lang="ar" b="1" dirty="0">
                  <a:latin typeface="Sakkal Majalla" panose="02000000000000000000" pitchFamily="2" charset="-78"/>
                  <a:cs typeface="Sakkal Majalla" panose="02000000000000000000" pitchFamily="2" charset="-78"/>
                </a:rPr>
                <a:t>مشبك</a:t>
              </a:r>
              <a:r>
                <a:rPr lang="ar" dirty="0">
                  <a:latin typeface="Sakkal Majalla" panose="02000000000000000000" pitchFamily="2" charset="-78"/>
                  <a:cs typeface="Sakkal Majalla" panose="02000000000000000000" pitchFamily="2" charset="-78"/>
                </a:rPr>
                <a:t> ت</a:t>
              </a:r>
              <a:r>
                <a:rPr lang="ar" b="1" dirty="0">
                  <a:latin typeface="Sakkal Majalla" panose="02000000000000000000" pitchFamily="2" charset="-78"/>
                  <a:cs typeface="Sakkal Majalla" panose="02000000000000000000" pitchFamily="2" charset="-78"/>
                </a:rPr>
                <a:t>أريض</a:t>
              </a:r>
            </a:p>
          </p:txBody>
        </p:sp>
      </p:grpSp>
      <p:cxnSp>
        <p:nvCxnSpPr>
          <p:cNvPr id="10" name="Straight Arrow Connector 9">
            <a:extLst>
              <a:ext uri="{FF2B5EF4-FFF2-40B4-BE49-F238E27FC236}">
                <a16:creationId xmlns:a16="http://schemas.microsoft.com/office/drawing/2014/main" id="{1B56BBBC-40D2-ADCE-0B3F-A9C25CD1F0F4}"/>
              </a:ext>
            </a:extLst>
          </p:cNvPr>
          <p:cNvCxnSpPr/>
          <p:nvPr/>
        </p:nvCxnSpPr>
        <p:spPr>
          <a:xfrm flipH="1">
            <a:off x="2922370" y="4509120"/>
            <a:ext cx="288032" cy="126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B324718-A901-BF49-926A-0A6D304731C0}"/>
              </a:ext>
            </a:extLst>
          </p:cNvPr>
          <p:cNvCxnSpPr>
            <a:cxnSpLocks/>
          </p:cNvCxnSpPr>
          <p:nvPr/>
        </p:nvCxnSpPr>
        <p:spPr>
          <a:xfrm flipV="1">
            <a:off x="1241080" y="4772463"/>
            <a:ext cx="238425" cy="3113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2CB131E-987B-6745-3FC9-249EADC3B602}"/>
              </a:ext>
            </a:extLst>
          </p:cNvPr>
          <p:cNvCxnSpPr>
            <a:cxnSpLocks/>
          </p:cNvCxnSpPr>
          <p:nvPr/>
        </p:nvCxnSpPr>
        <p:spPr>
          <a:xfrm flipH="1">
            <a:off x="2562330" y="2761459"/>
            <a:ext cx="360040" cy="2354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FF0A4A14-030C-72F3-3F32-D01684EB9AA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412429033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247967"/>
            <a:ext cx="8712968" cy="44644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الخطوات الأساسية لإعداد ماكينة اللحام بالقوس المعدني اليدوي</a:t>
            </a:r>
          </a:p>
          <a:p>
            <a:pPr marL="800100" indent="-457200" rtl="1">
              <a:buFont typeface="+mj-lt"/>
              <a:buAutoNum type="arabicPeriod"/>
            </a:pPr>
            <a:r>
              <a:rPr lang="ar">
                <a:latin typeface="Sakkal Majalla" panose="02000000000000000000" pitchFamily="2" charset="-78"/>
                <a:cs typeface="Sakkal Majalla" panose="02000000000000000000" pitchFamily="2" charset="-78"/>
              </a:rPr>
              <a:t>اربط قضيب الإلكترود بفكي ماسك قضيب الإلكترود.</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بتوصيل كابل ماسك قضيب الإلكترود بماكينة اللحام.</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بتوصيل مشبك التأريض بقطعة العمل التي يتم لحامها.</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بتوصيل كابل مشبك التأريض بماكينة اللحام.</a:t>
            </a:r>
          </a:p>
          <a:p>
            <a:pPr marL="800100" indent="-457200" rtl="1">
              <a:buFont typeface="+mj-lt"/>
              <a:buAutoNum type="arabicPeriod"/>
            </a:pPr>
            <a:r>
              <a:rPr lang="ar">
                <a:latin typeface="Sakkal Majalla" panose="02000000000000000000" pitchFamily="2" charset="-78"/>
                <a:cs typeface="Sakkal Majalla" panose="02000000000000000000" pitchFamily="2" charset="-78"/>
              </a:rPr>
              <a:t>اضبط التيار بماكينة اللحام وابدأ اللحام.</a:t>
            </a:r>
          </a:p>
          <a:p>
            <a:pPr marL="800100" indent="-457200" rtl="1">
              <a:buFont typeface="+mj-lt"/>
              <a:buAutoNum type="arabicPeriod"/>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70" y="1052736"/>
            <a:ext cx="9252520" cy="50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الأدوات والمعدات ومصادر المعلومات (4)</a:t>
            </a:r>
          </a:p>
        </p:txBody>
      </p:sp>
      <p:sp>
        <p:nvSpPr>
          <p:cNvPr id="2" name="Footer Placeholder 2">
            <a:extLst>
              <a:ext uri="{FF2B5EF4-FFF2-40B4-BE49-F238E27FC236}">
                <a16:creationId xmlns:a16="http://schemas.microsoft.com/office/drawing/2014/main" id="{91F8D509-6A9B-F80F-0B5D-7DE3EDA8F7C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3298686084"/>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100" b="1">
                <a:solidFill>
                  <a:schemeClr val="tx2"/>
                </a:solidFill>
                <a:latin typeface="Sakkal Majalla" panose="02000000000000000000" pitchFamily="2" charset="-78"/>
                <a:cs typeface="Sakkal Majalla" panose="02000000000000000000" pitchFamily="2" charset="-78"/>
              </a:rPr>
              <a:t>الأدوات والمعدات ومصادر المعلومات (5)</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172363" y="2039241"/>
            <a:ext cx="5004048" cy="406325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355600" rtl="1"/>
            <a:r>
              <a:rPr lang="ar">
                <a:latin typeface="Sakkal Majalla" panose="02000000000000000000" pitchFamily="2" charset="-78"/>
                <a:cs typeface="Sakkal Majalla" panose="02000000000000000000" pitchFamily="2" charset="-78"/>
              </a:rPr>
              <a:t>يتطلب اللحام </a:t>
            </a:r>
            <a:r>
              <a:rPr lang="ar" b="1">
                <a:latin typeface="Sakkal Majalla" panose="02000000000000000000" pitchFamily="2" charset="-78"/>
                <a:cs typeface="Sakkal Majalla" panose="02000000000000000000" pitchFamily="2" charset="-78"/>
              </a:rPr>
              <a:t>بالغاز الخامل المعدني</a:t>
            </a:r>
            <a:r>
              <a:rPr lang="ar">
                <a:latin typeface="Sakkal Majalla" panose="02000000000000000000" pitchFamily="2" charset="-78"/>
                <a:cs typeface="Sakkal Majalla" panose="02000000000000000000" pitchFamily="2" charset="-78"/>
              </a:rPr>
              <a:t> معدات أكثر. </a:t>
            </a:r>
          </a:p>
          <a:p>
            <a:pPr marL="755650" lvl="1" rtl="1">
              <a:buFont typeface="Courier New" panose="02070309020205020404" pitchFamily="49" charset="0"/>
              <a:buChar char="o"/>
            </a:pPr>
            <a:r>
              <a:rPr lang="ar">
                <a:latin typeface="Sakkal Majalla" panose="02000000000000000000" pitchFamily="2" charset="-78"/>
                <a:cs typeface="Sakkal Majalla" panose="02000000000000000000" pitchFamily="2" charset="-78"/>
              </a:rPr>
              <a:t>ماكينة لحام</a:t>
            </a:r>
          </a:p>
          <a:p>
            <a:pPr marL="755650" lvl="1" rtl="1">
              <a:buFont typeface="Courier New" panose="02070309020205020404" pitchFamily="49" charset="0"/>
              <a:buChar char="o"/>
            </a:pPr>
            <a:r>
              <a:rPr lang="ar">
                <a:latin typeface="Sakkal Majalla" panose="02000000000000000000" pitchFamily="2" charset="-78"/>
                <a:cs typeface="Sakkal Majalla" panose="02000000000000000000" pitchFamily="2" charset="-78"/>
              </a:rPr>
              <a:t>مشبك تأريض</a:t>
            </a:r>
          </a:p>
          <a:p>
            <a:pPr marL="755650" lvl="1" rtl="1">
              <a:buFont typeface="Courier New" panose="02070309020205020404" pitchFamily="49" charset="0"/>
              <a:buChar char="o"/>
            </a:pPr>
            <a:r>
              <a:rPr lang="ar">
                <a:latin typeface="Sakkal Majalla" panose="02000000000000000000" pitchFamily="2" charset="-78"/>
                <a:cs typeface="Sakkal Majalla" panose="02000000000000000000" pitchFamily="2" charset="-78"/>
              </a:rPr>
              <a:t>مسدس لحام MIG (مكتمل برأس تلامس وغطاء)</a:t>
            </a:r>
          </a:p>
          <a:p>
            <a:pPr marL="755650" lvl="1" rtl="1">
              <a:buFont typeface="Courier New" panose="02070309020205020404" pitchFamily="49" charset="0"/>
              <a:buChar char="o"/>
            </a:pPr>
            <a:r>
              <a:rPr lang="ar">
                <a:latin typeface="Sakkal Majalla" panose="02000000000000000000" pitchFamily="2" charset="-78"/>
                <a:cs typeface="Sakkal Majalla" panose="02000000000000000000" pitchFamily="2" charset="-78"/>
              </a:rPr>
              <a:t>مُلقم أسلاك</a:t>
            </a:r>
          </a:p>
          <a:p>
            <a:pPr marL="755650" lvl="1" rtl="1">
              <a:buFont typeface="Courier New" panose="02070309020205020404" pitchFamily="49" charset="0"/>
              <a:buChar char="o"/>
            </a:pPr>
            <a:r>
              <a:rPr lang="ar">
                <a:latin typeface="Sakkal Majalla" panose="02000000000000000000" pitchFamily="2" charset="-78"/>
                <a:cs typeface="Sakkal Majalla" panose="02000000000000000000" pitchFamily="2" charset="-78"/>
              </a:rPr>
              <a:t>سلك لحام</a:t>
            </a:r>
          </a:p>
          <a:p>
            <a:pPr marL="755650" lvl="1" rtl="1">
              <a:buFont typeface="Courier New" panose="02070309020205020404" pitchFamily="49" charset="0"/>
              <a:buChar char="o"/>
            </a:pPr>
            <a:r>
              <a:rPr lang="ar">
                <a:latin typeface="Sakkal Majalla" panose="02000000000000000000" pitchFamily="2" charset="-78"/>
                <a:cs typeface="Sakkal Majalla" panose="02000000000000000000" pitchFamily="2" charset="-78"/>
              </a:rPr>
              <a:t>غاز حجب خامل مع منظم. </a:t>
            </a:r>
          </a:p>
          <a:p>
            <a:pPr indent="0"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2" name="TextBox 1">
            <a:extLst>
              <a:ext uri="{FF2B5EF4-FFF2-40B4-BE49-F238E27FC236}">
                <a16:creationId xmlns:a16="http://schemas.microsoft.com/office/drawing/2014/main" id="{2286F9BD-E078-A9B7-441F-D2C3B5A9C193}"/>
              </a:ext>
            </a:extLst>
          </p:cNvPr>
          <p:cNvSpPr txBox="1"/>
          <p:nvPr/>
        </p:nvSpPr>
        <p:spPr>
          <a:xfrm>
            <a:off x="138548" y="5980321"/>
            <a:ext cx="8681924" cy="738664"/>
          </a:xfrm>
          <a:prstGeom prst="rect">
            <a:avLst/>
          </a:prstGeom>
          <a:noFill/>
        </p:spPr>
        <p:txBody>
          <a:bodyPr wrap="square" rtlCol="1">
            <a:spAutoFit/>
          </a:bodyPr>
          <a:lstStyle/>
          <a:p>
            <a:pPr rtl="1"/>
            <a:r>
              <a:rPr lang="ar" sz="2400" b="1">
                <a:latin typeface="Sakkal Majalla" panose="02000000000000000000" pitchFamily="2" charset="-78"/>
                <a:cs typeface="Sakkal Majalla" panose="02000000000000000000" pitchFamily="2" charset="-78"/>
              </a:rPr>
              <a:t>سؤال:</a:t>
            </a:r>
            <a:r>
              <a:rPr lang="ar" sz="2400">
                <a:latin typeface="Sakkal Majalla" panose="02000000000000000000" pitchFamily="2" charset="-78"/>
                <a:cs typeface="Sakkal Majalla" panose="02000000000000000000" pitchFamily="2" charset="-78"/>
              </a:rPr>
              <a:t> ما الغرض من مُلقم الأسلاك المستخدم أثناء لحام MIG؟</a:t>
            </a:r>
            <a:endParaRPr lang="en-GB" altLang="en-US" sz="2400" b="1" dirty="0">
              <a:latin typeface="Sakkal Majalla" panose="02000000000000000000" pitchFamily="2" charset="-78"/>
              <a:cs typeface="Sakkal Majalla" panose="02000000000000000000" pitchFamily="2" charset="-78"/>
            </a:endParaRPr>
          </a:p>
          <a:p>
            <a:pPr rtl="1"/>
            <a:endParaRPr lang="en-GB"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2F9E2AD-1104-34CE-666D-5C383DAED89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5" name="Picture 4">
            <a:extLst>
              <a:ext uri="{FF2B5EF4-FFF2-40B4-BE49-F238E27FC236}">
                <a16:creationId xmlns:a16="http://schemas.microsoft.com/office/drawing/2014/main" id="{AD036D92-833C-95A5-D67C-D56729B2C4C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8906" y="2573496"/>
            <a:ext cx="3763457" cy="2508971"/>
          </a:xfrm>
          <a:prstGeom prst="rect">
            <a:avLst/>
          </a:prstGeom>
        </p:spPr>
      </p:pic>
    </p:spTree>
    <p:extLst>
      <p:ext uri="{BB962C8B-B14F-4D97-AF65-F5344CB8AC3E}">
        <p14:creationId xmlns:p14="http://schemas.microsoft.com/office/powerpoint/2010/main" val="4217868747"/>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55576" y="2492896"/>
            <a:ext cx="8064896"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الخطوات الأساسية لإعداد ماكينة اللحام بالغاز الخامل المعدني</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بتركيب منظم الغاز بأسطوانة غاز الحجب وتوصيل الخرطوم.</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بتوصيل مسدس لحام MIG والغاز بماكينة اللحام.</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بتعبئة سلك اللحام في حامل مُلقم الأسلاك. </a:t>
            </a:r>
          </a:p>
          <a:p>
            <a:pPr marL="800100" indent="-457200" rtl="1">
              <a:buFont typeface="+mj-lt"/>
              <a:buAutoNum type="arabicPeriod"/>
            </a:pPr>
            <a:r>
              <a:rPr lang="ar">
                <a:latin typeface="Sakkal Majalla" panose="02000000000000000000" pitchFamily="2" charset="-78"/>
                <a:cs typeface="Sakkal Majalla" panose="02000000000000000000" pitchFamily="2" charset="-78"/>
              </a:rPr>
              <a:t>قم بتشغيل ماكينة اللحام وتلقيم السلك من خلال مسدس لحام MIG باستخدام الزناد.</a:t>
            </a:r>
          </a:p>
          <a:p>
            <a:pPr indent="0"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70" y="1052736"/>
            <a:ext cx="9252520" cy="50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الأدوات والمعدات ومصادر المعلومات (6)</a:t>
            </a:r>
          </a:p>
        </p:txBody>
      </p:sp>
      <p:sp>
        <p:nvSpPr>
          <p:cNvPr id="2" name="Footer Placeholder 2">
            <a:extLst>
              <a:ext uri="{FF2B5EF4-FFF2-40B4-BE49-F238E27FC236}">
                <a16:creationId xmlns:a16="http://schemas.microsoft.com/office/drawing/2014/main" id="{9A7C72FD-60D2-F3F1-338C-66B8F5B3AF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374583915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691680" y="2348880"/>
            <a:ext cx="6768752"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الخطوات الأساسية لإعداد ماكينة اللحام بالغاز الخامل المعدني (يُستكمل)</a:t>
            </a:r>
          </a:p>
          <a:p>
            <a:pPr marL="800100" indent="-457200" rtl="1">
              <a:buFont typeface="+mj-lt"/>
              <a:buAutoNum type="arabicPeriod" startAt="5"/>
            </a:pPr>
            <a:r>
              <a:rPr lang="ar">
                <a:latin typeface="Sakkal Majalla" panose="02000000000000000000" pitchFamily="2" charset="-78"/>
                <a:cs typeface="Sakkal Majalla" panose="02000000000000000000" pitchFamily="2" charset="-78"/>
              </a:rPr>
              <a:t>قم بتركيب رأس التلامس والغطاء على مسدس لحام MIG.</a:t>
            </a:r>
          </a:p>
          <a:p>
            <a:pPr marL="800100" indent="-457200" rtl="1">
              <a:buFont typeface="+mj-lt"/>
              <a:buAutoNum type="arabicPeriod" startAt="5"/>
            </a:pPr>
            <a:r>
              <a:rPr lang="ar">
                <a:latin typeface="Sakkal Majalla" panose="02000000000000000000" pitchFamily="2" charset="-78"/>
                <a:cs typeface="Sakkal Majalla" panose="02000000000000000000" pitchFamily="2" charset="-78"/>
              </a:rPr>
              <a:t>اضبط سرعة تلقيم الأسلاك ومعدل تدفق غاز الحجب.</a:t>
            </a:r>
          </a:p>
          <a:p>
            <a:pPr marL="800100" indent="-457200" rtl="1">
              <a:buFont typeface="+mj-lt"/>
              <a:buAutoNum type="arabicPeriod" startAt="5"/>
            </a:pPr>
            <a:r>
              <a:rPr lang="ar">
                <a:latin typeface="Sakkal Majalla" panose="02000000000000000000" pitchFamily="2" charset="-78"/>
                <a:cs typeface="Sakkal Majalla" panose="02000000000000000000" pitchFamily="2" charset="-78"/>
              </a:rPr>
              <a:t>ارفق مشبك التأريض بقطعة العمل.</a:t>
            </a:r>
          </a:p>
          <a:p>
            <a:pPr marL="800100" indent="-457200" rtl="1">
              <a:buFont typeface="+mj-lt"/>
              <a:buAutoNum type="arabicPeriod" startAt="5"/>
            </a:pPr>
            <a:r>
              <a:rPr lang="ar">
                <a:latin typeface="Sakkal Majalla" panose="02000000000000000000" pitchFamily="2" charset="-78"/>
                <a:cs typeface="Sakkal Majalla" panose="02000000000000000000" pitchFamily="2" charset="-78"/>
              </a:rPr>
              <a:t>اضبط التيار وابدأ اللحام. </a:t>
            </a:r>
          </a:p>
          <a:p>
            <a:pPr marL="800100" indent="-457200" rtl="1">
              <a:buFont typeface="+mj-lt"/>
              <a:buAutoNum type="arabicPeriod" startAt="5"/>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70" y="1052736"/>
            <a:ext cx="9252520" cy="50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الأدوات والمعدات ومصادر المعلومات (7)</a:t>
            </a:r>
          </a:p>
        </p:txBody>
      </p:sp>
      <p:sp>
        <p:nvSpPr>
          <p:cNvPr id="2" name="Footer Placeholder 2">
            <a:extLst>
              <a:ext uri="{FF2B5EF4-FFF2-40B4-BE49-F238E27FC236}">
                <a16:creationId xmlns:a16="http://schemas.microsoft.com/office/drawing/2014/main" id="{9962CA3D-9869-2F83-098E-BA768563AEF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2474559320"/>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100" b="1">
                <a:solidFill>
                  <a:schemeClr val="tx2"/>
                </a:solidFill>
                <a:latin typeface="Sakkal Majalla" panose="02000000000000000000" pitchFamily="2" charset="-78"/>
                <a:cs typeface="Sakkal Majalla" panose="02000000000000000000" pitchFamily="2" charset="-78"/>
              </a:rPr>
              <a:t>الأدوات والمعدات ومصادر المعلومات (8)</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560" y="2276872"/>
            <a:ext cx="7824861" cy="42635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355600" rtl="1"/>
            <a:r>
              <a:rPr lang="ar">
                <a:latin typeface="Sakkal Majalla" panose="02000000000000000000" pitchFamily="2" charset="-78"/>
                <a:cs typeface="Sakkal Majalla" panose="02000000000000000000" pitchFamily="2" charset="-78"/>
              </a:rPr>
              <a:t>تتلقى في مكان العمل معلومات حول ما يجب لحامه غالبًا كتعليمات لمهمة لحام أو رسم هندسي. وقد تحصل عليها في نسخة رقمية أو ورقية. </a:t>
            </a:r>
          </a:p>
          <a:p>
            <a:pPr marL="355600" rtl="1"/>
            <a:r>
              <a:rPr lang="ar">
                <a:latin typeface="Sakkal Majalla" panose="02000000000000000000" pitchFamily="2" charset="-78"/>
                <a:cs typeface="Sakkal Majalla" panose="02000000000000000000" pitchFamily="2" charset="-78"/>
              </a:rPr>
              <a:t>توضح لك تعليمات مهمة اللحام بكيفية أداء مهمة اللحام، مع الالتزام ببروتوكولات السلامة لإنتاج لحام عالي الجودة.</a:t>
            </a:r>
          </a:p>
          <a:p>
            <a:pPr indent="0" rtl="1"/>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0D112D2-3383-8398-5FF0-78E39FA8DE4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2723145805"/>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a:solidFill>
                  <a:schemeClr val="tx2"/>
                </a:solidFill>
                <a:latin typeface="Sakkal Majalla" panose="02000000000000000000" pitchFamily="2" charset="-78"/>
                <a:cs typeface="Sakkal Majalla" panose="02000000000000000000" pitchFamily="2" charset="-78"/>
              </a:rPr>
              <a:t>العمل على نحو آمن (1)</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840" y="2428511"/>
            <a:ext cx="8640960" cy="115212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buNone/>
            </a:pPr>
            <a:r>
              <a:rPr lang="ar">
                <a:latin typeface="Sakkal Majalla" panose="02000000000000000000" pitchFamily="2" charset="-78"/>
                <a:cs typeface="Sakkal Majalla" panose="02000000000000000000" pitchFamily="2" charset="-78"/>
              </a:rPr>
              <a:t>ينطوي اللحام على العديد من المخاطر التي من المحتمل أن تشكل خطرًا عليك وعلى أولئك الذين يعملون معك عن كثب عند اللحام. ويشمل ذلك ما يلي:</a:t>
            </a:r>
          </a:p>
          <a:p>
            <a:pPr indent="0" rtl="1">
              <a:buNone/>
            </a:pPr>
            <a:endParaRPr lang="en-GB" altLang="en-US" dirty="0">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1358361D-7101-03F2-8C03-B1DBB686961C}"/>
              </a:ext>
            </a:extLst>
          </p:cNvPr>
          <p:cNvSpPr txBox="1">
            <a:spLocks noChangeArrowheads="1"/>
          </p:cNvSpPr>
          <p:nvPr/>
        </p:nvSpPr>
        <p:spPr bwMode="auto">
          <a:xfrm>
            <a:off x="4366320" y="3556944"/>
            <a:ext cx="4536504"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الصعقة الكهربائية</a:t>
            </a:r>
          </a:p>
          <a:p>
            <a:pPr marL="685800" rtl="1"/>
            <a:r>
              <a:rPr lang="ar" kern="0">
                <a:latin typeface="Sakkal Majalla" panose="02000000000000000000" pitchFamily="2" charset="-78"/>
                <a:cs typeface="Sakkal Majalla" panose="02000000000000000000" pitchFamily="2" charset="-78"/>
              </a:rPr>
              <a:t>تولد الشرر والترشيش</a:t>
            </a:r>
          </a:p>
          <a:p>
            <a:pPr marL="685800" rtl="1"/>
            <a:r>
              <a:rPr lang="ar" kern="0">
                <a:latin typeface="Sakkal Majalla" panose="02000000000000000000" pitchFamily="2" charset="-78"/>
                <a:cs typeface="Sakkal Majalla" panose="02000000000000000000" pitchFamily="2" charset="-78"/>
              </a:rPr>
              <a:t>الأدخنة</a:t>
            </a:r>
          </a:p>
          <a:p>
            <a:pPr marL="685800" rtl="1"/>
            <a:r>
              <a:rPr lang="ar" kern="0">
                <a:latin typeface="Sakkal Majalla" panose="02000000000000000000" pitchFamily="2" charset="-78"/>
                <a:cs typeface="Sakkal Majalla" panose="02000000000000000000" pitchFamily="2" charset="-78"/>
              </a:rPr>
              <a:t>مشاكل العضلات والعظام</a:t>
            </a:r>
          </a:p>
          <a:p>
            <a:pPr indent="0" rtl="1">
              <a:buFont typeface="Wingdings" pitchFamily="2" charset="2"/>
              <a:buNone/>
            </a:pPr>
            <a:endParaRPr lang="en-GB" altLang="en-US" kern="0" dirty="0">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4AC9765A-E383-7EA9-B0B8-F789FC2B69DE}"/>
              </a:ext>
            </a:extLst>
          </p:cNvPr>
          <p:cNvSpPr txBox="1">
            <a:spLocks noChangeArrowheads="1"/>
          </p:cNvSpPr>
          <p:nvPr/>
        </p:nvSpPr>
        <p:spPr bwMode="auto">
          <a:xfrm>
            <a:off x="467544" y="3610494"/>
            <a:ext cx="4104456" cy="1637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lnSpcReduction="10000"/>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الضوضاء</a:t>
            </a:r>
          </a:p>
          <a:p>
            <a:pPr marL="685800" rtl="1"/>
            <a:r>
              <a:rPr lang="ar" kern="0">
                <a:latin typeface="Sakkal Majalla" panose="02000000000000000000" pitchFamily="2" charset="-78"/>
                <a:cs typeface="Sakkal Majalla" panose="02000000000000000000" pitchFamily="2" charset="-78"/>
              </a:rPr>
              <a:t>الحرارة والحروق</a:t>
            </a:r>
          </a:p>
          <a:p>
            <a:pPr marL="685800" rtl="1"/>
            <a:r>
              <a:rPr lang="ar" kern="0">
                <a:latin typeface="Sakkal Majalla" panose="02000000000000000000" pitchFamily="2" charset="-78"/>
                <a:cs typeface="Sakkal Majalla" panose="02000000000000000000" pitchFamily="2" charset="-78"/>
              </a:rPr>
              <a:t>مخاطر الانزلاق</a:t>
            </a:r>
          </a:p>
          <a:p>
            <a:pPr marL="685800" rtl="1"/>
            <a:r>
              <a:rPr lang="ar" kern="0">
                <a:latin typeface="Sakkal Majalla" panose="02000000000000000000" pitchFamily="2" charset="-78"/>
                <a:cs typeface="Sakkal Majalla" panose="02000000000000000000" pitchFamily="2" charset="-78"/>
              </a:rPr>
              <a:t>اندلاع الحريق.</a:t>
            </a:r>
          </a:p>
        </p:txBody>
      </p:sp>
      <p:sp>
        <p:nvSpPr>
          <p:cNvPr id="4" name="Footer Placeholder 2">
            <a:extLst>
              <a:ext uri="{FF2B5EF4-FFF2-40B4-BE49-F238E27FC236}">
                <a16:creationId xmlns:a16="http://schemas.microsoft.com/office/drawing/2014/main" id="{2FEFAEEB-7A4E-B24E-F8E5-4791F5EF5BF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72073411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a:solidFill>
                  <a:schemeClr val="tx2"/>
                </a:solidFill>
                <a:latin typeface="Sakkal Majalla" panose="02000000000000000000" pitchFamily="2" charset="-78"/>
                <a:cs typeface="Sakkal Majalla" panose="02000000000000000000" pitchFamily="2" charset="-78"/>
              </a:rPr>
              <a:t>العمل على نحو آمن (2)</a:t>
            </a:r>
          </a:p>
        </p:txBody>
      </p:sp>
      <p:sp>
        <p:nvSpPr>
          <p:cNvPr id="5" name="Content Placeholder 3">
            <a:extLst>
              <a:ext uri="{FF2B5EF4-FFF2-40B4-BE49-F238E27FC236}">
                <a16:creationId xmlns:a16="http://schemas.microsoft.com/office/drawing/2014/main" id="{4FE95134-6A3D-59C5-2F6D-3A47684B3D81}"/>
              </a:ext>
            </a:extLst>
          </p:cNvPr>
          <p:cNvSpPr txBox="1">
            <a:spLocks noChangeArrowheads="1"/>
          </p:cNvSpPr>
          <p:nvPr/>
        </p:nvSpPr>
        <p:spPr bwMode="auto">
          <a:xfrm>
            <a:off x="1115616" y="2276872"/>
            <a:ext cx="7344816" cy="195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0" indent="0" rtl="1">
              <a:buFont typeface="Wingdings" pitchFamily="2" charset="2"/>
              <a:buNone/>
            </a:pPr>
            <a:r>
              <a:rPr lang="ar" kern="0">
                <a:latin typeface="Sakkal Majalla" panose="02000000000000000000" pitchFamily="2" charset="-78"/>
                <a:cs typeface="Sakkal Majalla" panose="02000000000000000000" pitchFamily="2" charset="-78"/>
              </a:rPr>
              <a:t>سيؤدي تقييم المخاطر إلى ما يلي:</a:t>
            </a:r>
          </a:p>
          <a:p>
            <a:pPr rtl="1"/>
            <a:r>
              <a:rPr lang="ar" kern="0">
                <a:latin typeface="Sakkal Majalla" panose="02000000000000000000" pitchFamily="2" charset="-78"/>
                <a:cs typeface="Sakkal Majalla" panose="02000000000000000000" pitchFamily="2" charset="-78"/>
              </a:rPr>
              <a:t>تحديد مخاطر اللحام المحددة </a:t>
            </a:r>
          </a:p>
          <a:p>
            <a:pPr rtl="1"/>
            <a:r>
              <a:rPr lang="ar" kern="0">
                <a:latin typeface="Sakkal Majalla" panose="02000000000000000000" pitchFamily="2" charset="-78"/>
                <a:cs typeface="Sakkal Majalla" panose="02000000000000000000" pitchFamily="2" charset="-78"/>
              </a:rPr>
              <a:t>تحديد من قد يكون معرضًا لخطر التعرض للأذى</a:t>
            </a:r>
          </a:p>
          <a:p>
            <a:pPr rtl="1"/>
            <a:r>
              <a:rPr lang="ar" kern="0">
                <a:latin typeface="Sakkal Majalla" panose="02000000000000000000" pitchFamily="2" charset="-78"/>
                <a:cs typeface="Sakkal Majalla" panose="02000000000000000000" pitchFamily="2" charset="-78"/>
              </a:rPr>
              <a:t>تشمل التحكم المقاس لحماية أي شخص بالقرب من اللحام.</a:t>
            </a:r>
          </a:p>
        </p:txBody>
      </p:sp>
      <p:sp>
        <p:nvSpPr>
          <p:cNvPr id="2" name="Footer Placeholder 2">
            <a:extLst>
              <a:ext uri="{FF2B5EF4-FFF2-40B4-BE49-F238E27FC236}">
                <a16:creationId xmlns:a16="http://schemas.microsoft.com/office/drawing/2014/main" id="{86A45759-E7CE-5239-0976-A890CE9CBDA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3440016492"/>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a:solidFill>
                  <a:schemeClr val="tx2"/>
                </a:solidFill>
                <a:latin typeface="Sakkal Majalla" panose="02000000000000000000" pitchFamily="2" charset="-78"/>
                <a:cs typeface="Sakkal Majalla" panose="02000000000000000000" pitchFamily="2" charset="-78"/>
              </a:rPr>
              <a:t>العمل على نحو آمن (3)</a:t>
            </a:r>
            <a:endParaRPr lang="en-GB" altLang="en-US" sz="36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01644" y="2354802"/>
            <a:ext cx="5090436" cy="345289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r>
              <a:rPr lang="ar" sz="2600">
                <a:latin typeface="Sakkal Majalla" panose="02000000000000000000" pitchFamily="2" charset="-78"/>
                <a:cs typeface="Sakkal Majalla" panose="02000000000000000000" pitchFamily="2" charset="-78"/>
              </a:rPr>
              <a:t>يتضمن اللحام العمل باستخدام درجات حرارة عالية وضوء ساطع وشرر والتعرض المحتمل للأدخنة والأجسام الضارة. </a:t>
            </a:r>
          </a:p>
          <a:p>
            <a:pPr rtl="1"/>
            <a:r>
              <a:rPr lang="ar" sz="2600">
                <a:latin typeface="Sakkal Majalla" panose="02000000000000000000" pitchFamily="2" charset="-78"/>
                <a:cs typeface="Sakkal Majalla" panose="02000000000000000000" pitchFamily="2" charset="-78"/>
              </a:rPr>
              <a:t>ستحتاج إلى حماية نفسك أثناء اللحام من خلال ارتداء خوذة اللحام والقفازات والسترة والمئزر والأحذية.</a:t>
            </a:r>
          </a:p>
          <a:p>
            <a:pPr marL="685800" rtl="1"/>
            <a:endParaRPr lang="en-GB" altLang="en-US" dirty="0">
              <a:latin typeface="Sakkal Majalla" panose="02000000000000000000" pitchFamily="2" charset="-78"/>
              <a:cs typeface="Sakkal Majalla" panose="02000000000000000000" pitchFamily="2" charset="-78"/>
            </a:endParaRPr>
          </a:p>
        </p:txBody>
      </p:sp>
      <p:sp>
        <p:nvSpPr>
          <p:cNvPr id="2" name="TextBox 1">
            <a:extLst>
              <a:ext uri="{FF2B5EF4-FFF2-40B4-BE49-F238E27FC236}">
                <a16:creationId xmlns:a16="http://schemas.microsoft.com/office/drawing/2014/main" id="{61F32BB9-267F-772C-6D8F-FC4857D296EC}"/>
              </a:ext>
            </a:extLst>
          </p:cNvPr>
          <p:cNvSpPr txBox="1"/>
          <p:nvPr/>
        </p:nvSpPr>
        <p:spPr>
          <a:xfrm>
            <a:off x="1187624" y="6021288"/>
            <a:ext cx="7344816" cy="738664"/>
          </a:xfrm>
          <a:prstGeom prst="rect">
            <a:avLst/>
          </a:prstGeom>
          <a:noFill/>
        </p:spPr>
        <p:txBody>
          <a:bodyPr wrap="square" rtlCol="1">
            <a:spAutoFit/>
          </a:bodyPr>
          <a:lstStyle/>
          <a:p>
            <a:pPr rtl="1"/>
            <a:r>
              <a:rPr lang="ar" sz="2400" b="1">
                <a:latin typeface="Sakkal Majalla" panose="02000000000000000000" pitchFamily="2" charset="-78"/>
                <a:cs typeface="Sakkal Majalla" panose="02000000000000000000" pitchFamily="2" charset="-78"/>
              </a:rPr>
              <a:t>سؤال:</a:t>
            </a:r>
            <a:r>
              <a:rPr lang="ar" sz="2400">
                <a:latin typeface="Sakkal Majalla" panose="02000000000000000000" pitchFamily="2" charset="-78"/>
                <a:cs typeface="Sakkal Majalla" panose="02000000000000000000" pitchFamily="2" charset="-78"/>
              </a:rPr>
              <a:t> لماذا لا تحتوي أحذية اللحام على أربطة؟</a:t>
            </a:r>
            <a:endParaRPr lang="en-GB" altLang="en-US" sz="2400" b="1" dirty="0">
              <a:latin typeface="Sakkal Majalla" panose="02000000000000000000" pitchFamily="2" charset="-78"/>
              <a:cs typeface="Sakkal Majalla" panose="02000000000000000000" pitchFamily="2" charset="-78"/>
            </a:endParaRPr>
          </a:p>
          <a:p>
            <a:pPr rtl="1"/>
            <a:endParaRPr lang="en-GB"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9BEDD636-FC8B-1E12-019A-C5A5D277F08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72658" y="2029143"/>
            <a:ext cx="2571750" cy="3429000"/>
          </a:xfrm>
          <a:prstGeom prst="rect">
            <a:avLst/>
          </a:prstGeom>
        </p:spPr>
      </p:pic>
      <p:sp>
        <p:nvSpPr>
          <p:cNvPr id="3" name="Footer Placeholder 2">
            <a:extLst>
              <a:ext uri="{FF2B5EF4-FFF2-40B4-BE49-F238E27FC236}">
                <a16:creationId xmlns:a16="http://schemas.microsoft.com/office/drawing/2014/main" id="{11D50367-868E-2CED-B631-E34A5A95D7D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3286958162"/>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Sakkal Majalla" panose="02000000000000000000" pitchFamily="2" charset="-78"/>
                <a:cs typeface="Sakkal Majalla" panose="02000000000000000000" pitchFamily="2" charset="-78"/>
              </a:rPr>
              <a:t>هدف التعلم (ب)</a:t>
            </a:r>
            <a:br>
              <a:rPr lang="en-US" altLang="en-US" sz="2400" dirty="0">
                <a:latin typeface="Sakkal Majalla" panose="02000000000000000000" pitchFamily="2" charset="-78"/>
                <a:cs typeface="Sakkal Majalla" panose="02000000000000000000" pitchFamily="2" charset="-78"/>
              </a:rPr>
            </a:br>
            <a:br>
              <a:rPr lang="en-US" altLang="en-US" sz="2400" dirty="0">
                <a:latin typeface="Sakkal Majalla" panose="02000000000000000000" pitchFamily="2" charset="-78"/>
                <a:cs typeface="Sakkal Majalla" panose="02000000000000000000" pitchFamily="2" charset="-78"/>
              </a:rPr>
            </a:br>
            <a:endParaRPr lang="en-GB" altLang="en-US" sz="3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5268" y="4149080"/>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latin typeface="Sakkal Majalla" panose="02000000000000000000" pitchFamily="2" charset="-78"/>
                <a:cs typeface="Sakkal Majalla" panose="02000000000000000000" pitchFamily="2" charset="-78"/>
              </a:rPr>
              <a:t>السلامة</a:t>
            </a:r>
          </a:p>
          <a:p>
            <a:pPr marL="685800" rtl="1"/>
            <a:r>
              <a:rPr lang="ar">
                <a:latin typeface="Sakkal Majalla" panose="02000000000000000000" pitchFamily="2" charset="-78"/>
                <a:cs typeface="Sakkal Majalla" panose="02000000000000000000" pitchFamily="2" charset="-78"/>
              </a:rPr>
              <a:t>تنفيذ الوصلات الملحومة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latin typeface="Sakkal Majalla" panose="02000000000000000000" pitchFamily="2" charset="-78"/>
              <a:cs typeface="Sakkal Majalla" panose="02000000000000000000" pitchFamily="2" charset="-78"/>
            </a:endParaRPr>
          </a:p>
        </p:txBody>
      </p:sp>
      <p:pic>
        <p:nvPicPr>
          <p:cNvPr id="3" name="Picture 2">
            <a:extLst>
              <a:ext uri="{FF2B5EF4-FFF2-40B4-BE49-F238E27FC236}">
                <a16:creationId xmlns:a16="http://schemas.microsoft.com/office/drawing/2014/main" id="{2E817B86-C9B6-1DD0-3709-30E9E6D75135}"/>
              </a:ext>
            </a:extLst>
          </p:cNvPr>
          <p:cNvPicPr>
            <a:picLocks noChangeAspect="1"/>
          </p:cNvPicPr>
          <p:nvPr/>
        </p:nvPicPr>
        <p:blipFill>
          <a:blip r:embed="rId4"/>
          <a:stretch>
            <a:fillRect/>
          </a:stretch>
        </p:blipFill>
        <p:spPr>
          <a:xfrm>
            <a:off x="1807225" y="3108932"/>
            <a:ext cx="5529551" cy="640135"/>
          </a:xfrm>
          <a:prstGeom prst="rect">
            <a:avLst/>
          </a:prstGeom>
        </p:spPr>
      </p:pic>
      <p:sp>
        <p:nvSpPr>
          <p:cNvPr id="2" name="Rectangle 1">
            <a:extLst>
              <a:ext uri="{FF2B5EF4-FFF2-40B4-BE49-F238E27FC236}">
                <a16:creationId xmlns:a16="http://schemas.microsoft.com/office/drawing/2014/main" id="{18B03E95-A011-1055-D293-8A23112FA5B9}"/>
              </a:ext>
            </a:extLst>
          </p:cNvPr>
          <p:cNvSpPr/>
          <p:nvPr/>
        </p:nvSpPr>
        <p:spPr>
          <a:xfrm>
            <a:off x="1987296" y="3255264"/>
            <a:ext cx="5184648" cy="323088"/>
          </a:xfrm>
          <a:prstGeom prst="rect">
            <a:avLst/>
          </a:prstGeom>
          <a:solidFill>
            <a:srgbClr val="FFFFFF"/>
          </a:solidFill>
        </p:spPr>
        <p:txBody>
          <a:bodyPr wrap="none" lIns="0" tIns="0" rIns="0" bIns="0" rtlCol="1">
            <a:noAutofit/>
          </a:bodyPr>
          <a:lstStyle/>
          <a:p>
            <a:pPr indent="0" algn="ctr" rtl="1"/>
            <a:r>
              <a:rPr lang="ar" sz="2400" b="1" dirty="0">
                <a:latin typeface="Sakkal Majalla" panose="02000000000000000000" pitchFamily="2" charset="-78"/>
                <a:cs typeface="Sakkal Majalla" panose="02000000000000000000" pitchFamily="2" charset="-78"/>
              </a:rPr>
              <a:t>تنفيذ عمليات اللحام بأمان</a:t>
            </a:r>
          </a:p>
        </p:txBody>
      </p:sp>
      <p:sp>
        <p:nvSpPr>
          <p:cNvPr id="4" name="Footer Placeholder 2">
            <a:extLst>
              <a:ext uri="{FF2B5EF4-FFF2-40B4-BE49-F238E27FC236}">
                <a16:creationId xmlns:a16="http://schemas.microsoft.com/office/drawing/2014/main" id="{99DA8959-357C-DD86-F14D-A29E1AA932C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689274" y="1810504"/>
            <a:ext cx="658822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التدابير والإجراءات المتبعة في حالة اندلاع حريق</a:t>
            </a: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السلامة (1)</a:t>
            </a:r>
          </a:p>
        </p:txBody>
      </p:sp>
      <p:sp>
        <p:nvSpPr>
          <p:cNvPr id="4" name="Content Placeholder 3">
            <a:extLst>
              <a:ext uri="{FF2B5EF4-FFF2-40B4-BE49-F238E27FC236}">
                <a16:creationId xmlns:a16="http://schemas.microsoft.com/office/drawing/2014/main" id="{B9F6C77D-0E91-A535-E3F0-45442D6BE882}"/>
              </a:ext>
            </a:extLst>
          </p:cNvPr>
          <p:cNvSpPr txBox="1">
            <a:spLocks noChangeArrowheads="1"/>
          </p:cNvSpPr>
          <p:nvPr/>
        </p:nvSpPr>
        <p:spPr bwMode="auto">
          <a:xfrm>
            <a:off x="4211960" y="2220240"/>
            <a:ext cx="4830719" cy="450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kern="0">
                <a:latin typeface="Sakkal Majalla" panose="02000000000000000000" pitchFamily="2" charset="-78"/>
                <a:cs typeface="Sakkal Majalla" panose="02000000000000000000" pitchFamily="2" charset="-78"/>
              </a:rPr>
              <a:t>عند اللحام، احتفظ بمطفأة حريق في متناول اليد، لأن الشرر الساخن والرذاذ يشكلان خطرًا حقيقيًا لاندلاع حريق. </a:t>
            </a:r>
          </a:p>
          <a:p>
            <a:pPr rtl="1"/>
            <a:r>
              <a:rPr lang="ar" kern="0">
                <a:latin typeface="Sakkal Majalla" panose="02000000000000000000" pitchFamily="2" charset="-78"/>
                <a:cs typeface="Sakkal Majalla" panose="02000000000000000000" pitchFamily="2" charset="-78"/>
              </a:rPr>
              <a:t>استخدم أيضًا حاجبات مقاومة للحريق حول المنطقة التي تقوم فيها باللحام لاحتواء الشرر الساخن. </a:t>
            </a:r>
          </a:p>
          <a:p>
            <a:pPr rtl="1"/>
            <a:r>
              <a:rPr lang="ar" kern="0">
                <a:latin typeface="Sakkal Majalla" panose="02000000000000000000" pitchFamily="2" charset="-78"/>
                <a:cs typeface="Sakkal Majalla" panose="02000000000000000000" pitchFamily="2" charset="-78"/>
              </a:rPr>
              <a:t>تأكد من أنك على دراية بموقع نقطة إطلاق إنذار الحريق حتى تتمكن من تنبيه الآخرين في حالة نشوب حريق.</a:t>
            </a:r>
          </a:p>
        </p:txBody>
      </p:sp>
      <p:sp>
        <p:nvSpPr>
          <p:cNvPr id="2" name="Footer Placeholder 2">
            <a:extLst>
              <a:ext uri="{FF2B5EF4-FFF2-40B4-BE49-F238E27FC236}">
                <a16:creationId xmlns:a16="http://schemas.microsoft.com/office/drawing/2014/main" id="{A104C5B3-8CAD-A72E-AD49-67012084DEA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5" name="Picture 4">
            <a:extLst>
              <a:ext uri="{FF2B5EF4-FFF2-40B4-BE49-F238E27FC236}">
                <a16:creationId xmlns:a16="http://schemas.microsoft.com/office/drawing/2014/main" id="{B7099555-9716-B197-FCA5-A9375E4D5B8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3300" y="2929355"/>
            <a:ext cx="3838660" cy="2159197"/>
          </a:xfrm>
          <a:prstGeom prst="rect">
            <a:avLst/>
          </a:prstGeom>
        </p:spPr>
      </p:pic>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088848" y="1988840"/>
            <a:ext cx="658822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المناولة اليدوية</a:t>
            </a: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السلامة (2)</a:t>
            </a:r>
          </a:p>
        </p:txBody>
      </p:sp>
      <p:sp>
        <p:nvSpPr>
          <p:cNvPr id="4" name="Content Placeholder 3">
            <a:extLst>
              <a:ext uri="{FF2B5EF4-FFF2-40B4-BE49-F238E27FC236}">
                <a16:creationId xmlns:a16="http://schemas.microsoft.com/office/drawing/2014/main" id="{B9F6C77D-0E91-A535-E3F0-45442D6BE882}"/>
              </a:ext>
            </a:extLst>
          </p:cNvPr>
          <p:cNvSpPr txBox="1">
            <a:spLocks noChangeArrowheads="1"/>
          </p:cNvSpPr>
          <p:nvPr/>
        </p:nvSpPr>
        <p:spPr bwMode="auto">
          <a:xfrm>
            <a:off x="1187623" y="2564904"/>
            <a:ext cx="7488832" cy="42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425450" rtl="1"/>
            <a:r>
              <a:rPr lang="ar" kern="0">
                <a:latin typeface="Sakkal Majalla" panose="02000000000000000000" pitchFamily="2" charset="-78"/>
                <a:cs typeface="Sakkal Majalla" panose="02000000000000000000" pitchFamily="2" charset="-78"/>
              </a:rPr>
              <a:t>يمكن أن تكون بعض المعدات في ورشة اللحام ثقيلة، مثل أسطوانات الغاز. </a:t>
            </a:r>
          </a:p>
          <a:p>
            <a:pPr marL="425450" rtl="1"/>
            <a:r>
              <a:rPr lang="ar" kern="0">
                <a:latin typeface="Sakkal Majalla" panose="02000000000000000000" pitchFamily="2" charset="-78"/>
                <a:cs typeface="Sakkal Majalla" panose="02000000000000000000" pitchFamily="2" charset="-78"/>
              </a:rPr>
              <a:t>لا تحاول رفع أي شيء لا يمكنك التعامل معه بسهولة، واستخدم دائمًا وضعية الرفع الجيدة.</a:t>
            </a:r>
          </a:p>
          <a:p>
            <a:pPr marL="425450" rtl="1"/>
            <a:r>
              <a:rPr lang="ar" kern="0">
                <a:latin typeface="Sakkal Majalla" panose="02000000000000000000" pitchFamily="2" charset="-78"/>
                <a:cs typeface="Sakkal Majalla" panose="02000000000000000000" pitchFamily="2" charset="-78"/>
              </a:rPr>
              <a:t>بالنسبة للعناصر الأكبر والأثقل مثل أسطوانات الغاز أو الصفائح المعدنية، ستحتاج إلى مساعدة ميكانيكية.</a:t>
            </a:r>
          </a:p>
        </p:txBody>
      </p:sp>
      <p:sp>
        <p:nvSpPr>
          <p:cNvPr id="2" name="Footer Placeholder 2">
            <a:extLst>
              <a:ext uri="{FF2B5EF4-FFF2-40B4-BE49-F238E27FC236}">
                <a16:creationId xmlns:a16="http://schemas.microsoft.com/office/drawing/2014/main" id="{D94993F8-1A08-9CB9-7C9F-BA89B7F04E2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3410251149"/>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677338" y="1842426"/>
            <a:ext cx="658822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فحوصات حالة ما قبل العمل</a:t>
            </a: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السلامة (3)</a:t>
            </a:r>
          </a:p>
        </p:txBody>
      </p:sp>
      <p:sp>
        <p:nvSpPr>
          <p:cNvPr id="4" name="Content Placeholder 3">
            <a:extLst>
              <a:ext uri="{FF2B5EF4-FFF2-40B4-BE49-F238E27FC236}">
                <a16:creationId xmlns:a16="http://schemas.microsoft.com/office/drawing/2014/main" id="{B9F6C77D-0E91-A535-E3F0-45442D6BE882}"/>
              </a:ext>
            </a:extLst>
          </p:cNvPr>
          <p:cNvSpPr txBox="1">
            <a:spLocks noChangeArrowheads="1"/>
          </p:cNvSpPr>
          <p:nvPr/>
        </p:nvSpPr>
        <p:spPr bwMode="auto">
          <a:xfrm>
            <a:off x="96279" y="3141745"/>
            <a:ext cx="8711057" cy="450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a:latin typeface="Sakkal Majalla" panose="02000000000000000000" pitchFamily="2" charset="-78"/>
                <a:cs typeface="Sakkal Majalla" panose="02000000000000000000" pitchFamily="2" charset="-78"/>
              </a:rPr>
              <a:t>لا تبدأ اللحام حتى تفحص وتقتنع بحالة معدات اللحام الجيدة. تحقق مما يلي:</a:t>
            </a:r>
          </a:p>
          <a:p>
            <a:pPr marL="355600" rtl="1"/>
            <a:r>
              <a:rPr lang="ar" kern="0">
                <a:latin typeface="Sakkal Majalla" panose="02000000000000000000" pitchFamily="2" charset="-78"/>
                <a:cs typeface="Sakkal Majalla" panose="02000000000000000000" pitchFamily="2" charset="-78"/>
              </a:rPr>
              <a:t>لا تظهر على خراطيم الغاز أي علامات على التلف أو التآكل أو الاحتراق</a:t>
            </a:r>
          </a:p>
          <a:p>
            <a:pPr marL="355600" rtl="1"/>
            <a:r>
              <a:rPr lang="ar" kern="0">
                <a:latin typeface="Sakkal Majalla" panose="02000000000000000000" pitchFamily="2" charset="-78"/>
                <a:cs typeface="Sakkal Majalla" panose="02000000000000000000" pitchFamily="2" charset="-78"/>
              </a:rPr>
              <a:t>الكابلات الكهربائية خالية من مكامن الخلل والعقد والتمزق</a:t>
            </a:r>
          </a:p>
          <a:p>
            <a:pPr marL="355600" rtl="1"/>
            <a:r>
              <a:rPr lang="ar" kern="0">
                <a:latin typeface="Sakkal Majalla" panose="02000000000000000000" pitchFamily="2" charset="-78"/>
                <a:cs typeface="Sakkal Majalla" panose="02000000000000000000" pitchFamily="2" charset="-78"/>
              </a:rPr>
              <a:t>لا يوجد أي تلف بماسكات قضيب الإلكترود أو المقابس الكهربائية.</a:t>
            </a:r>
          </a:p>
          <a:p>
            <a:pPr marL="0" indent="0" rtl="1">
              <a:buNone/>
            </a:pPr>
            <a:endParaRPr lang="en-GB" altLang="en-US" kern="0" dirty="0">
              <a:latin typeface="Sakkal Majalla" panose="02000000000000000000" pitchFamily="2" charset="-78"/>
              <a:cs typeface="Sakkal Majalla" panose="02000000000000000000" pitchFamily="2" charset="-78"/>
            </a:endParaRPr>
          </a:p>
          <a:p>
            <a:pPr marL="0" indent="0" rtl="1">
              <a:buNone/>
            </a:pPr>
            <a:r>
              <a:rPr lang="ar" b="1" kern="0">
                <a:latin typeface="Sakkal Majalla" panose="02000000000000000000" pitchFamily="2" charset="-78"/>
                <a:cs typeface="Sakkal Majalla" panose="02000000000000000000" pitchFamily="2" charset="-78"/>
              </a:rPr>
              <a:t>استبدل، ولا تستخدم، أي خراطيم وكابلات ومقابس وماسكات قضبان إلكترود تالفة.</a:t>
            </a:r>
          </a:p>
        </p:txBody>
      </p:sp>
      <p:sp>
        <p:nvSpPr>
          <p:cNvPr id="2" name="Rectangle 1">
            <a:extLst>
              <a:ext uri="{FF2B5EF4-FFF2-40B4-BE49-F238E27FC236}">
                <a16:creationId xmlns:a16="http://schemas.microsoft.com/office/drawing/2014/main" id="{D21C881F-7BFE-D45D-783F-7291481129E6}"/>
              </a:ext>
            </a:extLst>
          </p:cNvPr>
          <p:cNvSpPr/>
          <p:nvPr/>
        </p:nvSpPr>
        <p:spPr>
          <a:xfrm>
            <a:off x="323528" y="5301208"/>
            <a:ext cx="8604001" cy="9361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B118A22A-D929-D706-9ADE-91117BF16B2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917972314"/>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21369" y="2204864"/>
            <a:ext cx="658822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b="1">
                <a:latin typeface="Sakkal Majalla" panose="02000000000000000000" pitchFamily="2" charset="-78"/>
                <a:cs typeface="Sakkal Majalla" panose="02000000000000000000" pitchFamily="2" charset="-78"/>
              </a:rPr>
              <a:t>   استخدام تهوية العادم الموضعية</a:t>
            </a: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السلامة (4)</a:t>
            </a:r>
          </a:p>
        </p:txBody>
      </p:sp>
      <p:sp>
        <p:nvSpPr>
          <p:cNvPr id="4" name="Content Placeholder 3">
            <a:extLst>
              <a:ext uri="{FF2B5EF4-FFF2-40B4-BE49-F238E27FC236}">
                <a16:creationId xmlns:a16="http://schemas.microsoft.com/office/drawing/2014/main" id="{B9F6C77D-0E91-A535-E3F0-45442D6BE882}"/>
              </a:ext>
            </a:extLst>
          </p:cNvPr>
          <p:cNvSpPr txBox="1">
            <a:spLocks noChangeArrowheads="1"/>
          </p:cNvSpPr>
          <p:nvPr/>
        </p:nvSpPr>
        <p:spPr bwMode="auto">
          <a:xfrm>
            <a:off x="683568" y="2636912"/>
            <a:ext cx="8136904" cy="3465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لا تبدأ اللحام حتى تقتنع بالتهوية الكافية في منطقة عملك.</a:t>
            </a:r>
          </a:p>
          <a:p>
            <a:pPr marL="685800" rtl="1"/>
            <a:r>
              <a:rPr lang="ar" kern="0">
                <a:latin typeface="Sakkal Majalla" panose="02000000000000000000" pitchFamily="2" charset="-78"/>
                <a:cs typeface="Sakkal Majalla" panose="02000000000000000000" pitchFamily="2" charset="-78"/>
              </a:rPr>
              <a:t>يتم تركيب شفاط العادم الموضعي على ذراع مرن وقابل للتعديل يمكن وضعه بجوار قطعة العمل الخاصة بك. </a:t>
            </a:r>
          </a:p>
          <a:p>
            <a:pPr marL="685800" rtl="1"/>
            <a:r>
              <a:rPr lang="ar" kern="0">
                <a:latin typeface="Sakkal Majalla" panose="02000000000000000000" pitchFamily="2" charset="-78"/>
                <a:cs typeface="Sakkal Majalla" panose="02000000000000000000" pitchFamily="2" charset="-78"/>
              </a:rPr>
              <a:t>وعلى غرار المكنسة الكهربائية، فإنه يجمع الأدخنة ثم ينفخها من خلال مرشح لتنظيفها.</a:t>
            </a:r>
          </a:p>
        </p:txBody>
      </p:sp>
      <p:sp>
        <p:nvSpPr>
          <p:cNvPr id="2" name="Footer Placeholder 2">
            <a:extLst>
              <a:ext uri="{FF2B5EF4-FFF2-40B4-BE49-F238E27FC236}">
                <a16:creationId xmlns:a16="http://schemas.microsoft.com/office/drawing/2014/main" id="{BAD0B2A6-FA1C-A4C0-1CEE-2AA32983FE0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256175664"/>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السلامة (5)</a:t>
            </a:r>
          </a:p>
        </p:txBody>
      </p:sp>
      <p:sp>
        <p:nvSpPr>
          <p:cNvPr id="2" name="Content Placeholder 3">
            <a:extLst>
              <a:ext uri="{FF2B5EF4-FFF2-40B4-BE49-F238E27FC236}">
                <a16:creationId xmlns:a16="http://schemas.microsoft.com/office/drawing/2014/main" id="{3AEA4EA7-6CA5-62B5-D0F0-8A103E4A4E9B}"/>
              </a:ext>
            </a:extLst>
          </p:cNvPr>
          <p:cNvSpPr txBox="1">
            <a:spLocks noChangeArrowheads="1"/>
          </p:cNvSpPr>
          <p:nvPr/>
        </p:nvSpPr>
        <p:spPr bwMode="auto">
          <a:xfrm>
            <a:off x="2233143" y="2060848"/>
            <a:ext cx="6910857" cy="580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b="1" kern="0">
                <a:latin typeface="Sakkal Majalla" panose="02000000000000000000" pitchFamily="2" charset="-78"/>
                <a:cs typeface="Sakkal Majalla" panose="02000000000000000000" pitchFamily="2" charset="-78"/>
              </a:rPr>
              <a:t>الحفاظ على منطقة العمل نظيفة ومرتبة</a:t>
            </a:r>
          </a:p>
          <a:p>
            <a:pPr indent="0" rtl="1">
              <a:buFont typeface="Wingdings" panose="05000000000000000000" pitchFamily="2" charset="2"/>
              <a:buNone/>
            </a:pPr>
            <a:endParaRPr lang="en-GB" altLang="en-US" b="1" kern="0" dirty="0">
              <a:latin typeface="Sakkal Majalla" panose="02000000000000000000" pitchFamily="2" charset="-78"/>
              <a:cs typeface="Sakkal Majalla" panose="02000000000000000000" pitchFamily="2" charset="-78"/>
            </a:endParaRPr>
          </a:p>
          <a:p>
            <a:pPr indent="0" algn="ctr" rtl="1">
              <a:buFont typeface="Wingdings" panose="05000000000000000000" pitchFamily="2" charset="2"/>
              <a:buNone/>
            </a:pPr>
            <a:endParaRPr lang="en-GB" altLang="en-US"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5" name="Content Placeholder 3">
            <a:extLst>
              <a:ext uri="{FF2B5EF4-FFF2-40B4-BE49-F238E27FC236}">
                <a16:creationId xmlns:a16="http://schemas.microsoft.com/office/drawing/2014/main" id="{39412B4B-866B-220C-D419-9C4520CB7139}"/>
              </a:ext>
            </a:extLst>
          </p:cNvPr>
          <p:cNvSpPr txBox="1">
            <a:spLocks noChangeArrowheads="1"/>
          </p:cNvSpPr>
          <p:nvPr/>
        </p:nvSpPr>
        <p:spPr bwMode="auto">
          <a:xfrm>
            <a:off x="472734" y="2564904"/>
            <a:ext cx="8676456"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أعِد جميع الأدوات والمعدات إلى المخزن بعد الانتهاء من استخدامها. </a:t>
            </a:r>
          </a:p>
          <a:p>
            <a:pPr marL="685800" rtl="1"/>
            <a:r>
              <a:rPr lang="ar" kern="0">
                <a:latin typeface="Sakkal Majalla" panose="02000000000000000000" pitchFamily="2" charset="-78"/>
                <a:cs typeface="Sakkal Majalla" panose="02000000000000000000" pitchFamily="2" charset="-78"/>
              </a:rPr>
              <a:t>تخلص من جميع مواد النفايات؛ مثل التغليف والخبث والخردة المعدنية. </a:t>
            </a:r>
          </a:p>
          <a:p>
            <a:pPr marL="685800" rtl="1"/>
            <a:r>
              <a:rPr lang="ar" kern="0">
                <a:latin typeface="Sakkal Majalla" panose="02000000000000000000" pitchFamily="2" charset="-78"/>
                <a:cs typeface="Sakkal Majalla" panose="02000000000000000000" pitchFamily="2" charset="-78"/>
              </a:rPr>
              <a:t>يجب تخزين الغازات والسوائل القابلة للاشتعال في خزانة معدنية مقاومة للحريق بعيدًا عن جميع أنشطة اللحام.</a:t>
            </a:r>
          </a:p>
        </p:txBody>
      </p:sp>
      <p:sp>
        <p:nvSpPr>
          <p:cNvPr id="3" name="Footer Placeholder 2">
            <a:extLst>
              <a:ext uri="{FF2B5EF4-FFF2-40B4-BE49-F238E27FC236}">
                <a16:creationId xmlns:a16="http://schemas.microsoft.com/office/drawing/2014/main" id="{B49368C4-3399-1816-26DC-76E77857F59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1386665012"/>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060625" y="1982625"/>
            <a:ext cx="572412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dirty="0">
                <a:latin typeface="Sakkal Majalla" panose="02000000000000000000" pitchFamily="2" charset="-78"/>
                <a:cs typeface="Sakkal Majalla" panose="02000000000000000000" pitchFamily="2" charset="-78"/>
              </a:rPr>
              <a:t>يجب عليك تنظيف المعدن الأساسي قبل بدء اللحام. </a:t>
            </a:r>
          </a:p>
          <a:p>
            <a:pPr marL="355600" rtl="1"/>
            <a:r>
              <a:rPr lang="ar" dirty="0">
                <a:latin typeface="Sakkal Majalla" panose="02000000000000000000" pitchFamily="2" charset="-78"/>
                <a:cs typeface="Sakkal Majalla" panose="02000000000000000000" pitchFamily="2" charset="-78"/>
              </a:rPr>
              <a:t>قم بإزالة الزيت والشحوم باستخدام مزيل الشحوم.</a:t>
            </a:r>
          </a:p>
          <a:p>
            <a:pPr marL="355600" rtl="1"/>
            <a:r>
              <a:rPr lang="ar" dirty="0">
                <a:latin typeface="Sakkal Majalla" panose="02000000000000000000" pitchFamily="2" charset="-78"/>
                <a:cs typeface="Sakkal Majalla" panose="02000000000000000000" pitchFamily="2" charset="-78"/>
              </a:rPr>
              <a:t>قم بإزالة الصدأ والأوساخ باستخدام فرشاة سلكية أو جلاخة زاوية (صاروخ جلخ). يمكن إزالة الصدأ الصعب عن طريق </a:t>
            </a:r>
            <a:br>
              <a:rPr lang="en-US" dirty="0">
                <a:latin typeface="Sakkal Majalla" panose="02000000000000000000" pitchFamily="2" charset="-78"/>
                <a:cs typeface="Sakkal Majalla" panose="02000000000000000000" pitchFamily="2" charset="-78"/>
              </a:rPr>
            </a:br>
            <a:r>
              <a:rPr lang="ar" dirty="0">
                <a:latin typeface="Sakkal Majalla" panose="02000000000000000000" pitchFamily="2" charset="-78"/>
                <a:cs typeface="Sakkal Majalla" panose="02000000000000000000" pitchFamily="2" charset="-78"/>
              </a:rPr>
              <a:t>وضع محلول حمضي قاعدي على سطح المعدن.</a:t>
            </a: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تنفيذ الوصلات الملحومة (1)</a:t>
            </a:r>
          </a:p>
        </p:txBody>
      </p:sp>
      <p:sp>
        <p:nvSpPr>
          <p:cNvPr id="2" name="Content Placeholder 3">
            <a:extLst>
              <a:ext uri="{FF2B5EF4-FFF2-40B4-BE49-F238E27FC236}">
                <a16:creationId xmlns:a16="http://schemas.microsoft.com/office/drawing/2014/main" id="{CF6226C9-6C2D-8D07-5C99-F0F3DFE94B10}"/>
              </a:ext>
            </a:extLst>
          </p:cNvPr>
          <p:cNvSpPr txBox="1">
            <a:spLocks noChangeArrowheads="1"/>
          </p:cNvSpPr>
          <p:nvPr/>
        </p:nvSpPr>
        <p:spPr bwMode="auto">
          <a:xfrm>
            <a:off x="467544" y="5878339"/>
            <a:ext cx="849694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indent="0" rtl="1">
              <a:buNone/>
            </a:pPr>
            <a:r>
              <a:rPr lang="ar" b="1" kern="0">
                <a:latin typeface="Sakkal Majalla" panose="02000000000000000000" pitchFamily="2" charset="-78"/>
                <a:cs typeface="Sakkal Majalla" panose="02000000000000000000" pitchFamily="2" charset="-78"/>
              </a:rPr>
              <a:t>سؤال:</a:t>
            </a:r>
            <a:r>
              <a:rPr lang="ar" kern="0">
                <a:latin typeface="Sakkal Majalla" panose="02000000000000000000" pitchFamily="2" charset="-78"/>
                <a:cs typeface="Sakkal Majalla" panose="02000000000000000000" pitchFamily="2" charset="-78"/>
              </a:rPr>
              <a:t> لماذا يجب تنظيف المعدن الأساسي قبل بدء اللحام؟</a:t>
            </a:r>
          </a:p>
          <a:p>
            <a:pPr indent="0" rtl="1">
              <a:buFont typeface="Wingdings" pitchFamily="2" charset="2"/>
              <a:buNone/>
            </a:pPr>
            <a:endParaRPr lang="en-GB" altLang="en-US" kern="0" dirty="0">
              <a:latin typeface="Sakkal Majalla" panose="02000000000000000000" pitchFamily="2" charset="-78"/>
              <a:cs typeface="Sakkal Majalla" panose="02000000000000000000" pitchFamily="2" charset="-78"/>
            </a:endParaRPr>
          </a:p>
          <a:p>
            <a:pPr indent="0" rtl="1"/>
            <a:endParaRPr lang="en-GB" altLang="en-US" kern="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73B2942B-87A0-6762-DF87-57C5E96DC67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5" name="Picture 4">
            <a:extLst>
              <a:ext uri="{FF2B5EF4-FFF2-40B4-BE49-F238E27FC236}">
                <a16:creationId xmlns:a16="http://schemas.microsoft.com/office/drawing/2014/main" id="{F199CFE3-F22F-09BD-D47A-CA5F1E6BC31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0532" y="3592990"/>
            <a:ext cx="2951874" cy="2027374"/>
          </a:xfrm>
          <a:prstGeom prst="rect">
            <a:avLst/>
          </a:prstGeom>
        </p:spPr>
      </p:pic>
    </p:spTree>
    <p:extLst>
      <p:ext uri="{BB962C8B-B14F-4D97-AF65-F5344CB8AC3E}">
        <p14:creationId xmlns:p14="http://schemas.microsoft.com/office/powerpoint/2010/main" val="236854694"/>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0" y="2124808"/>
            <a:ext cx="5112568"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Sakkal Majalla" panose="02000000000000000000" pitchFamily="2" charset="-78"/>
                <a:cs typeface="Sakkal Majalla" panose="02000000000000000000" pitchFamily="2" charset="-78"/>
              </a:rPr>
              <a:t>يجب عليك وضع المعدن بشكل صحيح لتنفيذ اللحام. </a:t>
            </a:r>
          </a:p>
          <a:p>
            <a:pPr rtl="1"/>
            <a:r>
              <a:rPr lang="ar">
                <a:latin typeface="Sakkal Majalla" panose="02000000000000000000" pitchFamily="2" charset="-78"/>
                <a:cs typeface="Sakkal Majalla" panose="02000000000000000000" pitchFamily="2" charset="-78"/>
              </a:rPr>
              <a:t>استخدم مشبكين لمنعه من الحركة أو الدوران. </a:t>
            </a:r>
          </a:p>
          <a:p>
            <a:pPr rtl="1"/>
            <a:r>
              <a:rPr lang="ar">
                <a:latin typeface="Sakkal Majalla" panose="02000000000000000000" pitchFamily="2" charset="-78"/>
                <a:cs typeface="Sakkal Majalla" panose="02000000000000000000" pitchFamily="2" charset="-78"/>
              </a:rPr>
              <a:t>من الأفضل أن يتم تركيب القطع المعدنية التي تقوم بلحامها معًا دون فجوات. هذا يؤدي إلى لحام أقوى.</a:t>
            </a: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تنفيذ الوصلات الملحومة (2)</a:t>
            </a:r>
          </a:p>
        </p:txBody>
      </p:sp>
      <p:sp>
        <p:nvSpPr>
          <p:cNvPr id="6" name="Content Placeholder 3">
            <a:extLst>
              <a:ext uri="{FF2B5EF4-FFF2-40B4-BE49-F238E27FC236}">
                <a16:creationId xmlns:a16="http://schemas.microsoft.com/office/drawing/2014/main" id="{FD901D33-C9BA-63F4-9705-FB4F45863743}"/>
              </a:ext>
            </a:extLst>
          </p:cNvPr>
          <p:cNvSpPr txBox="1">
            <a:spLocks noChangeArrowheads="1"/>
          </p:cNvSpPr>
          <p:nvPr/>
        </p:nvSpPr>
        <p:spPr bwMode="auto">
          <a:xfrm>
            <a:off x="402783" y="5579469"/>
            <a:ext cx="8496944" cy="85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800">
                <a:solidFill>
                  <a:schemeClr val="tx1"/>
                </a:solidFill>
                <a:latin typeface="+mn-lt"/>
              </a:defRPr>
            </a:lvl6pPr>
            <a:lvl7pPr marL="2971800" indent="-228600" algn="r" rtl="1" fontAlgn="base">
              <a:spcBef>
                <a:spcPct val="20000"/>
              </a:spcBef>
              <a:spcAft>
                <a:spcPct val="0"/>
              </a:spcAft>
              <a:buFont typeface="Wingdings" pitchFamily="2" charset="2"/>
              <a:defRPr sz="1800">
                <a:solidFill>
                  <a:schemeClr val="tx1"/>
                </a:solidFill>
                <a:latin typeface="+mn-lt"/>
              </a:defRPr>
            </a:lvl7pPr>
            <a:lvl8pPr marL="3429000" indent="-228600" algn="r" rtl="1" fontAlgn="base">
              <a:spcBef>
                <a:spcPct val="20000"/>
              </a:spcBef>
              <a:spcAft>
                <a:spcPct val="0"/>
              </a:spcAft>
              <a:buFont typeface="Wingdings" pitchFamily="2" charset="2"/>
              <a:defRPr sz="1800">
                <a:solidFill>
                  <a:schemeClr val="tx1"/>
                </a:solidFill>
                <a:latin typeface="+mn-lt"/>
              </a:defRPr>
            </a:lvl8pPr>
            <a:lvl9pPr marL="3886200" indent="-228600" algn="r" rtl="1" fontAlgn="base">
              <a:spcBef>
                <a:spcPct val="20000"/>
              </a:spcBef>
              <a:spcAft>
                <a:spcPct val="0"/>
              </a:spcAft>
              <a:buFont typeface="Wingdings" pitchFamily="2" charset="2"/>
              <a:defRPr sz="1800">
                <a:solidFill>
                  <a:schemeClr val="tx1"/>
                </a:solidFill>
                <a:latin typeface="+mn-lt"/>
              </a:defRPr>
            </a:lvl9pPr>
          </a:lstStyle>
          <a:p>
            <a:pPr marL="0" indent="0" rtl="1">
              <a:buNone/>
            </a:pPr>
            <a:r>
              <a:rPr lang="ar" b="1" kern="0">
                <a:latin typeface="Sakkal Majalla" panose="02000000000000000000" pitchFamily="2" charset="-78"/>
                <a:cs typeface="Sakkal Majalla" panose="02000000000000000000" pitchFamily="2" charset="-78"/>
              </a:rPr>
              <a:t>سؤال:</a:t>
            </a:r>
            <a:r>
              <a:rPr lang="ar" kern="0">
                <a:latin typeface="Sakkal Majalla" panose="02000000000000000000" pitchFamily="2" charset="-78"/>
                <a:cs typeface="Sakkal Majalla" panose="02000000000000000000" pitchFamily="2" charset="-78"/>
              </a:rPr>
              <a:t> ما نوع خطأ اللحام الذي يمكن أن يحدث عند وجود فجوة بين القطع المعدنية؟</a:t>
            </a:r>
          </a:p>
          <a:p>
            <a:pPr indent="0" rtl="1">
              <a:buFont typeface="Wingdings" pitchFamily="2" charset="2"/>
              <a:buNone/>
            </a:pPr>
            <a:endParaRPr lang="en-GB" altLang="en-US" kern="0" dirty="0">
              <a:latin typeface="Sakkal Majalla" panose="02000000000000000000" pitchFamily="2" charset="-78"/>
              <a:cs typeface="Sakkal Majalla" panose="02000000000000000000" pitchFamily="2" charset="-78"/>
            </a:endParaRPr>
          </a:p>
          <a:p>
            <a:pPr indent="0" rtl="1">
              <a:buNone/>
            </a:pPr>
            <a:endParaRPr lang="en-GB" altLang="en-US"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6B4E503-0AA8-B32F-7612-2084590D9EE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3" name="Picture 2">
            <a:extLst>
              <a:ext uri="{FF2B5EF4-FFF2-40B4-BE49-F238E27FC236}">
                <a16:creationId xmlns:a16="http://schemas.microsoft.com/office/drawing/2014/main" id="{33486CEF-2AFC-DAC7-00D4-0308ED6D5D0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4784" y="2835029"/>
            <a:ext cx="3600400" cy="2409290"/>
          </a:xfrm>
          <a:prstGeom prst="rect">
            <a:avLst/>
          </a:prstGeom>
        </p:spPr>
      </p:pic>
    </p:spTree>
    <p:extLst>
      <p:ext uri="{BB962C8B-B14F-4D97-AF65-F5344CB8AC3E}">
        <p14:creationId xmlns:p14="http://schemas.microsoft.com/office/powerpoint/2010/main" val="146692593"/>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32723" y="1737771"/>
            <a:ext cx="5590016" cy="52565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5600" rtl="1">
              <a:buFont typeface="Wingdings" panose="05000000000000000000" pitchFamily="2" charset="2"/>
              <a:buNone/>
            </a:pPr>
            <a:r>
              <a:rPr lang="ar" b="1">
                <a:latin typeface="Sakkal Majalla" panose="02000000000000000000" pitchFamily="2" charset="-78"/>
                <a:cs typeface="Sakkal Majalla" panose="02000000000000000000" pitchFamily="2" charset="-78"/>
              </a:rPr>
              <a:t>تقنية اللحام بالقوس المعدني اليدوي</a:t>
            </a:r>
          </a:p>
          <a:p>
            <a:pPr marL="355600" rtl="1"/>
            <a:r>
              <a:rPr lang="ar" sz="2200">
                <a:latin typeface="Sakkal Majalla" panose="02000000000000000000" pitchFamily="2" charset="-78"/>
                <a:cs typeface="Sakkal Majalla" panose="02000000000000000000" pitchFamily="2" charset="-78"/>
              </a:rPr>
              <a:t>لبدء اللحام «اشعل قوسًا» بقضيب الإلكترود. </a:t>
            </a:r>
          </a:p>
          <a:p>
            <a:pPr marL="355600" rtl="1"/>
            <a:r>
              <a:rPr lang="ar" sz="2200">
                <a:latin typeface="Sakkal Majalla" panose="02000000000000000000" pitchFamily="2" charset="-78"/>
                <a:cs typeface="Sakkal Majalla" panose="02000000000000000000" pitchFamily="2" charset="-78"/>
              </a:rPr>
              <a:t>اخدش سطح المعدن الأساسي مثل سحب عود ثقاب، لبدء القوس، ثم اسحب مسافة تساوي قطر قضيب الإلكترود.</a:t>
            </a:r>
          </a:p>
          <a:p>
            <a:pPr marL="355600" rtl="1"/>
            <a:r>
              <a:rPr lang="ar" sz="2200">
                <a:latin typeface="Sakkal Majalla" panose="02000000000000000000" pitchFamily="2" charset="-78"/>
                <a:cs typeface="Sakkal Majalla" panose="02000000000000000000" pitchFamily="2" charset="-78"/>
              </a:rPr>
              <a:t>للحام على سطح مستوٍ، أمسك قضيب الإلكترود بزاوية لا تزيد عن 5 إلى 15 درجة. </a:t>
            </a:r>
          </a:p>
          <a:p>
            <a:pPr marL="355600" rtl="1"/>
            <a:r>
              <a:rPr lang="ar" sz="2200">
                <a:latin typeface="Sakkal Majalla" panose="02000000000000000000" pitchFamily="2" charset="-78"/>
                <a:cs typeface="Sakkal Majalla" panose="02000000000000000000" pitchFamily="2" charset="-78"/>
              </a:rPr>
              <a:t>ستظهر درزة اللحام، وهي عبارة عن تجمع من المعدن المنصهر، في قاعدة قضيب الإلكترود، ويمكنك "ذبذبة" هذه الدرزة في اللحام.</a:t>
            </a: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87525" y="1067113"/>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تنفيذ الوصلات الملحومة (3)</a:t>
            </a:r>
          </a:p>
        </p:txBody>
      </p:sp>
      <p:pic>
        <p:nvPicPr>
          <p:cNvPr id="4" name="Picture 3">
            <a:extLst>
              <a:ext uri="{FF2B5EF4-FFF2-40B4-BE49-F238E27FC236}">
                <a16:creationId xmlns:a16="http://schemas.microsoft.com/office/drawing/2014/main" id="{E577514B-4539-413D-F39F-400D24ADA4D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5536" y="2218868"/>
            <a:ext cx="3014578" cy="2002220"/>
          </a:xfrm>
          <a:prstGeom prst="rect">
            <a:avLst/>
          </a:prstGeom>
        </p:spPr>
      </p:pic>
      <p:sp>
        <p:nvSpPr>
          <p:cNvPr id="2" name="Footer Placeholder 2">
            <a:extLst>
              <a:ext uri="{FF2B5EF4-FFF2-40B4-BE49-F238E27FC236}">
                <a16:creationId xmlns:a16="http://schemas.microsoft.com/office/drawing/2014/main" id="{FBA4887C-51BF-F6B4-3117-D484F847588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1234547269"/>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69272" y="1700808"/>
            <a:ext cx="4774728" cy="473557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82550" indent="0" rtl="1">
              <a:buFont typeface="Wingdings" panose="05000000000000000000" pitchFamily="2" charset="2"/>
              <a:buNone/>
            </a:pPr>
            <a:r>
              <a:rPr lang="ar" b="1" dirty="0">
                <a:latin typeface="Sakkal Majalla" panose="02000000000000000000" pitchFamily="2" charset="-78"/>
                <a:cs typeface="Sakkal Majalla" panose="02000000000000000000" pitchFamily="2" charset="-78"/>
              </a:rPr>
              <a:t>تقنية اللحام بالغاز الخامل المعدني</a:t>
            </a:r>
          </a:p>
          <a:p>
            <a:pPr marL="425450" rtl="1"/>
            <a:r>
              <a:rPr lang="ar" sz="2200" dirty="0">
                <a:latin typeface="Sakkal Majalla" panose="02000000000000000000" pitchFamily="2" charset="-78"/>
                <a:cs typeface="Sakkal Majalla" panose="02000000000000000000" pitchFamily="2" charset="-78"/>
              </a:rPr>
              <a:t>لإشعال القوس، تقوم بسحب الزناد الموجود بمسدس اللحام MIG.</a:t>
            </a:r>
          </a:p>
          <a:p>
            <a:pPr marL="425450" rtl="1"/>
            <a:r>
              <a:rPr lang="ar" sz="2200" dirty="0">
                <a:latin typeface="Sakkal Majalla" panose="02000000000000000000" pitchFamily="2" charset="-78"/>
                <a:cs typeface="Sakkal Majalla" panose="02000000000000000000" pitchFamily="2" charset="-78"/>
              </a:rPr>
              <a:t>ويساعدك استخدام يد واحدة على دعم اليد الأخرى التي تحمل مسدس اللحام MIG أثناء اللحام. </a:t>
            </a:r>
          </a:p>
          <a:p>
            <a:pPr marL="425450" rtl="1"/>
            <a:r>
              <a:rPr lang="ar" sz="2200" dirty="0">
                <a:latin typeface="Sakkal Majalla" panose="02000000000000000000" pitchFamily="2" charset="-78"/>
                <a:cs typeface="Sakkal Majalla" panose="02000000000000000000" pitchFamily="2" charset="-78"/>
              </a:rPr>
              <a:t>يجب أن يكون المسدس بزاوية من 10 إلى 15 درجة في اتجاه اللحام.</a:t>
            </a:r>
          </a:p>
          <a:p>
            <a:pPr marL="425450" rtl="1"/>
            <a:r>
              <a:rPr lang="ar" sz="2200" dirty="0">
                <a:latin typeface="Sakkal Majalla" panose="02000000000000000000" pitchFamily="2" charset="-78"/>
                <a:cs typeface="Sakkal Majalla" panose="02000000000000000000" pitchFamily="2" charset="-78"/>
              </a:rPr>
              <a:t>من المهم أيضًا التحكم في طول «عصا» سلك اللحام من رأس التلامس لمسدس اللحام MIG؛ يجب أن يكون هذا بطول حوالي 6.5 مم. </a:t>
            </a:r>
          </a:p>
          <a:p>
            <a:pPr indent="0" algn="ctr" rtl="1">
              <a:buNone/>
            </a:pPr>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تنفيذ الوصلات الملحومة (4)</a:t>
            </a:r>
          </a:p>
        </p:txBody>
      </p:sp>
      <p:sp>
        <p:nvSpPr>
          <p:cNvPr id="2" name="Footer Placeholder 2">
            <a:extLst>
              <a:ext uri="{FF2B5EF4-FFF2-40B4-BE49-F238E27FC236}">
                <a16:creationId xmlns:a16="http://schemas.microsoft.com/office/drawing/2014/main" id="{878F2424-1A68-2526-7E6C-A1BD3E9BD0E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4" name="Picture 3">
            <a:extLst>
              <a:ext uri="{FF2B5EF4-FFF2-40B4-BE49-F238E27FC236}">
                <a16:creationId xmlns:a16="http://schemas.microsoft.com/office/drawing/2014/main" id="{FCEA29E6-1FDC-1DFB-4C25-8E96B1A60B8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2449" y="2542832"/>
            <a:ext cx="3707904" cy="2470717"/>
          </a:xfrm>
          <a:prstGeom prst="rect">
            <a:avLst/>
          </a:prstGeom>
        </p:spPr>
      </p:pic>
    </p:spTree>
    <p:extLst>
      <p:ext uri="{BB962C8B-B14F-4D97-AF65-F5344CB8AC3E}">
        <p14:creationId xmlns:p14="http://schemas.microsoft.com/office/powerpoint/2010/main" val="1288375597"/>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latin typeface="Sakkal Majalla" panose="02000000000000000000" pitchFamily="2" charset="-78"/>
                <a:cs typeface="Sakkal Majalla" panose="02000000000000000000" pitchFamily="2" charset="-78"/>
              </a:rPr>
              <a:t>هدف التعلم (ج)</a:t>
            </a:r>
            <a:br>
              <a:rPr lang="en-US" altLang="en-US" sz="2400" dirty="0">
                <a:latin typeface="Sakkal Majalla" panose="02000000000000000000" pitchFamily="2" charset="-78"/>
                <a:cs typeface="Sakkal Majalla" panose="02000000000000000000" pitchFamily="2" charset="-78"/>
              </a:rPr>
            </a:br>
            <a:br>
              <a:rPr lang="en-US" altLang="en-US" sz="2400" dirty="0">
                <a:latin typeface="Sakkal Majalla" panose="02000000000000000000" pitchFamily="2" charset="-78"/>
                <a:cs typeface="Sakkal Majalla" panose="02000000000000000000" pitchFamily="2" charset="-78"/>
              </a:rPr>
            </a:br>
            <a:endParaRPr lang="en-GB" altLang="en-US" sz="3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latin typeface="Sakkal Majalla" panose="02000000000000000000" pitchFamily="2" charset="-78"/>
                <a:cs typeface="Sakkal Majalla" panose="02000000000000000000" pitchFamily="2" charset="-78"/>
              </a:rPr>
              <a:t>اختبار اللحام</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latin typeface="Sakkal Majalla" panose="02000000000000000000" pitchFamily="2" charset="-78"/>
              <a:cs typeface="Sakkal Majalla" panose="02000000000000000000" pitchFamily="2" charset="-78"/>
            </a:endParaRPr>
          </a:p>
        </p:txBody>
      </p:sp>
      <p:pic>
        <p:nvPicPr>
          <p:cNvPr id="3" name="Picture 2">
            <a:extLst>
              <a:ext uri="{FF2B5EF4-FFF2-40B4-BE49-F238E27FC236}">
                <a16:creationId xmlns:a16="http://schemas.microsoft.com/office/drawing/2014/main" id="{EF13AE70-EBD8-11B6-BD93-1AE9BA2B8906}"/>
              </a:ext>
            </a:extLst>
          </p:cNvPr>
          <p:cNvPicPr>
            <a:picLocks noChangeAspect="1"/>
          </p:cNvPicPr>
          <p:nvPr/>
        </p:nvPicPr>
        <p:blipFill>
          <a:blip r:embed="rId4"/>
          <a:stretch>
            <a:fillRect/>
          </a:stretch>
        </p:blipFill>
        <p:spPr>
          <a:xfrm>
            <a:off x="2593677" y="3108932"/>
            <a:ext cx="3956647" cy="640135"/>
          </a:xfrm>
          <a:prstGeom prst="rect">
            <a:avLst/>
          </a:prstGeom>
        </p:spPr>
      </p:pic>
      <p:sp>
        <p:nvSpPr>
          <p:cNvPr id="2" name="Rectangle 1">
            <a:extLst>
              <a:ext uri="{FF2B5EF4-FFF2-40B4-BE49-F238E27FC236}">
                <a16:creationId xmlns:a16="http://schemas.microsoft.com/office/drawing/2014/main" id="{4FE81252-2A29-F111-EF54-C03614859FEA}"/>
              </a:ext>
            </a:extLst>
          </p:cNvPr>
          <p:cNvSpPr/>
          <p:nvPr/>
        </p:nvSpPr>
        <p:spPr>
          <a:xfrm>
            <a:off x="2764536" y="3255264"/>
            <a:ext cx="3621024" cy="323088"/>
          </a:xfrm>
          <a:prstGeom prst="rect">
            <a:avLst/>
          </a:prstGeom>
          <a:solidFill>
            <a:srgbClr val="FFFFFF"/>
          </a:solidFill>
        </p:spPr>
        <p:txBody>
          <a:bodyPr wrap="none" lIns="0" tIns="0" rIns="0" bIns="0" rtlCol="1">
            <a:noAutofit/>
          </a:bodyPr>
          <a:lstStyle/>
          <a:p>
            <a:pPr indent="0" algn="ctr" rtl="1"/>
            <a:r>
              <a:rPr lang="ar" sz="2400" b="1">
                <a:latin typeface="Sakkal Majalla" panose="02000000000000000000" pitchFamily="2" charset="-78"/>
                <a:cs typeface="Sakkal Majalla" panose="02000000000000000000" pitchFamily="2" charset="-78"/>
              </a:rPr>
              <a:t>اختبار الوصلات الملحومة بأمان</a:t>
            </a:r>
          </a:p>
        </p:txBody>
      </p:sp>
      <p:sp>
        <p:nvSpPr>
          <p:cNvPr id="4" name="Footer Placeholder 2">
            <a:extLst>
              <a:ext uri="{FF2B5EF4-FFF2-40B4-BE49-F238E27FC236}">
                <a16:creationId xmlns:a16="http://schemas.microsoft.com/office/drawing/2014/main" id="{0DFEF72A-7D23-71A2-57AD-FB011509E02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1624" y="1858964"/>
            <a:ext cx="885698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تتمثل عيوب اللحام في اللحام السيء والضعيف وغير الكامل. تشمل عيوب اللحام الاعتيادية:</a:t>
            </a:r>
          </a:p>
          <a:p>
            <a:pPr rtl="1"/>
            <a:r>
              <a:rPr lang="ar" b="1">
                <a:latin typeface="Sakkal Majalla" panose="02000000000000000000" pitchFamily="2" charset="-78"/>
                <a:cs typeface="Sakkal Majalla" panose="02000000000000000000" pitchFamily="2" charset="-78"/>
              </a:rPr>
              <a:t>انعدام</a:t>
            </a:r>
            <a:r>
              <a:rPr lang="en" b="1">
                <a:latin typeface="Sakkal Majalla" panose="02000000000000000000" pitchFamily="2" charset="-78"/>
                <a:cs typeface="Sakkal Majalla" panose="02000000000000000000" pitchFamily="2" charset="-78"/>
              </a:rPr>
              <a:t> الانصهار</a:t>
            </a:r>
            <a:r>
              <a:rPr lang="en">
                <a:latin typeface="Sakkal Majalla" panose="02000000000000000000" pitchFamily="2" charset="-78"/>
                <a:cs typeface="Sakkal Majalla" panose="02000000000000000000" pitchFamily="2" charset="-78"/>
              </a:rPr>
              <a:t> حيث يفشل معدن اللحام في الاندماج في المعدن الأساسي.</a:t>
            </a:r>
            <a:r>
              <a:rPr lang="ar" b="1">
                <a:latin typeface="Sakkal Majalla" panose="02000000000000000000" pitchFamily="2" charset="-78"/>
                <a:cs typeface="Sakkal Majalla" panose="02000000000000000000" pitchFamily="2" charset="-78"/>
              </a:rPr>
              <a:t> </a:t>
            </a:r>
          </a:p>
          <a:p>
            <a:pPr rtl="1"/>
            <a:r>
              <a:rPr lang="ar" b="1">
                <a:latin typeface="Sakkal Majalla" panose="02000000000000000000" pitchFamily="2" charset="-78"/>
                <a:cs typeface="Sakkal Majalla" panose="02000000000000000000" pitchFamily="2" charset="-78"/>
              </a:rPr>
              <a:t>التشقق</a:t>
            </a:r>
          </a:p>
          <a:p>
            <a:pPr rtl="1"/>
            <a:r>
              <a:rPr lang="ar" b="1">
                <a:latin typeface="Sakkal Majalla" panose="02000000000000000000" pitchFamily="2" charset="-78"/>
                <a:cs typeface="Sakkal Majalla" panose="02000000000000000000" pitchFamily="2" charset="-78"/>
              </a:rPr>
              <a:t>اختراق غير</a:t>
            </a:r>
            <a:r>
              <a:rPr lang="en" b="1">
                <a:latin typeface="Sakkal Majalla" panose="02000000000000000000" pitchFamily="2" charset="-78"/>
                <a:cs typeface="Sakkal Majalla" panose="02000000000000000000" pitchFamily="2" charset="-78"/>
              </a:rPr>
              <a:t> كامل</a:t>
            </a:r>
            <a:r>
              <a:rPr lang="en">
                <a:latin typeface="Sakkal Majalla" panose="02000000000000000000" pitchFamily="2" charset="-78"/>
                <a:cs typeface="Sakkal Majalla" panose="02000000000000000000" pitchFamily="2" charset="-78"/>
              </a:rPr>
              <a:t> عندما لا يخترق معدن اللحام الوصلة بالكامل تاركًا فجوة أو منطقة لا يتم فيها وصل المعدن الأساسي ومعدن اللحام معًا بشكل صحيح.</a:t>
            </a:r>
            <a:endParaRPr lang="en-GB" altLang="en-US" b="1" dirty="0">
              <a:latin typeface="Sakkal Majalla" panose="02000000000000000000" pitchFamily="2" charset="-78"/>
              <a:cs typeface="Sakkal Majalla" panose="02000000000000000000" pitchFamily="2" charset="-78"/>
            </a:endParaRPr>
          </a:p>
          <a:p>
            <a:pPr rtl="1"/>
            <a:r>
              <a:rPr lang="ar" b="1">
                <a:latin typeface="Sakkal Majalla" panose="02000000000000000000" pitchFamily="2" charset="-78"/>
                <a:cs typeface="Sakkal Majalla" panose="02000000000000000000" pitchFamily="2" charset="-78"/>
              </a:rPr>
              <a:t>الحرق الانثقابي</a:t>
            </a:r>
            <a:r>
              <a:rPr lang="ar">
                <a:latin typeface="Sakkal Majalla" panose="02000000000000000000" pitchFamily="2" charset="-78"/>
                <a:cs typeface="Sakkal Majalla" panose="02000000000000000000" pitchFamily="2" charset="-78"/>
              </a:rPr>
              <a:t> عبارة عن ثقب في معدن اللحام.</a:t>
            </a:r>
            <a:endParaRPr lang="en-GB" altLang="en-US" b="1" dirty="0">
              <a:latin typeface="Sakkal Majalla" panose="02000000000000000000" pitchFamily="2" charset="-78"/>
              <a:cs typeface="Sakkal Majalla" panose="02000000000000000000" pitchFamily="2" charset="-78"/>
            </a:endParaRPr>
          </a:p>
          <a:p>
            <a:pPr rtl="1"/>
            <a:r>
              <a:rPr lang="ar" b="1">
                <a:latin typeface="Sakkal Majalla" panose="02000000000000000000" pitchFamily="2" charset="-78"/>
                <a:cs typeface="Sakkal Majalla" panose="02000000000000000000" pitchFamily="2" charset="-78"/>
              </a:rPr>
              <a:t>الخبث المتضمن</a:t>
            </a:r>
            <a:r>
              <a:rPr lang="ar">
                <a:latin typeface="Sakkal Majalla" panose="02000000000000000000" pitchFamily="2" charset="-78"/>
                <a:cs typeface="Sakkal Majalla" panose="02000000000000000000" pitchFamily="2" charset="-78"/>
              </a:rPr>
              <a:t> قطع صغيرة الخبث محاصرة في معدن اللحام.</a:t>
            </a:r>
            <a:endParaRPr lang="en-GB" altLang="en-US" b="1"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من المهم فحص العيوب بعد اللحام. يوجد نوعان من الفحص: </a:t>
            </a:r>
            <a:r>
              <a:rPr lang="ar" b="1">
                <a:latin typeface="Sakkal Majalla" panose="02000000000000000000" pitchFamily="2" charset="-78"/>
                <a:cs typeface="Sakkal Majalla" panose="02000000000000000000" pitchFamily="2" charset="-78"/>
              </a:rPr>
              <a:t>إتلافي</a:t>
            </a:r>
            <a:r>
              <a:rPr lang="ar">
                <a:latin typeface="Sakkal Majalla" panose="02000000000000000000" pitchFamily="2" charset="-78"/>
                <a:cs typeface="Sakkal Majalla" panose="02000000000000000000" pitchFamily="2" charset="-78"/>
              </a:rPr>
              <a:t> </a:t>
            </a:r>
            <a:r>
              <a:rPr lang="ar" b="1">
                <a:latin typeface="Sakkal Majalla" panose="02000000000000000000" pitchFamily="2" charset="-78"/>
                <a:cs typeface="Sakkal Majalla" panose="02000000000000000000" pitchFamily="2" charset="-78"/>
              </a:rPr>
              <a:t>وغير إتلافي</a:t>
            </a:r>
            <a:r>
              <a:rPr lang="ar">
                <a:latin typeface="Sakkal Majalla" panose="02000000000000000000" pitchFamily="2" charset="-78"/>
                <a:cs typeface="Sakkal Majalla" panose="02000000000000000000" pitchFamily="2" charset="-78"/>
              </a:rPr>
              <a:t>.</a:t>
            </a:r>
            <a:endParaRPr lang="en-GB" altLang="en-US"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اختبار اللحام (1)</a:t>
            </a:r>
          </a:p>
        </p:txBody>
      </p:sp>
      <p:sp>
        <p:nvSpPr>
          <p:cNvPr id="2" name="Footer Placeholder 2">
            <a:extLst>
              <a:ext uri="{FF2B5EF4-FFF2-40B4-BE49-F238E27FC236}">
                <a16:creationId xmlns:a16="http://schemas.microsoft.com/office/drawing/2014/main" id="{A2C97147-5CF3-6DC9-9A5B-0FB09D1EFFA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752" y="1988840"/>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يتيح </a:t>
            </a:r>
            <a:r>
              <a:rPr lang="ar" b="1">
                <a:latin typeface="Sakkal Majalla" panose="02000000000000000000" pitchFamily="2" charset="-78"/>
                <a:cs typeface="Sakkal Majalla" panose="02000000000000000000" pitchFamily="2" charset="-78"/>
              </a:rPr>
              <a:t>الاختبار غير الإتلافي</a:t>
            </a:r>
            <a:r>
              <a:rPr lang="ar">
                <a:latin typeface="Sakkal Majalla" panose="02000000000000000000" pitchFamily="2" charset="-78"/>
                <a:cs typeface="Sakkal Majalla" panose="02000000000000000000" pitchFamily="2" charset="-78"/>
              </a:rPr>
              <a:t> فحص اللحام دون التسبب في تلف أو تغيير. ويتضمن:</a:t>
            </a:r>
          </a:p>
          <a:p>
            <a:pPr marL="355600" rtl="1"/>
            <a:r>
              <a:rPr lang="ar" b="1">
                <a:latin typeface="Sakkal Majalla" panose="02000000000000000000" pitchFamily="2" charset="-78"/>
                <a:cs typeface="Sakkal Majalla" panose="02000000000000000000" pitchFamily="2" charset="-78"/>
              </a:rPr>
              <a:t>فحص بصري</a:t>
            </a:r>
            <a:r>
              <a:rPr lang="ar">
                <a:latin typeface="Sakkal Majalla" panose="02000000000000000000" pitchFamily="2" charset="-78"/>
                <a:cs typeface="Sakkal Majalla" panose="02000000000000000000" pitchFamily="2" charset="-78"/>
              </a:rPr>
              <a:t> باستخدام العين البشرية للعثور على عيوب اللحام. لذلك، من المهم التعرف على مظهر عيوب اللحام الشائعة</a:t>
            </a:r>
          </a:p>
          <a:p>
            <a:pPr marL="355600" rtl="1"/>
            <a:r>
              <a:rPr lang="ar">
                <a:latin typeface="Sakkal Majalla" panose="02000000000000000000" pitchFamily="2" charset="-78"/>
                <a:cs typeface="Sakkal Majalla" panose="02000000000000000000" pitchFamily="2" charset="-78"/>
              </a:rPr>
              <a:t>أخذ </a:t>
            </a:r>
            <a:r>
              <a:rPr lang="ar" b="1">
                <a:latin typeface="Sakkal Majalla" panose="02000000000000000000" pitchFamily="2" charset="-78"/>
                <a:cs typeface="Sakkal Majalla" panose="02000000000000000000" pitchFamily="2" charset="-78"/>
              </a:rPr>
              <a:t>القياسات</a:t>
            </a:r>
            <a:r>
              <a:rPr lang="ar">
                <a:latin typeface="Sakkal Majalla" panose="02000000000000000000" pitchFamily="2" charset="-78"/>
                <a:cs typeface="Sakkal Majalla" panose="02000000000000000000" pitchFamily="2" charset="-78"/>
              </a:rPr>
              <a:t> باستخدام مقياس قياس اللحام متعدد الوظائف للتأكد من أن اللحام يتسم "بتوحيد" جيد وأنه مستقيم وله نفس الحجم والشكل بطوله الكامل. </a:t>
            </a:r>
            <a:endParaRPr lang="en-GB" altLang="en-US" b="1"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اختبار اللحام (2)</a:t>
            </a:r>
          </a:p>
        </p:txBody>
      </p:sp>
      <p:sp>
        <p:nvSpPr>
          <p:cNvPr id="2" name="Footer Placeholder 2">
            <a:extLst>
              <a:ext uri="{FF2B5EF4-FFF2-40B4-BE49-F238E27FC236}">
                <a16:creationId xmlns:a16="http://schemas.microsoft.com/office/drawing/2014/main" id="{B45BB599-7D91-8FFB-534D-D7611A2E439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636940363"/>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822518" y="1628800"/>
            <a:ext cx="424847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marL="355600" rtl="1"/>
            <a:r>
              <a:rPr lang="ar">
                <a:latin typeface="Sakkal Majalla" panose="02000000000000000000" pitchFamily="2" charset="-78"/>
                <a:cs typeface="Sakkal Majalla" panose="02000000000000000000" pitchFamily="2" charset="-78"/>
              </a:rPr>
              <a:t>يستخدم </a:t>
            </a:r>
            <a:r>
              <a:rPr lang="ar" b="1">
                <a:latin typeface="Sakkal Majalla" panose="02000000000000000000" pitchFamily="2" charset="-78"/>
                <a:cs typeface="Sakkal Majalla" panose="02000000000000000000" pitchFamily="2" charset="-78"/>
              </a:rPr>
              <a:t>اختبار اختراق السائل</a:t>
            </a:r>
            <a:r>
              <a:rPr lang="ar">
                <a:latin typeface="Sakkal Majalla" panose="02000000000000000000" pitchFamily="2" charset="-78"/>
                <a:cs typeface="Sakkal Majalla" panose="02000000000000000000" pitchFamily="2" charset="-78"/>
              </a:rPr>
              <a:t> زيتًا أحمر منخفض اللزوجة يتم رشه أو فرشه على سطح اللحام مع مطور للكشف عن موقع الشقوق.</a:t>
            </a:r>
          </a:p>
          <a:p>
            <a:pPr marL="355600" rtl="1"/>
            <a:r>
              <a:rPr lang="ar">
                <a:latin typeface="Sakkal Majalla" panose="02000000000000000000" pitchFamily="2" charset="-78"/>
                <a:cs typeface="Sakkal Majalla" panose="02000000000000000000" pitchFamily="2" charset="-78"/>
              </a:rPr>
              <a:t>يستخدم </a:t>
            </a:r>
            <a:r>
              <a:rPr lang="ar" b="1">
                <a:latin typeface="Sakkal Majalla" panose="02000000000000000000" pitchFamily="2" charset="-78"/>
                <a:cs typeface="Sakkal Majalla" panose="02000000000000000000" pitchFamily="2" charset="-78"/>
              </a:rPr>
              <a:t>اختبار الجسيمات المغناطيسية</a:t>
            </a:r>
            <a:r>
              <a:rPr lang="ar">
                <a:latin typeface="Sakkal Majalla" panose="02000000000000000000" pitchFamily="2" charset="-78"/>
                <a:cs typeface="Sakkal Majalla" panose="02000000000000000000" pitchFamily="2" charset="-78"/>
              </a:rPr>
              <a:t> الحديد الممغنط أو جزيئات أكسيد الحديد للكشف عن شكل وموقع الشقوق في اللحام.</a:t>
            </a: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اختبار اللحام (3)</a:t>
            </a:r>
          </a:p>
        </p:txBody>
      </p:sp>
      <p:sp>
        <p:nvSpPr>
          <p:cNvPr id="2" name="Footer Placeholder 2">
            <a:extLst>
              <a:ext uri="{FF2B5EF4-FFF2-40B4-BE49-F238E27FC236}">
                <a16:creationId xmlns:a16="http://schemas.microsoft.com/office/drawing/2014/main" id="{50AFE18D-889E-33E9-5F50-26A96F539DB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pic>
        <p:nvPicPr>
          <p:cNvPr id="3" name="Picture 2">
            <a:extLst>
              <a:ext uri="{FF2B5EF4-FFF2-40B4-BE49-F238E27FC236}">
                <a16:creationId xmlns:a16="http://schemas.microsoft.com/office/drawing/2014/main" id="{597677AB-C52E-4DE0-8945-D49BA1C73A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5555" y="2727074"/>
            <a:ext cx="3996445" cy="2664296"/>
          </a:xfrm>
          <a:prstGeom prst="rect">
            <a:avLst/>
          </a:prstGeom>
        </p:spPr>
      </p:pic>
    </p:spTree>
    <p:extLst>
      <p:ext uri="{BB962C8B-B14F-4D97-AF65-F5344CB8AC3E}">
        <p14:creationId xmlns:p14="http://schemas.microsoft.com/office/powerpoint/2010/main" val="1632008716"/>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61512" y="1628800"/>
            <a:ext cx="8820979" cy="28803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يتضمن </a:t>
            </a:r>
            <a:r>
              <a:rPr lang="ar" b="1">
                <a:latin typeface="Sakkal Majalla" panose="02000000000000000000" pitchFamily="2" charset="-78"/>
                <a:cs typeface="Sakkal Majalla" panose="02000000000000000000" pitchFamily="2" charset="-78"/>
              </a:rPr>
              <a:t>الاختبار الإتلافي</a:t>
            </a:r>
            <a:r>
              <a:rPr lang="ar">
                <a:latin typeface="Sakkal Majalla" panose="02000000000000000000" pitchFamily="2" charset="-78"/>
                <a:cs typeface="Sakkal Majalla" panose="02000000000000000000" pitchFamily="2" charset="-78"/>
              </a:rPr>
              <a:t> أخذ عينة اختبار من اللحام وإجراء اختبار مادي. </a:t>
            </a:r>
          </a:p>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هناك نوعان من الاختبارات الإتلافية المستخدمة لتحديد حالة اللحام.</a:t>
            </a:r>
          </a:p>
          <a:p>
            <a:pPr rtl="1"/>
            <a:r>
              <a:rPr lang="ar" b="1">
                <a:latin typeface="Sakkal Majalla" panose="02000000000000000000" pitchFamily="2" charset="-78"/>
                <a:cs typeface="Sakkal Majalla" panose="02000000000000000000" pitchFamily="2" charset="-78"/>
              </a:rPr>
              <a:t>يتم استخدام اختبار كسر الحز</a:t>
            </a:r>
            <a:r>
              <a:rPr lang="ar">
                <a:latin typeface="Sakkal Majalla" panose="02000000000000000000" pitchFamily="2" charset="-78"/>
                <a:cs typeface="Sakkal Majalla" panose="02000000000000000000" pitchFamily="2" charset="-78"/>
              </a:rPr>
              <a:t> لتقييم الحالة الداخلية للحام. يتضمن ذلك قطع شق أو «حز» على شكل حرف V بحجم 3 مم على طول الخط المركزي لدرزة اللحام. يتم بعد ذلك تركيب العينة على كتلتين فولاذيتين وضربها بمطرقة حتى تنكسر مادة اللحام بين الحز. </a:t>
            </a:r>
          </a:p>
          <a:p>
            <a:pPr rtl="1"/>
            <a:r>
              <a:rPr lang="ar">
                <a:latin typeface="Sakkal Majalla" panose="02000000000000000000" pitchFamily="2" charset="-78"/>
                <a:cs typeface="Sakkal Majalla" panose="02000000000000000000" pitchFamily="2" charset="-78"/>
              </a:rPr>
              <a:t>يتم استخدام </a:t>
            </a:r>
            <a:r>
              <a:rPr lang="ar" b="1">
                <a:latin typeface="Sakkal Majalla" panose="02000000000000000000" pitchFamily="2" charset="-78"/>
                <a:cs typeface="Sakkal Majalla" panose="02000000000000000000" pitchFamily="2" charset="-78"/>
              </a:rPr>
              <a:t>اختبار الانحناء</a:t>
            </a:r>
            <a:r>
              <a:rPr lang="ar">
                <a:latin typeface="Sakkal Majalla" panose="02000000000000000000" pitchFamily="2" charset="-78"/>
                <a:cs typeface="Sakkal Majalla" panose="02000000000000000000" pitchFamily="2" charset="-78"/>
              </a:rPr>
              <a:t> لفهم ليونة وسلامة اللحام. يتضمن اختبار مرونة عينة اللحام للانحناء في آلة الثني.</a:t>
            </a:r>
            <a:endParaRPr lang="en-GB" altLang="en-US" b="1"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87525" y="105310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اختبار اللحام (4)</a:t>
            </a:r>
          </a:p>
        </p:txBody>
      </p:sp>
      <p:sp>
        <p:nvSpPr>
          <p:cNvPr id="2" name="Footer Placeholder 2">
            <a:extLst>
              <a:ext uri="{FF2B5EF4-FFF2-40B4-BE49-F238E27FC236}">
                <a16:creationId xmlns:a16="http://schemas.microsoft.com/office/drawing/2014/main" id="{22D3E5A7-7243-968E-6DAF-473C9C92FDD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2458078501"/>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4" y="1988840"/>
            <a:ext cx="856895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b="1">
                <a:latin typeface="Sakkal Majalla" panose="02000000000000000000" pitchFamily="2" charset="-78"/>
                <a:cs typeface="Sakkal Majalla" panose="02000000000000000000" pitchFamily="2" charset="-78"/>
              </a:rPr>
              <a:t>استكمال سجلات الاختبار والفحص</a:t>
            </a:r>
          </a:p>
          <a:p>
            <a:pPr marL="0" indent="0" rtl="1">
              <a:buFont typeface="Wingdings" panose="05000000000000000000" pitchFamily="2" charset="2"/>
              <a:buNone/>
            </a:pPr>
            <a:endParaRPr lang="en-GB" altLang="en-US" b="1"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بمجرد اكتمال فحص اللحام، يتم توثيقه في «سجل فحص اللحام». وتمثل هذه الوثيقة سجل رسمي للفحص والاختبار المكتمل على الوصلة الملحومة. هذه السجلات مهمة جدًا لضمان تلبية اللحامات للمعايير المطلوبة ولتوثيق جودة اللحام للمستقبل.</a:t>
            </a:r>
          </a:p>
          <a:p>
            <a:pPr marL="0"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اختبار اللحام (5)</a:t>
            </a:r>
          </a:p>
        </p:txBody>
      </p:sp>
      <p:sp>
        <p:nvSpPr>
          <p:cNvPr id="2" name="Footer Placeholder 2">
            <a:extLst>
              <a:ext uri="{FF2B5EF4-FFF2-40B4-BE49-F238E27FC236}">
                <a16:creationId xmlns:a16="http://schemas.microsoft.com/office/drawing/2014/main" id="{86C5922D-63C3-7233-0AAD-E8D9FF394D2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A103000360223</a:t>
            </a:r>
            <a:endParaRPr lang="ar" sz="1000" dirty="0"/>
          </a:p>
        </p:txBody>
      </p:sp>
    </p:spTree>
    <p:extLst>
      <p:ext uri="{BB962C8B-B14F-4D97-AF65-F5344CB8AC3E}">
        <p14:creationId xmlns:p14="http://schemas.microsoft.com/office/powerpoint/2010/main" val="1198214398"/>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633214-E5FC-4484-AC0C-EE304BF9A5A2}"/>
</file>

<file path=customXml/itemProps2.xml><?xml version="1.0" encoding="utf-8"?>
<ds:datastoreItem xmlns:ds="http://schemas.openxmlformats.org/officeDocument/2006/customXml" ds:itemID="{0F00F826-9E31-4B3E-A499-905A9E3243A7}">
  <ds:schemaRefs>
    <ds:schemaRef ds:uri="http://schemas.microsoft.com/office/2006/metadata/properties"/>
    <ds:schemaRef ds:uri="http://schemas.microsoft.com/office/infopath/2007/PartnerControls"/>
    <ds:schemaRef ds:uri="a26a0597-d0d1-4250-940c-88e9bf9d5597"/>
    <ds:schemaRef ds:uri="6881431a-e3b2-481e-ba90-fae26e2fa83c"/>
    <ds:schemaRef ds:uri="7c1bd8dc-4e40-424f-a15f-9ffcd522197f"/>
    <ds:schemaRef ds:uri="6125ffc9-2c56-435e-8267-1393444907b2"/>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TotalTime>
  <Words>1983</Words>
  <Application>Microsoft Office PowerPoint</Application>
  <PresentationFormat>On-screen Show (4:3)</PresentationFormat>
  <Paragraphs>275</Paragraphs>
  <Slides>34</Slides>
  <Notes>34</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34</vt:i4>
      </vt:variant>
    </vt:vector>
  </HeadingPairs>
  <TitlesOfParts>
    <vt:vector size="51" baseType="lpstr">
      <vt:lpstr>Arial</vt:lpstr>
      <vt:lpstr>Calibri</vt:lpstr>
      <vt:lpstr>Courier New</vt:lpstr>
      <vt:lpstr>Helvetica</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11  </vt:lpstr>
      <vt:lpstr>اللحام</vt:lpstr>
      <vt:lpstr>أهداف التعلم</vt:lpstr>
      <vt:lpstr>هدف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(ج)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 </dc:title>
  <dc:creator>Microsoft Office User</dc:creator>
  <cp:lastModifiedBy>Paul Winser</cp:lastModifiedBy>
  <cp:revision>198</cp:revision>
  <dcterms:created xsi:type="dcterms:W3CDTF">2020-07-15T07:14:47Z</dcterms:created>
  <dcterms:modified xsi:type="dcterms:W3CDTF">2023-11-21T20:54:01Z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