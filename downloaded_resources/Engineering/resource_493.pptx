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51"/>
  </p:notesMasterIdLst>
  <p:sldIdLst>
    <p:sldId id="256" r:id="rId14"/>
    <p:sldId id="257" r:id="rId15"/>
    <p:sldId id="417" r:id="rId16"/>
    <p:sldId id="258" r:id="rId17"/>
    <p:sldId id="272" r:id="rId18"/>
    <p:sldId id="381" r:id="rId19"/>
    <p:sldId id="399" r:id="rId20"/>
    <p:sldId id="400" r:id="rId21"/>
    <p:sldId id="389" r:id="rId22"/>
    <p:sldId id="401" r:id="rId23"/>
    <p:sldId id="402" r:id="rId24"/>
    <p:sldId id="390" r:id="rId25"/>
    <p:sldId id="403" r:id="rId26"/>
    <p:sldId id="415" r:id="rId27"/>
    <p:sldId id="319" r:id="rId28"/>
    <p:sldId id="391" r:id="rId29"/>
    <p:sldId id="404" r:id="rId30"/>
    <p:sldId id="405" r:id="rId31"/>
    <p:sldId id="406" r:id="rId32"/>
    <p:sldId id="392" r:id="rId33"/>
    <p:sldId id="407" r:id="rId34"/>
    <p:sldId id="408" r:id="rId35"/>
    <p:sldId id="393" r:id="rId36"/>
    <p:sldId id="409" r:id="rId37"/>
    <p:sldId id="410" r:id="rId38"/>
    <p:sldId id="411" r:id="rId39"/>
    <p:sldId id="382" r:id="rId40"/>
    <p:sldId id="394" r:id="rId41"/>
    <p:sldId id="395" r:id="rId42"/>
    <p:sldId id="396" r:id="rId43"/>
    <p:sldId id="412" r:id="rId44"/>
    <p:sldId id="384" r:id="rId45"/>
    <p:sldId id="397" r:id="rId46"/>
    <p:sldId id="413" r:id="rId47"/>
    <p:sldId id="398" r:id="rId48"/>
    <p:sldId id="414" r:id="rId49"/>
    <p:sldId id="416" r:id="rId50"/>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BA5740-1122-45AD-97F0-9D3856278364}" v="38" dt="2024-12-04T13:08:05.767"/>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143" autoAdjust="0"/>
    <p:restoredTop sz="87223" autoAdjust="0"/>
  </p:normalViewPr>
  <p:slideViewPr>
    <p:cSldViewPr>
      <p:cViewPr varScale="1">
        <p:scale>
          <a:sx n="137" d="100"/>
          <a:sy n="137" d="100"/>
        </p:scale>
        <p:origin x="2844" y="120"/>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slide" Target="slides/slide37.xml"/><Relationship Id="rId55"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microsoft.com/office/2016/11/relationships/changesInfo" Target="changesInfos/changesInfo1.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82BA5740-1122-45AD-97F0-9D3856278364}"/>
    <pc:docChg chg="undo custSel modSld">
      <pc:chgData name="Paul Winser" userId="c3146a91-e6bd-4264-bd86-e164e04bc32d" providerId="ADAL" clId="{82BA5740-1122-45AD-97F0-9D3856278364}" dt="2024-12-04T13:08:05.767" v="44"/>
      <pc:docMkLst>
        <pc:docMk/>
      </pc:docMkLst>
      <pc:sldChg chg="addSp modSp mod">
        <pc:chgData name="Paul Winser" userId="c3146a91-e6bd-4264-bd86-e164e04bc32d" providerId="ADAL" clId="{82BA5740-1122-45AD-97F0-9D3856278364}" dt="2024-12-04T13:06:45.281" v="6" actId="20577"/>
        <pc:sldMkLst>
          <pc:docMk/>
          <pc:sldMk cId="0" sldId="256"/>
        </pc:sldMkLst>
        <pc:spChg chg="add mod">
          <ac:chgData name="Paul Winser" userId="c3146a91-e6bd-4264-bd86-e164e04bc32d" providerId="ADAL" clId="{82BA5740-1122-45AD-97F0-9D3856278364}" dt="2024-12-04T13:06:45.281" v="6" actId="20577"/>
          <ac:spMkLst>
            <pc:docMk/>
            <pc:sldMk cId="0" sldId="256"/>
            <ac:spMk id="2" creationId="{016DB71D-2C1B-DD7F-C1D5-B65B6F00488D}"/>
          </ac:spMkLst>
        </pc:spChg>
      </pc:sldChg>
      <pc:sldChg chg="addSp modSp">
        <pc:chgData name="Paul Winser" userId="c3146a91-e6bd-4264-bd86-e164e04bc32d" providerId="ADAL" clId="{82BA5740-1122-45AD-97F0-9D3856278364}" dt="2024-12-04T13:06:48.688" v="7"/>
        <pc:sldMkLst>
          <pc:docMk/>
          <pc:sldMk cId="0" sldId="257"/>
        </pc:sldMkLst>
        <pc:spChg chg="add mod">
          <ac:chgData name="Paul Winser" userId="c3146a91-e6bd-4264-bd86-e164e04bc32d" providerId="ADAL" clId="{82BA5740-1122-45AD-97F0-9D3856278364}" dt="2024-12-04T13:06:48.688" v="7"/>
          <ac:spMkLst>
            <pc:docMk/>
            <pc:sldMk cId="0" sldId="257"/>
            <ac:spMk id="2" creationId="{3069963B-C4D6-EBAB-42F8-19AB3DF754DA}"/>
          </ac:spMkLst>
        </pc:spChg>
      </pc:sldChg>
      <pc:sldChg chg="addSp modSp">
        <pc:chgData name="Paul Winser" userId="c3146a91-e6bd-4264-bd86-e164e04bc32d" providerId="ADAL" clId="{82BA5740-1122-45AD-97F0-9D3856278364}" dt="2024-12-04T13:06:51.214" v="9"/>
        <pc:sldMkLst>
          <pc:docMk/>
          <pc:sldMk cId="0" sldId="258"/>
        </pc:sldMkLst>
        <pc:spChg chg="add mod">
          <ac:chgData name="Paul Winser" userId="c3146a91-e6bd-4264-bd86-e164e04bc32d" providerId="ADAL" clId="{82BA5740-1122-45AD-97F0-9D3856278364}" dt="2024-12-04T13:06:51.214" v="9"/>
          <ac:spMkLst>
            <pc:docMk/>
            <pc:sldMk cId="0" sldId="258"/>
            <ac:spMk id="2" creationId="{C03CA4C1-DB1A-4BBD-F899-412E870CD016}"/>
          </ac:spMkLst>
        </pc:spChg>
      </pc:sldChg>
      <pc:sldChg chg="addSp modSp">
        <pc:chgData name="Paul Winser" userId="c3146a91-e6bd-4264-bd86-e164e04bc32d" providerId="ADAL" clId="{82BA5740-1122-45AD-97F0-9D3856278364}" dt="2024-12-04T13:06:52.951" v="10"/>
        <pc:sldMkLst>
          <pc:docMk/>
          <pc:sldMk cId="0" sldId="272"/>
        </pc:sldMkLst>
        <pc:spChg chg="add mod">
          <ac:chgData name="Paul Winser" userId="c3146a91-e6bd-4264-bd86-e164e04bc32d" providerId="ADAL" clId="{82BA5740-1122-45AD-97F0-9D3856278364}" dt="2024-12-04T13:06:52.951" v="10"/>
          <ac:spMkLst>
            <pc:docMk/>
            <pc:sldMk cId="0" sldId="272"/>
            <ac:spMk id="2" creationId="{FCC7A54A-3E60-0AA8-1C62-90B5D47A8918}"/>
          </ac:spMkLst>
        </pc:spChg>
      </pc:sldChg>
      <pc:sldChg chg="addSp modSp">
        <pc:chgData name="Paul Winser" userId="c3146a91-e6bd-4264-bd86-e164e04bc32d" providerId="ADAL" clId="{82BA5740-1122-45AD-97F0-9D3856278364}" dt="2024-12-04T13:07:17.661" v="21"/>
        <pc:sldMkLst>
          <pc:docMk/>
          <pc:sldMk cId="211838768" sldId="319"/>
        </pc:sldMkLst>
        <pc:spChg chg="add mod">
          <ac:chgData name="Paul Winser" userId="c3146a91-e6bd-4264-bd86-e164e04bc32d" providerId="ADAL" clId="{82BA5740-1122-45AD-97F0-9D3856278364}" dt="2024-12-04T13:07:17.661" v="21"/>
          <ac:spMkLst>
            <pc:docMk/>
            <pc:sldMk cId="211838768" sldId="319"/>
            <ac:spMk id="2" creationId="{1CCA482C-2279-2D5F-B3AB-B6DD8837C060}"/>
          </ac:spMkLst>
        </pc:spChg>
      </pc:sldChg>
      <pc:sldChg chg="addSp modSp">
        <pc:chgData name="Paul Winser" userId="c3146a91-e6bd-4264-bd86-e164e04bc32d" providerId="ADAL" clId="{82BA5740-1122-45AD-97F0-9D3856278364}" dt="2024-12-04T13:06:58.957" v="11"/>
        <pc:sldMkLst>
          <pc:docMk/>
          <pc:sldMk cId="4160411727" sldId="381"/>
        </pc:sldMkLst>
        <pc:spChg chg="add mod">
          <ac:chgData name="Paul Winser" userId="c3146a91-e6bd-4264-bd86-e164e04bc32d" providerId="ADAL" clId="{82BA5740-1122-45AD-97F0-9D3856278364}" dt="2024-12-04T13:06:58.957" v="11"/>
          <ac:spMkLst>
            <pc:docMk/>
            <pc:sldMk cId="4160411727" sldId="381"/>
            <ac:spMk id="2" creationId="{15579E36-92F8-E7BA-F469-105983F1C963}"/>
          </ac:spMkLst>
        </pc:spChg>
      </pc:sldChg>
      <pc:sldChg chg="addSp modSp">
        <pc:chgData name="Paul Winser" userId="c3146a91-e6bd-4264-bd86-e164e04bc32d" providerId="ADAL" clId="{82BA5740-1122-45AD-97F0-9D3856278364}" dt="2024-12-04T13:07:42.037" v="33"/>
        <pc:sldMkLst>
          <pc:docMk/>
          <pc:sldMk cId="2447797040" sldId="382"/>
        </pc:sldMkLst>
        <pc:spChg chg="add mod">
          <ac:chgData name="Paul Winser" userId="c3146a91-e6bd-4264-bd86-e164e04bc32d" providerId="ADAL" clId="{82BA5740-1122-45AD-97F0-9D3856278364}" dt="2024-12-04T13:07:42.037" v="33"/>
          <ac:spMkLst>
            <pc:docMk/>
            <pc:sldMk cId="2447797040" sldId="382"/>
            <ac:spMk id="2" creationId="{E18F8528-05A6-3BBB-8BAD-383C52144A03}"/>
          </ac:spMkLst>
        </pc:spChg>
      </pc:sldChg>
      <pc:sldChg chg="addSp modSp">
        <pc:chgData name="Paul Winser" userId="c3146a91-e6bd-4264-bd86-e164e04bc32d" providerId="ADAL" clId="{82BA5740-1122-45AD-97F0-9D3856278364}" dt="2024-12-04T13:07:53.189" v="38"/>
        <pc:sldMkLst>
          <pc:docMk/>
          <pc:sldMk cId="1318055345" sldId="384"/>
        </pc:sldMkLst>
        <pc:spChg chg="add mod">
          <ac:chgData name="Paul Winser" userId="c3146a91-e6bd-4264-bd86-e164e04bc32d" providerId="ADAL" clId="{82BA5740-1122-45AD-97F0-9D3856278364}" dt="2024-12-04T13:07:53.189" v="38"/>
          <ac:spMkLst>
            <pc:docMk/>
            <pc:sldMk cId="1318055345" sldId="384"/>
            <ac:spMk id="2" creationId="{1B87AB58-3E98-7C89-DA97-E1C00E067C56}"/>
          </ac:spMkLst>
        </pc:spChg>
      </pc:sldChg>
      <pc:sldChg chg="addSp modSp">
        <pc:chgData name="Paul Winser" userId="c3146a91-e6bd-4264-bd86-e164e04bc32d" providerId="ADAL" clId="{82BA5740-1122-45AD-97F0-9D3856278364}" dt="2024-12-04T13:07:08.628" v="15"/>
        <pc:sldMkLst>
          <pc:docMk/>
          <pc:sldMk cId="1630034850" sldId="389"/>
        </pc:sldMkLst>
        <pc:spChg chg="add mod">
          <ac:chgData name="Paul Winser" userId="c3146a91-e6bd-4264-bd86-e164e04bc32d" providerId="ADAL" clId="{82BA5740-1122-45AD-97F0-9D3856278364}" dt="2024-12-04T13:07:08.628" v="15"/>
          <ac:spMkLst>
            <pc:docMk/>
            <pc:sldMk cId="1630034850" sldId="389"/>
            <ac:spMk id="2" creationId="{690F2EB9-78B9-4C5E-30B5-25557ACFECCD}"/>
          </ac:spMkLst>
        </pc:spChg>
      </pc:sldChg>
      <pc:sldChg chg="addSp modSp">
        <pc:chgData name="Paul Winser" userId="c3146a91-e6bd-4264-bd86-e164e04bc32d" providerId="ADAL" clId="{82BA5740-1122-45AD-97F0-9D3856278364}" dt="2024-12-04T13:07:13.476" v="18"/>
        <pc:sldMkLst>
          <pc:docMk/>
          <pc:sldMk cId="3397344637" sldId="390"/>
        </pc:sldMkLst>
        <pc:spChg chg="add mod">
          <ac:chgData name="Paul Winser" userId="c3146a91-e6bd-4264-bd86-e164e04bc32d" providerId="ADAL" clId="{82BA5740-1122-45AD-97F0-9D3856278364}" dt="2024-12-04T13:07:13.476" v="18"/>
          <ac:spMkLst>
            <pc:docMk/>
            <pc:sldMk cId="3397344637" sldId="390"/>
            <ac:spMk id="2" creationId="{05AB456E-B08A-4D57-BF96-AD8B25070C5E}"/>
          </ac:spMkLst>
        </pc:spChg>
      </pc:sldChg>
      <pc:sldChg chg="addSp modSp">
        <pc:chgData name="Paul Winser" userId="c3146a91-e6bd-4264-bd86-e164e04bc32d" providerId="ADAL" clId="{82BA5740-1122-45AD-97F0-9D3856278364}" dt="2024-12-04T13:07:19.591" v="22"/>
        <pc:sldMkLst>
          <pc:docMk/>
          <pc:sldMk cId="3033878617" sldId="391"/>
        </pc:sldMkLst>
        <pc:spChg chg="add mod">
          <ac:chgData name="Paul Winser" userId="c3146a91-e6bd-4264-bd86-e164e04bc32d" providerId="ADAL" clId="{82BA5740-1122-45AD-97F0-9D3856278364}" dt="2024-12-04T13:07:19.591" v="22"/>
          <ac:spMkLst>
            <pc:docMk/>
            <pc:sldMk cId="3033878617" sldId="391"/>
            <ac:spMk id="2" creationId="{C1465C33-19F1-867C-DDE8-4E2D04D60CEE}"/>
          </ac:spMkLst>
        </pc:spChg>
      </pc:sldChg>
      <pc:sldChg chg="addSp modSp">
        <pc:chgData name="Paul Winser" userId="c3146a91-e6bd-4264-bd86-e164e04bc32d" providerId="ADAL" clId="{82BA5740-1122-45AD-97F0-9D3856278364}" dt="2024-12-04T13:07:28.117" v="26"/>
        <pc:sldMkLst>
          <pc:docMk/>
          <pc:sldMk cId="2984319656" sldId="392"/>
        </pc:sldMkLst>
        <pc:spChg chg="add mod">
          <ac:chgData name="Paul Winser" userId="c3146a91-e6bd-4264-bd86-e164e04bc32d" providerId="ADAL" clId="{82BA5740-1122-45AD-97F0-9D3856278364}" dt="2024-12-04T13:07:28.117" v="26"/>
          <ac:spMkLst>
            <pc:docMk/>
            <pc:sldMk cId="2984319656" sldId="392"/>
            <ac:spMk id="2" creationId="{AD970B15-9871-EABB-49E7-2DE783D5E137}"/>
          </ac:spMkLst>
        </pc:spChg>
      </pc:sldChg>
      <pc:sldChg chg="addSp modSp">
        <pc:chgData name="Paul Winser" userId="c3146a91-e6bd-4264-bd86-e164e04bc32d" providerId="ADAL" clId="{82BA5740-1122-45AD-97F0-9D3856278364}" dt="2024-12-04T13:07:35.646" v="29"/>
        <pc:sldMkLst>
          <pc:docMk/>
          <pc:sldMk cId="797822477" sldId="393"/>
        </pc:sldMkLst>
        <pc:spChg chg="add mod">
          <ac:chgData name="Paul Winser" userId="c3146a91-e6bd-4264-bd86-e164e04bc32d" providerId="ADAL" clId="{82BA5740-1122-45AD-97F0-9D3856278364}" dt="2024-12-04T13:07:35.646" v="29"/>
          <ac:spMkLst>
            <pc:docMk/>
            <pc:sldMk cId="797822477" sldId="393"/>
            <ac:spMk id="3" creationId="{B3C0DA09-6535-C448-5038-1D7EEA408AA1}"/>
          </ac:spMkLst>
        </pc:spChg>
      </pc:sldChg>
      <pc:sldChg chg="addSp modSp">
        <pc:chgData name="Paul Winser" userId="c3146a91-e6bd-4264-bd86-e164e04bc32d" providerId="ADAL" clId="{82BA5740-1122-45AD-97F0-9D3856278364}" dt="2024-12-04T13:07:43.461" v="34"/>
        <pc:sldMkLst>
          <pc:docMk/>
          <pc:sldMk cId="869928995" sldId="394"/>
        </pc:sldMkLst>
        <pc:spChg chg="add mod">
          <ac:chgData name="Paul Winser" userId="c3146a91-e6bd-4264-bd86-e164e04bc32d" providerId="ADAL" clId="{82BA5740-1122-45AD-97F0-9D3856278364}" dt="2024-12-04T13:07:43.461" v="34"/>
          <ac:spMkLst>
            <pc:docMk/>
            <pc:sldMk cId="869928995" sldId="394"/>
            <ac:spMk id="3" creationId="{37E19451-97FB-6178-5EBF-300ABFFF90E9}"/>
          </ac:spMkLst>
        </pc:spChg>
      </pc:sldChg>
      <pc:sldChg chg="addSp modSp">
        <pc:chgData name="Paul Winser" userId="c3146a91-e6bd-4264-bd86-e164e04bc32d" providerId="ADAL" clId="{82BA5740-1122-45AD-97F0-9D3856278364}" dt="2024-12-04T13:07:44.800" v="35"/>
        <pc:sldMkLst>
          <pc:docMk/>
          <pc:sldMk cId="2029689341" sldId="395"/>
        </pc:sldMkLst>
        <pc:spChg chg="add mod">
          <ac:chgData name="Paul Winser" userId="c3146a91-e6bd-4264-bd86-e164e04bc32d" providerId="ADAL" clId="{82BA5740-1122-45AD-97F0-9D3856278364}" dt="2024-12-04T13:07:44.800" v="35"/>
          <ac:spMkLst>
            <pc:docMk/>
            <pc:sldMk cId="2029689341" sldId="395"/>
            <ac:spMk id="2" creationId="{D6497604-D9F5-478A-5A82-A1BFDB923131}"/>
          </ac:spMkLst>
        </pc:spChg>
      </pc:sldChg>
      <pc:sldChg chg="addSp modSp">
        <pc:chgData name="Paul Winser" userId="c3146a91-e6bd-4264-bd86-e164e04bc32d" providerId="ADAL" clId="{82BA5740-1122-45AD-97F0-9D3856278364}" dt="2024-12-04T13:07:50.915" v="36"/>
        <pc:sldMkLst>
          <pc:docMk/>
          <pc:sldMk cId="4120179985" sldId="396"/>
        </pc:sldMkLst>
        <pc:spChg chg="add mod">
          <ac:chgData name="Paul Winser" userId="c3146a91-e6bd-4264-bd86-e164e04bc32d" providerId="ADAL" clId="{82BA5740-1122-45AD-97F0-9D3856278364}" dt="2024-12-04T13:07:50.915" v="36"/>
          <ac:spMkLst>
            <pc:docMk/>
            <pc:sldMk cId="4120179985" sldId="396"/>
            <ac:spMk id="2" creationId="{2CB27FE4-578B-C984-6BBB-8F0713497858}"/>
          </ac:spMkLst>
        </pc:spChg>
      </pc:sldChg>
      <pc:sldChg chg="addSp modSp">
        <pc:chgData name="Paul Winser" userId="c3146a91-e6bd-4264-bd86-e164e04bc32d" providerId="ADAL" clId="{82BA5740-1122-45AD-97F0-9D3856278364}" dt="2024-12-04T13:07:54.434" v="39"/>
        <pc:sldMkLst>
          <pc:docMk/>
          <pc:sldMk cId="1718892243" sldId="397"/>
        </pc:sldMkLst>
        <pc:spChg chg="add mod">
          <ac:chgData name="Paul Winser" userId="c3146a91-e6bd-4264-bd86-e164e04bc32d" providerId="ADAL" clId="{82BA5740-1122-45AD-97F0-9D3856278364}" dt="2024-12-04T13:07:54.434" v="39"/>
          <ac:spMkLst>
            <pc:docMk/>
            <pc:sldMk cId="1718892243" sldId="397"/>
            <ac:spMk id="3" creationId="{7D04416C-3074-8781-ECD5-2901724FF6CF}"/>
          </ac:spMkLst>
        </pc:spChg>
      </pc:sldChg>
      <pc:sldChg chg="addSp modSp mod">
        <pc:chgData name="Paul Winser" userId="c3146a91-e6bd-4264-bd86-e164e04bc32d" providerId="ADAL" clId="{82BA5740-1122-45AD-97F0-9D3856278364}" dt="2024-12-04T13:08:01.900" v="42" actId="1076"/>
        <pc:sldMkLst>
          <pc:docMk/>
          <pc:sldMk cId="3290044479" sldId="398"/>
        </pc:sldMkLst>
        <pc:spChg chg="mod">
          <ac:chgData name="Paul Winser" userId="c3146a91-e6bd-4264-bd86-e164e04bc32d" providerId="ADAL" clId="{82BA5740-1122-45AD-97F0-9D3856278364}" dt="2024-12-04T13:08:01.900" v="42" actId="1076"/>
          <ac:spMkLst>
            <pc:docMk/>
            <pc:sldMk cId="3290044479" sldId="398"/>
            <ac:spMk id="2" creationId="{00000000-0000-0000-0000-000000000000}"/>
          </ac:spMkLst>
        </pc:spChg>
        <pc:spChg chg="add mod">
          <ac:chgData name="Paul Winser" userId="c3146a91-e6bd-4264-bd86-e164e04bc32d" providerId="ADAL" clId="{82BA5740-1122-45AD-97F0-9D3856278364}" dt="2024-12-04T13:07:57.797" v="41"/>
          <ac:spMkLst>
            <pc:docMk/>
            <pc:sldMk cId="3290044479" sldId="398"/>
            <ac:spMk id="3" creationId="{82F9A949-097B-6EE8-F4AE-2F8B0FC7EE64}"/>
          </ac:spMkLst>
        </pc:spChg>
      </pc:sldChg>
      <pc:sldChg chg="addSp modSp">
        <pc:chgData name="Paul Winser" userId="c3146a91-e6bd-4264-bd86-e164e04bc32d" providerId="ADAL" clId="{82BA5740-1122-45AD-97F0-9D3856278364}" dt="2024-12-04T13:07:04.075" v="13" actId="1076"/>
        <pc:sldMkLst>
          <pc:docMk/>
          <pc:sldMk cId="2770120027" sldId="399"/>
        </pc:sldMkLst>
        <pc:spChg chg="add mod">
          <ac:chgData name="Paul Winser" userId="c3146a91-e6bd-4264-bd86-e164e04bc32d" providerId="ADAL" clId="{82BA5740-1122-45AD-97F0-9D3856278364}" dt="2024-12-04T13:07:01.005" v="12"/>
          <ac:spMkLst>
            <pc:docMk/>
            <pc:sldMk cId="2770120027" sldId="399"/>
            <ac:spMk id="3" creationId="{D59D4F64-6C1C-3A5E-0878-844BF31AFCE2}"/>
          </ac:spMkLst>
        </pc:spChg>
        <pc:spChg chg="mod">
          <ac:chgData name="Paul Winser" userId="c3146a91-e6bd-4264-bd86-e164e04bc32d" providerId="ADAL" clId="{82BA5740-1122-45AD-97F0-9D3856278364}" dt="2024-12-04T13:07:04.075" v="13" actId="1076"/>
          <ac:spMkLst>
            <pc:docMk/>
            <pc:sldMk cId="2770120027" sldId="399"/>
            <ac:spMk id="34819" creationId="{453C7683-8588-7ABC-32E0-8A4E68218620}"/>
          </ac:spMkLst>
        </pc:spChg>
      </pc:sldChg>
      <pc:sldChg chg="addSp modSp">
        <pc:chgData name="Paul Winser" userId="c3146a91-e6bd-4264-bd86-e164e04bc32d" providerId="ADAL" clId="{82BA5740-1122-45AD-97F0-9D3856278364}" dt="2024-12-04T13:07:06.023" v="14"/>
        <pc:sldMkLst>
          <pc:docMk/>
          <pc:sldMk cId="2303890230" sldId="400"/>
        </pc:sldMkLst>
        <pc:spChg chg="add mod">
          <ac:chgData name="Paul Winser" userId="c3146a91-e6bd-4264-bd86-e164e04bc32d" providerId="ADAL" clId="{82BA5740-1122-45AD-97F0-9D3856278364}" dt="2024-12-04T13:07:06.023" v="14"/>
          <ac:spMkLst>
            <pc:docMk/>
            <pc:sldMk cId="2303890230" sldId="400"/>
            <ac:spMk id="3" creationId="{4CAC124C-1F37-EA97-0DA8-3E5B775170BE}"/>
          </ac:spMkLst>
        </pc:spChg>
      </pc:sldChg>
      <pc:sldChg chg="addSp modSp">
        <pc:chgData name="Paul Winser" userId="c3146a91-e6bd-4264-bd86-e164e04bc32d" providerId="ADAL" clId="{82BA5740-1122-45AD-97F0-9D3856278364}" dt="2024-12-04T13:07:10.468" v="16"/>
        <pc:sldMkLst>
          <pc:docMk/>
          <pc:sldMk cId="406608704" sldId="401"/>
        </pc:sldMkLst>
        <pc:spChg chg="add mod">
          <ac:chgData name="Paul Winser" userId="c3146a91-e6bd-4264-bd86-e164e04bc32d" providerId="ADAL" clId="{82BA5740-1122-45AD-97F0-9D3856278364}" dt="2024-12-04T13:07:10.468" v="16"/>
          <ac:spMkLst>
            <pc:docMk/>
            <pc:sldMk cId="406608704" sldId="401"/>
            <ac:spMk id="3" creationId="{288B9BB7-22C2-9974-194C-9FEC414D654B}"/>
          </ac:spMkLst>
        </pc:spChg>
      </pc:sldChg>
      <pc:sldChg chg="addSp modSp">
        <pc:chgData name="Paul Winser" userId="c3146a91-e6bd-4264-bd86-e164e04bc32d" providerId="ADAL" clId="{82BA5740-1122-45AD-97F0-9D3856278364}" dt="2024-12-04T13:07:11.992" v="17"/>
        <pc:sldMkLst>
          <pc:docMk/>
          <pc:sldMk cId="250315321" sldId="402"/>
        </pc:sldMkLst>
        <pc:spChg chg="add mod">
          <ac:chgData name="Paul Winser" userId="c3146a91-e6bd-4264-bd86-e164e04bc32d" providerId="ADAL" clId="{82BA5740-1122-45AD-97F0-9D3856278364}" dt="2024-12-04T13:07:11.992" v="17"/>
          <ac:spMkLst>
            <pc:docMk/>
            <pc:sldMk cId="250315321" sldId="402"/>
            <ac:spMk id="4" creationId="{1B6FDCC1-C626-CB09-D8DA-9EEC0A635F04}"/>
          </ac:spMkLst>
        </pc:spChg>
      </pc:sldChg>
      <pc:sldChg chg="addSp modSp">
        <pc:chgData name="Paul Winser" userId="c3146a91-e6bd-4264-bd86-e164e04bc32d" providerId="ADAL" clId="{82BA5740-1122-45AD-97F0-9D3856278364}" dt="2024-12-04T13:07:15.098" v="19"/>
        <pc:sldMkLst>
          <pc:docMk/>
          <pc:sldMk cId="850124632" sldId="403"/>
        </pc:sldMkLst>
        <pc:spChg chg="add mod">
          <ac:chgData name="Paul Winser" userId="c3146a91-e6bd-4264-bd86-e164e04bc32d" providerId="ADAL" clId="{82BA5740-1122-45AD-97F0-9D3856278364}" dt="2024-12-04T13:07:15.098" v="19"/>
          <ac:spMkLst>
            <pc:docMk/>
            <pc:sldMk cId="850124632" sldId="403"/>
            <ac:spMk id="3" creationId="{997AAEE1-C58B-773B-D408-BC97E73B3AA8}"/>
          </ac:spMkLst>
        </pc:spChg>
      </pc:sldChg>
      <pc:sldChg chg="addSp modSp">
        <pc:chgData name="Paul Winser" userId="c3146a91-e6bd-4264-bd86-e164e04bc32d" providerId="ADAL" clId="{82BA5740-1122-45AD-97F0-9D3856278364}" dt="2024-12-04T13:07:22.381" v="23"/>
        <pc:sldMkLst>
          <pc:docMk/>
          <pc:sldMk cId="2356432693" sldId="404"/>
        </pc:sldMkLst>
        <pc:spChg chg="add mod">
          <ac:chgData name="Paul Winser" userId="c3146a91-e6bd-4264-bd86-e164e04bc32d" providerId="ADAL" clId="{82BA5740-1122-45AD-97F0-9D3856278364}" dt="2024-12-04T13:07:22.381" v="23"/>
          <ac:spMkLst>
            <pc:docMk/>
            <pc:sldMk cId="2356432693" sldId="404"/>
            <ac:spMk id="3" creationId="{29FA76A6-3FBE-3D50-1A48-1D2BF0EFD0CC}"/>
          </ac:spMkLst>
        </pc:spChg>
      </pc:sldChg>
      <pc:sldChg chg="addSp modSp">
        <pc:chgData name="Paul Winser" userId="c3146a91-e6bd-4264-bd86-e164e04bc32d" providerId="ADAL" clId="{82BA5740-1122-45AD-97F0-9D3856278364}" dt="2024-12-04T13:07:24.374" v="24"/>
        <pc:sldMkLst>
          <pc:docMk/>
          <pc:sldMk cId="123372355" sldId="405"/>
        </pc:sldMkLst>
        <pc:spChg chg="add mod">
          <ac:chgData name="Paul Winser" userId="c3146a91-e6bd-4264-bd86-e164e04bc32d" providerId="ADAL" clId="{82BA5740-1122-45AD-97F0-9D3856278364}" dt="2024-12-04T13:07:24.374" v="24"/>
          <ac:spMkLst>
            <pc:docMk/>
            <pc:sldMk cId="123372355" sldId="405"/>
            <ac:spMk id="3" creationId="{69A2D3AE-B362-CA6E-386D-47F1AC0FB785}"/>
          </ac:spMkLst>
        </pc:spChg>
      </pc:sldChg>
      <pc:sldChg chg="addSp modSp">
        <pc:chgData name="Paul Winser" userId="c3146a91-e6bd-4264-bd86-e164e04bc32d" providerId="ADAL" clId="{82BA5740-1122-45AD-97F0-9D3856278364}" dt="2024-12-04T13:07:26.342" v="25"/>
        <pc:sldMkLst>
          <pc:docMk/>
          <pc:sldMk cId="979901287" sldId="406"/>
        </pc:sldMkLst>
        <pc:spChg chg="add mod">
          <ac:chgData name="Paul Winser" userId="c3146a91-e6bd-4264-bd86-e164e04bc32d" providerId="ADAL" clId="{82BA5740-1122-45AD-97F0-9D3856278364}" dt="2024-12-04T13:07:26.342" v="25"/>
          <ac:spMkLst>
            <pc:docMk/>
            <pc:sldMk cId="979901287" sldId="406"/>
            <ac:spMk id="2" creationId="{C262F44C-396B-1776-2BB5-951A4DBABB48}"/>
          </ac:spMkLst>
        </pc:spChg>
      </pc:sldChg>
      <pc:sldChg chg="addSp modSp">
        <pc:chgData name="Paul Winser" userId="c3146a91-e6bd-4264-bd86-e164e04bc32d" providerId="ADAL" clId="{82BA5740-1122-45AD-97F0-9D3856278364}" dt="2024-12-04T13:07:30.948" v="27"/>
        <pc:sldMkLst>
          <pc:docMk/>
          <pc:sldMk cId="3536541386" sldId="407"/>
        </pc:sldMkLst>
        <pc:spChg chg="add mod">
          <ac:chgData name="Paul Winser" userId="c3146a91-e6bd-4264-bd86-e164e04bc32d" providerId="ADAL" clId="{82BA5740-1122-45AD-97F0-9D3856278364}" dt="2024-12-04T13:07:30.948" v="27"/>
          <ac:spMkLst>
            <pc:docMk/>
            <pc:sldMk cId="3536541386" sldId="407"/>
            <ac:spMk id="2" creationId="{80802C22-AEAF-5AFC-725C-E35C43E1080C}"/>
          </ac:spMkLst>
        </pc:spChg>
      </pc:sldChg>
      <pc:sldChg chg="addSp modSp">
        <pc:chgData name="Paul Winser" userId="c3146a91-e6bd-4264-bd86-e164e04bc32d" providerId="ADAL" clId="{82BA5740-1122-45AD-97F0-9D3856278364}" dt="2024-12-04T13:07:33.648" v="28"/>
        <pc:sldMkLst>
          <pc:docMk/>
          <pc:sldMk cId="626897043" sldId="408"/>
        </pc:sldMkLst>
        <pc:spChg chg="add mod">
          <ac:chgData name="Paul Winser" userId="c3146a91-e6bd-4264-bd86-e164e04bc32d" providerId="ADAL" clId="{82BA5740-1122-45AD-97F0-9D3856278364}" dt="2024-12-04T13:07:33.648" v="28"/>
          <ac:spMkLst>
            <pc:docMk/>
            <pc:sldMk cId="626897043" sldId="408"/>
            <ac:spMk id="2" creationId="{AEBF881A-057A-FFCC-8032-CBAF893700A9}"/>
          </ac:spMkLst>
        </pc:spChg>
      </pc:sldChg>
      <pc:sldChg chg="addSp modSp">
        <pc:chgData name="Paul Winser" userId="c3146a91-e6bd-4264-bd86-e164e04bc32d" providerId="ADAL" clId="{82BA5740-1122-45AD-97F0-9D3856278364}" dt="2024-12-04T13:07:37.286" v="30"/>
        <pc:sldMkLst>
          <pc:docMk/>
          <pc:sldMk cId="1702895860" sldId="409"/>
        </pc:sldMkLst>
        <pc:spChg chg="add mod">
          <ac:chgData name="Paul Winser" userId="c3146a91-e6bd-4264-bd86-e164e04bc32d" providerId="ADAL" clId="{82BA5740-1122-45AD-97F0-9D3856278364}" dt="2024-12-04T13:07:37.286" v="30"/>
          <ac:spMkLst>
            <pc:docMk/>
            <pc:sldMk cId="1702895860" sldId="409"/>
            <ac:spMk id="2" creationId="{DC6D9B84-F733-2FB1-EEBB-87F6E641F4D2}"/>
          </ac:spMkLst>
        </pc:spChg>
      </pc:sldChg>
      <pc:sldChg chg="addSp modSp">
        <pc:chgData name="Paul Winser" userId="c3146a91-e6bd-4264-bd86-e164e04bc32d" providerId="ADAL" clId="{82BA5740-1122-45AD-97F0-9D3856278364}" dt="2024-12-04T13:07:38.915" v="31"/>
        <pc:sldMkLst>
          <pc:docMk/>
          <pc:sldMk cId="2510384899" sldId="410"/>
        </pc:sldMkLst>
        <pc:spChg chg="add mod">
          <ac:chgData name="Paul Winser" userId="c3146a91-e6bd-4264-bd86-e164e04bc32d" providerId="ADAL" clId="{82BA5740-1122-45AD-97F0-9D3856278364}" dt="2024-12-04T13:07:38.915" v="31"/>
          <ac:spMkLst>
            <pc:docMk/>
            <pc:sldMk cId="2510384899" sldId="410"/>
            <ac:spMk id="3" creationId="{10EA2D9C-BD7D-EF05-75DB-05DFEBD63EBF}"/>
          </ac:spMkLst>
        </pc:spChg>
      </pc:sldChg>
      <pc:sldChg chg="addSp modSp">
        <pc:chgData name="Paul Winser" userId="c3146a91-e6bd-4264-bd86-e164e04bc32d" providerId="ADAL" clId="{82BA5740-1122-45AD-97F0-9D3856278364}" dt="2024-12-04T13:07:40.449" v="32"/>
        <pc:sldMkLst>
          <pc:docMk/>
          <pc:sldMk cId="634704012" sldId="411"/>
        </pc:sldMkLst>
        <pc:spChg chg="add mod">
          <ac:chgData name="Paul Winser" userId="c3146a91-e6bd-4264-bd86-e164e04bc32d" providerId="ADAL" clId="{82BA5740-1122-45AD-97F0-9D3856278364}" dt="2024-12-04T13:07:40.449" v="32"/>
          <ac:spMkLst>
            <pc:docMk/>
            <pc:sldMk cId="634704012" sldId="411"/>
            <ac:spMk id="2" creationId="{B93C4DBA-627F-21EE-C57A-EC8CD6D58719}"/>
          </ac:spMkLst>
        </pc:spChg>
      </pc:sldChg>
      <pc:sldChg chg="addSp modSp">
        <pc:chgData name="Paul Winser" userId="c3146a91-e6bd-4264-bd86-e164e04bc32d" providerId="ADAL" clId="{82BA5740-1122-45AD-97F0-9D3856278364}" dt="2024-12-04T13:07:52.126" v="37"/>
        <pc:sldMkLst>
          <pc:docMk/>
          <pc:sldMk cId="615124809" sldId="412"/>
        </pc:sldMkLst>
        <pc:spChg chg="add mod">
          <ac:chgData name="Paul Winser" userId="c3146a91-e6bd-4264-bd86-e164e04bc32d" providerId="ADAL" clId="{82BA5740-1122-45AD-97F0-9D3856278364}" dt="2024-12-04T13:07:52.126" v="37"/>
          <ac:spMkLst>
            <pc:docMk/>
            <pc:sldMk cId="615124809" sldId="412"/>
            <ac:spMk id="2" creationId="{16975CA5-DC0F-87CE-104C-C361C2806AB1}"/>
          </ac:spMkLst>
        </pc:spChg>
      </pc:sldChg>
      <pc:sldChg chg="addSp modSp">
        <pc:chgData name="Paul Winser" userId="c3146a91-e6bd-4264-bd86-e164e04bc32d" providerId="ADAL" clId="{82BA5740-1122-45AD-97F0-9D3856278364}" dt="2024-12-04T13:07:56.425" v="40"/>
        <pc:sldMkLst>
          <pc:docMk/>
          <pc:sldMk cId="4218518655" sldId="413"/>
        </pc:sldMkLst>
        <pc:spChg chg="add mod">
          <ac:chgData name="Paul Winser" userId="c3146a91-e6bd-4264-bd86-e164e04bc32d" providerId="ADAL" clId="{82BA5740-1122-45AD-97F0-9D3856278364}" dt="2024-12-04T13:07:56.425" v="40"/>
          <ac:spMkLst>
            <pc:docMk/>
            <pc:sldMk cId="4218518655" sldId="413"/>
            <ac:spMk id="4" creationId="{93FA2BDE-209C-1D9C-36BF-F4C8AD3EA612}"/>
          </ac:spMkLst>
        </pc:spChg>
      </pc:sldChg>
      <pc:sldChg chg="addSp modSp">
        <pc:chgData name="Paul Winser" userId="c3146a91-e6bd-4264-bd86-e164e04bc32d" providerId="ADAL" clId="{82BA5740-1122-45AD-97F0-9D3856278364}" dt="2024-12-04T13:08:04.264" v="43"/>
        <pc:sldMkLst>
          <pc:docMk/>
          <pc:sldMk cId="3794774488" sldId="414"/>
        </pc:sldMkLst>
        <pc:spChg chg="add mod">
          <ac:chgData name="Paul Winser" userId="c3146a91-e6bd-4264-bd86-e164e04bc32d" providerId="ADAL" clId="{82BA5740-1122-45AD-97F0-9D3856278364}" dt="2024-12-04T13:08:04.264" v="43"/>
          <ac:spMkLst>
            <pc:docMk/>
            <pc:sldMk cId="3794774488" sldId="414"/>
            <ac:spMk id="3" creationId="{EE3CCE41-02D5-BB65-DBF9-0D237EDC677D}"/>
          </ac:spMkLst>
        </pc:spChg>
      </pc:sldChg>
      <pc:sldChg chg="addSp modSp">
        <pc:chgData name="Paul Winser" userId="c3146a91-e6bd-4264-bd86-e164e04bc32d" providerId="ADAL" clId="{82BA5740-1122-45AD-97F0-9D3856278364}" dt="2024-12-04T13:07:16.421" v="20"/>
        <pc:sldMkLst>
          <pc:docMk/>
          <pc:sldMk cId="1845910744" sldId="415"/>
        </pc:sldMkLst>
        <pc:spChg chg="add mod">
          <ac:chgData name="Paul Winser" userId="c3146a91-e6bd-4264-bd86-e164e04bc32d" providerId="ADAL" clId="{82BA5740-1122-45AD-97F0-9D3856278364}" dt="2024-12-04T13:07:16.421" v="20"/>
          <ac:spMkLst>
            <pc:docMk/>
            <pc:sldMk cId="1845910744" sldId="415"/>
            <ac:spMk id="2" creationId="{C7BCB57B-FBAA-647E-9C2C-32AD8267231F}"/>
          </ac:spMkLst>
        </pc:spChg>
      </pc:sldChg>
      <pc:sldChg chg="addSp modSp">
        <pc:chgData name="Paul Winser" userId="c3146a91-e6bd-4264-bd86-e164e04bc32d" providerId="ADAL" clId="{82BA5740-1122-45AD-97F0-9D3856278364}" dt="2024-12-04T13:08:05.767" v="44"/>
        <pc:sldMkLst>
          <pc:docMk/>
          <pc:sldMk cId="0" sldId="416"/>
        </pc:sldMkLst>
        <pc:spChg chg="add mod">
          <ac:chgData name="Paul Winser" userId="c3146a91-e6bd-4264-bd86-e164e04bc32d" providerId="ADAL" clId="{82BA5740-1122-45AD-97F0-9D3856278364}" dt="2024-12-04T13:08:05.767" v="44"/>
          <ac:spMkLst>
            <pc:docMk/>
            <pc:sldMk cId="0" sldId="416"/>
            <ac:spMk id="2" creationId="{FBFD2E2F-A21C-5E84-B6CF-854C762B121E}"/>
          </ac:spMkLst>
        </pc:spChg>
      </pc:sldChg>
      <pc:sldChg chg="addSp modSp">
        <pc:chgData name="Paul Winser" userId="c3146a91-e6bd-4264-bd86-e164e04bc32d" providerId="ADAL" clId="{82BA5740-1122-45AD-97F0-9D3856278364}" dt="2024-12-04T13:06:49.843" v="8"/>
        <pc:sldMkLst>
          <pc:docMk/>
          <pc:sldMk cId="3642814197" sldId="417"/>
        </pc:sldMkLst>
        <pc:spChg chg="add mod">
          <ac:chgData name="Paul Winser" userId="c3146a91-e6bd-4264-bd86-e164e04bc32d" providerId="ADAL" clId="{82BA5740-1122-45AD-97F0-9D3856278364}" dt="2024-12-04T13:06:49.843" v="8"/>
          <ac:spMkLst>
            <pc:docMk/>
            <pc:sldMk cId="3642814197" sldId="417"/>
            <ac:spMk id="2" creationId="{5B8E3873-3986-D7DD-75D5-A70CA47E3E4E}"/>
          </ac:spMkLst>
        </pc:spChg>
      </pc:sldChg>
    </pc:docChg>
  </pc:docChgLst>
  <pc:docChgLst>
    <pc:chgData name="Paul Winser" userId="c3146a91-e6bd-4264-bd86-e164e04bc32d" providerId="ADAL" clId="{FFBD5687-84A5-4F11-A22B-F8566B14A29F}"/>
    <pc:docChg chg="undo custSel addSld modSld">
      <pc:chgData name="Paul Winser" userId="c3146a91-e6bd-4264-bd86-e164e04bc32d" providerId="ADAL" clId="{FFBD5687-84A5-4F11-A22B-F8566B14A29F}" dt="2024-11-12T16:26:18.457" v="1497" actId="207"/>
      <pc:docMkLst>
        <pc:docMk/>
      </pc:docMkLst>
      <pc:sldChg chg="modSp mod modNotesTx">
        <pc:chgData name="Paul Winser" userId="c3146a91-e6bd-4264-bd86-e164e04bc32d" providerId="ADAL" clId="{FFBD5687-84A5-4F11-A22B-F8566B14A29F}" dt="2024-11-12T15:49:08.560" v="32" actId="403"/>
        <pc:sldMkLst>
          <pc:docMk/>
          <pc:sldMk cId="0" sldId="257"/>
        </pc:sldMkLst>
        <pc:spChg chg="mod">
          <ac:chgData name="Paul Winser" userId="c3146a91-e6bd-4264-bd86-e164e04bc32d" providerId="ADAL" clId="{FFBD5687-84A5-4F11-A22B-F8566B14A29F}" dt="2024-11-12T15:49:08.560" v="32" actId="403"/>
          <ac:spMkLst>
            <pc:docMk/>
            <pc:sldMk cId="0" sldId="257"/>
            <ac:spMk id="30723" creationId="{3C79F714-332C-AB63-03D9-E6D0CAE0623F}"/>
          </ac:spMkLst>
        </pc:spChg>
      </pc:sldChg>
      <pc:sldChg chg="modSp mod">
        <pc:chgData name="Paul Winser" userId="c3146a91-e6bd-4264-bd86-e164e04bc32d" providerId="ADAL" clId="{FFBD5687-84A5-4F11-A22B-F8566B14A29F}" dt="2024-11-12T16:22:26.083" v="1399" actId="6549"/>
        <pc:sldMkLst>
          <pc:docMk/>
          <pc:sldMk cId="4160411727" sldId="381"/>
        </pc:sldMkLst>
        <pc:spChg chg="mod">
          <ac:chgData name="Paul Winser" userId="c3146a91-e6bd-4264-bd86-e164e04bc32d" providerId="ADAL" clId="{FFBD5687-84A5-4F11-A22B-F8566B14A29F}" dt="2024-11-12T15:49:22.628" v="34" actId="1076"/>
          <ac:spMkLst>
            <pc:docMk/>
            <pc:sldMk cId="4160411727" sldId="381"/>
            <ac:spMk id="4" creationId="{00000000-0000-0000-0000-000000000000}"/>
          </ac:spMkLst>
        </pc:spChg>
        <pc:spChg chg="mod">
          <ac:chgData name="Paul Winser" userId="c3146a91-e6bd-4264-bd86-e164e04bc32d" providerId="ADAL" clId="{FFBD5687-84A5-4F11-A22B-F8566B14A29F}" dt="2024-11-12T16:22:00.906" v="1395" actId="207"/>
          <ac:spMkLst>
            <pc:docMk/>
            <pc:sldMk cId="4160411727" sldId="381"/>
            <ac:spMk id="34819" creationId="{453C7683-8588-7ABC-32E0-8A4E68218620}"/>
          </ac:spMkLst>
        </pc:spChg>
        <pc:spChg chg="mod">
          <ac:chgData name="Paul Winser" userId="c3146a91-e6bd-4264-bd86-e164e04bc32d" providerId="ADAL" clId="{FFBD5687-84A5-4F11-A22B-F8566B14A29F}" dt="2024-11-12T16:22:26.083" v="1399" actId="6549"/>
          <ac:spMkLst>
            <pc:docMk/>
            <pc:sldMk cId="4160411727" sldId="381"/>
            <ac:spMk id="34820" creationId="{8DCD7CE1-603D-4D59-3DBB-C13C0B6505F0}"/>
          </ac:spMkLst>
        </pc:spChg>
        <pc:picChg chg="mod">
          <ac:chgData name="Paul Winser" userId="c3146a91-e6bd-4264-bd86-e164e04bc32d" providerId="ADAL" clId="{FFBD5687-84A5-4F11-A22B-F8566B14A29F}" dt="2024-11-12T15:49:20.618" v="33" actId="1076"/>
          <ac:picMkLst>
            <pc:docMk/>
            <pc:sldMk cId="4160411727" sldId="381"/>
            <ac:picMk id="3" creationId="{C1408D09-ED8B-D4F6-A4F8-46A909704416}"/>
          </ac:picMkLst>
        </pc:picChg>
      </pc:sldChg>
      <pc:sldChg chg="modSp mod">
        <pc:chgData name="Paul Winser" userId="c3146a91-e6bd-4264-bd86-e164e04bc32d" providerId="ADAL" clId="{FFBD5687-84A5-4F11-A22B-F8566B14A29F}" dt="2024-11-12T16:22:32.834" v="1401" actId="20577"/>
        <pc:sldMkLst>
          <pc:docMk/>
          <pc:sldMk cId="1630034850" sldId="389"/>
        </pc:sldMkLst>
        <pc:spChg chg="mod">
          <ac:chgData name="Paul Winser" userId="c3146a91-e6bd-4264-bd86-e164e04bc32d" providerId="ADAL" clId="{FFBD5687-84A5-4F11-A22B-F8566B14A29F}" dt="2024-11-12T15:58:49.419" v="334" actId="207"/>
          <ac:spMkLst>
            <pc:docMk/>
            <pc:sldMk cId="1630034850" sldId="389"/>
            <ac:spMk id="34819" creationId="{453C7683-8588-7ABC-32E0-8A4E68218620}"/>
          </ac:spMkLst>
        </pc:spChg>
        <pc:spChg chg="mod">
          <ac:chgData name="Paul Winser" userId="c3146a91-e6bd-4264-bd86-e164e04bc32d" providerId="ADAL" clId="{FFBD5687-84A5-4F11-A22B-F8566B14A29F}" dt="2024-11-12T16:22:32.834" v="1401" actId="20577"/>
          <ac:spMkLst>
            <pc:docMk/>
            <pc:sldMk cId="1630034850" sldId="389"/>
            <ac:spMk id="34820" creationId="{8DCD7CE1-603D-4D59-3DBB-C13C0B6505F0}"/>
          </ac:spMkLst>
        </pc:spChg>
        <pc:picChg chg="mod">
          <ac:chgData name="Paul Winser" userId="c3146a91-e6bd-4264-bd86-e164e04bc32d" providerId="ADAL" clId="{FFBD5687-84A5-4F11-A22B-F8566B14A29F}" dt="2024-11-12T15:57:27.402" v="263" actId="1076"/>
          <ac:picMkLst>
            <pc:docMk/>
            <pc:sldMk cId="1630034850" sldId="389"/>
            <ac:picMk id="3" creationId="{EB077806-3D0A-E5F4-23E6-95FFAB48004F}"/>
          </ac:picMkLst>
        </pc:picChg>
      </pc:sldChg>
      <pc:sldChg chg="modSp mod">
        <pc:chgData name="Paul Winser" userId="c3146a91-e6bd-4264-bd86-e164e04bc32d" providerId="ADAL" clId="{FFBD5687-84A5-4F11-A22B-F8566B14A29F}" dt="2024-11-12T16:23:09.666" v="1402" actId="207"/>
        <pc:sldMkLst>
          <pc:docMk/>
          <pc:sldMk cId="3397344637" sldId="390"/>
        </pc:sldMkLst>
        <pc:spChg chg="mod">
          <ac:chgData name="Paul Winser" userId="c3146a91-e6bd-4264-bd86-e164e04bc32d" providerId="ADAL" clId="{FFBD5687-84A5-4F11-A22B-F8566B14A29F}" dt="2024-11-12T16:23:09.666" v="1402" actId="207"/>
          <ac:spMkLst>
            <pc:docMk/>
            <pc:sldMk cId="3397344637" sldId="390"/>
            <ac:spMk id="34819" creationId="{453C7683-8588-7ABC-32E0-8A4E68218620}"/>
          </ac:spMkLst>
        </pc:spChg>
      </pc:sldChg>
      <pc:sldChg chg="modSp mod">
        <pc:chgData name="Paul Winser" userId="c3146a91-e6bd-4264-bd86-e164e04bc32d" providerId="ADAL" clId="{FFBD5687-84A5-4F11-A22B-F8566B14A29F}" dt="2024-11-12T16:03:17.915" v="568" actId="12"/>
        <pc:sldMkLst>
          <pc:docMk/>
          <pc:sldMk cId="3033878617" sldId="391"/>
        </pc:sldMkLst>
        <pc:spChg chg="mod">
          <ac:chgData name="Paul Winser" userId="c3146a91-e6bd-4264-bd86-e164e04bc32d" providerId="ADAL" clId="{FFBD5687-84A5-4F11-A22B-F8566B14A29F}" dt="2024-11-12T16:03:17.915" v="568" actId="12"/>
          <ac:spMkLst>
            <pc:docMk/>
            <pc:sldMk cId="3033878617" sldId="391"/>
            <ac:spMk id="34819" creationId="{453C7683-8588-7ABC-32E0-8A4E68218620}"/>
          </ac:spMkLst>
        </pc:spChg>
      </pc:sldChg>
      <pc:sldChg chg="modSp mod">
        <pc:chgData name="Paul Winser" userId="c3146a91-e6bd-4264-bd86-e164e04bc32d" providerId="ADAL" clId="{FFBD5687-84A5-4F11-A22B-F8566B14A29F}" dt="2024-11-12T16:23:37.866" v="1406" actId="207"/>
        <pc:sldMkLst>
          <pc:docMk/>
          <pc:sldMk cId="2984319656" sldId="392"/>
        </pc:sldMkLst>
        <pc:spChg chg="mod">
          <ac:chgData name="Paul Winser" userId="c3146a91-e6bd-4264-bd86-e164e04bc32d" providerId="ADAL" clId="{FFBD5687-84A5-4F11-A22B-F8566B14A29F}" dt="2024-11-12T16:23:37.866" v="1406" actId="207"/>
          <ac:spMkLst>
            <pc:docMk/>
            <pc:sldMk cId="2984319656" sldId="392"/>
            <ac:spMk id="34819" creationId="{453C7683-8588-7ABC-32E0-8A4E68218620}"/>
          </ac:spMkLst>
        </pc:spChg>
      </pc:sldChg>
      <pc:sldChg chg="modSp mod">
        <pc:chgData name="Paul Winser" userId="c3146a91-e6bd-4264-bd86-e164e04bc32d" providerId="ADAL" clId="{FFBD5687-84A5-4F11-A22B-F8566B14A29F}" dt="2024-11-12T16:24:50.962" v="1482" actId="207"/>
        <pc:sldMkLst>
          <pc:docMk/>
          <pc:sldMk cId="797822477" sldId="393"/>
        </pc:sldMkLst>
        <pc:spChg chg="mod">
          <ac:chgData name="Paul Winser" userId="c3146a91-e6bd-4264-bd86-e164e04bc32d" providerId="ADAL" clId="{FFBD5687-84A5-4F11-A22B-F8566B14A29F}" dt="2024-11-12T16:10:45.381" v="896" actId="1076"/>
          <ac:spMkLst>
            <pc:docMk/>
            <pc:sldMk cId="797822477" sldId="393"/>
            <ac:spMk id="2" creationId="{00000000-0000-0000-0000-000000000000}"/>
          </ac:spMkLst>
        </pc:spChg>
        <pc:spChg chg="mod">
          <ac:chgData name="Paul Winser" userId="c3146a91-e6bd-4264-bd86-e164e04bc32d" providerId="ADAL" clId="{FFBD5687-84A5-4F11-A22B-F8566B14A29F}" dt="2024-11-12T16:24:50.962" v="1482" actId="207"/>
          <ac:spMkLst>
            <pc:docMk/>
            <pc:sldMk cId="797822477" sldId="393"/>
            <ac:spMk id="34819" creationId="{453C7683-8588-7ABC-32E0-8A4E68218620}"/>
          </ac:spMkLst>
        </pc:spChg>
        <pc:picChg chg="mod">
          <ac:chgData name="Paul Winser" userId="c3146a91-e6bd-4264-bd86-e164e04bc32d" providerId="ADAL" clId="{FFBD5687-84A5-4F11-A22B-F8566B14A29F}" dt="2024-11-12T16:10:36.315" v="895" actId="1076"/>
          <ac:picMkLst>
            <pc:docMk/>
            <pc:sldMk cId="797822477" sldId="393"/>
            <ac:picMk id="4" creationId="{6A373EA1-1113-A4EB-1C3F-D7BA74B17804}"/>
          </ac:picMkLst>
        </pc:picChg>
      </pc:sldChg>
      <pc:sldChg chg="modSp mod">
        <pc:chgData name="Paul Winser" userId="c3146a91-e6bd-4264-bd86-e164e04bc32d" providerId="ADAL" clId="{FFBD5687-84A5-4F11-A22B-F8566B14A29F}" dt="2024-11-12T16:25:41.262" v="1489" actId="14100"/>
        <pc:sldMkLst>
          <pc:docMk/>
          <pc:sldMk cId="869928995" sldId="394"/>
        </pc:sldMkLst>
        <pc:spChg chg="mod">
          <ac:chgData name="Paul Winser" userId="c3146a91-e6bd-4264-bd86-e164e04bc32d" providerId="ADAL" clId="{FFBD5687-84A5-4F11-A22B-F8566B14A29F}" dt="2024-11-12T16:14:51.282" v="1135" actId="1076"/>
          <ac:spMkLst>
            <pc:docMk/>
            <pc:sldMk cId="869928995" sldId="394"/>
            <ac:spMk id="2" creationId="{00000000-0000-0000-0000-000000000000}"/>
          </ac:spMkLst>
        </pc:spChg>
        <pc:spChg chg="mod">
          <ac:chgData name="Paul Winser" userId="c3146a91-e6bd-4264-bd86-e164e04bc32d" providerId="ADAL" clId="{FFBD5687-84A5-4F11-A22B-F8566B14A29F}" dt="2024-11-12T16:25:41.262" v="1489" actId="14100"/>
          <ac:spMkLst>
            <pc:docMk/>
            <pc:sldMk cId="869928995" sldId="394"/>
            <ac:spMk id="34819" creationId="{453C7683-8588-7ABC-32E0-8A4E68218620}"/>
          </ac:spMkLst>
        </pc:spChg>
        <pc:picChg chg="mod">
          <ac:chgData name="Paul Winser" userId="c3146a91-e6bd-4264-bd86-e164e04bc32d" providerId="ADAL" clId="{FFBD5687-84A5-4F11-A22B-F8566B14A29F}" dt="2024-11-12T16:14:48.906" v="1134" actId="1076"/>
          <ac:picMkLst>
            <pc:docMk/>
            <pc:sldMk cId="869928995" sldId="394"/>
            <ac:picMk id="4" creationId="{40B078ED-59BF-BAE8-2790-635108F961F2}"/>
          </ac:picMkLst>
        </pc:picChg>
      </pc:sldChg>
      <pc:sldChg chg="modSp mod">
        <pc:chgData name="Paul Winser" userId="c3146a91-e6bd-4264-bd86-e164e04bc32d" providerId="ADAL" clId="{FFBD5687-84A5-4F11-A22B-F8566B14A29F}" dt="2024-11-12T16:16:10.533" v="1173" actId="207"/>
        <pc:sldMkLst>
          <pc:docMk/>
          <pc:sldMk cId="2029689341" sldId="395"/>
        </pc:sldMkLst>
        <pc:spChg chg="mod">
          <ac:chgData name="Paul Winser" userId="c3146a91-e6bd-4264-bd86-e164e04bc32d" providerId="ADAL" clId="{FFBD5687-84A5-4F11-A22B-F8566B14A29F}" dt="2024-11-12T16:16:10.533" v="1173" actId="207"/>
          <ac:spMkLst>
            <pc:docMk/>
            <pc:sldMk cId="2029689341" sldId="395"/>
            <ac:spMk id="34819" creationId="{453C7683-8588-7ABC-32E0-8A4E68218620}"/>
          </ac:spMkLst>
        </pc:spChg>
      </pc:sldChg>
      <pc:sldChg chg="modSp mod">
        <pc:chgData name="Paul Winser" userId="c3146a91-e6bd-4264-bd86-e164e04bc32d" providerId="ADAL" clId="{FFBD5687-84A5-4F11-A22B-F8566B14A29F}" dt="2024-11-12T16:26:00.610" v="1496" actId="20577"/>
        <pc:sldMkLst>
          <pc:docMk/>
          <pc:sldMk cId="4120179985" sldId="396"/>
        </pc:sldMkLst>
        <pc:spChg chg="mod">
          <ac:chgData name="Paul Winser" userId="c3146a91-e6bd-4264-bd86-e164e04bc32d" providerId="ADAL" clId="{FFBD5687-84A5-4F11-A22B-F8566B14A29F}" dt="2024-11-12T16:26:00.610" v="1496" actId="20577"/>
          <ac:spMkLst>
            <pc:docMk/>
            <pc:sldMk cId="4120179985" sldId="396"/>
            <ac:spMk id="34819" creationId="{453C7683-8588-7ABC-32E0-8A4E68218620}"/>
          </ac:spMkLst>
        </pc:spChg>
      </pc:sldChg>
      <pc:sldChg chg="modSp mod">
        <pc:chgData name="Paul Winser" userId="c3146a91-e6bd-4264-bd86-e164e04bc32d" providerId="ADAL" clId="{FFBD5687-84A5-4F11-A22B-F8566B14A29F}" dt="2024-11-12T16:26:18.457" v="1497" actId="207"/>
        <pc:sldMkLst>
          <pc:docMk/>
          <pc:sldMk cId="1718892243" sldId="397"/>
        </pc:sldMkLst>
        <pc:spChg chg="mod">
          <ac:chgData name="Paul Winser" userId="c3146a91-e6bd-4264-bd86-e164e04bc32d" providerId="ADAL" clId="{FFBD5687-84A5-4F11-A22B-F8566B14A29F}" dt="2024-11-12T16:26:18.457" v="1497" actId="207"/>
          <ac:spMkLst>
            <pc:docMk/>
            <pc:sldMk cId="1718892243" sldId="397"/>
            <ac:spMk id="34819" creationId="{453C7683-8588-7ABC-32E0-8A4E68218620}"/>
          </ac:spMkLst>
        </pc:spChg>
      </pc:sldChg>
      <pc:sldChg chg="modSp mod">
        <pc:chgData name="Paul Winser" userId="c3146a91-e6bd-4264-bd86-e164e04bc32d" providerId="ADAL" clId="{FFBD5687-84A5-4F11-A22B-F8566B14A29F}" dt="2024-11-12T16:20:46.114" v="1357" actId="20577"/>
        <pc:sldMkLst>
          <pc:docMk/>
          <pc:sldMk cId="3290044479" sldId="398"/>
        </pc:sldMkLst>
        <pc:spChg chg="mod">
          <ac:chgData name="Paul Winser" userId="c3146a91-e6bd-4264-bd86-e164e04bc32d" providerId="ADAL" clId="{FFBD5687-84A5-4F11-A22B-F8566B14A29F}" dt="2024-11-12T16:20:46.114" v="1357" actId="20577"/>
          <ac:spMkLst>
            <pc:docMk/>
            <pc:sldMk cId="3290044479" sldId="398"/>
            <ac:spMk id="34819" creationId="{453C7683-8588-7ABC-32E0-8A4E68218620}"/>
          </ac:spMkLst>
        </pc:spChg>
      </pc:sldChg>
      <pc:sldChg chg="modSp mod">
        <pc:chgData name="Paul Winser" userId="c3146a91-e6bd-4264-bd86-e164e04bc32d" providerId="ADAL" clId="{FFBD5687-84A5-4F11-A22B-F8566B14A29F}" dt="2024-11-12T16:22:29.072" v="1400" actId="20577"/>
        <pc:sldMkLst>
          <pc:docMk/>
          <pc:sldMk cId="2770120027" sldId="399"/>
        </pc:sldMkLst>
        <pc:spChg chg="mod">
          <ac:chgData name="Paul Winser" userId="c3146a91-e6bd-4264-bd86-e164e04bc32d" providerId="ADAL" clId="{FFBD5687-84A5-4F11-A22B-F8566B14A29F}" dt="2024-11-12T15:56:25.315" v="220" actId="207"/>
          <ac:spMkLst>
            <pc:docMk/>
            <pc:sldMk cId="2770120027" sldId="399"/>
            <ac:spMk id="34819" creationId="{453C7683-8588-7ABC-32E0-8A4E68218620}"/>
          </ac:spMkLst>
        </pc:spChg>
        <pc:spChg chg="mod">
          <ac:chgData name="Paul Winser" userId="c3146a91-e6bd-4264-bd86-e164e04bc32d" providerId="ADAL" clId="{FFBD5687-84A5-4F11-A22B-F8566B14A29F}" dt="2024-11-12T16:22:29.072" v="1400" actId="20577"/>
          <ac:spMkLst>
            <pc:docMk/>
            <pc:sldMk cId="2770120027" sldId="399"/>
            <ac:spMk id="34820" creationId="{8DCD7CE1-603D-4D59-3DBB-C13C0B6505F0}"/>
          </ac:spMkLst>
        </pc:spChg>
      </pc:sldChg>
      <pc:sldChg chg="modSp mod">
        <pc:chgData name="Paul Winser" userId="c3146a91-e6bd-4264-bd86-e164e04bc32d" providerId="ADAL" clId="{FFBD5687-84A5-4F11-A22B-F8566B14A29F}" dt="2024-11-12T16:22:22.190" v="1398" actId="20577"/>
        <pc:sldMkLst>
          <pc:docMk/>
          <pc:sldMk cId="2303890230" sldId="400"/>
        </pc:sldMkLst>
        <pc:spChg chg="mod">
          <ac:chgData name="Paul Winser" userId="c3146a91-e6bd-4264-bd86-e164e04bc32d" providerId="ADAL" clId="{FFBD5687-84A5-4F11-A22B-F8566B14A29F}" dt="2024-11-12T16:22:22.190" v="1398" actId="20577"/>
          <ac:spMkLst>
            <pc:docMk/>
            <pc:sldMk cId="2303890230" sldId="400"/>
            <ac:spMk id="2" creationId="{3C937BFC-1E66-A457-9D4D-E9BDC26C9F65}"/>
          </ac:spMkLst>
        </pc:spChg>
        <pc:spChg chg="mod">
          <ac:chgData name="Paul Winser" userId="c3146a91-e6bd-4264-bd86-e164e04bc32d" providerId="ADAL" clId="{FFBD5687-84A5-4F11-A22B-F8566B14A29F}" dt="2024-11-12T15:54:15.524" v="218" actId="207"/>
          <ac:spMkLst>
            <pc:docMk/>
            <pc:sldMk cId="2303890230" sldId="400"/>
            <ac:spMk id="34819" creationId="{453C7683-8588-7ABC-32E0-8A4E68218620}"/>
          </ac:spMkLst>
        </pc:spChg>
        <pc:picChg chg="mod">
          <ac:chgData name="Paul Winser" userId="c3146a91-e6bd-4264-bd86-e164e04bc32d" providerId="ADAL" clId="{FFBD5687-84A5-4F11-A22B-F8566B14A29F}" dt="2024-11-12T15:53:22.923" v="205" actId="1076"/>
          <ac:picMkLst>
            <pc:docMk/>
            <pc:sldMk cId="2303890230" sldId="400"/>
            <ac:picMk id="4" creationId="{C3360043-D400-42C9-F51F-24720FD78D85}"/>
          </ac:picMkLst>
        </pc:picChg>
      </pc:sldChg>
      <pc:sldChg chg="modSp mod">
        <pc:chgData name="Paul Winser" userId="c3146a91-e6bd-4264-bd86-e164e04bc32d" providerId="ADAL" clId="{FFBD5687-84A5-4F11-A22B-F8566B14A29F}" dt="2024-11-12T16:22:18.686" v="1397" actId="20577"/>
        <pc:sldMkLst>
          <pc:docMk/>
          <pc:sldMk cId="406608704" sldId="401"/>
        </pc:sldMkLst>
        <pc:spChg chg="mod">
          <ac:chgData name="Paul Winser" userId="c3146a91-e6bd-4264-bd86-e164e04bc32d" providerId="ADAL" clId="{FFBD5687-84A5-4F11-A22B-F8566B14A29F}" dt="2024-11-12T16:22:18.686" v="1397" actId="20577"/>
          <ac:spMkLst>
            <pc:docMk/>
            <pc:sldMk cId="406608704" sldId="401"/>
            <ac:spMk id="2" creationId="{746B3E57-1944-E2A5-0D94-493523B94B9A}"/>
          </ac:spMkLst>
        </pc:spChg>
        <pc:spChg chg="mod">
          <ac:chgData name="Paul Winser" userId="c3146a91-e6bd-4264-bd86-e164e04bc32d" providerId="ADAL" clId="{FFBD5687-84A5-4F11-A22B-F8566B14A29F}" dt="2024-11-12T15:58:43.337" v="333" actId="6549"/>
          <ac:spMkLst>
            <pc:docMk/>
            <pc:sldMk cId="406608704" sldId="401"/>
            <ac:spMk id="34819" creationId="{453C7683-8588-7ABC-32E0-8A4E68218620}"/>
          </ac:spMkLst>
        </pc:spChg>
      </pc:sldChg>
      <pc:sldChg chg="modSp mod">
        <pc:chgData name="Paul Winser" userId="c3146a91-e6bd-4264-bd86-e164e04bc32d" providerId="ADAL" clId="{FFBD5687-84A5-4F11-A22B-F8566B14A29F}" dt="2024-11-12T16:22:15.456" v="1396" actId="20577"/>
        <pc:sldMkLst>
          <pc:docMk/>
          <pc:sldMk cId="250315321" sldId="402"/>
        </pc:sldMkLst>
        <pc:spChg chg="mod">
          <ac:chgData name="Paul Winser" userId="c3146a91-e6bd-4264-bd86-e164e04bc32d" providerId="ADAL" clId="{FFBD5687-84A5-4F11-A22B-F8566B14A29F}" dt="2024-11-12T16:22:15.456" v="1396" actId="20577"/>
          <ac:spMkLst>
            <pc:docMk/>
            <pc:sldMk cId="250315321" sldId="402"/>
            <ac:spMk id="2" creationId="{9163CE67-F251-0059-EF8A-A220246674B9}"/>
          </ac:spMkLst>
        </pc:spChg>
        <pc:spChg chg="mod">
          <ac:chgData name="Paul Winser" userId="c3146a91-e6bd-4264-bd86-e164e04bc32d" providerId="ADAL" clId="{FFBD5687-84A5-4F11-A22B-F8566B14A29F}" dt="2024-11-12T15:58:55.991" v="336" actId="1076"/>
          <ac:spMkLst>
            <pc:docMk/>
            <pc:sldMk cId="250315321" sldId="402"/>
            <ac:spMk id="3" creationId="{00000000-0000-0000-0000-000000000000}"/>
          </ac:spMkLst>
        </pc:spChg>
        <pc:spChg chg="mod">
          <ac:chgData name="Paul Winser" userId="c3146a91-e6bd-4264-bd86-e164e04bc32d" providerId="ADAL" clId="{FFBD5687-84A5-4F11-A22B-F8566B14A29F}" dt="2024-11-12T15:59:44.541" v="382" actId="6549"/>
          <ac:spMkLst>
            <pc:docMk/>
            <pc:sldMk cId="250315321" sldId="402"/>
            <ac:spMk id="34819" creationId="{453C7683-8588-7ABC-32E0-8A4E68218620}"/>
          </ac:spMkLst>
        </pc:spChg>
        <pc:picChg chg="mod">
          <ac:chgData name="Paul Winser" userId="c3146a91-e6bd-4264-bd86-e164e04bc32d" providerId="ADAL" clId="{FFBD5687-84A5-4F11-A22B-F8566B14A29F}" dt="2024-11-12T15:59:40.672" v="379" actId="1076"/>
          <ac:picMkLst>
            <pc:docMk/>
            <pc:sldMk cId="250315321" sldId="402"/>
            <ac:picMk id="5" creationId="{E2BF61FB-3AE9-ED46-1CA0-F3E2662933ED}"/>
          </ac:picMkLst>
        </pc:picChg>
      </pc:sldChg>
      <pc:sldChg chg="modSp mod">
        <pc:chgData name="Paul Winser" userId="c3146a91-e6bd-4264-bd86-e164e04bc32d" providerId="ADAL" clId="{FFBD5687-84A5-4F11-A22B-F8566B14A29F}" dt="2024-11-12T16:01:56.055" v="490" actId="14100"/>
        <pc:sldMkLst>
          <pc:docMk/>
          <pc:sldMk cId="850124632" sldId="403"/>
        </pc:sldMkLst>
        <pc:spChg chg="mod">
          <ac:chgData name="Paul Winser" userId="c3146a91-e6bd-4264-bd86-e164e04bc32d" providerId="ADAL" clId="{FFBD5687-84A5-4F11-A22B-F8566B14A29F}" dt="2024-11-12T16:01:56.055" v="490" actId="14100"/>
          <ac:spMkLst>
            <pc:docMk/>
            <pc:sldMk cId="850124632" sldId="403"/>
            <ac:spMk id="34819" creationId="{453C7683-8588-7ABC-32E0-8A4E68218620}"/>
          </ac:spMkLst>
        </pc:spChg>
      </pc:sldChg>
      <pc:sldChg chg="modSp mod">
        <pc:chgData name="Paul Winser" userId="c3146a91-e6bd-4264-bd86-e164e04bc32d" providerId="ADAL" clId="{FFBD5687-84A5-4F11-A22B-F8566B14A29F}" dt="2024-11-12T16:23:21.317" v="1404" actId="20577"/>
        <pc:sldMkLst>
          <pc:docMk/>
          <pc:sldMk cId="2356432693" sldId="404"/>
        </pc:sldMkLst>
        <pc:spChg chg="mod">
          <ac:chgData name="Paul Winser" userId="c3146a91-e6bd-4264-bd86-e164e04bc32d" providerId="ADAL" clId="{FFBD5687-84A5-4F11-A22B-F8566B14A29F}" dt="2024-11-12T16:23:21.317" v="1404" actId="20577"/>
          <ac:spMkLst>
            <pc:docMk/>
            <pc:sldMk cId="2356432693" sldId="404"/>
            <ac:spMk id="34819" creationId="{453C7683-8588-7ABC-32E0-8A4E68218620}"/>
          </ac:spMkLst>
        </pc:spChg>
      </pc:sldChg>
      <pc:sldChg chg="modSp mod">
        <pc:chgData name="Paul Winser" userId="c3146a91-e6bd-4264-bd86-e164e04bc32d" providerId="ADAL" clId="{FFBD5687-84A5-4F11-A22B-F8566B14A29F}" dt="2024-11-12T16:23:28.304" v="1405" actId="1076"/>
        <pc:sldMkLst>
          <pc:docMk/>
          <pc:sldMk cId="123372355" sldId="405"/>
        </pc:sldMkLst>
        <pc:spChg chg="mod">
          <ac:chgData name="Paul Winser" userId="c3146a91-e6bd-4264-bd86-e164e04bc32d" providerId="ADAL" clId="{FFBD5687-84A5-4F11-A22B-F8566B14A29F}" dt="2024-11-12T16:23:28.304" v="1405" actId="1076"/>
          <ac:spMkLst>
            <pc:docMk/>
            <pc:sldMk cId="123372355" sldId="405"/>
            <ac:spMk id="2" creationId="{00000000-0000-0000-0000-000000000000}"/>
          </ac:spMkLst>
        </pc:spChg>
        <pc:spChg chg="mod">
          <ac:chgData name="Paul Winser" userId="c3146a91-e6bd-4264-bd86-e164e04bc32d" providerId="ADAL" clId="{FFBD5687-84A5-4F11-A22B-F8566B14A29F}" dt="2024-11-12T16:05:03.465" v="662" actId="6549"/>
          <ac:spMkLst>
            <pc:docMk/>
            <pc:sldMk cId="123372355" sldId="405"/>
            <ac:spMk id="34819" creationId="{453C7683-8588-7ABC-32E0-8A4E68218620}"/>
          </ac:spMkLst>
        </pc:spChg>
        <pc:picChg chg="mod">
          <ac:chgData name="Paul Winser" userId="c3146a91-e6bd-4264-bd86-e164e04bc32d" providerId="ADAL" clId="{FFBD5687-84A5-4F11-A22B-F8566B14A29F}" dt="2024-11-12T16:05:07.206" v="663" actId="1076"/>
          <ac:picMkLst>
            <pc:docMk/>
            <pc:sldMk cId="123372355" sldId="405"/>
            <ac:picMk id="4" creationId="{DAF6123F-B561-87F2-4A9C-5B7460DD4464}"/>
          </ac:picMkLst>
        </pc:picChg>
      </pc:sldChg>
      <pc:sldChg chg="modSp mod">
        <pc:chgData name="Paul Winser" userId="c3146a91-e6bd-4264-bd86-e164e04bc32d" providerId="ADAL" clId="{FFBD5687-84A5-4F11-A22B-F8566B14A29F}" dt="2024-11-12T16:05:53.446" v="704" actId="14100"/>
        <pc:sldMkLst>
          <pc:docMk/>
          <pc:sldMk cId="979901287" sldId="406"/>
        </pc:sldMkLst>
        <pc:spChg chg="mod">
          <ac:chgData name="Paul Winser" userId="c3146a91-e6bd-4264-bd86-e164e04bc32d" providerId="ADAL" clId="{FFBD5687-84A5-4F11-A22B-F8566B14A29F}" dt="2024-11-12T16:05:51.004" v="703" actId="1076"/>
          <ac:spMkLst>
            <pc:docMk/>
            <pc:sldMk cId="979901287" sldId="406"/>
            <ac:spMk id="4" creationId="{15DDAFB0-74C9-68F7-BC53-B668958F739C}"/>
          </ac:spMkLst>
        </pc:spChg>
        <pc:spChg chg="mod">
          <ac:chgData name="Paul Winser" userId="c3146a91-e6bd-4264-bd86-e164e04bc32d" providerId="ADAL" clId="{FFBD5687-84A5-4F11-A22B-F8566B14A29F}" dt="2024-11-12T16:05:40.605" v="689" actId="1076"/>
          <ac:spMkLst>
            <pc:docMk/>
            <pc:sldMk cId="979901287" sldId="406"/>
            <ac:spMk id="5" creationId="{00000000-0000-0000-0000-000000000000}"/>
          </ac:spMkLst>
        </pc:spChg>
        <pc:spChg chg="mod">
          <ac:chgData name="Paul Winser" userId="c3146a91-e6bd-4264-bd86-e164e04bc32d" providerId="ADAL" clId="{FFBD5687-84A5-4F11-A22B-F8566B14A29F}" dt="2024-11-12T16:05:53.446" v="704" actId="14100"/>
          <ac:spMkLst>
            <pc:docMk/>
            <pc:sldMk cId="979901287" sldId="406"/>
            <ac:spMk id="34819" creationId="{453C7683-8588-7ABC-32E0-8A4E68218620}"/>
          </ac:spMkLst>
        </pc:spChg>
        <pc:picChg chg="mod">
          <ac:chgData name="Paul Winser" userId="c3146a91-e6bd-4264-bd86-e164e04bc32d" providerId="ADAL" clId="{FFBD5687-84A5-4F11-A22B-F8566B14A29F}" dt="2024-11-12T16:05:38.182" v="688" actId="1076"/>
          <ac:picMkLst>
            <pc:docMk/>
            <pc:sldMk cId="979901287" sldId="406"/>
            <ac:picMk id="3" creationId="{81C83156-F701-6782-DE26-2CB0B28360D1}"/>
          </ac:picMkLst>
        </pc:picChg>
      </pc:sldChg>
      <pc:sldChg chg="modSp mod">
        <pc:chgData name="Paul Winser" userId="c3146a91-e6bd-4264-bd86-e164e04bc32d" providerId="ADAL" clId="{FFBD5687-84A5-4F11-A22B-F8566B14A29F}" dt="2024-11-12T16:23:49.273" v="1408" actId="207"/>
        <pc:sldMkLst>
          <pc:docMk/>
          <pc:sldMk cId="3536541386" sldId="407"/>
        </pc:sldMkLst>
        <pc:spChg chg="mod">
          <ac:chgData name="Paul Winser" userId="c3146a91-e6bd-4264-bd86-e164e04bc32d" providerId="ADAL" clId="{FFBD5687-84A5-4F11-A22B-F8566B14A29F}" dt="2024-11-12T16:23:49.273" v="1408" actId="207"/>
          <ac:spMkLst>
            <pc:docMk/>
            <pc:sldMk cId="3536541386" sldId="407"/>
            <ac:spMk id="34819" creationId="{453C7683-8588-7ABC-32E0-8A4E68218620}"/>
          </ac:spMkLst>
        </pc:spChg>
      </pc:sldChg>
      <pc:sldChg chg="modSp mod">
        <pc:chgData name="Paul Winser" userId="c3146a91-e6bd-4264-bd86-e164e04bc32d" providerId="ADAL" clId="{FFBD5687-84A5-4F11-A22B-F8566B14A29F}" dt="2024-11-12T16:24:43.551" v="1481" actId="20577"/>
        <pc:sldMkLst>
          <pc:docMk/>
          <pc:sldMk cId="626897043" sldId="408"/>
        </pc:sldMkLst>
        <pc:spChg chg="mod">
          <ac:chgData name="Paul Winser" userId="c3146a91-e6bd-4264-bd86-e164e04bc32d" providerId="ADAL" clId="{FFBD5687-84A5-4F11-A22B-F8566B14A29F}" dt="2024-11-12T16:24:43.551" v="1481" actId="20577"/>
          <ac:spMkLst>
            <pc:docMk/>
            <pc:sldMk cId="626897043" sldId="408"/>
            <ac:spMk id="34819" creationId="{453C7683-8588-7ABC-32E0-8A4E68218620}"/>
          </ac:spMkLst>
        </pc:spChg>
      </pc:sldChg>
      <pc:sldChg chg="modSp mod">
        <pc:chgData name="Paul Winser" userId="c3146a91-e6bd-4264-bd86-e164e04bc32d" providerId="ADAL" clId="{FFBD5687-84A5-4F11-A22B-F8566B14A29F}" dt="2024-11-12T16:13:10.462" v="1043" actId="12"/>
        <pc:sldMkLst>
          <pc:docMk/>
          <pc:sldMk cId="1702895860" sldId="409"/>
        </pc:sldMkLst>
        <pc:spChg chg="mod">
          <ac:chgData name="Paul Winser" userId="c3146a91-e6bd-4264-bd86-e164e04bc32d" providerId="ADAL" clId="{FFBD5687-84A5-4F11-A22B-F8566B14A29F}" dt="2024-11-12T16:13:10.462" v="1043" actId="12"/>
          <ac:spMkLst>
            <pc:docMk/>
            <pc:sldMk cId="1702895860" sldId="409"/>
            <ac:spMk id="34819" creationId="{453C7683-8588-7ABC-32E0-8A4E68218620}"/>
          </ac:spMkLst>
        </pc:spChg>
      </pc:sldChg>
      <pc:sldChg chg="modSp mod">
        <pc:chgData name="Paul Winser" userId="c3146a91-e6bd-4264-bd86-e164e04bc32d" providerId="ADAL" clId="{FFBD5687-84A5-4F11-A22B-F8566B14A29F}" dt="2024-11-12T16:14:19.169" v="1123" actId="12"/>
        <pc:sldMkLst>
          <pc:docMk/>
          <pc:sldMk cId="2510384899" sldId="410"/>
        </pc:sldMkLst>
        <pc:spChg chg="mod">
          <ac:chgData name="Paul Winser" userId="c3146a91-e6bd-4264-bd86-e164e04bc32d" providerId="ADAL" clId="{FFBD5687-84A5-4F11-A22B-F8566B14A29F}" dt="2024-11-12T16:13:24.755" v="1046" actId="1076"/>
          <ac:spMkLst>
            <pc:docMk/>
            <pc:sldMk cId="2510384899" sldId="410"/>
            <ac:spMk id="2" creationId="{00000000-0000-0000-0000-000000000000}"/>
          </ac:spMkLst>
        </pc:spChg>
        <pc:spChg chg="mod">
          <ac:chgData name="Paul Winser" userId="c3146a91-e6bd-4264-bd86-e164e04bc32d" providerId="ADAL" clId="{FFBD5687-84A5-4F11-A22B-F8566B14A29F}" dt="2024-11-12T16:13:40.594" v="1065" actId="12"/>
          <ac:spMkLst>
            <pc:docMk/>
            <pc:sldMk cId="2510384899" sldId="410"/>
            <ac:spMk id="5" creationId="{874A414E-37A4-802E-DCB0-5DE6D9640142}"/>
          </ac:spMkLst>
        </pc:spChg>
        <pc:spChg chg="mod">
          <ac:chgData name="Paul Winser" userId="c3146a91-e6bd-4264-bd86-e164e04bc32d" providerId="ADAL" clId="{FFBD5687-84A5-4F11-A22B-F8566B14A29F}" dt="2024-11-12T16:14:19.169" v="1123" actId="12"/>
          <ac:spMkLst>
            <pc:docMk/>
            <pc:sldMk cId="2510384899" sldId="410"/>
            <ac:spMk id="34819" creationId="{453C7683-8588-7ABC-32E0-8A4E68218620}"/>
          </ac:spMkLst>
        </pc:spChg>
        <pc:picChg chg="mod">
          <ac:chgData name="Paul Winser" userId="c3146a91-e6bd-4264-bd86-e164e04bc32d" providerId="ADAL" clId="{FFBD5687-84A5-4F11-A22B-F8566B14A29F}" dt="2024-11-12T16:13:21.659" v="1045" actId="1076"/>
          <ac:picMkLst>
            <pc:docMk/>
            <pc:sldMk cId="2510384899" sldId="410"/>
            <ac:picMk id="4" creationId="{E213CFC3-47ED-7A92-0A98-65D62B29DD49}"/>
          </ac:picMkLst>
        </pc:picChg>
      </pc:sldChg>
      <pc:sldChg chg="modSp mod">
        <pc:chgData name="Paul Winser" userId="c3146a91-e6bd-4264-bd86-e164e04bc32d" providerId="ADAL" clId="{FFBD5687-84A5-4F11-A22B-F8566B14A29F}" dt="2024-11-12T16:25:07.048" v="1483" actId="207"/>
        <pc:sldMkLst>
          <pc:docMk/>
          <pc:sldMk cId="634704012" sldId="411"/>
        </pc:sldMkLst>
        <pc:spChg chg="mod">
          <ac:chgData name="Paul Winser" userId="c3146a91-e6bd-4264-bd86-e164e04bc32d" providerId="ADAL" clId="{FFBD5687-84A5-4F11-A22B-F8566B14A29F}" dt="2024-11-12T16:25:07.048" v="1483" actId="207"/>
          <ac:spMkLst>
            <pc:docMk/>
            <pc:sldMk cId="634704012" sldId="411"/>
            <ac:spMk id="34819" creationId="{453C7683-8588-7ABC-32E0-8A4E68218620}"/>
          </ac:spMkLst>
        </pc:spChg>
      </pc:sldChg>
      <pc:sldChg chg="modSp mod">
        <pc:chgData name="Paul Winser" userId="c3146a91-e6bd-4264-bd86-e164e04bc32d" providerId="ADAL" clId="{FFBD5687-84A5-4F11-A22B-F8566B14A29F}" dt="2024-11-12T16:18:05.716" v="1244" actId="207"/>
        <pc:sldMkLst>
          <pc:docMk/>
          <pc:sldMk cId="615124809" sldId="412"/>
        </pc:sldMkLst>
        <pc:spChg chg="mod">
          <ac:chgData name="Paul Winser" userId="c3146a91-e6bd-4264-bd86-e164e04bc32d" providerId="ADAL" clId="{FFBD5687-84A5-4F11-A22B-F8566B14A29F}" dt="2024-11-12T16:18:05.716" v="1244" actId="207"/>
          <ac:spMkLst>
            <pc:docMk/>
            <pc:sldMk cId="615124809" sldId="412"/>
            <ac:spMk id="34819" creationId="{453C7683-8588-7ABC-32E0-8A4E68218620}"/>
          </ac:spMkLst>
        </pc:spChg>
      </pc:sldChg>
      <pc:sldChg chg="modSp mod">
        <pc:chgData name="Paul Winser" userId="c3146a91-e6bd-4264-bd86-e164e04bc32d" providerId="ADAL" clId="{FFBD5687-84A5-4F11-A22B-F8566B14A29F}" dt="2024-11-12T16:19:45.690" v="1315" actId="14100"/>
        <pc:sldMkLst>
          <pc:docMk/>
          <pc:sldMk cId="4218518655" sldId="413"/>
        </pc:sldMkLst>
        <pc:spChg chg="mod">
          <ac:chgData name="Paul Winser" userId="c3146a91-e6bd-4264-bd86-e164e04bc32d" providerId="ADAL" clId="{FFBD5687-84A5-4F11-A22B-F8566B14A29F}" dt="2024-11-12T16:19:45.690" v="1315" actId="14100"/>
          <ac:spMkLst>
            <pc:docMk/>
            <pc:sldMk cId="4218518655" sldId="413"/>
            <ac:spMk id="34819" creationId="{453C7683-8588-7ABC-32E0-8A4E68218620}"/>
          </ac:spMkLst>
        </pc:spChg>
      </pc:sldChg>
      <pc:sldChg chg="modSp mod">
        <pc:chgData name="Paul Winser" userId="c3146a91-e6bd-4264-bd86-e164e04bc32d" providerId="ADAL" clId="{FFBD5687-84A5-4F11-A22B-F8566B14A29F}" dt="2024-11-12T16:21:43.890" v="1394" actId="207"/>
        <pc:sldMkLst>
          <pc:docMk/>
          <pc:sldMk cId="3794774488" sldId="414"/>
        </pc:sldMkLst>
        <pc:spChg chg="mod">
          <ac:chgData name="Paul Winser" userId="c3146a91-e6bd-4264-bd86-e164e04bc32d" providerId="ADAL" clId="{FFBD5687-84A5-4F11-A22B-F8566B14A29F}" dt="2024-11-12T16:21:35.694" v="1392" actId="1076"/>
          <ac:spMkLst>
            <pc:docMk/>
            <pc:sldMk cId="3794774488" sldId="414"/>
            <ac:spMk id="2" creationId="{00000000-0000-0000-0000-000000000000}"/>
          </ac:spMkLst>
        </pc:spChg>
        <pc:spChg chg="mod">
          <ac:chgData name="Paul Winser" userId="c3146a91-e6bd-4264-bd86-e164e04bc32d" providerId="ADAL" clId="{FFBD5687-84A5-4F11-A22B-F8566B14A29F}" dt="2024-11-12T16:21:43.890" v="1394" actId="207"/>
          <ac:spMkLst>
            <pc:docMk/>
            <pc:sldMk cId="3794774488" sldId="414"/>
            <ac:spMk id="34819" creationId="{453C7683-8588-7ABC-32E0-8A4E68218620}"/>
          </ac:spMkLst>
        </pc:spChg>
        <pc:picChg chg="mod">
          <ac:chgData name="Paul Winser" userId="c3146a91-e6bd-4264-bd86-e164e04bc32d" providerId="ADAL" clId="{FFBD5687-84A5-4F11-A22B-F8566B14A29F}" dt="2024-11-12T16:21:32.726" v="1391" actId="1076"/>
          <ac:picMkLst>
            <pc:docMk/>
            <pc:sldMk cId="3794774488" sldId="414"/>
            <ac:picMk id="4" creationId="{6B6B9373-C8A1-86B3-CC4D-98624FA6480D}"/>
          </ac:picMkLst>
        </pc:picChg>
      </pc:sldChg>
      <pc:sldChg chg="delSp modSp mod">
        <pc:chgData name="Paul Winser" userId="c3146a91-e6bd-4264-bd86-e164e04bc32d" providerId="ADAL" clId="{FFBD5687-84A5-4F11-A22B-F8566B14A29F}" dt="2024-11-12T16:02:23.800" v="514" actId="20577"/>
        <pc:sldMkLst>
          <pc:docMk/>
          <pc:sldMk cId="1845910744" sldId="415"/>
        </pc:sldMkLst>
        <pc:spChg chg="del">
          <ac:chgData name="Paul Winser" userId="c3146a91-e6bd-4264-bd86-e164e04bc32d" providerId="ADAL" clId="{FFBD5687-84A5-4F11-A22B-F8566B14A29F}" dt="2024-11-12T16:02:06.183" v="493" actId="478"/>
          <ac:spMkLst>
            <pc:docMk/>
            <pc:sldMk cId="1845910744" sldId="415"/>
            <ac:spMk id="4" creationId="{284BDB15-6E84-CADD-59DF-4DB8437A92DB}"/>
          </ac:spMkLst>
        </pc:spChg>
        <pc:spChg chg="mod">
          <ac:chgData name="Paul Winser" userId="c3146a91-e6bd-4264-bd86-e164e04bc32d" providerId="ADAL" clId="{FFBD5687-84A5-4F11-A22B-F8566B14A29F}" dt="2024-11-12T16:02:23.800" v="514" actId="20577"/>
          <ac:spMkLst>
            <pc:docMk/>
            <pc:sldMk cId="1845910744" sldId="415"/>
            <ac:spMk id="6" creationId="{B027E2AC-7F6A-C717-A702-87EFFDBAEB3D}"/>
          </ac:spMkLst>
        </pc:spChg>
      </pc:sldChg>
      <pc:sldChg chg="modSp add mod modNotesTx">
        <pc:chgData name="Paul Winser" userId="c3146a91-e6bd-4264-bd86-e164e04bc32d" providerId="ADAL" clId="{FFBD5687-84A5-4F11-A22B-F8566B14A29F}" dt="2024-11-12T15:49:04.672" v="30" actId="403"/>
        <pc:sldMkLst>
          <pc:docMk/>
          <pc:sldMk cId="3642814197" sldId="417"/>
        </pc:sldMkLst>
        <pc:spChg chg="mod">
          <ac:chgData name="Paul Winser" userId="c3146a91-e6bd-4264-bd86-e164e04bc32d" providerId="ADAL" clId="{FFBD5687-84A5-4F11-A22B-F8566B14A29F}" dt="2024-11-12T15:49:04.672" v="30" actId="403"/>
          <ac:spMkLst>
            <pc:docMk/>
            <pc:sldMk cId="3642814197" sldId="417"/>
            <ac:spMk id="30723" creationId="{3C79F714-332C-AB63-03D9-E6D0CAE0623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dirty="0"/>
              <a:t>Click to edit Master text styles</a:t>
            </a:r>
          </a:p>
          <a:p>
            <a:pPr lvl="1" rtl="1"/>
            <a:r>
              <a:rPr lang="ar" noProof="0" dirty="0"/>
              <a:t>Second level</a:t>
            </a:r>
          </a:p>
          <a:p>
            <a:pPr lvl="2" rtl="1"/>
            <a:r>
              <a:rPr lang="ar" noProof="0" dirty="0"/>
              <a:t>Third level</a:t>
            </a:r>
          </a:p>
          <a:p>
            <a:pPr lvl="3" rtl="1"/>
            <a:r>
              <a:rPr lang="ar" noProof="0" dirty="0"/>
              <a:t>Fourth level</a:t>
            </a:r>
          </a:p>
          <a:p>
            <a:pPr lvl="4" rtl="1"/>
            <a:r>
              <a:rPr lang="ar" noProof="0" dirty="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1</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431865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a:t>4</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5</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29595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8403711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672382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8409899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044693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0279201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467003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277393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041394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727394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63716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894351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9435482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6043221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1765874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891618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1973940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8996136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485629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023206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214635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54320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9620763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1454312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980910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6319670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413509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2548120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8556679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1161898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37</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dirty="0"/>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pn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8.jpe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9.jpe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0.jpe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1.jpe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1620" y="190"/>
            <a:ext cx="914076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77.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77.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77.xml"/><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7.xml"/><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7.xml"/><Relationship Id="rId4" Type="http://schemas.openxmlformats.org/officeDocument/2006/relationships/image" Target="../media/image15.jpeg"/></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77.xml"/></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77.xml"/><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77.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77.xml"/></Relationships>
</file>

<file path=ppt/slides/_rels/slide1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77.xml"/></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77.xml"/></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77.xml"/><Relationship Id="rId4" Type="http://schemas.openxmlformats.org/officeDocument/2006/relationships/image" Target="../media/image17.jpeg"/></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77.xml"/><Relationship Id="rId4" Type="http://schemas.openxmlformats.org/officeDocument/2006/relationships/image" Target="../media/image18.jpeg"/></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77.xml"/><Relationship Id="rId4" Type="http://schemas.openxmlformats.org/officeDocument/2006/relationships/image" Target="../media/image19.jpeg"/></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77.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77.xml"/></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77.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77.xml"/><Relationship Id="rId4" Type="http://schemas.openxmlformats.org/officeDocument/2006/relationships/image" Target="../media/image20.jpeg"/></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77.xml"/></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77.xml"/><Relationship Id="rId4" Type="http://schemas.openxmlformats.org/officeDocument/2006/relationships/image" Target="../media/image21.jpeg"/></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77.xml"/><Relationship Id="rId4" Type="http://schemas.openxmlformats.org/officeDocument/2006/relationships/image" Target="../media/image22.jpeg"/></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77.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77.xml"/><Relationship Id="rId4" Type="http://schemas.openxmlformats.org/officeDocument/2006/relationships/image" Target="../media/image23.jpeg"/></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77.xml"/></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77.xml"/></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77.xml"/></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77.xml"/></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77.xml"/><Relationship Id="rId4" Type="http://schemas.openxmlformats.org/officeDocument/2006/relationships/image" Target="../media/image24.jpeg"/></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77.xml"/><Relationship Id="rId4" Type="http://schemas.openxmlformats.org/officeDocument/2006/relationships/image" Target="../media/image25.jpeg"/></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77.xml"/><Relationship Id="rId4" Type="http://schemas.openxmlformats.org/officeDocument/2006/relationships/image" Target="../media/image26.jpeg"/></Relationships>
</file>

<file path=ppt/slides/_rels/slide3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5.xml"/><Relationship Id="rId1" Type="http://schemas.openxmlformats.org/officeDocument/2006/relationships/slideLayout" Target="../slideLayouts/slideLayout77.xml"/><Relationship Id="rId4" Type="http://schemas.openxmlformats.org/officeDocument/2006/relationships/image" Target="../media/image27.jpeg"/></Relationships>
</file>

<file path=ppt/slides/_rels/slide3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6.xml"/><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6"/>
            <a:ext cx="7772400" cy="20906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الوحدة 41: </a:t>
            </a:r>
            <a:br>
              <a:rPr lang="en-GB" altLang="en-US" sz="4600" dirty="0"/>
            </a:br>
            <a:r>
              <a:rPr lang="ar" sz="4600" dirty="0"/>
              <a:t>عمليات المعالجة الآلية الثانوية المستخدمة في التصنيع</a:t>
            </a:r>
            <a:br>
              <a:rPr lang="en-GB" altLang="en-US" sz="4600" dirty="0"/>
            </a:br>
            <a:endParaRPr lang="en-GB" altLang="en-US" sz="4600" dirty="0"/>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p:txBody>
          <a:bodyPr wrap="square" rtlCol="1" anchor="t">
            <a:normAutofit lnSpcReduction="10000"/>
          </a:bodyPr>
          <a:lstStyle/>
          <a:p>
            <a:pPr algn="ctr" rtl="1">
              <a:lnSpc>
                <a:spcPct val="90000"/>
              </a:lnSpc>
              <a:spcAft>
                <a:spcPts val="600"/>
              </a:spcAft>
              <a:defRPr/>
            </a:pPr>
            <a:r>
              <a:rPr lang="ar" sz="1400" dirty="0"/>
              <a:t>© حقوق التأليف والنشر لعام 2024 محفوظة لشركة بيرسون إديوكيشن ليمتد. يُسمح بالنسخ للمؤسسة المشترية فقط. </a:t>
            </a:r>
          </a:p>
        </p:txBody>
      </p:sp>
      <p:sp>
        <p:nvSpPr>
          <p:cNvPr id="2" name="Footer Placeholder 2">
            <a:extLst>
              <a:ext uri="{FF2B5EF4-FFF2-40B4-BE49-F238E27FC236}">
                <a16:creationId xmlns:a16="http://schemas.microsoft.com/office/drawing/2014/main" id="{016DB71D-2C1B-DD7F-C1D5-B65B6F00488D}"/>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23528" y="1412776"/>
            <a:ext cx="8424936" cy="22322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gn="ctr" rtl="1">
              <a:buNone/>
            </a:pPr>
            <a:r>
              <a:rPr lang="ar" sz="2600" b="1" dirty="0"/>
              <a:t>موجز عن الوحدة</a:t>
            </a:r>
          </a:p>
          <a:p>
            <a:pPr marL="0" indent="0" algn="ctr" rtl="1">
              <a:buNone/>
            </a:pPr>
            <a:endParaRPr lang="en-GB" sz="1800" b="1" dirty="0"/>
          </a:p>
          <a:p>
            <a:pPr marL="0" indent="0" algn="ctr" rtl="1">
              <a:buNone/>
            </a:pPr>
            <a:r>
              <a:rPr lang="ar" sz="2000" dirty="0"/>
              <a:t>تستكشف هذه الوحدة عمليات المعالجة الآلية الثانوية المستخدمة في التصنيع، </a:t>
            </a:r>
            <a:r>
              <a:rPr lang="ar-EG" sz="2000" dirty="0"/>
              <a:t>وتركِّز</a:t>
            </a:r>
            <a:r>
              <a:rPr lang="ar" sz="2000" dirty="0"/>
              <a:t> على الإزالة الآمنة للمواد لإنشاء أشكال دقيقة. </a:t>
            </a:r>
            <a:r>
              <a:rPr lang="ar-EG" sz="2000" dirty="0"/>
              <a:t>س</a:t>
            </a:r>
            <a:r>
              <a:rPr lang="ar" sz="2000" dirty="0"/>
              <a:t>يكتسب المتعلمون خبرة عملية في عمليات المعالجة الآلية التقليدية مثل الثقب والخراطة والتفريز والشحذ، إضافة إلى العمليات المتخصصة مثل التطويق والمعالجة الآلية بالتفريغ الكهربائي. وتتناول الوحدة تقنية هذه العمليات وخصائصها، </a:t>
            </a:r>
            <a:r>
              <a:rPr lang="ar-EG" sz="2000" dirty="0"/>
              <a:t>إ</a:t>
            </a:r>
            <a:r>
              <a:rPr lang="ar" sz="2000" dirty="0"/>
              <a:t>ضافة إلى اعتبارات السلامة وإجراءات الإعداد. بإنجاز هذه الوحدة، يكتسب المتعلمون المهارات الأساسية في المعالجة الآلية، ما يساعد على تهيئتهم لتولي أدوار في التصنيع والهندسة الميكانيكية أو لمزيد من الدراسات في هذا المجال.</a:t>
            </a:r>
          </a:p>
        </p:txBody>
      </p:sp>
      <p:sp>
        <p:nvSpPr>
          <p:cNvPr id="2" name="Footer Placeholder 2">
            <a:extLst>
              <a:ext uri="{FF2B5EF4-FFF2-40B4-BE49-F238E27FC236}">
                <a16:creationId xmlns:a16="http://schemas.microsoft.com/office/drawing/2014/main" id="{3069963B-C4D6-EBAB-42F8-19AB3DF754DA}"/>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647564" y="1268760"/>
            <a:ext cx="7848872" cy="2736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gn="ctr" rtl="1">
              <a:buNone/>
            </a:pPr>
            <a:r>
              <a:rPr lang="ar" sz="2600" b="1" dirty="0"/>
              <a:t>مقدمة الوحدة</a:t>
            </a:r>
          </a:p>
          <a:p>
            <a:pPr marL="0" indent="0" algn="ctr" rtl="1">
              <a:buNone/>
            </a:pPr>
            <a:endParaRPr lang="en-GB" altLang="en-US" sz="1800" b="1" dirty="0"/>
          </a:p>
          <a:p>
            <a:pPr marL="0" indent="0" algn="ctr" rtl="1">
              <a:buNone/>
            </a:pPr>
            <a:r>
              <a:rPr lang="ar" sz="2000" dirty="0"/>
              <a:t>تعتبر عمليات المعالجة الآلية الثانوية أمرًا بالغ الأهمية </a:t>
            </a:r>
            <a:r>
              <a:rPr lang="ar-EG" sz="2000" dirty="0"/>
              <a:t>في </a:t>
            </a:r>
            <a:r>
              <a:rPr lang="ar" sz="2000" dirty="0"/>
              <a:t>قطاع التصنيع</a:t>
            </a:r>
            <a:r>
              <a:rPr lang="ar-EG" sz="2000" dirty="0"/>
              <a:t>، فهي ت</a:t>
            </a:r>
            <a:r>
              <a:rPr lang="ar" sz="2000" dirty="0"/>
              <a:t>تيح إنشاء مكونات دقيقة تستخدم في المنتجات اليومية. فمن تشكيل المعادن على المخرطة إلى الثقب والتفريز، تُمَكّن هذه العمليات المهندسين من تشكيل المواد بدقة وفعالية عالية. سيدرس المتعلمون في هذه الوحدة مجموعة من عمليات المعالجة الآلية التقليدية، مثل الخراطة والتفريز، </a:t>
            </a:r>
            <a:r>
              <a:rPr lang="ar-EG" sz="2000" dirty="0"/>
              <a:t>إلى جانب </a:t>
            </a:r>
            <a:r>
              <a:rPr lang="ar" sz="2000" dirty="0"/>
              <a:t>العمليات المتخصصة مثل المعالجة الآلية بالتفريغ الكهربائي. ولن يقتصر الأمر على اكتساب المتعلمين فهمًا للتكنولوجيا المستخدمة في هذه العمليات </a:t>
            </a:r>
            <a:r>
              <a:rPr lang="ar-EG" sz="2000" dirty="0"/>
              <a:t>فحسب</a:t>
            </a:r>
            <a:r>
              <a:rPr lang="ar" sz="2000" dirty="0"/>
              <a:t>، بل سيتعلمون أيضًا كيفية إعداد الآلات بأمان وتشغيلها لتصنيع المكونات.
 </a:t>
            </a:r>
            <a:r>
              <a:rPr lang="ar-EG" sz="2000" dirty="0"/>
              <a:t>و</a:t>
            </a:r>
            <a:r>
              <a:rPr lang="ar" sz="2000" dirty="0"/>
              <a:t>تركز الوحدة </a:t>
            </a:r>
            <a:r>
              <a:rPr lang="ar-EG" sz="2000" dirty="0"/>
              <a:t>أيضًا </a:t>
            </a:r>
            <a:r>
              <a:rPr lang="ar" sz="2000" dirty="0"/>
              <a:t>على الاستدامة في عمليات المعالجة الآلية، بما في ذلك استهلاك الطاقة وإدارة النفايات. فبفضل التطبيق العملي، سيعزز المتعلمون مهاراتهم التقنية، ما يساعد على تهيئتهم للالتحاق بالتدريب المهني الهندسي أو تولي الأدوار الفنية في القطاع.</a:t>
            </a:r>
          </a:p>
        </p:txBody>
      </p:sp>
      <p:sp>
        <p:nvSpPr>
          <p:cNvPr id="2" name="Footer Placeholder 2">
            <a:extLst>
              <a:ext uri="{FF2B5EF4-FFF2-40B4-BE49-F238E27FC236}">
                <a16:creationId xmlns:a16="http://schemas.microsoft.com/office/drawing/2014/main" id="{5B8E3873-3986-D7DD-75D5-A70CA47E3E4E}"/>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3642814197"/>
      </p:ext>
    </p:extLst>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نتاجات التعلم</a:t>
            </a:r>
            <a:endParaRPr lang="en-GB" altLang="en-US" sz="4600" dirty="0"/>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479209" y="2058988"/>
            <a:ext cx="7991475" cy="43223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endParaRPr lang="en-GB" altLang="en-US" sz="2200" b="1" dirty="0"/>
          </a:p>
          <a:p>
            <a:pPr marL="404813" indent="-387350" defTabSz="431800" rtl="1">
              <a:buNone/>
            </a:pPr>
            <a:r>
              <a:rPr lang="ar" sz="2200" b="1" dirty="0"/>
              <a:t>أ	دراسة تقنية وخصائص عمليات المعالجة الآلية الثانوية المستخدمة في نطاق واسع في القطاع</a:t>
            </a:r>
          </a:p>
          <a:p>
            <a:pPr marL="404813" indent="-387350" defTabSz="431800" rtl="1">
              <a:buNone/>
            </a:pPr>
            <a:endParaRPr lang="en-GB" altLang="en-US" sz="2200" b="1" dirty="0"/>
          </a:p>
          <a:p>
            <a:pPr marL="404813" indent="-387350" defTabSz="431800" rtl="1">
              <a:buNone/>
            </a:pPr>
            <a:r>
              <a:rPr lang="ar" sz="2200" b="1" dirty="0"/>
              <a:t>ب	إعداد آلات المعالجة الآلية الثانوية التقليدية لتصنيع أحد المكونات بأمان</a:t>
            </a:r>
          </a:p>
          <a:p>
            <a:pPr marL="404813" indent="-387350" defTabSz="431800" rtl="1">
              <a:buNone/>
            </a:pPr>
            <a:endParaRPr lang="en-GB" altLang="en-US" sz="2200" b="1" dirty="0"/>
          </a:p>
          <a:p>
            <a:pPr marL="404813" indent="-387350" defTabSz="431800" rtl="1">
              <a:buNone/>
            </a:pPr>
            <a:r>
              <a:rPr lang="ar" sz="2200" b="1" dirty="0"/>
              <a:t>ج	تنفيذ عمليات المعالجة الآلية الثانوية التقليدية لتصنيع أحد المكونات بأمان</a:t>
            </a:r>
          </a:p>
          <a:p>
            <a:pPr marL="404813" indent="-387350" defTabSz="431800" rtl="1">
              <a:buNone/>
            </a:pPr>
            <a:endParaRPr lang="en-GB" altLang="en-US" sz="2200" b="1" dirty="0"/>
          </a:p>
          <a:p>
            <a:pPr marL="404813" indent="-387350" defTabSz="431800" rtl="1">
              <a:buNone/>
            </a:pPr>
            <a:r>
              <a:rPr lang="ar" sz="2200" b="1" dirty="0"/>
              <a:t>د	مراجعة العمليات المستخدمة في المعالجة الآلية لأحد المكونات وتقييم الأداء الشخصي</a:t>
            </a:r>
          </a:p>
        </p:txBody>
      </p:sp>
      <p:sp>
        <p:nvSpPr>
          <p:cNvPr id="2" name="Footer Placeholder 2">
            <a:extLst>
              <a:ext uri="{FF2B5EF4-FFF2-40B4-BE49-F238E27FC236}">
                <a16:creationId xmlns:a16="http://schemas.microsoft.com/office/drawing/2014/main" id="{C03CA4C1-DB1A-4BBD-F899-412E870CD016}"/>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أ</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دراسة تقنية وخصائص عمليات المعالجة الآلية الثانوية المستخدمة في نطاق واسع في القطاع</a:t>
            </a:r>
          </a:p>
        </p:txBody>
      </p:sp>
      <p:sp>
        <p:nvSpPr>
          <p:cNvPr id="2" name="Footer Placeholder 2">
            <a:extLst>
              <a:ext uri="{FF2B5EF4-FFF2-40B4-BE49-F238E27FC236}">
                <a16:creationId xmlns:a16="http://schemas.microsoft.com/office/drawing/2014/main" id="{FCC7A54A-3E60-0AA8-1C62-90B5D47A8918}"/>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491880" y="1340768"/>
            <a:ext cx="5472608" cy="532859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t>الهدف </a:t>
            </a:r>
            <a:r>
              <a:rPr lang="ar" sz="1400" dirty="0"/>
              <a:t>دراسة تقنية وخصائص عمليات المعالجة الآلية الثانوية التقليدية المستخدمة في القطاع.</a:t>
            </a:r>
          </a:p>
          <a:p>
            <a:pPr marL="0" indent="0" rtl="1">
              <a:buNone/>
            </a:pPr>
            <a:br>
              <a:rPr lang="en-GB" sz="1000" dirty="0"/>
            </a:br>
            <a:r>
              <a:rPr lang="ar" sz="1400" b="1" dirty="0"/>
              <a:t>العمليات التي تتناولها الوحدة: </a:t>
            </a:r>
            <a:r>
              <a:rPr lang="ar" sz="1400" dirty="0"/>
              <a:t>الثقب والخراطة والتفريز والشحذ</a:t>
            </a:r>
          </a:p>
          <a:p>
            <a:pPr marL="0" indent="0" rtl="1">
              <a:buNone/>
            </a:pPr>
            <a:br>
              <a:rPr lang="en-GB" sz="1200" dirty="0"/>
            </a:br>
            <a:r>
              <a:rPr lang="ar" sz="1400" b="1" dirty="0">
                <a:solidFill>
                  <a:schemeClr val="accent5">
                    <a:lumMod val="50000"/>
                  </a:schemeClr>
                </a:solidFill>
              </a:rPr>
              <a:t>تقنية الثقب وخصائصها</a:t>
            </a:r>
          </a:p>
          <a:p>
            <a:pPr marL="0" indent="0" rtl="1">
              <a:buNone/>
            </a:pPr>
            <a:br>
              <a:rPr lang="en-GB" sz="1000" dirty="0"/>
            </a:br>
            <a:r>
              <a:rPr lang="ar" sz="1400" b="1" dirty="0"/>
              <a:t>أنواع الآلات وأحجام الدُفعات:</a:t>
            </a:r>
          </a:p>
          <a:p>
            <a:pPr rtl="1"/>
            <a:r>
              <a:rPr lang="ar" sz="1400" dirty="0"/>
              <a:t>المثاقب العمودية: مناسبة لأحجام الدُفعات الأحادية وحتى الصغيرة</a:t>
            </a:r>
          </a:p>
          <a:p>
            <a:pPr rtl="1"/>
            <a:r>
              <a:rPr lang="ar" sz="1400" dirty="0"/>
              <a:t>المثاقب الشعاعية: قادرة على التعامل مع أحجام الدفعات الصغيرة والمتوسطة.</a:t>
            </a:r>
          </a:p>
          <a:p>
            <a:pPr marL="0" indent="0" rtl="1">
              <a:buNone/>
            </a:pPr>
            <a:r>
              <a:rPr lang="ar" sz="1400" b="1" dirty="0"/>
              <a:t>ميزات المكون:</a:t>
            </a:r>
          </a:p>
          <a:p>
            <a:pPr rtl="1"/>
            <a:r>
              <a:rPr lang="ar" sz="1400" dirty="0"/>
              <a:t>التخويش المخروطي: إنشاء ثقب مخروطي للبراغي أو الصواميل.</a:t>
            </a:r>
          </a:p>
          <a:p>
            <a:pPr rtl="1"/>
            <a:r>
              <a:rPr lang="ar" sz="1400" dirty="0"/>
              <a:t>التخويش الأسطواني</a:t>
            </a:r>
            <a:r>
              <a:rPr lang="ar-EG" sz="1400" dirty="0"/>
              <a:t>:</a:t>
            </a:r>
            <a:r>
              <a:rPr lang="ar" sz="1400" dirty="0"/>
              <a:t> </a:t>
            </a:r>
            <a:r>
              <a:rPr lang="ar-EG" sz="1400" dirty="0"/>
              <a:t>إ</a:t>
            </a:r>
            <a:r>
              <a:rPr lang="ar" sz="1400" dirty="0"/>
              <a:t>نشاء فتحة مسطحة القاع لرؤوس الصواميل.</a:t>
            </a:r>
          </a:p>
          <a:p>
            <a:pPr rtl="1"/>
            <a:r>
              <a:rPr lang="ar" sz="1400" dirty="0"/>
              <a:t>التسوية الموضعية: تشكيل سطح مستوٍ حول الفتحة بالمعالجة الآلية لضمان تثبيت سلس للصامولة أو أداة التثبيت.</a:t>
            </a:r>
          </a:p>
          <a:p>
            <a:pPr rtl="1"/>
            <a:r>
              <a:rPr lang="ar" sz="1400" dirty="0"/>
              <a:t>لولبة الثقوب: عمل التسنين (اللولبة) الداخلي في الفتحة.</a:t>
            </a:r>
          </a:p>
          <a:p>
            <a:pPr marL="0" indent="0" rtl="1">
              <a:buNone/>
            </a:pPr>
            <a:r>
              <a:rPr lang="ar" sz="1400" b="1" dirty="0"/>
              <a:t>أنواع الثقوب:</a:t>
            </a:r>
          </a:p>
          <a:p>
            <a:pPr rtl="1"/>
            <a:r>
              <a:rPr lang="ar" sz="1400" dirty="0"/>
              <a:t>ثقوب كاملة: ثقب يمر بالكامل عبر أحد المكونات.</a:t>
            </a:r>
          </a:p>
          <a:p>
            <a:pPr rtl="1"/>
            <a:r>
              <a:rPr lang="ar" sz="1400" dirty="0"/>
              <a:t>ثقوب مسدودة: ثقب لا يمر بالكامل.</a:t>
            </a:r>
          </a:p>
          <a:p>
            <a:pPr rtl="1"/>
            <a:r>
              <a:rPr lang="ar" sz="1400" dirty="0"/>
              <a:t>الثقوب الموسعة: ثقوب ذات تشطيب أملس ودقيق مشكلّة بالتوسيع.</a:t>
            </a:r>
          </a:p>
          <a:p>
            <a:pPr marL="0" indent="0" rtl="1">
              <a:buNone/>
            </a:pPr>
            <a:r>
              <a:rPr lang="ar" sz="1400" b="1" dirty="0"/>
              <a:t>دقة المكونات:</a:t>
            </a:r>
          </a:p>
          <a:p>
            <a:pPr rtl="1"/>
            <a:r>
              <a:rPr lang="ar" sz="1400" dirty="0"/>
              <a:t>تفاوتات الأبعاد: من ± 0.3 مم إلى ± 0.05 مم.</a:t>
            </a:r>
          </a:p>
          <a:p>
            <a:pPr rtl="1"/>
            <a:r>
              <a:rPr lang="ar" sz="1400" dirty="0"/>
              <a:t>ملمس السطح: يتراوح من 6.3 ميكرومتر إلى 1.6 ميكرومتر.</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868144" y="261020"/>
            <a:ext cx="322910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tabLst>
                <a:tab pos="446088" algn="l"/>
              </a:tabLst>
            </a:pPr>
            <a:r>
              <a:rPr lang="ar" sz="2200" b="1" dirty="0">
                <a:latin typeface="Sakkal Majalla" panose="02000000000000000000" pitchFamily="2" charset="-78"/>
                <a:cs typeface="Sakkal Majalla" panose="02000000000000000000" pitchFamily="2" charset="-78"/>
              </a:rPr>
              <a:t>أ1 عمليات المعالجة </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الآلية الثانوية التقليدية</a:t>
            </a:r>
          </a:p>
        </p:txBody>
      </p:sp>
      <p:sp>
        <p:nvSpPr>
          <p:cNvPr id="4" name="TextBox 3"/>
          <p:cNvSpPr txBox="1"/>
          <p:nvPr/>
        </p:nvSpPr>
        <p:spPr>
          <a:xfrm>
            <a:off x="1414921" y="5805264"/>
            <a:ext cx="950901" cy="292388"/>
          </a:xfrm>
          <a:prstGeom prst="rect">
            <a:avLst/>
          </a:prstGeom>
          <a:noFill/>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الثقب الكهربائي</a:t>
            </a:r>
          </a:p>
        </p:txBody>
      </p:sp>
      <p:pic>
        <p:nvPicPr>
          <p:cNvPr id="3" name="Picture 2" descr="A close-up of a drill&#10;&#10;Description automatically generated">
            <a:extLst>
              <a:ext uri="{FF2B5EF4-FFF2-40B4-BE49-F238E27FC236}">
                <a16:creationId xmlns:a16="http://schemas.microsoft.com/office/drawing/2014/main" id="{C1408D09-ED8B-D4F6-A4F8-46A90970441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50211" y="1403917"/>
            <a:ext cx="2880320" cy="4320480"/>
          </a:xfrm>
          <a:prstGeom prst="rect">
            <a:avLst/>
          </a:prstGeom>
        </p:spPr>
      </p:pic>
      <p:sp>
        <p:nvSpPr>
          <p:cNvPr id="2" name="Footer Placeholder 2">
            <a:extLst>
              <a:ext uri="{FF2B5EF4-FFF2-40B4-BE49-F238E27FC236}">
                <a16:creationId xmlns:a16="http://schemas.microsoft.com/office/drawing/2014/main" id="{15579E36-92F8-E7BA-F469-105983F1C963}"/>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4160411727"/>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2" y="1270174"/>
            <a:ext cx="4680520" cy="53509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250" b="1" dirty="0">
                <a:solidFill>
                  <a:schemeClr val="accent5">
                    <a:lumMod val="50000"/>
                  </a:schemeClr>
                </a:solidFill>
              </a:rPr>
              <a:t>تقنية الخراطة وخصائصها</a:t>
            </a:r>
          </a:p>
          <a:p>
            <a:pPr marL="0" indent="0" rtl="1">
              <a:buNone/>
            </a:pPr>
            <a:r>
              <a:rPr lang="ar" sz="1250" b="1" dirty="0"/>
              <a:t>أنواع الآلات وأحجام الدُفعات:</a:t>
            </a:r>
          </a:p>
          <a:p>
            <a:pPr rtl="1"/>
            <a:r>
              <a:rPr lang="ar" sz="1250" dirty="0"/>
              <a:t>المخارط المركزية: مناسبة لأحجام الدُفعات الأحادية وحتى الصغيرة</a:t>
            </a:r>
          </a:p>
          <a:p>
            <a:pPr rtl="1"/>
            <a:r>
              <a:rPr lang="ar" sz="1250" dirty="0"/>
              <a:t>المخارط البرجية: مناسبة لأحجام الدفعات الصغيرة والكبيرة.</a:t>
            </a:r>
          </a:p>
          <a:p>
            <a:pPr marL="0" indent="0" rtl="1">
              <a:buNone/>
            </a:pPr>
            <a:r>
              <a:rPr lang="ar" sz="1250" b="1" dirty="0"/>
              <a:t>ميزات المكون:</a:t>
            </a:r>
          </a:p>
          <a:p>
            <a:pPr rtl="1"/>
            <a:r>
              <a:rPr lang="ar" sz="1250" dirty="0"/>
              <a:t>الوجوه المسطحة: تشكيل سطح أملس مستوٍ على أحد المكونات بالمعالجة الآلية.</a:t>
            </a:r>
          </a:p>
          <a:p>
            <a:pPr marL="0" indent="0" rtl="1">
              <a:buNone/>
            </a:pPr>
            <a:r>
              <a:rPr lang="ar" sz="1250" b="1" dirty="0"/>
              <a:t>الأقطار:</a:t>
            </a:r>
          </a:p>
          <a:p>
            <a:pPr rtl="1"/>
            <a:r>
              <a:rPr lang="ar" sz="1250" dirty="0"/>
              <a:t>الأقطار المتوازية: متساوية على امتداد الطول</a:t>
            </a:r>
          </a:p>
          <a:p>
            <a:pPr rtl="1"/>
            <a:r>
              <a:rPr lang="ar" sz="1250" dirty="0"/>
              <a:t>الأقطار المتدرجة: أقطار مختلفة على العمود نفسه.</a:t>
            </a:r>
          </a:p>
          <a:p>
            <a:pPr rtl="1"/>
            <a:r>
              <a:rPr lang="ar" sz="1250" dirty="0"/>
              <a:t>الأقطار المستدقة: يقل القطر أو يزداد تدريجيًا.</a:t>
            </a:r>
            <a:br>
              <a:rPr lang="en-GB" sz="1250" dirty="0"/>
            </a:br>
            <a:r>
              <a:rPr lang="ar" sz="1250" b="1" dirty="0"/>
              <a:t>الثقوب:</a:t>
            </a:r>
          </a:p>
          <a:p>
            <a:pPr rtl="1"/>
            <a:r>
              <a:rPr lang="ar" sz="1250" dirty="0"/>
              <a:t>الثقوب المحفورة: ثقوب أسطوانية بسيطة.</a:t>
            </a:r>
          </a:p>
          <a:p>
            <a:pPr rtl="1"/>
            <a:r>
              <a:rPr lang="ar" sz="1250" dirty="0"/>
              <a:t>الثقوب المجوفة: تكبير ثقب قائم إلى قطر دقيق.</a:t>
            </a:r>
          </a:p>
          <a:p>
            <a:pPr rtl="1"/>
            <a:r>
              <a:rPr lang="ar" sz="1250" dirty="0"/>
              <a:t>الثقوب الموسعة: تستخدم لتحقيق أبعاد ثقب دقيقة.</a:t>
            </a:r>
          </a:p>
          <a:p>
            <a:pPr rtl="1"/>
            <a:r>
              <a:rPr lang="ar" sz="1250" dirty="0"/>
              <a:t>الأشكال الجانبية: أشكال وخطوط معقدة مُشكَّلة على سطح المكونات بالمعالجة الآلية.</a:t>
            </a:r>
          </a:p>
          <a:p>
            <a:pPr rtl="1"/>
            <a:r>
              <a:rPr lang="ar" sz="1250" dirty="0"/>
              <a:t>التسنين: تسنين داخلي وخارجي محفور على السطح.</a:t>
            </a:r>
          </a:p>
          <a:p>
            <a:pPr rtl="1"/>
            <a:r>
              <a:rPr lang="ar" sz="1250" dirty="0"/>
              <a:t>الفصل</a:t>
            </a:r>
            <a:r>
              <a:rPr lang="ar-EG" sz="1250" dirty="0"/>
              <a:t>:</a:t>
            </a:r>
            <a:r>
              <a:rPr lang="ar" sz="1250" dirty="0"/>
              <a:t> فصل قطعة من مكون أكبر.</a:t>
            </a:r>
          </a:p>
          <a:p>
            <a:pPr rtl="1"/>
            <a:r>
              <a:rPr lang="ar" sz="1250" dirty="0"/>
              <a:t>الشطب: حواف مشطوفة لإزالة الزوايا الحادة.</a:t>
            </a:r>
          </a:p>
          <a:p>
            <a:pPr rtl="1"/>
            <a:r>
              <a:rPr lang="ar" sz="1250" dirty="0"/>
              <a:t>التخريش: إنشاء نمط ملمسي على السطح لتحسين القبضة.</a:t>
            </a:r>
          </a:p>
          <a:p>
            <a:pPr rtl="1"/>
            <a:r>
              <a:rPr lang="ar" sz="1250" dirty="0"/>
              <a:t>الحزوز: أخاديد أو تجاويف مُشكَّلة بالمعالجة الآلية على قطعة العمل</a:t>
            </a:r>
          </a:p>
          <a:p>
            <a:pPr marL="0" indent="0" rtl="1">
              <a:buNone/>
            </a:pPr>
            <a:r>
              <a:rPr lang="ar" sz="1250" b="1" dirty="0"/>
              <a:t>دقة المكونات:</a:t>
            </a:r>
          </a:p>
          <a:p>
            <a:pPr rtl="1"/>
            <a:r>
              <a:rPr lang="ar" sz="1250" dirty="0"/>
              <a:t>تفاوتات الأبعاد: من ± 0.05 مم إلى ± 0.0125 مم.</a:t>
            </a:r>
          </a:p>
          <a:p>
            <a:pPr rtl="1"/>
            <a:r>
              <a:rPr lang="ar" sz="1250" dirty="0"/>
              <a:t>ملمس السطح: يتراوح من 3.2 ميكرومتر إلى 0.8 ميكرومتر.</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260648"/>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tabLst>
                <a:tab pos="446088" algn="l"/>
              </a:tabLst>
            </a:pPr>
            <a:r>
              <a:rPr lang="ar" sz="2200" b="1" dirty="0">
                <a:latin typeface="Sakkal Majalla" panose="02000000000000000000" pitchFamily="2" charset="-78"/>
                <a:cs typeface="Sakkal Majalla" panose="02000000000000000000" pitchFamily="2" charset="-78"/>
              </a:rPr>
              <a:t>أ1 عمليات المعالجة </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الآلية الثانوية التقليدية</a:t>
            </a:r>
          </a:p>
        </p:txBody>
      </p:sp>
      <p:sp>
        <p:nvSpPr>
          <p:cNvPr id="2" name="Rectangle 1"/>
          <p:cNvSpPr/>
          <p:nvPr/>
        </p:nvSpPr>
        <p:spPr>
          <a:xfrm>
            <a:off x="6559165" y="5123707"/>
            <a:ext cx="1023037" cy="284693"/>
          </a:xfrm>
          <a:prstGeom prst="rect">
            <a:avLst/>
          </a:prstGeom>
        </p:spPr>
        <p:txBody>
          <a:bodyPr wrap="none" rtlCol="1">
            <a:spAutoFit/>
          </a:bodyPr>
          <a:lstStyle/>
          <a:p>
            <a:pPr algn="ctr" rtl="1"/>
            <a:r>
              <a:rPr lang="ar" sz="1250" b="1" dirty="0">
                <a:latin typeface="Roboto"/>
                <a:cs typeface="Sakkal Majalla" panose="02000000000000000000" pitchFamily="2" charset="-78"/>
              </a:rPr>
              <a:t>تكبير الثقب القائم</a:t>
            </a:r>
            <a:endParaRPr lang="en-GB" sz="1250" b="1" i="0" dirty="0">
              <a:effectLst/>
              <a:latin typeface="Roboto"/>
              <a:cs typeface="Sakkal Majalla" panose="02000000000000000000" pitchFamily="2" charset="-78"/>
            </a:endParaRPr>
          </a:p>
        </p:txBody>
      </p:sp>
      <p:pic>
        <p:nvPicPr>
          <p:cNvPr id="4" name="Picture 3" descr="A hand holding a drill&#10;&#10;Description automatically generated">
            <a:extLst>
              <a:ext uri="{FF2B5EF4-FFF2-40B4-BE49-F238E27FC236}">
                <a16:creationId xmlns:a16="http://schemas.microsoft.com/office/drawing/2014/main" id="{6CD4A923-A987-9390-1076-B4A5E7B5563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075523" y="2564904"/>
            <a:ext cx="3816957" cy="2548148"/>
          </a:xfrm>
          <a:prstGeom prst="rect">
            <a:avLst/>
          </a:prstGeom>
        </p:spPr>
      </p:pic>
      <p:sp>
        <p:nvSpPr>
          <p:cNvPr id="3" name="Footer Placeholder 2">
            <a:extLst>
              <a:ext uri="{FF2B5EF4-FFF2-40B4-BE49-F238E27FC236}">
                <a16:creationId xmlns:a16="http://schemas.microsoft.com/office/drawing/2014/main" id="{D59D4F64-6C1C-3A5E-0878-844BF31AFCE2}"/>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2770120027"/>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476161" y="1137809"/>
            <a:ext cx="5416319" cy="545954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200" b="1" dirty="0">
                <a:solidFill>
                  <a:schemeClr val="accent5">
                    <a:lumMod val="50000"/>
                  </a:schemeClr>
                </a:solidFill>
              </a:rPr>
              <a:t>تقنية التفريز وخصائصه</a:t>
            </a:r>
            <a:br>
              <a:rPr lang="en-GB" sz="1200" dirty="0"/>
            </a:br>
            <a:r>
              <a:rPr lang="ar" sz="1200" b="1" dirty="0"/>
              <a:t>أنواع الآلات وأحجام الدُفعات:</a:t>
            </a:r>
            <a:br>
              <a:rPr lang="en-GB" sz="1200" dirty="0"/>
            </a:br>
            <a:r>
              <a:rPr lang="ar" sz="1200" dirty="0"/>
              <a:t>• التفريز الأفقي: مناسبة لأحجام الدُفعات الأحادية وحتى الصغيرة</a:t>
            </a:r>
            <a:br>
              <a:rPr lang="en-GB" sz="1200" dirty="0"/>
            </a:br>
            <a:r>
              <a:rPr lang="ar" sz="1200" dirty="0"/>
              <a:t>•التفريز العمودي: مناسبة لأحجام الدُفعات الأحادية وحتى الصغيرة</a:t>
            </a:r>
            <a:br>
              <a:rPr lang="en-GB" sz="1200" dirty="0"/>
            </a:br>
            <a:r>
              <a:rPr lang="ar" sz="1200" dirty="0"/>
              <a:t>• التفريز: الشامل: مناسبة لأحجام الدُفعات الأحادية وحتى الصغيرة</a:t>
            </a:r>
            <a:br>
              <a:rPr lang="en-GB" sz="1200" dirty="0"/>
            </a:br>
            <a:r>
              <a:rPr lang="ar" sz="1200" b="1" dirty="0"/>
              <a:t>ميزات المكون:</a:t>
            </a:r>
            <a:br>
              <a:rPr lang="en-GB" sz="1200" dirty="0"/>
            </a:br>
            <a:r>
              <a:rPr lang="ar" sz="1200" dirty="0"/>
              <a:t>• الوجوه: تشكيل الأسطح الملساء والمسطحة بالمعالجة الآلية.</a:t>
            </a:r>
            <a:br>
              <a:rPr lang="en-GB" sz="1200" dirty="0"/>
            </a:br>
            <a:r>
              <a:rPr lang="ar" sz="1200" dirty="0"/>
              <a:t>• الخطوات/الأكتاف: إنشاء أجزاء أو أكتاف مرتفعة على </a:t>
            </a:r>
            <a:r>
              <a:rPr lang="ar" sz="1300" dirty="0"/>
              <a:t>المكون</a:t>
            </a:r>
            <a:r>
              <a:rPr lang="ar" sz="1200" dirty="0"/>
              <a:t>.</a:t>
            </a:r>
            <a:br>
              <a:rPr lang="en-GB" sz="1200" dirty="0"/>
            </a:br>
            <a:r>
              <a:rPr lang="ar" sz="1200" dirty="0"/>
              <a:t>• الفتحات: تشكيل الأخاديد أو القنوات ذات الأطوال المختلفة بالمعالجة الآلية.</a:t>
            </a:r>
            <a:br>
              <a:rPr lang="en-GB" sz="1200" dirty="0"/>
            </a:br>
            <a:r>
              <a:rPr lang="ar" sz="1200" dirty="0"/>
              <a:t>• الثقوب: ثقوب دقيقة على أسطح مختلفة محفورة بالمعالجة الآلية.</a:t>
            </a:r>
            <a:br>
              <a:rPr lang="en-GB" sz="1200" dirty="0"/>
            </a:br>
            <a:r>
              <a:rPr lang="ar" sz="1200" dirty="0"/>
              <a:t>• الأشكال الجانبية: حفر الأشكال المعقدة على السطح.</a:t>
            </a:r>
            <a:br>
              <a:rPr lang="en-GB" sz="1200" dirty="0"/>
            </a:br>
            <a:r>
              <a:rPr lang="ar" sz="1200" b="1" dirty="0"/>
              <a:t>دقة المكونات:</a:t>
            </a:r>
            <a:br>
              <a:rPr lang="en-GB" sz="1200" dirty="0"/>
            </a:br>
            <a:r>
              <a:rPr lang="ar" sz="1200" dirty="0"/>
              <a:t>• تفاوتات الأبعاد: من ± 0.1 مم إلى ± 0.025 مم.</a:t>
            </a:r>
            <a:br>
              <a:rPr lang="en-GB" sz="1200" dirty="0"/>
            </a:br>
            <a:r>
              <a:rPr lang="ar" sz="1200" dirty="0"/>
              <a:t>• ملمس السطح: يتراوح من 3.2 ميكرومتر إلى 0.8 ميكرومتر.</a:t>
            </a:r>
          </a:p>
          <a:p>
            <a:pPr marL="0" indent="0" rtl="1">
              <a:buNone/>
            </a:pPr>
            <a:endParaRPr lang="en-GB" sz="1000" b="1" dirty="0"/>
          </a:p>
          <a:p>
            <a:pPr marL="0" indent="0" rtl="1">
              <a:buNone/>
            </a:pPr>
            <a:r>
              <a:rPr lang="ar" sz="1200" b="1" dirty="0">
                <a:solidFill>
                  <a:schemeClr val="accent5">
                    <a:lumMod val="50000"/>
                  </a:schemeClr>
                </a:solidFill>
              </a:rPr>
              <a:t>تقنية الشحذ وخصائصه</a:t>
            </a:r>
            <a:br>
              <a:rPr lang="en-GB" sz="1200" dirty="0"/>
            </a:br>
            <a:r>
              <a:rPr lang="ar" sz="1200" b="1" dirty="0"/>
              <a:t>أنواع الآلات وأحجام الدُفعات:</a:t>
            </a:r>
            <a:br>
              <a:rPr lang="en-GB" sz="1200" dirty="0"/>
            </a:br>
            <a:r>
              <a:rPr lang="ar" sz="1200" dirty="0"/>
              <a:t>• شحذ السطح: مناسبة لأحجام الدُفعات الأحادية وحتى الصغيرة</a:t>
            </a:r>
            <a:br>
              <a:rPr lang="en-GB" sz="1200" dirty="0"/>
            </a:br>
            <a:r>
              <a:rPr lang="ar" sz="1200" dirty="0"/>
              <a:t>• الشحذ الأسطواني: مناسبة لأحجام الدُفعات الأحادية وحتى الصغيرة</a:t>
            </a:r>
            <a:br>
              <a:rPr lang="en-GB" sz="1200" dirty="0"/>
            </a:br>
            <a:r>
              <a:rPr lang="ar" sz="1200" dirty="0"/>
              <a:t>• الشحذ غير المركزي: مناسب لأحجام الدفعات المتوسطة والكبيرة.</a:t>
            </a:r>
            <a:br>
              <a:rPr lang="en-GB" sz="1200" dirty="0"/>
            </a:br>
            <a:r>
              <a:rPr lang="ar" sz="1200" dirty="0"/>
              <a:t>• الشحذ الشامل: مناسبة لأحجام الدُفعات الأحادية وحتى الصغيرة</a:t>
            </a:r>
            <a:br>
              <a:rPr lang="en-GB" sz="1200" dirty="0"/>
            </a:br>
            <a:r>
              <a:rPr lang="ar" sz="1200" b="1" dirty="0"/>
              <a:t>ميزات المكون:</a:t>
            </a:r>
            <a:br>
              <a:rPr lang="en-GB" sz="1200" dirty="0"/>
            </a:br>
            <a:r>
              <a:rPr lang="ar" sz="1200" dirty="0"/>
              <a:t>• الوجوه: تشكيل أسطح ناعمة ومسطحة.</a:t>
            </a:r>
            <a:br>
              <a:rPr lang="en-GB" sz="1200" dirty="0"/>
            </a:br>
            <a:r>
              <a:rPr lang="ar" sz="1200" dirty="0"/>
              <a:t>• الفتحات: تشكيل الأخاديد أو الفتحات الدقيقة بواسطة الآلية.</a:t>
            </a:r>
            <a:br>
              <a:rPr lang="en-GB" sz="1200" dirty="0"/>
            </a:br>
            <a:r>
              <a:rPr lang="ar" sz="1200" dirty="0"/>
              <a:t>• الأقطار: تشكيل الأقطار الخارجية بدقة عالية بواسطة المعالجة الآلية.</a:t>
            </a:r>
            <a:br>
              <a:rPr lang="en-GB" sz="1200" dirty="0"/>
            </a:br>
            <a:r>
              <a:rPr lang="ar" sz="1200" dirty="0"/>
              <a:t>• الثقوب الأسطوانية: تشكيل أسطح أسطوانية داخلية.</a:t>
            </a:r>
            <a:br>
              <a:rPr lang="en-GB" sz="1200" dirty="0"/>
            </a:br>
            <a:r>
              <a:rPr lang="ar" sz="1200" b="1" dirty="0"/>
              <a:t>دقة المكونات:</a:t>
            </a:r>
            <a:br>
              <a:rPr lang="en-GB" sz="1200" dirty="0"/>
            </a:br>
            <a:r>
              <a:rPr lang="ar" sz="1200" dirty="0"/>
              <a:t>• تفاوتات الأبعاد: من ± 0.0125 مم إلى ± 0.002 مم.</a:t>
            </a:r>
            <a:br>
              <a:rPr lang="en-GB" sz="1200" dirty="0"/>
            </a:br>
            <a:r>
              <a:rPr lang="ar" sz="1200" dirty="0"/>
              <a:t>• ملمس السطح: يتراوح من 0.8 ميكرومتر إلى 0.2 ميكرومتر.</a:t>
            </a:r>
          </a:p>
        </p:txBody>
      </p:sp>
      <p:sp>
        <p:nvSpPr>
          <p:cNvPr id="5" name="Rectangle 4"/>
          <p:cNvSpPr/>
          <p:nvPr/>
        </p:nvSpPr>
        <p:spPr>
          <a:xfrm>
            <a:off x="1371549" y="5853399"/>
            <a:ext cx="1866217" cy="292388"/>
          </a:xfrm>
          <a:prstGeom prst="rect">
            <a:avLst/>
          </a:prstGeom>
        </p:spPr>
        <p:txBody>
          <a:bodyPr wrap="none" rtlCol="1">
            <a:spAutoFit/>
          </a:bodyPr>
          <a:lstStyle/>
          <a:p>
            <a:pPr algn="ctr" rtl="1"/>
            <a:r>
              <a:rPr lang="ar" sz="1300" b="1" dirty="0">
                <a:latin typeface="Roboto"/>
                <a:cs typeface="Sakkal Majalla" panose="02000000000000000000" pitchFamily="2" charset="-78"/>
              </a:rPr>
              <a:t>آلة التفريز باستخدام الحاسب الآلي</a:t>
            </a:r>
            <a:endParaRPr lang="en-GB" sz="1300" b="1" dirty="0">
              <a:latin typeface="Sakkal Majalla" panose="02000000000000000000" pitchFamily="2" charset="-78"/>
              <a:cs typeface="Sakkal Majalla" panose="02000000000000000000" pitchFamily="2" charset="-78"/>
            </a:endParaRPr>
          </a:p>
        </p:txBody>
      </p:sp>
      <p:sp>
        <p:nvSpPr>
          <p:cNvPr id="2" name="Rectangle 1">
            <a:extLst>
              <a:ext uri="{FF2B5EF4-FFF2-40B4-BE49-F238E27FC236}">
                <a16:creationId xmlns:a16="http://schemas.microsoft.com/office/drawing/2014/main" id="{3C937BFC-1E66-A457-9D4D-E9BDC26C9F65}"/>
              </a:ext>
            </a:extLst>
          </p:cNvPr>
          <p:cNvSpPr>
            <a:spLocks noChangeArrowheads="1"/>
          </p:cNvSpPr>
          <p:nvPr/>
        </p:nvSpPr>
        <p:spPr bwMode="auto">
          <a:xfrm>
            <a:off x="5868144" y="260648"/>
            <a:ext cx="322910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tabLst>
                <a:tab pos="446088" algn="l"/>
              </a:tabLst>
            </a:pPr>
            <a:r>
              <a:rPr lang="ar" sz="2200" b="1" dirty="0">
                <a:latin typeface="Sakkal Majalla" panose="02000000000000000000" pitchFamily="2" charset="-78"/>
                <a:cs typeface="Sakkal Majalla" panose="02000000000000000000" pitchFamily="2" charset="-78"/>
              </a:rPr>
              <a:t>أ1 عمليات المعالجة </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الآلية الثانوية التقليدية</a:t>
            </a:r>
          </a:p>
        </p:txBody>
      </p:sp>
      <p:pic>
        <p:nvPicPr>
          <p:cNvPr id="4" name="Picture 3" descr="A machine with water pouring out of it&#10;&#10;Description automatically generated">
            <a:extLst>
              <a:ext uri="{FF2B5EF4-FFF2-40B4-BE49-F238E27FC236}">
                <a16:creationId xmlns:a16="http://schemas.microsoft.com/office/drawing/2014/main" id="{C3360043-D400-42C9-F51F-24720FD78D8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90484" y="3175507"/>
            <a:ext cx="3749468" cy="2500060"/>
          </a:xfrm>
          <a:prstGeom prst="rect">
            <a:avLst/>
          </a:prstGeom>
        </p:spPr>
      </p:pic>
      <p:sp>
        <p:nvSpPr>
          <p:cNvPr id="3" name="Footer Placeholder 2">
            <a:extLst>
              <a:ext uri="{FF2B5EF4-FFF2-40B4-BE49-F238E27FC236}">
                <a16:creationId xmlns:a16="http://schemas.microsoft.com/office/drawing/2014/main" id="{4CAC124C-1F37-EA97-0DA8-3E5B775170BE}"/>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2303890230"/>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707" y="1340768"/>
            <a:ext cx="4680520" cy="53732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t>الهدف </a:t>
            </a:r>
            <a:r>
              <a:rPr lang="ar" sz="1400" dirty="0"/>
              <a:t>فحص تقنية وخصائص عمليات المعالجة الآلية الثانوية المتخصصة المستخدمة </a:t>
            </a:r>
            <a:br>
              <a:rPr lang="en-US" sz="1400" dirty="0"/>
            </a:br>
            <a:r>
              <a:rPr lang="ar" sz="1400" dirty="0"/>
              <a:t>في الصناعة.</a:t>
            </a:r>
            <a:br>
              <a:rPr lang="en-GB" sz="1400" dirty="0"/>
            </a:br>
            <a:endParaRPr lang="en-GB" sz="1400" dirty="0"/>
          </a:p>
          <a:p>
            <a:pPr marL="0" indent="0" rtl="1">
              <a:buNone/>
            </a:pPr>
            <a:r>
              <a:rPr lang="ar" sz="1400" b="1" dirty="0"/>
              <a:t>العمليات التي تتناولها الوحدة: </a:t>
            </a:r>
            <a:r>
              <a:rPr lang="ar" sz="1400" dirty="0"/>
              <a:t>الكبس</a:t>
            </a:r>
            <a:r>
              <a:rPr lang="ar-EG" sz="1400" dirty="0"/>
              <a:t>،</a:t>
            </a:r>
            <a:r>
              <a:rPr lang="ar" sz="1400" dirty="0"/>
              <a:t> والمعالجة الآلية بالتفريغ الكهربائي، والتطويق، والصقل، واللف.</a:t>
            </a:r>
          </a:p>
          <a:p>
            <a:pPr marL="0" indent="0" rtl="1">
              <a:buNone/>
            </a:pPr>
            <a:endParaRPr lang="en-GB" sz="1400" dirty="0"/>
          </a:p>
          <a:p>
            <a:pPr marL="0" indent="0" rtl="1">
              <a:buNone/>
            </a:pPr>
            <a:r>
              <a:rPr lang="ar" sz="1400" b="1" dirty="0">
                <a:solidFill>
                  <a:schemeClr val="accent5">
                    <a:lumMod val="50000"/>
                  </a:schemeClr>
                </a:solidFill>
              </a:rPr>
              <a:t>تكنولوجيا الكبس وخصائصه</a:t>
            </a:r>
            <a:br>
              <a:rPr lang="en-GB" sz="1400" dirty="0"/>
            </a:br>
            <a:br>
              <a:rPr lang="en-GB" sz="1400" dirty="0"/>
            </a:br>
            <a:r>
              <a:rPr lang="ar" sz="1400" b="1" dirty="0"/>
              <a:t>أنواع الآلات وأحجام الدُفعات:</a:t>
            </a:r>
          </a:p>
          <a:p>
            <a:pPr rtl="1"/>
            <a:r>
              <a:rPr lang="ar" sz="1400" dirty="0"/>
              <a:t>مكابس أحادية الإجراء: تُستخدم لأحجام الدفعات الصغيرة والمتوسطة، وهي مثالية لعمليات مثل الطمس والتشكيل.</a:t>
            </a:r>
          </a:p>
          <a:p>
            <a:pPr rtl="1"/>
            <a:r>
              <a:rPr lang="ar" sz="1400" dirty="0"/>
              <a:t>مكابس متعددة الإجراءات: تُعد مناسبة لعمليات التصنيع بدءًا من الدفعات المتوسطة إلى الكبيرة، ما يسمح بتشكيل الأشكال المعقدة في دورة واحدة.</a:t>
            </a:r>
          </a:p>
          <a:p>
            <a:pPr marL="0" indent="0" rtl="1">
              <a:buNone/>
            </a:pPr>
            <a:r>
              <a:rPr lang="ar" sz="1400" b="1" dirty="0"/>
              <a:t>ميزات المكون:</a:t>
            </a:r>
          </a:p>
          <a:p>
            <a:pPr rtl="1"/>
            <a:r>
              <a:rPr lang="ar" sz="1400" dirty="0"/>
              <a:t>الطمس: قطع شكل مسطح من مادة ورقية.</a:t>
            </a:r>
          </a:p>
          <a:p>
            <a:pPr rtl="1"/>
            <a:r>
              <a:rPr lang="ar" sz="1400" dirty="0"/>
              <a:t>الحز: إزالة الأجزاء الصغيرة من حافة قطعة العمل.</a:t>
            </a:r>
          </a:p>
          <a:p>
            <a:pPr rtl="1"/>
            <a:r>
              <a:rPr lang="ar" sz="1400" dirty="0"/>
              <a:t>الثقب: إنشاء ثقوب في الورقة عن طريق قص المادة.</a:t>
            </a:r>
          </a:p>
          <a:p>
            <a:pPr rtl="1"/>
            <a:r>
              <a:rPr lang="ar" sz="1400" dirty="0"/>
              <a:t>القص: قطع المواد وفقَ طول محدد.</a:t>
            </a:r>
          </a:p>
          <a:p>
            <a:pPr rtl="1"/>
            <a:r>
              <a:rPr lang="ar" sz="1400" dirty="0"/>
              <a:t>الثني/التشكيل: تشكيل المعدن باستخدام القوة لثنيه أو تشكيله.</a:t>
            </a:r>
          </a:p>
          <a:p>
            <a:pPr marL="0" indent="0" rtl="1">
              <a:buNone/>
            </a:pPr>
            <a:r>
              <a:rPr lang="ar" sz="1400" b="1" dirty="0"/>
              <a:t>دقة المكونات:</a:t>
            </a:r>
          </a:p>
          <a:p>
            <a:pPr rtl="1"/>
            <a:r>
              <a:rPr lang="ar" sz="1400" dirty="0"/>
              <a:t>تفاوتات الأبعاد: من ± 0.3 مم إلى ± 0.05 مم.</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796136" y="260648"/>
            <a:ext cx="330111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أ2 عمليات المعالجة </a:t>
            </a:r>
          </a:p>
          <a:p>
            <a:pPr rtl="1">
              <a:tabLst>
                <a:tab pos="446088" algn="l"/>
              </a:tabLst>
            </a:pPr>
            <a:r>
              <a:rPr lang="ar" sz="2200" b="1" dirty="0">
                <a:latin typeface="Sakkal Majalla" panose="02000000000000000000" pitchFamily="2" charset="-78"/>
                <a:cs typeface="Sakkal Majalla" panose="02000000000000000000" pitchFamily="2" charset="-78"/>
              </a:rPr>
              <a:t>الآلية الثانوية التقليدية</a:t>
            </a:r>
          </a:p>
        </p:txBody>
      </p:sp>
      <p:sp>
        <p:nvSpPr>
          <p:cNvPr id="5" name="Rectangle 4"/>
          <p:cNvSpPr/>
          <p:nvPr/>
        </p:nvSpPr>
        <p:spPr>
          <a:xfrm>
            <a:off x="5023527" y="5181236"/>
            <a:ext cx="4150496" cy="292388"/>
          </a:xfrm>
          <a:prstGeom prst="rect">
            <a:avLst/>
          </a:prstGeom>
        </p:spPr>
        <p:txBody>
          <a:bodyPr wrap="none" rtlCol="1">
            <a:spAutoFit/>
          </a:bodyPr>
          <a:lstStyle/>
          <a:p>
            <a:pPr algn="ctr" rtl="1"/>
            <a:r>
              <a:rPr lang="ar" sz="1300" b="1" dirty="0">
                <a:latin typeface="Roboto"/>
                <a:cs typeface="Sakkal Majalla" panose="02000000000000000000" pitchFamily="2" charset="-78"/>
              </a:rPr>
              <a:t>صورة مقرّبة لآلة معالجة آلية بالتفريغ الكهربائي بالسلك ذات تحكم عددي حاسوبي.</a:t>
            </a:r>
            <a:endParaRPr lang="en-GB" sz="1300" b="1" dirty="0">
              <a:latin typeface="Sakkal Majalla" panose="02000000000000000000" pitchFamily="2" charset="-78"/>
              <a:cs typeface="Sakkal Majalla" panose="02000000000000000000" pitchFamily="2" charset="-78"/>
            </a:endParaRPr>
          </a:p>
        </p:txBody>
      </p:sp>
      <p:pic>
        <p:nvPicPr>
          <p:cNvPr id="3" name="Picture 2" descr="A close-up of a machine&#10;&#10;Description automatically generated">
            <a:extLst>
              <a:ext uri="{FF2B5EF4-FFF2-40B4-BE49-F238E27FC236}">
                <a16:creationId xmlns:a16="http://schemas.microsoft.com/office/drawing/2014/main" id="{EB077806-3D0A-E5F4-23E6-95FFAB48004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220460" y="2780928"/>
            <a:ext cx="3600012" cy="2400308"/>
          </a:xfrm>
          <a:prstGeom prst="rect">
            <a:avLst/>
          </a:prstGeom>
        </p:spPr>
      </p:pic>
      <p:sp>
        <p:nvSpPr>
          <p:cNvPr id="2" name="Footer Placeholder 2">
            <a:extLst>
              <a:ext uri="{FF2B5EF4-FFF2-40B4-BE49-F238E27FC236}">
                <a16:creationId xmlns:a16="http://schemas.microsoft.com/office/drawing/2014/main" id="{690F2EB9-78B9-4C5E-30B5-25557ACFECCD}"/>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1630034850"/>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268760"/>
            <a:ext cx="8892480" cy="54452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تكنولوجيا المعالجة الآلية بالتفريغ الكهربائي وخصائصها</a:t>
            </a:r>
            <a:br>
              <a:rPr lang="en-GB" sz="1400" dirty="0"/>
            </a:br>
            <a:r>
              <a:rPr lang="ar" sz="1400" b="1" dirty="0"/>
              <a:t>أنواع الآلات وأحجام الدُفعات:</a:t>
            </a:r>
          </a:p>
          <a:p>
            <a:pPr rtl="1"/>
            <a:r>
              <a:rPr lang="ar" sz="1400" dirty="0"/>
              <a:t>التآكل بواسطة الشرر: مناسب لأحجام الدفعات الصغيرة والكبيرة، وتُستخدم لإنشاء أشكال مفصلة عن طريق إزالة أجزاء بالتفريغ الكهربائي.</a:t>
            </a:r>
          </a:p>
          <a:p>
            <a:pPr rtl="1"/>
            <a:r>
              <a:rPr lang="ar" sz="1400" dirty="0"/>
              <a:t>التآكل بواسطة السلك: تُستخدم هذه العملية أيضًا لأحجام الدفعات الصغيرة والكبيرة، حيث تخترق المواد باستخدام سلك رقيق يولد شرارات كهربائية.</a:t>
            </a:r>
          </a:p>
          <a:p>
            <a:pPr marL="0" indent="0" rtl="1">
              <a:buNone/>
            </a:pPr>
            <a:r>
              <a:rPr lang="ar" sz="1400" b="1" dirty="0"/>
              <a:t>ميزات المكون:</a:t>
            </a:r>
          </a:p>
          <a:p>
            <a:pPr rtl="1"/>
            <a:r>
              <a:rPr lang="ar" sz="1400" dirty="0"/>
              <a:t>الثقوب والأسطح: تستخدم لتشطيبات الثقوب والأسطح الدقيقة.</a:t>
            </a:r>
          </a:p>
          <a:p>
            <a:pPr rtl="1"/>
            <a:r>
              <a:rPr lang="ar" sz="1400" dirty="0"/>
              <a:t>الأشكال: تنتج أشكالًا معقدة، بما في ذلك الحفر والتجاويف وأنصاف الأقطار والأقواس والفتحات.</a:t>
            </a:r>
          </a:p>
          <a:p>
            <a:pPr marL="0" indent="0" rtl="1">
              <a:buNone/>
            </a:pPr>
            <a:r>
              <a:rPr lang="ar" sz="1400" b="1" dirty="0"/>
              <a:t>دقة المكونات:</a:t>
            </a:r>
          </a:p>
          <a:p>
            <a:pPr rtl="1"/>
            <a:r>
              <a:rPr lang="ar" sz="1400" dirty="0"/>
              <a:t>تفاوتات الأبعاد: من ± 0.1 مم إلى ± 0.05 مم. ملمس السطح: يتراوح من 6.3 ميكرومتر إلى 0.4 ميكرومتر.</a:t>
            </a:r>
          </a:p>
          <a:p>
            <a:pPr marL="0" indent="0" rtl="1">
              <a:buNone/>
            </a:pPr>
            <a:endParaRPr lang="en-GB" sz="1400" dirty="0"/>
          </a:p>
          <a:p>
            <a:pPr marL="0" indent="0" rtl="1">
              <a:buNone/>
            </a:pPr>
            <a:r>
              <a:rPr lang="ar" sz="1400" b="1" dirty="0">
                <a:solidFill>
                  <a:schemeClr val="accent5">
                    <a:lumMod val="50000"/>
                  </a:schemeClr>
                </a:solidFill>
              </a:rPr>
              <a:t>تقنية التطويق وخصائصه</a:t>
            </a:r>
            <a:br>
              <a:rPr lang="en-GB" sz="1400" dirty="0"/>
            </a:br>
            <a:r>
              <a:rPr lang="ar" sz="1400" b="1" dirty="0"/>
              <a:t>أنواع الآلات وأحجام الدُفعات</a:t>
            </a:r>
            <a:r>
              <a:rPr lang="ar" sz="1400" dirty="0"/>
              <a:t>:</a:t>
            </a:r>
          </a:p>
          <a:p>
            <a:pPr rtl="1"/>
            <a:r>
              <a:rPr lang="ar" sz="1400" dirty="0"/>
              <a:t>التطويق الأفقي: تُستخدم هذه العملية لأحجام الدُفعات الأحادية وحتى المتوسطة، وذلك عن طريق تمرير أداة مُسننة عبر قطعة العمل لإزالة المواد.</a:t>
            </a:r>
          </a:p>
          <a:p>
            <a:pPr rtl="1"/>
            <a:r>
              <a:rPr lang="ar" sz="1400" dirty="0"/>
              <a:t>التطويق العمودي: مناسبة أيضًا لأحجام الدُفعات الأحادية وحتى المتوسطة، وتُستخدم في التطبيقات التي يتحرك فيها التطويق عموديًا.</a:t>
            </a:r>
          </a:p>
          <a:p>
            <a:pPr marL="0" indent="0" rtl="1">
              <a:buNone/>
            </a:pPr>
            <a:r>
              <a:rPr lang="ar" sz="1400" b="1" dirty="0"/>
              <a:t>ميزات المكون:</a:t>
            </a:r>
          </a:p>
          <a:p>
            <a:pPr rtl="1"/>
            <a:r>
              <a:rPr lang="ar" sz="1400" dirty="0"/>
              <a:t>المفاتيح: تستخدم لإنشاء فتحات لتركيب المكونات مثل المفاتيح في الأعمدة.</a:t>
            </a:r>
          </a:p>
          <a:p>
            <a:pPr rtl="1"/>
            <a:r>
              <a:rPr lang="ar" sz="1400" dirty="0"/>
              <a:t>الثقوب: يؤدي التطويق إلى إنشاء ثقوب دقيقة بأشكال دقيقة.</a:t>
            </a:r>
          </a:p>
          <a:p>
            <a:pPr rtl="1"/>
            <a:r>
              <a:rPr lang="ar" sz="1400" dirty="0"/>
              <a:t>الحزوز</a:t>
            </a:r>
            <a:r>
              <a:rPr lang="ar-EG" sz="1400" dirty="0"/>
              <a:t>:</a:t>
            </a:r>
            <a:r>
              <a:rPr lang="ar" sz="1400" dirty="0"/>
              <a:t> تستخدم لقطع أخاديد متعددة على طول عمود المكونات الميكانيكية.</a:t>
            </a:r>
          </a:p>
          <a:p>
            <a:pPr marL="0" indent="0" rtl="1">
              <a:buNone/>
            </a:pPr>
            <a:r>
              <a:rPr lang="ar" sz="1400" b="1" dirty="0"/>
              <a:t>دقة المكونات:</a:t>
            </a:r>
          </a:p>
          <a:p>
            <a:pPr rtl="1"/>
            <a:r>
              <a:rPr lang="ar" sz="1400" dirty="0"/>
              <a:t>تفاوتات الأبعاد: من ± 0.05 مم إلى ± 0.01 مم. ملمس السطح: يتراوح من 6.3 ميكرومتر إلى 0.4 ميكرومتر.</a:t>
            </a:r>
          </a:p>
          <a:p>
            <a:pPr marL="0" indent="0" rtl="1">
              <a:buNone/>
            </a:pPr>
            <a:endParaRPr lang="en-GB" sz="1400" dirty="0"/>
          </a:p>
          <a:p>
            <a:pPr marL="0" indent="0" rtl="1">
              <a:buNone/>
            </a:pPr>
            <a:endParaRPr lang="en-GB" sz="1400" dirty="0"/>
          </a:p>
        </p:txBody>
      </p:sp>
      <p:sp>
        <p:nvSpPr>
          <p:cNvPr id="2" name="Rectangle 1">
            <a:extLst>
              <a:ext uri="{FF2B5EF4-FFF2-40B4-BE49-F238E27FC236}">
                <a16:creationId xmlns:a16="http://schemas.microsoft.com/office/drawing/2014/main" id="{746B3E57-1944-E2A5-0D94-493523B94B9A}"/>
              </a:ext>
            </a:extLst>
          </p:cNvPr>
          <p:cNvSpPr>
            <a:spLocks noChangeArrowheads="1"/>
          </p:cNvSpPr>
          <p:nvPr/>
        </p:nvSpPr>
        <p:spPr bwMode="auto">
          <a:xfrm>
            <a:off x="5796136" y="260648"/>
            <a:ext cx="330111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أ2 عمليات المعالجة </a:t>
            </a:r>
          </a:p>
          <a:p>
            <a:pPr rtl="1">
              <a:tabLst>
                <a:tab pos="446088" algn="l"/>
              </a:tabLst>
            </a:pPr>
            <a:r>
              <a:rPr lang="ar" sz="2200" b="1" dirty="0">
                <a:latin typeface="Sakkal Majalla" panose="02000000000000000000" pitchFamily="2" charset="-78"/>
                <a:cs typeface="Sakkal Majalla" panose="02000000000000000000" pitchFamily="2" charset="-78"/>
              </a:rPr>
              <a:t>الآلية الثانوية التقليدية</a:t>
            </a:r>
          </a:p>
        </p:txBody>
      </p:sp>
      <p:sp>
        <p:nvSpPr>
          <p:cNvPr id="3" name="Footer Placeholder 2">
            <a:extLst>
              <a:ext uri="{FF2B5EF4-FFF2-40B4-BE49-F238E27FC236}">
                <a16:creationId xmlns:a16="http://schemas.microsoft.com/office/drawing/2014/main" id="{288B9BB7-22C2-9974-194C-9FEC414D654B}"/>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406608704"/>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860032" y="1484784"/>
            <a:ext cx="4104456" cy="48965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تقني</a:t>
            </a:r>
            <a:r>
              <a:rPr lang="ar-EG" sz="1400" b="1" dirty="0">
                <a:solidFill>
                  <a:schemeClr val="accent5">
                    <a:lumMod val="50000"/>
                  </a:schemeClr>
                </a:solidFill>
              </a:rPr>
              <a:t>تا</a:t>
            </a:r>
            <a:r>
              <a:rPr lang="ar" sz="1400" b="1" dirty="0">
                <a:solidFill>
                  <a:schemeClr val="accent5">
                    <a:lumMod val="50000"/>
                  </a:schemeClr>
                </a:solidFill>
              </a:rPr>
              <a:t> الصقل واللف وخصائصهما</a:t>
            </a:r>
            <a:br>
              <a:rPr lang="en-GB" sz="1400" dirty="0"/>
            </a:br>
            <a:br>
              <a:rPr lang="en-GB" sz="1400" dirty="0"/>
            </a:br>
            <a:r>
              <a:rPr lang="ar" sz="1400" b="1" dirty="0"/>
              <a:t>أنواع الآلات وأحجام الدُفعات:</a:t>
            </a:r>
          </a:p>
          <a:p>
            <a:pPr marL="0" indent="0" rtl="1">
              <a:buNone/>
            </a:pPr>
            <a:br>
              <a:rPr lang="en-GB" sz="1400" dirty="0"/>
            </a:br>
            <a:r>
              <a:rPr lang="ar" sz="1400" b="1" dirty="0"/>
              <a:t>الصقل:</a:t>
            </a:r>
          </a:p>
          <a:p>
            <a:pPr rtl="1"/>
            <a:r>
              <a:rPr lang="ar" sz="1400" dirty="0"/>
              <a:t>تستخدم آلات الصقل الأفقية والعمودية لأحجام الدُفعات الأحادية وحتى المتوسطة.</a:t>
            </a:r>
          </a:p>
          <a:p>
            <a:pPr rtl="1"/>
            <a:r>
              <a:rPr lang="ar" sz="1400" dirty="0"/>
              <a:t>عملية تشطيب داخلية دقيقة باستخدام الأحجار الكاشطة.</a:t>
            </a:r>
          </a:p>
          <a:p>
            <a:pPr marL="0" indent="0" rtl="1">
              <a:buNone/>
            </a:pPr>
            <a:r>
              <a:rPr lang="ar" sz="1400" b="1" dirty="0"/>
              <a:t>اللف:</a:t>
            </a:r>
          </a:p>
          <a:p>
            <a:pPr rtl="1"/>
            <a:r>
              <a:rPr lang="ar" sz="1400" dirty="0"/>
              <a:t>تُستخدم الأقراص الدوارة وآلات اللف الترددية لأحجام الدُفعات الأحادية وحتى المتوسطة.</a:t>
            </a:r>
          </a:p>
          <a:p>
            <a:pPr rtl="1"/>
            <a:r>
              <a:rPr lang="ar" sz="1400" dirty="0"/>
              <a:t>وتتضمن فرك قطعة العمل على سطح ملفوف للحصول على تشطيبات عالية الدقة.</a:t>
            </a:r>
          </a:p>
          <a:p>
            <a:pPr marL="0" indent="0" rtl="1">
              <a:buNone/>
            </a:pPr>
            <a:r>
              <a:rPr lang="ar" sz="1400" b="1" dirty="0"/>
              <a:t>ميزات المكون:</a:t>
            </a:r>
          </a:p>
          <a:p>
            <a:pPr rtl="1"/>
            <a:r>
              <a:rPr lang="ar" sz="1400" dirty="0"/>
              <a:t>الثقوب: يؤدي الشحذ إلى إنشاء أسطح داخلية دقيقة وملساء.</a:t>
            </a:r>
          </a:p>
          <a:p>
            <a:pPr rtl="1"/>
            <a:r>
              <a:rPr lang="ar" sz="1400" dirty="0"/>
              <a:t>الوجوه: ينتج اللف أسطحًا مسطحة وملساء للغاية.</a:t>
            </a:r>
          </a:p>
          <a:p>
            <a:pPr marL="0" indent="0" rtl="1">
              <a:buNone/>
            </a:pPr>
            <a:r>
              <a:rPr lang="ar" sz="1400" b="1" dirty="0"/>
              <a:t>دقة المكونات:</a:t>
            </a:r>
          </a:p>
          <a:p>
            <a:pPr rtl="1"/>
            <a:r>
              <a:rPr lang="ar" sz="1400" dirty="0"/>
              <a:t>تفاوتات الأبعاد: من ± 0.01 مم إلى ± 0.005 مم.</a:t>
            </a:r>
          </a:p>
          <a:p>
            <a:pPr rtl="1"/>
            <a:r>
              <a:rPr lang="ar" sz="1400" dirty="0"/>
              <a:t>ملمس السطح: يتراوح من 0.2 ميكرومتر إلى 0.03 ميكرومتر.</a:t>
            </a:r>
          </a:p>
        </p:txBody>
      </p:sp>
      <p:sp>
        <p:nvSpPr>
          <p:cNvPr id="3" name="Rectangle 2"/>
          <p:cNvSpPr/>
          <p:nvPr/>
        </p:nvSpPr>
        <p:spPr>
          <a:xfrm>
            <a:off x="1215766" y="5157192"/>
            <a:ext cx="2504212" cy="292388"/>
          </a:xfrm>
          <a:prstGeom prst="rect">
            <a:avLst/>
          </a:prstGeom>
        </p:spPr>
        <p:txBody>
          <a:bodyPr wrap="none" rtlCol="1">
            <a:spAutoFit/>
          </a:bodyPr>
          <a:lstStyle/>
          <a:p>
            <a:pPr algn="ctr" rtl="1"/>
            <a:r>
              <a:rPr lang="ar" sz="1300" b="1" dirty="0">
                <a:latin typeface="Roboto"/>
                <a:cs typeface="Sakkal Majalla" panose="02000000000000000000" pitchFamily="2" charset="-78"/>
              </a:rPr>
              <a:t>صورة مقرّبة لأسطوانة دراجة نارية على آلة صقل</a:t>
            </a:r>
            <a:endParaRPr lang="en-GB" sz="1300" b="1" i="0" dirty="0">
              <a:effectLst/>
              <a:latin typeface="Roboto"/>
              <a:cs typeface="Sakkal Majalla" panose="02000000000000000000" pitchFamily="2" charset="-78"/>
            </a:endParaRPr>
          </a:p>
        </p:txBody>
      </p:sp>
      <p:sp>
        <p:nvSpPr>
          <p:cNvPr id="2" name="Rectangle 1">
            <a:extLst>
              <a:ext uri="{FF2B5EF4-FFF2-40B4-BE49-F238E27FC236}">
                <a16:creationId xmlns:a16="http://schemas.microsoft.com/office/drawing/2014/main" id="{9163CE67-F251-0059-EF8A-A220246674B9}"/>
              </a:ext>
            </a:extLst>
          </p:cNvPr>
          <p:cNvSpPr>
            <a:spLocks noChangeArrowheads="1"/>
          </p:cNvSpPr>
          <p:nvPr/>
        </p:nvSpPr>
        <p:spPr bwMode="auto">
          <a:xfrm>
            <a:off x="5796136" y="260648"/>
            <a:ext cx="330111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أ2 عمليات المعالجة </a:t>
            </a:r>
          </a:p>
          <a:p>
            <a:pPr rtl="1">
              <a:tabLst>
                <a:tab pos="446088" algn="l"/>
              </a:tabLst>
            </a:pPr>
            <a:r>
              <a:rPr lang="ar" sz="2200" b="1" dirty="0">
                <a:latin typeface="Sakkal Majalla" panose="02000000000000000000" pitchFamily="2" charset="-78"/>
                <a:cs typeface="Sakkal Majalla" panose="02000000000000000000" pitchFamily="2" charset="-78"/>
              </a:rPr>
              <a:t>الآلية الثانوية التقليدية</a:t>
            </a:r>
          </a:p>
        </p:txBody>
      </p:sp>
      <p:pic>
        <p:nvPicPr>
          <p:cNvPr id="5" name="Picture 4" descr="Close-up of a machine&#10;&#10;Description automatically generated">
            <a:extLst>
              <a:ext uri="{FF2B5EF4-FFF2-40B4-BE49-F238E27FC236}">
                <a16:creationId xmlns:a16="http://schemas.microsoft.com/office/drawing/2014/main" id="{E2BF61FB-3AE9-ED46-1CA0-F3E2662933E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72710" y="2348880"/>
            <a:ext cx="3955274" cy="2631618"/>
          </a:xfrm>
          <a:prstGeom prst="rect">
            <a:avLst/>
          </a:prstGeom>
        </p:spPr>
      </p:pic>
      <p:sp>
        <p:nvSpPr>
          <p:cNvPr id="4" name="Footer Placeholder 2">
            <a:extLst>
              <a:ext uri="{FF2B5EF4-FFF2-40B4-BE49-F238E27FC236}">
                <a16:creationId xmlns:a16="http://schemas.microsoft.com/office/drawing/2014/main" id="{1B6FDCC1-C626-CB09-D8DA-9EEC0A635F04}"/>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250315321"/>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19" y="1340768"/>
            <a:ext cx="8640960" cy="53732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t>الهدف </a:t>
            </a:r>
            <a:r>
              <a:rPr lang="ar" sz="1400" dirty="0"/>
              <a:t>دراسة خصائص الاستدامة لعمليات المعالجة الآلية الثانوية، والتركيز على استهلاك الطاقة وإدارة النفايات واستخدام سوائل القطع ومواد النفايات والتخلص منها.</a:t>
            </a:r>
          </a:p>
          <a:p>
            <a:pPr marL="0" indent="0" rtl="1">
              <a:buNone/>
            </a:pPr>
            <a:br>
              <a:rPr lang="en-GB" sz="1000" dirty="0"/>
            </a:br>
            <a:r>
              <a:rPr lang="ar" sz="1400" b="1" dirty="0"/>
              <a:t>استهلاك الطاقة لإزالة المواد:</a:t>
            </a:r>
          </a:p>
          <a:p>
            <a:pPr marL="0" indent="0" rtl="1">
              <a:buNone/>
            </a:pPr>
            <a:r>
              <a:rPr lang="ar" sz="1400" dirty="0"/>
              <a:t>متطلبات الطاقة: تعتمد كمية الطاقة اللازمة لتشغيل الآلات، مثل آلات الثقب والتفريز والخراطة والشحذ، على نوع الماكينة وحجمها والمواد المراد معالجتها.</a:t>
            </a:r>
            <a:br>
              <a:rPr lang="en-GB" sz="1400" dirty="0"/>
            </a:br>
            <a:br>
              <a:rPr lang="en-GB" sz="1400" dirty="0"/>
            </a:br>
            <a:r>
              <a:rPr lang="ar" sz="1400" b="1" dirty="0"/>
              <a:t>العوامل المؤثرة على استهلاك الطاقة:</a:t>
            </a:r>
          </a:p>
          <a:p>
            <a:pPr rtl="1"/>
            <a:r>
              <a:rPr lang="ar" sz="1400" dirty="0"/>
              <a:t>نوع الآلة: عادةً ما تستهلك الآلات الأكبر حجمًا أو الآلات التي تؤدي أعمالًا عالية الدقة مزيدًا من الطاقة.</a:t>
            </a:r>
          </a:p>
          <a:p>
            <a:pPr rtl="1"/>
            <a:r>
              <a:rPr lang="ar" sz="1400" dirty="0"/>
              <a:t>حالة الآلة: تعمل الآلة الخاضعة للصيانة المنتظمة بشكل أكثر كفاءة وتستهلك طاقة أقل. وأما الآلات البالية أو غير الخاضعة للصيانة المنتظمة فتستهلك مزيدًا من الطاقة لأداء المهام نفسها.</a:t>
            </a:r>
          </a:p>
          <a:p>
            <a:pPr rtl="1"/>
            <a:r>
              <a:rPr lang="ar" sz="1400" dirty="0"/>
              <a:t>حالة الأدوات: تسهم الأدوات الحادة الخاضعة للصيانة بشكل صحيح في تقليل كمية الطاقة المطلوبة لإزالة المواد. وأما الأدوات الباهتة أو المتلفة فقد تزيد من الاحتكاك والتآكل، ما يؤدي إلى زيادة استخدام الطاقة.</a:t>
            </a:r>
          </a:p>
          <a:p>
            <a:pPr marL="0" indent="0" rtl="1">
              <a:buNone/>
            </a:pPr>
            <a:br>
              <a:rPr lang="en-GB" sz="1400" dirty="0"/>
            </a:br>
            <a:r>
              <a:rPr lang="ar" sz="1400" b="1" dirty="0">
                <a:solidFill>
                  <a:schemeClr val="accent5">
                    <a:lumMod val="50000"/>
                  </a:schemeClr>
                </a:solidFill>
              </a:rPr>
              <a:t>كفاءة طاقة الآلة:</a:t>
            </a:r>
            <a:br>
              <a:rPr lang="en-GB" sz="1400" dirty="0"/>
            </a:br>
            <a:br>
              <a:rPr lang="en-GB" sz="1000" dirty="0"/>
            </a:br>
            <a:r>
              <a:rPr lang="ar" sz="1400" b="1" dirty="0"/>
              <a:t>الكفاءة في تشغيل الآلة:</a:t>
            </a:r>
          </a:p>
          <a:p>
            <a:pPr rtl="1"/>
            <a:r>
              <a:rPr lang="ar" sz="1400" dirty="0"/>
              <a:t>تسهم الآلات المُشغّلة </a:t>
            </a:r>
            <a:r>
              <a:rPr lang="ar-EG" sz="1400" dirty="0"/>
              <a:t>بإعدادات مُثلى تلائم المواد والمهام </a:t>
            </a:r>
            <a:r>
              <a:rPr lang="ar" sz="1400" dirty="0"/>
              <a:t>في تقليل استهلاك الطاقة.</a:t>
            </a:r>
          </a:p>
          <a:p>
            <a:pPr rtl="1"/>
            <a:r>
              <a:rPr lang="ar" sz="1400" dirty="0"/>
              <a:t>يمكن أن يؤدي تشغيل الآلات بسرعات</a:t>
            </a:r>
            <a:r>
              <a:rPr lang="ar-EG" sz="1400" dirty="0"/>
              <a:t> مرتفعة</a:t>
            </a:r>
            <a:r>
              <a:rPr lang="ar" sz="1400" dirty="0"/>
              <a:t> أو </a:t>
            </a:r>
            <a:r>
              <a:rPr lang="ar-EG" sz="1400" dirty="0"/>
              <a:t>ب</a:t>
            </a:r>
            <a:r>
              <a:rPr lang="ar" sz="1400" dirty="0"/>
              <a:t>تلقيم مرتفع</a:t>
            </a:r>
            <a:r>
              <a:rPr lang="ar-EG" sz="1400" dirty="0"/>
              <a:t> دون وجود ضرورة لذلك </a:t>
            </a:r>
            <a:r>
              <a:rPr lang="ar" sz="1400" dirty="0"/>
              <a:t>إلى زيادة استخدام الطاقة دون تحسين عملية المعالجة.</a:t>
            </a:r>
          </a:p>
          <a:p>
            <a:pPr marL="0" indent="0" rtl="1">
              <a:buNone/>
            </a:pPr>
            <a:r>
              <a:rPr lang="ar" sz="1400" b="1" dirty="0"/>
              <a:t>تأثير الصيانة:</a:t>
            </a:r>
          </a:p>
          <a:p>
            <a:pPr rtl="1"/>
            <a:r>
              <a:rPr lang="ar" sz="1400" dirty="0"/>
              <a:t>الصيانة الدورية </a:t>
            </a:r>
            <a:r>
              <a:rPr lang="ar-EG" sz="1400" dirty="0"/>
              <a:t>ت</a:t>
            </a:r>
            <a:r>
              <a:rPr lang="ar" sz="1400" dirty="0"/>
              <a:t>ضمن تشغيل الآلات بكفاءة، ما يقلل من هدر الطاقة. و</a:t>
            </a:r>
            <a:r>
              <a:rPr lang="ar-EG" sz="1400" dirty="0"/>
              <a:t>ت</a:t>
            </a:r>
            <a:r>
              <a:rPr lang="ar" sz="1400" dirty="0"/>
              <a:t>شمل</a:t>
            </a:r>
            <a:r>
              <a:rPr lang="ar-EG" sz="1400" dirty="0"/>
              <a:t> </a:t>
            </a:r>
            <a:r>
              <a:rPr lang="ar" sz="1400" dirty="0"/>
              <a:t>فحص المحاذاة والتزليق وتآكل المكونات.</a:t>
            </a:r>
            <a:endParaRPr lang="en-GB" sz="1400" dirty="0"/>
          </a:p>
          <a:p>
            <a:pPr rtl="1"/>
            <a:r>
              <a:rPr lang="ar" sz="1400" dirty="0"/>
              <a:t>الصيانة غير الصحيحة: تؤدي إلى عدم الكفاءة، </a:t>
            </a:r>
            <a:r>
              <a:rPr lang="ar-EG" sz="1400" dirty="0"/>
              <a:t>ف</a:t>
            </a:r>
            <a:r>
              <a:rPr lang="ar" sz="1400" dirty="0"/>
              <a:t>تستخدم الآلات المزيد من الطاقة وتنتج نتائج أقل دقة.</a:t>
            </a:r>
          </a:p>
          <a:p>
            <a:pPr marL="0" indent="0" rtl="1">
              <a:buNone/>
            </a:pPr>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499992" y="260648"/>
            <a:ext cx="459725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أ3 خصائص الاستدامة</a:t>
            </a:r>
          </a:p>
          <a:p>
            <a:pPr rtl="1"/>
            <a:r>
              <a:rPr lang="ar" sz="2200" b="1" dirty="0">
                <a:latin typeface="Sakkal Majalla" panose="02000000000000000000" pitchFamily="2" charset="-78"/>
                <a:cs typeface="Sakkal Majalla" panose="02000000000000000000" pitchFamily="2" charset="-78"/>
              </a:rPr>
              <a:t>لعمليات المعالجة الآلية الثانوية</a:t>
            </a:r>
          </a:p>
        </p:txBody>
      </p:sp>
      <p:sp>
        <p:nvSpPr>
          <p:cNvPr id="2" name="Footer Placeholder 2">
            <a:extLst>
              <a:ext uri="{FF2B5EF4-FFF2-40B4-BE49-F238E27FC236}">
                <a16:creationId xmlns:a16="http://schemas.microsoft.com/office/drawing/2014/main" id="{05AB456E-B08A-4D57-BF96-AD8B25070C5E}"/>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3397344637"/>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544" y="1268760"/>
            <a:ext cx="8424936" cy="531521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إدارة النفايات: سوائل القطع والإلكتروليتات</a:t>
            </a:r>
            <a:br>
              <a:rPr lang="en-GB" sz="1400" dirty="0"/>
            </a:br>
            <a:r>
              <a:rPr lang="ar" sz="1400" b="1" dirty="0"/>
              <a:t>سوائل القطع:</a:t>
            </a:r>
          </a:p>
          <a:p>
            <a:pPr rtl="1"/>
            <a:r>
              <a:rPr lang="ar" sz="1400" dirty="0"/>
              <a:t>الغرض: تُستخدم لتبريد الرقائق المعدنية وتزليقها وتنظيفها في أثناء المعالجة، ما يسهم في إطالة عمر أداة القطع ويحسن جودة السطح النهائي.</a:t>
            </a:r>
          </a:p>
          <a:p>
            <a:pPr rtl="1"/>
            <a:r>
              <a:rPr lang="ar" sz="1400" dirty="0"/>
              <a:t>تأثير الطاقة: يمكن أن يؤدي وضع السوائل بشكل صحيح إلى الحدّ من الاحتكاك وتقليل متطلبات الطاقة لعملية المعالجة الآلية.</a:t>
            </a:r>
          </a:p>
          <a:p>
            <a:pPr marL="0" indent="0" rtl="1">
              <a:buNone/>
            </a:pPr>
            <a:r>
              <a:rPr lang="ar" sz="1400" b="1" dirty="0"/>
              <a:t>الإلكتروليتات:</a:t>
            </a:r>
          </a:p>
          <a:p>
            <a:pPr rtl="1"/>
            <a:r>
              <a:rPr lang="ar" sz="1400" dirty="0"/>
              <a:t>تستخدم في المعالجة الآلية بالتفريغ الكهربائي والمعالجة الكهروكيميائية للمساعدة على إزالة المواد بالتفريغات الكهربائية أو التفاعلات الكيميائية.</a:t>
            </a:r>
          </a:p>
          <a:p>
            <a:pPr marL="0" indent="0" rtl="1">
              <a:buNone/>
            </a:pPr>
            <a:r>
              <a:rPr lang="ar" sz="1400" b="1" dirty="0"/>
              <a:t>التخلص من سوائل القطع والإلكتروليتات:</a:t>
            </a:r>
          </a:p>
          <a:p>
            <a:pPr rtl="1"/>
            <a:r>
              <a:rPr lang="ar" sz="1400" dirty="0"/>
              <a:t>التشريعات البيئية: يجب التخلص من سوائل القطع والإلكتروليتات وفقًا للوائح البيئية نظرًا لطبيعتها الخطرة.</a:t>
            </a:r>
          </a:p>
          <a:p>
            <a:pPr rtl="1"/>
            <a:r>
              <a:rPr lang="ar" sz="1400" dirty="0"/>
              <a:t>إعادة التدوير: غالبًا ما تتضمن ممارسات المعالجة الآلية الحديثة أنظمة إعادة التدوير المستخدمة لسوائل القطع، ما يقلل النفايات والتأثير البيئي.</a:t>
            </a:r>
          </a:p>
          <a:p>
            <a:pPr marL="0" indent="0" rtl="1">
              <a:buNone/>
            </a:pPr>
            <a:endParaRPr lang="en-GB" sz="1400" dirty="0"/>
          </a:p>
          <a:p>
            <a:pPr marL="0" indent="0" rtl="1">
              <a:buNone/>
            </a:pPr>
            <a:r>
              <a:rPr lang="ar" sz="1400" b="1" dirty="0">
                <a:solidFill>
                  <a:schemeClr val="accent5">
                    <a:lumMod val="50000"/>
                  </a:schemeClr>
                </a:solidFill>
              </a:rPr>
              <a:t>معالجة مواد النفايات</a:t>
            </a:r>
            <a:br>
              <a:rPr lang="en-GB" sz="1400" dirty="0"/>
            </a:br>
            <a:r>
              <a:rPr lang="ar" sz="1400" b="1" dirty="0"/>
              <a:t>النفايات والرقائق المعدنية:</a:t>
            </a:r>
          </a:p>
          <a:p>
            <a:pPr rtl="1"/>
            <a:r>
              <a:rPr lang="ar" sz="1400" dirty="0"/>
              <a:t>إعادة التدوير: ينتج عن المعالجة الآلية نفايات معدنية (رقائق) يمكن جمعها وإعادة تدويرها. حيث يقلل إعادة التدوير من النفايات المرسلة إلى مدافن النفايات وتحافظ على موارد المواد الخام.</a:t>
            </a:r>
          </a:p>
          <a:p>
            <a:pPr rtl="1"/>
            <a:r>
              <a:rPr lang="ar" sz="1400" dirty="0"/>
              <a:t>التخلص السليم: يجب التخلص من أي نفايات غير قابلة لإعادة التدوير وفقًا للوائح البيئية لمنع تلوث المياه والتربة.</a:t>
            </a:r>
          </a:p>
          <a:p>
            <a:pPr marL="0" indent="0" rtl="1">
              <a:buNone/>
            </a:pPr>
            <a:r>
              <a:rPr lang="ar" sz="1400" b="1" dirty="0"/>
              <a:t>النفايات الصلبة والسائلة:</a:t>
            </a:r>
          </a:p>
          <a:p>
            <a:pPr rtl="1"/>
            <a:r>
              <a:rPr lang="ar" sz="1400" dirty="0"/>
              <a:t>التجميع الفعال: يضمن استخدام ناقلات أو مجمعات النفايات المعدنية معالجة نفايات المواد بشكل صحيح وإمكانية إعادة تدويرها أو التخلص منها بكفاءة.</a:t>
            </a:r>
          </a:p>
          <a:p>
            <a:pPr rtl="1"/>
            <a:r>
              <a:rPr lang="ar" sz="1400" dirty="0"/>
              <a:t>تقليل النفايات: يساعد تقليل إزالة المواد الزائدة باستخدام إستراتيجيات المعالجة المناسبة على تقليل حجم النفايات المتولدة في أثناء المعالجة.</a:t>
            </a:r>
          </a:p>
        </p:txBody>
      </p:sp>
      <p:sp>
        <p:nvSpPr>
          <p:cNvPr id="2" name="Rectangle 1">
            <a:extLst>
              <a:ext uri="{FF2B5EF4-FFF2-40B4-BE49-F238E27FC236}">
                <a16:creationId xmlns:a16="http://schemas.microsoft.com/office/drawing/2014/main" id="{688556C5-7486-612F-10A2-CD9728AD8488}"/>
              </a:ext>
            </a:extLst>
          </p:cNvPr>
          <p:cNvSpPr>
            <a:spLocks noChangeArrowheads="1"/>
          </p:cNvSpPr>
          <p:nvPr/>
        </p:nvSpPr>
        <p:spPr bwMode="auto">
          <a:xfrm>
            <a:off x="4499992" y="260648"/>
            <a:ext cx="459725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أ3 خصائص الاستدامة</a:t>
            </a:r>
          </a:p>
          <a:p>
            <a:pPr rtl="1"/>
            <a:r>
              <a:rPr lang="ar" sz="2200" b="1" dirty="0">
                <a:latin typeface="Sakkal Majalla" panose="02000000000000000000" pitchFamily="2" charset="-78"/>
                <a:cs typeface="Sakkal Majalla" panose="02000000000000000000" pitchFamily="2" charset="-78"/>
              </a:rPr>
              <a:t>لعمليات المعالجة الآلية الثانوية</a:t>
            </a:r>
          </a:p>
        </p:txBody>
      </p:sp>
      <p:sp>
        <p:nvSpPr>
          <p:cNvPr id="3" name="Footer Placeholder 2">
            <a:extLst>
              <a:ext uri="{FF2B5EF4-FFF2-40B4-BE49-F238E27FC236}">
                <a16:creationId xmlns:a16="http://schemas.microsoft.com/office/drawing/2014/main" id="{997AAEE1-C58B-773B-D408-BC97E73B3AA8}"/>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850124632"/>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3">
            <a:extLst>
              <a:ext uri="{FF2B5EF4-FFF2-40B4-BE49-F238E27FC236}">
                <a16:creationId xmlns:a16="http://schemas.microsoft.com/office/drawing/2014/main" id="{B027E2AC-7F6A-C717-A702-87EFFDBAEB3D}"/>
              </a:ext>
            </a:extLst>
          </p:cNvPr>
          <p:cNvSpPr>
            <a:spLocks noGrp="1" noChangeArrowheads="1"/>
          </p:cNvSpPr>
          <p:nvPr>
            <p:ph sz="half" idx="2"/>
          </p:nvPr>
        </p:nvSpPr>
        <p:spPr bwMode="auto">
          <a:xfrm>
            <a:off x="467544" y="1296144"/>
            <a:ext cx="8208912" cy="170080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5">
                    <a:lumMod val="50000"/>
                  </a:schemeClr>
                </a:solidFill>
              </a:rPr>
              <a:t>الاستدامة في المعالجة الآلية: أفضل الممارسات</a:t>
            </a:r>
            <a:br>
              <a:rPr lang="en-GB" sz="1600" dirty="0"/>
            </a:br>
            <a:r>
              <a:rPr lang="ar" sz="1600" b="1" dirty="0"/>
              <a:t>تحسين كفاءة الطاقة:</a:t>
            </a:r>
          </a:p>
          <a:p>
            <a:pPr rtl="1"/>
            <a:r>
              <a:rPr lang="ar" sz="1600" dirty="0"/>
              <a:t>حافظ على الآلات والأدوات لتقليل استهلاك الطاقة.</a:t>
            </a:r>
          </a:p>
          <a:p>
            <a:pPr rtl="1"/>
            <a:r>
              <a:rPr lang="ar" sz="1600" dirty="0"/>
              <a:t>استخدم سوائل وأدوات القطع المناسبة لتقليل الاحتكاك وتآكل الأدوات.</a:t>
            </a:r>
            <a:br>
              <a:rPr lang="en-GB" sz="1600" dirty="0"/>
            </a:br>
            <a:endParaRPr lang="en-GB" sz="1600" dirty="0"/>
          </a:p>
          <a:p>
            <a:pPr marL="0" indent="0" rtl="1">
              <a:buNone/>
            </a:pPr>
            <a:r>
              <a:rPr lang="ar" sz="1600" b="1" dirty="0"/>
              <a:t>إدارة النفايات المستدامة:</a:t>
            </a:r>
          </a:p>
          <a:p>
            <a:pPr rtl="1"/>
            <a:r>
              <a:rPr lang="ar" sz="1600" dirty="0"/>
              <a:t>نفّذ برامج إعادة التدوير للرقائق والنفايات المعدنية.</a:t>
            </a:r>
          </a:p>
          <a:p>
            <a:pPr rtl="1"/>
            <a:r>
              <a:rPr lang="ar" sz="1600" dirty="0"/>
              <a:t>أعد تدوير سائل القطع وإعادة استخدامه ما أمكن</a:t>
            </a:r>
            <a:r>
              <a:rPr lang="ar-EG" sz="1600" dirty="0"/>
              <a:t>،</a:t>
            </a:r>
            <a:r>
              <a:rPr lang="ar" sz="1600" dirty="0"/>
              <a:t> واحرص على التخلص السليم من النفايات لاستيفاء المعايير البيئية.</a:t>
            </a:r>
          </a:p>
        </p:txBody>
      </p:sp>
      <p:sp>
        <p:nvSpPr>
          <p:cNvPr id="2" name="Footer Placeholder 2">
            <a:extLst>
              <a:ext uri="{FF2B5EF4-FFF2-40B4-BE49-F238E27FC236}">
                <a16:creationId xmlns:a16="http://schemas.microsoft.com/office/drawing/2014/main" id="{C7BCB57B-FBAA-647E-9C2C-32AD8267231F}"/>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1845910744"/>
      </p:ext>
    </p:extLst>
  </p:cSld>
  <p:clrMapOvr>
    <a:masterClrMapping/>
  </p:clrMapOvr>
  <p:transition>
    <p:sndAc>
      <p:stSnd>
        <p:snd r:embed="rId2"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ب</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إعداد آلات المعالجة الآلية الثانوية التقليدية لتصنيع أحد المكونات بأمان</a:t>
            </a:r>
          </a:p>
        </p:txBody>
      </p:sp>
      <p:sp>
        <p:nvSpPr>
          <p:cNvPr id="2" name="Footer Placeholder 2">
            <a:extLst>
              <a:ext uri="{FF2B5EF4-FFF2-40B4-BE49-F238E27FC236}">
                <a16:creationId xmlns:a16="http://schemas.microsoft.com/office/drawing/2014/main" id="{1CCA482C-2279-2D5F-B3AB-B6DD8837C060}"/>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211838768"/>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2" y="1196752"/>
            <a:ext cx="8784976" cy="53732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t>الهدف </a:t>
            </a:r>
            <a:r>
              <a:rPr lang="ar" sz="1400" dirty="0"/>
              <a:t>فهم لوائح الصحة والسلامة التي يجب اتباعها عند إعداد آلات المعالجة الآلية الثانوية. ويركز هذا الجزء على معدات الحماية الشخصية والمناولة اليدوية والتحكم في المواد الخطرة.</a:t>
            </a:r>
          </a:p>
          <a:p>
            <a:pPr marL="0" indent="0" rtl="1">
              <a:buNone/>
            </a:pPr>
            <a:endParaRPr lang="en-GB" sz="1400" dirty="0"/>
          </a:p>
          <a:p>
            <a:pPr marL="0" indent="0" rtl="1">
              <a:buNone/>
            </a:pPr>
            <a:r>
              <a:rPr lang="ar" sz="1400" b="1" dirty="0">
                <a:solidFill>
                  <a:schemeClr val="accent5">
                    <a:lumMod val="50000"/>
                  </a:schemeClr>
                </a:solidFill>
              </a:rPr>
              <a:t>لوائح معدات الحماية الشخصية لعمليات المعالجة الآلية</a:t>
            </a:r>
            <a:br>
              <a:rPr lang="en-GB" sz="1400" dirty="0"/>
            </a:br>
            <a:r>
              <a:rPr lang="ar" sz="1400" b="1" dirty="0"/>
              <a:t>لوائح معدات الحماية الشخصية في العمل</a:t>
            </a:r>
          </a:p>
          <a:p>
            <a:pPr rtl="1"/>
            <a:r>
              <a:rPr lang="ar" sz="1400" dirty="0"/>
              <a:t>السلامة الشخصية: تضمن حماية العمال من المخاطر التي يمكن أن تحدث في أثناء تشغيل الآلات.</a:t>
            </a:r>
            <a:br>
              <a:rPr lang="en-GB" sz="1400" dirty="0"/>
            </a:br>
            <a:endParaRPr lang="en-GB" sz="1400" dirty="0"/>
          </a:p>
          <a:p>
            <a:pPr marL="0" indent="0" rtl="1">
              <a:buNone/>
            </a:pPr>
            <a:r>
              <a:rPr lang="ar" sz="1400" b="1" dirty="0"/>
              <a:t>الملابس الواقية المناسبة:</a:t>
            </a:r>
          </a:p>
          <a:p>
            <a:pPr rtl="1"/>
            <a:r>
              <a:rPr lang="ar" sz="1400" dirty="0"/>
              <a:t>واقي العينين: النظارات الواقية أو واقيات الوجه للحماية من الحطام والشرر.</a:t>
            </a:r>
          </a:p>
          <a:p>
            <a:pPr rtl="1"/>
            <a:r>
              <a:rPr lang="ar" sz="1400" dirty="0"/>
              <a:t>القفازات: تقي من الجروح والزيوت والمواد الكيميائية لحماية اليدين في أثناء المناولة.</a:t>
            </a:r>
          </a:p>
          <a:p>
            <a:pPr rtl="1"/>
            <a:r>
              <a:rPr lang="ar" sz="1400" dirty="0"/>
              <a:t>واقيات الأذنين: سدادات الأذن أو غطاء للأذنين عند العمل على الأجهزة التي تصدر صوتًا صاخبًا.</a:t>
            </a:r>
          </a:p>
          <a:p>
            <a:pPr rtl="1"/>
            <a:r>
              <a:rPr lang="ar" sz="1400" dirty="0"/>
              <a:t>الأحذية: أحذية بأصابع فولاذية لحماية القدمين من الأشياء الثقيلة أو الأدوات المتساقطة.</a:t>
            </a:r>
          </a:p>
          <a:p>
            <a:pPr rtl="1"/>
            <a:r>
              <a:rPr lang="ar" sz="1400" dirty="0"/>
              <a:t>نظافة منطقة العمل: يجب أن تظل مناطق العمل نظيفة ومرتبة لتجنب وقوع الحوادث الناجمة عن الفوضى أو السوائل المنسكبة.</a:t>
            </a:r>
            <a:br>
              <a:rPr lang="en-GB" sz="1400" dirty="0"/>
            </a:br>
            <a:endParaRPr lang="en-GB" sz="1400" dirty="0"/>
          </a:p>
          <a:p>
            <a:pPr marL="0" indent="0" rtl="1">
              <a:buNone/>
            </a:pPr>
            <a:r>
              <a:rPr lang="ar" sz="1400" b="1" dirty="0"/>
              <a:t>الميزات الرئيسة لمعدات الحماية الشخصية</a:t>
            </a:r>
            <a:br>
              <a:rPr lang="en-GB" sz="1400" dirty="0"/>
            </a:br>
            <a:r>
              <a:rPr lang="ar" sz="1400" b="1" dirty="0"/>
              <a:t>تحديد معدات الحماية الشخصية المناسبة:</a:t>
            </a:r>
          </a:p>
          <a:p>
            <a:pPr rtl="1"/>
            <a:r>
              <a:rPr lang="ar" sz="1400" dirty="0"/>
              <a:t>يجب اختيار معدات الحماية الشخصية بناءً على المخاطر المحددة التي تنطوي عليها عملية المعالجة الآلية. فعلى سبيل المثال:</a:t>
            </a:r>
          </a:p>
          <a:p>
            <a:pPr rtl="1"/>
            <a:r>
              <a:rPr lang="ar" sz="1400" dirty="0"/>
              <a:t>عند استخدام سوائل القطع، من الضروري استخدام القفازات والمرايل المقاومة للمواد الكيميائية.</a:t>
            </a:r>
          </a:p>
          <a:p>
            <a:pPr rtl="1"/>
            <a:r>
              <a:rPr lang="ar-EG" sz="1400" dirty="0"/>
              <a:t>عند إنجاز </a:t>
            </a:r>
            <a:r>
              <a:rPr lang="ar" sz="1400" dirty="0"/>
              <a:t>عمليات تنطوي على انبعاث الشرر أو الحطام المتطاير (مثل الشحذ)، تعتبر واقيات الوجه ونظارات السلامة ضرورية.</a:t>
            </a:r>
          </a:p>
          <a:p>
            <a:pPr rtl="1"/>
            <a:r>
              <a:rPr lang="ar" sz="1400" dirty="0"/>
              <a:t>يجب إجراء فحوصات منتظمة لمعدات الحماية الشخصية للتأكد من أنها لا تزال في حالة جيدة ومناسبة للاستخدام.</a:t>
            </a:r>
            <a:br>
              <a:rPr lang="en-GB" sz="1400" dirty="0"/>
            </a:br>
            <a:endParaRPr lang="en-GB" sz="1400" dirty="0"/>
          </a:p>
          <a:p>
            <a:pPr marL="0" indent="0" rtl="1">
              <a:buNone/>
            </a:pPr>
            <a:r>
              <a:rPr lang="ar" sz="1400" b="1" dirty="0"/>
              <a:t>صيانة منطقة العمل:</a:t>
            </a:r>
          </a:p>
          <a:p>
            <a:pPr rtl="1"/>
            <a:r>
              <a:rPr lang="ar" sz="1400" dirty="0"/>
              <a:t>الحفاظ على منطقة العمل منظمة، وضمان تخزين الأدوات بشكل صحيح، وتنظيف الانسكابات على الفور لمنع الانزلاق والسقوط.</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88640"/>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ب1 متطلبات الصحة والسلامة عندما</a:t>
            </a:r>
          </a:p>
          <a:p>
            <a:pPr rtl="1"/>
            <a:r>
              <a:rPr lang="ar" sz="2200" b="1" dirty="0">
                <a:latin typeface="Sakkal Majalla" panose="02000000000000000000" pitchFamily="2" charset="-78"/>
                <a:cs typeface="Sakkal Majalla" panose="02000000000000000000" pitchFamily="2" charset="-78"/>
              </a:rPr>
              <a:t>إعداد آلات المعالجة الآلية الثانوية</a:t>
            </a:r>
          </a:p>
        </p:txBody>
      </p:sp>
      <p:sp>
        <p:nvSpPr>
          <p:cNvPr id="2" name="Footer Placeholder 2">
            <a:extLst>
              <a:ext uri="{FF2B5EF4-FFF2-40B4-BE49-F238E27FC236}">
                <a16:creationId xmlns:a16="http://schemas.microsoft.com/office/drawing/2014/main" id="{C1465C33-19F1-867C-DDE8-4E2D04D60CEE}"/>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3033878617"/>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2" y="1196752"/>
            <a:ext cx="4536504" cy="55084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لوائح عمليات المناولة اليدوية</a:t>
            </a:r>
            <a:br>
              <a:rPr lang="en-GB" sz="1400" dirty="0"/>
            </a:br>
            <a:r>
              <a:rPr lang="ar" sz="1400" b="1" dirty="0"/>
              <a:t>الإعداد الآمن للأجزاء المتحركة:</a:t>
            </a:r>
          </a:p>
          <a:p>
            <a:pPr rtl="1"/>
            <a:r>
              <a:rPr lang="ar" sz="1400" dirty="0"/>
              <a:t>التأكد من تأمين أجزاء الآلات المتحركة بشكل صحيح في أثناء الإعداد لمنع وقوع الحوادث.</a:t>
            </a:r>
          </a:p>
          <a:p>
            <a:pPr rtl="1"/>
            <a:r>
              <a:rPr lang="ar" sz="1400" dirty="0"/>
              <a:t>يجب تدريب العمال على كيفية نقل أجزاء الآلة وتعديلها بأمان.</a:t>
            </a:r>
          </a:p>
          <a:p>
            <a:pPr marL="0" indent="0" rtl="1">
              <a:buNone/>
            </a:pPr>
            <a:r>
              <a:rPr lang="ar" sz="1400" b="1" dirty="0"/>
              <a:t>التحميل المتكرر للمواد:</a:t>
            </a:r>
          </a:p>
          <a:p>
            <a:pPr rtl="1"/>
            <a:r>
              <a:rPr lang="ar" sz="1400" dirty="0"/>
              <a:t>يجب مراعاة إجراءات المناولة الآمنة في عمليات التحميل المتكرر للمواد في الآلات.</a:t>
            </a:r>
          </a:p>
          <a:p>
            <a:pPr rtl="1"/>
            <a:r>
              <a:rPr lang="ar" sz="1400" dirty="0"/>
              <a:t>ويشمل ذلك استخدام الوسائل الميكانيكية، مثل أجهزة الرفع، لتقليل الضغط على الجسم ومنع حدوث الإصابات.</a:t>
            </a:r>
          </a:p>
          <a:p>
            <a:pPr marL="0" indent="0" rtl="1">
              <a:buNone/>
            </a:pPr>
            <a:r>
              <a:rPr lang="ar" sz="1400" b="1" dirty="0"/>
              <a:t>تجنب الحواف الحادة:</a:t>
            </a:r>
          </a:p>
          <a:p>
            <a:pPr rtl="1"/>
            <a:r>
              <a:rPr lang="ar" sz="1400" dirty="0"/>
              <a:t>عند التعامل مع مواد مثل ألواح الصلب، يجب على العمال التأكد من عدم وجود حواف حادة مكشوفة، أو يجب عليهم ارتداء القفازات الواقية المناسبة.</a:t>
            </a:r>
          </a:p>
          <a:p>
            <a:pPr marL="0" indent="0" rtl="1">
              <a:buNone/>
            </a:pPr>
            <a:endParaRPr lang="en-GB" sz="1000" b="1" dirty="0">
              <a:solidFill>
                <a:schemeClr val="accent5">
                  <a:lumMod val="50000"/>
                </a:schemeClr>
              </a:solidFill>
            </a:endParaRPr>
          </a:p>
          <a:p>
            <a:pPr marL="0" indent="0" rtl="1">
              <a:buNone/>
            </a:pPr>
            <a:r>
              <a:rPr lang="ar" sz="1400" b="1" dirty="0">
                <a:solidFill>
                  <a:schemeClr val="accent5">
                    <a:lumMod val="50000"/>
                  </a:schemeClr>
                </a:solidFill>
              </a:rPr>
              <a:t>المناولة اليدوية: أفضل الممارسات</a:t>
            </a:r>
            <a:br>
              <a:rPr lang="en-GB" sz="1400" dirty="0"/>
            </a:br>
            <a:r>
              <a:rPr lang="ar" sz="1400" b="1" dirty="0"/>
              <a:t>الممارسات المريحة:</a:t>
            </a:r>
          </a:p>
          <a:p>
            <a:pPr rtl="1"/>
            <a:r>
              <a:rPr lang="ar" sz="1400" dirty="0"/>
              <a:t>يجب تدريب العمال على تقنيات الرفع المناسبة لتجنب التعرض للإصابات عند التعامل مع المواد.</a:t>
            </a:r>
          </a:p>
          <a:p>
            <a:pPr rtl="1"/>
            <a:r>
              <a:rPr lang="ar" sz="1400" dirty="0"/>
              <a:t>تأكد من تخزين المواد الثقيلة على ارتفاع الخصر لتقليل الانحناء أو التمدد.</a:t>
            </a:r>
          </a:p>
          <a:p>
            <a:pPr marL="0" indent="0" rtl="1">
              <a:buNone/>
            </a:pPr>
            <a:r>
              <a:rPr lang="ar" sz="1400" b="1" dirty="0"/>
              <a:t>تثبيت موانع الحركة على الآلة:</a:t>
            </a:r>
          </a:p>
          <a:p>
            <a:pPr rtl="1"/>
            <a:r>
              <a:rPr lang="ar" sz="1400" dirty="0"/>
              <a:t>يجب أن تكون موانع الحركة مثبتة على الآلات لمنع أي حركة غير مقصودة في أثناء التجهيز.</a:t>
            </a:r>
          </a:p>
          <a:p>
            <a:pPr rtl="1"/>
            <a:r>
              <a:rPr lang="ar" sz="1400" dirty="0"/>
              <a:t>فهذا أمر مهم، لا سيما عند التعامل مع الأجزاء الكبيرة أو الثقيلة</a:t>
            </a:r>
            <a:r>
              <a:rPr lang="ar-EG" sz="1400" dirty="0"/>
              <a:t> </a:t>
            </a:r>
            <a:r>
              <a:rPr lang="ar" sz="1400" dirty="0"/>
              <a:t>التي يمكن أن تشكل مخاطر إذا لم </a:t>
            </a:r>
            <a:r>
              <a:rPr lang="ar-EG" sz="1400" dirty="0"/>
              <a:t>تؤمَّن على نحو</a:t>
            </a:r>
            <a:r>
              <a:rPr lang="ar" sz="1400" dirty="0"/>
              <a:t> صحيح.</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88640"/>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ب1 متطلبات الصحة والسلامة عندما</a:t>
            </a:r>
          </a:p>
          <a:p>
            <a:pPr rtl="1"/>
            <a:r>
              <a:rPr lang="ar" sz="2200" b="1" dirty="0">
                <a:latin typeface="Sakkal Majalla" panose="02000000000000000000" pitchFamily="2" charset="-78"/>
                <a:cs typeface="Sakkal Majalla" panose="02000000000000000000" pitchFamily="2" charset="-78"/>
              </a:rPr>
              <a:t>إعداد آلات المعالجة الآلية الثانوية</a:t>
            </a:r>
          </a:p>
        </p:txBody>
      </p:sp>
      <p:sp>
        <p:nvSpPr>
          <p:cNvPr id="2" name="Rectangle 1"/>
          <p:cNvSpPr/>
          <p:nvPr/>
        </p:nvSpPr>
        <p:spPr>
          <a:xfrm>
            <a:off x="6006843" y="5108371"/>
            <a:ext cx="1619353" cy="261610"/>
          </a:xfrm>
          <a:prstGeom prst="rect">
            <a:avLst/>
          </a:prstGeom>
        </p:spPr>
        <p:txBody>
          <a:bodyPr wrap="none" rtlCol="1">
            <a:spAutoFit/>
          </a:bodyPr>
          <a:lstStyle/>
          <a:p>
            <a:pPr algn="ctr" rtl="1"/>
            <a:r>
              <a:rPr lang="ar" sz="1100" b="1" dirty="0">
                <a:latin typeface="Roboto"/>
                <a:cs typeface="Sakkal Majalla" panose="02000000000000000000" pitchFamily="2" charset="-78"/>
              </a:rPr>
              <a:t>المناولة اليدوية الآمنة لمكونات البناء</a:t>
            </a:r>
            <a:endParaRPr lang="en-GB" sz="1100" b="1" i="0" dirty="0">
              <a:effectLst/>
              <a:latin typeface="Roboto"/>
              <a:cs typeface="Sakkal Majalla" panose="02000000000000000000" pitchFamily="2" charset="-78"/>
            </a:endParaRPr>
          </a:p>
        </p:txBody>
      </p:sp>
      <p:pic>
        <p:nvPicPr>
          <p:cNvPr id="4" name="Picture 3" descr="A group of people in orange jumpsuits&#10;&#10;Description automatically generated">
            <a:extLst>
              <a:ext uri="{FF2B5EF4-FFF2-40B4-BE49-F238E27FC236}">
                <a16:creationId xmlns:a16="http://schemas.microsoft.com/office/drawing/2014/main" id="{ED9E2F1C-EAD5-8FBE-7B4B-7994016EF71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112738" y="2780928"/>
            <a:ext cx="3491710" cy="2327443"/>
          </a:xfrm>
          <a:prstGeom prst="rect">
            <a:avLst/>
          </a:prstGeom>
        </p:spPr>
      </p:pic>
      <p:sp>
        <p:nvSpPr>
          <p:cNvPr id="3" name="Footer Placeholder 2">
            <a:extLst>
              <a:ext uri="{FF2B5EF4-FFF2-40B4-BE49-F238E27FC236}">
                <a16:creationId xmlns:a16="http://schemas.microsoft.com/office/drawing/2014/main" id="{29FA76A6-3FBE-3D50-1A48-1D2BF0EFD0CC}"/>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2356432693"/>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427984" y="1412776"/>
            <a:ext cx="4392488" cy="496855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لوائح مراقبة المواد الخطرة على الصحة</a:t>
            </a:r>
            <a:r>
              <a:rPr lang="en-US" sz="1400" b="1" dirty="0">
                <a:solidFill>
                  <a:schemeClr val="accent5">
                    <a:lumMod val="50000"/>
                  </a:schemeClr>
                </a:solidFill>
              </a:rPr>
              <a:t> </a:t>
            </a:r>
            <a:endParaRPr lang="ar-EG" sz="1400" b="1" dirty="0">
              <a:solidFill>
                <a:schemeClr val="accent5">
                  <a:lumMod val="50000"/>
                </a:schemeClr>
              </a:solidFill>
            </a:endParaRPr>
          </a:p>
          <a:p>
            <a:pPr marL="0" indent="0" rtl="1">
              <a:buNone/>
            </a:pPr>
            <a:r>
              <a:rPr lang="ar" sz="1400" dirty="0"/>
              <a:t>صُممت </a:t>
            </a:r>
            <a:r>
              <a:rPr lang="ar" sz="1400" b="1" dirty="0"/>
              <a:t>لوائح مراقبة المواد الخطرة على الصحة</a:t>
            </a:r>
            <a:r>
              <a:rPr lang="ar" sz="1400" dirty="0"/>
              <a:t> لحماية العمال من المواد الخطرة، مثل سوائل القطع ومواد التشحيم والمواد الكيميائية المستخدمة في عمليات المعالجة الآلية.</a:t>
            </a:r>
          </a:p>
          <a:p>
            <a:pPr rtl="1"/>
            <a:r>
              <a:rPr lang="ar" sz="1400" b="1" dirty="0"/>
              <a:t>الكريم الواقي: </a:t>
            </a:r>
            <a:r>
              <a:rPr lang="ar" sz="1400" dirty="0"/>
              <a:t>يُنصح العمال بوضع الكريمات الواقية لحماية بشرتهم من التعرض للمواد الضارة.</a:t>
            </a:r>
          </a:p>
          <a:p>
            <a:pPr rtl="1"/>
            <a:r>
              <a:rPr lang="ar" sz="1400" b="1" dirty="0"/>
              <a:t>التعامل مع سوائل القطع: </a:t>
            </a:r>
            <a:r>
              <a:rPr lang="ar" sz="1400" dirty="0"/>
              <a:t>يجب التعامل مع السوائل بحذر لمنع ملامستها للجلد واستنشاق الأبخرة. ويجب استخدام الحاويات والموزعات المناسبة لتقليل المخاطر.</a:t>
            </a:r>
          </a:p>
          <a:p>
            <a:pPr marL="0" indent="0" rtl="1">
              <a:buNone/>
            </a:pPr>
            <a:endParaRPr lang="en-GB" sz="1400" dirty="0"/>
          </a:p>
          <a:p>
            <a:pPr marL="0" indent="0" rtl="1">
              <a:buNone/>
            </a:pPr>
            <a:r>
              <a:rPr lang="ar" sz="1400" b="1" dirty="0">
                <a:solidFill>
                  <a:schemeClr val="accent5">
                    <a:lumMod val="50000"/>
                  </a:schemeClr>
                </a:solidFill>
              </a:rPr>
              <a:t>الاستخدام الآمن للمواد الخطرة في المعالجة الآلية</a:t>
            </a:r>
            <a:br>
              <a:rPr lang="en-GB" sz="1400" dirty="0"/>
            </a:br>
            <a:r>
              <a:rPr lang="ar" sz="1400" b="1" dirty="0"/>
              <a:t>سوائل القطع والسوائل العازلة:</a:t>
            </a:r>
          </a:p>
          <a:p>
            <a:pPr rtl="1"/>
            <a:r>
              <a:rPr lang="ar" sz="1400" dirty="0"/>
              <a:t>التأكد من استخدام سوائل القطع بطريقة مضبوطة، مع معدلات تدفق صحيحة لتقليل التعرض لها.</a:t>
            </a:r>
          </a:p>
          <a:p>
            <a:pPr rtl="1"/>
            <a:r>
              <a:rPr lang="ar" sz="1400" dirty="0"/>
              <a:t>المراقبة المنتظمة لجودة السوائل لمنع التلوث وانبعاث الأبخرة الضارة.</a:t>
            </a:r>
          </a:p>
          <a:p>
            <a:pPr marL="0" indent="0" rtl="1">
              <a:buNone/>
            </a:pPr>
            <a:r>
              <a:rPr lang="ar" sz="1400" b="1" dirty="0"/>
              <a:t>تدابير النظافة:</a:t>
            </a:r>
          </a:p>
          <a:p>
            <a:pPr rtl="1"/>
            <a:r>
              <a:rPr lang="ar" sz="1400" dirty="0"/>
              <a:t>يجب توفير مرافق غسل اليدين المناسبة للعمال لتنظيف أيديهم بعد التعامل مع سوائل القطع أو المواد الخطرة الأخرى.</a:t>
            </a:r>
          </a:p>
          <a:p>
            <a:pPr rtl="1"/>
            <a:r>
              <a:rPr lang="ar" sz="1400" dirty="0"/>
              <a:t>يجب على العمال اتباع بروتوكولات النظافة لمنع التلوث أو التعرض لفترات طويلة للمواد الكيميائية الضارة.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88640"/>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ب1 متطلبات الصحة والسلامة عندما</a:t>
            </a:r>
          </a:p>
          <a:p>
            <a:pPr rtl="1"/>
            <a:r>
              <a:rPr lang="ar" sz="2200" b="1" dirty="0">
                <a:latin typeface="Sakkal Majalla" panose="02000000000000000000" pitchFamily="2" charset="-78"/>
                <a:cs typeface="Sakkal Majalla" panose="02000000000000000000" pitchFamily="2" charset="-78"/>
              </a:rPr>
              <a:t>إعداد آلات المعالجة الآلية الثانوية</a:t>
            </a:r>
          </a:p>
        </p:txBody>
      </p:sp>
      <p:sp>
        <p:nvSpPr>
          <p:cNvPr id="2" name="Rectangle 1"/>
          <p:cNvSpPr/>
          <p:nvPr/>
        </p:nvSpPr>
        <p:spPr>
          <a:xfrm>
            <a:off x="1718643" y="5949280"/>
            <a:ext cx="1305164" cy="261610"/>
          </a:xfrm>
          <a:prstGeom prst="rect">
            <a:avLst/>
          </a:prstGeom>
        </p:spPr>
        <p:txBody>
          <a:bodyPr wrap="none" rtlCol="1">
            <a:spAutoFit/>
          </a:bodyPr>
          <a:lstStyle/>
          <a:p>
            <a:pPr algn="ctr" rtl="1"/>
            <a:r>
              <a:rPr lang="ar" sz="1100" b="1" dirty="0">
                <a:latin typeface="Roboto"/>
                <a:cs typeface="Sakkal Majalla" panose="02000000000000000000" pitchFamily="2" charset="-78"/>
              </a:rPr>
              <a:t>ملصق الأمان في مكان العمل</a:t>
            </a:r>
            <a:endParaRPr lang="en-GB" sz="1100" b="1" i="0" dirty="0">
              <a:effectLst/>
              <a:latin typeface="Roboto"/>
              <a:cs typeface="Sakkal Majalla" panose="02000000000000000000" pitchFamily="2" charset="-78"/>
            </a:endParaRPr>
          </a:p>
        </p:txBody>
      </p:sp>
      <p:pic>
        <p:nvPicPr>
          <p:cNvPr id="4" name="Picture 3" descr="A person looking at a poster&#10;&#10;Description automatically generated">
            <a:extLst>
              <a:ext uri="{FF2B5EF4-FFF2-40B4-BE49-F238E27FC236}">
                <a16:creationId xmlns:a16="http://schemas.microsoft.com/office/drawing/2014/main" id="{DAF6123F-B561-87F2-4A9C-5B7460DD446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33935" y="1775351"/>
            <a:ext cx="3262001" cy="4077072"/>
          </a:xfrm>
          <a:prstGeom prst="rect">
            <a:avLst/>
          </a:prstGeom>
        </p:spPr>
      </p:pic>
      <p:sp>
        <p:nvSpPr>
          <p:cNvPr id="3" name="Footer Placeholder 2">
            <a:extLst>
              <a:ext uri="{FF2B5EF4-FFF2-40B4-BE49-F238E27FC236}">
                <a16:creationId xmlns:a16="http://schemas.microsoft.com/office/drawing/2014/main" id="{69A2D3AE-B362-CA6E-386D-47F1AC0FB785}"/>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123372355"/>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5536" y="1268759"/>
            <a:ext cx="8424936" cy="246659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5">
                    <a:lumMod val="50000"/>
                  </a:schemeClr>
                </a:solidFill>
              </a:rPr>
              <a:t>التهوية العامة والنظافة</a:t>
            </a:r>
            <a:br>
              <a:rPr lang="en-GB" sz="1600" dirty="0"/>
            </a:br>
            <a:br>
              <a:rPr lang="en-GB" sz="1600" dirty="0"/>
            </a:br>
            <a:r>
              <a:rPr lang="ar" sz="1600" b="1" dirty="0"/>
              <a:t>متطلبات التهوية:</a:t>
            </a:r>
          </a:p>
          <a:p>
            <a:pPr rtl="1"/>
            <a:r>
              <a:rPr lang="ar" sz="1600" dirty="0"/>
              <a:t>ضمان التهوية المناسبة في منطقة العمل لمنع تراكم الأبخرة الناتجة عن قطع السوائل ومواد التشحيم أو المواد الخطرة الأخرى.</a:t>
            </a:r>
          </a:p>
          <a:p>
            <a:pPr rtl="1"/>
            <a:r>
              <a:rPr lang="ar" sz="1600" dirty="0"/>
              <a:t>قد تكون هناك حاجة لوجود أنظمة الاستخراج المحلية لإزالة المواد الضارة مباشرةً من المصدر.</a:t>
            </a:r>
          </a:p>
          <a:p>
            <a:pPr marL="0" indent="0" rtl="1">
              <a:buNone/>
            </a:pPr>
            <a:r>
              <a:rPr lang="ar" sz="1600" b="1" dirty="0"/>
              <a:t>مرافق النظافة:</a:t>
            </a:r>
          </a:p>
          <a:p>
            <a:pPr rtl="1"/>
            <a:r>
              <a:rPr lang="ar" sz="1600" dirty="0"/>
              <a:t>يجب توفير مرافق غسيل كافية لتمكين العمال من تنظيف أنفسهم بعد التعامل مع المواد الخطرة.</a:t>
            </a:r>
          </a:p>
          <a:p>
            <a:pPr rtl="1"/>
            <a:r>
              <a:rPr lang="ar" sz="1600" dirty="0"/>
              <a:t>يجب وضع لافتات لتذكير العمال بأهمية غسل اليدين واتباع ممارسات النظافة الأخرى للوقاية من التعرّض للمواد الكيميائية.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88640"/>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000" b="1" dirty="0">
                <a:latin typeface="Sakkal Majalla" panose="02000000000000000000" pitchFamily="2" charset="-78"/>
                <a:cs typeface="Sakkal Majalla" panose="02000000000000000000" pitchFamily="2" charset="-78"/>
              </a:rPr>
              <a:t>ب1 متطلبات الصحة والسلامة عندما</a:t>
            </a:r>
          </a:p>
          <a:p>
            <a:pPr rtl="1"/>
            <a:r>
              <a:rPr lang="ar" sz="2000" b="1" dirty="0">
                <a:latin typeface="Sakkal Majalla" panose="02000000000000000000" pitchFamily="2" charset="-78"/>
                <a:cs typeface="Sakkal Majalla" panose="02000000000000000000" pitchFamily="2" charset="-78"/>
              </a:rPr>
              <a:t>إعداد آلات المعالجة الآلية الثانوية</a:t>
            </a:r>
          </a:p>
        </p:txBody>
      </p:sp>
      <p:sp>
        <p:nvSpPr>
          <p:cNvPr id="5" name="Rectangle 4"/>
          <p:cNvSpPr/>
          <p:nvPr/>
        </p:nvSpPr>
        <p:spPr>
          <a:xfrm>
            <a:off x="6762874" y="6347029"/>
            <a:ext cx="729687" cy="261610"/>
          </a:xfrm>
          <a:prstGeom prst="rect">
            <a:avLst/>
          </a:prstGeom>
        </p:spPr>
        <p:txBody>
          <a:bodyPr wrap="none" rtlCol="1">
            <a:spAutoFit/>
          </a:bodyPr>
          <a:lstStyle/>
          <a:p>
            <a:pPr algn="ctr" rtl="1"/>
            <a:r>
              <a:rPr lang="ar" sz="1100" b="1" dirty="0">
                <a:latin typeface="Roboto"/>
                <a:cs typeface="Sakkal Majalla" panose="02000000000000000000" pitchFamily="2" charset="-78"/>
              </a:rPr>
              <a:t>أنظمة التهوية</a:t>
            </a:r>
            <a:endParaRPr lang="en-GB" sz="1100" b="1" dirty="0">
              <a:latin typeface="Sakkal Majalla" panose="02000000000000000000" pitchFamily="2" charset="-78"/>
              <a:cs typeface="Sakkal Majalla" panose="02000000000000000000" pitchFamily="2" charset="-78"/>
            </a:endParaRPr>
          </a:p>
        </p:txBody>
      </p:sp>
      <p:pic>
        <p:nvPicPr>
          <p:cNvPr id="3" name="Picture 2" descr="A close-up of a pipe&#10;&#10;Description automatically generated">
            <a:extLst>
              <a:ext uri="{FF2B5EF4-FFF2-40B4-BE49-F238E27FC236}">
                <a16:creationId xmlns:a16="http://schemas.microsoft.com/office/drawing/2014/main" id="{81C83156-F701-6782-DE26-2CB0B28360D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321880" y="4026097"/>
            <a:ext cx="3426584" cy="2284390"/>
          </a:xfrm>
          <a:prstGeom prst="rect">
            <a:avLst/>
          </a:prstGeom>
        </p:spPr>
      </p:pic>
      <p:sp>
        <p:nvSpPr>
          <p:cNvPr id="4" name="Content Placeholder 3">
            <a:extLst>
              <a:ext uri="{FF2B5EF4-FFF2-40B4-BE49-F238E27FC236}">
                <a16:creationId xmlns:a16="http://schemas.microsoft.com/office/drawing/2014/main" id="{15DDAFB0-74C9-68F7-BC53-B668958F739C}"/>
              </a:ext>
            </a:extLst>
          </p:cNvPr>
          <p:cNvSpPr txBox="1">
            <a:spLocks noChangeArrowheads="1"/>
          </p:cNvSpPr>
          <p:nvPr/>
        </p:nvSpPr>
        <p:spPr bwMode="auto">
          <a:xfrm>
            <a:off x="251520" y="3861048"/>
            <a:ext cx="4752528" cy="2205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Font typeface="Wingdings" panose="05000000000000000000" pitchFamily="2" charset="2"/>
              <a:buNone/>
            </a:pPr>
            <a:r>
              <a:rPr lang="ar" sz="1600" b="1" kern="0" dirty="0">
                <a:latin typeface="Sakkal Majalla" panose="02000000000000000000" pitchFamily="2" charset="-78"/>
                <a:cs typeface="Sakkal Majalla" panose="02000000000000000000" pitchFamily="2" charset="-78"/>
              </a:rPr>
              <a:t>ملخص الصحة والسلامة في المعالجة الآلية</a:t>
            </a:r>
            <a:br>
              <a:rPr lang="en-GB" sz="1600" kern="0" dirty="0">
                <a:latin typeface="Sakkal Majalla" panose="02000000000000000000" pitchFamily="2" charset="-78"/>
                <a:cs typeface="Sakkal Majalla" panose="02000000000000000000" pitchFamily="2" charset="-78"/>
              </a:rPr>
            </a:br>
            <a:r>
              <a:rPr lang="ar" sz="1600" b="1" kern="0" dirty="0">
                <a:latin typeface="Sakkal Majalla" panose="02000000000000000000" pitchFamily="2" charset="-78"/>
                <a:cs typeface="Sakkal Majalla" panose="02000000000000000000" pitchFamily="2" charset="-78"/>
              </a:rPr>
              <a:t>النقاط الرئيسة:</a:t>
            </a:r>
          </a:p>
          <a:p>
            <a:pPr rtl="1"/>
            <a:r>
              <a:rPr lang="ar" sz="1600" kern="0" dirty="0">
                <a:latin typeface="Sakkal Majalla" panose="02000000000000000000" pitchFamily="2" charset="-78"/>
                <a:cs typeface="Sakkal Majalla" panose="02000000000000000000" pitchFamily="2" charset="-78"/>
              </a:rPr>
              <a:t>معدات الحماية الشخصية المناسبة مهمة للغاية لحماية العمال من </a:t>
            </a:r>
            <a:br>
              <a:rPr lang="en-GB" sz="1600" kern="0" dirty="0">
                <a:latin typeface="Sakkal Majalla" panose="02000000000000000000" pitchFamily="2" charset="-78"/>
                <a:cs typeface="Sakkal Majalla" panose="02000000000000000000" pitchFamily="2" charset="-78"/>
              </a:rPr>
            </a:br>
            <a:r>
              <a:rPr lang="ar" sz="1600" kern="0" dirty="0">
                <a:latin typeface="Sakkal Majalla" panose="02000000000000000000" pitchFamily="2" charset="-78"/>
                <a:cs typeface="Sakkal Majalla" panose="02000000000000000000" pitchFamily="2" charset="-78"/>
              </a:rPr>
              <a:t>المخاطر المرتبطة بالمعالجة الآلية.</a:t>
            </a:r>
          </a:p>
          <a:p>
            <a:pPr rtl="1"/>
            <a:r>
              <a:rPr lang="ar" sz="1600" kern="0" dirty="0">
                <a:latin typeface="Sakkal Majalla" panose="02000000000000000000" pitchFamily="2" charset="-78"/>
                <a:cs typeface="Sakkal Majalla" panose="02000000000000000000" pitchFamily="2" charset="-78"/>
              </a:rPr>
              <a:t>تُقلل ممارسات المناولة اليدوية الآمنة من خطر الإصابة </a:t>
            </a:r>
            <a:br>
              <a:rPr lang="en-GB" sz="1600" kern="0" dirty="0">
                <a:latin typeface="Sakkal Majalla" panose="02000000000000000000" pitchFamily="2" charset="-78"/>
                <a:cs typeface="Sakkal Majalla" panose="02000000000000000000" pitchFamily="2" charset="-78"/>
              </a:rPr>
            </a:br>
            <a:r>
              <a:rPr lang="ar" sz="1600" kern="0" dirty="0">
                <a:latin typeface="Sakkal Majalla" panose="02000000000000000000" pitchFamily="2" charset="-78"/>
                <a:cs typeface="Sakkal Majalla" panose="02000000000000000000" pitchFamily="2" charset="-78"/>
              </a:rPr>
              <a:t>الناتجة عن المهام المتكررة ومناولة المواد الحادة.</a:t>
            </a:r>
          </a:p>
          <a:p>
            <a:pPr rtl="1"/>
            <a:r>
              <a:rPr lang="ar" sz="1600" kern="0" dirty="0">
                <a:latin typeface="Sakkal Majalla" panose="02000000000000000000" pitchFamily="2" charset="-78"/>
                <a:cs typeface="Sakkal Majalla" panose="02000000000000000000" pitchFamily="2" charset="-78"/>
              </a:rPr>
              <a:t>تضمن لوائح مراقبة المواد الخطرة على الصحة استخدام المواد الخطرة </a:t>
            </a:r>
            <a:br>
              <a:rPr lang="en-GB" sz="1600" kern="0" dirty="0">
                <a:latin typeface="Sakkal Majalla" panose="02000000000000000000" pitchFamily="2" charset="-78"/>
                <a:cs typeface="Sakkal Majalla" panose="02000000000000000000" pitchFamily="2" charset="-78"/>
              </a:rPr>
            </a:br>
            <a:r>
              <a:rPr lang="ar" sz="1600" kern="0" dirty="0">
                <a:latin typeface="Sakkal Majalla" panose="02000000000000000000" pitchFamily="2" charset="-78"/>
                <a:cs typeface="Sakkal Majalla" panose="02000000000000000000" pitchFamily="2" charset="-78"/>
              </a:rPr>
              <a:t>والتخلص منها بأمان، مع تطبيق </a:t>
            </a:r>
            <a:br>
              <a:rPr lang="en-GB" sz="1600" kern="0" dirty="0">
                <a:latin typeface="Sakkal Majalla" panose="02000000000000000000" pitchFamily="2" charset="-78"/>
                <a:cs typeface="Sakkal Majalla" panose="02000000000000000000" pitchFamily="2" charset="-78"/>
              </a:rPr>
            </a:br>
            <a:r>
              <a:rPr lang="ar" sz="1600" kern="0" dirty="0">
                <a:latin typeface="Sakkal Majalla" panose="02000000000000000000" pitchFamily="2" charset="-78"/>
                <a:cs typeface="Sakkal Majalla" panose="02000000000000000000" pitchFamily="2" charset="-78"/>
              </a:rPr>
              <a:t>تدابير الحماية المناسبة.</a:t>
            </a:r>
            <a:br>
              <a:rPr lang="en-GB" sz="1400" kern="0" dirty="0">
                <a:latin typeface="Sakkal Majalla" panose="02000000000000000000" pitchFamily="2" charset="-78"/>
                <a:cs typeface="Sakkal Majalla" panose="02000000000000000000" pitchFamily="2" charset="-78"/>
              </a:rPr>
            </a:br>
            <a:endParaRPr lang="en-GB" sz="1400"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C262F44C-396B-1776-2BB5-951A4DBABB48}"/>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979901287"/>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2" y="1340768"/>
            <a:ext cx="8856984" cy="53732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t>الهدف </a:t>
            </a:r>
            <a:r>
              <a:rPr lang="ar" sz="1400" dirty="0"/>
              <a:t>فهم كيفية تقييم الأخطار في بيئة العمل وعمليات المعالجة الآلية الثانوية المحددة بتحديد مصادر الأخطار وتنفيذ تدابير الرقابة لتقليل الأخطار.</a:t>
            </a:r>
          </a:p>
          <a:p>
            <a:pPr marL="0" indent="0" rtl="1">
              <a:buNone/>
            </a:pPr>
            <a:br>
              <a:rPr lang="en-GB" sz="1400" dirty="0"/>
            </a:br>
            <a:r>
              <a:rPr lang="ar" sz="1400" dirty="0"/>
              <a:t>سيتناول هذا الجزء تحديد مصادر الأخطار، وتعريف الأخطار، وتدابير الرقابة، والإرشادات التنفيذية للصحة والسلامة لإجراء تقييمات الأخطار.</a:t>
            </a:r>
          </a:p>
          <a:p>
            <a:pPr marL="0" indent="0" rtl="1">
              <a:buNone/>
            </a:pPr>
            <a:endParaRPr lang="en-GB" sz="1400" dirty="0"/>
          </a:p>
          <a:p>
            <a:pPr marL="0" indent="0" rtl="1">
              <a:buNone/>
            </a:pPr>
            <a:r>
              <a:rPr lang="ar" sz="1400" b="1" dirty="0">
                <a:solidFill>
                  <a:schemeClr val="accent5">
                    <a:lumMod val="50000"/>
                  </a:schemeClr>
                </a:solidFill>
              </a:rPr>
              <a:t>تعريف المخاطر في عمليات المعالجة الآلية</a:t>
            </a:r>
            <a:br>
              <a:rPr lang="en-GB" sz="1400" dirty="0"/>
            </a:br>
            <a:br>
              <a:rPr lang="en-GB" sz="1400" dirty="0"/>
            </a:br>
            <a:r>
              <a:rPr lang="ar" sz="1400" b="1" dirty="0"/>
              <a:t>تعريف الأخطار </a:t>
            </a:r>
          </a:p>
          <a:p>
            <a:pPr marL="0" indent="0" rtl="1">
              <a:buNone/>
            </a:pPr>
            <a:endParaRPr lang="en-GB" sz="1000" b="1" dirty="0"/>
          </a:p>
          <a:p>
            <a:pPr marL="0" indent="0" rtl="1">
              <a:buNone/>
            </a:pPr>
            <a:r>
              <a:rPr lang="ar" sz="1400" b="1" dirty="0"/>
              <a:t>بيئة العمل:</a:t>
            </a:r>
          </a:p>
          <a:p>
            <a:pPr rtl="1"/>
            <a:r>
              <a:rPr lang="ar" sz="1400" dirty="0"/>
              <a:t>يجب أن تُركّز عمليات التفتيش على المناطق التي قد توجد بها أخطار.</a:t>
            </a:r>
          </a:p>
          <a:p>
            <a:pPr rtl="1"/>
            <a:r>
              <a:rPr lang="ar" sz="1400" dirty="0"/>
              <a:t>عمليات التصنيع المحددة: يمكن أن تؤدي عمليات التصنيع إلى مخاطر محددة، مثل:</a:t>
            </a:r>
          </a:p>
          <a:p>
            <a:pPr rtl="1"/>
            <a:r>
              <a:rPr lang="ar" sz="1400" dirty="0"/>
              <a:t>أجزاء الآلات المتحركة: تشكل المغازل الدوارة وأدوات القطع وقطع العمل المتحركة خطر التشابك أو الإصابة.</a:t>
            </a:r>
          </a:p>
          <a:p>
            <a:pPr rtl="1"/>
            <a:r>
              <a:rPr lang="ar" sz="1400" dirty="0"/>
              <a:t>الأدوات الحادة: يمكن أن تتسبب أدوات القطع والحواف الآلية والمكونات الحادة في حدوث جروح وإصابات.</a:t>
            </a:r>
          </a:p>
          <a:p>
            <a:pPr rtl="1"/>
            <a:r>
              <a:rPr lang="ar" sz="1400" dirty="0"/>
              <a:t>الكهرباء: الأخطار الكهربائية من الآلات غير الخاضعة للصيانة الصحيحة أو الأسلاك المكشوفة.</a:t>
            </a:r>
          </a:p>
          <a:p>
            <a:pPr rtl="1"/>
            <a:r>
              <a:rPr lang="ar" sz="1400" dirty="0"/>
              <a:t>الانزلاق والأسطح غير المستوية: يمكن أن تتسبب انسكابات الزيت أو سوائل القطع أو الأرضيات غير المستوية في حدوث حالات انزلاق والسقوط.</a:t>
            </a:r>
          </a:p>
          <a:p>
            <a:pPr rtl="1"/>
            <a:r>
              <a:rPr lang="ar" sz="1400" dirty="0"/>
              <a:t>الغبار والأبخرة: تنبعث من عمليات الشحذ أو التفريز أو القطع التي يمكن أن تشكل مخاطر الاستنشاق.</a:t>
            </a:r>
            <a:br>
              <a:rPr lang="en-GB" sz="1400" dirty="0"/>
            </a:br>
            <a:endParaRPr lang="en-GB" sz="1400" dirty="0"/>
          </a:p>
          <a:p>
            <a:pPr marL="0" indent="0" rtl="1">
              <a:buNone/>
            </a:pPr>
            <a:r>
              <a:rPr lang="ar" sz="1400" b="1" dirty="0"/>
              <a:t>مناولة المواد ونقلها: </a:t>
            </a:r>
          </a:p>
          <a:p>
            <a:pPr rtl="1"/>
            <a:r>
              <a:rPr lang="ar" sz="1400" dirty="0"/>
              <a:t>يمكن أن يؤدي رفع المكونات الثقيلة وتحريكها إلى إجهاد العضلات أو الإصابة.</a:t>
            </a:r>
          </a:p>
          <a:p>
            <a:pPr rtl="1"/>
            <a:r>
              <a:rPr lang="ar" sz="1400" dirty="0"/>
              <a:t>الملوثات والتهيج: يمكن أن يؤدي التعرض لسوائل القطع أو سوائل التبريد أو مواد التنظيف الكيميائية إلى تهيج الجلد.</a:t>
            </a:r>
          </a:p>
          <a:p>
            <a:pPr rtl="1"/>
            <a:r>
              <a:rPr lang="ar" sz="1400" dirty="0"/>
              <a:t>العمليات غير المحمية: يمكن أن تؤدي عمليات المعالجة الآلية دون حماية مناسبة إلى تلامس عرضي بالمكونات الخطرة.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88640"/>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ب2 تقييم الأخطار</a:t>
            </a:r>
          </a:p>
        </p:txBody>
      </p:sp>
      <p:sp>
        <p:nvSpPr>
          <p:cNvPr id="2" name="Footer Placeholder 2">
            <a:extLst>
              <a:ext uri="{FF2B5EF4-FFF2-40B4-BE49-F238E27FC236}">
                <a16:creationId xmlns:a16="http://schemas.microsoft.com/office/drawing/2014/main" id="{AD970B15-9871-EABB-49E7-2DE783D5E137}"/>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2984319656"/>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1124744"/>
            <a:ext cx="8640960" cy="54452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300" b="1" dirty="0">
                <a:solidFill>
                  <a:schemeClr val="accent5">
                    <a:lumMod val="50000"/>
                  </a:schemeClr>
                </a:solidFill>
              </a:rPr>
              <a:t>تصنيف الأخطار في بيئة العمل</a:t>
            </a:r>
            <a:br>
              <a:rPr lang="en-GB" sz="1300" dirty="0"/>
            </a:br>
            <a:br>
              <a:rPr lang="en-GB" sz="1300" dirty="0"/>
            </a:br>
            <a:r>
              <a:rPr lang="ar" sz="1300" b="1" dirty="0"/>
              <a:t>تصنيف الأخطار: </a:t>
            </a:r>
            <a:r>
              <a:rPr lang="ar" sz="1300" dirty="0"/>
              <a:t>الأخطار المادية: الآلات المتحركة والحواف الحادة ومخاطر مناولة المواد.</a:t>
            </a:r>
          </a:p>
          <a:p>
            <a:pPr rtl="1"/>
            <a:r>
              <a:rPr lang="ar" sz="1300" dirty="0"/>
              <a:t>الأخطار الكيميائية: التعرض لسوائل القطع والأبخرة والمواد الخطرة الأخرى.</a:t>
            </a:r>
          </a:p>
          <a:p>
            <a:pPr rtl="1"/>
            <a:r>
              <a:rPr lang="ar" sz="1300" dirty="0"/>
              <a:t>الأخطار المريحة: المهام المتكررة أو الوضعيات الجسدية المحرجة أو المناولة اليدوية.</a:t>
            </a:r>
          </a:p>
          <a:p>
            <a:pPr rtl="1"/>
            <a:r>
              <a:rPr lang="ar" sz="1300" dirty="0"/>
              <a:t>الأخطار البيئية: الأرضيات الزلقة أو التهوية غير الكافية أو الإضاءة السيئة.</a:t>
            </a:r>
          </a:p>
          <a:p>
            <a:pPr marL="0" indent="0" rtl="1">
              <a:buNone/>
            </a:pPr>
            <a:endParaRPr lang="en-GB" sz="1300" b="1" dirty="0"/>
          </a:p>
          <a:p>
            <a:pPr marL="0" indent="0" rtl="1">
              <a:buNone/>
            </a:pPr>
            <a:r>
              <a:rPr lang="ar" sz="1300" b="1" dirty="0"/>
              <a:t>تحديد المناطق الحرجة: </a:t>
            </a:r>
            <a:r>
              <a:rPr lang="ar" sz="1300" dirty="0"/>
              <a:t>ركز على المناطق عالية الخطورة حيث يكون احتمال وقوع الحوادث أعلى، مثل الأجزاء المتحركة القريبة أو في المناطق التي تستخدم فيها سوائل القطع.</a:t>
            </a:r>
          </a:p>
          <a:p>
            <a:pPr marL="0" indent="0" rtl="1">
              <a:buNone/>
            </a:pPr>
            <a:endParaRPr lang="en-GB" sz="1300" dirty="0"/>
          </a:p>
          <a:p>
            <a:pPr marL="0" indent="0" rtl="1">
              <a:buNone/>
            </a:pPr>
            <a:r>
              <a:rPr lang="ar" sz="1300" b="1" dirty="0"/>
              <a:t>ما المقصود بالمخاطر: </a:t>
            </a:r>
            <a:r>
              <a:rPr lang="ar" sz="1300" dirty="0"/>
              <a:t>المخاطر هي احتمال تسبب الخطر في إصابة أو ضرر. ويُعرّف بتقييم احتمالية وقوع حادث وشدة الإصابات المحتملة.</a:t>
            </a:r>
            <a:br>
              <a:rPr lang="en-GB" sz="1300" dirty="0"/>
            </a:br>
            <a:endParaRPr lang="en-GB" sz="1300" dirty="0"/>
          </a:p>
          <a:p>
            <a:pPr marL="0" indent="0" rtl="1">
              <a:buNone/>
            </a:pPr>
            <a:r>
              <a:rPr lang="ar" sz="1300" b="1" dirty="0"/>
              <a:t>المخاطر الشائعة في المعالجة الآلية: </a:t>
            </a:r>
            <a:r>
              <a:rPr lang="ar" sz="1300" dirty="0"/>
              <a:t>الأدوات والمواد: يمكن أن يؤدي التعامل غير السليم مع أدوات القطع أو قطع العمل إلى حدوث جروح أو كدمات أو إصابات أكثر خطورة.</a:t>
            </a:r>
          </a:p>
          <a:p>
            <a:pPr rtl="1"/>
            <a:r>
              <a:rPr lang="ar" sz="1300" dirty="0"/>
              <a:t>الانسكابات النفطية والكيميائية: يمكن أن تسبب الانزلاق والسقوط والحروق الكيميائية إذا لم تُنظف على الفور.</a:t>
            </a:r>
          </a:p>
          <a:p>
            <a:pPr rtl="1"/>
            <a:r>
              <a:rPr lang="ar" sz="1300" dirty="0"/>
              <a:t>الكسر العرضي للأدوات: قد تتحول الأدوات المكسورة أو المعدات المتلفة إلى مقذوفات أو أخطار حادة إذا لم يُبلّغ عنها واستبدالها.</a:t>
            </a:r>
          </a:p>
          <a:p>
            <a:pPr rtl="1"/>
            <a:r>
              <a:rPr lang="ar" sz="1300" dirty="0"/>
              <a:t>عدم الامتثال للإجراءات: يؤدي عدم اتباع إجراءات أو بروتوكولات السلامة إلى زيادة احتمالية وقوع الحوادث والإصابات.</a:t>
            </a:r>
          </a:p>
          <a:p>
            <a:pPr marL="0" indent="0" rtl="1">
              <a:buNone/>
            </a:pPr>
            <a:endParaRPr lang="en-GB" sz="1300" dirty="0"/>
          </a:p>
          <a:p>
            <a:pPr marL="0" indent="0" rtl="1">
              <a:buNone/>
            </a:pPr>
            <a:r>
              <a:rPr lang="ar" sz="1300" b="1" dirty="0">
                <a:solidFill>
                  <a:schemeClr val="accent5">
                    <a:lumMod val="50000"/>
                  </a:schemeClr>
                </a:solidFill>
              </a:rPr>
              <a:t>كيف يمكن للأخطار أن تسبب الإصابة</a:t>
            </a:r>
          </a:p>
          <a:p>
            <a:pPr marL="0" indent="0" rtl="1">
              <a:buNone/>
            </a:pPr>
            <a:r>
              <a:rPr lang="ar" sz="1300" b="1" dirty="0"/>
              <a:t>الإصابات المتعلقة بالآلات: </a:t>
            </a:r>
            <a:r>
              <a:rPr lang="ar" sz="1300" dirty="0"/>
              <a:t>الأجزاء المتحركة: خطر التشابك أو الانحشار بين أجزاء الآلة، من ما يؤدي إلى إصابات خطيرة.</a:t>
            </a:r>
          </a:p>
          <a:p>
            <a:pPr marL="0" indent="0" rtl="1">
              <a:buNone/>
            </a:pPr>
            <a:r>
              <a:rPr lang="ar" sz="1300" dirty="0"/>
              <a:t>الأدوات الحادة: الجروح أو الثقوب الناتجة عن التعامل مع المواد أو الأدوات ذات الحواف الحادة.</a:t>
            </a:r>
          </a:p>
          <a:p>
            <a:pPr marL="0" indent="0" rtl="1">
              <a:buNone/>
            </a:pPr>
            <a:r>
              <a:rPr lang="ar" sz="1300" b="1" dirty="0"/>
              <a:t>الأخطار البيئية: </a:t>
            </a:r>
            <a:r>
              <a:rPr lang="ar" sz="1300" dirty="0"/>
              <a:t>الانزلاق والسقوط: يمكن أن يتسبب الانزلاق على الزيت المنسكب أو سوائل القطع في حدوث التواء أو كسور أو إصابات في الرأس.</a:t>
            </a:r>
          </a:p>
          <a:p>
            <a:pPr marL="0" indent="0" rtl="1">
              <a:buNone/>
            </a:pPr>
            <a:r>
              <a:rPr lang="ar" sz="1300" dirty="0"/>
              <a:t>التعرض الكيميائي: يمكن أن يؤدي استنشاق الأبخرة أو ملامسة الجلد للمواد الكيميائية الخطرة إلى مشكلات في الجهاز التنفسي أو الحروق أو تهيج الجلد.</a:t>
            </a:r>
          </a:p>
          <a:p>
            <a:pPr marL="0" indent="0" rtl="1">
              <a:buNone/>
            </a:pPr>
            <a:r>
              <a:rPr lang="ar" sz="1300" b="1" dirty="0"/>
              <a:t>تأثير السلوك غير اللائق: </a:t>
            </a:r>
            <a:r>
              <a:rPr lang="ar" sz="1300" dirty="0"/>
              <a:t>عدم الإبلاغ عن الأخطار: يؤدي عدم الإبلاغ عن الأدوات أو الآلات المتلفة إلى زيادة مخاطر التعرض للحوادث الخطيرة.</a:t>
            </a:r>
          </a:p>
          <a:p>
            <a:pPr marL="0" indent="0" rtl="1">
              <a:buNone/>
            </a:pPr>
            <a:r>
              <a:rPr lang="ar" sz="1300" dirty="0"/>
              <a:t>تجاهل بروتوكولات الأمان: يمكن أن يؤدي تجاوز الخطوات المتبعة في إجراءات التشغيل القياسية أو عدم استخدام معدات الحماية الشخصية المناسبة إلى الإصابة أو التلوث.</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88640"/>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ب2 تقييم الأخطار</a:t>
            </a:r>
          </a:p>
        </p:txBody>
      </p:sp>
      <p:sp>
        <p:nvSpPr>
          <p:cNvPr id="2" name="Footer Placeholder 2">
            <a:extLst>
              <a:ext uri="{FF2B5EF4-FFF2-40B4-BE49-F238E27FC236}">
                <a16:creationId xmlns:a16="http://schemas.microsoft.com/office/drawing/2014/main" id="{80802C22-AEAF-5AFC-725C-E35C43E1080C}"/>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3536541386"/>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07504" y="1124744"/>
            <a:ext cx="8784976" cy="56166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200" b="1" dirty="0">
                <a:solidFill>
                  <a:schemeClr val="accent5">
                    <a:lumMod val="50000"/>
                  </a:schemeClr>
                </a:solidFill>
              </a:rPr>
              <a:t>تدابير التحكم للحد من المخاطر</a:t>
            </a:r>
            <a:br>
              <a:rPr lang="en-GB" sz="1200" dirty="0"/>
            </a:br>
            <a:r>
              <a:rPr lang="ar" sz="1200" b="1" dirty="0"/>
              <a:t>تنفيذ تدابير الرقابة: </a:t>
            </a:r>
            <a:r>
              <a:rPr lang="ar" sz="1200" dirty="0"/>
              <a:t>معدات الحماية الشخصية: توفير معدات الحماية الشخصية المناسبة وفرض استخدامها، مثل:</a:t>
            </a:r>
          </a:p>
          <a:p>
            <a:pPr rtl="1"/>
            <a:r>
              <a:rPr lang="ar" sz="1200" dirty="0"/>
              <a:t>واقي العينين: نظارات السلامة أو واقيات الوجه عند إزالة المواد للحماية من الحطام والجزيئات.</a:t>
            </a:r>
          </a:p>
          <a:p>
            <a:pPr rtl="1"/>
            <a:r>
              <a:rPr lang="ar" sz="1200" dirty="0"/>
              <a:t>القفازات: قفازات مقاومة للجروح عند التعامل مع المواد الحادة.</a:t>
            </a:r>
          </a:p>
          <a:p>
            <a:pPr rtl="1"/>
            <a:r>
              <a:rPr lang="ar" sz="1200" dirty="0"/>
              <a:t>واقيات الأذنين: سدادات الأذن أو غطاء للأذنين للحماية من الضوضاء المفرطة.</a:t>
            </a:r>
          </a:p>
          <a:p>
            <a:pPr marL="0" indent="0" rtl="1">
              <a:buNone/>
            </a:pPr>
            <a:r>
              <a:rPr lang="ar" sz="1200" b="1" dirty="0"/>
              <a:t>واقيات الآلات: </a:t>
            </a:r>
            <a:r>
              <a:rPr lang="ar" sz="1200" dirty="0"/>
              <a:t>تركيب واقيات لمنع الوصول إلى أجزاء الآلات المتحركة.</a:t>
            </a:r>
          </a:p>
          <a:p>
            <a:pPr rtl="1"/>
            <a:r>
              <a:rPr lang="ar" sz="1200" dirty="0"/>
              <a:t>فحص الوافيات وصيانتها بانتظام لضمان فعاليتها.</a:t>
            </a:r>
          </a:p>
          <a:p>
            <a:pPr marL="0" indent="0" rtl="1">
              <a:buNone/>
            </a:pPr>
            <a:r>
              <a:rPr lang="ar" sz="1200" b="1" dirty="0"/>
              <a:t>مراقبة الانسكاب: </a:t>
            </a:r>
            <a:r>
              <a:rPr lang="ar" sz="1200" dirty="0"/>
              <a:t>التنظيف الفوري للانسكابات، وخاصةً انسكابات النفط والمواد الكيميائية، للحد من مخاطر الانزلاق.</a:t>
            </a:r>
          </a:p>
          <a:p>
            <a:pPr rtl="1"/>
            <a:r>
              <a:rPr lang="ar" sz="1200" dirty="0"/>
              <a:t>استخدام مواد ماصة وتصريف مناسب في المناطق التي تستخدم فيها سوائل القطع أو المواد الكيميائية.</a:t>
            </a:r>
          </a:p>
          <a:p>
            <a:pPr marL="0" indent="0" rtl="1">
              <a:buNone/>
            </a:pPr>
            <a:endParaRPr lang="en-GB" sz="900" b="1" dirty="0"/>
          </a:p>
          <a:p>
            <a:pPr marL="0" indent="0" rtl="1">
              <a:buNone/>
            </a:pPr>
            <a:r>
              <a:rPr lang="ar" sz="1200" b="1" dirty="0">
                <a:solidFill>
                  <a:schemeClr val="accent5">
                    <a:lumMod val="50000"/>
                  </a:schemeClr>
                </a:solidFill>
              </a:rPr>
              <a:t>اتباع إرشادات الصحة والسلامة والبيئة بشأن تقييم الأخطار</a:t>
            </a:r>
            <a:br>
              <a:rPr lang="en-GB" sz="1200" dirty="0"/>
            </a:br>
            <a:r>
              <a:rPr lang="ar" sz="1200" b="1" dirty="0"/>
              <a:t>خمس خطوات لتقييم الأخطار:</a:t>
            </a:r>
          </a:p>
          <a:p>
            <a:pPr marL="228600" indent="-228600" rtl="1">
              <a:buFont typeface="+mj-lt"/>
              <a:buAutoNum type="arabicPeriod"/>
            </a:pPr>
            <a:r>
              <a:rPr lang="ar" sz="1200" b="1" dirty="0"/>
              <a:t>تحديد</a:t>
            </a:r>
            <a:r>
              <a:rPr lang="ar" sz="1200" dirty="0"/>
              <a:t> مصادر الأخطار: افحص مكان العمل والعمليات لتحديد ما يمكن أن يسبب الضرر.</a:t>
            </a:r>
          </a:p>
          <a:p>
            <a:pPr marL="228600" indent="-228600" rtl="1">
              <a:buFont typeface="+mj-lt"/>
              <a:buAutoNum type="arabicPeriod"/>
            </a:pPr>
            <a:r>
              <a:rPr lang="ar" sz="1200" b="1" dirty="0"/>
              <a:t>حدد</a:t>
            </a:r>
            <a:r>
              <a:rPr lang="ar" sz="1200" dirty="0"/>
              <a:t> من قد يتعرض للأذى وكيف ذلك. حدد العمال أو الأفراد الآخرين الذين قد يتعرضون لكل خطر.</a:t>
            </a:r>
          </a:p>
          <a:p>
            <a:pPr marL="228600" indent="-228600" rtl="1">
              <a:buFont typeface="+mj-lt"/>
              <a:buAutoNum type="arabicPeriod"/>
            </a:pPr>
            <a:r>
              <a:rPr lang="ar" sz="1200" b="1" dirty="0"/>
              <a:t>قيّم</a:t>
            </a:r>
            <a:r>
              <a:rPr lang="ar" sz="1200" dirty="0"/>
              <a:t> المخاطر واتخذ قرارًا بشأن الاحتياطات: قيّم احتمالية الضرر وتنفيذ تدابير الرقابة لتقليل المخاطر.</a:t>
            </a:r>
          </a:p>
          <a:p>
            <a:pPr marL="228600" indent="-228600" rtl="1">
              <a:buFont typeface="+mj-lt"/>
              <a:buAutoNum type="arabicPeriod"/>
            </a:pPr>
            <a:r>
              <a:rPr lang="ar" sz="1200" b="1" dirty="0"/>
              <a:t>سجّل</a:t>
            </a:r>
            <a:r>
              <a:rPr lang="ar" sz="1200" dirty="0"/>
              <a:t> النتائج الخاصة التي توصلت إليها ونفذها: وثّق تقييم الأخطار وتأكد من تطبيق تدابير الرقابة.</a:t>
            </a:r>
          </a:p>
          <a:p>
            <a:pPr marL="228600" indent="-228600" rtl="1">
              <a:buFont typeface="+mj-lt"/>
              <a:buAutoNum type="arabicPeriod"/>
            </a:pPr>
            <a:r>
              <a:rPr lang="ar" sz="1200" b="1" dirty="0"/>
              <a:t>راجع</a:t>
            </a:r>
            <a:r>
              <a:rPr lang="ar" sz="1200" dirty="0"/>
              <a:t> تقييم الأخطار وحدّثه إذا لزم الأمر: أعد النظر بانتظام في تقييم الأخطار، خاصةً بعد التغييرات في أنشطة العمل أو البيئة.</a:t>
            </a:r>
          </a:p>
          <a:p>
            <a:pPr marL="0" indent="0" rtl="1">
              <a:buNone/>
            </a:pPr>
            <a:br>
              <a:rPr lang="en-GB" sz="900" dirty="0"/>
            </a:br>
            <a:r>
              <a:rPr lang="ar" sz="1200" b="1" dirty="0"/>
              <a:t>النموذج الأولي القياسي لتسجيل تقييمات الأخطار:</a:t>
            </a:r>
          </a:p>
          <a:p>
            <a:pPr rtl="1"/>
            <a:r>
              <a:rPr lang="ar" sz="1200" dirty="0"/>
              <a:t>تُستخدم وثيقة منظمة لتسجيل الأخطار المحددة ومستوى المخاطر وإجراءات التحكم المطبقة.</a:t>
            </a:r>
          </a:p>
          <a:p>
            <a:pPr rtl="1"/>
            <a:r>
              <a:rPr lang="ar" sz="1200" dirty="0"/>
              <a:t>ضمان التقييم والتوثيق المتسق في مكان العمل بأكمله.</a:t>
            </a:r>
          </a:p>
          <a:p>
            <a:pPr marL="0" indent="0" rtl="1">
              <a:buNone/>
            </a:pPr>
            <a:endParaRPr lang="en-GB" sz="900" b="1" dirty="0"/>
          </a:p>
          <a:p>
            <a:pPr marL="0" indent="0" rtl="1">
              <a:buNone/>
            </a:pPr>
            <a:r>
              <a:rPr lang="ar" sz="1200" b="1" dirty="0"/>
              <a:t>إجراء تقييمات الأخطار في المعالجة الآلية وتقييم الأخطار خطوة بخطوة:</a:t>
            </a:r>
          </a:p>
          <a:p>
            <a:pPr rtl="1"/>
            <a:r>
              <a:rPr lang="ar" sz="1200" dirty="0"/>
              <a:t>ابدأ بفحص بيئة العمل لتحديد الأخطار المتعلقة بعمليات المعالجة الآلية.</a:t>
            </a:r>
          </a:p>
          <a:p>
            <a:pPr rtl="1"/>
            <a:r>
              <a:rPr lang="ar" sz="1200" dirty="0"/>
              <a:t>قيّم مخاطر الإصابة من مصادر الخطر هذه، مع مراعاة العمال والمواد والمعدات المستخدمة.</a:t>
            </a:r>
          </a:p>
          <a:p>
            <a:pPr rtl="1"/>
            <a:r>
              <a:rPr lang="ar" sz="1200" dirty="0"/>
              <a:t>تنفيذ تدابير التحكم المناسبة، مثل معدات الوقاية الشخصية، وواقيات الآلات، ومناطق العمل النظيفة.</a:t>
            </a:r>
          </a:p>
          <a:p>
            <a:pPr rtl="1"/>
            <a:r>
              <a:rPr lang="ar" sz="1200" dirty="0"/>
              <a:t>سجّل نتائج تقييم الأخطار وراجعها بانتظام لضمان استمرار السلامة.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88640"/>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ب2 تقييم الأخطار</a:t>
            </a:r>
          </a:p>
        </p:txBody>
      </p:sp>
      <p:sp>
        <p:nvSpPr>
          <p:cNvPr id="2" name="Footer Placeholder 2">
            <a:extLst>
              <a:ext uri="{FF2B5EF4-FFF2-40B4-BE49-F238E27FC236}">
                <a16:creationId xmlns:a16="http://schemas.microsoft.com/office/drawing/2014/main" id="{AEBF881A-057A-FFCC-8032-CBAF893700A9}"/>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626897043"/>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067943" y="1152128"/>
            <a:ext cx="4824537" cy="551723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t>الهدف </a:t>
            </a:r>
            <a:r>
              <a:rPr lang="ar" sz="1400" dirty="0"/>
              <a:t>افهم العمليات التي ينطوي عليها إعداد أدوات المعالجة الآلية الثانوية، بما في ذلك اختيار الأدوات وأجهزة تثبيت قطع العمل وتحديد السرعات والتلقيم على النحو المناسب.</a:t>
            </a:r>
            <a:br>
              <a:rPr lang="en-GB" sz="1400" dirty="0"/>
            </a:br>
            <a:r>
              <a:rPr lang="ar" sz="1400" dirty="0"/>
              <a:t>يتناول هذا الجزء مختلف المواد والأدوات وأجهزة التثبيت المستخدمة في الثقب والخراطة والتفريز والشحذ.</a:t>
            </a:r>
          </a:p>
          <a:p>
            <a:pPr marL="0" indent="0" rtl="1">
              <a:buNone/>
            </a:pPr>
            <a:endParaRPr lang="en-GB" sz="1400" dirty="0"/>
          </a:p>
          <a:p>
            <a:pPr marL="0" indent="0" rtl="1">
              <a:buNone/>
            </a:pPr>
            <a:r>
              <a:rPr lang="ar" sz="1400" b="1" dirty="0">
                <a:solidFill>
                  <a:schemeClr val="accent5">
                    <a:lumMod val="50000"/>
                  </a:schemeClr>
                </a:solidFill>
              </a:rPr>
              <a:t>أدوات آلات العمليات الثانوية</a:t>
            </a:r>
          </a:p>
          <a:p>
            <a:pPr marL="0" indent="0" rtl="1">
              <a:buNone/>
            </a:pPr>
            <a:r>
              <a:rPr lang="ar" sz="1400" b="1" dirty="0"/>
              <a:t>المواد والشكل:</a:t>
            </a:r>
            <a:r>
              <a:rPr lang="ar" sz="1400" dirty="0"/>
              <a:t> الفولاذ الصلب عالي السرعة: يشيع استخدامه في المعالجة الآلية للأغراض العامة نظرًا لمتانته وقدرته على تحمل درجات الحرارة المرتفعة.</a:t>
            </a:r>
          </a:p>
          <a:p>
            <a:pPr rtl="1"/>
            <a:r>
              <a:rPr lang="ar" sz="1400" dirty="0"/>
              <a:t>كربيد التنجستن: مادة أكثر صلابة ومتانة ومثالية للتطبيقات عالية السرعة وقطع المواد الصلبة.</a:t>
            </a:r>
          </a:p>
          <a:p>
            <a:pPr rtl="1"/>
            <a:r>
              <a:rPr lang="ar" sz="1400" dirty="0"/>
              <a:t>الحجر الكاشط: يُستخدم في عمليات التفريز للحصول على تشطيب دقيق للأسطح.</a:t>
            </a:r>
          </a:p>
          <a:p>
            <a:pPr rtl="1"/>
            <a:r>
              <a:rPr lang="ar" sz="1400" dirty="0"/>
              <a:t>العجلات المركبة: تُصنع من مزيج من المواد، ويشيع استخدامها في تطبيقات شحذ محددة.</a:t>
            </a:r>
          </a:p>
          <a:p>
            <a:pPr marL="0" indent="0" rtl="1">
              <a:buNone/>
            </a:pPr>
            <a:endParaRPr lang="en-GB" sz="1400" dirty="0"/>
          </a:p>
          <a:p>
            <a:pPr marL="0" indent="0" rtl="1">
              <a:buNone/>
            </a:pPr>
            <a:r>
              <a:rPr lang="ar" sz="1400" b="1" dirty="0"/>
              <a:t>أدوات الثقب</a:t>
            </a:r>
          </a:p>
          <a:p>
            <a:pPr rtl="1"/>
            <a:r>
              <a:rPr lang="ar" sz="1400" dirty="0"/>
              <a:t>لقمة الثقب: أداة قياسية لإنشاء ثقوب مستديرة في قطعة عمل.</a:t>
            </a:r>
          </a:p>
          <a:p>
            <a:pPr rtl="1"/>
            <a:r>
              <a:rPr lang="ar" sz="1400" dirty="0"/>
              <a:t>أداة التخويش الأسطواني: تستخدم لتكبير الجزء العلوي من الفتحة لإنشاء سطح مستوٍ للصواميل أو المثبتات.</a:t>
            </a:r>
          </a:p>
          <a:p>
            <a:pPr rtl="1"/>
            <a:r>
              <a:rPr lang="ar" sz="1400" dirty="0"/>
              <a:t>المثقاب المركزي: يوفر نقطة انطلاق دقيقة للثقب ويساعد على منع انحراف لقمة الثقب.</a:t>
            </a:r>
          </a:p>
          <a:p>
            <a:pPr rtl="1"/>
            <a:r>
              <a:rPr lang="ar" sz="1400" dirty="0"/>
              <a:t>موسع الثقوب: يُستخدم لجعل الثقوب ملساء وتكبيرها إلى قطر دقيق.</a:t>
            </a:r>
          </a:p>
          <a:p>
            <a:pPr rtl="1"/>
            <a:r>
              <a:rPr lang="ar" sz="1400" dirty="0"/>
              <a:t>مثقاب التسنين: أداة تستخدم لعمل التسنين (اللولبة) الداخلي في فتحة لربط مسامير التثبيت أو الصواميل.</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88640"/>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ب3 إعداد آلات المعالجة الآلية الثانوية</a:t>
            </a:r>
          </a:p>
        </p:txBody>
      </p:sp>
      <p:sp>
        <p:nvSpPr>
          <p:cNvPr id="2" name="Rectangle 1"/>
          <p:cNvSpPr/>
          <p:nvPr/>
        </p:nvSpPr>
        <p:spPr>
          <a:xfrm>
            <a:off x="1176149" y="4725144"/>
            <a:ext cx="947696" cy="292388"/>
          </a:xfrm>
          <a:prstGeom prst="rect">
            <a:avLst/>
          </a:prstGeom>
        </p:spPr>
        <p:txBody>
          <a:bodyPr wrap="none" rtlCol="1">
            <a:spAutoFit/>
          </a:bodyPr>
          <a:lstStyle/>
          <a:p>
            <a:pPr rtl="1"/>
            <a:r>
              <a:rPr lang="ar" sz="1300" b="1" dirty="0">
                <a:latin typeface="Sakkal Majalla" panose="02000000000000000000" pitchFamily="2" charset="-78"/>
                <a:cs typeface="Sakkal Majalla" panose="02000000000000000000" pitchFamily="2" charset="-78"/>
              </a:rPr>
              <a:t>العجلات المركبة</a:t>
            </a:r>
          </a:p>
        </p:txBody>
      </p:sp>
      <p:pic>
        <p:nvPicPr>
          <p:cNvPr id="4" name="Picture 3" descr="A group of silver rims&#10;&#10;Description automatically generated">
            <a:extLst>
              <a:ext uri="{FF2B5EF4-FFF2-40B4-BE49-F238E27FC236}">
                <a16:creationId xmlns:a16="http://schemas.microsoft.com/office/drawing/2014/main" id="{6A373EA1-1113-A4EB-1C3F-D7BA74B1780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94655" y="2420888"/>
            <a:ext cx="3246463" cy="2160240"/>
          </a:xfrm>
          <a:prstGeom prst="rect">
            <a:avLst/>
          </a:prstGeom>
        </p:spPr>
      </p:pic>
      <p:sp>
        <p:nvSpPr>
          <p:cNvPr id="3" name="Footer Placeholder 2">
            <a:extLst>
              <a:ext uri="{FF2B5EF4-FFF2-40B4-BE49-F238E27FC236}">
                <a16:creationId xmlns:a16="http://schemas.microsoft.com/office/drawing/2014/main" id="{B3C0DA09-6535-C448-5038-1D7EEA408AA1}"/>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797822477"/>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7" y="1268760"/>
            <a:ext cx="8568952" cy="54452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250" b="1" dirty="0"/>
              <a:t>أدوات الخراطة</a:t>
            </a:r>
          </a:p>
          <a:p>
            <a:pPr rtl="1"/>
            <a:r>
              <a:rPr lang="ar" sz="1250" dirty="0"/>
              <a:t>أدوات الخراطة: تستخدم لإزالة المواد عن طريق تدوير قطعة العمل على مخرطة.</a:t>
            </a:r>
          </a:p>
          <a:p>
            <a:pPr rtl="1"/>
            <a:r>
              <a:rPr lang="ar" sz="1250" dirty="0"/>
              <a:t>أدوات الشطب: تُستخدم لعمل حواف بزاوية أو مشطوفة على أحد المكونات للوصول للشكل النهائي المطلوب.</a:t>
            </a:r>
          </a:p>
          <a:p>
            <a:pPr rtl="1"/>
            <a:r>
              <a:rPr lang="ar" sz="1250" dirty="0"/>
              <a:t>المثاقب المركزية: تُستخدم دليلًا لعمليات الحفر أو الثقابة الأكبر حجمًا.</a:t>
            </a:r>
          </a:p>
          <a:p>
            <a:pPr rtl="1"/>
            <a:r>
              <a:rPr lang="ar" sz="1250" dirty="0"/>
              <a:t>المثاقب الملتوية: تستخدم لحفر ثقوب في قطعة العمل في أثناء عملية الدوران.</a:t>
            </a:r>
          </a:p>
          <a:p>
            <a:pPr rtl="1"/>
            <a:r>
              <a:rPr lang="ar" sz="1250" dirty="0"/>
              <a:t>مثاقب التسنين: تستخدم لتخريط الثقوب على المخرطة بعد حفرها.</a:t>
            </a:r>
          </a:p>
          <a:p>
            <a:pPr marL="0" indent="0" rtl="1">
              <a:buNone/>
            </a:pPr>
            <a:r>
              <a:rPr lang="ar" sz="1250" b="1" dirty="0"/>
              <a:t>أدوات التفريز</a:t>
            </a:r>
          </a:p>
          <a:p>
            <a:pPr rtl="1"/>
            <a:r>
              <a:rPr lang="ar" sz="1250" dirty="0"/>
              <a:t>مفرزة الأسطح: تُستخدم لتشكيل الأسطح المُسطَّحة أو المساحات الكبيرة.</a:t>
            </a:r>
          </a:p>
          <a:p>
            <a:pPr rtl="1"/>
            <a:r>
              <a:rPr lang="ar" sz="1250" dirty="0"/>
              <a:t>قواطع الجوانب والأسطح: أدوات تُستخدم لتشكيل الفتحات والأنماط الرأسية والأفقية.</a:t>
            </a:r>
          </a:p>
          <a:p>
            <a:pPr rtl="1"/>
            <a:r>
              <a:rPr lang="ar" sz="1250" dirty="0"/>
              <a:t>قواطع الفتحات: قواطع ضيقة تستخدم لتشكيل الفتحات أو الأخاديد بالمعالجة الآلية.</a:t>
            </a:r>
          </a:p>
          <a:p>
            <a:pPr rtl="1"/>
            <a:r>
              <a:rPr lang="ar" sz="1250" dirty="0"/>
              <a:t>المفرزة الطرفية: أدوات تقطيع متعددة الاستخدامات، تُستخدم لعمليات التفريز الرأسية والأفقية.</a:t>
            </a:r>
          </a:p>
          <a:p>
            <a:pPr rtl="1"/>
            <a:r>
              <a:rPr lang="ar" sz="1250" dirty="0"/>
              <a:t>مثاقب الفتحات: تستخدم لتشكيل الفتحات في المواد.</a:t>
            </a:r>
          </a:p>
          <a:p>
            <a:pPr marL="0" indent="0" rtl="1">
              <a:buNone/>
            </a:pPr>
            <a:r>
              <a:rPr lang="ar" sz="1250" b="1" dirty="0"/>
              <a:t>أدوات الشحذ</a:t>
            </a:r>
          </a:p>
          <a:p>
            <a:pPr rtl="1"/>
            <a:r>
              <a:rPr lang="ar" sz="1250" dirty="0"/>
              <a:t>عجلة ذات جوانب مستقيمة: تستخدم لتطبيقات شحذ الأسطح، ما يسمح بالحصول على أسطح ملساء ومسطحة.</a:t>
            </a:r>
          </a:p>
          <a:p>
            <a:pPr rtl="1"/>
            <a:r>
              <a:rPr lang="ar" sz="1250" dirty="0"/>
              <a:t>العجلة المجوفة والمزدوجة: عجلات شحذ ذات تجويف للسماح بمرور الأدوات.</a:t>
            </a:r>
          </a:p>
          <a:p>
            <a:pPr rtl="1"/>
            <a:r>
              <a:rPr lang="ar" sz="1250" dirty="0"/>
              <a:t>تسوية العجلات: عملية شحذ وتسوية عجلة الشحذ لاستعادة شكلها وقدرتها على القطع.</a:t>
            </a:r>
          </a:p>
          <a:p>
            <a:pPr marL="0" indent="0" rtl="1">
              <a:buNone/>
            </a:pPr>
            <a:r>
              <a:rPr lang="ar" sz="1250" b="1" dirty="0"/>
              <a:t>أدوات تثبيت قطع العمل</a:t>
            </a:r>
            <a:br>
              <a:rPr lang="en-GB" sz="1250" dirty="0"/>
            </a:br>
            <a:r>
              <a:rPr lang="ar" sz="1250" dirty="0"/>
              <a:t>الأظرف:</a:t>
            </a:r>
          </a:p>
          <a:p>
            <a:pPr rtl="1"/>
            <a:r>
              <a:rPr lang="ar" sz="1250" dirty="0"/>
              <a:t>ظرف صلب ثلاثي: يُستخدم لتثبيت قطع العمل المستديرة أو السداسية بأمان في أثناء المعالجة الآلية.</a:t>
            </a:r>
          </a:p>
          <a:p>
            <a:pPr rtl="1"/>
            <a:r>
              <a:rPr lang="ar" sz="1250" dirty="0"/>
              <a:t>ظرف مغناطيسي: يُثبت قطع العمل باستخدام القوة المغناطيسية، وغالبًا ما يُستخدم في عمليات التفريز والمعالجة الآلية الخفيفة.</a:t>
            </a:r>
          </a:p>
          <a:p>
            <a:pPr marL="0" indent="0" rtl="1">
              <a:buNone/>
            </a:pPr>
            <a:r>
              <a:rPr lang="ar" sz="1250" b="1" dirty="0"/>
              <a:t>أدوات تثبيت قطع العمل للثقب</a:t>
            </a:r>
          </a:p>
          <a:p>
            <a:pPr rtl="1"/>
            <a:r>
              <a:rPr lang="ar" sz="1250" dirty="0"/>
              <a:t>التقميط المباشر على طاولة الماكينة: تُقمّط قطعة العمل مباشرة على الطاولة لمنع الحركة في أثناء الثقب.</a:t>
            </a:r>
          </a:p>
          <a:p>
            <a:pPr rtl="1"/>
            <a:r>
              <a:rPr lang="ar" sz="1250" dirty="0"/>
              <a:t>ملزمة الماكينة: تثبت قطعة العمل بأمان مع السماح بإجراء تعديلات في الموضع.</a:t>
            </a:r>
          </a:p>
          <a:p>
            <a:pPr rtl="1"/>
            <a:r>
              <a:rPr lang="ar" sz="1250" dirty="0"/>
              <a:t>الكتلة V والمشابك: تستخدم لتثبيت قطع العمل المستديرة بأمان للثقب أو المعالجة الآلية.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88640"/>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ب3 إعداد آلات المعالجة الآلية الثانوية</a:t>
            </a:r>
          </a:p>
        </p:txBody>
      </p:sp>
      <p:sp>
        <p:nvSpPr>
          <p:cNvPr id="2" name="Footer Placeholder 2">
            <a:extLst>
              <a:ext uri="{FF2B5EF4-FFF2-40B4-BE49-F238E27FC236}">
                <a16:creationId xmlns:a16="http://schemas.microsoft.com/office/drawing/2014/main" id="{DC6D9B84-F733-2FB1-EEBB-87F6E641F4D2}"/>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1702895860"/>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2" y="1628800"/>
            <a:ext cx="4464496" cy="424847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300" b="1" dirty="0"/>
              <a:t>أجهزة تثبيت قطع العمل للخراطة</a:t>
            </a:r>
          </a:p>
          <a:p>
            <a:pPr rtl="1"/>
            <a:r>
              <a:rPr lang="ar" sz="1300" dirty="0"/>
              <a:t>لوحة القيادة والمراكز: تستخدم لتثبيت قطعة العمل بين مراكز المخرطة وتأمينها، ما يسمح بدورانها.</a:t>
            </a:r>
          </a:p>
          <a:p>
            <a:pPr rtl="1"/>
            <a:r>
              <a:rPr lang="ar" sz="1300" dirty="0"/>
              <a:t>لوحات الواجهة: لوحة مسطحة كبيرة تستخدم لتركيب قطع عمل غير منتظمة الشكل على المخرطة.</a:t>
            </a:r>
          </a:p>
          <a:p>
            <a:pPr rtl="1"/>
            <a:r>
              <a:rPr lang="ar" sz="1300" dirty="0"/>
              <a:t>أدوات التثبيت: يثبت قطع العمل الطويلة لمنع الانحراف في أثناء الدوران.</a:t>
            </a:r>
          </a:p>
          <a:p>
            <a:pPr marL="0" indent="0" rtl="1">
              <a:buNone/>
            </a:pPr>
            <a:endParaRPr lang="en-GB" sz="1300" b="1" dirty="0"/>
          </a:p>
          <a:p>
            <a:pPr marL="0" indent="0" rtl="1">
              <a:buNone/>
            </a:pPr>
            <a:r>
              <a:rPr lang="ar" sz="1300" b="1" dirty="0"/>
              <a:t>أجهزة تثبيت قطع العمل للتفريز</a:t>
            </a:r>
          </a:p>
          <a:p>
            <a:pPr rtl="1"/>
            <a:r>
              <a:rPr lang="ar" sz="1300" dirty="0"/>
              <a:t>التقميط المباشر على طاولة الماكينة: يضمن تثبيت قطعة العمل بأمان في أثناء عملية التفريز.</a:t>
            </a:r>
          </a:p>
          <a:p>
            <a:pPr rtl="1"/>
            <a:r>
              <a:rPr lang="ar" sz="1300" dirty="0"/>
              <a:t>ملزمة الماكينة: تثبت قطعة العمل في مكانها في أثناء تنفيذ عمليات التفريز.</a:t>
            </a:r>
          </a:p>
          <a:p>
            <a:pPr rtl="1"/>
            <a:r>
              <a:rPr lang="ar" sz="1300" dirty="0"/>
              <a:t>لوحة الزاوية: تُستخدم لتثبيت قطعة العمل بزوايا مُختلفة لتنفيذ عمليات معالجة آلية مُعقدة.</a:t>
            </a:r>
          </a:p>
          <a:p>
            <a:pPr rtl="1"/>
            <a:r>
              <a:rPr lang="ar" sz="1300" dirty="0"/>
              <a:t>الكتلة V والمشابك: تُستخدم لتثبيت قطع العمل الأسطوانية بأمان في أثناء التفريز.</a:t>
            </a:r>
          </a:p>
          <a:p>
            <a:pPr marL="0" indent="0" rtl="1">
              <a:buNone/>
            </a:pPr>
            <a:endParaRPr lang="en-GB" sz="1300" dirty="0"/>
          </a:p>
          <a:p>
            <a:pPr marL="0" indent="0" rtl="1">
              <a:buNone/>
            </a:pPr>
            <a:r>
              <a:rPr lang="ar" sz="1300" b="1" dirty="0"/>
              <a:t>أدوات تثبيت قطع العمل للشحذ</a:t>
            </a:r>
          </a:p>
          <a:p>
            <a:pPr rtl="1"/>
            <a:r>
              <a:rPr lang="ar" sz="1300" dirty="0"/>
              <a:t>المراكز: تستخدم في الشحذ الأسطواني لتثبيت قطعة العمل بأمان بين عجلة الشحذ والمركز الدوار.</a:t>
            </a:r>
          </a:p>
          <a:p>
            <a:pPr rtl="1"/>
            <a:r>
              <a:rPr lang="ar" sz="1300" dirty="0"/>
              <a:t>لوحة الواجهة: يعمل على تثبيت قطع العمل المسطحة بأمان في أثناء الشحذ.</a:t>
            </a:r>
          </a:p>
          <a:p>
            <a:pPr rtl="1"/>
            <a:r>
              <a:rPr lang="ar" sz="1300" dirty="0"/>
              <a:t>ملزمة الماكينة: تثبت قطع العمل الصغيرة بأمان في أثناء عمليات الشحذ.</a:t>
            </a:r>
          </a:p>
          <a:p>
            <a:pPr rtl="1"/>
            <a:r>
              <a:rPr lang="ar" sz="1300" dirty="0"/>
              <a:t>حامل قرص الشحذ: يُستخدم لتركيب قرص الشحذ على محور دوران الآلة.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88640"/>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ب3 إعداد آلات المعالجة الآلية الثانوية</a:t>
            </a:r>
          </a:p>
        </p:txBody>
      </p:sp>
      <p:sp>
        <p:nvSpPr>
          <p:cNvPr id="2" name="Rectangle 1"/>
          <p:cNvSpPr/>
          <p:nvPr/>
        </p:nvSpPr>
        <p:spPr>
          <a:xfrm>
            <a:off x="6259838" y="4293096"/>
            <a:ext cx="1143263" cy="292388"/>
          </a:xfrm>
          <a:prstGeom prst="rect">
            <a:avLst/>
          </a:prstGeom>
        </p:spPr>
        <p:txBody>
          <a:bodyPr wrap="none" rtlCol="1">
            <a:spAutoFit/>
          </a:bodyPr>
          <a:lstStyle/>
          <a:p>
            <a:pPr algn="ctr" rtl="1"/>
            <a:r>
              <a:rPr lang="ar" sz="1300" b="1" dirty="0">
                <a:latin typeface="Roboto"/>
                <a:cs typeface="Sakkal Majalla" panose="02000000000000000000" pitchFamily="2" charset="-78"/>
              </a:rPr>
              <a:t>إنشاء ثقب بالمخرطة</a:t>
            </a:r>
            <a:endParaRPr lang="en-GB" sz="1300" b="1" i="0" dirty="0">
              <a:effectLst/>
              <a:latin typeface="Roboto"/>
              <a:cs typeface="Sakkal Majalla" panose="02000000000000000000" pitchFamily="2" charset="-78"/>
            </a:endParaRPr>
          </a:p>
        </p:txBody>
      </p:sp>
      <p:pic>
        <p:nvPicPr>
          <p:cNvPr id="4" name="Picture 3" descr="A person working on a machine&#10;&#10;Description automatically generated">
            <a:extLst>
              <a:ext uri="{FF2B5EF4-FFF2-40B4-BE49-F238E27FC236}">
                <a16:creationId xmlns:a16="http://schemas.microsoft.com/office/drawing/2014/main" id="{E213CFC3-47ED-7A92-0A98-65D62B29DD4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033342" y="1840278"/>
            <a:ext cx="3596251" cy="2388555"/>
          </a:xfrm>
          <a:prstGeom prst="rect">
            <a:avLst/>
          </a:prstGeom>
        </p:spPr>
      </p:pic>
      <p:sp>
        <p:nvSpPr>
          <p:cNvPr id="5" name="Content Placeholder 3">
            <a:extLst>
              <a:ext uri="{FF2B5EF4-FFF2-40B4-BE49-F238E27FC236}">
                <a16:creationId xmlns:a16="http://schemas.microsoft.com/office/drawing/2014/main" id="{874A414E-37A4-802E-DCB0-5DE6D9640142}"/>
              </a:ext>
            </a:extLst>
          </p:cNvPr>
          <p:cNvSpPr txBox="1">
            <a:spLocks noChangeArrowheads="1"/>
          </p:cNvSpPr>
          <p:nvPr/>
        </p:nvSpPr>
        <p:spPr bwMode="auto">
          <a:xfrm>
            <a:off x="4838675" y="4869160"/>
            <a:ext cx="4014880" cy="1656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Font typeface="Wingdings" panose="05000000000000000000" pitchFamily="2" charset="2"/>
              <a:buNone/>
            </a:pPr>
            <a:r>
              <a:rPr lang="ar" sz="1300" b="1" kern="0" dirty="0">
                <a:latin typeface="Sakkal Majalla" panose="02000000000000000000" pitchFamily="2" charset="-78"/>
                <a:cs typeface="Sakkal Majalla" panose="02000000000000000000" pitchFamily="2" charset="-78"/>
              </a:rPr>
              <a:t>سرعات وتلقيم الثقب</a:t>
            </a:r>
          </a:p>
          <a:p>
            <a:pPr rtl="1"/>
            <a:r>
              <a:rPr lang="ar" sz="1300" kern="0" dirty="0">
                <a:latin typeface="Sakkal Majalla" panose="02000000000000000000" pitchFamily="2" charset="-78"/>
                <a:cs typeface="Sakkal Majalla" panose="02000000000000000000" pitchFamily="2" charset="-78"/>
              </a:rPr>
              <a:t>سرعة دورات الأدوات في الدقيقة:</a:t>
            </a:r>
          </a:p>
          <a:p>
            <a:pPr rtl="1"/>
            <a:r>
              <a:rPr lang="ar" sz="1300" kern="0" dirty="0">
                <a:latin typeface="Sakkal Majalla" panose="02000000000000000000" pitchFamily="2" charset="-78"/>
                <a:cs typeface="Sakkal Majalla" panose="02000000000000000000" pitchFamily="2" charset="-78"/>
              </a:rPr>
              <a:t>مصطلح يشير إلى عدد المرات التي تدور فيها لقمة المثقاب في الدقيقة، وتُعدّل وفقًا لنوع المادة والأداة المُستخدمة</a:t>
            </a:r>
          </a:p>
          <a:p>
            <a:pPr rtl="1"/>
            <a:r>
              <a:rPr lang="ar" sz="1300" kern="0" dirty="0">
                <a:latin typeface="Sakkal Majalla" panose="02000000000000000000" pitchFamily="2" charset="-78"/>
                <a:cs typeface="Sakkal Majalla" panose="02000000000000000000" pitchFamily="2" charset="-78"/>
              </a:rPr>
              <a:t>معدل التلقيم الخطي:</a:t>
            </a:r>
          </a:p>
          <a:p>
            <a:pPr rtl="1"/>
            <a:r>
              <a:rPr lang="ar" sz="1300" kern="0" dirty="0">
                <a:latin typeface="Sakkal Majalla" panose="02000000000000000000" pitchFamily="2" charset="-78"/>
                <a:cs typeface="Sakkal Majalla" panose="02000000000000000000" pitchFamily="2" charset="-78"/>
              </a:rPr>
              <a:t>يشير إلى المسافة التي تتقدم بها الأداة على طول قطعة العمل في الدقيقة. وتعتمد التعديلات على المادة وحجم الثقب.</a:t>
            </a:r>
          </a:p>
        </p:txBody>
      </p:sp>
      <p:sp>
        <p:nvSpPr>
          <p:cNvPr id="3" name="Footer Placeholder 2">
            <a:extLst>
              <a:ext uri="{FF2B5EF4-FFF2-40B4-BE49-F238E27FC236}">
                <a16:creationId xmlns:a16="http://schemas.microsoft.com/office/drawing/2014/main" id="{10EA2D9C-BD7D-EF05-75DB-05DFEBD63EBF}"/>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2510384899"/>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95936" y="1196752"/>
            <a:ext cx="5040560" cy="547260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سرعات وتلقيم الخراطة، سرعة دوران قطعة العمل (دورة في الدقيقة)</a:t>
            </a:r>
          </a:p>
          <a:p>
            <a:pPr marL="0" indent="0" rtl="1">
              <a:buNone/>
            </a:pPr>
            <a:br>
              <a:rPr lang="en-GB" sz="1400" dirty="0"/>
            </a:br>
            <a:r>
              <a:rPr lang="ar" sz="1400" dirty="0"/>
              <a:t>عدد المرات التي تدور فيها قطعة العمل في الدقيقة على المخرطة.</a:t>
            </a:r>
          </a:p>
          <a:p>
            <a:pPr marL="0" indent="0" rtl="1">
              <a:buNone/>
            </a:pPr>
            <a:br>
              <a:rPr lang="en-GB" sz="1400" dirty="0"/>
            </a:br>
            <a:r>
              <a:rPr lang="ar" sz="1400" b="1" dirty="0"/>
              <a:t>معدل التلقيم الخطي:</a:t>
            </a:r>
            <a:r>
              <a:rPr lang="ar" sz="1400" dirty="0"/>
              <a:t> المسافة التي تتقدم بها الأداة على طول قطعة العمل لكل دورة من دورات قطعة العمل.</a:t>
            </a:r>
          </a:p>
          <a:p>
            <a:pPr marL="0" indent="0" rtl="1">
              <a:buNone/>
            </a:pPr>
            <a:r>
              <a:rPr lang="ar" sz="1400" b="1" dirty="0"/>
              <a:t>عمق القطع:</a:t>
            </a:r>
            <a:r>
              <a:rPr lang="ar" sz="1400" dirty="0"/>
              <a:t> التخشين: يُستخدم عمق قطع كبير لإزالة كمية كبيرة من المادة بسرعة.</a:t>
            </a:r>
            <a:br>
              <a:rPr lang="en-GB" sz="1400" dirty="0"/>
            </a:br>
            <a:r>
              <a:rPr lang="ar" sz="1400" dirty="0"/>
              <a:t>التشطيب: يُستخدم عمق قطع صغير للدقة والحصول على سطح نهائي ناعم.</a:t>
            </a:r>
          </a:p>
          <a:p>
            <a:pPr marL="0" indent="0" rtl="1">
              <a:buNone/>
            </a:pPr>
            <a:endParaRPr lang="en-GB" sz="1400" dirty="0"/>
          </a:p>
          <a:p>
            <a:pPr marL="0" indent="0" rtl="1">
              <a:buNone/>
            </a:pPr>
            <a:r>
              <a:rPr lang="ar" sz="1400" b="1" dirty="0"/>
              <a:t>سرعات وتلقيم التفريز</a:t>
            </a:r>
          </a:p>
          <a:p>
            <a:pPr marL="0" indent="0" rtl="1">
              <a:buNone/>
            </a:pPr>
            <a:br>
              <a:rPr lang="en-GB" sz="1400" dirty="0"/>
            </a:br>
            <a:r>
              <a:rPr lang="ar" sz="1400" b="1" dirty="0"/>
              <a:t>معدل التلقيم الخطي/النضدي:</a:t>
            </a:r>
            <a:r>
              <a:rPr lang="ar" sz="1400" dirty="0"/>
              <a:t> سرعة حركة قطعة العمل تحت أداة القطع، والتي تُحدد بناءً على نوع عملية التفريز والمادة.</a:t>
            </a:r>
            <a:br>
              <a:rPr lang="en-GB" sz="1400" dirty="0"/>
            </a:br>
            <a:r>
              <a:rPr lang="ar" sz="1400" b="1" dirty="0"/>
              <a:t>دورات قاطع التفريز في الدقيقة</a:t>
            </a:r>
            <a:r>
              <a:rPr lang="ar" sz="1400" dirty="0"/>
              <a:t> سرعة دوران قاطع التفريز، والتي تُعدّل وفقًا للمواد المرد معالجتها آليًا.</a:t>
            </a:r>
            <a:br>
              <a:rPr lang="en-GB" sz="1400" dirty="0"/>
            </a:br>
            <a:r>
              <a:rPr lang="ar" sz="1400" b="1" dirty="0"/>
              <a:t>عمق القطع:</a:t>
            </a:r>
            <a:r>
              <a:rPr lang="ar" sz="1400" dirty="0"/>
              <a:t> التخشين: يزيل كمية كبيرة من المواد بسرعة.</a:t>
            </a:r>
            <a:br>
              <a:rPr lang="en-GB" sz="1400" dirty="0"/>
            </a:br>
            <a:r>
              <a:rPr lang="ar" sz="1400" dirty="0"/>
              <a:t>التشطيب: يوفر سطحًا دقيقًا وأملسًا لقطعة العمل.</a:t>
            </a:r>
            <a:br>
              <a:rPr lang="en-GB" sz="1400" dirty="0"/>
            </a:br>
            <a:br>
              <a:rPr lang="en-GB" sz="1400" dirty="0"/>
            </a:br>
            <a:r>
              <a:rPr lang="ar" sz="1400" b="1" dirty="0"/>
              <a:t>سرعات وتلقيم الشحذ</a:t>
            </a:r>
          </a:p>
          <a:p>
            <a:pPr marL="0" indent="0" rtl="1">
              <a:buNone/>
            </a:pPr>
            <a:br>
              <a:rPr lang="en-GB" sz="1400" dirty="0"/>
            </a:br>
            <a:r>
              <a:rPr lang="ar" sz="1400" b="1" dirty="0"/>
              <a:t>معدل التلقيم الخطي/النضدي:</a:t>
            </a:r>
            <a:r>
              <a:rPr lang="ar" sz="1400" dirty="0"/>
              <a:t> السرعة التي تتحرك بها قطعة العمل تحت عجلة الشحذ.</a:t>
            </a:r>
            <a:br>
              <a:rPr lang="en-GB" sz="1400" dirty="0"/>
            </a:br>
            <a:r>
              <a:rPr lang="ar" sz="1400" b="1" dirty="0"/>
              <a:t>عمق القطع:</a:t>
            </a:r>
            <a:r>
              <a:rPr lang="ar" sz="1400" dirty="0"/>
              <a:t> التخشين: يُستخدم لإزالة المواد بسرعة.</a:t>
            </a:r>
            <a:br>
              <a:rPr lang="en-GB" sz="1400" dirty="0"/>
            </a:br>
            <a:r>
              <a:rPr lang="ar" sz="1400" dirty="0"/>
              <a:t>التشطيب: يُستخدم لإنشاء سطح أملس ودقيق.</a:t>
            </a:r>
            <a:br>
              <a:rPr lang="en-GB" sz="1400" dirty="0"/>
            </a:br>
            <a:r>
              <a:rPr lang="ar" sz="1400" b="1" dirty="0"/>
              <a:t>التلقيم المتقاطع: </a:t>
            </a:r>
            <a:r>
              <a:rPr lang="ar" sz="1400" dirty="0"/>
              <a:t>الحركة الجانبية لعجلة الشحذ عبر سطح قطعة العمل.</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88640"/>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ب3 إعداد آلات المعالجة الآلية الثانوية</a:t>
            </a:r>
          </a:p>
        </p:txBody>
      </p:sp>
      <p:sp>
        <p:nvSpPr>
          <p:cNvPr id="3" name="Rectangle 2"/>
          <p:cNvSpPr/>
          <p:nvPr/>
        </p:nvSpPr>
        <p:spPr>
          <a:xfrm>
            <a:off x="1310469" y="4844819"/>
            <a:ext cx="1374095" cy="292388"/>
          </a:xfrm>
          <a:prstGeom prst="rect">
            <a:avLst/>
          </a:prstGeom>
        </p:spPr>
        <p:txBody>
          <a:bodyPr wrap="none" rtlCol="1">
            <a:spAutoFit/>
          </a:bodyPr>
          <a:lstStyle/>
          <a:p>
            <a:pPr algn="ctr" rtl="1"/>
            <a:r>
              <a:rPr lang="ar" sz="1300" b="1" dirty="0">
                <a:latin typeface="Roboto"/>
                <a:cs typeface="Sakkal Majalla" panose="02000000000000000000" pitchFamily="2" charset="-78"/>
              </a:rPr>
              <a:t>كابينة التحكم في المخرطة</a:t>
            </a:r>
            <a:endParaRPr lang="en-GB" sz="1300" b="1" i="0" dirty="0">
              <a:effectLst/>
              <a:latin typeface="Roboto"/>
              <a:cs typeface="Sakkal Majalla" panose="02000000000000000000" pitchFamily="2" charset="-78"/>
            </a:endParaRPr>
          </a:p>
        </p:txBody>
      </p:sp>
      <p:pic>
        <p:nvPicPr>
          <p:cNvPr id="4" name="Picture 3" descr="A machine with a computer&#10;&#10;Description automatically generated">
            <a:extLst>
              <a:ext uri="{FF2B5EF4-FFF2-40B4-BE49-F238E27FC236}">
                <a16:creationId xmlns:a16="http://schemas.microsoft.com/office/drawing/2014/main" id="{8D32BFAA-9949-DB7D-DB8E-6220314C121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88032" y="2420888"/>
            <a:ext cx="3635896" cy="2423931"/>
          </a:xfrm>
          <a:prstGeom prst="rect">
            <a:avLst/>
          </a:prstGeom>
        </p:spPr>
      </p:pic>
      <p:sp>
        <p:nvSpPr>
          <p:cNvPr id="2" name="Footer Placeholder 2">
            <a:extLst>
              <a:ext uri="{FF2B5EF4-FFF2-40B4-BE49-F238E27FC236}">
                <a16:creationId xmlns:a16="http://schemas.microsoft.com/office/drawing/2014/main" id="{B93C4DBA-627F-21EE-C57A-EC8CD6D58719}"/>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634704012"/>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ج</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4000" b="1" dirty="0">
                <a:latin typeface="Sakkal Majalla" panose="02000000000000000000" pitchFamily="2" charset="-78"/>
                <a:cs typeface="Sakkal Majalla" panose="02000000000000000000" pitchFamily="2" charset="-78"/>
              </a:rPr>
              <a:t>تنفيذ عمليات المعالجة الآلية الثانوية التقليدية لتصنيع أحد المكونات بأمان</a:t>
            </a:r>
          </a:p>
        </p:txBody>
      </p:sp>
      <p:sp>
        <p:nvSpPr>
          <p:cNvPr id="2" name="Footer Placeholder 2">
            <a:extLst>
              <a:ext uri="{FF2B5EF4-FFF2-40B4-BE49-F238E27FC236}">
                <a16:creationId xmlns:a16="http://schemas.microsoft.com/office/drawing/2014/main" id="{E18F8528-05A6-3BBB-8BAD-383C52144A03}"/>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2447797040"/>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699792" y="1124743"/>
            <a:ext cx="6192688" cy="557576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300" b="1" dirty="0">
                <a:solidFill>
                  <a:schemeClr val="accent5">
                    <a:lumMod val="50000"/>
                  </a:schemeClr>
                </a:solidFill>
              </a:rPr>
              <a:t>ميزات الثقب</a:t>
            </a:r>
            <a:br>
              <a:rPr lang="en-GB" sz="1300" dirty="0"/>
            </a:br>
            <a:r>
              <a:rPr lang="ar" sz="1300" b="1" dirty="0"/>
              <a:t>ثقوب كاملة: </a:t>
            </a:r>
            <a:r>
              <a:rPr lang="ar" sz="1300" dirty="0"/>
              <a:t>ثقب محفور يمر بالكامل خلال المادة.</a:t>
            </a:r>
            <a:br>
              <a:rPr lang="en-GB" sz="1300" dirty="0"/>
            </a:br>
            <a:r>
              <a:rPr lang="ar" sz="1300" dirty="0"/>
              <a:t>يُستخدم في مجموعة واسعة من المكونات مثل المُثبّتات، والأعمدة، والتجميعات.</a:t>
            </a:r>
            <a:br>
              <a:rPr lang="en-GB" sz="1300" dirty="0"/>
            </a:br>
            <a:r>
              <a:rPr lang="ar" sz="1300" b="1" dirty="0"/>
              <a:t>التخويش الأسطواني </a:t>
            </a:r>
            <a:r>
              <a:rPr lang="ar" sz="1300" dirty="0"/>
              <a:t>توسعة أسطوانية في أعلى الثقب، تسمح برؤوس المُثبّتات (مثل الصواميل) بالاستقرار بالتساطح مع سطح المادة أو تحته.</a:t>
            </a:r>
            <a:br>
              <a:rPr lang="en-GB" sz="1300" dirty="0"/>
            </a:br>
            <a:r>
              <a:rPr lang="ar" sz="1300" b="1" dirty="0"/>
              <a:t>ثقب مسنن:</a:t>
            </a:r>
            <a:r>
              <a:rPr lang="ar" sz="1300" dirty="0"/>
              <a:t> ثقب ذو سنون داخلية يسمح بإدخال الصواميل أو البراغي.</a:t>
            </a:r>
            <a:br>
              <a:rPr lang="en-GB" sz="1300" dirty="0"/>
            </a:br>
            <a:r>
              <a:rPr lang="ar" sz="1300" b="1" dirty="0"/>
              <a:t>ثقب موسع</a:t>
            </a:r>
            <a:r>
              <a:rPr lang="ar" sz="1300" dirty="0"/>
              <a:t>: ثقب دقيق مُصنع باستخدام مُوسِّع، ما ينتج عنه سطح أملس وحجم دقيق، وغالبًا ما يُستخدم للمحامل ودبابيس التثبيت.</a:t>
            </a:r>
          </a:p>
          <a:p>
            <a:pPr marL="0" indent="0" rtl="1">
              <a:buNone/>
            </a:pPr>
            <a:endParaRPr lang="en-GB" sz="1000" dirty="0"/>
          </a:p>
          <a:p>
            <a:pPr marL="0" indent="0" rtl="1">
              <a:buNone/>
            </a:pPr>
            <a:r>
              <a:rPr lang="ar" sz="1300" b="1" dirty="0">
                <a:solidFill>
                  <a:schemeClr val="accent5">
                    <a:lumMod val="50000"/>
                  </a:schemeClr>
                </a:solidFill>
              </a:rPr>
              <a:t>ميزات الخراطة</a:t>
            </a:r>
            <a:br>
              <a:rPr lang="en-GB" sz="1300" dirty="0"/>
            </a:br>
            <a:r>
              <a:rPr lang="ar" sz="1300" b="1" dirty="0"/>
              <a:t>الأقطار المتوازية: </a:t>
            </a:r>
            <a:r>
              <a:rPr lang="ar" sz="1300" dirty="0"/>
              <a:t>قطر موحد بطول قطعة العمل، وغالبًا ما يستخدم للأعمدة.</a:t>
            </a:r>
            <a:br>
              <a:rPr lang="en-GB" sz="1300" dirty="0"/>
            </a:br>
            <a:r>
              <a:rPr lang="ar" sz="1300" b="1" dirty="0"/>
              <a:t>الشطب: </a:t>
            </a:r>
            <a:r>
              <a:rPr lang="ar" sz="1300" dirty="0"/>
              <a:t>حافة مشطوفة مقطوعة على قطعة العمل لإزالة الحواف الحادة، وتحسين المظهر الجمالي، وضمان سهولة التجميع.</a:t>
            </a:r>
            <a:br>
              <a:rPr lang="en-GB" sz="1300" dirty="0"/>
            </a:br>
            <a:r>
              <a:rPr lang="ar" sz="1300" b="1" dirty="0"/>
              <a:t>ثقوب مسدودة محفورة ومسننة </a:t>
            </a:r>
            <a:r>
              <a:rPr lang="ar" sz="1300" dirty="0"/>
              <a:t>يُحفر الثقب المسدود بعمق مُحدد دون أن يخترق قطعة العمل، ثم تُضاف سنون داخلية بواسطة التسنين لتثبيت المُثبّتات.</a:t>
            </a:r>
          </a:p>
          <a:p>
            <a:pPr marL="0" indent="0" rtl="1">
              <a:buNone/>
            </a:pPr>
            <a:endParaRPr lang="en-GB" sz="1000" dirty="0"/>
          </a:p>
          <a:p>
            <a:pPr marL="0" indent="0" rtl="1">
              <a:buNone/>
            </a:pPr>
            <a:r>
              <a:rPr lang="ar" sz="1300" b="1" dirty="0">
                <a:solidFill>
                  <a:schemeClr val="accent5">
                    <a:lumMod val="50000"/>
                  </a:schemeClr>
                </a:solidFill>
              </a:rPr>
              <a:t>ميزات الشحذ</a:t>
            </a:r>
            <a:br>
              <a:rPr lang="en-GB" sz="1300" dirty="0"/>
            </a:br>
            <a:r>
              <a:rPr lang="ar" sz="1300" b="1" dirty="0"/>
              <a:t>السطح المستوي: </a:t>
            </a:r>
            <a:r>
              <a:rPr lang="ar" sz="1300" dirty="0"/>
              <a:t>سطح مستوي مشكّل على قطعة العمل بالمعالجة الآلية، ويُستخدم في مُعظم المكونات الميكانيكية للحصول على سطح مُستوٍ وأملس.</a:t>
            </a:r>
            <a:br>
              <a:rPr lang="en-GB" sz="1300" dirty="0"/>
            </a:br>
            <a:r>
              <a:rPr lang="ar" sz="1300" b="1" dirty="0"/>
              <a:t>الأكتاف: </a:t>
            </a:r>
            <a:r>
              <a:rPr lang="ar" sz="1300" dirty="0"/>
              <a:t>درجة أو منطقة مرتفعة على قطعة العمل تُستخدم لاستيعاب مكونات إضافية أو إنشاء أعماق مُتفاوتة.</a:t>
            </a:r>
            <a:br>
              <a:rPr lang="en-GB" sz="1300" dirty="0"/>
            </a:br>
            <a:r>
              <a:rPr lang="ar" sz="1300" b="1" dirty="0"/>
              <a:t>الفتحات: </a:t>
            </a:r>
            <a:r>
              <a:rPr lang="ar" sz="1300" dirty="0"/>
              <a:t>أخاديد أو قنوات مشكّلة على قطعة العمل بالمعالجة الآلية، وغالبًا ما تُستخدم للمُثبّتات، أو المفاتيح، أو لمحاذاة المكونات.</a:t>
            </a:r>
            <a:br>
              <a:rPr lang="en-GB" sz="1300" dirty="0"/>
            </a:br>
            <a:r>
              <a:rPr lang="ar" sz="1300" b="1" dirty="0"/>
              <a:t>الأشكال الجانبية: </a:t>
            </a:r>
            <a:r>
              <a:rPr lang="ar" sz="1300" dirty="0"/>
              <a:t>أشكال أو معالم مُعقَّدة مشكّلة على قطعة العمل بالمعالجة الآلية، وهي ضرورية لإنشاء تصميمات مُعقدة أو أجزاء ميكانيكية.</a:t>
            </a:r>
          </a:p>
          <a:p>
            <a:pPr marL="0" indent="0" rtl="1">
              <a:buNone/>
            </a:pPr>
            <a:endParaRPr lang="en-GB" sz="1000" dirty="0"/>
          </a:p>
          <a:p>
            <a:pPr marL="0" indent="0" rtl="1">
              <a:buNone/>
            </a:pPr>
            <a:r>
              <a:rPr lang="ar" sz="1300" b="1" dirty="0">
                <a:solidFill>
                  <a:schemeClr val="accent5">
                    <a:lumMod val="50000"/>
                  </a:schemeClr>
                </a:solidFill>
              </a:rPr>
              <a:t>ميزات الشحذ</a:t>
            </a:r>
            <a:br>
              <a:rPr lang="en-GB" sz="1300" dirty="0"/>
            </a:br>
            <a:r>
              <a:rPr lang="ar" sz="1300" b="1" dirty="0"/>
              <a:t>القطر الموازي: </a:t>
            </a:r>
            <a:r>
              <a:rPr lang="ar" sz="1300" dirty="0"/>
              <a:t>ينتج الشحذ أقطارًا دقيقة ومُنتظمة على طول قطعة العمل، وغالبًا ما يُستخدم للمكونات الأسطوانية مثل المحامل والأعمدة.</a:t>
            </a:r>
            <a:br>
              <a:rPr lang="en-GB" sz="1300" dirty="0"/>
            </a:br>
            <a:r>
              <a:rPr lang="ar" sz="1300" b="1" dirty="0"/>
              <a:t>سطح مستوٍ: </a:t>
            </a:r>
            <a:r>
              <a:rPr lang="ar" sz="1300" dirty="0"/>
              <a:t>يُنتج الشحذ السطحي سطحًا أملس ومُستوي على المواد، وهو أمر بالغ الأهمية لإنشاء أجزاء مُتزاوجة وضمان الدقة.</a:t>
            </a:r>
            <a:br>
              <a:rPr lang="en-GB" sz="1300" dirty="0"/>
            </a:br>
            <a:endParaRPr lang="en-GB" sz="13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88640"/>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ج1 ميزات عمليات المعالجة الآلية الثانوية التقليدية</a:t>
            </a:r>
          </a:p>
        </p:txBody>
      </p:sp>
      <p:sp>
        <p:nvSpPr>
          <p:cNvPr id="2" name="Rectangle 1"/>
          <p:cNvSpPr/>
          <p:nvPr/>
        </p:nvSpPr>
        <p:spPr>
          <a:xfrm>
            <a:off x="766082" y="5301208"/>
            <a:ext cx="1516762" cy="292388"/>
          </a:xfrm>
          <a:prstGeom prst="rect">
            <a:avLst/>
          </a:prstGeom>
        </p:spPr>
        <p:txBody>
          <a:bodyPr wrap="none" rtlCol="1">
            <a:spAutoFit/>
          </a:bodyPr>
          <a:lstStyle/>
          <a:p>
            <a:pPr algn="ctr" rtl="1"/>
            <a:r>
              <a:rPr lang="ar" sz="1300" b="1" dirty="0">
                <a:latin typeface="Roboto"/>
                <a:cs typeface="Sakkal Majalla" panose="02000000000000000000" pitchFamily="2" charset="-78"/>
              </a:rPr>
              <a:t>حافة مشطوفة على صندوق</a:t>
            </a:r>
            <a:endParaRPr lang="en-GB" sz="1300" b="1" i="0" dirty="0">
              <a:effectLst/>
              <a:latin typeface="Roboto"/>
              <a:cs typeface="Sakkal Majalla" panose="02000000000000000000" pitchFamily="2" charset="-78"/>
            </a:endParaRPr>
          </a:p>
        </p:txBody>
      </p:sp>
      <p:pic>
        <p:nvPicPr>
          <p:cNvPr id="4" name="Picture 3" descr="A hand holding a wooden box&#10;&#10;Description automatically generated">
            <a:extLst>
              <a:ext uri="{FF2B5EF4-FFF2-40B4-BE49-F238E27FC236}">
                <a16:creationId xmlns:a16="http://schemas.microsoft.com/office/drawing/2014/main" id="{40B078ED-59BF-BAE8-2790-635108F961F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49131" y="2060848"/>
            <a:ext cx="2350661" cy="3212976"/>
          </a:xfrm>
          <a:prstGeom prst="rect">
            <a:avLst/>
          </a:prstGeom>
        </p:spPr>
      </p:pic>
      <p:sp>
        <p:nvSpPr>
          <p:cNvPr id="3" name="Footer Placeholder 2">
            <a:extLst>
              <a:ext uri="{FF2B5EF4-FFF2-40B4-BE49-F238E27FC236}">
                <a16:creationId xmlns:a16="http://schemas.microsoft.com/office/drawing/2014/main" id="{37E19451-97FB-6178-5EBF-300ABFFF90E9}"/>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869928995"/>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 y="1196752"/>
            <a:ext cx="8964487" cy="56166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100" b="1" dirty="0">
                <a:solidFill>
                  <a:schemeClr val="accent5">
                    <a:lumMod val="50000"/>
                  </a:schemeClr>
                </a:solidFill>
              </a:rPr>
              <a:t>المعلمات العامة للمعالجة الآلية</a:t>
            </a:r>
          </a:p>
          <a:p>
            <a:pPr marL="0" indent="0" rtl="1">
              <a:buNone/>
            </a:pPr>
            <a:r>
              <a:rPr lang="ar" sz="1100" b="1" dirty="0"/>
              <a:t>وضع سائل القطع: </a:t>
            </a:r>
            <a:r>
              <a:rPr lang="ar" sz="1100" dirty="0"/>
              <a:t>الغرض: تُستخدم سوائل القطع لتبريد منطقة القطع، وتشحيم أداة القطع، وتُزيل الرقائق من منطقة القطع.</a:t>
            </a:r>
            <a:br>
              <a:rPr lang="en-GB" sz="1100" dirty="0"/>
            </a:br>
            <a:r>
              <a:rPr lang="ar" sz="1100" dirty="0"/>
              <a:t>أهميته: يمنع ارتفاع درجة الحرارة ويحسن تشطيب السطح.</a:t>
            </a:r>
            <a:br>
              <a:rPr lang="en-GB" sz="1100" dirty="0"/>
            </a:br>
            <a:r>
              <a:rPr lang="ar" sz="1100" b="1" dirty="0"/>
              <a:t>إزالة النفايات المعدنية: </a:t>
            </a:r>
            <a:r>
              <a:rPr lang="ar" sz="1100" dirty="0"/>
              <a:t>النفايات المعدنية: الرقائق أو البقايا المعدنية الناتجة في أُثناء المعالجة الآلية.</a:t>
            </a:r>
            <a:br>
              <a:rPr lang="en-GB" sz="1100" dirty="0"/>
            </a:br>
            <a:r>
              <a:rPr lang="ar" sz="1100" dirty="0"/>
              <a:t>أهميته: يجب إزالة النفايات المعدنية لمنعها من إتلاف قطعة العمل، أو سدّ الآلة، أو التسبب في إصابات.</a:t>
            </a:r>
            <a:br>
              <a:rPr lang="en-GB" sz="1100" dirty="0"/>
            </a:br>
            <a:r>
              <a:rPr lang="ar" sz="1100" b="1" dirty="0"/>
              <a:t>إزالة قطعة العمل:</a:t>
            </a:r>
            <a:br>
              <a:rPr lang="en-GB" sz="1100" dirty="0"/>
            </a:br>
            <a:r>
              <a:rPr lang="ar" sz="1100" dirty="0"/>
              <a:t>يجب استخدام التقنيات المناسبة لإزالة قطعة العمل النهائية بأمان من الآلة، ما يضمن عدم تلف السطح أو الميزات.</a:t>
            </a:r>
          </a:p>
          <a:p>
            <a:pPr marL="0" indent="0" rtl="1">
              <a:buNone/>
            </a:pPr>
            <a:endParaRPr lang="en-GB" sz="900" dirty="0"/>
          </a:p>
          <a:p>
            <a:pPr marL="0" indent="0" rtl="1">
              <a:buNone/>
            </a:pPr>
            <a:r>
              <a:rPr lang="ar" sz="1100" b="1" dirty="0">
                <a:solidFill>
                  <a:schemeClr val="accent5">
                    <a:lumMod val="50000"/>
                  </a:schemeClr>
                </a:solidFill>
              </a:rPr>
              <a:t>معلمات الثقب</a:t>
            </a:r>
            <a:br>
              <a:rPr lang="en-GB" sz="1100" dirty="0"/>
            </a:br>
            <a:r>
              <a:rPr lang="ar" sz="1100" b="1" dirty="0"/>
              <a:t>عدد دورات الأداة في الدقيقة (RPM):</a:t>
            </a:r>
            <a:r>
              <a:rPr lang="ar" sz="1100" dirty="0"/>
              <a:t> السرعة التي يدور بها المثقاب، اعتمادًا على المادة المراد حفرها والأداة المستخدمة.</a:t>
            </a:r>
            <a:br>
              <a:rPr lang="en-GB" sz="1100" dirty="0"/>
            </a:br>
            <a:r>
              <a:rPr lang="ar" sz="1100" b="1" dirty="0"/>
              <a:t>معدل التلقيم:</a:t>
            </a:r>
            <a:r>
              <a:rPr lang="ar" sz="1100" dirty="0"/>
              <a:t> يشير إلى معدل تقدم المثقاب في المادة، وهو مهم للتحكم في جودة الثقب ومنع تآكُل الأداة.</a:t>
            </a:r>
            <a:br>
              <a:rPr lang="en-GB" sz="1100" dirty="0"/>
            </a:br>
            <a:r>
              <a:rPr lang="ar" sz="1100" b="1" dirty="0"/>
              <a:t>إزالة النفايات المعدنية:</a:t>
            </a:r>
            <a:r>
              <a:rPr lang="ar" sz="1100" dirty="0"/>
              <a:t> ضمان إزالة النفايات المعدنية من الثقب المحفور لتجنب الانسداد أو تراكم الحرارة أو كسر الأداة.</a:t>
            </a:r>
          </a:p>
          <a:p>
            <a:pPr marL="0" indent="0" rtl="1">
              <a:buNone/>
            </a:pPr>
            <a:endParaRPr lang="en-GB" sz="900" dirty="0"/>
          </a:p>
          <a:p>
            <a:pPr marL="0" indent="0" rtl="1">
              <a:buNone/>
            </a:pPr>
            <a:r>
              <a:rPr lang="ar" sz="1100" b="1" dirty="0">
                <a:solidFill>
                  <a:schemeClr val="accent5">
                    <a:lumMod val="50000"/>
                  </a:schemeClr>
                </a:solidFill>
              </a:rPr>
              <a:t>معلمات الخراطة</a:t>
            </a:r>
            <a:br>
              <a:rPr lang="en-GB" sz="1100" b="1" dirty="0"/>
            </a:br>
            <a:r>
              <a:rPr lang="ar" sz="1100" b="1" dirty="0"/>
              <a:t>عدد دورات قطعة العمل في الدقيقة:</a:t>
            </a:r>
            <a:r>
              <a:rPr lang="ar" sz="1100" dirty="0"/>
              <a:t> السرعة التي تدور بها قطعة العمل على المخرطة، وفقًا لنوع المادة وأداة القطع.</a:t>
            </a:r>
            <a:br>
              <a:rPr lang="en-GB" sz="1100" dirty="0"/>
            </a:br>
            <a:r>
              <a:rPr lang="ar" sz="1100" b="1" dirty="0"/>
              <a:t>معدل تلقيم الأداة:</a:t>
            </a:r>
            <a:r>
              <a:rPr lang="ar" sz="1100" dirty="0"/>
              <a:t> المعدل الذي تتحرك به أداة القطع على طول سطح قطعة العمل، ما يسمح بالتحكم في تشطيب السطح وسرعة تآكل الأداة.</a:t>
            </a:r>
            <a:br>
              <a:rPr lang="en-GB" sz="1100" dirty="0"/>
            </a:br>
            <a:r>
              <a:rPr lang="ar" sz="1100" b="1" dirty="0"/>
              <a:t>عمق القطع:</a:t>
            </a:r>
            <a:r>
              <a:rPr lang="ar" sz="1100" dirty="0"/>
              <a:t> التخشين: يُستخدم عمق القطع الأكبر لإزالة المواد الزائدة بسرعة.</a:t>
            </a:r>
            <a:br>
              <a:rPr lang="en-GB" sz="1100" dirty="0"/>
            </a:br>
            <a:r>
              <a:rPr lang="ar" sz="1100" b="1" dirty="0"/>
              <a:t>التشطيب: </a:t>
            </a:r>
            <a:r>
              <a:rPr lang="ar" sz="1100" dirty="0"/>
              <a:t>يُستخدم عمق قطع أصغر لإنشاء أبعاد دقيقة والحصول على سطح أملس.</a:t>
            </a:r>
          </a:p>
          <a:p>
            <a:pPr marL="0" indent="0" rtl="1">
              <a:buNone/>
            </a:pPr>
            <a:endParaRPr lang="en-GB" sz="900" dirty="0"/>
          </a:p>
          <a:p>
            <a:pPr marL="0" indent="0" rtl="1">
              <a:buNone/>
            </a:pPr>
            <a:r>
              <a:rPr lang="ar" sz="1100" b="1" dirty="0">
                <a:solidFill>
                  <a:schemeClr val="accent5">
                    <a:lumMod val="50000"/>
                  </a:schemeClr>
                </a:solidFill>
              </a:rPr>
              <a:t>معلمات التفريز</a:t>
            </a:r>
            <a:br>
              <a:rPr lang="en-GB" sz="1100" b="1" dirty="0"/>
            </a:br>
            <a:r>
              <a:rPr lang="ar" sz="1100" b="1" dirty="0"/>
              <a:t>معدل التلقيم الخطي/النضدي:</a:t>
            </a:r>
            <a:r>
              <a:rPr lang="ar" sz="1100" dirty="0"/>
              <a:t> السرعة التي تتحرك بها قطعة العمل بالنسبة لأداة القطع، ما يؤثر على تشطيب السطح ومعدل إزالة المواد.</a:t>
            </a:r>
            <a:br>
              <a:rPr lang="en-GB" sz="1100" dirty="0"/>
            </a:br>
            <a:r>
              <a:rPr lang="ar" sz="1100" b="1" dirty="0"/>
              <a:t>عدد دورات الأداة في الدقيقة: </a:t>
            </a:r>
            <a:r>
              <a:rPr lang="ar" sz="1100" dirty="0"/>
              <a:t>السرعة التي تدور بها آلة التفريز بناءً على المواد المراد معالجتها آليًا وهندسة الأداة.</a:t>
            </a:r>
            <a:br>
              <a:rPr lang="en-GB" sz="1100" dirty="0"/>
            </a:br>
            <a:r>
              <a:rPr lang="ar" sz="1100" b="1" dirty="0"/>
              <a:t>عمق القطع:</a:t>
            </a:r>
            <a:r>
              <a:rPr lang="ar" sz="1100" dirty="0"/>
              <a:t> التخشين: تُستخدم لإزالة كميات كبيرة من المواد بسرعة. التشطيب: يوفر أبعادًا دقيقة وسطحًا ناعمًا.</a:t>
            </a:r>
          </a:p>
          <a:p>
            <a:pPr marL="0" indent="0" rtl="1">
              <a:buNone/>
            </a:pPr>
            <a:endParaRPr lang="en-GB" sz="900" dirty="0"/>
          </a:p>
          <a:p>
            <a:pPr marL="0" indent="0" rtl="1">
              <a:buNone/>
            </a:pPr>
            <a:r>
              <a:rPr lang="ar" sz="1100" b="1" dirty="0">
                <a:solidFill>
                  <a:schemeClr val="accent5">
                    <a:lumMod val="50000"/>
                  </a:schemeClr>
                </a:solidFill>
              </a:rPr>
              <a:t>معلمات الشحذ</a:t>
            </a:r>
          </a:p>
          <a:p>
            <a:pPr rtl="1"/>
            <a:r>
              <a:rPr lang="ar" sz="1100" dirty="0"/>
              <a:t>معدل التلقيم الخطي/النضدي:</a:t>
            </a:r>
          </a:p>
          <a:p>
            <a:pPr rtl="1"/>
            <a:r>
              <a:rPr lang="ar" sz="1100" dirty="0"/>
              <a:t>السرعة التي تمر بها قطعة العمل تحت عجلة الشحذ، ما يحدد تشطيب السطح ومعدل إزالة المواد.</a:t>
            </a:r>
          </a:p>
          <a:p>
            <a:pPr marL="0" indent="0" rtl="1">
              <a:buNone/>
            </a:pPr>
            <a:r>
              <a:rPr lang="ar" sz="1100" b="1" dirty="0"/>
              <a:t>عمق القطع: </a:t>
            </a:r>
            <a:r>
              <a:rPr lang="ar" sz="1100" dirty="0"/>
              <a:t>التخشين: يُستخدم عمق قطع أكبر لإزالة المواد بشكل أسرع.</a:t>
            </a:r>
            <a:br>
              <a:rPr lang="en-GB" sz="1100" dirty="0"/>
            </a:br>
            <a:r>
              <a:rPr lang="ar" sz="1100" b="1" dirty="0"/>
              <a:t>التشطيب:</a:t>
            </a:r>
            <a:r>
              <a:rPr lang="ar" sz="1100" dirty="0"/>
              <a:t> قطع سطحي لضمان الحصول على سطح أملس ودقيق.</a:t>
            </a:r>
            <a:br>
              <a:rPr lang="en-GB" sz="1100" dirty="0"/>
            </a:br>
            <a:r>
              <a:rPr lang="ar" sz="1100" b="1" dirty="0"/>
              <a:t>التلقيم المتقاطع: </a:t>
            </a:r>
            <a:r>
              <a:rPr lang="ar" sz="1100" dirty="0"/>
              <a:t>الحركة الجانبية لعجلة الشحذ عبر سطح قطعة العمل للحصول على سطح متساوٍ.</a:t>
            </a:r>
            <a:br>
              <a:rPr lang="en-GB" sz="1100" dirty="0"/>
            </a:br>
            <a:r>
              <a:rPr lang="ar" sz="1100" b="1" dirty="0"/>
              <a:t>تسوية العجلات: </a:t>
            </a:r>
            <a:r>
              <a:rPr lang="ar" sz="1100" dirty="0"/>
              <a:t>يجب تسوية عجلات الشحذ بانتظام للحفاظ على حدتها ودقتها واستعادة كفاءة القطع.</a:t>
            </a:r>
          </a:p>
          <a:p>
            <a:pPr marL="0" indent="0" rtl="1">
              <a:buNone/>
            </a:pPr>
            <a:endParaRPr lang="en-GB" sz="1100" dirty="0"/>
          </a:p>
          <a:p>
            <a:pPr marL="0" indent="0" rtl="1">
              <a:buNone/>
            </a:pPr>
            <a:endParaRPr lang="en-GB" sz="11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88640"/>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ج2 معلمات المعالجة الآلية</a:t>
            </a:r>
          </a:p>
          <a:p>
            <a:pPr rtl="1"/>
            <a:r>
              <a:rPr lang="ar" sz="2200" b="1" dirty="0">
                <a:latin typeface="Sakkal Majalla" panose="02000000000000000000" pitchFamily="2" charset="-78"/>
                <a:cs typeface="Sakkal Majalla" panose="02000000000000000000" pitchFamily="2" charset="-78"/>
              </a:rPr>
              <a:t>الثانوية التقليدية</a:t>
            </a:r>
          </a:p>
        </p:txBody>
      </p:sp>
      <p:sp>
        <p:nvSpPr>
          <p:cNvPr id="2" name="Footer Placeholder 2">
            <a:extLst>
              <a:ext uri="{FF2B5EF4-FFF2-40B4-BE49-F238E27FC236}">
                <a16:creationId xmlns:a16="http://schemas.microsoft.com/office/drawing/2014/main" id="{D6497604-D9F5-478A-5A82-A1BFDB923131}"/>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2029689341"/>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76288" y="1340768"/>
            <a:ext cx="8640960" cy="53732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300" b="1" dirty="0">
                <a:solidFill>
                  <a:schemeClr val="accent5">
                    <a:lumMod val="50000"/>
                  </a:schemeClr>
                </a:solidFill>
              </a:rPr>
              <a:t>أهمية مراقبة الجودة في المعالجة الآلية</a:t>
            </a:r>
          </a:p>
          <a:p>
            <a:pPr marL="0" indent="0" rtl="1">
              <a:buNone/>
            </a:pPr>
            <a:br>
              <a:rPr lang="en-GB" sz="1300" dirty="0"/>
            </a:br>
            <a:r>
              <a:rPr lang="ar" sz="1300" dirty="0"/>
              <a:t>الغرض من مراقبة الجودة: يُعد ضمان مطابقة المكونات للمواصفات المحددة للتفاوتات وجودة التشطيب السطحي أمر بالغ الأهمية للأداء والسلامة والتجميع في عمليات التصنيع.</a:t>
            </a:r>
            <a:br>
              <a:rPr lang="en-GB" sz="1300" dirty="0"/>
            </a:br>
            <a:endParaRPr lang="en-GB" sz="1300" dirty="0"/>
          </a:p>
          <a:p>
            <a:pPr marL="0" indent="0" rtl="1">
              <a:buNone/>
            </a:pPr>
            <a:r>
              <a:rPr lang="ar" sz="1300" b="1" dirty="0"/>
              <a:t>مجالات التركيز الرئيسة:</a:t>
            </a:r>
          </a:p>
          <a:p>
            <a:pPr rtl="1"/>
            <a:r>
              <a:rPr lang="ar" sz="1300" dirty="0"/>
              <a:t>إزالة العيوب مثل النتوءات والحواف الحادة.</a:t>
            </a:r>
          </a:p>
          <a:p>
            <a:pPr rtl="1"/>
            <a:r>
              <a:rPr lang="ar" sz="1300" dirty="0"/>
              <a:t>التحقق من دقة الأبعاد.</a:t>
            </a:r>
          </a:p>
          <a:p>
            <a:pPr rtl="1"/>
            <a:r>
              <a:rPr lang="ar" sz="1300" dirty="0"/>
              <a:t>التحقق من ملمس سطح المكونات المشكّلة بالمعالجة الآلية.</a:t>
            </a:r>
          </a:p>
          <a:p>
            <a:pPr marL="0" indent="0" rtl="1">
              <a:buNone/>
            </a:pPr>
            <a:endParaRPr lang="en-GB" sz="1300" dirty="0"/>
          </a:p>
          <a:p>
            <a:pPr marL="0" indent="0" rtl="1">
              <a:buNone/>
            </a:pPr>
            <a:r>
              <a:rPr lang="ar" sz="1300" b="1" dirty="0">
                <a:solidFill>
                  <a:schemeClr val="accent5">
                    <a:lumMod val="50000"/>
                  </a:schemeClr>
                </a:solidFill>
              </a:rPr>
              <a:t>نتوءات وحواف حادة والقطوع الخاطئة</a:t>
            </a:r>
            <a:br>
              <a:rPr lang="en-GB" sz="1300" dirty="0"/>
            </a:br>
            <a:r>
              <a:rPr lang="ar" sz="1300" b="1" dirty="0"/>
              <a:t>النتوءات: </a:t>
            </a:r>
            <a:r>
              <a:rPr lang="ar" sz="1300" dirty="0"/>
              <a:t>التعريف: الحواف أو العيوب الصغيرة البارزة المتبقية على سطح مشكّل بالمعالجة الآلية بعد القطع أو الثقب.</a:t>
            </a:r>
            <a:br>
              <a:rPr lang="en-GB" sz="1300" dirty="0"/>
            </a:br>
            <a:r>
              <a:rPr lang="ar" sz="1300" b="1" dirty="0"/>
              <a:t>أهميتها</a:t>
            </a:r>
            <a:r>
              <a:rPr lang="ar" sz="1300" dirty="0"/>
              <a:t>: يجب إزالة النتوءات لأنها يمكن أن تؤثر على ملاءمة المكونات أو تسبب الإصابة في أثناء المناولة أو تتداخل مع التجميع.</a:t>
            </a:r>
            <a:br>
              <a:rPr lang="en-GB" sz="1300" dirty="0"/>
            </a:br>
            <a:r>
              <a:rPr lang="ar" sz="1300" b="1" dirty="0"/>
              <a:t>الحواف الحادة: </a:t>
            </a:r>
            <a:r>
              <a:rPr lang="ar" sz="1300" dirty="0"/>
              <a:t>يجب أن تكون الحواف الحادة للمكونات مشطوفة أو مستديرة لمنع حدوث لإصابة وضمان التجميع المناسب.</a:t>
            </a:r>
            <a:br>
              <a:rPr lang="en-GB" sz="1300" dirty="0"/>
            </a:br>
            <a:r>
              <a:rPr lang="ar" sz="1300" b="1" dirty="0"/>
              <a:t>القطوع الخاطئة: </a:t>
            </a:r>
            <a:r>
              <a:rPr lang="ar" sz="1300" dirty="0"/>
              <a:t>التعريف: خدوش أو علامات غير مقصودة على قطعة العمل والتي يمكن أن تُؤثِّر على سلامة القطعة أو مظهرها.</a:t>
            </a:r>
            <a:br>
              <a:rPr lang="en-GB" sz="1300" dirty="0"/>
            </a:br>
            <a:r>
              <a:rPr lang="ar" sz="1300" dirty="0"/>
              <a:t>أهميته: يجب تجنب القطوع الخاطئة بالإعداد المناسب للآلة وامتلاك المشغل للمهارات اللازمة.</a:t>
            </a:r>
          </a:p>
          <a:p>
            <a:pPr marL="0" indent="0" rtl="1">
              <a:buNone/>
            </a:pPr>
            <a:endParaRPr lang="en-GB" sz="1300" dirty="0"/>
          </a:p>
          <a:p>
            <a:pPr marL="0" indent="0" rtl="1">
              <a:buNone/>
            </a:pPr>
            <a:r>
              <a:rPr lang="ar" sz="1300" b="1" dirty="0">
                <a:solidFill>
                  <a:schemeClr val="accent5">
                    <a:lumMod val="50000"/>
                  </a:schemeClr>
                </a:solidFill>
              </a:rPr>
              <a:t>التحقق من تفاوت الأبعاد</a:t>
            </a:r>
            <a:br>
              <a:rPr lang="en-GB" sz="1300" dirty="0"/>
            </a:br>
            <a:r>
              <a:rPr lang="ar" sz="1300" b="1" dirty="0"/>
              <a:t>تفاوت الأبعاد: </a:t>
            </a:r>
            <a:r>
              <a:rPr lang="ar" sz="1300" dirty="0"/>
              <a:t>الاختلاف المسموح به في حجم المكون أو شكله. يجب أن تفي القطع بالتفاوتات المحددة لتعمل بشكل صحيح في التجميعات.</a:t>
            </a:r>
            <a:br>
              <a:rPr lang="en-GB" sz="1300" dirty="0"/>
            </a:br>
            <a:r>
              <a:rPr lang="ar" sz="1300" b="1" dirty="0"/>
              <a:t>المعدات المستخدمة: </a:t>
            </a:r>
          </a:p>
          <a:p>
            <a:pPr rtl="1"/>
            <a:r>
              <a:rPr lang="ar" sz="1300" b="1" dirty="0"/>
              <a:t>الميكرومتر الخارجي:</a:t>
            </a:r>
            <a:r>
              <a:rPr lang="ar" sz="1300" dirty="0"/>
              <a:t> أداة دقيقة تستخدم لقياس الأبعاد الخارجية للمكون بدقة عالية.</a:t>
            </a:r>
            <a:br>
              <a:rPr lang="en-GB" sz="1300" dirty="0"/>
            </a:br>
            <a:r>
              <a:rPr lang="ar" sz="1300" dirty="0"/>
              <a:t>ويُستخدم عادةً لفحص أقطار القطع المشكلة بالمعالجة الآلية وسماكاتها وأطوالها.</a:t>
            </a:r>
          </a:p>
          <a:p>
            <a:pPr rtl="1"/>
            <a:r>
              <a:rPr lang="ar" sz="1300" b="1" dirty="0"/>
              <a:t>مقياس الفجوة:</a:t>
            </a:r>
            <a:r>
              <a:rPr lang="ar" sz="1300" dirty="0"/>
              <a:t> يُستخدم للتحقق السريع من عرض الفجوات أو المسافات في المكونات للتأكد من أنها تقع ضمن نطاق التفاوت المطلوب.</a:t>
            </a:r>
          </a:p>
          <a:p>
            <a:pPr rtl="1"/>
            <a:r>
              <a:rPr lang="ar" sz="1300" b="1" dirty="0"/>
              <a:t>مقاييس الانزلاق: </a:t>
            </a:r>
            <a:r>
              <a:rPr lang="ar" sz="1300" dirty="0"/>
              <a:t>تُستخدم القوالب المصقولة بدقة، والتي تُعرف أيضًا باسم قوالب القياس، لقياس أو ضبط المسافات الدقيقة، ما يضمن دقة الأبعاد في عملية المعالجة الآلية.</a:t>
            </a:r>
          </a:p>
          <a:p>
            <a:pPr rtl="1"/>
            <a:r>
              <a:rPr lang="ar" sz="1300" b="1" dirty="0"/>
              <a:t>المقارن: </a:t>
            </a:r>
            <a:r>
              <a:rPr lang="ar" sz="1300" dirty="0"/>
              <a:t>جهاز يستخدم لمقارنة أبعاد القطعة المشكلة بالمعالجة الآلية بمعيار أو مرجع، ما يضمن استيفاء القطعة للمواصفات المطلوبة.</a:t>
            </a:r>
            <a:br>
              <a:rPr lang="en-GB" sz="1300" dirty="0"/>
            </a:br>
            <a:endParaRPr lang="en-GB" sz="13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88640"/>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ج3 طرق مراقبة الجودة</a:t>
            </a:r>
          </a:p>
        </p:txBody>
      </p:sp>
      <p:sp>
        <p:nvSpPr>
          <p:cNvPr id="2" name="Footer Placeholder 2">
            <a:extLst>
              <a:ext uri="{FF2B5EF4-FFF2-40B4-BE49-F238E27FC236}">
                <a16:creationId xmlns:a16="http://schemas.microsoft.com/office/drawing/2014/main" id="{2CB27FE4-578B-C984-6BBB-8F0713497858}"/>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4120179985"/>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07504" y="1268760"/>
            <a:ext cx="8856984" cy="54452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فحص ملمس السطح</a:t>
            </a:r>
            <a:br>
              <a:rPr lang="en-GB" sz="1400" dirty="0"/>
            </a:br>
            <a:r>
              <a:rPr lang="ar" sz="1400" b="1" dirty="0"/>
              <a:t>ملمس السطح: </a:t>
            </a:r>
            <a:r>
              <a:rPr lang="ar" sz="1400" dirty="0"/>
              <a:t>تشطيب القطعة المشكلة بالمعالجة الآلية، والذي يمكن أن يؤثر على كيفية تفاعلها مع المكونات الأخرى، خاصةً في التطبيقات التي تتطلب موانع تسرب ضيقة</a:t>
            </a:r>
            <a:br>
              <a:rPr lang="en-US" sz="1400" dirty="0"/>
            </a:br>
            <a:r>
              <a:rPr lang="ar" sz="1400" dirty="0"/>
              <a:t>أو حركة سلسة.</a:t>
            </a:r>
            <a:br>
              <a:rPr lang="en-GB" sz="1400" dirty="0"/>
            </a:br>
            <a:r>
              <a:rPr lang="ar" sz="1400" b="1" dirty="0"/>
              <a:t>المعدات المستخدمة:</a:t>
            </a:r>
            <a:br>
              <a:rPr lang="en-GB" sz="1400" dirty="0"/>
            </a:br>
            <a:r>
              <a:rPr lang="ar" sz="1400" b="1" dirty="0"/>
              <a:t>المقارنات (مقاييس روبرت):</a:t>
            </a:r>
          </a:p>
          <a:p>
            <a:pPr rtl="1"/>
            <a:r>
              <a:rPr lang="ar" sz="1400" dirty="0"/>
              <a:t>مقياس روبرت هو أداة مرجعية قياسية تستخدم لمقارنة تشطيب سطح القطعة بصريًا وتكتيكيًا بمعيار خشونة السطح المعروف.</a:t>
            </a:r>
          </a:p>
          <a:p>
            <a:pPr rtl="1"/>
            <a:r>
              <a:rPr lang="ar" sz="1400" dirty="0"/>
              <a:t>يمكن للمشغلين استخدام هذه الأداة لإجراء تقييم سريع لمعرفة ما إذا كان تشطيب السطح يفي بالمعيار المطلوب.</a:t>
            </a:r>
          </a:p>
          <a:p>
            <a:pPr marL="0" indent="0" rtl="1">
              <a:buNone/>
            </a:pPr>
            <a:r>
              <a:rPr lang="ar" sz="1400" b="1" dirty="0"/>
              <a:t>أدوات قياس خشونة السطح المحمولة:</a:t>
            </a:r>
          </a:p>
          <a:p>
            <a:pPr rtl="1"/>
            <a:r>
              <a:rPr lang="ar" sz="1400" dirty="0"/>
              <a:t>تقيس هذه الأدوات الرقمية خشونة سطح القطعة برصد الاختلافات الدقيقة في نمط السطح.</a:t>
            </a:r>
          </a:p>
          <a:p>
            <a:pPr rtl="1"/>
            <a:r>
              <a:rPr lang="ar" sz="1400" dirty="0"/>
              <a:t>يوفر قياسات دقيقة وكميّة لملمس السطح، ما يضمن استيفاء القطع لمتطلبات تسوية السطح الدقيقة.</a:t>
            </a:r>
          </a:p>
          <a:p>
            <a:pPr marL="0" indent="0" rtl="1">
              <a:buNone/>
            </a:pPr>
            <a:endParaRPr lang="en-GB" sz="1400" b="1" dirty="0"/>
          </a:p>
          <a:p>
            <a:pPr marL="0" indent="0" rtl="1">
              <a:buNone/>
            </a:pPr>
            <a:r>
              <a:rPr lang="ar" sz="1400" b="1" dirty="0">
                <a:solidFill>
                  <a:schemeClr val="accent5">
                    <a:lumMod val="50000"/>
                  </a:schemeClr>
                </a:solidFill>
              </a:rPr>
              <a:t>أهمية إزالة النتوءات وفحص تشطيب السطح</a:t>
            </a:r>
            <a:br>
              <a:rPr lang="en-GB" sz="1400" dirty="0"/>
            </a:br>
            <a:r>
              <a:rPr lang="ar" sz="1400" b="1" dirty="0"/>
              <a:t>إزالة النتوءات:</a:t>
            </a:r>
            <a:br>
              <a:rPr lang="en-GB" sz="1400" dirty="0"/>
            </a:br>
            <a:r>
              <a:rPr lang="ar" sz="1400" dirty="0"/>
              <a:t>يمكن أن تؤثر النتوءات على أداء المكون وسلامته. يجب استخدام طرق إزالة النتوءات، مثل أدوات إزالة الحواف أو الشطب، لضمان الحصول على سطح أملس وآمن.</a:t>
            </a:r>
            <a:br>
              <a:rPr lang="en-GB" sz="1400" dirty="0"/>
            </a:br>
            <a:r>
              <a:rPr lang="ar" sz="1400" b="1" dirty="0"/>
              <a:t>تسوية السطح</a:t>
            </a:r>
            <a:br>
              <a:rPr lang="en-GB" sz="1400" dirty="0"/>
            </a:br>
            <a:r>
              <a:rPr lang="ar" sz="1400" dirty="0"/>
              <a:t>يؤثر ملمس سطح المكون على كيفية عمله في تطبيقات مثل القطع المانعة للتسرب أو المنزلقة أو الدوارة. وتعد تسوية السطح بالشكل المحدد أمرًا بالغ الأهمية لضمان التشغيل السليم للمكون وطول مدة تشغيله.</a:t>
            </a:r>
            <a:br>
              <a:rPr lang="en-GB" sz="1400" dirty="0"/>
            </a:br>
            <a:endParaRPr lang="en-GB" sz="1400" dirty="0"/>
          </a:p>
          <a:p>
            <a:pPr marL="0" indent="0" rtl="1">
              <a:buNone/>
            </a:pPr>
            <a:r>
              <a:rPr lang="ar" sz="1400" b="1" dirty="0">
                <a:solidFill>
                  <a:schemeClr val="accent5">
                    <a:lumMod val="50000"/>
                  </a:schemeClr>
                </a:solidFill>
              </a:rPr>
              <a:t>دقة الأبعاد والسطح في المعالجة الآلية</a:t>
            </a:r>
            <a:br>
              <a:rPr lang="en-GB" sz="1400" dirty="0"/>
            </a:br>
            <a:r>
              <a:rPr lang="ar" sz="1400" b="1" dirty="0"/>
              <a:t>دقة الأبعاد:</a:t>
            </a:r>
            <a:br>
              <a:rPr lang="en-GB" sz="1400" dirty="0"/>
            </a:br>
            <a:r>
              <a:rPr lang="ar" sz="1400" dirty="0"/>
              <a:t>يضمن الفحص المتسق باستخدام أدوات دقيقة مثل الميكرومترات ومقاييس الانزلاق أن الأجزاء تتلاءم معًا بشكل صحيح وتعمل على النحو المطلوب.</a:t>
            </a:r>
            <a:br>
              <a:rPr lang="en-GB" sz="1400" dirty="0"/>
            </a:br>
            <a:r>
              <a:rPr lang="ar" sz="1400" b="1" dirty="0"/>
              <a:t>دقة تسوية السطح:</a:t>
            </a:r>
            <a:br>
              <a:rPr lang="en-GB" sz="1400" dirty="0"/>
            </a:br>
            <a:r>
              <a:rPr lang="ar" sz="1400" dirty="0"/>
              <a:t>يُتيح استخدام أدوات قياس خشونة السطح إمكانية التحكم الدقيق في تسوية السطح، ما يضمن أن المكونات تستوفي معايير العملاء والقطاع في الشكل والوظيفة.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88640"/>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ج3 طرق مراقبة الجودة</a:t>
            </a:r>
          </a:p>
        </p:txBody>
      </p:sp>
      <p:sp>
        <p:nvSpPr>
          <p:cNvPr id="2" name="Footer Placeholder 2">
            <a:extLst>
              <a:ext uri="{FF2B5EF4-FFF2-40B4-BE49-F238E27FC236}">
                <a16:creationId xmlns:a16="http://schemas.microsoft.com/office/drawing/2014/main" id="{16975CA5-DC0F-87CE-104C-C361C2806AB1}"/>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615124809"/>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د</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مراجعة العمليات المستخدمة في المعالجة الآلية لأحد المكونات وتقييم الأداء الشخصي</a:t>
            </a:r>
          </a:p>
        </p:txBody>
      </p:sp>
      <p:sp>
        <p:nvSpPr>
          <p:cNvPr id="2" name="Footer Placeholder 2">
            <a:extLst>
              <a:ext uri="{FF2B5EF4-FFF2-40B4-BE49-F238E27FC236}">
                <a16:creationId xmlns:a16="http://schemas.microsoft.com/office/drawing/2014/main" id="{1B87AB58-3E98-7C89-DA97-E1C00E067C56}"/>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1318055345"/>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771800" y="1340768"/>
            <a:ext cx="6242925" cy="53732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300" b="1" dirty="0"/>
              <a:t>الهدف </a:t>
            </a:r>
            <a:r>
              <a:rPr lang="ar" sz="1300" dirty="0"/>
              <a:t>فكر في العمليات المستخدمة في المعالجة الآلية لأحد المكونات والدروس المستفادة والأداء الشخصي في أثناء المعالجة الآلية.</a:t>
            </a:r>
            <a:br>
              <a:rPr lang="en-GB" sz="1300" dirty="0"/>
            </a:br>
            <a:endParaRPr lang="en-GB" sz="1300" dirty="0"/>
          </a:p>
          <a:p>
            <a:pPr marL="0" indent="0" rtl="1">
              <a:buNone/>
            </a:pPr>
            <a:r>
              <a:rPr lang="ar" sz="1300" b="1" dirty="0">
                <a:solidFill>
                  <a:schemeClr val="accent5">
                    <a:lumMod val="50000"/>
                  </a:schemeClr>
                </a:solidFill>
              </a:rPr>
              <a:t>الدروس المستفادة من المعالجة الآلية لأحد المكونات</a:t>
            </a:r>
            <a:br>
              <a:rPr lang="en-GB" sz="1300" b="1" dirty="0"/>
            </a:br>
            <a:r>
              <a:rPr lang="ar" sz="1300" b="1" dirty="0">
                <a:solidFill>
                  <a:schemeClr val="accent5">
                    <a:lumMod val="50000"/>
                  </a:schemeClr>
                </a:solidFill>
              </a:rPr>
              <a:t>د1: مهارات الصحة والسلامة</a:t>
            </a:r>
            <a:br>
              <a:rPr lang="en-GB" sz="1300" dirty="0"/>
            </a:br>
            <a:br>
              <a:rPr lang="en-GB" sz="1300" dirty="0"/>
            </a:br>
            <a:r>
              <a:rPr lang="ar" sz="1300" b="1" dirty="0"/>
              <a:t>مهارات الصحة والسلامة الرئيسة</a:t>
            </a:r>
            <a:r>
              <a:rPr lang="ar" sz="1300" dirty="0"/>
              <a:t>:</a:t>
            </a:r>
            <a:br>
              <a:rPr lang="en-GB" sz="1300" dirty="0"/>
            </a:br>
            <a:r>
              <a:rPr lang="ar" sz="1300" dirty="0"/>
              <a:t>إعداد  الآلات واستخدامها: يضمن الإعداد الصحيح للآلة السلامة والدقة. وتعد محاذاة الأدوات بشكل صحيح وتأمين قطع العمل وضبط السرعات أمرًا حيويًا لمنع وقوع الحوادث.</a:t>
            </a:r>
            <a:br>
              <a:rPr lang="en-GB" sz="1300" dirty="0"/>
            </a:br>
            <a:r>
              <a:rPr lang="ar" sz="1300" b="1" dirty="0"/>
              <a:t>استخدام معدات الحماية الشخصية: </a:t>
            </a:r>
            <a:r>
              <a:rPr lang="ar" sz="1300" dirty="0"/>
              <a:t> يعد ارتداء معدات الحماية الشخصية المناسبة، مثل نظارات السلامة والقفازات وواقي الأذنين، أمرًا ضروريًا للحماية من الحطام المتطاير والحواف الحادة والآلات الصاخبة.</a:t>
            </a:r>
            <a:br>
              <a:rPr lang="en-GB" sz="1300" dirty="0"/>
            </a:br>
            <a:r>
              <a:rPr lang="ar" sz="1300" b="1" dirty="0"/>
              <a:t>صيانة منطقة العمل:</a:t>
            </a:r>
            <a:r>
              <a:rPr lang="ar" sz="1300" dirty="0"/>
              <a:t> يسهم الحفاظ على منطقة العمل نظيفة ومرتبة في تقليل مخاطر الانزلاق والسقوط والحوادث. ويضمن التنظيف المنتظم للنفايات المعدنية والزيوت والأدوات بيئة أكثر أمانًا.</a:t>
            </a:r>
          </a:p>
          <a:p>
            <a:pPr marL="0" indent="0" rtl="1">
              <a:buNone/>
            </a:pPr>
            <a:endParaRPr lang="en-GB" sz="1300" dirty="0"/>
          </a:p>
          <a:p>
            <a:pPr marL="0" indent="0" rtl="1">
              <a:buNone/>
            </a:pPr>
            <a:r>
              <a:rPr lang="ar" sz="1300" b="1" dirty="0">
                <a:solidFill>
                  <a:schemeClr val="accent5">
                    <a:lumMod val="50000"/>
                  </a:schemeClr>
                </a:solidFill>
              </a:rPr>
              <a:t>مهارات المعالجة الآلية الثانوية التقليدية</a:t>
            </a:r>
            <a:br>
              <a:rPr lang="en-GB" sz="1300" b="1" dirty="0"/>
            </a:br>
            <a:r>
              <a:rPr lang="ar" sz="1300" b="1" dirty="0"/>
              <a:t>فعالية المعالجة الآلية وكفاءاتها:</a:t>
            </a:r>
            <a:br>
              <a:rPr lang="en-GB" sz="1300" dirty="0"/>
            </a:br>
            <a:r>
              <a:rPr lang="ar" sz="1300" dirty="0"/>
              <a:t>فكر في كفاءة إعداد الآلات وتشغيلها. هل كانت هناك تأخيرات غير ضرورية في أثناء الإعداد أو التشغيل؟ هل يمكن إجراء تعديلات لتحسين السرعة أو الجودة؟</a:t>
            </a:r>
            <a:br>
              <a:rPr lang="en-GB" sz="1300" dirty="0"/>
            </a:br>
            <a:r>
              <a:rPr lang="ar" sz="1300" b="1" dirty="0"/>
              <a:t>اعتبارات الاستدامة:</a:t>
            </a:r>
          </a:p>
          <a:p>
            <a:pPr rtl="1"/>
            <a:r>
              <a:rPr lang="ar" sz="1300" dirty="0"/>
              <a:t>ما مدى قدرتك على إدارة النفايات مثل النفايات المعدنية وسوائل القطع؟ فكّر في الاستخدام الفعال للمواد والطاقة في أثناء عملية المعالجة الآلية.</a:t>
            </a:r>
          </a:p>
          <a:p>
            <a:pPr rtl="1"/>
            <a:r>
              <a:rPr lang="ar" sz="1300" dirty="0"/>
              <a:t>هل كانت هناك فرصة لتقليل النفايات أو الحفاظ على الطاقة في أثناء عمليات المعالجة الآلية؟</a:t>
            </a:r>
          </a:p>
          <a:p>
            <a:pPr marL="0" indent="0" rtl="1">
              <a:buNone/>
            </a:pPr>
            <a:r>
              <a:rPr lang="ar" sz="1300" b="1" dirty="0"/>
              <a:t>استخدام طرق مراقبة الجودة:</a:t>
            </a:r>
          </a:p>
          <a:p>
            <a:pPr rtl="1"/>
            <a:r>
              <a:rPr lang="ar" sz="1300" dirty="0"/>
              <a:t>فكّر في تطبيق طرق مراقبة الجودة. هل أجريت قياسات دقيقة باستخدام الأدوات المناسبة (مثل الميكرومترات والمقاييس)؟</a:t>
            </a:r>
          </a:p>
          <a:p>
            <a:pPr rtl="1"/>
            <a:r>
              <a:rPr lang="ar" sz="1300" dirty="0"/>
              <a:t>هل أديرت النتوءات والقطوع الخاطئة بشكل مناسب؟ ما مدى جودة التحكم في تشطيب السطح؟</a:t>
            </a:r>
          </a:p>
          <a:p>
            <a:pPr marL="0" indent="0" rtl="1">
              <a:buNone/>
            </a:pPr>
            <a:endParaRPr lang="en-GB" sz="13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724128" y="188640"/>
            <a:ext cx="331236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د1 الدروس المستفادة من </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المعالجة الآلية لأحد المكونات</a:t>
            </a:r>
          </a:p>
        </p:txBody>
      </p:sp>
      <p:sp>
        <p:nvSpPr>
          <p:cNvPr id="2" name="Rectangle 1"/>
          <p:cNvSpPr/>
          <p:nvPr/>
        </p:nvSpPr>
        <p:spPr>
          <a:xfrm>
            <a:off x="720210" y="5812228"/>
            <a:ext cx="1460656" cy="292388"/>
          </a:xfrm>
          <a:prstGeom prst="rect">
            <a:avLst/>
          </a:prstGeom>
        </p:spPr>
        <p:txBody>
          <a:bodyPr wrap="none" rtlCol="1">
            <a:spAutoFit/>
          </a:bodyPr>
          <a:lstStyle/>
          <a:p>
            <a:pPr algn="ctr" rtl="1"/>
            <a:r>
              <a:rPr lang="ar" sz="1300" b="1" dirty="0">
                <a:latin typeface="Roboto"/>
                <a:cs typeface="Sakkal Majalla" panose="02000000000000000000" pitchFamily="2" charset="-78"/>
              </a:rPr>
              <a:t>معدات الحماية الشخصية</a:t>
            </a:r>
            <a:endParaRPr lang="en-GB" sz="1300" b="1" i="0" dirty="0">
              <a:effectLst/>
              <a:latin typeface="Roboto"/>
              <a:cs typeface="Sakkal Majalla" panose="02000000000000000000" pitchFamily="2" charset="-78"/>
            </a:endParaRPr>
          </a:p>
        </p:txBody>
      </p:sp>
      <p:pic>
        <p:nvPicPr>
          <p:cNvPr id="4" name="Picture 3" descr="A person wearing a mask and gloves&#10;&#10;Description automatically generated">
            <a:extLst>
              <a:ext uri="{FF2B5EF4-FFF2-40B4-BE49-F238E27FC236}">
                <a16:creationId xmlns:a16="http://schemas.microsoft.com/office/drawing/2014/main" id="{72B4B61D-7329-F68C-B08A-4D082EEE469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29275" y="1800200"/>
            <a:ext cx="2670043" cy="4005064"/>
          </a:xfrm>
          <a:prstGeom prst="rect">
            <a:avLst/>
          </a:prstGeom>
        </p:spPr>
      </p:pic>
      <p:sp>
        <p:nvSpPr>
          <p:cNvPr id="3" name="Footer Placeholder 2">
            <a:extLst>
              <a:ext uri="{FF2B5EF4-FFF2-40B4-BE49-F238E27FC236}">
                <a16:creationId xmlns:a16="http://schemas.microsoft.com/office/drawing/2014/main" id="{7D04416C-3074-8781-ECD5-2901724FF6CF}"/>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1718892243"/>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07504" y="1152128"/>
            <a:ext cx="4608511" cy="56612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المهارات الهندسية العامة</a:t>
            </a:r>
            <a:br>
              <a:rPr lang="en-GB" sz="1400" dirty="0"/>
            </a:br>
            <a:br>
              <a:rPr lang="en-GB" sz="1400" dirty="0"/>
            </a:br>
            <a:r>
              <a:rPr lang="ar" sz="1400" b="1" dirty="0"/>
              <a:t>الرياضيات في المعالجة الآلية:</a:t>
            </a:r>
          </a:p>
          <a:p>
            <a:pPr rtl="1"/>
            <a:r>
              <a:rPr lang="ar" sz="1400" dirty="0"/>
              <a:t>استخدام المهارات الرياضية لإجراء حسابات دقيقة مثل تحديد السرعة الصحيحة ومعدلات التلقيم وعمق القطع.</a:t>
            </a:r>
          </a:p>
          <a:p>
            <a:pPr rtl="1"/>
            <a:r>
              <a:rPr lang="ar" sz="1400" dirty="0"/>
              <a:t>هل طبقت الحسابات الصحيحة لضمان دقة الأبعاد وتجنب إهدار المواد؟</a:t>
            </a:r>
          </a:p>
          <a:p>
            <a:pPr marL="0" indent="0" rtl="1">
              <a:buNone/>
            </a:pPr>
            <a:br>
              <a:rPr lang="en-GB" sz="1400" dirty="0"/>
            </a:br>
            <a:r>
              <a:rPr lang="ar" sz="1400" b="1" dirty="0"/>
              <a:t>تفسير الرسومات الفنية:</a:t>
            </a:r>
          </a:p>
          <a:p>
            <a:pPr rtl="1"/>
            <a:r>
              <a:rPr lang="ar" sz="1400" dirty="0"/>
              <a:t>ما مدى فعالية تفسير الرسومات الهندسية لتوجيه عملية المعالجة الآلية؟ يضمن التفسير الصحيح تشكيل المكون وفقًا للأبعاد الدقيقة المطلوبة.</a:t>
            </a:r>
          </a:p>
          <a:p>
            <a:pPr rtl="1"/>
            <a:r>
              <a:rPr lang="ar" sz="1400" dirty="0"/>
              <a:t>هل كانت هناك أي تحديات في فهم المواصفات أو الرموز على الرسم؟</a:t>
            </a:r>
          </a:p>
          <a:p>
            <a:pPr marL="0" indent="0" rtl="1">
              <a:buNone/>
            </a:pPr>
            <a:endParaRPr lang="en-GB" sz="1400" dirty="0"/>
          </a:p>
          <a:p>
            <a:pPr marL="0" indent="0" rtl="1">
              <a:buNone/>
            </a:pPr>
            <a:r>
              <a:rPr lang="ar" sz="1400" b="1" dirty="0">
                <a:solidFill>
                  <a:schemeClr val="accent5">
                    <a:lumMod val="50000"/>
                  </a:schemeClr>
                </a:solidFill>
              </a:rPr>
              <a:t>ملخص الدروس المستفادة والأداء الشخصي</a:t>
            </a:r>
            <a:br>
              <a:rPr lang="en-GB" sz="1400" dirty="0"/>
            </a:br>
            <a:br>
              <a:rPr lang="en-GB" sz="1400" dirty="0"/>
            </a:br>
            <a:r>
              <a:rPr lang="ar" sz="1400" b="1" dirty="0"/>
              <a:t>النقاط الرئيسة من نتاج التعلم د1:</a:t>
            </a:r>
          </a:p>
          <a:p>
            <a:pPr rtl="1"/>
            <a:r>
              <a:rPr lang="ar" sz="1400" dirty="0"/>
              <a:t>تعتبر الصحة والسلامة أمرًا بالغ الأهمية في المعالجة الآلية، ما يتطلب الاستخدام السليم لمعدات الحماية الشخصية والحفاظ على بيئة عمل نظيفة.</a:t>
            </a:r>
          </a:p>
          <a:p>
            <a:pPr rtl="1"/>
            <a:r>
              <a:rPr lang="ar" sz="1400" dirty="0"/>
              <a:t>يتضمن التشغيل الفعال للآلة الإدارة الفعالة والمستدامة.</a:t>
            </a:r>
          </a:p>
          <a:p>
            <a:pPr rtl="1"/>
            <a:r>
              <a:rPr lang="ar" sz="1400" dirty="0"/>
              <a:t>وتلعب المهارات الهندسية العامة، بما في ذلك الرياضيات وتفسير الرسومات، دورًا مهمًا في ضمان الدقة.</a:t>
            </a:r>
          </a:p>
          <a:p>
            <a:pPr marL="0" indent="0" rtl="1">
              <a:buNone/>
            </a:pPr>
            <a:endParaRPr lang="en-GB" sz="1400" dirty="0"/>
          </a:p>
          <a:p>
            <a:pPr marL="0" indent="0" rtl="1">
              <a:buNone/>
            </a:pPr>
            <a:endParaRPr lang="en-GB" sz="1400" dirty="0"/>
          </a:p>
        </p:txBody>
      </p:sp>
      <p:sp>
        <p:nvSpPr>
          <p:cNvPr id="2" name="Rectangle 1"/>
          <p:cNvSpPr/>
          <p:nvPr/>
        </p:nvSpPr>
        <p:spPr>
          <a:xfrm>
            <a:off x="5334813" y="5109153"/>
            <a:ext cx="3197399" cy="292388"/>
          </a:xfrm>
          <a:prstGeom prst="rect">
            <a:avLst/>
          </a:prstGeom>
        </p:spPr>
        <p:txBody>
          <a:bodyPr wrap="square" rtlCol="1">
            <a:spAutoFit/>
          </a:bodyPr>
          <a:lstStyle/>
          <a:p>
            <a:pPr algn="ctr" rtl="1"/>
            <a:r>
              <a:rPr lang="ar" sz="1300" b="1" dirty="0">
                <a:latin typeface="Sakkal Majalla" panose="02000000000000000000" pitchFamily="2" charset="-78"/>
                <a:cs typeface="Sakkal Majalla" panose="02000000000000000000" pitchFamily="2" charset="-78"/>
              </a:rPr>
              <a:t>تفسير الرسومات الفنية</a:t>
            </a:r>
            <a:endParaRPr lang="en-GB" sz="1300" b="1" i="0" dirty="0">
              <a:effectLst/>
              <a:latin typeface="Roboto"/>
              <a:cs typeface="Sakkal Majalla" panose="02000000000000000000" pitchFamily="2" charset="-78"/>
            </a:endParaRPr>
          </a:p>
        </p:txBody>
      </p:sp>
      <p:sp>
        <p:nvSpPr>
          <p:cNvPr id="3" name="Rectangle 1">
            <a:extLst>
              <a:ext uri="{FF2B5EF4-FFF2-40B4-BE49-F238E27FC236}">
                <a16:creationId xmlns:a16="http://schemas.microsoft.com/office/drawing/2014/main" id="{4243BE6E-F6A0-777B-0AA1-1CFB98269031}"/>
              </a:ext>
            </a:extLst>
          </p:cNvPr>
          <p:cNvSpPr>
            <a:spLocks noChangeArrowheads="1"/>
          </p:cNvSpPr>
          <p:nvPr/>
        </p:nvSpPr>
        <p:spPr bwMode="auto">
          <a:xfrm>
            <a:off x="5724128" y="188640"/>
            <a:ext cx="331236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د1 الدروس المستفادة من </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المعالجة الآلية لأحد المكونات</a:t>
            </a:r>
          </a:p>
        </p:txBody>
      </p:sp>
      <p:pic>
        <p:nvPicPr>
          <p:cNvPr id="5" name="Picture 4" descr="A close-up of a printed circuit&#10;&#10;Description automatically generated">
            <a:extLst>
              <a:ext uri="{FF2B5EF4-FFF2-40B4-BE49-F238E27FC236}">
                <a16:creationId xmlns:a16="http://schemas.microsoft.com/office/drawing/2014/main" id="{DC722E39-AFE3-3BC5-BAE3-C9E8AE041FE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917515" y="2420888"/>
            <a:ext cx="4031994" cy="2688265"/>
          </a:xfrm>
          <a:prstGeom prst="rect">
            <a:avLst/>
          </a:prstGeom>
        </p:spPr>
      </p:pic>
      <p:sp>
        <p:nvSpPr>
          <p:cNvPr id="4" name="Footer Placeholder 2">
            <a:extLst>
              <a:ext uri="{FF2B5EF4-FFF2-40B4-BE49-F238E27FC236}">
                <a16:creationId xmlns:a16="http://schemas.microsoft.com/office/drawing/2014/main" id="{93FA2BDE-209C-1D9C-36BF-F4C8AD3EA612}"/>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4218518655"/>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635897" y="1268760"/>
            <a:ext cx="5328591" cy="54452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300" b="1" dirty="0">
                <a:solidFill>
                  <a:schemeClr val="accent5">
                    <a:lumMod val="50000"/>
                  </a:schemeClr>
                </a:solidFill>
              </a:rPr>
              <a:t>د2: تقييم الأداء الشخصي والسلوكيات ذات الصلة في أثناء المعالجة الآلية.</a:t>
            </a:r>
          </a:p>
          <a:p>
            <a:pPr marL="0" indent="0" rtl="1">
              <a:buNone/>
            </a:pPr>
            <a:endParaRPr lang="en-GB" sz="1300" dirty="0"/>
          </a:p>
          <a:p>
            <a:pPr marL="0" indent="0" rtl="1">
              <a:buNone/>
            </a:pPr>
            <a:r>
              <a:rPr lang="ar" sz="1300" b="1" dirty="0"/>
              <a:t>أخذ المبادرة وتحمل المسؤولية</a:t>
            </a:r>
          </a:p>
          <a:p>
            <a:pPr rtl="1"/>
            <a:r>
              <a:rPr lang="ar" sz="1300" dirty="0"/>
              <a:t>هل اتخذت زمام المبادرة لضبط الآلة ومراقبتها بشكل مستقل؟ يراقب الميكانيكيون الناجحون أداء الآلة باستمرار، ويضبطون الإعدادات عند الحاجة.</a:t>
            </a:r>
          </a:p>
          <a:p>
            <a:pPr rtl="1"/>
            <a:r>
              <a:rPr lang="ar" sz="1300" dirty="0"/>
              <a:t>هل كنت قادرًا على تحمل مسؤولية ضمان تشغيل الآلة بسلاسة وكفاءة ومعالجة المشكلات بشكل استباقي؟</a:t>
            </a:r>
          </a:p>
          <a:p>
            <a:pPr marL="0" indent="0" rtl="1">
              <a:buNone/>
            </a:pPr>
            <a:r>
              <a:rPr lang="ar" sz="1300" b="1" dirty="0"/>
              <a:t>التعديل المستمر:</a:t>
            </a:r>
          </a:p>
          <a:p>
            <a:pPr rtl="1"/>
            <a:r>
              <a:rPr lang="ar" sz="1300" dirty="0"/>
              <a:t>فكر في عدد المرات التي احتجت فيها إلى ضبط الجهاز في أثناء التشغيل. هل أجريت هذه التعديلات في الوقت المناسب وبطريقة فعالة؟</a:t>
            </a:r>
          </a:p>
          <a:p>
            <a:pPr marL="0" indent="0" rtl="1">
              <a:buNone/>
            </a:pPr>
            <a:r>
              <a:rPr lang="ar" sz="1300" b="1" dirty="0"/>
              <a:t>العمل بشكل مستقل:</a:t>
            </a:r>
          </a:p>
          <a:p>
            <a:pPr rtl="1"/>
            <a:r>
              <a:rPr lang="ar" sz="1300" dirty="0"/>
              <a:t>هل أثبتت القدرة على العمل بشكل مستقل وتحمل المسؤولية الكاملة عن عملية المعالجة الآلية بأكملها؟ ما مدى ثقتك في اتخاذ القرارات المتعلقة بإعدادات الآلة والتعديلات؟</a:t>
            </a:r>
          </a:p>
          <a:p>
            <a:pPr marL="0" indent="0" rtl="1">
              <a:buNone/>
            </a:pPr>
            <a:endParaRPr lang="en-GB" sz="1300" dirty="0"/>
          </a:p>
          <a:p>
            <a:pPr marL="0" indent="0" rtl="1">
              <a:buNone/>
            </a:pPr>
            <a:r>
              <a:rPr lang="ar" sz="1300" b="1" dirty="0">
                <a:solidFill>
                  <a:schemeClr val="accent5">
                    <a:lumMod val="50000"/>
                  </a:schemeClr>
                </a:solidFill>
              </a:rPr>
              <a:t>مهارات الاتصال والتثقيف</a:t>
            </a:r>
            <a:br>
              <a:rPr lang="en-GB" sz="1300" b="1" dirty="0"/>
            </a:br>
            <a:r>
              <a:rPr lang="ar" sz="1300" b="1" dirty="0"/>
              <a:t>التواصل في مكان العمل:</a:t>
            </a:r>
            <a:r>
              <a:rPr lang="ar" sz="1300" dirty="0"/>
              <a:t> يُعد التواصل الفعال ضروريًا للحفاظ على الصحة والسلامة في مكان العمل. </a:t>
            </a:r>
          </a:p>
          <a:p>
            <a:pPr rtl="1"/>
            <a:r>
              <a:rPr lang="ar" sz="1300" dirty="0"/>
              <a:t>هل أبلغت المشرفين والزملاء بشأن مخاوف ومشكلات السلامة بشكل فعال؟</a:t>
            </a:r>
          </a:p>
          <a:p>
            <a:pPr rtl="1"/>
            <a:r>
              <a:rPr lang="ar" sz="1300" dirty="0"/>
              <a:t>هل اتبعت التعليمات بدقة وأبلغت عن التقدم الذي أحرزته أو التحديات التي واجهتها في أثناء المعالجة الآلية؟</a:t>
            </a:r>
          </a:p>
          <a:p>
            <a:pPr marL="0" indent="0" rtl="1">
              <a:buNone/>
            </a:pPr>
            <a:r>
              <a:rPr lang="ar" sz="1300" b="1" dirty="0"/>
              <a:t>تعليمات الفهم:</a:t>
            </a:r>
            <a:r>
              <a:rPr lang="ar" sz="1300" dirty="0"/>
              <a:t> ما مدى فهمك للتعليمات المقدمة لعملية المعالجة الآلية وتنفيذك إياها؟ يضمن الفهم الواضح للتعليمات تحقيق السلامة والجودة في الإنتاج. هل تمكنت من إيصال أفعالك أو نواياك للآخرين بوضوح؟ خاصةً عند العمل مع فريق؟</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88640"/>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د2 الأداء الشخصي في أثناء </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المعالجة الآلية لأحد المكونات</a:t>
            </a:r>
          </a:p>
        </p:txBody>
      </p:sp>
      <p:sp>
        <p:nvSpPr>
          <p:cNvPr id="2" name="Rectangle 1"/>
          <p:cNvSpPr/>
          <p:nvPr/>
        </p:nvSpPr>
        <p:spPr>
          <a:xfrm>
            <a:off x="1129492" y="5085184"/>
            <a:ext cx="1317990" cy="292388"/>
          </a:xfrm>
          <a:prstGeom prst="rect">
            <a:avLst/>
          </a:prstGeom>
        </p:spPr>
        <p:txBody>
          <a:bodyPr wrap="none" rtlCol="1">
            <a:spAutoFit/>
          </a:bodyPr>
          <a:lstStyle/>
          <a:p>
            <a:pPr rtl="1"/>
            <a:r>
              <a:rPr lang="ar" sz="1300" b="1" dirty="0">
                <a:latin typeface="Sakkal Majalla" panose="02000000000000000000" pitchFamily="2" charset="-78"/>
                <a:cs typeface="Sakkal Majalla" panose="02000000000000000000" pitchFamily="2" charset="-78"/>
              </a:rPr>
              <a:t>التواصل في مكان العمل</a:t>
            </a:r>
          </a:p>
        </p:txBody>
      </p:sp>
      <p:pic>
        <p:nvPicPr>
          <p:cNvPr id="4" name="Picture 3" descr="A person using a phone and computer&#10;&#10;Description automatically generated">
            <a:extLst>
              <a:ext uri="{FF2B5EF4-FFF2-40B4-BE49-F238E27FC236}">
                <a16:creationId xmlns:a16="http://schemas.microsoft.com/office/drawing/2014/main" id="{B18FD8FA-B7AE-45E6-3224-2E8A89E8AB7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52029" y="2755404"/>
            <a:ext cx="3383868" cy="2255912"/>
          </a:xfrm>
          <a:prstGeom prst="rect">
            <a:avLst/>
          </a:prstGeom>
        </p:spPr>
      </p:pic>
      <p:sp>
        <p:nvSpPr>
          <p:cNvPr id="3" name="Footer Placeholder 2">
            <a:extLst>
              <a:ext uri="{FF2B5EF4-FFF2-40B4-BE49-F238E27FC236}">
                <a16:creationId xmlns:a16="http://schemas.microsoft.com/office/drawing/2014/main" id="{82F9A949-097B-6EE8-F4AE-2F8B0FC7EE64}"/>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3290044479"/>
      </p:ext>
    </p:extLst>
  </p:cSld>
  <p:clrMapOvr>
    <a:masterClrMapping/>
  </p:clrMapOvr>
  <p:transition>
    <p:sndAc>
      <p:stSnd>
        <p:snd r:embed="rId3"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55976" y="1196752"/>
            <a:ext cx="4464496" cy="295232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د2: مهارات حل المشكلات.</a:t>
            </a:r>
            <a:br>
              <a:rPr lang="en-GB" sz="1400" dirty="0"/>
            </a:br>
            <a:r>
              <a:rPr lang="ar" sz="1400" b="1" dirty="0"/>
              <a:t>حل المشكلات في أثناء المعالجة الآلية:</a:t>
            </a:r>
          </a:p>
          <a:p>
            <a:pPr rtl="1"/>
            <a:r>
              <a:rPr lang="ar" sz="1400" dirty="0"/>
              <a:t>غالبًا ما تتضمن المعالجة الآلية حل المشكلات. هل واجهتك مشكلات مثل الأداة المعطلة أو المتلفة؟ وكيف بادرت بحلها؟</a:t>
            </a:r>
          </a:p>
          <a:p>
            <a:pPr rtl="1"/>
            <a:r>
              <a:rPr lang="ar" sz="1400" dirty="0"/>
              <a:t>حدد ما إذا كنت قادرًا على التفكير بشكل نقدي بشأن الإجراءات التي يجب اتخاذها عند إعداد الآلة أو تعديلها.</a:t>
            </a:r>
          </a:p>
          <a:p>
            <a:pPr marL="0" indent="0" rtl="1">
              <a:buNone/>
            </a:pPr>
            <a:br>
              <a:rPr lang="en-GB" sz="1400" dirty="0"/>
            </a:br>
            <a:r>
              <a:rPr lang="ar" sz="1400" b="1" dirty="0"/>
              <a:t>اتخاذ القرارات</a:t>
            </a:r>
          </a:p>
          <a:p>
            <a:pPr rtl="1"/>
            <a:r>
              <a:rPr lang="ar" sz="1400" dirty="0"/>
              <a:t>فكر في القرارات المتخذة في أثناء المعالجة الآلية. على سبيل المثال، عند اتخاذ قرار بشأن اختيار الأداة أو معدل التلقيم أو عمق القطع، هل اخترت الخيارات الأكثر كفاءة لتحقيق النتائج المرجوة؟</a:t>
            </a:r>
          </a:p>
          <a:p>
            <a:pPr marL="0" indent="0" rtl="1">
              <a:buNone/>
            </a:pPr>
            <a:endParaRPr lang="en-GB" sz="1400" dirty="0"/>
          </a:p>
          <a:p>
            <a:pPr marL="0" indent="0" rtl="1">
              <a:buNone/>
            </a:pPr>
            <a:r>
              <a:rPr lang="ar" sz="1400" b="1" dirty="0">
                <a:solidFill>
                  <a:schemeClr val="accent5">
                    <a:lumMod val="50000"/>
                  </a:schemeClr>
                </a:solidFill>
              </a:rPr>
              <a:t>ملخص الدروس المستفادة والأداء الشخصي</a:t>
            </a:r>
          </a:p>
          <a:p>
            <a:pPr marL="0" indent="0" rtl="1">
              <a:buNone/>
            </a:pPr>
            <a:r>
              <a:rPr lang="ar" sz="1400" b="1" dirty="0"/>
              <a:t>النقاط الرئيسة من نتاج التعلم د2:</a:t>
            </a:r>
          </a:p>
          <a:p>
            <a:pPr rtl="1"/>
            <a:r>
              <a:rPr lang="ar" sz="1400" dirty="0"/>
              <a:t>يعد أخذ زمام المبادرة والعمل بشكل مستقل أمرًا ضروريًا لنجاح عملية المعالجة الآلية.</a:t>
            </a:r>
          </a:p>
          <a:p>
            <a:pPr rtl="1"/>
            <a:r>
              <a:rPr lang="ar" sz="1400" dirty="0"/>
              <a:t>تعد مهارات الاتصال والتثقيف أمرًا بالغ الأهمية لاتباع التعليمات وضمان السلامة.</a:t>
            </a:r>
          </a:p>
          <a:p>
            <a:pPr rtl="1"/>
            <a:r>
              <a:rPr lang="ar" sz="1400" dirty="0"/>
              <a:t>تساعد مهارات حل المشكلات على معالجة المشكلات غير المتوقعة في أثناء المعالجة الآلية، مثل انكسار الأداة أو الإعدادات غير الصحيحة.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88640"/>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د2 الأداء الشخصي في أثناء </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المعالجة الآلية لأحد المكونات</a:t>
            </a:r>
          </a:p>
        </p:txBody>
      </p:sp>
      <p:sp>
        <p:nvSpPr>
          <p:cNvPr id="2" name="Rectangle 1"/>
          <p:cNvSpPr/>
          <p:nvPr/>
        </p:nvSpPr>
        <p:spPr>
          <a:xfrm>
            <a:off x="1499116" y="4869160"/>
            <a:ext cx="1204177" cy="292388"/>
          </a:xfrm>
          <a:prstGeom prst="rect">
            <a:avLst/>
          </a:prstGeom>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أداة مكسورة أو متلفة</a:t>
            </a:r>
          </a:p>
        </p:txBody>
      </p:sp>
      <p:pic>
        <p:nvPicPr>
          <p:cNvPr id="4" name="Picture 3" descr="A person using a grinder&#10;&#10;Description automatically generated">
            <a:extLst>
              <a:ext uri="{FF2B5EF4-FFF2-40B4-BE49-F238E27FC236}">
                <a16:creationId xmlns:a16="http://schemas.microsoft.com/office/drawing/2014/main" id="{6B6B9373-C8A1-86B3-CC4D-98624FA6480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04056" y="2488870"/>
            <a:ext cx="3419872" cy="2282765"/>
          </a:xfrm>
          <a:prstGeom prst="rect">
            <a:avLst/>
          </a:prstGeom>
        </p:spPr>
      </p:pic>
      <p:sp>
        <p:nvSpPr>
          <p:cNvPr id="3" name="Footer Placeholder 2">
            <a:extLst>
              <a:ext uri="{FF2B5EF4-FFF2-40B4-BE49-F238E27FC236}">
                <a16:creationId xmlns:a16="http://schemas.microsoft.com/office/drawing/2014/main" id="{EE3CCE41-02D5-BB65-DBF9-0D237EDC677D}"/>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extLst>
      <p:ext uri="{BB962C8B-B14F-4D97-AF65-F5344CB8AC3E}">
        <p14:creationId xmlns:p14="http://schemas.microsoft.com/office/powerpoint/2010/main" val="3794774488"/>
      </p:ext>
    </p:extLst>
  </p:cSld>
  <p:clrMapOvr>
    <a:masterClrMapping/>
  </p:clrMapOvr>
  <p:transition>
    <p:sndAc>
      <p:stSnd>
        <p:snd r:embed="rId3" name="click.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63FA762-9023-8075-7EFA-66D2BEA654B3}"/>
              </a:ext>
            </a:extLst>
          </p:cNvPr>
          <p:cNvSpPr txBox="1">
            <a:spLocks noChangeArrowheads="1"/>
          </p:cNvSpPr>
          <p:nvPr/>
        </p:nvSpPr>
        <p:spPr bwMode="auto">
          <a:xfrm>
            <a:off x="251520" y="1268760"/>
            <a:ext cx="864096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sz="4600" kern="0" dirty="0">
                <a:latin typeface="Sakkal Majalla" panose="02000000000000000000" pitchFamily="2" charset="-78"/>
                <a:cs typeface="Sakkal Majalla" panose="02000000000000000000" pitchFamily="2" charset="-78"/>
              </a:rPr>
              <a:t>شكر وتقدير</a:t>
            </a:r>
          </a:p>
        </p:txBody>
      </p:sp>
      <p:sp>
        <p:nvSpPr>
          <p:cNvPr id="5" name="Content Placeholder 1">
            <a:extLst>
              <a:ext uri="{FF2B5EF4-FFF2-40B4-BE49-F238E27FC236}">
                <a16:creationId xmlns:a16="http://schemas.microsoft.com/office/drawing/2014/main" id="{9FA6E9AD-5E58-B78C-95E8-0BA1B8E3BEA7}"/>
              </a:ext>
            </a:extLst>
          </p:cNvPr>
          <p:cNvSpPr txBox="1">
            <a:spLocks/>
          </p:cNvSpPr>
          <p:nvPr/>
        </p:nvSpPr>
        <p:spPr>
          <a:xfrm>
            <a:off x="576263" y="2060849"/>
            <a:ext cx="7991475" cy="2808312"/>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sz="2600" kern="0" dirty="0">
                <a:latin typeface="Sakkal Majalla" panose="02000000000000000000" pitchFamily="2" charset="-78"/>
                <a:cs typeface="Sakkal Majalla" panose="02000000000000000000" pitchFamily="2" charset="-78"/>
              </a:rPr>
              <a:t>الصور</a:t>
            </a:r>
          </a:p>
          <a:p>
            <a:pPr marL="0" indent="0" rtl="1">
              <a:lnSpc>
                <a:spcPct val="107000"/>
              </a:lnSpc>
              <a:spcAft>
                <a:spcPts val="800"/>
              </a:spcAft>
              <a:buNone/>
            </a:pPr>
            <a:r>
              <a:rPr lang="en-US" sz="2000" b="1" dirty="0">
                <a:effectLst/>
                <a:latin typeface="Sakkal Majalla" panose="02000000000000000000" pitchFamily="2" charset="-78"/>
                <a:ea typeface="Calibri" panose="020F0502020204030204" pitchFamily="34" charset="0"/>
                <a:cs typeface="Sakkal Majalla" panose="02000000000000000000" pitchFamily="2" charset="-78"/>
              </a:rPr>
              <a:t>123RF</a:t>
            </a:r>
            <a:r>
              <a:rPr lang="ar" sz="2000" b="1" dirty="0">
                <a:effectLst/>
                <a:latin typeface="Sakkal Majalla" panose="02000000000000000000" pitchFamily="2" charset="-78"/>
                <a:ea typeface="Calibri" panose="020F0502020204030204" pitchFamily="34" charset="0"/>
                <a:cs typeface="Sakkal Majalla" panose="02000000000000000000" pitchFamily="2" charset="-78"/>
              </a:rPr>
              <a:t>:</a:t>
            </a:r>
            <a:r>
              <a:rPr lang="ar" sz="2000" dirty="0">
                <a:solidFill>
                  <a:srgbClr val="000000"/>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بوغوميل (الشريحة 22)؛ </a:t>
            </a:r>
            <a:r>
              <a:rPr lang="ar" sz="2000" b="1" dirty="0">
                <a:effectLst/>
                <a:latin typeface="Sakkal Majalla" panose="02000000000000000000" pitchFamily="2" charset="-78"/>
                <a:ea typeface="Calibri" panose="020F0502020204030204" pitchFamily="34" charset="0"/>
                <a:cs typeface="Sakkal Majalla" panose="02000000000000000000" pitchFamily="2" charset="-78"/>
              </a:rPr>
              <a:t> بيرسون إديوكيشن ليمتد: </a:t>
            </a:r>
            <a:r>
              <a:rPr lang="ar" sz="2000" dirty="0">
                <a:solidFill>
                  <a:srgbClr val="000000"/>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استوديو 8 (الشريحة 5)، ستيوارت كوكس (الشريحة 17)، جولز سيلمس (شريحة 24)، روب جودجز (شريحة 27)، ناكي كويومتزيس (الشريحة 32)؛ شترستوك: </a:t>
            </a:r>
            <a:r>
              <a:rPr lang="ar" sz="2000" b="1" dirty="0">
                <a:effectLst/>
                <a:latin typeface="Sakkal Majalla" panose="02000000000000000000" pitchFamily="2" charset="-78"/>
                <a:ea typeface="Calibri" panose="020F0502020204030204" pitchFamily="34" charset="0"/>
                <a:cs typeface="Sakkal Majalla" panose="02000000000000000000" pitchFamily="2" charset="-78"/>
              </a:rPr>
              <a:t> </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ألينا تي إس </a:t>
            </a:r>
            <a:r>
              <a:rPr lang="ar" sz="2000" b="1" dirty="0">
                <a:effectLst/>
                <a:latin typeface="Sakkal Majalla" panose="02000000000000000000" pitchFamily="2" charset="-78"/>
                <a:ea typeface="Calibri" panose="020F0502020204030204" pitchFamily="34" charset="0"/>
                <a:cs typeface="Sakkal Majalla" panose="02000000000000000000" pitchFamily="2" charset="-78"/>
              </a:rPr>
              <a:t> </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 (الشريحة 6)، سابوبوف (الشريحة 7)، بيكسل ب (الشريحة 8)، باركر دي بي (الشريحة 10)، وان فهمي ريدزوان (الشريحة 16)، فليك 47 (الشريحة 18)، بافيل إل فوتو أند فيديو (الشريحة 25)، بايوروف ألكسندر (الشريحة 33)، بريسماستر (الشريحة 34)، كاسارب استوديو (الشريحة 35).</a:t>
            </a:r>
            <a:endParaRPr lang="en-GB" sz="2000" dirty="0">
              <a:effectLst/>
              <a:latin typeface="Sakkal Majalla" panose="02000000000000000000" pitchFamily="2" charset="-78"/>
              <a:ea typeface="Calibri" panose="020F0502020204030204" pitchFamily="34" charset="0"/>
              <a:cs typeface="Sakkal Majalla" panose="02000000000000000000" pitchFamily="2" charset="-78"/>
            </a:endParaRPr>
          </a:p>
          <a:p>
            <a:pPr marL="0" indent="0" rtl="1">
              <a:buFont typeface="Wingdings" panose="05000000000000000000" pitchFamily="2" charset="2"/>
              <a:buNone/>
            </a:pPr>
            <a:endParaRPr lang="en-GB"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FBFD2E2F-A21C-5E84-B6CF-854C762B121E}"/>
              </a:ext>
            </a:extLst>
          </p:cNvPr>
          <p:cNvSpPr txBox="1">
            <a:spLocks/>
          </p:cNvSpPr>
          <p:nvPr/>
        </p:nvSpPr>
        <p:spPr bwMode="auto">
          <a:xfrm>
            <a:off x="35496" y="6572257"/>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A103000399217</a:t>
            </a:r>
            <a:endParaRPr lang="ar" sz="1000" dirty="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AdditionalInfo xmlns="f63d1639-2e8e-4dfe-b2d4-ff2deac92409" xsi:nil="true"/>
    <_Flow_SignoffStatus xmlns="f63d1639-2e8e-4dfe-b2d4-ff2deac9240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2F1A181-CE63-4F82-8FD7-5D72E5BBCECB}"/>
</file>

<file path=customXml/itemProps2.xml><?xml version="1.0" encoding="utf-8"?>
<ds:datastoreItem xmlns:ds="http://schemas.openxmlformats.org/officeDocument/2006/customXml" ds:itemID="{4B700610-39F3-4A35-AAF4-C1E1359C0930}">
  <ds:schemaRefs>
    <ds:schemaRef ds:uri="http://schemas.microsoft.com/office/2006/documentManagement/types"/>
    <ds:schemaRef ds:uri="http://purl.org/dc/dcmitype/"/>
    <ds:schemaRef ds:uri="http://purl.org/dc/terms/"/>
    <ds:schemaRef ds:uri="http://schemas.microsoft.com/office/infopath/2007/PartnerControls"/>
    <ds:schemaRef ds:uri="http://purl.org/dc/elements/1.1/"/>
    <ds:schemaRef ds:uri="6125ffc9-2c56-435e-8267-1393444907b2"/>
    <ds:schemaRef ds:uri="http://schemas.openxmlformats.org/package/2006/metadata/core-properties"/>
    <ds:schemaRef ds:uri="7c1bd8dc-4e40-424f-a15f-9ffcd522197f"/>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0AA2910D-4917-49C0-8FBC-BFF7ABD28C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11329</TotalTime>
  <Words>7008</Words>
  <Application>Microsoft Office PowerPoint</Application>
  <PresentationFormat>On-screen Show (4:3)</PresentationFormat>
  <Paragraphs>543</Paragraphs>
  <Slides>37</Slides>
  <Notes>36</Notes>
  <HiddenSlides>0</HiddenSlides>
  <MMClips>0</MMClips>
  <ScaleCrop>false</ScaleCrop>
  <HeadingPairs>
    <vt:vector size="6" baseType="variant">
      <vt:variant>
        <vt:lpstr>Fonts Used</vt:lpstr>
      </vt:variant>
      <vt:variant>
        <vt:i4>6</vt:i4>
      </vt:variant>
      <vt:variant>
        <vt:lpstr>Theme</vt:lpstr>
      </vt:variant>
      <vt:variant>
        <vt:i4>10</vt:i4>
      </vt:variant>
      <vt:variant>
        <vt:lpstr>Slide Titles</vt:lpstr>
      </vt:variant>
      <vt:variant>
        <vt:i4>37</vt:i4>
      </vt:variant>
    </vt:vector>
  </HeadingPairs>
  <TitlesOfParts>
    <vt:vector size="53" baseType="lpstr">
      <vt:lpstr>Arial</vt:lpstr>
      <vt:lpstr>Calibri</vt:lpstr>
      <vt:lpstr>Roboto</vt:lpstr>
      <vt:lpstr>Sakkal Majalla</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41:  عمليات المعالجة الآلية الثانوية المستخدمة في التصنيع </vt:lpstr>
      <vt:lpstr>PowerPoint Presentation</vt:lpstr>
      <vt:lpstr>PowerPoint Presentation</vt:lpstr>
      <vt:lpstr>نتاجات التعلم</vt:lpstr>
      <vt:lpstr>نتاج التعلم أ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ب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ج  </vt:lpstr>
      <vt:lpstr>PowerPoint Presentation</vt:lpstr>
      <vt:lpstr>PowerPoint Presentation</vt:lpstr>
      <vt:lpstr>PowerPoint Presentation</vt:lpstr>
      <vt:lpstr>PowerPoint Presentation</vt:lpstr>
      <vt:lpstr>نتاج التعلم د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258</cp:revision>
  <dcterms:created xsi:type="dcterms:W3CDTF">2020-07-15T07:14:47Z</dcterms:created>
  <dcterms:modified xsi:type="dcterms:W3CDTF">2024-12-04T13:08:11Z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13842000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