
<file path=[Content_Types].xml><?xml version="1.0" encoding="utf-8"?>
<Types xmlns="http://schemas.openxmlformats.org/package/2006/content-types">
  <Default Extension="bin" ContentType="audio/unknown"/>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theme/theme3.xml" ContentType="application/vnd.openxmlformats-officedocument.theme+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theme/theme4.xml" ContentType="application/vnd.openxmlformats-officedocument.theme+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theme/theme5.xml" ContentType="application/vnd.openxmlformats-officedocument.theme+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theme/theme6.xml" ContentType="application/vnd.openxmlformats-officedocument.theme+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theme/theme7.xml" ContentType="application/vnd.openxmlformats-officedocument.theme+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theme/theme8.xml" ContentType="application/vnd.openxmlformats-officedocument.theme+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9.xml" ContentType="application/vnd.openxmlformats-officedocument.theme+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theme/theme10.xml" ContentType="application/vnd.openxmlformats-officedocument.theme+xml"/>
  <Override PartName="/ppt/theme/theme11.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rtl="1" saveSubsetFonts="1">
  <p:sldMasterIdLst>
    <p:sldMasterId id="2147484135" r:id="rId4"/>
    <p:sldMasterId id="2147484148" r:id="rId5"/>
    <p:sldMasterId id="2147484825" r:id="rId6"/>
    <p:sldMasterId id="2147484838" r:id="rId7"/>
    <p:sldMasterId id="2147484851" r:id="rId8"/>
    <p:sldMasterId id="2147484864" r:id="rId9"/>
    <p:sldMasterId id="2147484877" r:id="rId10"/>
    <p:sldMasterId id="2147484890" r:id="rId11"/>
    <p:sldMasterId id="2147484903" r:id="rId12"/>
    <p:sldMasterId id="2147484916" r:id="rId13"/>
  </p:sldMasterIdLst>
  <p:notesMasterIdLst>
    <p:notesMasterId r:id="rId54"/>
  </p:notesMasterIdLst>
  <p:sldIdLst>
    <p:sldId id="256" r:id="rId14"/>
    <p:sldId id="257" r:id="rId15"/>
    <p:sldId id="456" r:id="rId16"/>
    <p:sldId id="258" r:id="rId17"/>
    <p:sldId id="272" r:id="rId18"/>
    <p:sldId id="418" r:id="rId19"/>
    <p:sldId id="449" r:id="rId20"/>
    <p:sldId id="431" r:id="rId21"/>
    <p:sldId id="425" r:id="rId22"/>
    <p:sldId id="432" r:id="rId23"/>
    <p:sldId id="433" r:id="rId24"/>
    <p:sldId id="419" r:id="rId25"/>
    <p:sldId id="420" r:id="rId26"/>
    <p:sldId id="434" r:id="rId27"/>
    <p:sldId id="435" r:id="rId28"/>
    <p:sldId id="450" r:id="rId29"/>
    <p:sldId id="426" r:id="rId30"/>
    <p:sldId id="436" r:id="rId31"/>
    <p:sldId id="437" r:id="rId32"/>
    <p:sldId id="451" r:id="rId33"/>
    <p:sldId id="421" r:id="rId34"/>
    <p:sldId id="422" r:id="rId35"/>
    <p:sldId id="438" r:id="rId36"/>
    <p:sldId id="439" r:id="rId37"/>
    <p:sldId id="427" r:id="rId38"/>
    <p:sldId id="440" r:id="rId39"/>
    <p:sldId id="452" r:id="rId40"/>
    <p:sldId id="429" r:id="rId41"/>
    <p:sldId id="453" r:id="rId42"/>
    <p:sldId id="441" r:id="rId43"/>
    <p:sldId id="442" r:id="rId44"/>
    <p:sldId id="423" r:id="rId45"/>
    <p:sldId id="424" r:id="rId46"/>
    <p:sldId id="443" r:id="rId47"/>
    <p:sldId id="454" r:id="rId48"/>
    <p:sldId id="444" r:id="rId49"/>
    <p:sldId id="455" r:id="rId50"/>
    <p:sldId id="445" r:id="rId51"/>
    <p:sldId id="448" r:id="rId52"/>
    <p:sldId id="416" r:id="rId53"/>
  </p:sldIdLst>
  <p:sldSz cx="9144000" cy="6858000" type="screen4x3"/>
  <p:notesSz cx="6858000" cy="9144000"/>
  <p:defaultTextStyle>
    <a:defPPr algn="r" rtl="1">
      <a:defRPr lang="ar-MA"/>
    </a:defPPr>
    <a:lvl1pPr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r" rtl="1"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r" defTabSz="914400" rtl="1"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933">
          <p15:clr>
            <a:srgbClr val="A4A3A4"/>
          </p15:clr>
        </p15:guide>
        <p15:guide id="2" pos="2880">
          <p15:clr>
            <a:srgbClr val="A4A3A4"/>
          </p15:clr>
        </p15:guide>
        <p15:guide id="3" pos="1791">
          <p15:clr>
            <a:srgbClr val="A4A3A4"/>
          </p15:clr>
        </p15:guide>
        <p15:guide id="4" orient="horz" pos="3657">
          <p15:clr>
            <a:srgbClr val="A4A3A4"/>
          </p15:clr>
        </p15:guide>
        <p15:guide id="5" pos="1066">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Office" lastIdx="1" clrIdx="0"/>
  <p:cmAuthor id="2" name="Microsoft Office User" initials="Office [2]" lastIdx="1" clrIdx="1"/>
  <p:cmAuthor id="3" name="Microsoft Office User" initials="Office [3]" lastIdx="1" clrIdx="2"/>
  <p:cmAuthor id="4" name="Microsoft Office User" initials="Office [4]" lastIdx="1" clrIdx="3"/>
  <p:cmAuthor id="5" name="Microsoft Office User" initials="Office [5]" lastIdx="1" clrIdx="4"/>
  <p:cmAuthor id="6" name="Susan Leaper" initials="" lastIdx="2" clrIdx="5"/>
  <p:cmAuthor id="7" name="Microsoft Office User" initials="Office [8]" lastIdx="1" clrIdx="6"/>
  <p:cmAuthor id="8" name="Microsoft Office User" initials="Office [7]" lastIdx="1" clrIdx="7"/>
  <p:cmAuthor id="9" name="Microsoft Office User" initials="Office [9]" lastIdx="1" clrIdx="8"/>
  <p:cmAuthor id="10" name="Microsoft Office User" initials="Office [10]" lastIdx="1" clrIdx="9"/>
  <p:cmAuthor id="11" name="Microsoft Office User" initials="" lastIdx="1" clrIdx="10"/>
  <p:cmAuthor id="12" name="Unknown User1" initials="Unknown User1" lastIdx="1" clrIdx="11"/>
  <p:cmAuthor id="13" name="Unknown User2" initials="Unknown User2" lastIdx="1" clrIdx="12"/>
  <p:cmAuthor id="14" name="Chetna Somaiya" initials="CS" lastIdx="3" clrIdx="13">
    <p:extLst>
      <p:ext uri="{19B8F6BF-5375-455C-9EA6-DF929625EA0E}">
        <p15:presenceInfo xmlns:p15="http://schemas.microsoft.com/office/powerpoint/2012/main" userId="S::Chetna.Somaiya@pearson.com::beb44317-2430-4ffc-a211-c5eaf33a942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C75BBA5-36F8-4551-8C0D-665588589BA4}" v="58" dt="2024-12-11T23:11:51.035"/>
  </p1510:revLst>
</p1510:revInfo>
</file>

<file path=ppt/tableStyles.xml><?xml version="1.0" encoding="utf-8"?>
<a:tblStyleLst xmlns:a="http://schemas.openxmlformats.org/drawingml/2006/main" def="{5C22544A-7EE6-4342-B048-85BDC9FD1C3A}">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90084" autoAdjust="0"/>
    <p:restoredTop sz="87223" autoAdjust="0"/>
  </p:normalViewPr>
  <p:slideViewPr>
    <p:cSldViewPr>
      <p:cViewPr varScale="1">
        <p:scale>
          <a:sx n="137" d="100"/>
          <a:sy n="137" d="100"/>
        </p:scale>
        <p:origin x="2844" y="120"/>
      </p:cViewPr>
      <p:guideLst>
        <p:guide orient="horz" pos="1933"/>
        <p:guide pos="2880"/>
        <p:guide pos="1791"/>
        <p:guide orient="horz" pos="3657"/>
        <p:guide pos="1066"/>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200" d="100"/>
        <a:sy n="2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 Target="slides/slide5.xml"/><Relationship Id="rId26" Type="http://schemas.openxmlformats.org/officeDocument/2006/relationships/slide" Target="slides/slide13.xml"/><Relationship Id="rId39" Type="http://schemas.openxmlformats.org/officeDocument/2006/relationships/slide" Target="slides/slide26.xml"/><Relationship Id="rId21" Type="http://schemas.openxmlformats.org/officeDocument/2006/relationships/slide" Target="slides/slide8.xml"/><Relationship Id="rId34" Type="http://schemas.openxmlformats.org/officeDocument/2006/relationships/slide" Target="slides/slide21.xml"/><Relationship Id="rId42" Type="http://schemas.openxmlformats.org/officeDocument/2006/relationships/slide" Target="slides/slide29.xml"/><Relationship Id="rId47" Type="http://schemas.openxmlformats.org/officeDocument/2006/relationships/slide" Target="slides/slide34.xml"/><Relationship Id="rId50" Type="http://schemas.openxmlformats.org/officeDocument/2006/relationships/slide" Target="slides/slide37.xml"/><Relationship Id="rId55" Type="http://schemas.openxmlformats.org/officeDocument/2006/relationships/commentAuthors" Target="commentAuthor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3.xml"/><Relationship Id="rId29" Type="http://schemas.openxmlformats.org/officeDocument/2006/relationships/slide" Target="slides/slide16.xml"/><Relationship Id="rId11" Type="http://schemas.openxmlformats.org/officeDocument/2006/relationships/slideMaster" Target="slideMasters/slideMaster8.xml"/><Relationship Id="rId24" Type="http://schemas.openxmlformats.org/officeDocument/2006/relationships/slide" Target="slides/slide11.xml"/><Relationship Id="rId32" Type="http://schemas.openxmlformats.org/officeDocument/2006/relationships/slide" Target="slides/slide19.xml"/><Relationship Id="rId37" Type="http://schemas.openxmlformats.org/officeDocument/2006/relationships/slide" Target="slides/slide24.xml"/><Relationship Id="rId40" Type="http://schemas.openxmlformats.org/officeDocument/2006/relationships/slide" Target="slides/slide27.xml"/><Relationship Id="rId45" Type="http://schemas.openxmlformats.org/officeDocument/2006/relationships/slide" Target="slides/slide32.xml"/><Relationship Id="rId53" Type="http://schemas.openxmlformats.org/officeDocument/2006/relationships/slide" Target="slides/slide40.xml"/><Relationship Id="rId58" Type="http://schemas.openxmlformats.org/officeDocument/2006/relationships/theme" Target="theme/theme1.xml"/><Relationship Id="rId5" Type="http://schemas.openxmlformats.org/officeDocument/2006/relationships/slideMaster" Target="slideMasters/slideMaster2.xml"/><Relationship Id="rId61" Type="http://schemas.microsoft.com/office/2015/10/relationships/revisionInfo" Target="revisionInfo.xml"/><Relationship Id="rId19" Type="http://schemas.openxmlformats.org/officeDocument/2006/relationships/slide" Target="slides/slide6.xml"/><Relationship Id="rId14" Type="http://schemas.openxmlformats.org/officeDocument/2006/relationships/slide" Target="slides/slide1.xml"/><Relationship Id="rId22" Type="http://schemas.openxmlformats.org/officeDocument/2006/relationships/slide" Target="slides/slide9.xml"/><Relationship Id="rId27" Type="http://schemas.openxmlformats.org/officeDocument/2006/relationships/slide" Target="slides/slide14.xml"/><Relationship Id="rId30" Type="http://schemas.openxmlformats.org/officeDocument/2006/relationships/slide" Target="slides/slide17.xml"/><Relationship Id="rId35" Type="http://schemas.openxmlformats.org/officeDocument/2006/relationships/slide" Target="slides/slide22.xml"/><Relationship Id="rId43" Type="http://schemas.openxmlformats.org/officeDocument/2006/relationships/slide" Target="slides/slide30.xml"/><Relationship Id="rId48" Type="http://schemas.openxmlformats.org/officeDocument/2006/relationships/slide" Target="slides/slide35.xml"/><Relationship Id="rId56" Type="http://schemas.openxmlformats.org/officeDocument/2006/relationships/presProps" Target="presProps.xml"/><Relationship Id="rId8" Type="http://schemas.openxmlformats.org/officeDocument/2006/relationships/slideMaster" Target="slideMasters/slideMaster5.xml"/><Relationship Id="rId51" Type="http://schemas.openxmlformats.org/officeDocument/2006/relationships/slide" Target="slides/slide38.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 Target="slides/slide4.xml"/><Relationship Id="rId25" Type="http://schemas.openxmlformats.org/officeDocument/2006/relationships/slide" Target="slides/slide12.xml"/><Relationship Id="rId33" Type="http://schemas.openxmlformats.org/officeDocument/2006/relationships/slide" Target="slides/slide20.xml"/><Relationship Id="rId38" Type="http://schemas.openxmlformats.org/officeDocument/2006/relationships/slide" Target="slides/slide25.xml"/><Relationship Id="rId46" Type="http://schemas.openxmlformats.org/officeDocument/2006/relationships/slide" Target="slides/slide33.xml"/><Relationship Id="rId59" Type="http://schemas.openxmlformats.org/officeDocument/2006/relationships/tableStyles" Target="tableStyles.xml"/><Relationship Id="rId20" Type="http://schemas.openxmlformats.org/officeDocument/2006/relationships/slide" Target="slides/slide7.xml"/><Relationship Id="rId41" Type="http://schemas.openxmlformats.org/officeDocument/2006/relationships/slide" Target="slides/slide28.xml"/><Relationship Id="rId54"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2.xml"/><Relationship Id="rId23" Type="http://schemas.openxmlformats.org/officeDocument/2006/relationships/slide" Target="slides/slide10.xml"/><Relationship Id="rId28" Type="http://schemas.openxmlformats.org/officeDocument/2006/relationships/slide" Target="slides/slide15.xml"/><Relationship Id="rId36" Type="http://schemas.openxmlformats.org/officeDocument/2006/relationships/slide" Target="slides/slide23.xml"/><Relationship Id="rId49" Type="http://schemas.openxmlformats.org/officeDocument/2006/relationships/slide" Target="slides/slide36.xml"/><Relationship Id="rId57" Type="http://schemas.openxmlformats.org/officeDocument/2006/relationships/viewProps" Target="viewProps.xml"/><Relationship Id="rId10" Type="http://schemas.openxmlformats.org/officeDocument/2006/relationships/slideMaster" Target="slideMasters/slideMaster7.xml"/><Relationship Id="rId31" Type="http://schemas.openxmlformats.org/officeDocument/2006/relationships/slide" Target="slides/slide18.xml"/><Relationship Id="rId44" Type="http://schemas.openxmlformats.org/officeDocument/2006/relationships/slide" Target="slides/slide31.xml"/><Relationship Id="rId52" Type="http://schemas.openxmlformats.org/officeDocument/2006/relationships/slide" Target="slides/slide39.xml"/><Relationship Id="rId60" Type="http://schemas.microsoft.com/office/2016/11/relationships/changesInfo" Target="changesInfos/changesInfo1.xml"/><Relationship Id="rId4" Type="http://schemas.openxmlformats.org/officeDocument/2006/relationships/slideMaster" Target="slideMasters/slideMaster1.xml"/><Relationship Id="rId9" Type="http://schemas.openxmlformats.org/officeDocument/2006/relationships/slideMaster" Target="slideMasters/slideMaster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ul Winser" userId="c3146a91-e6bd-4264-bd86-e164e04bc32d" providerId="ADAL" clId="{CC75BBA5-36F8-4551-8C0D-665588589BA4}"/>
    <pc:docChg chg="undo custSel addSld modSld">
      <pc:chgData name="Paul Winser" userId="c3146a91-e6bd-4264-bd86-e164e04bc32d" providerId="ADAL" clId="{CC75BBA5-36F8-4551-8C0D-665588589BA4}" dt="2024-12-11T23:11:53.044" v="116" actId="478"/>
      <pc:docMkLst>
        <pc:docMk/>
      </pc:docMkLst>
      <pc:sldChg chg="addSp modSp mod">
        <pc:chgData name="Paul Winser" userId="c3146a91-e6bd-4264-bd86-e164e04bc32d" providerId="ADAL" clId="{CC75BBA5-36F8-4551-8C0D-665588589BA4}" dt="2024-12-04T13:38:44.383" v="2" actId="20577"/>
        <pc:sldMkLst>
          <pc:docMk/>
          <pc:sldMk cId="0" sldId="256"/>
        </pc:sldMkLst>
        <pc:spChg chg="add mod">
          <ac:chgData name="Paul Winser" userId="c3146a91-e6bd-4264-bd86-e164e04bc32d" providerId="ADAL" clId="{CC75BBA5-36F8-4551-8C0D-665588589BA4}" dt="2024-12-04T13:38:44.383" v="2" actId="20577"/>
          <ac:spMkLst>
            <pc:docMk/>
            <pc:sldMk cId="0" sldId="256"/>
            <ac:spMk id="2" creationId="{F55B1739-B1B0-85B3-CAED-D1A7816AA330}"/>
          </ac:spMkLst>
        </pc:spChg>
      </pc:sldChg>
      <pc:sldChg chg="addSp modSp">
        <pc:chgData name="Paul Winser" userId="c3146a91-e6bd-4264-bd86-e164e04bc32d" providerId="ADAL" clId="{CC75BBA5-36F8-4551-8C0D-665588589BA4}" dt="2024-12-04T13:38:47.363" v="3"/>
        <pc:sldMkLst>
          <pc:docMk/>
          <pc:sldMk cId="0" sldId="257"/>
        </pc:sldMkLst>
        <pc:spChg chg="add mod">
          <ac:chgData name="Paul Winser" userId="c3146a91-e6bd-4264-bd86-e164e04bc32d" providerId="ADAL" clId="{CC75BBA5-36F8-4551-8C0D-665588589BA4}" dt="2024-12-04T13:38:47.363" v="3"/>
          <ac:spMkLst>
            <pc:docMk/>
            <pc:sldMk cId="0" sldId="257"/>
            <ac:spMk id="2" creationId="{05ECA61E-048A-C6A1-E4ED-6FB41A9F932F}"/>
          </ac:spMkLst>
        </pc:spChg>
      </pc:sldChg>
      <pc:sldChg chg="addSp modSp">
        <pc:chgData name="Paul Winser" userId="c3146a91-e6bd-4264-bd86-e164e04bc32d" providerId="ADAL" clId="{CC75BBA5-36F8-4551-8C0D-665588589BA4}" dt="2024-12-04T13:38:49.060" v="5"/>
        <pc:sldMkLst>
          <pc:docMk/>
          <pc:sldMk cId="0" sldId="258"/>
        </pc:sldMkLst>
        <pc:spChg chg="add mod">
          <ac:chgData name="Paul Winser" userId="c3146a91-e6bd-4264-bd86-e164e04bc32d" providerId="ADAL" clId="{CC75BBA5-36F8-4551-8C0D-665588589BA4}" dt="2024-12-04T13:38:49.060" v="5"/>
          <ac:spMkLst>
            <pc:docMk/>
            <pc:sldMk cId="0" sldId="258"/>
            <ac:spMk id="2" creationId="{98007D97-7D67-27AF-8D5D-AFABCC1C218E}"/>
          </ac:spMkLst>
        </pc:spChg>
      </pc:sldChg>
      <pc:sldChg chg="addSp modSp">
        <pc:chgData name="Paul Winser" userId="c3146a91-e6bd-4264-bd86-e164e04bc32d" providerId="ADAL" clId="{CC75BBA5-36F8-4551-8C0D-665588589BA4}" dt="2024-12-04T13:38:50.214" v="6"/>
        <pc:sldMkLst>
          <pc:docMk/>
          <pc:sldMk cId="0" sldId="272"/>
        </pc:sldMkLst>
        <pc:spChg chg="add mod">
          <ac:chgData name="Paul Winser" userId="c3146a91-e6bd-4264-bd86-e164e04bc32d" providerId="ADAL" clId="{CC75BBA5-36F8-4551-8C0D-665588589BA4}" dt="2024-12-04T13:38:50.214" v="6"/>
          <ac:spMkLst>
            <pc:docMk/>
            <pc:sldMk cId="0" sldId="272"/>
            <ac:spMk id="2" creationId="{50B18AAE-C03E-F3A5-C19E-7DA0C141D40F}"/>
          </ac:spMkLst>
        </pc:spChg>
      </pc:sldChg>
      <pc:sldChg chg="addSp delSp modSp add mod modTransition">
        <pc:chgData name="Paul Winser" userId="c3146a91-e6bd-4264-bd86-e164e04bc32d" providerId="ADAL" clId="{CC75BBA5-36F8-4551-8C0D-665588589BA4}" dt="2024-12-11T23:11:53.044" v="116" actId="478"/>
        <pc:sldMkLst>
          <pc:docMk/>
          <pc:sldMk cId="0" sldId="416"/>
        </pc:sldMkLst>
        <pc:spChg chg="del">
          <ac:chgData name="Paul Winser" userId="c3146a91-e6bd-4264-bd86-e164e04bc32d" providerId="ADAL" clId="{CC75BBA5-36F8-4551-8C0D-665588589BA4}" dt="2024-12-11T23:11:53.044" v="116" actId="478"/>
          <ac:spMkLst>
            <pc:docMk/>
            <pc:sldMk cId="0" sldId="416"/>
            <ac:spMk id="2" creationId="{A0A3F6FC-5CA9-22CE-8560-2A887FB3563E}"/>
          </ac:spMkLst>
        </pc:spChg>
        <pc:spChg chg="add mod">
          <ac:chgData name="Paul Winser" userId="c3146a91-e6bd-4264-bd86-e164e04bc32d" providerId="ADAL" clId="{CC75BBA5-36F8-4551-8C0D-665588589BA4}" dt="2024-12-11T23:11:51.035" v="115"/>
          <ac:spMkLst>
            <pc:docMk/>
            <pc:sldMk cId="0" sldId="416"/>
            <ac:spMk id="3" creationId="{5D952E3E-87B9-0CA7-D971-854600AB8B93}"/>
          </ac:spMkLst>
        </pc:spChg>
      </pc:sldChg>
      <pc:sldChg chg="addSp delSp modSp mod">
        <pc:chgData name="Paul Winser" userId="c3146a91-e6bd-4264-bd86-e164e04bc32d" providerId="ADAL" clId="{CC75BBA5-36F8-4551-8C0D-665588589BA4}" dt="2024-12-04T13:40:00.158" v="45" actId="1076"/>
        <pc:sldMkLst>
          <pc:docMk/>
          <pc:sldMk cId="853317201" sldId="418"/>
        </pc:sldMkLst>
        <pc:spChg chg="add mod">
          <ac:chgData name="Paul Winser" userId="c3146a91-e6bd-4264-bd86-e164e04bc32d" providerId="ADAL" clId="{CC75BBA5-36F8-4551-8C0D-665588589BA4}" dt="2024-12-04T13:38:51.591" v="7"/>
          <ac:spMkLst>
            <pc:docMk/>
            <pc:sldMk cId="853317201" sldId="418"/>
            <ac:spMk id="3" creationId="{D32259E3-2E9C-5268-0FAB-D880BB0B7463}"/>
          </ac:spMkLst>
        </pc:spChg>
        <pc:picChg chg="del">
          <ac:chgData name="Paul Winser" userId="c3146a91-e6bd-4264-bd86-e164e04bc32d" providerId="ADAL" clId="{CC75BBA5-36F8-4551-8C0D-665588589BA4}" dt="2024-12-04T13:39:56.794" v="43" actId="478"/>
          <ac:picMkLst>
            <pc:docMk/>
            <pc:sldMk cId="853317201" sldId="418"/>
            <ac:picMk id="2" creationId="{00000000-0000-0000-0000-000000000000}"/>
          </ac:picMkLst>
        </pc:picChg>
        <pc:picChg chg="add mod">
          <ac:chgData name="Paul Winser" userId="c3146a91-e6bd-4264-bd86-e164e04bc32d" providerId="ADAL" clId="{CC75BBA5-36F8-4551-8C0D-665588589BA4}" dt="2024-12-04T13:40:00.158" v="45" actId="1076"/>
          <ac:picMkLst>
            <pc:docMk/>
            <pc:sldMk cId="853317201" sldId="418"/>
            <ac:picMk id="4" creationId="{72E2C604-9167-914C-40B6-5D6623EA3E50}"/>
          </ac:picMkLst>
        </pc:picChg>
      </pc:sldChg>
      <pc:sldChg chg="addSp modSp">
        <pc:chgData name="Paul Winser" userId="c3146a91-e6bd-4264-bd86-e164e04bc32d" providerId="ADAL" clId="{CC75BBA5-36F8-4551-8C0D-665588589BA4}" dt="2024-12-04T13:38:58.690" v="13"/>
        <pc:sldMkLst>
          <pc:docMk/>
          <pc:sldMk cId="4211514187" sldId="419"/>
        </pc:sldMkLst>
        <pc:spChg chg="add mod">
          <ac:chgData name="Paul Winser" userId="c3146a91-e6bd-4264-bd86-e164e04bc32d" providerId="ADAL" clId="{CC75BBA5-36F8-4551-8C0D-665588589BA4}" dt="2024-12-04T13:38:58.690" v="13"/>
          <ac:spMkLst>
            <pc:docMk/>
            <pc:sldMk cId="4211514187" sldId="419"/>
            <ac:spMk id="2" creationId="{DD8670E9-60CF-A0A9-17E8-008532D54115}"/>
          </ac:spMkLst>
        </pc:spChg>
      </pc:sldChg>
      <pc:sldChg chg="addSp delSp modSp mod">
        <pc:chgData name="Paul Winser" userId="c3146a91-e6bd-4264-bd86-e164e04bc32d" providerId="ADAL" clId="{CC75BBA5-36F8-4551-8C0D-665588589BA4}" dt="2024-12-04T13:42:16.902" v="83" actId="1076"/>
        <pc:sldMkLst>
          <pc:docMk/>
          <pc:sldMk cId="3881984730" sldId="420"/>
        </pc:sldMkLst>
        <pc:spChg chg="add mod">
          <ac:chgData name="Paul Winser" userId="c3146a91-e6bd-4264-bd86-e164e04bc32d" providerId="ADAL" clId="{CC75BBA5-36F8-4551-8C0D-665588589BA4}" dt="2024-12-04T13:39:00.115" v="14"/>
          <ac:spMkLst>
            <pc:docMk/>
            <pc:sldMk cId="3881984730" sldId="420"/>
            <ac:spMk id="4" creationId="{6C77084B-43A0-8BDE-60E5-BA410410B030}"/>
          </ac:spMkLst>
        </pc:spChg>
        <pc:picChg chg="del">
          <ac:chgData name="Paul Winser" userId="c3146a91-e6bd-4264-bd86-e164e04bc32d" providerId="ADAL" clId="{CC75BBA5-36F8-4551-8C0D-665588589BA4}" dt="2024-12-04T13:42:13.976" v="81" actId="478"/>
          <ac:picMkLst>
            <pc:docMk/>
            <pc:sldMk cId="3881984730" sldId="420"/>
            <ac:picMk id="2" creationId="{00000000-0000-0000-0000-000000000000}"/>
          </ac:picMkLst>
        </pc:picChg>
        <pc:picChg chg="add mod">
          <ac:chgData name="Paul Winser" userId="c3146a91-e6bd-4264-bd86-e164e04bc32d" providerId="ADAL" clId="{CC75BBA5-36F8-4551-8C0D-665588589BA4}" dt="2024-12-04T13:42:16.902" v="83" actId="1076"/>
          <ac:picMkLst>
            <pc:docMk/>
            <pc:sldMk cId="3881984730" sldId="420"/>
            <ac:picMk id="5" creationId="{33B24936-54F7-F82E-9E50-84A1E434995D}"/>
          </ac:picMkLst>
        </pc:picChg>
      </pc:sldChg>
      <pc:sldChg chg="addSp modSp">
        <pc:chgData name="Paul Winser" userId="c3146a91-e6bd-4264-bd86-e164e04bc32d" providerId="ADAL" clId="{CC75BBA5-36F8-4551-8C0D-665588589BA4}" dt="2024-12-04T13:39:10.341" v="23"/>
        <pc:sldMkLst>
          <pc:docMk/>
          <pc:sldMk cId="1314664163" sldId="421"/>
        </pc:sldMkLst>
        <pc:spChg chg="add mod">
          <ac:chgData name="Paul Winser" userId="c3146a91-e6bd-4264-bd86-e164e04bc32d" providerId="ADAL" clId="{CC75BBA5-36F8-4551-8C0D-665588589BA4}" dt="2024-12-04T13:39:09.289" v="22"/>
          <ac:spMkLst>
            <pc:docMk/>
            <pc:sldMk cId="1314664163" sldId="421"/>
            <ac:spMk id="2" creationId="{7F241EF3-162D-3D63-D50A-CD5811C70F12}"/>
          </ac:spMkLst>
        </pc:spChg>
        <pc:spChg chg="add mod">
          <ac:chgData name="Paul Winser" userId="c3146a91-e6bd-4264-bd86-e164e04bc32d" providerId="ADAL" clId="{CC75BBA5-36F8-4551-8C0D-665588589BA4}" dt="2024-12-04T13:39:10.341" v="23"/>
          <ac:spMkLst>
            <pc:docMk/>
            <pc:sldMk cId="1314664163" sldId="421"/>
            <ac:spMk id="4" creationId="{6F40E92D-F870-95AC-6BD4-10633AEE1443}"/>
          </ac:spMkLst>
        </pc:spChg>
      </pc:sldChg>
      <pc:sldChg chg="addSp modSp">
        <pc:chgData name="Paul Winser" userId="c3146a91-e6bd-4264-bd86-e164e04bc32d" providerId="ADAL" clId="{CC75BBA5-36F8-4551-8C0D-665588589BA4}" dt="2024-12-04T13:39:12.009" v="24"/>
        <pc:sldMkLst>
          <pc:docMk/>
          <pc:sldMk cId="1493214683" sldId="422"/>
        </pc:sldMkLst>
        <pc:spChg chg="add mod">
          <ac:chgData name="Paul Winser" userId="c3146a91-e6bd-4264-bd86-e164e04bc32d" providerId="ADAL" clId="{CC75BBA5-36F8-4551-8C0D-665588589BA4}" dt="2024-12-04T13:39:12.009" v="24"/>
          <ac:spMkLst>
            <pc:docMk/>
            <pc:sldMk cId="1493214683" sldId="422"/>
            <ac:spMk id="2" creationId="{DBB3438A-E19B-EEF3-335D-507F5BC93754}"/>
          </ac:spMkLst>
        </pc:spChg>
      </pc:sldChg>
      <pc:sldChg chg="addSp modSp">
        <pc:chgData name="Paul Winser" userId="c3146a91-e6bd-4264-bd86-e164e04bc32d" providerId="ADAL" clId="{CC75BBA5-36F8-4551-8C0D-665588589BA4}" dt="2024-12-04T13:39:25.223" v="34"/>
        <pc:sldMkLst>
          <pc:docMk/>
          <pc:sldMk cId="69661216" sldId="423"/>
        </pc:sldMkLst>
        <pc:spChg chg="add mod">
          <ac:chgData name="Paul Winser" userId="c3146a91-e6bd-4264-bd86-e164e04bc32d" providerId="ADAL" clId="{CC75BBA5-36F8-4551-8C0D-665588589BA4}" dt="2024-12-04T13:39:25.223" v="34"/>
          <ac:spMkLst>
            <pc:docMk/>
            <pc:sldMk cId="69661216" sldId="423"/>
            <ac:spMk id="2" creationId="{C686199C-7605-5FB8-99A2-74AE5B7196D1}"/>
          </ac:spMkLst>
        </pc:spChg>
      </pc:sldChg>
      <pc:sldChg chg="addSp modSp">
        <pc:chgData name="Paul Winser" userId="c3146a91-e6bd-4264-bd86-e164e04bc32d" providerId="ADAL" clId="{CC75BBA5-36F8-4551-8C0D-665588589BA4}" dt="2024-12-04T13:39:27.416" v="36"/>
        <pc:sldMkLst>
          <pc:docMk/>
          <pc:sldMk cId="1635087924" sldId="424"/>
        </pc:sldMkLst>
        <pc:spChg chg="add mod">
          <ac:chgData name="Paul Winser" userId="c3146a91-e6bd-4264-bd86-e164e04bc32d" providerId="ADAL" clId="{CC75BBA5-36F8-4551-8C0D-665588589BA4}" dt="2024-12-04T13:39:26.279" v="35"/>
          <ac:spMkLst>
            <pc:docMk/>
            <pc:sldMk cId="1635087924" sldId="424"/>
            <ac:spMk id="2" creationId="{A2E96934-8CBA-DE78-463B-461B72728C9F}"/>
          </ac:spMkLst>
        </pc:spChg>
        <pc:spChg chg="add mod">
          <ac:chgData name="Paul Winser" userId="c3146a91-e6bd-4264-bd86-e164e04bc32d" providerId="ADAL" clId="{CC75BBA5-36F8-4551-8C0D-665588589BA4}" dt="2024-12-04T13:39:27.416" v="36"/>
          <ac:spMkLst>
            <pc:docMk/>
            <pc:sldMk cId="1635087924" sldId="424"/>
            <ac:spMk id="3" creationId="{24018F15-A8CA-8013-4385-D359697ED929}"/>
          </ac:spMkLst>
        </pc:spChg>
      </pc:sldChg>
      <pc:sldChg chg="addSp delSp modSp mod">
        <pc:chgData name="Paul Winser" userId="c3146a91-e6bd-4264-bd86-e164e04bc32d" providerId="ADAL" clId="{CC75BBA5-36F8-4551-8C0D-665588589BA4}" dt="2024-12-04T13:42:05.355" v="80" actId="1076"/>
        <pc:sldMkLst>
          <pc:docMk/>
          <pc:sldMk cId="1353396221" sldId="425"/>
        </pc:sldMkLst>
        <pc:spChg chg="mod">
          <ac:chgData name="Paul Winser" userId="c3146a91-e6bd-4264-bd86-e164e04bc32d" providerId="ADAL" clId="{CC75BBA5-36F8-4551-8C0D-665588589BA4}" dt="2024-12-04T13:42:05.355" v="80" actId="1076"/>
          <ac:spMkLst>
            <pc:docMk/>
            <pc:sldMk cId="1353396221" sldId="425"/>
            <ac:spMk id="7" creationId="{390F5AF3-D075-2441-F2C6-0B2C4BEAEF9B}"/>
          </ac:spMkLst>
        </pc:spChg>
        <pc:spChg chg="mod">
          <ac:chgData name="Paul Winser" userId="c3146a91-e6bd-4264-bd86-e164e04bc32d" providerId="ADAL" clId="{CC75BBA5-36F8-4551-8C0D-665588589BA4}" dt="2024-12-04T13:41:59.467" v="79" actId="1076"/>
          <ac:spMkLst>
            <pc:docMk/>
            <pc:sldMk cId="1353396221" sldId="425"/>
            <ac:spMk id="9" creationId="{5DE33B9F-20D6-E766-F038-892F13CEF8C9}"/>
          </ac:spMkLst>
        </pc:spChg>
        <pc:spChg chg="mod">
          <ac:chgData name="Paul Winser" userId="c3146a91-e6bd-4264-bd86-e164e04bc32d" providerId="ADAL" clId="{CC75BBA5-36F8-4551-8C0D-665588589BA4}" dt="2024-12-04T13:41:55.491" v="78" actId="1076"/>
          <ac:spMkLst>
            <pc:docMk/>
            <pc:sldMk cId="1353396221" sldId="425"/>
            <ac:spMk id="10" creationId="{0DAFBAD9-F0B4-0A9B-8383-057F56C9AB7E}"/>
          </ac:spMkLst>
        </pc:spChg>
        <pc:spChg chg="mod">
          <ac:chgData name="Paul Winser" userId="c3146a91-e6bd-4264-bd86-e164e04bc32d" providerId="ADAL" clId="{CC75BBA5-36F8-4551-8C0D-665588589BA4}" dt="2024-12-04T13:41:49.243" v="75" actId="1076"/>
          <ac:spMkLst>
            <pc:docMk/>
            <pc:sldMk cId="1353396221" sldId="425"/>
            <ac:spMk id="11" creationId="{A1F463A0-A841-5937-71C9-F8E830DA9363}"/>
          </ac:spMkLst>
        </pc:spChg>
        <pc:spChg chg="add mod">
          <ac:chgData name="Paul Winser" userId="c3146a91-e6bd-4264-bd86-e164e04bc32d" providerId="ADAL" clId="{CC75BBA5-36F8-4551-8C0D-665588589BA4}" dt="2024-12-04T13:38:54.804" v="10"/>
          <ac:spMkLst>
            <pc:docMk/>
            <pc:sldMk cId="1353396221" sldId="425"/>
            <ac:spMk id="12" creationId="{51423D6D-8CA9-AE36-31F7-731F05E347E4}"/>
          </ac:spMkLst>
        </pc:spChg>
        <pc:grpChg chg="add del">
          <ac:chgData name="Paul Winser" userId="c3146a91-e6bd-4264-bd86-e164e04bc32d" providerId="ADAL" clId="{CC75BBA5-36F8-4551-8C0D-665588589BA4}" dt="2024-12-04T13:40:53.233" v="59" actId="478"/>
          <ac:grpSpMkLst>
            <pc:docMk/>
            <pc:sldMk cId="1353396221" sldId="425"/>
            <ac:grpSpMk id="4" creationId="{99D658C9-8B8A-52EA-1CE3-D69A417EAF0D}"/>
          </ac:grpSpMkLst>
        </pc:grpChg>
        <pc:picChg chg="del">
          <ac:chgData name="Paul Winser" userId="c3146a91-e6bd-4264-bd86-e164e04bc32d" providerId="ADAL" clId="{CC75BBA5-36F8-4551-8C0D-665588589BA4}" dt="2024-12-04T13:41:01.240" v="61" actId="478"/>
          <ac:picMkLst>
            <pc:docMk/>
            <pc:sldMk cId="1353396221" sldId="425"/>
            <ac:picMk id="2" creationId="{00000000-0000-0000-0000-000000000000}"/>
          </ac:picMkLst>
        </pc:picChg>
        <pc:picChg chg="add mod ord">
          <ac:chgData name="Paul Winser" userId="c3146a91-e6bd-4264-bd86-e164e04bc32d" providerId="ADAL" clId="{CC75BBA5-36F8-4551-8C0D-665588589BA4}" dt="2024-12-04T13:41:41.529" v="74" actId="1035"/>
          <ac:picMkLst>
            <pc:docMk/>
            <pc:sldMk cId="1353396221" sldId="425"/>
            <ac:picMk id="13" creationId="{519D9D8B-2857-6DF5-8468-A5F450B2D024}"/>
          </ac:picMkLst>
        </pc:picChg>
      </pc:sldChg>
      <pc:sldChg chg="addSp modSp">
        <pc:chgData name="Paul Winser" userId="c3146a91-e6bd-4264-bd86-e164e04bc32d" providerId="ADAL" clId="{CC75BBA5-36F8-4551-8C0D-665588589BA4}" dt="2024-12-04T13:39:05.043" v="18"/>
        <pc:sldMkLst>
          <pc:docMk/>
          <pc:sldMk cId="2461849491" sldId="426"/>
        </pc:sldMkLst>
        <pc:spChg chg="add mod">
          <ac:chgData name="Paul Winser" userId="c3146a91-e6bd-4264-bd86-e164e04bc32d" providerId="ADAL" clId="{CC75BBA5-36F8-4551-8C0D-665588589BA4}" dt="2024-12-04T13:39:05.043" v="18"/>
          <ac:spMkLst>
            <pc:docMk/>
            <pc:sldMk cId="2461849491" sldId="426"/>
            <ac:spMk id="2" creationId="{8226AE89-9F82-16D7-075B-AA0AEC08AC45}"/>
          </ac:spMkLst>
        </pc:spChg>
      </pc:sldChg>
      <pc:sldChg chg="addSp modSp">
        <pc:chgData name="Paul Winser" userId="c3146a91-e6bd-4264-bd86-e164e04bc32d" providerId="ADAL" clId="{CC75BBA5-36F8-4551-8C0D-665588589BA4}" dt="2024-12-04T13:39:16.033" v="27"/>
        <pc:sldMkLst>
          <pc:docMk/>
          <pc:sldMk cId="2367450285" sldId="427"/>
        </pc:sldMkLst>
        <pc:spChg chg="add mod">
          <ac:chgData name="Paul Winser" userId="c3146a91-e6bd-4264-bd86-e164e04bc32d" providerId="ADAL" clId="{CC75BBA5-36F8-4551-8C0D-665588589BA4}" dt="2024-12-04T13:39:16.033" v="27"/>
          <ac:spMkLst>
            <pc:docMk/>
            <pc:sldMk cId="2367450285" sldId="427"/>
            <ac:spMk id="2" creationId="{366EF6B2-CA47-4A6B-7F38-66A2E69FEE1F}"/>
          </ac:spMkLst>
        </pc:spChg>
      </pc:sldChg>
      <pc:sldChg chg="addSp modSp">
        <pc:chgData name="Paul Winser" userId="c3146a91-e6bd-4264-bd86-e164e04bc32d" providerId="ADAL" clId="{CC75BBA5-36F8-4551-8C0D-665588589BA4}" dt="2024-12-04T13:39:20.479" v="30"/>
        <pc:sldMkLst>
          <pc:docMk/>
          <pc:sldMk cId="1991857403" sldId="429"/>
        </pc:sldMkLst>
        <pc:spChg chg="add mod">
          <ac:chgData name="Paul Winser" userId="c3146a91-e6bd-4264-bd86-e164e04bc32d" providerId="ADAL" clId="{CC75BBA5-36F8-4551-8C0D-665588589BA4}" dt="2024-12-04T13:39:20.479" v="30"/>
          <ac:spMkLst>
            <pc:docMk/>
            <pc:sldMk cId="1991857403" sldId="429"/>
            <ac:spMk id="2" creationId="{6175AF52-0D68-72CB-2C14-2E7358AE69AF}"/>
          </ac:spMkLst>
        </pc:spChg>
      </pc:sldChg>
      <pc:sldChg chg="addSp modSp">
        <pc:chgData name="Paul Winser" userId="c3146a91-e6bd-4264-bd86-e164e04bc32d" providerId="ADAL" clId="{CC75BBA5-36F8-4551-8C0D-665588589BA4}" dt="2024-12-04T13:38:53.716" v="9"/>
        <pc:sldMkLst>
          <pc:docMk/>
          <pc:sldMk cId="3210013849" sldId="431"/>
        </pc:sldMkLst>
        <pc:spChg chg="add mod">
          <ac:chgData name="Paul Winser" userId="c3146a91-e6bd-4264-bd86-e164e04bc32d" providerId="ADAL" clId="{CC75BBA5-36F8-4551-8C0D-665588589BA4}" dt="2024-12-04T13:38:53.716" v="9"/>
          <ac:spMkLst>
            <pc:docMk/>
            <pc:sldMk cId="3210013849" sldId="431"/>
            <ac:spMk id="2" creationId="{9A214E17-61A4-C5E6-CC0F-991CF3123CD6}"/>
          </ac:spMkLst>
        </pc:spChg>
      </pc:sldChg>
      <pc:sldChg chg="addSp modSp">
        <pc:chgData name="Paul Winser" userId="c3146a91-e6bd-4264-bd86-e164e04bc32d" providerId="ADAL" clId="{CC75BBA5-36F8-4551-8C0D-665588589BA4}" dt="2024-12-04T13:38:56.116" v="11"/>
        <pc:sldMkLst>
          <pc:docMk/>
          <pc:sldMk cId="3797155788" sldId="432"/>
        </pc:sldMkLst>
        <pc:spChg chg="add mod">
          <ac:chgData name="Paul Winser" userId="c3146a91-e6bd-4264-bd86-e164e04bc32d" providerId="ADAL" clId="{CC75BBA5-36F8-4551-8C0D-665588589BA4}" dt="2024-12-04T13:38:56.116" v="11"/>
          <ac:spMkLst>
            <pc:docMk/>
            <pc:sldMk cId="3797155788" sldId="432"/>
            <ac:spMk id="2" creationId="{0379439E-2E40-29E6-0559-3DCFC21A82A5}"/>
          </ac:spMkLst>
        </pc:spChg>
      </pc:sldChg>
      <pc:sldChg chg="addSp modSp">
        <pc:chgData name="Paul Winser" userId="c3146a91-e6bd-4264-bd86-e164e04bc32d" providerId="ADAL" clId="{CC75BBA5-36F8-4551-8C0D-665588589BA4}" dt="2024-12-04T13:38:57.426" v="12"/>
        <pc:sldMkLst>
          <pc:docMk/>
          <pc:sldMk cId="2304510318" sldId="433"/>
        </pc:sldMkLst>
        <pc:spChg chg="add mod">
          <ac:chgData name="Paul Winser" userId="c3146a91-e6bd-4264-bd86-e164e04bc32d" providerId="ADAL" clId="{CC75BBA5-36F8-4551-8C0D-665588589BA4}" dt="2024-12-04T13:38:57.426" v="12"/>
          <ac:spMkLst>
            <pc:docMk/>
            <pc:sldMk cId="2304510318" sldId="433"/>
            <ac:spMk id="2" creationId="{3B27F376-17B0-AEAD-D1A0-9F11E5CEABA5}"/>
          </ac:spMkLst>
        </pc:spChg>
      </pc:sldChg>
      <pc:sldChg chg="addSp modSp">
        <pc:chgData name="Paul Winser" userId="c3146a91-e6bd-4264-bd86-e164e04bc32d" providerId="ADAL" clId="{CC75BBA5-36F8-4551-8C0D-665588589BA4}" dt="2024-12-04T13:39:01.430" v="15"/>
        <pc:sldMkLst>
          <pc:docMk/>
          <pc:sldMk cId="1694845127" sldId="434"/>
        </pc:sldMkLst>
        <pc:spChg chg="add mod">
          <ac:chgData name="Paul Winser" userId="c3146a91-e6bd-4264-bd86-e164e04bc32d" providerId="ADAL" clId="{CC75BBA5-36F8-4551-8C0D-665588589BA4}" dt="2024-12-04T13:39:01.430" v="15"/>
          <ac:spMkLst>
            <pc:docMk/>
            <pc:sldMk cId="1694845127" sldId="434"/>
            <ac:spMk id="2" creationId="{D7120328-842C-2F7B-60E2-4A968CCCF22D}"/>
          </ac:spMkLst>
        </pc:spChg>
      </pc:sldChg>
      <pc:sldChg chg="addSp delSp modSp mod">
        <pc:chgData name="Paul Winser" userId="c3146a91-e6bd-4264-bd86-e164e04bc32d" providerId="ADAL" clId="{CC75BBA5-36F8-4551-8C0D-665588589BA4}" dt="2024-12-04T13:42:25.933" v="86" actId="1076"/>
        <pc:sldMkLst>
          <pc:docMk/>
          <pc:sldMk cId="3152059015" sldId="435"/>
        </pc:sldMkLst>
        <pc:spChg chg="add mod">
          <ac:chgData name="Paul Winser" userId="c3146a91-e6bd-4264-bd86-e164e04bc32d" providerId="ADAL" clId="{CC75BBA5-36F8-4551-8C0D-665588589BA4}" dt="2024-12-04T13:39:02.760" v="16"/>
          <ac:spMkLst>
            <pc:docMk/>
            <pc:sldMk cId="3152059015" sldId="435"/>
            <ac:spMk id="3" creationId="{C4F410AE-333C-3C04-3057-3077A7E10FAD}"/>
          </ac:spMkLst>
        </pc:spChg>
        <pc:picChg chg="del">
          <ac:chgData name="Paul Winser" userId="c3146a91-e6bd-4264-bd86-e164e04bc32d" providerId="ADAL" clId="{CC75BBA5-36F8-4551-8C0D-665588589BA4}" dt="2024-12-04T13:42:23.112" v="84" actId="478"/>
          <ac:picMkLst>
            <pc:docMk/>
            <pc:sldMk cId="3152059015" sldId="435"/>
            <ac:picMk id="2" creationId="{00000000-0000-0000-0000-000000000000}"/>
          </ac:picMkLst>
        </pc:picChg>
        <pc:picChg chg="add mod">
          <ac:chgData name="Paul Winser" userId="c3146a91-e6bd-4264-bd86-e164e04bc32d" providerId="ADAL" clId="{CC75BBA5-36F8-4551-8C0D-665588589BA4}" dt="2024-12-04T13:42:25.933" v="86" actId="1076"/>
          <ac:picMkLst>
            <pc:docMk/>
            <pc:sldMk cId="3152059015" sldId="435"/>
            <ac:picMk id="4" creationId="{4EBEB287-FA43-3570-E7BC-6DDC4367F233}"/>
          </ac:picMkLst>
        </pc:picChg>
      </pc:sldChg>
      <pc:sldChg chg="addSp modSp">
        <pc:chgData name="Paul Winser" userId="c3146a91-e6bd-4264-bd86-e164e04bc32d" providerId="ADAL" clId="{CC75BBA5-36F8-4551-8C0D-665588589BA4}" dt="2024-12-04T13:39:06.262" v="19"/>
        <pc:sldMkLst>
          <pc:docMk/>
          <pc:sldMk cId="3069107663" sldId="436"/>
        </pc:sldMkLst>
        <pc:spChg chg="add mod">
          <ac:chgData name="Paul Winser" userId="c3146a91-e6bd-4264-bd86-e164e04bc32d" providerId="ADAL" clId="{CC75BBA5-36F8-4551-8C0D-665588589BA4}" dt="2024-12-04T13:39:06.262" v="19"/>
          <ac:spMkLst>
            <pc:docMk/>
            <pc:sldMk cId="3069107663" sldId="436"/>
            <ac:spMk id="2" creationId="{5AE682D8-01F9-8565-8144-DF6A254FD407}"/>
          </ac:spMkLst>
        </pc:spChg>
      </pc:sldChg>
      <pc:sldChg chg="addSp modSp">
        <pc:chgData name="Paul Winser" userId="c3146a91-e6bd-4264-bd86-e164e04bc32d" providerId="ADAL" clId="{CC75BBA5-36F8-4551-8C0D-665588589BA4}" dt="2024-12-04T13:39:07.346" v="20"/>
        <pc:sldMkLst>
          <pc:docMk/>
          <pc:sldMk cId="728510504" sldId="437"/>
        </pc:sldMkLst>
        <pc:spChg chg="add mod">
          <ac:chgData name="Paul Winser" userId="c3146a91-e6bd-4264-bd86-e164e04bc32d" providerId="ADAL" clId="{CC75BBA5-36F8-4551-8C0D-665588589BA4}" dt="2024-12-04T13:39:07.346" v="20"/>
          <ac:spMkLst>
            <pc:docMk/>
            <pc:sldMk cId="728510504" sldId="437"/>
            <ac:spMk id="2" creationId="{518D7A09-099F-F8F9-CA6F-BCBA9F51AA71}"/>
          </ac:spMkLst>
        </pc:spChg>
      </pc:sldChg>
      <pc:sldChg chg="addSp delSp modSp mod">
        <pc:chgData name="Paul Winser" userId="c3146a91-e6bd-4264-bd86-e164e04bc32d" providerId="ADAL" clId="{CC75BBA5-36F8-4551-8C0D-665588589BA4}" dt="2024-12-04T13:42:46.118" v="93" actId="1076"/>
        <pc:sldMkLst>
          <pc:docMk/>
          <pc:sldMk cId="1179205946" sldId="438"/>
        </pc:sldMkLst>
        <pc:spChg chg="add mod">
          <ac:chgData name="Paul Winser" userId="c3146a91-e6bd-4264-bd86-e164e04bc32d" providerId="ADAL" clId="{CC75BBA5-36F8-4551-8C0D-665588589BA4}" dt="2024-12-04T13:39:13.494" v="25"/>
          <ac:spMkLst>
            <pc:docMk/>
            <pc:sldMk cId="1179205946" sldId="438"/>
            <ac:spMk id="3" creationId="{6C439457-2C53-CD26-1138-A7443500D44A}"/>
          </ac:spMkLst>
        </pc:spChg>
        <pc:picChg chg="del mod">
          <ac:chgData name="Paul Winser" userId="c3146a91-e6bd-4264-bd86-e164e04bc32d" providerId="ADAL" clId="{CC75BBA5-36F8-4551-8C0D-665588589BA4}" dt="2024-12-04T13:42:43.530" v="91" actId="478"/>
          <ac:picMkLst>
            <pc:docMk/>
            <pc:sldMk cId="1179205946" sldId="438"/>
            <ac:picMk id="2" creationId="{00000000-0000-0000-0000-000000000000}"/>
          </ac:picMkLst>
        </pc:picChg>
        <pc:picChg chg="add mod">
          <ac:chgData name="Paul Winser" userId="c3146a91-e6bd-4264-bd86-e164e04bc32d" providerId="ADAL" clId="{CC75BBA5-36F8-4551-8C0D-665588589BA4}" dt="2024-12-04T13:42:46.118" v="93" actId="1076"/>
          <ac:picMkLst>
            <pc:docMk/>
            <pc:sldMk cId="1179205946" sldId="438"/>
            <ac:picMk id="5" creationId="{A1EE27F0-DE54-E3A2-F81D-1D72FC8EF2DD}"/>
          </ac:picMkLst>
        </pc:picChg>
      </pc:sldChg>
      <pc:sldChg chg="addSp delSp modSp mod">
        <pc:chgData name="Paul Winser" userId="c3146a91-e6bd-4264-bd86-e164e04bc32d" providerId="ADAL" clId="{CC75BBA5-36F8-4551-8C0D-665588589BA4}" dt="2024-12-04T13:42:54.200" v="96" actId="1076"/>
        <pc:sldMkLst>
          <pc:docMk/>
          <pc:sldMk cId="3263221976" sldId="439"/>
        </pc:sldMkLst>
        <pc:spChg chg="add mod">
          <ac:chgData name="Paul Winser" userId="c3146a91-e6bd-4264-bd86-e164e04bc32d" providerId="ADAL" clId="{CC75BBA5-36F8-4551-8C0D-665588589BA4}" dt="2024-12-04T13:39:14.913" v="26"/>
          <ac:spMkLst>
            <pc:docMk/>
            <pc:sldMk cId="3263221976" sldId="439"/>
            <ac:spMk id="2" creationId="{907DC015-3383-C3F0-D90B-FA0292E0E935}"/>
          </ac:spMkLst>
        </pc:spChg>
        <pc:picChg chg="add mod">
          <ac:chgData name="Paul Winser" userId="c3146a91-e6bd-4264-bd86-e164e04bc32d" providerId="ADAL" clId="{CC75BBA5-36F8-4551-8C0D-665588589BA4}" dt="2024-12-04T13:42:54.200" v="96" actId="1076"/>
          <ac:picMkLst>
            <pc:docMk/>
            <pc:sldMk cId="3263221976" sldId="439"/>
            <ac:picMk id="3" creationId="{208B79E7-CCE4-185B-5751-44C5633D3A31}"/>
          </ac:picMkLst>
        </pc:picChg>
        <pc:picChg chg="del">
          <ac:chgData name="Paul Winser" userId="c3146a91-e6bd-4264-bd86-e164e04bc32d" providerId="ADAL" clId="{CC75BBA5-36F8-4551-8C0D-665588589BA4}" dt="2024-12-04T13:42:51.816" v="94" actId="478"/>
          <ac:picMkLst>
            <pc:docMk/>
            <pc:sldMk cId="3263221976" sldId="439"/>
            <ac:picMk id="5" creationId="{7B945C50-DC17-3949-C24B-F870A85505C0}"/>
          </ac:picMkLst>
        </pc:picChg>
      </pc:sldChg>
      <pc:sldChg chg="addSp delSp modSp mod">
        <pc:chgData name="Paul Winser" userId="c3146a91-e6bd-4264-bd86-e164e04bc32d" providerId="ADAL" clId="{CC75BBA5-36F8-4551-8C0D-665588589BA4}" dt="2024-12-04T13:43:05.832" v="101" actId="1076"/>
        <pc:sldMkLst>
          <pc:docMk/>
          <pc:sldMk cId="383046031" sldId="440"/>
        </pc:sldMkLst>
        <pc:spChg chg="add mod">
          <ac:chgData name="Paul Winser" userId="c3146a91-e6bd-4264-bd86-e164e04bc32d" providerId="ADAL" clId="{CC75BBA5-36F8-4551-8C0D-665588589BA4}" dt="2024-12-04T13:39:17.684" v="28"/>
          <ac:spMkLst>
            <pc:docMk/>
            <pc:sldMk cId="383046031" sldId="440"/>
            <ac:spMk id="3" creationId="{20AE3E31-F2E5-7411-6496-95BD8941A2DC}"/>
          </ac:spMkLst>
        </pc:spChg>
        <pc:picChg chg="del">
          <ac:chgData name="Paul Winser" userId="c3146a91-e6bd-4264-bd86-e164e04bc32d" providerId="ADAL" clId="{CC75BBA5-36F8-4551-8C0D-665588589BA4}" dt="2024-12-04T13:43:00.443" v="97" actId="478"/>
          <ac:picMkLst>
            <pc:docMk/>
            <pc:sldMk cId="383046031" sldId="440"/>
            <ac:picMk id="2" creationId="{00000000-0000-0000-0000-000000000000}"/>
          </ac:picMkLst>
        </pc:picChg>
        <pc:picChg chg="add mod">
          <ac:chgData name="Paul Winser" userId="c3146a91-e6bd-4264-bd86-e164e04bc32d" providerId="ADAL" clId="{CC75BBA5-36F8-4551-8C0D-665588589BA4}" dt="2024-12-04T13:43:05.832" v="101" actId="1076"/>
          <ac:picMkLst>
            <pc:docMk/>
            <pc:sldMk cId="383046031" sldId="440"/>
            <ac:picMk id="4" creationId="{D3F68A3D-97C9-CFA6-2938-CE672093C07A}"/>
          </ac:picMkLst>
        </pc:picChg>
      </pc:sldChg>
      <pc:sldChg chg="addSp modSp">
        <pc:chgData name="Paul Winser" userId="c3146a91-e6bd-4264-bd86-e164e04bc32d" providerId="ADAL" clId="{CC75BBA5-36F8-4551-8C0D-665588589BA4}" dt="2024-12-04T13:39:22.710" v="32"/>
        <pc:sldMkLst>
          <pc:docMk/>
          <pc:sldMk cId="3787078287" sldId="441"/>
        </pc:sldMkLst>
        <pc:spChg chg="add mod">
          <ac:chgData name="Paul Winser" userId="c3146a91-e6bd-4264-bd86-e164e04bc32d" providerId="ADAL" clId="{CC75BBA5-36F8-4551-8C0D-665588589BA4}" dt="2024-12-04T13:39:22.710" v="32"/>
          <ac:spMkLst>
            <pc:docMk/>
            <pc:sldMk cId="3787078287" sldId="441"/>
            <ac:spMk id="2" creationId="{2D7EFA31-1B26-534A-6F21-4D9AB3F90494}"/>
          </ac:spMkLst>
        </pc:spChg>
      </pc:sldChg>
      <pc:sldChg chg="addSp delSp modSp mod">
        <pc:chgData name="Paul Winser" userId="c3146a91-e6bd-4264-bd86-e164e04bc32d" providerId="ADAL" clId="{CC75BBA5-36F8-4551-8C0D-665588589BA4}" dt="2024-12-04T13:43:16.480" v="104" actId="1076"/>
        <pc:sldMkLst>
          <pc:docMk/>
          <pc:sldMk cId="3307036019" sldId="442"/>
        </pc:sldMkLst>
        <pc:spChg chg="add mod">
          <ac:chgData name="Paul Winser" userId="c3146a91-e6bd-4264-bd86-e164e04bc32d" providerId="ADAL" clId="{CC75BBA5-36F8-4551-8C0D-665588589BA4}" dt="2024-12-04T13:39:24.117" v="33"/>
          <ac:spMkLst>
            <pc:docMk/>
            <pc:sldMk cId="3307036019" sldId="442"/>
            <ac:spMk id="2" creationId="{442BA0B1-668A-4C8E-E4EA-FBEA58677B6B}"/>
          </ac:spMkLst>
        </pc:spChg>
        <pc:picChg chg="del">
          <ac:chgData name="Paul Winser" userId="c3146a91-e6bd-4264-bd86-e164e04bc32d" providerId="ADAL" clId="{CC75BBA5-36F8-4551-8C0D-665588589BA4}" dt="2024-12-04T13:43:13.272" v="102" actId="478"/>
          <ac:picMkLst>
            <pc:docMk/>
            <pc:sldMk cId="3307036019" sldId="442"/>
            <ac:picMk id="3" creationId="{00000000-0000-0000-0000-000000000000}"/>
          </ac:picMkLst>
        </pc:picChg>
        <pc:picChg chg="add mod">
          <ac:chgData name="Paul Winser" userId="c3146a91-e6bd-4264-bd86-e164e04bc32d" providerId="ADAL" clId="{CC75BBA5-36F8-4551-8C0D-665588589BA4}" dt="2024-12-04T13:43:16.480" v="104" actId="1076"/>
          <ac:picMkLst>
            <pc:docMk/>
            <pc:sldMk cId="3307036019" sldId="442"/>
            <ac:picMk id="5" creationId="{223CECCA-4A84-80CB-997E-51128A19E47E}"/>
          </ac:picMkLst>
        </pc:picChg>
      </pc:sldChg>
      <pc:sldChg chg="addSp modSp">
        <pc:chgData name="Paul Winser" userId="c3146a91-e6bd-4264-bd86-e164e04bc32d" providerId="ADAL" clId="{CC75BBA5-36F8-4551-8C0D-665588589BA4}" dt="2024-12-04T13:39:29.097" v="37"/>
        <pc:sldMkLst>
          <pc:docMk/>
          <pc:sldMk cId="3549152084" sldId="443"/>
        </pc:sldMkLst>
        <pc:spChg chg="add mod">
          <ac:chgData name="Paul Winser" userId="c3146a91-e6bd-4264-bd86-e164e04bc32d" providerId="ADAL" clId="{CC75BBA5-36F8-4551-8C0D-665588589BA4}" dt="2024-12-04T13:39:29.097" v="37"/>
          <ac:spMkLst>
            <pc:docMk/>
            <pc:sldMk cId="3549152084" sldId="443"/>
            <ac:spMk id="2" creationId="{CBF88A38-3B51-83B2-2EA2-835866C42195}"/>
          </ac:spMkLst>
        </pc:spChg>
      </pc:sldChg>
      <pc:sldChg chg="addSp modSp">
        <pc:chgData name="Paul Winser" userId="c3146a91-e6bd-4264-bd86-e164e04bc32d" providerId="ADAL" clId="{CC75BBA5-36F8-4551-8C0D-665588589BA4}" dt="2024-12-04T13:39:31.767" v="39"/>
        <pc:sldMkLst>
          <pc:docMk/>
          <pc:sldMk cId="433623367" sldId="444"/>
        </pc:sldMkLst>
        <pc:spChg chg="add mod">
          <ac:chgData name="Paul Winser" userId="c3146a91-e6bd-4264-bd86-e164e04bc32d" providerId="ADAL" clId="{CC75BBA5-36F8-4551-8C0D-665588589BA4}" dt="2024-12-04T13:39:31.767" v="39"/>
          <ac:spMkLst>
            <pc:docMk/>
            <pc:sldMk cId="433623367" sldId="444"/>
            <ac:spMk id="2" creationId="{166F7A11-4BDA-AFAF-0F4B-B395654108D7}"/>
          </ac:spMkLst>
        </pc:spChg>
      </pc:sldChg>
      <pc:sldChg chg="addSp delSp modSp mod">
        <pc:chgData name="Paul Winser" userId="c3146a91-e6bd-4264-bd86-e164e04bc32d" providerId="ADAL" clId="{CC75BBA5-36F8-4551-8C0D-665588589BA4}" dt="2024-12-04T13:43:32.654" v="109" actId="1076"/>
        <pc:sldMkLst>
          <pc:docMk/>
          <pc:sldMk cId="2712186679" sldId="445"/>
        </pc:sldMkLst>
        <pc:spChg chg="add mod">
          <ac:chgData name="Paul Winser" userId="c3146a91-e6bd-4264-bd86-e164e04bc32d" providerId="ADAL" clId="{CC75BBA5-36F8-4551-8C0D-665588589BA4}" dt="2024-12-04T13:39:34.439" v="41"/>
          <ac:spMkLst>
            <pc:docMk/>
            <pc:sldMk cId="2712186679" sldId="445"/>
            <ac:spMk id="3" creationId="{E5A88369-ABE9-7AD5-4237-2B503AFD8167}"/>
          </ac:spMkLst>
        </pc:spChg>
        <pc:picChg chg="del">
          <ac:chgData name="Paul Winser" userId="c3146a91-e6bd-4264-bd86-e164e04bc32d" providerId="ADAL" clId="{CC75BBA5-36F8-4551-8C0D-665588589BA4}" dt="2024-12-04T13:43:30.521" v="107" actId="478"/>
          <ac:picMkLst>
            <pc:docMk/>
            <pc:sldMk cId="2712186679" sldId="445"/>
            <ac:picMk id="2" creationId="{00000000-0000-0000-0000-000000000000}"/>
          </ac:picMkLst>
        </pc:picChg>
        <pc:picChg chg="add mod">
          <ac:chgData name="Paul Winser" userId="c3146a91-e6bd-4264-bd86-e164e04bc32d" providerId="ADAL" clId="{CC75BBA5-36F8-4551-8C0D-665588589BA4}" dt="2024-12-04T13:43:32.654" v="109" actId="1076"/>
          <ac:picMkLst>
            <pc:docMk/>
            <pc:sldMk cId="2712186679" sldId="445"/>
            <ac:picMk id="4" creationId="{300491FC-1475-701D-3E8E-076D1A2D79D7}"/>
          </ac:picMkLst>
        </pc:picChg>
      </pc:sldChg>
      <pc:sldChg chg="addSp delSp modSp mod">
        <pc:chgData name="Paul Winser" userId="c3146a91-e6bd-4264-bd86-e164e04bc32d" providerId="ADAL" clId="{CC75BBA5-36F8-4551-8C0D-665588589BA4}" dt="2024-12-04T13:43:43.554" v="113" actId="14100"/>
        <pc:sldMkLst>
          <pc:docMk/>
          <pc:sldMk cId="2676560722" sldId="448"/>
        </pc:sldMkLst>
        <pc:spChg chg="add mod">
          <ac:chgData name="Paul Winser" userId="c3146a91-e6bd-4264-bd86-e164e04bc32d" providerId="ADAL" clId="{CC75BBA5-36F8-4551-8C0D-665588589BA4}" dt="2024-12-04T13:39:35.753" v="42"/>
          <ac:spMkLst>
            <pc:docMk/>
            <pc:sldMk cId="2676560722" sldId="448"/>
            <ac:spMk id="2" creationId="{744BDFB1-870B-717F-615D-E586714C269B}"/>
          </ac:spMkLst>
        </pc:spChg>
        <pc:picChg chg="add mod">
          <ac:chgData name="Paul Winser" userId="c3146a91-e6bd-4264-bd86-e164e04bc32d" providerId="ADAL" clId="{CC75BBA5-36F8-4551-8C0D-665588589BA4}" dt="2024-12-04T13:43:43.554" v="113" actId="14100"/>
          <ac:picMkLst>
            <pc:docMk/>
            <pc:sldMk cId="2676560722" sldId="448"/>
            <ac:picMk id="3" creationId="{FEAE0784-87BA-5C47-CAAB-6FDADF893AD1}"/>
          </ac:picMkLst>
        </pc:picChg>
        <pc:picChg chg="del">
          <ac:chgData name="Paul Winser" userId="c3146a91-e6bd-4264-bd86-e164e04bc32d" providerId="ADAL" clId="{CC75BBA5-36F8-4551-8C0D-665588589BA4}" dt="2024-12-04T13:43:39.143" v="110" actId="478"/>
          <ac:picMkLst>
            <pc:docMk/>
            <pc:sldMk cId="2676560722" sldId="448"/>
            <ac:picMk id="5" creationId="{02FE95A2-5F13-05C4-BDDC-FE3138F64B0F}"/>
          </ac:picMkLst>
        </pc:picChg>
      </pc:sldChg>
      <pc:sldChg chg="addSp delSp modSp mod">
        <pc:chgData name="Paul Winser" userId="c3146a91-e6bd-4264-bd86-e164e04bc32d" providerId="ADAL" clId="{CC75BBA5-36F8-4551-8C0D-665588589BA4}" dt="2024-12-04T13:40:09.180" v="48" actId="1076"/>
        <pc:sldMkLst>
          <pc:docMk/>
          <pc:sldMk cId="1004062038" sldId="449"/>
        </pc:sldMkLst>
        <pc:spChg chg="add mod">
          <ac:chgData name="Paul Winser" userId="c3146a91-e6bd-4264-bd86-e164e04bc32d" providerId="ADAL" clId="{CC75BBA5-36F8-4551-8C0D-665588589BA4}" dt="2024-12-04T13:38:52.674" v="8"/>
          <ac:spMkLst>
            <pc:docMk/>
            <pc:sldMk cId="1004062038" sldId="449"/>
            <ac:spMk id="2" creationId="{308BE5CD-AD43-5E7C-16F5-37704584D5FF}"/>
          </ac:spMkLst>
        </pc:spChg>
        <pc:picChg chg="add mod">
          <ac:chgData name="Paul Winser" userId="c3146a91-e6bd-4264-bd86-e164e04bc32d" providerId="ADAL" clId="{CC75BBA5-36F8-4551-8C0D-665588589BA4}" dt="2024-12-04T13:40:09.180" v="48" actId="1076"/>
          <ac:picMkLst>
            <pc:docMk/>
            <pc:sldMk cId="1004062038" sldId="449"/>
            <ac:picMk id="3" creationId="{F188C391-B976-C236-D8DF-64220600F70B}"/>
          </ac:picMkLst>
        </pc:picChg>
        <pc:picChg chg="del">
          <ac:chgData name="Paul Winser" userId="c3146a91-e6bd-4264-bd86-e164e04bc32d" providerId="ADAL" clId="{CC75BBA5-36F8-4551-8C0D-665588589BA4}" dt="2024-12-04T13:40:06.601" v="46" actId="478"/>
          <ac:picMkLst>
            <pc:docMk/>
            <pc:sldMk cId="1004062038" sldId="449"/>
            <ac:picMk id="7" creationId="{96274222-8754-EB09-5E68-5400ABDD8346}"/>
          </ac:picMkLst>
        </pc:picChg>
      </pc:sldChg>
      <pc:sldChg chg="addSp modSp">
        <pc:chgData name="Paul Winser" userId="c3146a91-e6bd-4264-bd86-e164e04bc32d" providerId="ADAL" clId="{CC75BBA5-36F8-4551-8C0D-665588589BA4}" dt="2024-12-04T13:39:03.955" v="17"/>
        <pc:sldMkLst>
          <pc:docMk/>
          <pc:sldMk cId="3699981364" sldId="450"/>
        </pc:sldMkLst>
        <pc:spChg chg="add mod">
          <ac:chgData name="Paul Winser" userId="c3146a91-e6bd-4264-bd86-e164e04bc32d" providerId="ADAL" clId="{CC75BBA5-36F8-4551-8C0D-665588589BA4}" dt="2024-12-04T13:39:03.955" v="17"/>
          <ac:spMkLst>
            <pc:docMk/>
            <pc:sldMk cId="3699981364" sldId="450"/>
            <ac:spMk id="2" creationId="{051D7AA1-7234-DAEB-4D41-D1B6C617DC7F}"/>
          </ac:spMkLst>
        </pc:spChg>
      </pc:sldChg>
      <pc:sldChg chg="addSp delSp modSp mod">
        <pc:chgData name="Paul Winser" userId="c3146a91-e6bd-4264-bd86-e164e04bc32d" providerId="ADAL" clId="{CC75BBA5-36F8-4551-8C0D-665588589BA4}" dt="2024-12-04T13:42:37.203" v="89" actId="1076"/>
        <pc:sldMkLst>
          <pc:docMk/>
          <pc:sldMk cId="3775857852" sldId="451"/>
        </pc:sldMkLst>
        <pc:spChg chg="add mod">
          <ac:chgData name="Paul Winser" userId="c3146a91-e6bd-4264-bd86-e164e04bc32d" providerId="ADAL" clId="{CC75BBA5-36F8-4551-8C0D-665588589BA4}" dt="2024-12-04T13:39:08.345" v="21"/>
          <ac:spMkLst>
            <pc:docMk/>
            <pc:sldMk cId="3775857852" sldId="451"/>
            <ac:spMk id="2" creationId="{3AE2CDD4-5B1D-1D6A-A01E-764FE8B1E376}"/>
          </ac:spMkLst>
        </pc:spChg>
        <pc:picChg chg="del">
          <ac:chgData name="Paul Winser" userId="c3146a91-e6bd-4264-bd86-e164e04bc32d" providerId="ADAL" clId="{CC75BBA5-36F8-4551-8C0D-665588589BA4}" dt="2024-12-04T13:42:32.985" v="87" actId="478"/>
          <ac:picMkLst>
            <pc:docMk/>
            <pc:sldMk cId="3775857852" sldId="451"/>
            <ac:picMk id="3" creationId="{3C7062BB-5165-7244-32E9-0C407BF9C730}"/>
          </ac:picMkLst>
        </pc:picChg>
        <pc:picChg chg="add mod">
          <ac:chgData name="Paul Winser" userId="c3146a91-e6bd-4264-bd86-e164e04bc32d" providerId="ADAL" clId="{CC75BBA5-36F8-4551-8C0D-665588589BA4}" dt="2024-12-04T13:42:37.203" v="89" actId="1076"/>
          <ac:picMkLst>
            <pc:docMk/>
            <pc:sldMk cId="3775857852" sldId="451"/>
            <ac:picMk id="5" creationId="{CBA9ED29-C259-1AB9-0EFF-FE933B77DD9D}"/>
          </ac:picMkLst>
        </pc:picChg>
      </pc:sldChg>
      <pc:sldChg chg="addSp modSp">
        <pc:chgData name="Paul Winser" userId="c3146a91-e6bd-4264-bd86-e164e04bc32d" providerId="ADAL" clId="{CC75BBA5-36F8-4551-8C0D-665588589BA4}" dt="2024-12-04T13:39:19.366" v="29"/>
        <pc:sldMkLst>
          <pc:docMk/>
          <pc:sldMk cId="1528052432" sldId="452"/>
        </pc:sldMkLst>
        <pc:spChg chg="add mod">
          <ac:chgData name="Paul Winser" userId="c3146a91-e6bd-4264-bd86-e164e04bc32d" providerId="ADAL" clId="{CC75BBA5-36F8-4551-8C0D-665588589BA4}" dt="2024-12-04T13:39:19.366" v="29"/>
          <ac:spMkLst>
            <pc:docMk/>
            <pc:sldMk cId="1528052432" sldId="452"/>
            <ac:spMk id="2" creationId="{71FD6C23-95BD-B4F2-E692-A10CDFE5AEF0}"/>
          </ac:spMkLst>
        </pc:spChg>
      </pc:sldChg>
      <pc:sldChg chg="addSp modSp">
        <pc:chgData name="Paul Winser" userId="c3146a91-e6bd-4264-bd86-e164e04bc32d" providerId="ADAL" clId="{CC75BBA5-36F8-4551-8C0D-665588589BA4}" dt="2024-12-04T13:39:21.587" v="31"/>
        <pc:sldMkLst>
          <pc:docMk/>
          <pc:sldMk cId="2648215753" sldId="453"/>
        </pc:sldMkLst>
        <pc:spChg chg="add mod">
          <ac:chgData name="Paul Winser" userId="c3146a91-e6bd-4264-bd86-e164e04bc32d" providerId="ADAL" clId="{CC75BBA5-36F8-4551-8C0D-665588589BA4}" dt="2024-12-04T13:39:21.587" v="31"/>
          <ac:spMkLst>
            <pc:docMk/>
            <pc:sldMk cId="2648215753" sldId="453"/>
            <ac:spMk id="2" creationId="{CC411E66-CEBC-7934-F0BA-85F2051ADA6B}"/>
          </ac:spMkLst>
        </pc:spChg>
      </pc:sldChg>
      <pc:sldChg chg="addSp delSp modSp mod">
        <pc:chgData name="Paul Winser" userId="c3146a91-e6bd-4264-bd86-e164e04bc32d" providerId="ADAL" clId="{CC75BBA5-36F8-4551-8C0D-665588589BA4}" dt="2024-12-04T13:43:23.828" v="106"/>
        <pc:sldMkLst>
          <pc:docMk/>
          <pc:sldMk cId="2650188429" sldId="454"/>
        </pc:sldMkLst>
        <pc:spChg chg="add mod">
          <ac:chgData name="Paul Winser" userId="c3146a91-e6bd-4264-bd86-e164e04bc32d" providerId="ADAL" clId="{CC75BBA5-36F8-4551-8C0D-665588589BA4}" dt="2024-12-04T13:39:30.532" v="38"/>
          <ac:spMkLst>
            <pc:docMk/>
            <pc:sldMk cId="2650188429" sldId="454"/>
            <ac:spMk id="2" creationId="{395E9741-D937-AFAD-4118-879E920E532D}"/>
          </ac:spMkLst>
        </pc:spChg>
        <pc:picChg chg="add mod">
          <ac:chgData name="Paul Winser" userId="c3146a91-e6bd-4264-bd86-e164e04bc32d" providerId="ADAL" clId="{CC75BBA5-36F8-4551-8C0D-665588589BA4}" dt="2024-12-04T13:43:23.828" v="106"/>
          <ac:picMkLst>
            <pc:docMk/>
            <pc:sldMk cId="2650188429" sldId="454"/>
            <ac:picMk id="3" creationId="{55EF500D-49A7-695C-1596-09961657254E}"/>
          </ac:picMkLst>
        </pc:picChg>
        <pc:picChg chg="del">
          <ac:chgData name="Paul Winser" userId="c3146a91-e6bd-4264-bd86-e164e04bc32d" providerId="ADAL" clId="{CC75BBA5-36F8-4551-8C0D-665588589BA4}" dt="2024-12-04T13:43:23.672" v="105" actId="478"/>
          <ac:picMkLst>
            <pc:docMk/>
            <pc:sldMk cId="2650188429" sldId="454"/>
            <ac:picMk id="5" creationId="{386CA8E4-66EB-E908-9EC1-037EAB5FB0CC}"/>
          </ac:picMkLst>
        </pc:picChg>
      </pc:sldChg>
      <pc:sldChg chg="addSp modSp">
        <pc:chgData name="Paul Winser" userId="c3146a91-e6bd-4264-bd86-e164e04bc32d" providerId="ADAL" clId="{CC75BBA5-36F8-4551-8C0D-665588589BA4}" dt="2024-12-04T13:39:32.773" v="40"/>
        <pc:sldMkLst>
          <pc:docMk/>
          <pc:sldMk cId="3772561237" sldId="455"/>
        </pc:sldMkLst>
        <pc:spChg chg="add mod">
          <ac:chgData name="Paul Winser" userId="c3146a91-e6bd-4264-bd86-e164e04bc32d" providerId="ADAL" clId="{CC75BBA5-36F8-4551-8C0D-665588589BA4}" dt="2024-12-04T13:39:32.773" v="40"/>
          <ac:spMkLst>
            <pc:docMk/>
            <pc:sldMk cId="3772561237" sldId="455"/>
            <ac:spMk id="2" creationId="{A59733A9-69D2-CAEF-9440-58C041F4C544}"/>
          </ac:spMkLst>
        </pc:spChg>
      </pc:sldChg>
      <pc:sldChg chg="addSp modSp">
        <pc:chgData name="Paul Winser" userId="c3146a91-e6bd-4264-bd86-e164e04bc32d" providerId="ADAL" clId="{CC75BBA5-36F8-4551-8C0D-665588589BA4}" dt="2024-12-04T13:38:48.164" v="4"/>
        <pc:sldMkLst>
          <pc:docMk/>
          <pc:sldMk cId="2780785861" sldId="456"/>
        </pc:sldMkLst>
        <pc:spChg chg="add mod">
          <ac:chgData name="Paul Winser" userId="c3146a91-e6bd-4264-bd86-e164e04bc32d" providerId="ADAL" clId="{CC75BBA5-36F8-4551-8C0D-665588589BA4}" dt="2024-12-04T13:38:48.164" v="4"/>
          <ac:spMkLst>
            <pc:docMk/>
            <pc:sldMk cId="2780785861" sldId="456"/>
            <ac:spMk id="2" creationId="{E2B96FAF-AD46-0A89-DFC5-B99F15CE6D4F}"/>
          </ac:spMkLst>
        </pc:spChg>
      </pc:sldChg>
    </pc:docChg>
  </pc:docChgLst>
  <pc:docChgLst>
    <pc:chgData name="Paul Winser" userId="c3146a91-e6bd-4264-bd86-e164e04bc32d" providerId="ADAL" clId="{FF1E9EE5-3511-4AFB-85EC-58E21B5B100D}"/>
    <pc:docChg chg="undo custSel addSld modSld">
      <pc:chgData name="Paul Winser" userId="c3146a91-e6bd-4264-bd86-e164e04bc32d" providerId="ADAL" clId="{FF1E9EE5-3511-4AFB-85EC-58E21B5B100D}" dt="2024-11-12T17:40:13.896" v="835" actId="1076"/>
      <pc:docMkLst>
        <pc:docMk/>
      </pc:docMkLst>
      <pc:sldChg chg="modSp mod">
        <pc:chgData name="Paul Winser" userId="c3146a91-e6bd-4264-bd86-e164e04bc32d" providerId="ADAL" clId="{FF1E9EE5-3511-4AFB-85EC-58E21B5B100D}" dt="2024-11-12T17:09:16.866" v="2" actId="20577"/>
        <pc:sldMkLst>
          <pc:docMk/>
          <pc:sldMk cId="0" sldId="256"/>
        </pc:sldMkLst>
        <pc:spChg chg="mod">
          <ac:chgData name="Paul Winser" userId="c3146a91-e6bd-4264-bd86-e164e04bc32d" providerId="ADAL" clId="{FF1E9EE5-3511-4AFB-85EC-58E21B5B100D}" dt="2024-11-12T17:09:16.866" v="2" actId="20577"/>
          <ac:spMkLst>
            <pc:docMk/>
            <pc:sldMk cId="0" sldId="256"/>
            <ac:spMk id="3" creationId="{986D29E0-B089-110D-BF1E-B3C37F2C37F9}"/>
          </ac:spMkLst>
        </pc:spChg>
      </pc:sldChg>
      <pc:sldChg chg="delSp modSp mod">
        <pc:chgData name="Paul Winser" userId="c3146a91-e6bd-4264-bd86-e164e04bc32d" providerId="ADAL" clId="{FF1E9EE5-3511-4AFB-85EC-58E21B5B100D}" dt="2024-11-12T17:10:43.730" v="50" actId="20577"/>
        <pc:sldMkLst>
          <pc:docMk/>
          <pc:sldMk cId="0" sldId="257"/>
        </pc:sldMkLst>
        <pc:spChg chg="del">
          <ac:chgData name="Paul Winser" userId="c3146a91-e6bd-4264-bd86-e164e04bc32d" providerId="ADAL" clId="{FF1E9EE5-3511-4AFB-85EC-58E21B5B100D}" dt="2024-11-12T17:10:01.430" v="19" actId="478"/>
          <ac:spMkLst>
            <pc:docMk/>
            <pc:sldMk cId="0" sldId="257"/>
            <ac:spMk id="2" creationId="{2F0A4821-C212-3183-241D-8004AF57654E}"/>
          </ac:spMkLst>
        </pc:spChg>
        <pc:spChg chg="mod">
          <ac:chgData name="Paul Winser" userId="c3146a91-e6bd-4264-bd86-e164e04bc32d" providerId="ADAL" clId="{FF1E9EE5-3511-4AFB-85EC-58E21B5B100D}" dt="2024-11-12T17:10:43.730" v="50" actId="20577"/>
          <ac:spMkLst>
            <pc:docMk/>
            <pc:sldMk cId="0" sldId="257"/>
            <ac:spMk id="30723" creationId="{3C79F714-332C-AB63-03D9-E6D0CAE0623F}"/>
          </ac:spMkLst>
        </pc:spChg>
      </pc:sldChg>
      <pc:sldChg chg="modSp mod">
        <pc:chgData name="Paul Winser" userId="c3146a91-e6bd-4264-bd86-e164e04bc32d" providerId="ADAL" clId="{FF1E9EE5-3511-4AFB-85EC-58E21B5B100D}" dt="2024-11-12T17:11:02.185" v="56" actId="14100"/>
        <pc:sldMkLst>
          <pc:docMk/>
          <pc:sldMk cId="0" sldId="258"/>
        </pc:sldMkLst>
        <pc:spChg chg="mod">
          <ac:chgData name="Paul Winser" userId="c3146a91-e6bd-4264-bd86-e164e04bc32d" providerId="ADAL" clId="{FF1E9EE5-3511-4AFB-85EC-58E21B5B100D}" dt="2024-11-12T17:10:53.859" v="53" actId="404"/>
          <ac:spMkLst>
            <pc:docMk/>
            <pc:sldMk cId="0" sldId="258"/>
            <ac:spMk id="32770" creationId="{CD9316BF-B3CE-8341-5A0A-249747D6C6E1}"/>
          </ac:spMkLst>
        </pc:spChg>
        <pc:spChg chg="mod">
          <ac:chgData name="Paul Winser" userId="c3146a91-e6bd-4264-bd86-e164e04bc32d" providerId="ADAL" clId="{FF1E9EE5-3511-4AFB-85EC-58E21B5B100D}" dt="2024-11-12T17:11:02.185" v="56" actId="14100"/>
          <ac:spMkLst>
            <pc:docMk/>
            <pc:sldMk cId="0" sldId="258"/>
            <ac:spMk id="32771" creationId="{44DFA49F-83B7-E61C-00EB-D6046D571A05}"/>
          </ac:spMkLst>
        </pc:spChg>
      </pc:sldChg>
      <pc:sldChg chg="delSp modSp mod">
        <pc:chgData name="Paul Winser" userId="c3146a91-e6bd-4264-bd86-e164e04bc32d" providerId="ADAL" clId="{FF1E9EE5-3511-4AFB-85EC-58E21B5B100D}" dt="2024-11-12T17:36:11.200" v="772" actId="20577"/>
        <pc:sldMkLst>
          <pc:docMk/>
          <pc:sldMk cId="853317201" sldId="418"/>
        </pc:sldMkLst>
        <pc:spChg chg="del">
          <ac:chgData name="Paul Winser" userId="c3146a91-e6bd-4264-bd86-e164e04bc32d" providerId="ADAL" clId="{FF1E9EE5-3511-4AFB-85EC-58E21B5B100D}" dt="2024-11-12T17:11:29.781" v="66" actId="478"/>
          <ac:spMkLst>
            <pc:docMk/>
            <pc:sldMk cId="853317201" sldId="418"/>
            <ac:spMk id="3" creationId="{508E6837-36E6-351F-C3FD-4FA7E0C66BEA}"/>
          </ac:spMkLst>
        </pc:spChg>
        <pc:spChg chg="mod">
          <ac:chgData name="Paul Winser" userId="c3146a91-e6bd-4264-bd86-e164e04bc32d" providerId="ADAL" clId="{FF1E9EE5-3511-4AFB-85EC-58E21B5B100D}" dt="2024-11-12T17:36:11.200" v="772" actId="20577"/>
          <ac:spMkLst>
            <pc:docMk/>
            <pc:sldMk cId="853317201" sldId="418"/>
            <ac:spMk id="34819" creationId="{453C7683-8588-7ABC-32E0-8A4E68218620}"/>
          </ac:spMkLst>
        </pc:spChg>
        <pc:picChg chg="mod">
          <ac:chgData name="Paul Winser" userId="c3146a91-e6bd-4264-bd86-e164e04bc32d" providerId="ADAL" clId="{FF1E9EE5-3511-4AFB-85EC-58E21B5B100D}" dt="2024-11-12T17:11:40.518" v="70" actId="1076"/>
          <ac:picMkLst>
            <pc:docMk/>
            <pc:sldMk cId="853317201" sldId="418"/>
            <ac:picMk id="2" creationId="{00000000-0000-0000-0000-000000000000}"/>
          </ac:picMkLst>
        </pc:picChg>
      </pc:sldChg>
      <pc:sldChg chg="modSp mod">
        <pc:chgData name="Paul Winser" userId="c3146a91-e6bd-4264-bd86-e164e04bc32d" providerId="ADAL" clId="{FF1E9EE5-3511-4AFB-85EC-58E21B5B100D}" dt="2024-11-12T17:17:15.051" v="382" actId="14100"/>
        <pc:sldMkLst>
          <pc:docMk/>
          <pc:sldMk cId="4211514187" sldId="419"/>
        </pc:sldMkLst>
        <pc:spChg chg="mod">
          <ac:chgData name="Paul Winser" userId="c3146a91-e6bd-4264-bd86-e164e04bc32d" providerId="ADAL" clId="{FF1E9EE5-3511-4AFB-85EC-58E21B5B100D}" dt="2024-11-12T17:17:15.051" v="382" actId="14100"/>
          <ac:spMkLst>
            <pc:docMk/>
            <pc:sldMk cId="4211514187" sldId="419"/>
            <ac:spMk id="3" creationId="{7EC43B4E-DE5F-0105-B3C5-A3384C594D22}"/>
          </ac:spMkLst>
        </pc:spChg>
      </pc:sldChg>
      <pc:sldChg chg="addSp modSp mod">
        <pc:chgData name="Paul Winser" userId="c3146a91-e6bd-4264-bd86-e164e04bc32d" providerId="ADAL" clId="{FF1E9EE5-3511-4AFB-85EC-58E21B5B100D}" dt="2024-11-12T17:38:15.806" v="815" actId="12"/>
        <pc:sldMkLst>
          <pc:docMk/>
          <pc:sldMk cId="3881984730" sldId="420"/>
        </pc:sldMkLst>
        <pc:spChg chg="add mod">
          <ac:chgData name="Paul Winser" userId="c3146a91-e6bd-4264-bd86-e164e04bc32d" providerId="ADAL" clId="{FF1E9EE5-3511-4AFB-85EC-58E21B5B100D}" dt="2024-11-12T17:37:17.001" v="794" actId="1076"/>
          <ac:spMkLst>
            <pc:docMk/>
            <pc:sldMk cId="3881984730" sldId="420"/>
            <ac:spMk id="3" creationId="{444D350F-2578-79CD-197A-FE634214D7D6}"/>
          </ac:spMkLst>
        </pc:spChg>
        <pc:spChg chg="mod">
          <ac:chgData name="Paul Winser" userId="c3146a91-e6bd-4264-bd86-e164e04bc32d" providerId="ADAL" clId="{FF1E9EE5-3511-4AFB-85EC-58E21B5B100D}" dt="2024-11-12T17:38:15.806" v="815" actId="12"/>
          <ac:spMkLst>
            <pc:docMk/>
            <pc:sldMk cId="3881984730" sldId="420"/>
            <ac:spMk id="34819" creationId="{453C7683-8588-7ABC-32E0-8A4E68218620}"/>
          </ac:spMkLst>
        </pc:spChg>
        <pc:picChg chg="mod">
          <ac:chgData name="Paul Winser" userId="c3146a91-e6bd-4264-bd86-e164e04bc32d" providerId="ADAL" clId="{FF1E9EE5-3511-4AFB-85EC-58E21B5B100D}" dt="2024-11-12T17:37:07.770" v="790" actId="1076"/>
          <ac:picMkLst>
            <pc:docMk/>
            <pc:sldMk cId="3881984730" sldId="420"/>
            <ac:picMk id="2" creationId="{00000000-0000-0000-0000-000000000000}"/>
          </ac:picMkLst>
        </pc:picChg>
      </pc:sldChg>
      <pc:sldChg chg="modSp mod">
        <pc:chgData name="Paul Winser" userId="c3146a91-e6bd-4264-bd86-e164e04bc32d" providerId="ADAL" clId="{FF1E9EE5-3511-4AFB-85EC-58E21B5B100D}" dt="2024-11-12T17:26:56.155" v="522" actId="20577"/>
        <pc:sldMkLst>
          <pc:docMk/>
          <pc:sldMk cId="1493214683" sldId="422"/>
        </pc:sldMkLst>
        <pc:spChg chg="mod">
          <ac:chgData name="Paul Winser" userId="c3146a91-e6bd-4264-bd86-e164e04bc32d" providerId="ADAL" clId="{FF1E9EE5-3511-4AFB-85EC-58E21B5B100D}" dt="2024-11-12T17:26:56.155" v="522" actId="20577"/>
          <ac:spMkLst>
            <pc:docMk/>
            <pc:sldMk cId="1493214683" sldId="422"/>
            <ac:spMk id="34819" creationId="{453C7683-8588-7ABC-32E0-8A4E68218620}"/>
          </ac:spMkLst>
        </pc:spChg>
      </pc:sldChg>
      <pc:sldChg chg="modSp mod">
        <pc:chgData name="Paul Winser" userId="c3146a91-e6bd-4264-bd86-e164e04bc32d" providerId="ADAL" clId="{FF1E9EE5-3511-4AFB-85EC-58E21B5B100D}" dt="2024-11-12T17:32:04.025" v="646" actId="1076"/>
        <pc:sldMkLst>
          <pc:docMk/>
          <pc:sldMk cId="69661216" sldId="423"/>
        </pc:sldMkLst>
        <pc:spChg chg="mod">
          <ac:chgData name="Paul Winser" userId="c3146a91-e6bd-4264-bd86-e164e04bc32d" providerId="ADAL" clId="{FF1E9EE5-3511-4AFB-85EC-58E21B5B100D}" dt="2024-11-12T17:32:04.025" v="646" actId="1076"/>
          <ac:spMkLst>
            <pc:docMk/>
            <pc:sldMk cId="69661216" sldId="423"/>
            <ac:spMk id="3" creationId="{C186E945-346F-8FB0-BEE7-952DE8881F4E}"/>
          </ac:spMkLst>
        </pc:spChg>
        <pc:spChg chg="mod">
          <ac:chgData name="Paul Winser" userId="c3146a91-e6bd-4264-bd86-e164e04bc32d" providerId="ADAL" clId="{FF1E9EE5-3511-4AFB-85EC-58E21B5B100D}" dt="2024-11-12T17:31:55.826" v="643" actId="1076"/>
          <ac:spMkLst>
            <pc:docMk/>
            <pc:sldMk cId="69661216" sldId="423"/>
            <ac:spMk id="34818" creationId="{DF8F9D08-DF4C-4351-F6A0-75D9B8290DA6}"/>
          </ac:spMkLst>
        </pc:spChg>
      </pc:sldChg>
      <pc:sldChg chg="delSp modSp mod">
        <pc:chgData name="Paul Winser" userId="c3146a91-e6bd-4264-bd86-e164e04bc32d" providerId="ADAL" clId="{FF1E9EE5-3511-4AFB-85EC-58E21B5B100D}" dt="2024-11-12T17:32:16.046" v="652" actId="478"/>
        <pc:sldMkLst>
          <pc:docMk/>
          <pc:sldMk cId="1635087924" sldId="424"/>
        </pc:sldMkLst>
        <pc:spChg chg="del">
          <ac:chgData name="Paul Winser" userId="c3146a91-e6bd-4264-bd86-e164e04bc32d" providerId="ADAL" clId="{FF1E9EE5-3511-4AFB-85EC-58E21B5B100D}" dt="2024-11-12T17:32:16.046" v="652" actId="478"/>
          <ac:spMkLst>
            <pc:docMk/>
            <pc:sldMk cId="1635087924" sldId="424"/>
            <ac:spMk id="2" creationId="{A86F73B6-0E09-2773-35B7-D04379F0FAD6}"/>
          </ac:spMkLst>
        </pc:spChg>
        <pc:spChg chg="mod">
          <ac:chgData name="Paul Winser" userId="c3146a91-e6bd-4264-bd86-e164e04bc32d" providerId="ADAL" clId="{FF1E9EE5-3511-4AFB-85EC-58E21B5B100D}" dt="2024-11-12T17:32:13.040" v="651" actId="122"/>
          <ac:spMkLst>
            <pc:docMk/>
            <pc:sldMk cId="1635087924" sldId="424"/>
            <ac:spMk id="34819" creationId="{453C7683-8588-7ABC-32E0-8A4E68218620}"/>
          </ac:spMkLst>
        </pc:spChg>
      </pc:sldChg>
      <pc:sldChg chg="modSp mod">
        <pc:chgData name="Paul Winser" userId="c3146a91-e6bd-4264-bd86-e164e04bc32d" providerId="ADAL" clId="{FF1E9EE5-3511-4AFB-85EC-58E21B5B100D}" dt="2024-11-12T17:16:10.895" v="354" actId="1076"/>
        <pc:sldMkLst>
          <pc:docMk/>
          <pc:sldMk cId="1353396221" sldId="425"/>
        </pc:sldMkLst>
        <pc:spChg chg="mod">
          <ac:chgData name="Paul Winser" userId="c3146a91-e6bd-4264-bd86-e164e04bc32d" providerId="ADAL" clId="{FF1E9EE5-3511-4AFB-85EC-58E21B5B100D}" dt="2024-11-12T17:16:02.529" v="352" actId="20577"/>
          <ac:spMkLst>
            <pc:docMk/>
            <pc:sldMk cId="1353396221" sldId="425"/>
            <ac:spMk id="3" creationId="{CB02FE03-4F5F-2664-4EA6-F98ED2515D99}"/>
          </ac:spMkLst>
        </pc:spChg>
        <pc:spChg chg="mod">
          <ac:chgData name="Paul Winser" userId="c3146a91-e6bd-4264-bd86-e164e04bc32d" providerId="ADAL" clId="{FF1E9EE5-3511-4AFB-85EC-58E21B5B100D}" dt="2024-11-12T17:16:06.480" v="353" actId="14100"/>
          <ac:spMkLst>
            <pc:docMk/>
            <pc:sldMk cId="1353396221" sldId="425"/>
            <ac:spMk id="34819" creationId="{453C7683-8588-7ABC-32E0-8A4E68218620}"/>
          </ac:spMkLst>
        </pc:spChg>
        <pc:picChg chg="mod">
          <ac:chgData name="Paul Winser" userId="c3146a91-e6bd-4264-bd86-e164e04bc32d" providerId="ADAL" clId="{FF1E9EE5-3511-4AFB-85EC-58E21B5B100D}" dt="2024-11-12T17:16:10.895" v="354" actId="1076"/>
          <ac:picMkLst>
            <pc:docMk/>
            <pc:sldMk cId="1353396221" sldId="425"/>
            <ac:picMk id="2" creationId="{00000000-0000-0000-0000-000000000000}"/>
          </ac:picMkLst>
        </pc:picChg>
      </pc:sldChg>
      <pc:sldChg chg="modSp mod">
        <pc:chgData name="Paul Winser" userId="c3146a91-e6bd-4264-bd86-e164e04bc32d" providerId="ADAL" clId="{FF1E9EE5-3511-4AFB-85EC-58E21B5B100D}" dt="2024-11-12T17:39:07.244" v="829" actId="12"/>
        <pc:sldMkLst>
          <pc:docMk/>
          <pc:sldMk cId="2461849491" sldId="426"/>
        </pc:sldMkLst>
        <pc:spChg chg="mod">
          <ac:chgData name="Paul Winser" userId="c3146a91-e6bd-4264-bd86-e164e04bc32d" providerId="ADAL" clId="{FF1E9EE5-3511-4AFB-85EC-58E21B5B100D}" dt="2024-11-12T17:39:07.244" v="829" actId="12"/>
          <ac:spMkLst>
            <pc:docMk/>
            <pc:sldMk cId="2461849491" sldId="426"/>
            <ac:spMk id="34819" creationId="{453C7683-8588-7ABC-32E0-8A4E68218620}"/>
          </ac:spMkLst>
        </pc:spChg>
      </pc:sldChg>
      <pc:sldChg chg="delSp modSp mod">
        <pc:chgData name="Paul Winser" userId="c3146a91-e6bd-4264-bd86-e164e04bc32d" providerId="ADAL" clId="{FF1E9EE5-3511-4AFB-85EC-58E21B5B100D}" dt="2024-11-12T17:28:14.174" v="554" actId="207"/>
        <pc:sldMkLst>
          <pc:docMk/>
          <pc:sldMk cId="2367450285" sldId="427"/>
        </pc:sldMkLst>
        <pc:spChg chg="del">
          <ac:chgData name="Paul Winser" userId="c3146a91-e6bd-4264-bd86-e164e04bc32d" providerId="ADAL" clId="{FF1E9EE5-3511-4AFB-85EC-58E21B5B100D}" dt="2024-11-12T17:28:01.424" v="548" actId="478"/>
          <ac:spMkLst>
            <pc:docMk/>
            <pc:sldMk cId="2367450285" sldId="427"/>
            <ac:spMk id="2" creationId="{BAA52642-EC73-9530-C165-AF8B9AEE3F46}"/>
          </ac:spMkLst>
        </pc:spChg>
        <pc:spChg chg="mod">
          <ac:chgData name="Paul Winser" userId="c3146a91-e6bd-4264-bd86-e164e04bc32d" providerId="ADAL" clId="{FF1E9EE5-3511-4AFB-85EC-58E21B5B100D}" dt="2024-11-12T17:28:14.174" v="554" actId="207"/>
          <ac:spMkLst>
            <pc:docMk/>
            <pc:sldMk cId="2367450285" sldId="427"/>
            <ac:spMk id="34819" creationId="{453C7683-8588-7ABC-32E0-8A4E68218620}"/>
          </ac:spMkLst>
        </pc:spChg>
      </pc:sldChg>
      <pc:sldChg chg="delSp modSp mod">
        <pc:chgData name="Paul Winser" userId="c3146a91-e6bd-4264-bd86-e164e04bc32d" providerId="ADAL" clId="{FF1E9EE5-3511-4AFB-85EC-58E21B5B100D}" dt="2024-11-12T17:29:32.502" v="585" actId="404"/>
        <pc:sldMkLst>
          <pc:docMk/>
          <pc:sldMk cId="1991857403" sldId="429"/>
        </pc:sldMkLst>
        <pc:spChg chg="del">
          <ac:chgData name="Paul Winser" userId="c3146a91-e6bd-4264-bd86-e164e04bc32d" providerId="ADAL" clId="{FF1E9EE5-3511-4AFB-85EC-58E21B5B100D}" dt="2024-11-12T17:29:24.235" v="583" actId="478"/>
          <ac:spMkLst>
            <pc:docMk/>
            <pc:sldMk cId="1991857403" sldId="429"/>
            <ac:spMk id="2" creationId="{C9B53573-3D9F-83B7-561E-DC649FABCB38}"/>
          </ac:spMkLst>
        </pc:spChg>
        <pc:spChg chg="mod">
          <ac:chgData name="Paul Winser" userId="c3146a91-e6bd-4264-bd86-e164e04bc32d" providerId="ADAL" clId="{FF1E9EE5-3511-4AFB-85EC-58E21B5B100D}" dt="2024-11-12T17:29:32.502" v="585" actId="404"/>
          <ac:spMkLst>
            <pc:docMk/>
            <pc:sldMk cId="1991857403" sldId="429"/>
            <ac:spMk id="34819" creationId="{453C7683-8588-7ABC-32E0-8A4E68218620}"/>
          </ac:spMkLst>
        </pc:spChg>
      </pc:sldChg>
      <pc:sldChg chg="modSp mod">
        <pc:chgData name="Paul Winser" userId="c3146a91-e6bd-4264-bd86-e164e04bc32d" providerId="ADAL" clId="{FF1E9EE5-3511-4AFB-85EC-58E21B5B100D}" dt="2024-11-12T17:15:21.393" v="329" actId="12"/>
        <pc:sldMkLst>
          <pc:docMk/>
          <pc:sldMk cId="3210013849" sldId="431"/>
        </pc:sldMkLst>
        <pc:spChg chg="mod">
          <ac:chgData name="Paul Winser" userId="c3146a91-e6bd-4264-bd86-e164e04bc32d" providerId="ADAL" clId="{FF1E9EE5-3511-4AFB-85EC-58E21B5B100D}" dt="2024-11-12T17:15:21.393" v="329" actId="12"/>
          <ac:spMkLst>
            <pc:docMk/>
            <pc:sldMk cId="3210013849" sldId="431"/>
            <ac:spMk id="34819" creationId="{453C7683-8588-7ABC-32E0-8A4E68218620}"/>
          </ac:spMkLst>
        </pc:spChg>
      </pc:sldChg>
      <pc:sldChg chg="delSp modSp mod">
        <pc:chgData name="Paul Winser" userId="c3146a91-e6bd-4264-bd86-e164e04bc32d" providerId="ADAL" clId="{FF1E9EE5-3511-4AFB-85EC-58E21B5B100D}" dt="2024-11-12T17:36:26.012" v="774" actId="20577"/>
        <pc:sldMkLst>
          <pc:docMk/>
          <pc:sldMk cId="3797155788" sldId="432"/>
        </pc:sldMkLst>
        <pc:spChg chg="del">
          <ac:chgData name="Paul Winser" userId="c3146a91-e6bd-4264-bd86-e164e04bc32d" providerId="ADAL" clId="{FF1E9EE5-3511-4AFB-85EC-58E21B5B100D}" dt="2024-11-12T17:16:27.713" v="363" actId="478"/>
          <ac:spMkLst>
            <pc:docMk/>
            <pc:sldMk cId="3797155788" sldId="432"/>
            <ac:spMk id="2" creationId="{455C7DD5-FB0F-4016-8F89-A31DFD21BCAD}"/>
          </ac:spMkLst>
        </pc:spChg>
        <pc:spChg chg="mod">
          <ac:chgData name="Paul Winser" userId="c3146a91-e6bd-4264-bd86-e164e04bc32d" providerId="ADAL" clId="{FF1E9EE5-3511-4AFB-85EC-58E21B5B100D}" dt="2024-11-12T17:36:26.012" v="774" actId="20577"/>
          <ac:spMkLst>
            <pc:docMk/>
            <pc:sldMk cId="3797155788" sldId="432"/>
            <ac:spMk id="34819" creationId="{453C7683-8588-7ABC-32E0-8A4E68218620}"/>
          </ac:spMkLst>
        </pc:spChg>
      </pc:sldChg>
      <pc:sldChg chg="modSp mod">
        <pc:chgData name="Paul Winser" userId="c3146a91-e6bd-4264-bd86-e164e04bc32d" providerId="ADAL" clId="{FF1E9EE5-3511-4AFB-85EC-58E21B5B100D}" dt="2024-11-12T17:17:03.053" v="381" actId="14100"/>
        <pc:sldMkLst>
          <pc:docMk/>
          <pc:sldMk cId="2304510318" sldId="433"/>
        </pc:sldMkLst>
        <pc:spChg chg="mod">
          <ac:chgData name="Paul Winser" userId="c3146a91-e6bd-4264-bd86-e164e04bc32d" providerId="ADAL" clId="{FF1E9EE5-3511-4AFB-85EC-58E21B5B100D}" dt="2024-11-12T17:17:03.053" v="381" actId="14100"/>
          <ac:spMkLst>
            <pc:docMk/>
            <pc:sldMk cId="2304510318" sldId="433"/>
            <ac:spMk id="34819" creationId="{453C7683-8588-7ABC-32E0-8A4E68218620}"/>
          </ac:spMkLst>
        </pc:spChg>
      </pc:sldChg>
      <pc:sldChg chg="modSp mod">
        <pc:chgData name="Paul Winser" userId="c3146a91-e6bd-4264-bd86-e164e04bc32d" providerId="ADAL" clId="{FF1E9EE5-3511-4AFB-85EC-58E21B5B100D}" dt="2024-11-12T17:38:07.144" v="811" actId="12"/>
        <pc:sldMkLst>
          <pc:docMk/>
          <pc:sldMk cId="1694845127" sldId="434"/>
        </pc:sldMkLst>
        <pc:spChg chg="mod">
          <ac:chgData name="Paul Winser" userId="c3146a91-e6bd-4264-bd86-e164e04bc32d" providerId="ADAL" clId="{FF1E9EE5-3511-4AFB-85EC-58E21B5B100D}" dt="2024-11-12T17:38:07.144" v="811" actId="12"/>
          <ac:spMkLst>
            <pc:docMk/>
            <pc:sldMk cId="1694845127" sldId="434"/>
            <ac:spMk id="34819" creationId="{453C7683-8588-7ABC-32E0-8A4E68218620}"/>
          </ac:spMkLst>
        </pc:spChg>
      </pc:sldChg>
      <pc:sldChg chg="modSp mod">
        <pc:chgData name="Paul Winser" userId="c3146a91-e6bd-4264-bd86-e164e04bc32d" providerId="ADAL" clId="{FF1E9EE5-3511-4AFB-85EC-58E21B5B100D}" dt="2024-11-12T17:38:50.129" v="823" actId="12"/>
        <pc:sldMkLst>
          <pc:docMk/>
          <pc:sldMk cId="3152059015" sldId="435"/>
        </pc:sldMkLst>
        <pc:spChg chg="mod">
          <ac:chgData name="Paul Winser" userId="c3146a91-e6bd-4264-bd86-e164e04bc32d" providerId="ADAL" clId="{FF1E9EE5-3511-4AFB-85EC-58E21B5B100D}" dt="2024-11-12T17:38:50.129" v="823" actId="12"/>
          <ac:spMkLst>
            <pc:docMk/>
            <pc:sldMk cId="3152059015" sldId="435"/>
            <ac:spMk id="34819" creationId="{453C7683-8588-7ABC-32E0-8A4E68218620}"/>
          </ac:spMkLst>
        </pc:spChg>
        <pc:picChg chg="mod">
          <ac:chgData name="Paul Winser" userId="c3146a91-e6bd-4264-bd86-e164e04bc32d" providerId="ADAL" clId="{FF1E9EE5-3511-4AFB-85EC-58E21B5B100D}" dt="2024-11-12T17:18:29.151" v="417" actId="1076"/>
          <ac:picMkLst>
            <pc:docMk/>
            <pc:sldMk cId="3152059015" sldId="435"/>
            <ac:picMk id="2" creationId="{00000000-0000-0000-0000-000000000000}"/>
          </ac:picMkLst>
        </pc:picChg>
      </pc:sldChg>
      <pc:sldChg chg="modSp mod">
        <pc:chgData name="Paul Winser" userId="c3146a91-e6bd-4264-bd86-e164e04bc32d" providerId="ADAL" clId="{FF1E9EE5-3511-4AFB-85EC-58E21B5B100D}" dt="2024-11-12T17:23:40.124" v="474" actId="14100"/>
        <pc:sldMkLst>
          <pc:docMk/>
          <pc:sldMk cId="3069107663" sldId="436"/>
        </pc:sldMkLst>
        <pc:spChg chg="mod">
          <ac:chgData name="Paul Winser" userId="c3146a91-e6bd-4264-bd86-e164e04bc32d" providerId="ADAL" clId="{FF1E9EE5-3511-4AFB-85EC-58E21B5B100D}" dt="2024-11-12T17:23:40.124" v="474" actId="14100"/>
          <ac:spMkLst>
            <pc:docMk/>
            <pc:sldMk cId="3069107663" sldId="436"/>
            <ac:spMk id="34819" creationId="{453C7683-8588-7ABC-32E0-8A4E68218620}"/>
          </ac:spMkLst>
        </pc:spChg>
      </pc:sldChg>
      <pc:sldChg chg="delSp modSp mod">
        <pc:chgData name="Paul Winser" userId="c3146a91-e6bd-4264-bd86-e164e04bc32d" providerId="ADAL" clId="{FF1E9EE5-3511-4AFB-85EC-58E21B5B100D}" dt="2024-11-12T17:23:32.140" v="472" actId="14100"/>
        <pc:sldMkLst>
          <pc:docMk/>
          <pc:sldMk cId="728510504" sldId="437"/>
        </pc:sldMkLst>
        <pc:spChg chg="del">
          <ac:chgData name="Paul Winser" userId="c3146a91-e6bd-4264-bd86-e164e04bc32d" providerId="ADAL" clId="{FF1E9EE5-3511-4AFB-85EC-58E21B5B100D}" dt="2024-11-12T17:22:37.327" v="460" actId="478"/>
          <ac:spMkLst>
            <pc:docMk/>
            <pc:sldMk cId="728510504" sldId="437"/>
            <ac:spMk id="2" creationId="{3D75FBE8-CB2B-234F-7FAC-9A06424608D0}"/>
          </ac:spMkLst>
        </pc:spChg>
        <pc:spChg chg="mod">
          <ac:chgData name="Paul Winser" userId="c3146a91-e6bd-4264-bd86-e164e04bc32d" providerId="ADAL" clId="{FF1E9EE5-3511-4AFB-85EC-58E21B5B100D}" dt="2024-11-12T17:23:32.140" v="472" actId="14100"/>
          <ac:spMkLst>
            <pc:docMk/>
            <pc:sldMk cId="728510504" sldId="437"/>
            <ac:spMk id="34819" creationId="{453C7683-8588-7ABC-32E0-8A4E68218620}"/>
          </ac:spMkLst>
        </pc:spChg>
      </pc:sldChg>
      <pc:sldChg chg="modSp mod">
        <pc:chgData name="Paul Winser" userId="c3146a91-e6bd-4264-bd86-e164e04bc32d" providerId="ADAL" clId="{FF1E9EE5-3511-4AFB-85EC-58E21B5B100D}" dt="2024-11-12T17:27:22.175" v="531" actId="12"/>
        <pc:sldMkLst>
          <pc:docMk/>
          <pc:sldMk cId="1179205946" sldId="438"/>
        </pc:sldMkLst>
        <pc:spChg chg="mod">
          <ac:chgData name="Paul Winser" userId="c3146a91-e6bd-4264-bd86-e164e04bc32d" providerId="ADAL" clId="{FF1E9EE5-3511-4AFB-85EC-58E21B5B100D}" dt="2024-11-12T17:27:10.306" v="525" actId="1076"/>
          <ac:spMkLst>
            <pc:docMk/>
            <pc:sldMk cId="1179205946" sldId="438"/>
            <ac:spMk id="4" creationId="{00000000-0000-0000-0000-000000000000}"/>
          </ac:spMkLst>
        </pc:spChg>
        <pc:spChg chg="mod">
          <ac:chgData name="Paul Winser" userId="c3146a91-e6bd-4264-bd86-e164e04bc32d" providerId="ADAL" clId="{FF1E9EE5-3511-4AFB-85EC-58E21B5B100D}" dt="2024-11-12T17:27:22.175" v="531" actId="12"/>
          <ac:spMkLst>
            <pc:docMk/>
            <pc:sldMk cId="1179205946" sldId="438"/>
            <ac:spMk id="34819" creationId="{453C7683-8588-7ABC-32E0-8A4E68218620}"/>
          </ac:spMkLst>
        </pc:spChg>
        <pc:picChg chg="mod">
          <ac:chgData name="Paul Winser" userId="c3146a91-e6bd-4264-bd86-e164e04bc32d" providerId="ADAL" clId="{FF1E9EE5-3511-4AFB-85EC-58E21B5B100D}" dt="2024-11-12T17:27:07.525" v="524" actId="1076"/>
          <ac:picMkLst>
            <pc:docMk/>
            <pc:sldMk cId="1179205946" sldId="438"/>
            <ac:picMk id="2" creationId="{00000000-0000-0000-0000-000000000000}"/>
          </ac:picMkLst>
        </pc:picChg>
      </pc:sldChg>
      <pc:sldChg chg="modSp mod">
        <pc:chgData name="Paul Winser" userId="c3146a91-e6bd-4264-bd86-e164e04bc32d" providerId="ADAL" clId="{FF1E9EE5-3511-4AFB-85EC-58E21B5B100D}" dt="2024-11-12T17:27:45.980" v="542" actId="14100"/>
        <pc:sldMkLst>
          <pc:docMk/>
          <pc:sldMk cId="3263221976" sldId="439"/>
        </pc:sldMkLst>
        <pc:spChg chg="mod">
          <ac:chgData name="Paul Winser" userId="c3146a91-e6bd-4264-bd86-e164e04bc32d" providerId="ADAL" clId="{FF1E9EE5-3511-4AFB-85EC-58E21B5B100D}" dt="2024-11-12T17:27:45.980" v="542" actId="14100"/>
          <ac:spMkLst>
            <pc:docMk/>
            <pc:sldMk cId="3263221976" sldId="439"/>
            <ac:spMk id="34819" creationId="{453C7683-8588-7ABC-32E0-8A4E68218620}"/>
          </ac:spMkLst>
        </pc:spChg>
        <pc:picChg chg="mod">
          <ac:chgData name="Paul Winser" userId="c3146a91-e6bd-4264-bd86-e164e04bc32d" providerId="ADAL" clId="{FF1E9EE5-3511-4AFB-85EC-58E21B5B100D}" dt="2024-11-12T17:27:28.356" v="534" actId="1076"/>
          <ac:picMkLst>
            <pc:docMk/>
            <pc:sldMk cId="3263221976" sldId="439"/>
            <ac:picMk id="5" creationId="{7B945C50-DC17-3949-C24B-F870A85505C0}"/>
          </ac:picMkLst>
        </pc:picChg>
      </pc:sldChg>
      <pc:sldChg chg="delSp modSp mod">
        <pc:chgData name="Paul Winser" userId="c3146a91-e6bd-4264-bd86-e164e04bc32d" providerId="ADAL" clId="{FF1E9EE5-3511-4AFB-85EC-58E21B5B100D}" dt="2024-11-12T17:29:09.774" v="577" actId="20577"/>
        <pc:sldMkLst>
          <pc:docMk/>
          <pc:sldMk cId="383046031" sldId="440"/>
        </pc:sldMkLst>
        <pc:spChg chg="del">
          <ac:chgData name="Paul Winser" userId="c3146a91-e6bd-4264-bd86-e164e04bc32d" providerId="ADAL" clId="{FF1E9EE5-3511-4AFB-85EC-58E21B5B100D}" dt="2024-11-12T17:28:39.085" v="565" actId="478"/>
          <ac:spMkLst>
            <pc:docMk/>
            <pc:sldMk cId="383046031" sldId="440"/>
            <ac:spMk id="3" creationId="{5408108D-D596-B351-EA54-33A1DD8B157B}"/>
          </ac:spMkLst>
        </pc:spChg>
        <pc:spChg chg="mod">
          <ac:chgData name="Paul Winser" userId="c3146a91-e6bd-4264-bd86-e164e04bc32d" providerId="ADAL" clId="{FF1E9EE5-3511-4AFB-85EC-58E21B5B100D}" dt="2024-11-12T17:29:09.774" v="577" actId="20577"/>
          <ac:spMkLst>
            <pc:docMk/>
            <pc:sldMk cId="383046031" sldId="440"/>
            <ac:spMk id="34819" creationId="{453C7683-8588-7ABC-32E0-8A4E68218620}"/>
          </ac:spMkLst>
        </pc:spChg>
        <pc:picChg chg="mod">
          <ac:chgData name="Paul Winser" userId="c3146a91-e6bd-4264-bd86-e164e04bc32d" providerId="ADAL" clId="{FF1E9EE5-3511-4AFB-85EC-58E21B5B100D}" dt="2024-11-12T17:28:44.149" v="567" actId="1076"/>
          <ac:picMkLst>
            <pc:docMk/>
            <pc:sldMk cId="383046031" sldId="440"/>
            <ac:picMk id="2" creationId="{00000000-0000-0000-0000-000000000000}"/>
          </ac:picMkLst>
        </pc:picChg>
      </pc:sldChg>
      <pc:sldChg chg="addSp delSp modSp mod">
        <pc:chgData name="Paul Winser" userId="c3146a91-e6bd-4264-bd86-e164e04bc32d" providerId="ADAL" clId="{FF1E9EE5-3511-4AFB-85EC-58E21B5B100D}" dt="2024-11-12T17:31:20.979" v="629" actId="14100"/>
        <pc:sldMkLst>
          <pc:docMk/>
          <pc:sldMk cId="3787078287" sldId="441"/>
        </pc:sldMkLst>
        <pc:spChg chg="add mod">
          <ac:chgData name="Paul Winser" userId="c3146a91-e6bd-4264-bd86-e164e04bc32d" providerId="ADAL" clId="{FF1E9EE5-3511-4AFB-85EC-58E21B5B100D}" dt="2024-11-12T17:30:45.164" v="618" actId="478"/>
          <ac:spMkLst>
            <pc:docMk/>
            <pc:sldMk cId="3787078287" sldId="441"/>
            <ac:spMk id="2" creationId="{B6FD4DA4-46C7-88D5-8B5B-C69556D0A6CD}"/>
          </ac:spMkLst>
        </pc:spChg>
        <pc:spChg chg="add del mod">
          <ac:chgData name="Paul Winser" userId="c3146a91-e6bd-4264-bd86-e164e04bc32d" providerId="ADAL" clId="{FF1E9EE5-3511-4AFB-85EC-58E21B5B100D}" dt="2024-11-12T17:31:20.979" v="629" actId="14100"/>
          <ac:spMkLst>
            <pc:docMk/>
            <pc:sldMk cId="3787078287" sldId="441"/>
            <ac:spMk id="34819" creationId="{453C7683-8588-7ABC-32E0-8A4E68218620}"/>
          </ac:spMkLst>
        </pc:spChg>
      </pc:sldChg>
      <pc:sldChg chg="modSp mod">
        <pc:chgData name="Paul Winser" userId="c3146a91-e6bd-4264-bd86-e164e04bc32d" providerId="ADAL" clId="{FF1E9EE5-3511-4AFB-85EC-58E21B5B100D}" dt="2024-11-12T17:31:50.657" v="642" actId="14100"/>
        <pc:sldMkLst>
          <pc:docMk/>
          <pc:sldMk cId="3307036019" sldId="442"/>
        </pc:sldMkLst>
        <pc:spChg chg="mod">
          <ac:chgData name="Paul Winser" userId="c3146a91-e6bd-4264-bd86-e164e04bc32d" providerId="ADAL" clId="{FF1E9EE5-3511-4AFB-85EC-58E21B5B100D}" dt="2024-11-12T17:31:29.803" v="632" actId="1076"/>
          <ac:spMkLst>
            <pc:docMk/>
            <pc:sldMk cId="3307036019" sldId="442"/>
            <ac:spMk id="4" creationId="{00000000-0000-0000-0000-000000000000}"/>
          </ac:spMkLst>
        </pc:spChg>
        <pc:spChg chg="mod">
          <ac:chgData name="Paul Winser" userId="c3146a91-e6bd-4264-bd86-e164e04bc32d" providerId="ADAL" clId="{FF1E9EE5-3511-4AFB-85EC-58E21B5B100D}" dt="2024-11-12T17:31:50.657" v="642" actId="14100"/>
          <ac:spMkLst>
            <pc:docMk/>
            <pc:sldMk cId="3307036019" sldId="442"/>
            <ac:spMk id="34819" creationId="{453C7683-8588-7ABC-32E0-8A4E68218620}"/>
          </ac:spMkLst>
        </pc:spChg>
        <pc:picChg chg="mod">
          <ac:chgData name="Paul Winser" userId="c3146a91-e6bd-4264-bd86-e164e04bc32d" providerId="ADAL" clId="{FF1E9EE5-3511-4AFB-85EC-58E21B5B100D}" dt="2024-11-12T17:31:27.734" v="631" actId="1076"/>
          <ac:picMkLst>
            <pc:docMk/>
            <pc:sldMk cId="3307036019" sldId="442"/>
            <ac:picMk id="3" creationId="{00000000-0000-0000-0000-000000000000}"/>
          </ac:picMkLst>
        </pc:picChg>
      </pc:sldChg>
      <pc:sldChg chg="delSp modSp mod">
        <pc:chgData name="Paul Winser" userId="c3146a91-e6bd-4264-bd86-e164e04bc32d" providerId="ADAL" clId="{FF1E9EE5-3511-4AFB-85EC-58E21B5B100D}" dt="2024-11-12T17:33:28.581" v="687" actId="207"/>
        <pc:sldMkLst>
          <pc:docMk/>
          <pc:sldMk cId="3549152084" sldId="443"/>
        </pc:sldMkLst>
        <pc:spChg chg="del">
          <ac:chgData name="Paul Winser" userId="c3146a91-e6bd-4264-bd86-e164e04bc32d" providerId="ADAL" clId="{FF1E9EE5-3511-4AFB-85EC-58E21B5B100D}" dt="2024-11-12T17:32:29.069" v="658" actId="478"/>
          <ac:spMkLst>
            <pc:docMk/>
            <pc:sldMk cId="3549152084" sldId="443"/>
            <ac:spMk id="2" creationId="{CF66FB96-818C-C7C4-F2E6-989B337B3399}"/>
          </ac:spMkLst>
        </pc:spChg>
        <pc:spChg chg="mod">
          <ac:chgData name="Paul Winser" userId="c3146a91-e6bd-4264-bd86-e164e04bc32d" providerId="ADAL" clId="{FF1E9EE5-3511-4AFB-85EC-58E21B5B100D}" dt="2024-11-12T17:33:28.581" v="687" actId="207"/>
          <ac:spMkLst>
            <pc:docMk/>
            <pc:sldMk cId="3549152084" sldId="443"/>
            <ac:spMk id="34819" creationId="{453C7683-8588-7ABC-32E0-8A4E68218620}"/>
          </ac:spMkLst>
        </pc:spChg>
      </pc:sldChg>
      <pc:sldChg chg="modSp mod">
        <pc:chgData name="Paul Winser" userId="c3146a91-e6bd-4264-bd86-e164e04bc32d" providerId="ADAL" clId="{FF1E9EE5-3511-4AFB-85EC-58E21B5B100D}" dt="2024-11-12T17:33:58.379" v="707" actId="5793"/>
        <pc:sldMkLst>
          <pc:docMk/>
          <pc:sldMk cId="433623367" sldId="444"/>
        </pc:sldMkLst>
        <pc:spChg chg="mod">
          <ac:chgData name="Paul Winser" userId="c3146a91-e6bd-4264-bd86-e164e04bc32d" providerId="ADAL" clId="{FF1E9EE5-3511-4AFB-85EC-58E21B5B100D}" dt="2024-11-12T17:33:58.379" v="707" actId="5793"/>
          <ac:spMkLst>
            <pc:docMk/>
            <pc:sldMk cId="433623367" sldId="444"/>
            <ac:spMk id="34819" creationId="{453C7683-8588-7ABC-32E0-8A4E68218620}"/>
          </ac:spMkLst>
        </pc:spChg>
      </pc:sldChg>
      <pc:sldChg chg="delSp modSp mod">
        <pc:chgData name="Paul Winser" userId="c3146a91-e6bd-4264-bd86-e164e04bc32d" providerId="ADAL" clId="{FF1E9EE5-3511-4AFB-85EC-58E21B5B100D}" dt="2024-11-12T17:40:03.387" v="833" actId="5793"/>
        <pc:sldMkLst>
          <pc:docMk/>
          <pc:sldMk cId="2712186679" sldId="445"/>
        </pc:sldMkLst>
        <pc:spChg chg="del">
          <ac:chgData name="Paul Winser" userId="c3146a91-e6bd-4264-bd86-e164e04bc32d" providerId="ADAL" clId="{FF1E9EE5-3511-4AFB-85EC-58E21B5B100D}" dt="2024-11-12T17:34:54.539" v="727" actId="478"/>
          <ac:spMkLst>
            <pc:docMk/>
            <pc:sldMk cId="2712186679" sldId="445"/>
            <ac:spMk id="3" creationId="{46D41CC5-4DEB-27F3-EC2D-9DA0FB2097AF}"/>
          </ac:spMkLst>
        </pc:spChg>
        <pc:spChg chg="mod">
          <ac:chgData name="Paul Winser" userId="c3146a91-e6bd-4264-bd86-e164e04bc32d" providerId="ADAL" clId="{FF1E9EE5-3511-4AFB-85EC-58E21B5B100D}" dt="2024-11-12T17:40:03.387" v="833" actId="5793"/>
          <ac:spMkLst>
            <pc:docMk/>
            <pc:sldMk cId="2712186679" sldId="445"/>
            <ac:spMk id="34819" creationId="{453C7683-8588-7ABC-32E0-8A4E68218620}"/>
          </ac:spMkLst>
        </pc:spChg>
        <pc:picChg chg="mod">
          <ac:chgData name="Paul Winser" userId="c3146a91-e6bd-4264-bd86-e164e04bc32d" providerId="ADAL" clId="{FF1E9EE5-3511-4AFB-85EC-58E21B5B100D}" dt="2024-11-12T17:34:53.387" v="726" actId="1076"/>
          <ac:picMkLst>
            <pc:docMk/>
            <pc:sldMk cId="2712186679" sldId="445"/>
            <ac:picMk id="2" creationId="{00000000-0000-0000-0000-000000000000}"/>
          </ac:picMkLst>
        </pc:picChg>
      </pc:sldChg>
      <pc:sldChg chg="delSp modSp mod">
        <pc:chgData name="Paul Winser" userId="c3146a91-e6bd-4264-bd86-e164e04bc32d" providerId="ADAL" clId="{FF1E9EE5-3511-4AFB-85EC-58E21B5B100D}" dt="2024-11-12T17:40:13.896" v="835" actId="1076"/>
        <pc:sldMkLst>
          <pc:docMk/>
          <pc:sldMk cId="2676560722" sldId="448"/>
        </pc:sldMkLst>
        <pc:spChg chg="del">
          <ac:chgData name="Paul Winser" userId="c3146a91-e6bd-4264-bd86-e164e04bc32d" providerId="ADAL" clId="{FF1E9EE5-3511-4AFB-85EC-58E21B5B100D}" dt="2024-11-12T17:35:18.316" v="735" actId="478"/>
          <ac:spMkLst>
            <pc:docMk/>
            <pc:sldMk cId="2676560722" sldId="448"/>
            <ac:spMk id="2" creationId="{D1BD2FC5-873A-3F0F-AC06-B6CEC7B4142C}"/>
          </ac:spMkLst>
        </pc:spChg>
        <pc:spChg chg="mod">
          <ac:chgData name="Paul Winser" userId="c3146a91-e6bd-4264-bd86-e164e04bc32d" providerId="ADAL" clId="{FF1E9EE5-3511-4AFB-85EC-58E21B5B100D}" dt="2024-11-12T17:40:10.817" v="834" actId="1076"/>
          <ac:spMkLst>
            <pc:docMk/>
            <pc:sldMk cId="2676560722" sldId="448"/>
            <ac:spMk id="34819" creationId="{453C7683-8588-7ABC-32E0-8A4E68218620}"/>
          </ac:spMkLst>
        </pc:spChg>
        <pc:picChg chg="mod">
          <ac:chgData name="Paul Winser" userId="c3146a91-e6bd-4264-bd86-e164e04bc32d" providerId="ADAL" clId="{FF1E9EE5-3511-4AFB-85EC-58E21B5B100D}" dt="2024-11-12T17:40:13.896" v="835" actId="1076"/>
          <ac:picMkLst>
            <pc:docMk/>
            <pc:sldMk cId="2676560722" sldId="448"/>
            <ac:picMk id="5" creationId="{02FE95A2-5F13-05C4-BDDC-FE3138F64B0F}"/>
          </ac:picMkLst>
        </pc:picChg>
      </pc:sldChg>
      <pc:sldChg chg="delSp modSp mod">
        <pc:chgData name="Paul Winser" userId="c3146a91-e6bd-4264-bd86-e164e04bc32d" providerId="ADAL" clId="{FF1E9EE5-3511-4AFB-85EC-58E21B5B100D}" dt="2024-11-12T17:13:50.128" v="278" actId="1076"/>
        <pc:sldMkLst>
          <pc:docMk/>
          <pc:sldMk cId="1004062038" sldId="449"/>
        </pc:sldMkLst>
        <pc:spChg chg="del mod">
          <ac:chgData name="Paul Winser" userId="c3146a91-e6bd-4264-bd86-e164e04bc32d" providerId="ADAL" clId="{FF1E9EE5-3511-4AFB-85EC-58E21B5B100D}" dt="2024-11-12T17:13:45.279" v="276" actId="478"/>
          <ac:spMkLst>
            <pc:docMk/>
            <pc:sldMk cId="1004062038" sldId="449"/>
            <ac:spMk id="5" creationId="{016C4152-8A1E-0343-892A-E96099665AA8}"/>
          </ac:spMkLst>
        </pc:spChg>
        <pc:spChg chg="mod">
          <ac:chgData name="Paul Winser" userId="c3146a91-e6bd-4264-bd86-e164e04bc32d" providerId="ADAL" clId="{FF1E9EE5-3511-4AFB-85EC-58E21B5B100D}" dt="2024-11-12T17:13:48.072" v="277" actId="14100"/>
          <ac:spMkLst>
            <pc:docMk/>
            <pc:sldMk cId="1004062038" sldId="449"/>
            <ac:spMk id="34819" creationId="{453C7683-8588-7ABC-32E0-8A4E68218620}"/>
          </ac:spMkLst>
        </pc:spChg>
        <pc:picChg chg="mod">
          <ac:chgData name="Paul Winser" userId="c3146a91-e6bd-4264-bd86-e164e04bc32d" providerId="ADAL" clId="{FF1E9EE5-3511-4AFB-85EC-58E21B5B100D}" dt="2024-11-12T17:13:50.128" v="278" actId="1076"/>
          <ac:picMkLst>
            <pc:docMk/>
            <pc:sldMk cId="1004062038" sldId="449"/>
            <ac:picMk id="7" creationId="{96274222-8754-EB09-5E68-5400ABDD8346}"/>
          </ac:picMkLst>
        </pc:picChg>
      </pc:sldChg>
      <pc:sldChg chg="delSp modSp mod">
        <pc:chgData name="Paul Winser" userId="c3146a91-e6bd-4264-bd86-e164e04bc32d" providerId="ADAL" clId="{FF1E9EE5-3511-4AFB-85EC-58E21B5B100D}" dt="2024-11-12T17:37:47.690" v="801" actId="12"/>
        <pc:sldMkLst>
          <pc:docMk/>
          <pc:sldMk cId="3699981364" sldId="450"/>
        </pc:sldMkLst>
        <pc:spChg chg="del">
          <ac:chgData name="Paul Winser" userId="c3146a91-e6bd-4264-bd86-e164e04bc32d" providerId="ADAL" clId="{FF1E9EE5-3511-4AFB-85EC-58E21B5B100D}" dt="2024-11-12T17:18:48.068" v="424" actId="478"/>
          <ac:spMkLst>
            <pc:docMk/>
            <pc:sldMk cId="3699981364" sldId="450"/>
            <ac:spMk id="2" creationId="{CBB25A79-F10A-6CBF-023B-591B9D064FEA}"/>
          </ac:spMkLst>
        </pc:spChg>
        <pc:spChg chg="mod">
          <ac:chgData name="Paul Winser" userId="c3146a91-e6bd-4264-bd86-e164e04bc32d" providerId="ADAL" clId="{FF1E9EE5-3511-4AFB-85EC-58E21B5B100D}" dt="2024-11-12T17:37:47.690" v="801" actId="12"/>
          <ac:spMkLst>
            <pc:docMk/>
            <pc:sldMk cId="3699981364" sldId="450"/>
            <ac:spMk id="34819" creationId="{453C7683-8588-7ABC-32E0-8A4E68218620}"/>
          </ac:spMkLst>
        </pc:spChg>
      </pc:sldChg>
      <pc:sldChg chg="modSp mod">
        <pc:chgData name="Paul Winser" userId="c3146a91-e6bd-4264-bd86-e164e04bc32d" providerId="ADAL" clId="{FF1E9EE5-3511-4AFB-85EC-58E21B5B100D}" dt="2024-11-12T17:25:29.012" v="499" actId="14100"/>
        <pc:sldMkLst>
          <pc:docMk/>
          <pc:sldMk cId="3775857852" sldId="451"/>
        </pc:sldMkLst>
        <pc:spChg chg="mod">
          <ac:chgData name="Paul Winser" userId="c3146a91-e6bd-4264-bd86-e164e04bc32d" providerId="ADAL" clId="{FF1E9EE5-3511-4AFB-85EC-58E21B5B100D}" dt="2024-11-12T17:25:29.012" v="499" actId="14100"/>
          <ac:spMkLst>
            <pc:docMk/>
            <pc:sldMk cId="3775857852" sldId="451"/>
            <ac:spMk id="4" creationId="{70326E7A-4D88-50F2-7AC9-FDAB72E1B471}"/>
          </ac:spMkLst>
        </pc:spChg>
        <pc:spChg chg="mod">
          <ac:chgData name="Paul Winser" userId="c3146a91-e6bd-4264-bd86-e164e04bc32d" providerId="ADAL" clId="{FF1E9EE5-3511-4AFB-85EC-58E21B5B100D}" dt="2024-11-12T17:25:23.997" v="498" actId="20577"/>
          <ac:spMkLst>
            <pc:docMk/>
            <pc:sldMk cId="3775857852" sldId="451"/>
            <ac:spMk id="34819" creationId="{453C7683-8588-7ABC-32E0-8A4E68218620}"/>
          </ac:spMkLst>
        </pc:spChg>
        <pc:picChg chg="mod">
          <ac:chgData name="Paul Winser" userId="c3146a91-e6bd-4264-bd86-e164e04bc32d" providerId="ADAL" clId="{FF1E9EE5-3511-4AFB-85EC-58E21B5B100D}" dt="2024-11-12T17:24:57.169" v="482" actId="1076"/>
          <ac:picMkLst>
            <pc:docMk/>
            <pc:sldMk cId="3775857852" sldId="451"/>
            <ac:picMk id="3" creationId="{3C7062BB-5165-7244-32E9-0C407BF9C730}"/>
          </ac:picMkLst>
        </pc:picChg>
      </pc:sldChg>
      <pc:sldChg chg="delSp modSp mod">
        <pc:chgData name="Paul Winser" userId="c3146a91-e6bd-4264-bd86-e164e04bc32d" providerId="ADAL" clId="{FF1E9EE5-3511-4AFB-85EC-58E21B5B100D}" dt="2024-11-12T17:29:04.949" v="576" actId="12"/>
        <pc:sldMkLst>
          <pc:docMk/>
          <pc:sldMk cId="1528052432" sldId="452"/>
        </pc:sldMkLst>
        <pc:spChg chg="del">
          <ac:chgData name="Paul Winser" userId="c3146a91-e6bd-4264-bd86-e164e04bc32d" providerId="ADAL" clId="{FF1E9EE5-3511-4AFB-85EC-58E21B5B100D}" dt="2024-11-12T17:28:57.843" v="572" actId="478"/>
          <ac:spMkLst>
            <pc:docMk/>
            <pc:sldMk cId="1528052432" sldId="452"/>
            <ac:spMk id="2" creationId="{AF81E16E-5DF8-1844-50B0-A1CB644955F6}"/>
          </ac:spMkLst>
        </pc:spChg>
        <pc:spChg chg="mod">
          <ac:chgData name="Paul Winser" userId="c3146a91-e6bd-4264-bd86-e164e04bc32d" providerId="ADAL" clId="{FF1E9EE5-3511-4AFB-85EC-58E21B5B100D}" dt="2024-11-12T17:29:04.949" v="576" actId="12"/>
          <ac:spMkLst>
            <pc:docMk/>
            <pc:sldMk cId="1528052432" sldId="452"/>
            <ac:spMk id="3" creationId="{AC19B91D-D14C-9967-8244-24CD52BA5061}"/>
          </ac:spMkLst>
        </pc:spChg>
      </pc:sldChg>
      <pc:sldChg chg="modSp mod">
        <pc:chgData name="Paul Winser" userId="c3146a91-e6bd-4264-bd86-e164e04bc32d" providerId="ADAL" clId="{FF1E9EE5-3511-4AFB-85EC-58E21B5B100D}" dt="2024-11-12T17:30:21.595" v="609" actId="5793"/>
        <pc:sldMkLst>
          <pc:docMk/>
          <pc:sldMk cId="2648215753" sldId="453"/>
        </pc:sldMkLst>
        <pc:spChg chg="mod">
          <ac:chgData name="Paul Winser" userId="c3146a91-e6bd-4264-bd86-e164e04bc32d" providerId="ADAL" clId="{FF1E9EE5-3511-4AFB-85EC-58E21B5B100D}" dt="2024-11-12T17:30:21.595" v="609" actId="5793"/>
          <ac:spMkLst>
            <pc:docMk/>
            <pc:sldMk cId="2648215753" sldId="453"/>
            <ac:spMk id="34819" creationId="{453C7683-8588-7ABC-32E0-8A4E68218620}"/>
          </ac:spMkLst>
        </pc:spChg>
      </pc:sldChg>
      <pc:sldChg chg="modSp mod">
        <pc:chgData name="Paul Winser" userId="c3146a91-e6bd-4264-bd86-e164e04bc32d" providerId="ADAL" clId="{FF1E9EE5-3511-4AFB-85EC-58E21B5B100D}" dt="2024-11-12T17:33:31.106" v="688" actId="1076"/>
        <pc:sldMkLst>
          <pc:docMk/>
          <pc:sldMk cId="2650188429" sldId="454"/>
        </pc:sldMkLst>
        <pc:spChg chg="mod">
          <ac:chgData name="Paul Winser" userId="c3146a91-e6bd-4264-bd86-e164e04bc32d" providerId="ADAL" clId="{FF1E9EE5-3511-4AFB-85EC-58E21B5B100D}" dt="2024-11-12T17:33:21.247" v="686" actId="5793"/>
          <ac:spMkLst>
            <pc:docMk/>
            <pc:sldMk cId="2650188429" sldId="454"/>
            <ac:spMk id="34819" creationId="{453C7683-8588-7ABC-32E0-8A4E68218620}"/>
          </ac:spMkLst>
        </pc:spChg>
        <pc:picChg chg="mod">
          <ac:chgData name="Paul Winser" userId="c3146a91-e6bd-4264-bd86-e164e04bc32d" providerId="ADAL" clId="{FF1E9EE5-3511-4AFB-85EC-58E21B5B100D}" dt="2024-11-12T17:33:31.106" v="688" actId="1076"/>
          <ac:picMkLst>
            <pc:docMk/>
            <pc:sldMk cId="2650188429" sldId="454"/>
            <ac:picMk id="5" creationId="{386CA8E4-66EB-E908-9EC1-037EAB5FB0CC}"/>
          </ac:picMkLst>
        </pc:picChg>
      </pc:sldChg>
      <pc:sldChg chg="modSp mod">
        <pc:chgData name="Paul Winser" userId="c3146a91-e6bd-4264-bd86-e164e04bc32d" providerId="ADAL" clId="{FF1E9EE5-3511-4AFB-85EC-58E21B5B100D}" dt="2024-11-12T17:39:51.612" v="830" actId="6549"/>
        <pc:sldMkLst>
          <pc:docMk/>
          <pc:sldMk cId="3772561237" sldId="455"/>
        </pc:sldMkLst>
        <pc:spChg chg="mod">
          <ac:chgData name="Paul Winser" userId="c3146a91-e6bd-4264-bd86-e164e04bc32d" providerId="ADAL" clId="{FF1E9EE5-3511-4AFB-85EC-58E21B5B100D}" dt="2024-11-12T17:39:51.612" v="830" actId="6549"/>
          <ac:spMkLst>
            <pc:docMk/>
            <pc:sldMk cId="3772561237" sldId="455"/>
            <ac:spMk id="34819" creationId="{453C7683-8588-7ABC-32E0-8A4E68218620}"/>
          </ac:spMkLst>
        </pc:spChg>
      </pc:sldChg>
      <pc:sldChg chg="delSp modSp add mod">
        <pc:chgData name="Paul Winser" userId="c3146a91-e6bd-4264-bd86-e164e04bc32d" providerId="ADAL" clId="{FF1E9EE5-3511-4AFB-85EC-58E21B5B100D}" dt="2024-11-12T17:09:55.987" v="17" actId="478"/>
        <pc:sldMkLst>
          <pc:docMk/>
          <pc:sldMk cId="2780785861" sldId="456"/>
        </pc:sldMkLst>
        <pc:spChg chg="del">
          <ac:chgData name="Paul Winser" userId="c3146a91-e6bd-4264-bd86-e164e04bc32d" providerId="ADAL" clId="{FF1E9EE5-3511-4AFB-85EC-58E21B5B100D}" dt="2024-11-12T17:09:55.987" v="17" actId="478"/>
          <ac:spMkLst>
            <pc:docMk/>
            <pc:sldMk cId="2780785861" sldId="456"/>
            <ac:spMk id="2" creationId="{2F0A4821-C212-3183-241D-8004AF57654E}"/>
          </ac:spMkLst>
        </pc:spChg>
        <pc:spChg chg="mod">
          <ac:chgData name="Paul Winser" userId="c3146a91-e6bd-4264-bd86-e164e04bc32d" providerId="ADAL" clId="{FF1E9EE5-3511-4AFB-85EC-58E21B5B100D}" dt="2024-11-12T17:09:52.428" v="16" actId="403"/>
          <ac:spMkLst>
            <pc:docMk/>
            <pc:sldMk cId="2780785861" sldId="456"/>
            <ac:spMk id="30723" creationId="{3C79F714-332C-AB63-03D9-E6D0CAE0623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a:extLst>
              <a:ext uri="{FF2B5EF4-FFF2-40B4-BE49-F238E27FC236}">
                <a16:creationId xmlns:a16="http://schemas.microsoft.com/office/drawing/2014/main" id="{93AB728B-EDDE-A6C5-D196-B3077ECC9741}"/>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099" name="Rectangle 3">
            <a:extLst>
              <a:ext uri="{FF2B5EF4-FFF2-40B4-BE49-F238E27FC236}">
                <a16:creationId xmlns:a16="http://schemas.microsoft.com/office/drawing/2014/main" id="{C1A56322-4069-E1FA-88E7-034F66FE7B8C}"/>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27652" name="Rectangle 4">
            <a:extLst>
              <a:ext uri="{FF2B5EF4-FFF2-40B4-BE49-F238E27FC236}">
                <a16:creationId xmlns:a16="http://schemas.microsoft.com/office/drawing/2014/main" id="{C5D99386-CD4E-9616-9887-3542DB3323EA}"/>
              </a:ext>
            </a:extLst>
          </p:cNvPr>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a:extLst>
              <a:ext uri="{FF2B5EF4-FFF2-40B4-BE49-F238E27FC236}">
                <a16:creationId xmlns:a16="http://schemas.microsoft.com/office/drawing/2014/main" id="{A535B185-CC76-5645-CC21-C267467C34E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rtlCol="1" anchor="t" anchorCtr="0" compatLnSpc="1">
            <a:prstTxWarp prst="textNoShape">
              <a:avLst/>
            </a:prstTxWarp>
          </a:bodyPr>
          <a:lstStyle/>
          <a:p>
            <a:pPr lvl="0" rtl="1"/>
            <a:r>
              <a:rPr lang="ar" noProof="0" dirty="0"/>
              <a:t>Click to edit Master text styles</a:t>
            </a:r>
          </a:p>
          <a:p>
            <a:pPr lvl="1" rtl="1"/>
            <a:r>
              <a:rPr lang="ar" noProof="0" dirty="0"/>
              <a:t>Second level</a:t>
            </a:r>
          </a:p>
          <a:p>
            <a:pPr lvl="2" rtl="1"/>
            <a:r>
              <a:rPr lang="ar" noProof="0" dirty="0"/>
              <a:t>Third level</a:t>
            </a:r>
          </a:p>
          <a:p>
            <a:pPr lvl="3" rtl="1"/>
            <a:r>
              <a:rPr lang="ar" noProof="0" dirty="0"/>
              <a:t>Fourth level</a:t>
            </a:r>
          </a:p>
          <a:p>
            <a:pPr lvl="4" rtl="1"/>
            <a:r>
              <a:rPr lang="ar" noProof="0" dirty="0"/>
              <a:t>Fifth level</a:t>
            </a:r>
          </a:p>
        </p:txBody>
      </p:sp>
      <p:sp>
        <p:nvSpPr>
          <p:cNvPr id="4102" name="Rectangle 6">
            <a:extLst>
              <a:ext uri="{FF2B5EF4-FFF2-40B4-BE49-F238E27FC236}">
                <a16:creationId xmlns:a16="http://schemas.microsoft.com/office/drawing/2014/main" id="{C151C7C9-7DD8-CB43-3488-140DE9ADA703}"/>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endParaRPr lang="en-US" altLang="en-US" dirty="0"/>
          </a:p>
        </p:txBody>
      </p:sp>
      <p:sp>
        <p:nvSpPr>
          <p:cNvPr id="4103" name="Rectangle 7">
            <a:extLst>
              <a:ext uri="{FF2B5EF4-FFF2-40B4-BE49-F238E27FC236}">
                <a16:creationId xmlns:a16="http://schemas.microsoft.com/office/drawing/2014/main" id="{0EA804D7-B145-B6C4-EAF9-FBA810DF658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rtlCol="1" anchor="b" anchorCtr="0" compatLnSpc="1">
            <a:prstTxWarp prst="textNoShape">
              <a:avLst/>
            </a:prstTxWarp>
          </a:bodyPr>
          <a:lstStyle>
            <a:lvl1pPr algn="r" rtl="1" eaLnBrk="1" hangingPunct="1">
              <a:defRPr sz="1200">
                <a:latin typeface="Sakkal Majalla" panose="02000000000000000000" pitchFamily="2" charset="-78"/>
                <a:cs typeface="Sakkal Majalla" panose="02000000000000000000" pitchFamily="2" charset="-78"/>
              </a:defRPr>
            </a:lvl1pPr>
          </a:lstStyle>
          <a:p>
            <a:pPr>
              <a:defRPr/>
            </a:pPr>
            <a:fld id="{4D3E6F70-5D4D-4B7F-8590-7D87CFB0B671}" type="slidenum">
              <a:rPr lang="en-GB" altLang="en-US" smtClean="0"/>
              <a:pPr>
                <a:defRPr/>
              </a:pPr>
              <a:t>‹#›</a:t>
            </a:fld>
            <a:endParaRPr lang="en-GB" altLang="en-US" dirty="0"/>
          </a:p>
        </p:txBody>
      </p:sp>
    </p:spTree>
  </p:cSld>
  <p:clrMap bg1="lt1" tx1="dk1" bg2="lt2" tx2="dk2" accent1="accent1" accent2="accent2" accent3="accent3" accent4="accent4" accent5="accent5" accent6="accent6" hlink="hlink" folHlink="folHlink"/>
  <p:notesStyle>
    <a:lvl1pPr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1pPr>
    <a:lvl2pPr marL="4572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2pPr>
    <a:lvl3pPr marL="9144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3pPr>
    <a:lvl4pPr marL="13716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4pPr>
    <a:lvl5pPr marL="1828800" algn="r" rtl="1" eaLnBrk="0" fontAlgn="base" hangingPunct="0">
      <a:spcBef>
        <a:spcPct val="30000"/>
      </a:spcBef>
      <a:spcAft>
        <a:spcPct val="0"/>
      </a:spcAft>
      <a:defRPr sz="1200" kern="1200">
        <a:solidFill>
          <a:schemeClr val="tx1"/>
        </a:solidFill>
        <a:latin typeface="Sakkal Majalla" panose="02000000000000000000" pitchFamily="2" charset="-78"/>
        <a:ea typeface="+mn-ea"/>
        <a:cs typeface="Sakkal Majalla" panose="02000000000000000000" pitchFamily="2" charset="-78"/>
      </a:defRPr>
    </a:lvl5pPr>
    <a:lvl6pPr marL="2286000" algn="r" defTabSz="914400" rtl="1" eaLnBrk="1" latinLnBrk="0" hangingPunct="1">
      <a:defRPr sz="1200" kern="1200">
        <a:solidFill>
          <a:schemeClr val="tx1"/>
        </a:solidFill>
        <a:latin typeface="+mn-lt"/>
        <a:ea typeface="+mn-ea"/>
        <a:cs typeface="+mn-cs"/>
      </a:defRPr>
    </a:lvl6pPr>
    <a:lvl7pPr marL="2743200" algn="r" defTabSz="914400" rtl="1" eaLnBrk="1" latinLnBrk="0" hangingPunct="1">
      <a:defRPr sz="1200" kern="1200">
        <a:solidFill>
          <a:schemeClr val="tx1"/>
        </a:solidFill>
        <a:latin typeface="+mn-lt"/>
        <a:ea typeface="+mn-ea"/>
        <a:cs typeface="+mn-cs"/>
      </a:defRPr>
    </a:lvl7pPr>
    <a:lvl8pPr marL="3200400" algn="r" defTabSz="914400" rtl="1" eaLnBrk="1" latinLnBrk="0" hangingPunct="1">
      <a:defRPr sz="1200" kern="1200">
        <a:solidFill>
          <a:schemeClr val="tx1"/>
        </a:solidFill>
        <a:latin typeface="+mn-lt"/>
        <a:ea typeface="+mn-ea"/>
        <a:cs typeface="+mn-cs"/>
      </a:defRPr>
    </a:lvl8pPr>
    <a:lvl9pPr marL="3657600" algn="r" defTabSz="914400" rtl="1"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a:t>1</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2</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3D8168B1-514D-B744-0AB4-18F401D0F2E3}"/>
              </a:ext>
            </a:extLst>
          </p:cNvPr>
          <p:cNvSpPr>
            <a:spLocks noGrp="1" noRot="1" noChangeAspect="1" noChangeArrowheads="1" noTextEdit="1"/>
          </p:cNvSpPr>
          <p:nvPr>
            <p:ph type="sldImg"/>
          </p:nvPr>
        </p:nvSpPr>
        <p:spPr>
          <a:ln/>
        </p:spPr>
      </p:sp>
      <p:sp>
        <p:nvSpPr>
          <p:cNvPr id="31746" name="Notes Placeholder 2">
            <a:extLst>
              <a:ext uri="{FF2B5EF4-FFF2-40B4-BE49-F238E27FC236}">
                <a16:creationId xmlns:a16="http://schemas.microsoft.com/office/drawing/2014/main" id="{2808C18D-CFC6-93E5-A579-22B817EE69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1747" name="Slide Number Placeholder 3">
            <a:extLst>
              <a:ext uri="{FF2B5EF4-FFF2-40B4-BE49-F238E27FC236}">
                <a16:creationId xmlns:a16="http://schemas.microsoft.com/office/drawing/2014/main" id="{D87B04DE-239C-3B08-3E65-22AF4B195E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C03E5EE9-67E6-4917-B003-BB6C447A0174}" type="slidenum">
              <a:rPr lang="en-GB" altLang="en-US" smtClean="0">
                <a:latin typeface="Sakkal Majalla" panose="02000000000000000000" pitchFamily="2" charset="-78"/>
                <a:cs typeface="Sakkal Majalla" panose="02000000000000000000" pitchFamily="2" charset="-78"/>
              </a:rPr>
              <a:pPr/>
              <a:t>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5954696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067531E3-7725-4BFC-6978-A4907F202606}"/>
              </a:ext>
            </a:extLst>
          </p:cNvPr>
          <p:cNvSpPr>
            <a:spLocks noGrp="1" noRot="1" noChangeAspect="1" noChangeArrowheads="1" noTextEdit="1"/>
          </p:cNvSpPr>
          <p:nvPr>
            <p:ph type="sldImg"/>
          </p:nvPr>
        </p:nvSpPr>
        <p:spPr>
          <a:ln/>
        </p:spPr>
      </p:sp>
      <p:sp>
        <p:nvSpPr>
          <p:cNvPr id="33794" name="Notes Placeholder 2">
            <a:extLst>
              <a:ext uri="{FF2B5EF4-FFF2-40B4-BE49-F238E27FC236}">
                <a16:creationId xmlns:a16="http://schemas.microsoft.com/office/drawing/2014/main" id="{77188842-F5EB-8E4E-C61A-E4F41BF1A3C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3795" name="Slide Number Placeholder 3">
            <a:extLst>
              <a:ext uri="{FF2B5EF4-FFF2-40B4-BE49-F238E27FC236}">
                <a16:creationId xmlns:a16="http://schemas.microsoft.com/office/drawing/2014/main" id="{415CA19B-7BA9-BBB0-E62C-1C0DA5306B0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196034ED-D7F7-483D-8544-ED89FE784A02}" type="slidenum">
              <a:rPr lang="en-GB" altLang="en-US" smtClean="0">
                <a:latin typeface="Sakkal Majalla" panose="02000000000000000000" pitchFamily="2" charset="-78"/>
                <a:cs typeface="Sakkal Majalla" panose="02000000000000000000" pitchFamily="2" charset="-78"/>
              </a:rPr>
              <a:pPr/>
              <a:t>4</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5</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141362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636058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57488445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5969102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1584772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944139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2024760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179550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77110348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49151772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133679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191092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8018152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19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2593928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62984860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75510043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0639002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9502906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09761116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7077647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86938350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33464821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5553930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29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000695026"/>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30</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096809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31</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95035019"/>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32</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8911240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33</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427906690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34</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19337219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35</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887703170"/>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36</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59393111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37</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36976236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38</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1032875543"/>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Slide Image Placeholder 1">
            <a:extLst>
              <a:ext uri="{FF2B5EF4-FFF2-40B4-BE49-F238E27FC236}">
                <a16:creationId xmlns:a16="http://schemas.microsoft.com/office/drawing/2014/main" id="{C74705ED-E94C-F4D7-0426-B4D3641F96C5}"/>
              </a:ext>
            </a:extLst>
          </p:cNvPr>
          <p:cNvSpPr>
            <a:spLocks noGrp="1" noRot="1" noChangeAspect="1" noChangeArrowheads="1" noTextEdit="1"/>
          </p:cNvSpPr>
          <p:nvPr>
            <p:ph type="sldImg"/>
          </p:nvPr>
        </p:nvSpPr>
        <p:spPr>
          <a:ln/>
        </p:spPr>
      </p:sp>
      <p:sp>
        <p:nvSpPr>
          <p:cNvPr id="35842" name="Notes Placeholder 2">
            <a:extLst>
              <a:ext uri="{FF2B5EF4-FFF2-40B4-BE49-F238E27FC236}">
                <a16:creationId xmlns:a16="http://schemas.microsoft.com/office/drawing/2014/main" id="{FCDE3850-5BAC-D4C6-84DE-724EE248BED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GB" altLang="en-US" dirty="0"/>
          </a:p>
        </p:txBody>
      </p:sp>
      <p:sp>
        <p:nvSpPr>
          <p:cNvPr id="35843" name="Slide Number Placeholder 3">
            <a:extLst>
              <a:ext uri="{FF2B5EF4-FFF2-40B4-BE49-F238E27FC236}">
                <a16:creationId xmlns:a16="http://schemas.microsoft.com/office/drawing/2014/main" id="{FB437769-B089-6B09-0037-A9B652275F2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386B70D7-3B14-48B4-B744-A52FB5A4C04C}" type="slidenum">
              <a:rPr lang="en-GB" altLang="en-US" smtClean="0">
                <a:latin typeface="Sakkal Majalla" panose="02000000000000000000" pitchFamily="2" charset="-78"/>
                <a:cs typeface="Sakkal Majalla" panose="02000000000000000000" pitchFamily="2" charset="-78"/>
              </a:rPr>
              <a:pPr/>
              <a:t>39</a:t>
            </a:fld>
            <a:endParaRPr lang="en-GB" altLang="en-US" dirty="0">
              <a:latin typeface="Sakkal Majalla" panose="02000000000000000000" pitchFamily="2" charset="-78"/>
              <a:cs typeface="Sakkal Majalla" panose="02000000000000000000" pitchFamily="2" charset="-78"/>
            </a:endParaRPr>
          </a:p>
        </p:txBody>
      </p:sp>
    </p:spTree>
    <p:extLst>
      <p:ext uri="{BB962C8B-B14F-4D97-AF65-F5344CB8AC3E}">
        <p14:creationId xmlns:p14="http://schemas.microsoft.com/office/powerpoint/2010/main" val="217776303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F5058D73-7FD6-09C5-76B9-3C505DF2D389}"/>
              </a:ext>
            </a:extLst>
          </p:cNvPr>
          <p:cNvSpPr>
            <a:spLocks noGrp="1" noRot="1" noChangeAspect="1" noChangeArrowheads="1" noTextEdit="1"/>
          </p:cNvSpPr>
          <p:nvPr>
            <p:ph type="sldImg"/>
          </p:nvPr>
        </p:nvSpPr>
        <p:spPr>
          <a:ln/>
        </p:spPr>
      </p:sp>
      <p:sp>
        <p:nvSpPr>
          <p:cNvPr id="29698" name="Notes Placeholder 2">
            <a:extLst>
              <a:ext uri="{FF2B5EF4-FFF2-40B4-BE49-F238E27FC236}">
                <a16:creationId xmlns:a16="http://schemas.microsoft.com/office/drawing/2014/main" id="{12D40D7A-D6BB-CE8D-DF00-54DBA2F5CDC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p>
            <a:pPr rtl="1"/>
            <a:endParaRPr lang="en-US" altLang="en-US" dirty="0"/>
          </a:p>
        </p:txBody>
      </p:sp>
      <p:sp>
        <p:nvSpPr>
          <p:cNvPr id="29699" name="Slide Number Placeholder 3">
            <a:extLst>
              <a:ext uri="{FF2B5EF4-FFF2-40B4-BE49-F238E27FC236}">
                <a16:creationId xmlns:a16="http://schemas.microsoft.com/office/drawing/2014/main" id="{3E420995-9E0A-E982-F791-9C9605CD7FAD}"/>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fld id="{9D6F72BC-0F0F-4CC6-9390-4A76262B3721}" type="slidenum">
              <a:rPr lang="en-GB" altLang="en-US" smtClean="0">
                <a:latin typeface="Sakkal Majalla" panose="02000000000000000000" pitchFamily="2" charset="-78"/>
                <a:cs typeface="Sakkal Majalla" panose="02000000000000000000" pitchFamily="2" charset="-78"/>
              </a:rPr>
              <a:pPr rtl="1"/>
              <a:t>40</a:t>
            </a:fld>
            <a:endParaRPr lang="en-GB" altLang="en-US" dirty="0">
              <a:latin typeface="Sakkal Majalla" panose="02000000000000000000" pitchFamily="2" charset="-78"/>
              <a:cs typeface="Sakkal Majalla" panose="02000000000000000000" pitchFamily="2" charset="-7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4.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6.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0.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2.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audio" Target="../media/audio1.bin"/></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19.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0.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1.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2.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4.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audio" Target="../media/audio1.bin"/></Relationships>
</file>

<file path=ppt/slideLayouts/_rels/slideLayout2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1.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2.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3.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4.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5.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6.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7.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8.xml.rels><?xml version="1.0" encoding="UTF-8" standalone="yes"?>
<Relationships xmlns="http://schemas.openxmlformats.org/package/2006/relationships"><Relationship Id="rId2" Type="http://schemas.openxmlformats.org/officeDocument/2006/relationships/slideMaster" Target="../slideMasters/slideMaster3.xml"/><Relationship Id="rId1" Type="http://schemas.openxmlformats.org/officeDocument/2006/relationships/audio" Target="../media/audio1.bin"/></Relationships>
</file>

<file path=ppt/slideLayouts/_rels/slideLayout3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2.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4.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5.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6.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7.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8.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49.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0.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1.xml.rels><?xml version="1.0" encoding="UTF-8" standalone="yes"?>
<Relationships xmlns="http://schemas.openxmlformats.org/package/2006/relationships"><Relationship Id="rId2" Type="http://schemas.openxmlformats.org/officeDocument/2006/relationships/slideMaster" Target="../slideMasters/slideMaster4.xml"/><Relationship Id="rId1" Type="http://schemas.openxmlformats.org/officeDocument/2006/relationships/audio" Target="../media/audio1.bin"/></Relationships>
</file>

<file path=ppt/slideLayouts/_rels/slideLayout5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5.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7.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8.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59.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1.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3.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4.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audio" Target="../media/audio1.bin"/></Relationships>
</file>

<file path=ppt/slideLayouts/_rels/slideLayout6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8.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0.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1.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2.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3.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4.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5.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6.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7.xml.rels><?xml version="1.0" encoding="UTF-8" standalone="yes"?>
<Relationships xmlns="http://schemas.openxmlformats.org/package/2006/relationships"><Relationship Id="rId2" Type="http://schemas.openxmlformats.org/officeDocument/2006/relationships/slideMaster" Target="../slideMasters/slideMaster6.xml"/><Relationship Id="rId1" Type="http://schemas.openxmlformats.org/officeDocument/2006/relationships/audio" Target="../media/audio1.bin"/></Relationships>
</file>

<file path=ppt/slideLayouts/_rels/slideLayout7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7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0.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1.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2.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3.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4.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5.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6.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7.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8.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89.xml.rels><?xml version="1.0" encoding="UTF-8" standalone="yes"?>
<Relationships xmlns="http://schemas.openxmlformats.org/package/2006/relationships"><Relationship Id="rId2" Type="http://schemas.openxmlformats.org/officeDocument/2006/relationships/slideMaster" Target="../slideMasters/slideMaster7.xml"/><Relationship Id="rId1" Type="http://schemas.openxmlformats.org/officeDocument/2006/relationships/audio" Target="../media/audio1.bin"/></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2.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3.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4.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5.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6.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7.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8.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99.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0.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1.xml.rels><?xml version="1.0" encoding="UTF-8" standalone="yes"?>
<Relationships xmlns="http://schemas.openxmlformats.org/package/2006/relationships"><Relationship Id="rId2" Type="http://schemas.openxmlformats.org/officeDocument/2006/relationships/slideMaster" Target="../slideMasters/slideMaster8.xml"/><Relationship Id="rId1" Type="http://schemas.openxmlformats.org/officeDocument/2006/relationships/audio" Target="../media/audio1.bin"/></Relationships>
</file>

<file path=ppt/slideLayouts/_rels/slideLayout10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4.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5.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6.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7.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8.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09.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0.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1.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2.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3.xml.rels><?xml version="1.0" encoding="UTF-8" standalone="yes"?>
<Relationships xmlns="http://schemas.openxmlformats.org/package/2006/relationships"><Relationship Id="rId2" Type="http://schemas.openxmlformats.org/officeDocument/2006/relationships/slideMaster" Target="../slideMasters/slideMaster9.xml"/><Relationship Id="rId1" Type="http://schemas.openxmlformats.org/officeDocument/2006/relationships/audio" Target="../media/audio1.bin"/></Relationships>
</file>

<file path=ppt/slideLayouts/_rels/slideLayout11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6.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7.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8.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19.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0.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1.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2.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3.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4.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_rels/slideLayout125.xml.rels><?xml version="1.0" encoding="UTF-8" standalone="yes"?>
<Relationships xmlns="http://schemas.openxmlformats.org/package/2006/relationships"><Relationship Id="rId2" Type="http://schemas.openxmlformats.org/officeDocument/2006/relationships/slideMaster" Target="../slideMasters/slideMaster10.xml"/><Relationship Id="rId1" Type="http://schemas.openxmlformats.org/officeDocument/2006/relationships/audio" Target="../media/audio1.bin"/></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5" name="Title 1"/>
          <p:cNvSpPr>
            <a:spLocks noGrp="1"/>
          </p:cNvSpPr>
          <p:nvPr>
            <p:ph type="ctrTitle"/>
          </p:nvPr>
        </p:nvSpPr>
        <p:spPr>
          <a:xfrm>
            <a:off x="0" y="2130425"/>
            <a:ext cx="9144000" cy="147002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Unit X: xxxxxxxxxxxxxxxxxxxxx</a:t>
            </a:r>
            <a:endParaRPr lang="en-GB" altLang="en-US" dirty="0"/>
          </a:p>
        </p:txBody>
      </p:sp>
      <p:sp>
        <p:nvSpPr>
          <p:cNvPr id="7"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atin typeface="Sakkal Majalla" panose="02000000000000000000" pitchFamily="2" charset="-78"/>
                <a:cs typeface="Sakkal Majalla" panose="02000000000000000000" pitchFamily="2" charset="-78"/>
              </a:defRPr>
            </a:lvl1pPr>
          </a:lstStyle>
          <a:p>
            <a:pPr rtl="1"/>
            <a:r>
              <a:rPr lang="ar" dirty="0"/>
              <a:t>Learning aim x</a:t>
            </a:r>
            <a:endParaRPr lang="en-US" altLang="en-US" dirty="0"/>
          </a:p>
        </p:txBody>
      </p:sp>
      <p:sp>
        <p:nvSpPr>
          <p:cNvPr id="2" name="Footer Placeholder 4">
            <a:extLst>
              <a:ext uri="{FF2B5EF4-FFF2-40B4-BE49-F238E27FC236}">
                <a16:creationId xmlns:a16="http://schemas.microsoft.com/office/drawing/2014/main" id="{C6EB150E-6A8C-9996-298D-28DD3D2ABEF4}"/>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09227754"/>
      </p:ext>
    </p:extLst>
  </p:cSld>
  <p:clrMapOvr>
    <a:masterClrMapping/>
  </p:clrMapOvr>
  <p:transition>
    <p:sndAc>
      <p:stSnd>
        <p:snd r:embed="rId1" name="click.wav"/>
      </p:stSnd>
    </p:sndAc>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6" name="Content Placeholder 6"/>
          <p:cNvSpPr>
            <a:spLocks noGrp="1"/>
          </p:cNvSpPr>
          <p:nvPr>
            <p:ph sz="half" idx="1"/>
          </p:nvPr>
        </p:nvSpPr>
        <p:spPr>
          <a:xfrm>
            <a:off x="468313" y="2212975"/>
            <a:ext cx="2303462" cy="3592513"/>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7" name="Content Placeholder 6"/>
          <p:cNvSpPr>
            <a:spLocks noGrp="1"/>
          </p:cNvSpPr>
          <p:nvPr>
            <p:ph sz="half" idx="10"/>
          </p:nvPr>
        </p:nvSpPr>
        <p:spPr>
          <a:xfrm>
            <a:off x="3421063" y="2212975"/>
            <a:ext cx="2303462" cy="3449638"/>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a:p>
            <a:pPr rtl="1"/>
            <a:endParaRPr lang="en-GB" dirty="0"/>
          </a:p>
        </p:txBody>
      </p:sp>
      <p:sp>
        <p:nvSpPr>
          <p:cNvPr id="8" name="Content Placeholder 6"/>
          <p:cNvSpPr>
            <a:spLocks noGrp="1"/>
          </p:cNvSpPr>
          <p:nvPr>
            <p:ph sz="half" idx="11"/>
          </p:nvPr>
        </p:nvSpPr>
        <p:spPr>
          <a:xfrm>
            <a:off x="6156325" y="2212975"/>
            <a:ext cx="2592388" cy="3736975"/>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Subhead</a:t>
            </a:r>
          </a:p>
          <a:p>
            <a:pPr rtl="1"/>
            <a:r>
              <a:rPr lang="ar" dirty="0"/>
              <a:t>Bullet text</a:t>
            </a:r>
          </a:p>
        </p:txBody>
      </p:sp>
      <p:sp>
        <p:nvSpPr>
          <p:cNvPr id="2" name="Footer Placeholder 4">
            <a:extLst>
              <a:ext uri="{FF2B5EF4-FFF2-40B4-BE49-F238E27FC236}">
                <a16:creationId xmlns:a16="http://schemas.microsoft.com/office/drawing/2014/main" id="{5AD71432-24B0-8453-1747-48D9C9A162AD}"/>
              </a:ext>
            </a:extLst>
          </p:cNvPr>
          <p:cNvSpPr>
            <a:spLocks noGrp="1" noChangeArrowheads="1"/>
          </p:cNvSpPr>
          <p:nvPr>
            <p:ph type="ftr" sz="quarter" idx="12"/>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48556434"/>
      </p:ext>
    </p:extLst>
  </p:cSld>
  <p:clrMapOvr>
    <a:masterClrMapping/>
  </p:clrMapOvr>
  <p:transition>
    <p:sndAc>
      <p:stSnd>
        <p:snd r:embed="rId1" name="click.wav"/>
      </p:stSnd>
    </p:sndAc>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9" name="Title 1"/>
          <p:cNvSpPr>
            <a:spLocks noGrp="1"/>
          </p:cNvSpPr>
          <p:nvPr>
            <p:ph type="title"/>
          </p:nvPr>
        </p:nvSpPr>
        <p:spPr>
          <a:xfrm>
            <a:off x="0" y="1195388"/>
            <a:ext cx="91440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2" name="Footer Placeholder 4">
            <a:extLst>
              <a:ext uri="{FF2B5EF4-FFF2-40B4-BE49-F238E27FC236}">
                <a16:creationId xmlns:a16="http://schemas.microsoft.com/office/drawing/2014/main" id="{280AFA65-534B-3AE4-50A7-9C86BDCF1EA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72408841"/>
      </p:ext>
    </p:extLst>
  </p:cSld>
  <p:clrMapOvr>
    <a:masterClrMapping/>
  </p:clrMapOvr>
  <p:transition>
    <p:sndAc>
      <p:stSnd>
        <p:snd r:embed="rId1" name="click.wav"/>
      </p:stSnd>
    </p:sndAc>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1pPr>
              <a:defRPr>
                <a:latin typeface="Sakkal Majalla" panose="02000000000000000000" pitchFamily="2" charset="-78"/>
                <a:cs typeface="Sakkal Majalla" panose="02000000000000000000" pitchFamily="2" charset="-78"/>
              </a:defRPr>
            </a:lvl1pPr>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48910311"/>
      </p:ext>
    </p:extLst>
  </p:cSld>
  <p:clrMapOvr>
    <a:masterClrMapping/>
  </p:clrMapOvr>
  <p:transition>
    <p:sndAc>
      <p:stSnd>
        <p:snd r:embed="rId1" name="click.wav"/>
      </p:stSnd>
    </p:sndAc>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pic>
        <p:nvPicPr>
          <p:cNvPr id="2" name="Picture 5" descr="Always Learning">
            <a:extLst>
              <a:ext uri="{FF2B5EF4-FFF2-40B4-BE49-F238E27FC236}">
                <a16:creationId xmlns:a16="http://schemas.microsoft.com/office/drawing/2014/main" id="{9444950F-E59A-A8D3-7314-C784866DE21B}"/>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itle 1"/>
          <p:cNvSpPr>
            <a:spLocks noGrp="1"/>
          </p:cNvSpPr>
          <p:nvPr>
            <p:ph type="title"/>
          </p:nvPr>
        </p:nvSpPr>
        <p:spPr>
          <a:xfrm>
            <a:off x="457200" y="1195388"/>
            <a:ext cx="8229600" cy="8636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Heading</a:t>
            </a:r>
            <a:endParaRPr lang="en-GB" altLang="en-US" dirty="0"/>
          </a:p>
        </p:txBody>
      </p:sp>
      <p:sp>
        <p:nvSpPr>
          <p:cNvPr id="10" name="Content Placeholder 2"/>
          <p:cNvSpPr>
            <a:spLocks noGrp="1"/>
          </p:cNvSpPr>
          <p:nvPr>
            <p:ph sz="half" idx="1"/>
          </p:nvPr>
        </p:nvSpPr>
        <p:spPr>
          <a:xfrm>
            <a:off x="468313" y="2195513"/>
            <a:ext cx="4027487" cy="3681412"/>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a:p>
            <a:pPr rtl="1"/>
            <a:endParaRPr lang="en-GB" dirty="0"/>
          </a:p>
          <a:p>
            <a:pPr rtl="1"/>
            <a:endParaRPr lang="en-GB" dirty="0"/>
          </a:p>
        </p:txBody>
      </p:sp>
      <p:sp>
        <p:nvSpPr>
          <p:cNvPr id="11" name="Content Placeholder 3"/>
          <p:cNvSpPr>
            <a:spLocks noGrp="1"/>
          </p:cNvSpPr>
          <p:nvPr>
            <p:ph sz="half" idx="2"/>
          </p:nvPr>
        </p:nvSpPr>
        <p:spPr>
          <a:xfrm>
            <a:off x="4648200" y="2195512"/>
            <a:ext cx="4027488" cy="3681411"/>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Blue subhead</a:t>
            </a:r>
          </a:p>
          <a:p>
            <a:pPr rtl="1"/>
            <a:r>
              <a:rPr lang="ar" dirty="0"/>
              <a:t>Bullet text</a:t>
            </a:r>
          </a:p>
        </p:txBody>
      </p:sp>
      <p:sp>
        <p:nvSpPr>
          <p:cNvPr id="3" name="Footer Placeholder 4">
            <a:extLst>
              <a:ext uri="{FF2B5EF4-FFF2-40B4-BE49-F238E27FC236}">
                <a16:creationId xmlns:a16="http://schemas.microsoft.com/office/drawing/2014/main" id="{6D75EA28-7A23-3108-7470-D2312D0B43D6}"/>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836553943"/>
      </p:ext>
    </p:extLst>
  </p:cSld>
  <p:clrMapOvr>
    <a:masterClrMapping/>
  </p:clrMapOvr>
  <p:transition>
    <p:sndAc>
      <p:stSnd>
        <p:snd r:embed="rId1" name="click.wav"/>
      </p:stSnd>
    </p:sndAc>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Footer Placeholder 4">
            <a:extLst>
              <a:ext uri="{FF2B5EF4-FFF2-40B4-BE49-F238E27FC236}">
                <a16:creationId xmlns:a16="http://schemas.microsoft.com/office/drawing/2014/main" id="{7AF04B97-CC31-299F-C1D9-4AD1810429B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16933327"/>
      </p:ext>
    </p:extLst>
  </p:cSld>
  <p:clrMapOvr>
    <a:masterClrMapping/>
  </p:clrMapOvr>
  <p:transition>
    <p:sndAc>
      <p:stSnd>
        <p:snd r:embed="rId1" name="click.wav"/>
      </p:stSnd>
    </p:sndAc>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0B917A8A-EC74-8439-7D0C-B004E910A772}"/>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67544793"/>
      </p:ext>
    </p:extLst>
  </p:cSld>
  <p:clrMapOvr>
    <a:masterClrMapping/>
  </p:clrMapOvr>
  <p:transition>
    <p:sndAc>
      <p:stSnd>
        <p:snd r:embed="rId1" name="click.wav"/>
      </p:stSnd>
    </p:sndAc>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9D85122E-CC0D-DE46-E6F4-AAE67430FCE8}"/>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91056867"/>
      </p:ext>
    </p:extLst>
  </p:cSld>
  <p:clrMapOvr>
    <a:masterClrMapping/>
  </p:clrMapOvr>
  <p:transition>
    <p:sndAc>
      <p:stSnd>
        <p:snd r:embed="rId1" name="click.wav"/>
      </p:stSnd>
    </p:sndAc>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atin typeface="Sakkal Majalla" panose="02000000000000000000" pitchFamily="2" charset="-78"/>
                <a:cs typeface="Sakkal Majalla" panose="02000000000000000000" pitchFamily="2" charset="-78"/>
              </a:defRPr>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atin typeface="Sakkal Majalla" panose="02000000000000000000" pitchFamily="2" charset="-78"/>
                <a:cs typeface="Sakkal Majalla" panose="02000000000000000000" pitchFamily="2" charset="-78"/>
              </a:defRPr>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dirty="0"/>
              <a:t>Click to edit Master text styles</a:t>
            </a:r>
          </a:p>
        </p:txBody>
      </p:sp>
      <p:sp>
        <p:nvSpPr>
          <p:cNvPr id="5" name="Footer Placeholder 4">
            <a:extLst>
              <a:ext uri="{FF2B5EF4-FFF2-40B4-BE49-F238E27FC236}">
                <a16:creationId xmlns:a16="http://schemas.microsoft.com/office/drawing/2014/main" id="{78A1D94B-CB73-9993-AEF0-ECDA613327D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7654215"/>
      </p:ext>
    </p:extLst>
  </p:cSld>
  <p:clrMapOvr>
    <a:masterClrMapping/>
  </p:clrMapOvr>
  <p:transition>
    <p:sndAc>
      <p:stSnd>
        <p:snd r:embed="rId1" name="click.wav"/>
      </p:stSnd>
    </p:sndAc>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36979FB-E9CD-4D7F-ABCE-40BC623DD6ED}"/>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1891796"/>
      </p:ext>
    </p:extLst>
  </p:cSld>
  <p:clrMapOvr>
    <a:masterClrMapping/>
  </p:clrMapOvr>
  <p:transition>
    <p:sndAc>
      <p:stSnd>
        <p:snd r:embed="rId1" name="click.wav"/>
      </p:stSnd>
    </p:sndAc>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1D78BFAD-CC17-3CA0-DBB1-5C8C41D9126F}"/>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14355495"/>
      </p:ext>
    </p:extLst>
  </p:cSld>
  <p:clrMapOvr>
    <a:masterClrMapping/>
  </p:clrMapOvr>
  <p:transition>
    <p:sndAc>
      <p:stSnd>
        <p:snd r:embed="rId1" name="click.wav"/>
      </p:stSnd>
    </p:sndAc>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lvl1pPr>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lvl1pPr>
              <a:defRPr>
                <a:latin typeface="Sakkal Majalla" panose="02000000000000000000" pitchFamily="2" charset="-78"/>
                <a:cs typeface="Sakkal Majalla" panose="02000000000000000000" pitchFamily="2" charset="-78"/>
              </a:defRPr>
            </a:lvl1pPr>
          </a:lstStyle>
          <a:p>
            <a:pPr lvl="0" rtl="1"/>
            <a:endParaRPr lang="en-GB" noProof="0" dirty="0"/>
          </a:p>
        </p:txBody>
      </p:sp>
      <p:sp>
        <p:nvSpPr>
          <p:cNvPr id="4" name="Footer Placeholder 4">
            <a:extLst>
              <a:ext uri="{FF2B5EF4-FFF2-40B4-BE49-F238E27FC236}">
                <a16:creationId xmlns:a16="http://schemas.microsoft.com/office/drawing/2014/main" id="{C91736A9-B278-442F-0C6C-537088E454BA}"/>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14637879"/>
      </p:ext>
    </p:extLst>
  </p:cSld>
  <p:clrMapOvr>
    <a:masterClrMapping/>
  </p:clrMapOvr>
  <p:transition>
    <p:sndAc>
      <p:stSnd>
        <p:snd r:embed="rId1" name="click.wav"/>
      </p:stSnd>
    </p:sndAc>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55076227"/>
      </p:ext>
    </p:extLst>
  </p:cSld>
  <p:clrMapOvr>
    <a:masterClrMapping/>
  </p:clrMapOvr>
  <p:transition>
    <p:sndAc>
      <p:stSnd>
        <p:snd r:embed="rId1" name="click.wav"/>
      </p:stSnd>
    </p:sndAc>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45252892"/>
      </p:ext>
    </p:extLst>
  </p:cSld>
  <p:clrMapOvr>
    <a:masterClrMapping/>
  </p:clrMapOvr>
  <p:transition>
    <p:sndAc>
      <p:stSnd>
        <p:snd r:embed="rId1" name="click.wav"/>
      </p:stSnd>
    </p:sndAc>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44169651"/>
      </p:ext>
    </p:extLst>
  </p:cSld>
  <p:clrMapOvr>
    <a:masterClrMapping/>
  </p:clrMapOvr>
  <p:transition>
    <p:sndAc>
      <p:stSnd>
        <p:snd r:embed="rId1" name="click.wav"/>
      </p:stSnd>
    </p:sndAc>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94646058"/>
      </p:ext>
    </p:extLst>
  </p:cSld>
  <p:clrMapOvr>
    <a:masterClrMapping/>
  </p:clrMapOvr>
  <p:transition>
    <p:sndAc>
      <p:stSnd>
        <p:snd r:embed="rId1" name="click.wav"/>
      </p:stSnd>
    </p:sndAc>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463733425"/>
      </p:ext>
    </p:extLst>
  </p:cSld>
  <p:clrMapOvr>
    <a:masterClrMapping/>
  </p:clrMapOvr>
  <p:transition>
    <p:sndAc>
      <p:stSnd>
        <p:snd r:embed="rId1" name="click.wav"/>
      </p:stSnd>
    </p:sndAc>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40833500"/>
      </p:ext>
    </p:extLst>
  </p:cSld>
  <p:clrMapOvr>
    <a:masterClrMapping/>
  </p:clrMapOvr>
  <p:transition>
    <p:sndAc>
      <p:stSnd>
        <p:snd r:embed="rId1" name="click.wav"/>
      </p:stSnd>
    </p:sndAc>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1025921"/>
      </p:ext>
    </p:extLst>
  </p:cSld>
  <p:clrMapOvr>
    <a:masterClrMapping/>
  </p:clrMapOvr>
  <p:transition>
    <p:sndAc>
      <p:stSnd>
        <p:snd r:embed="rId1" name="click.wav"/>
      </p:stSnd>
    </p:sndAc>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501610419"/>
      </p:ext>
    </p:extLst>
  </p:cSld>
  <p:clrMapOvr>
    <a:masterClrMapping/>
  </p:clrMapOvr>
  <p:transition>
    <p:sndAc>
      <p:stSnd>
        <p:snd r:embed="rId1" name="click.wav"/>
      </p:stSnd>
    </p:sndAc>
  </p:transition>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93118933"/>
      </p:ext>
    </p:extLst>
  </p:cSld>
  <p:clrMapOvr>
    <a:masterClrMapping/>
  </p:clrMapOvr>
  <p:transition>
    <p:sndAc>
      <p:stSnd>
        <p:snd r:embed="rId1" name="click.wav"/>
      </p:stSnd>
    </p:sndAc>
  </p:transition>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89113301"/>
      </p:ext>
    </p:extLst>
  </p:cSld>
  <p:clrMapOvr>
    <a:masterClrMapping/>
  </p:clrMapOvr>
  <p:transition>
    <p:sndAc>
      <p:stSnd>
        <p:snd r:embed="rId1" name="click.wav"/>
      </p:stSnd>
    </p:sndAc>
  </p:transition>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96988904"/>
      </p:ext>
    </p:extLst>
  </p:cSld>
  <p:clrMapOvr>
    <a:masterClrMapping/>
  </p:clrMapOvr>
  <p:transition>
    <p:sndAc>
      <p:stSnd>
        <p:snd r:embed="rId1" name="click.wav"/>
      </p:stSnd>
    </p:sndAc>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16333174"/>
      </p:ext>
    </p:extLst>
  </p:cSld>
  <p:clrMapOvr>
    <a:masterClrMapping/>
  </p:clrMapOvr>
  <p:transition>
    <p:sndAc>
      <p:stSnd>
        <p:snd r:embed="rId1" name="click.wav"/>
      </p:stSnd>
    </p:sndAc>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29230881"/>
      </p:ext>
    </p:extLst>
  </p:cSld>
  <p:clrMapOvr>
    <a:masterClrMapping/>
  </p:clrMapOvr>
  <p:transition>
    <p:sndAc>
      <p:stSnd>
        <p:snd r:embed="rId1" name="click.wav"/>
      </p:stSnd>
    </p:sndAc>
  </p:transition>
</p:sldLayout>
</file>

<file path=ppt/slideLayouts/slideLayout2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3548499"/>
      </p:ext>
    </p:extLst>
  </p:cSld>
  <p:clrMapOvr>
    <a:masterClrMapping/>
  </p:clrMapOvr>
  <p:transition>
    <p:sndAc>
      <p:stSnd>
        <p:snd r:embed="rId1" name="click.wav"/>
      </p:stSnd>
    </p:sndAc>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0926481"/>
      </p:ext>
    </p:extLst>
  </p:cSld>
  <p:clrMapOvr>
    <a:masterClrMapping/>
  </p:clrMapOvr>
  <p:transition>
    <p:sndAc>
      <p:stSnd>
        <p:snd r:embed="rId1" name="click.wav"/>
      </p:stSnd>
    </p:sndAc>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62895208"/>
      </p:ext>
    </p:extLst>
  </p:cSld>
  <p:clrMapOvr>
    <a:masterClrMapping/>
  </p:clrMapOvr>
  <p:transition>
    <p:sndAc>
      <p:stSnd>
        <p:snd r:embed="rId1" name="click.wav"/>
      </p:stSnd>
    </p:sndAc>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38668001"/>
      </p:ext>
    </p:extLst>
  </p:cSld>
  <p:clrMapOvr>
    <a:masterClrMapping/>
  </p:clrMapOvr>
  <p:transition>
    <p:sndAc>
      <p:stSnd>
        <p:snd r:embed="rId1" name="click.wav"/>
      </p:stSnd>
    </p:sndAc>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87064660"/>
      </p:ext>
    </p:extLst>
  </p:cSld>
  <p:clrMapOvr>
    <a:masterClrMapping/>
  </p:clrMapOvr>
  <p:transition>
    <p:sndAc>
      <p:stSnd>
        <p:snd r:embed="rId1" name="click.wav"/>
      </p:stSnd>
    </p:sndAc>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1649288"/>
      </p:ext>
    </p:extLst>
  </p:cSld>
  <p:clrMapOvr>
    <a:masterClrMapping/>
  </p:clrMapOvr>
  <p:transition>
    <p:sndAc>
      <p:stSnd>
        <p:snd r:embed="rId1" name="click.wav"/>
      </p:stSnd>
    </p:sndAc>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15931093"/>
      </p:ext>
    </p:extLst>
  </p:cSld>
  <p:clrMapOvr>
    <a:masterClrMapping/>
  </p:clrMapOvr>
  <p:transition>
    <p:sndAc>
      <p:stSnd>
        <p:snd r:embed="rId1" name="click.wav"/>
      </p:stSnd>
    </p:sndAc>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23151177"/>
      </p:ext>
    </p:extLst>
  </p:cSld>
  <p:clrMapOvr>
    <a:masterClrMapping/>
  </p:clrMapOvr>
  <p:transition>
    <p:sndAc>
      <p:stSnd>
        <p:snd r:embed="rId1" name="click.wav"/>
      </p:stSnd>
    </p:sndAc>
  </p:transition>
</p:sldLayout>
</file>

<file path=ppt/slideLayouts/slideLayout3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3903308"/>
      </p:ext>
    </p:extLst>
  </p:cSld>
  <p:clrMapOvr>
    <a:masterClrMapping/>
  </p:clrMapOvr>
  <p:transition>
    <p:sndAc>
      <p:stSnd>
        <p:snd r:embed="rId1" name="click.wav"/>
      </p:stSnd>
    </p:sndAc>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955720740"/>
      </p:ext>
    </p:extLst>
  </p:cSld>
  <p:clrMapOvr>
    <a:masterClrMapping/>
  </p:clrMapOvr>
  <p:transition>
    <p:sndAc>
      <p:stSnd>
        <p:snd r:embed="rId1" name="click.wav"/>
      </p:stSnd>
    </p:sndAc>
  </p:transition>
</p:sldLayout>
</file>

<file path=ppt/slideLayouts/slideLayout3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61559906"/>
      </p:ext>
    </p:extLst>
  </p:cSld>
  <p:clrMapOvr>
    <a:masterClrMapping/>
  </p:clrMapOvr>
  <p:transition>
    <p:sndAc>
      <p:stSnd>
        <p:snd r:embed="rId1" name="click.wav"/>
      </p:stSnd>
    </p:sndAc>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68163601"/>
      </p:ext>
    </p:extLst>
  </p:cSld>
  <p:clrMapOvr>
    <a:masterClrMapping/>
  </p:clrMapOvr>
  <p:transition>
    <p:sndAc>
      <p:stSnd>
        <p:snd r:embed="rId1" name="click.wav"/>
      </p:stSnd>
    </p:sndAc>
  </p:transition>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238162300"/>
      </p:ext>
    </p:extLst>
  </p:cSld>
  <p:clrMapOvr>
    <a:masterClrMapping/>
  </p:clrMapOvr>
  <p:transition>
    <p:sndAc>
      <p:stSnd>
        <p:snd r:embed="rId1" name="click.wav"/>
      </p:stSnd>
    </p:sndAc>
  </p:transition>
</p:sldLayout>
</file>

<file path=ppt/slideLayouts/slideLayout39.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738746869"/>
      </p:ext>
    </p:extLst>
  </p:cSld>
  <p:clrMapOvr>
    <a:masterClrMapping/>
  </p:clrMapOvr>
  <p:transition>
    <p:sndAc>
      <p:stSnd>
        <p:snd r:embed="rId1" name="click.wav"/>
      </p:stSnd>
    </p:sndAc>
  </p:transition>
</p:sldLayout>
</file>

<file path=ppt/slideLayouts/slideLayout4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7097283"/>
      </p:ext>
    </p:extLst>
  </p:cSld>
  <p:clrMapOvr>
    <a:masterClrMapping/>
  </p:clrMapOvr>
  <p:transition>
    <p:sndAc>
      <p:stSnd>
        <p:snd r:embed="rId1" name="click.wav"/>
      </p:stSnd>
    </p:sndAc>
  </p:transition>
</p:sldLayout>
</file>

<file path=ppt/slideLayouts/slideLayout41.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15920013"/>
      </p:ext>
    </p:extLst>
  </p:cSld>
  <p:clrMapOvr>
    <a:masterClrMapping/>
  </p:clrMapOvr>
  <p:transition>
    <p:sndAc>
      <p:stSnd>
        <p:snd r:embed="rId1" name="click.wav"/>
      </p:stSnd>
    </p:sndAc>
  </p:transition>
</p:sldLayout>
</file>

<file path=ppt/slideLayouts/slideLayout4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038145163"/>
      </p:ext>
    </p:extLst>
  </p:cSld>
  <p:clrMapOvr>
    <a:masterClrMapping/>
  </p:clrMapOvr>
  <p:transition>
    <p:sndAc>
      <p:stSnd>
        <p:snd r:embed="rId1" name="click.wav"/>
      </p:stSnd>
    </p:sndAc>
  </p:transition>
</p:sldLayout>
</file>

<file path=ppt/slideLayouts/slideLayout4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621403508"/>
      </p:ext>
    </p:extLst>
  </p:cSld>
  <p:clrMapOvr>
    <a:masterClrMapping/>
  </p:clrMapOvr>
  <p:transition>
    <p:sndAc>
      <p:stSnd>
        <p:snd r:embed="rId1" name="click.wav"/>
      </p:stSnd>
    </p:sndAc>
  </p:transition>
</p:sldLayout>
</file>

<file path=ppt/slideLayouts/slideLayout4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74939897"/>
      </p:ext>
    </p:extLst>
  </p:cSld>
  <p:clrMapOvr>
    <a:masterClrMapping/>
  </p:clrMapOvr>
  <p:transition>
    <p:sndAc>
      <p:stSnd>
        <p:snd r:embed="rId1" name="click.wav"/>
      </p:stSnd>
    </p:sndAc>
  </p:transition>
</p:sldLayout>
</file>

<file path=ppt/slideLayouts/slideLayout4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3246867"/>
      </p:ext>
    </p:extLst>
  </p:cSld>
  <p:clrMapOvr>
    <a:masterClrMapping/>
  </p:clrMapOvr>
  <p:transition>
    <p:sndAc>
      <p:stSnd>
        <p:snd r:embed="rId1" name="click.wav"/>
      </p:stSnd>
    </p:sndAc>
  </p:transition>
</p:sldLayout>
</file>

<file path=ppt/slideLayouts/slideLayout46.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88662026"/>
      </p:ext>
    </p:extLst>
  </p:cSld>
  <p:clrMapOvr>
    <a:masterClrMapping/>
  </p:clrMapOvr>
  <p:transition>
    <p:sndAc>
      <p:stSnd>
        <p:snd r:embed="rId1" name="click.wav"/>
      </p:stSnd>
    </p:sndAc>
  </p:transition>
</p:sldLayout>
</file>

<file path=ppt/slideLayouts/slideLayout47.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18030653"/>
      </p:ext>
    </p:extLst>
  </p:cSld>
  <p:clrMapOvr>
    <a:masterClrMapping/>
  </p:clrMapOvr>
  <p:transition>
    <p:sndAc>
      <p:stSnd>
        <p:snd r:embed="rId1" name="click.wav"/>
      </p:stSnd>
    </p:sndAc>
  </p:transition>
</p:sldLayout>
</file>

<file path=ppt/slideLayouts/slideLayout48.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606472387"/>
      </p:ext>
    </p:extLst>
  </p:cSld>
  <p:clrMapOvr>
    <a:masterClrMapping/>
  </p:clrMapOvr>
  <p:transition>
    <p:sndAc>
      <p:stSnd>
        <p:snd r:embed="rId1" name="click.wav"/>
      </p:stSnd>
    </p:sndAc>
  </p:transition>
</p:sldLayout>
</file>

<file path=ppt/slideLayouts/slideLayout49.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02101404"/>
      </p:ext>
    </p:extLst>
  </p:cSld>
  <p:clrMapOvr>
    <a:masterClrMapping/>
  </p:clrMapOvr>
  <p:transition>
    <p:sndAc>
      <p:stSnd>
        <p:snd r:embed="rId1" name="click.wav"/>
      </p:stSnd>
    </p:sndAc>
  </p:transition>
</p:sldLayout>
</file>

<file path=ppt/slideLayouts/slideLayout50.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547387"/>
      </p:ext>
    </p:extLst>
  </p:cSld>
  <p:clrMapOvr>
    <a:masterClrMapping/>
  </p:clrMapOvr>
  <p:transition>
    <p:sndAc>
      <p:stSnd>
        <p:snd r:embed="rId1" name="click.wav"/>
      </p:stSnd>
    </p:sndAc>
  </p:transition>
</p:sldLayout>
</file>

<file path=ppt/slideLayouts/slideLayout51.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5649852"/>
      </p:ext>
    </p:extLst>
  </p:cSld>
  <p:clrMapOvr>
    <a:masterClrMapping/>
  </p:clrMapOvr>
  <p:transition>
    <p:sndAc>
      <p:stSnd>
        <p:snd r:embed="rId1" name="click.wav"/>
      </p:stSnd>
    </p:sndAc>
  </p:transition>
</p:sldLayout>
</file>

<file path=ppt/slideLayouts/slideLayout5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8492034"/>
      </p:ext>
    </p:extLst>
  </p:cSld>
  <p:clrMapOvr>
    <a:masterClrMapping/>
  </p:clrMapOvr>
  <p:transition>
    <p:sndAc>
      <p:stSnd>
        <p:snd r:embed="rId1" name="click.wav"/>
      </p:stSnd>
    </p:sndAc>
  </p:transition>
</p:sldLayout>
</file>

<file path=ppt/slideLayouts/slideLayout5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81896993"/>
      </p:ext>
    </p:extLst>
  </p:cSld>
  <p:clrMapOvr>
    <a:masterClrMapping/>
  </p:clrMapOvr>
  <p:transition>
    <p:sndAc>
      <p:stSnd>
        <p:snd r:embed="rId1" name="click.wav"/>
      </p:stSnd>
    </p:sndAc>
  </p:transition>
</p:sldLayout>
</file>

<file path=ppt/slideLayouts/slideLayout5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913610"/>
      </p:ext>
    </p:extLst>
  </p:cSld>
  <p:clrMapOvr>
    <a:masterClrMapping/>
  </p:clrMapOvr>
  <p:transition>
    <p:sndAc>
      <p:stSnd>
        <p:snd r:embed="rId1" name="click.wav"/>
      </p:stSnd>
    </p:sndAc>
  </p:transition>
</p:sldLayout>
</file>

<file path=ppt/slideLayouts/slideLayout5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3682717"/>
      </p:ext>
    </p:extLst>
  </p:cSld>
  <p:clrMapOvr>
    <a:masterClrMapping/>
  </p:clrMapOvr>
  <p:transition>
    <p:sndAc>
      <p:stSnd>
        <p:snd r:embed="rId1" name="click.wav"/>
      </p:stSnd>
    </p:sndAc>
  </p:transition>
</p:sldLayout>
</file>

<file path=ppt/slideLayouts/slideLayout5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26679024"/>
      </p:ext>
    </p:extLst>
  </p:cSld>
  <p:clrMapOvr>
    <a:masterClrMapping/>
  </p:clrMapOvr>
  <p:transition>
    <p:sndAc>
      <p:stSnd>
        <p:snd r:embed="rId1" name="click.wav"/>
      </p:stSnd>
    </p:sndAc>
  </p:transition>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04154800"/>
      </p:ext>
    </p:extLst>
  </p:cSld>
  <p:clrMapOvr>
    <a:masterClrMapping/>
  </p:clrMapOvr>
  <p:transition>
    <p:sndAc>
      <p:stSnd>
        <p:snd r:embed="rId1" name="click.wav"/>
      </p:stSnd>
    </p:sndAc>
  </p:transition>
</p:sldLayout>
</file>

<file path=ppt/slideLayouts/slideLayout5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69375378"/>
      </p:ext>
    </p:extLst>
  </p:cSld>
  <p:clrMapOvr>
    <a:masterClrMapping/>
  </p:clrMapOvr>
  <p:transition>
    <p:sndAc>
      <p:stSnd>
        <p:snd r:embed="rId1" name="click.wav"/>
      </p:stSnd>
    </p:sndAc>
  </p:transition>
</p:sldLayout>
</file>

<file path=ppt/slideLayouts/slideLayout5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24329815"/>
      </p:ext>
    </p:extLst>
  </p:cSld>
  <p:clrMapOvr>
    <a:masterClrMapping/>
  </p:clrMapOvr>
  <p:transition>
    <p:sndAc>
      <p:stSnd>
        <p:snd r:embed="rId1" name="click.wav"/>
      </p:stSnd>
    </p:sndAc>
  </p:transition>
</p:sldLayout>
</file>

<file path=ppt/slideLayouts/slideLayout6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97252715"/>
      </p:ext>
    </p:extLst>
  </p:cSld>
  <p:clrMapOvr>
    <a:masterClrMapping/>
  </p:clrMapOvr>
  <p:transition>
    <p:sndAc>
      <p:stSnd>
        <p:snd r:embed="rId1" name="click.wav"/>
      </p:stSnd>
    </p:sndAc>
  </p:transition>
</p:sldLayout>
</file>

<file path=ppt/slideLayouts/slideLayout6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802301705"/>
      </p:ext>
    </p:extLst>
  </p:cSld>
  <p:clrMapOvr>
    <a:masterClrMapping/>
  </p:clrMapOvr>
  <p:transition>
    <p:sndAc>
      <p:stSnd>
        <p:snd r:embed="rId1" name="click.wav"/>
      </p:stSnd>
    </p:sndAc>
  </p:transition>
</p:sldLayout>
</file>

<file path=ppt/slideLayouts/slideLayout6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62829507"/>
      </p:ext>
    </p:extLst>
  </p:cSld>
  <p:clrMapOvr>
    <a:masterClrMapping/>
  </p:clrMapOvr>
  <p:transition>
    <p:sndAc>
      <p:stSnd>
        <p:snd r:embed="rId1" name="click.wav"/>
      </p:stSnd>
    </p:sndAc>
  </p:transition>
</p:sldLayout>
</file>

<file path=ppt/slideLayouts/slideLayout6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5251152"/>
      </p:ext>
    </p:extLst>
  </p:cSld>
  <p:clrMapOvr>
    <a:masterClrMapping/>
  </p:clrMapOvr>
  <p:transition>
    <p:sndAc>
      <p:stSnd>
        <p:snd r:embed="rId1" name="click.wav"/>
      </p:stSnd>
    </p:sndAc>
  </p:transition>
</p:sldLayout>
</file>

<file path=ppt/slideLayouts/slideLayout64.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11169128"/>
      </p:ext>
    </p:extLst>
  </p:cSld>
  <p:clrMapOvr>
    <a:masterClrMapping/>
  </p:clrMapOvr>
  <p:transition>
    <p:sndAc>
      <p:stSnd>
        <p:snd r:embed="rId1" name="click.wav"/>
      </p:stSnd>
    </p:sndAc>
  </p:transition>
</p:sldLayout>
</file>

<file path=ppt/slideLayouts/slideLayout6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9930832"/>
      </p:ext>
    </p:extLst>
  </p:cSld>
  <p:clrMapOvr>
    <a:masterClrMapping/>
  </p:clrMapOvr>
  <p:transition>
    <p:sndAc>
      <p:stSnd>
        <p:snd r:embed="rId1" name="click.wav"/>
      </p:stSnd>
    </p:sndAc>
  </p:transition>
</p:sldLayout>
</file>

<file path=ppt/slideLayouts/slideLayout6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50784113"/>
      </p:ext>
    </p:extLst>
  </p:cSld>
  <p:clrMapOvr>
    <a:masterClrMapping/>
  </p:clrMapOvr>
  <p:transition>
    <p:sndAc>
      <p:stSnd>
        <p:snd r:embed="rId1" name="click.wav"/>
      </p:stSnd>
    </p:sndAc>
  </p:transition>
</p:sldLayout>
</file>

<file path=ppt/slideLayouts/slideLayout6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65460214"/>
      </p:ext>
    </p:extLst>
  </p:cSld>
  <p:clrMapOvr>
    <a:masterClrMapping/>
  </p:clrMapOvr>
  <p:transition>
    <p:sndAc>
      <p:stSnd>
        <p:snd r:embed="rId1" name="click.wav"/>
      </p:stSnd>
    </p:sndAc>
  </p:transition>
</p:sldLayout>
</file>

<file path=ppt/slideLayouts/slideLayout6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975168846"/>
      </p:ext>
    </p:extLst>
  </p:cSld>
  <p:clrMapOvr>
    <a:masterClrMapping/>
  </p:clrMapOvr>
  <p:transition>
    <p:sndAc>
      <p:stSnd>
        <p:snd r:embed="rId1" name="click.wav"/>
      </p:stSnd>
    </p:sndAc>
  </p:transition>
</p:sldLayout>
</file>

<file path=ppt/slideLayouts/slideLayout6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025248049"/>
      </p:ext>
    </p:extLst>
  </p:cSld>
  <p:clrMapOvr>
    <a:masterClrMapping/>
  </p:clrMapOvr>
  <p:transition>
    <p:sndAc>
      <p:stSnd>
        <p:snd r:embed="rId1" name="click.wav"/>
      </p:stSnd>
    </p:sndAc>
  </p:transition>
</p:sldLayout>
</file>

<file path=ppt/slideLayouts/slideLayout7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80291505"/>
      </p:ext>
    </p:extLst>
  </p:cSld>
  <p:clrMapOvr>
    <a:masterClrMapping/>
  </p:clrMapOvr>
  <p:transition>
    <p:sndAc>
      <p:stSnd>
        <p:snd r:embed="rId1" name="click.wav"/>
      </p:stSnd>
    </p:sndAc>
  </p:transition>
</p:sldLayout>
</file>

<file path=ppt/slideLayouts/slideLayout7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12143027"/>
      </p:ext>
    </p:extLst>
  </p:cSld>
  <p:clrMapOvr>
    <a:masterClrMapping/>
  </p:clrMapOvr>
  <p:transition>
    <p:sndAc>
      <p:stSnd>
        <p:snd r:embed="rId1" name="click.wav"/>
      </p:stSnd>
    </p:sndAc>
  </p:transition>
</p:sldLayout>
</file>

<file path=ppt/slideLayouts/slideLayout7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26944765"/>
      </p:ext>
    </p:extLst>
  </p:cSld>
  <p:clrMapOvr>
    <a:masterClrMapping/>
  </p:clrMapOvr>
  <p:transition>
    <p:sndAc>
      <p:stSnd>
        <p:snd r:embed="rId1" name="click.wav"/>
      </p:stSnd>
    </p:sndAc>
  </p:transition>
</p:sldLayout>
</file>

<file path=ppt/slideLayouts/slideLayout7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46126300"/>
      </p:ext>
    </p:extLst>
  </p:cSld>
  <p:clrMapOvr>
    <a:masterClrMapping/>
  </p:clrMapOvr>
  <p:transition>
    <p:sndAc>
      <p:stSnd>
        <p:snd r:embed="rId1" name="click.wav"/>
      </p:stSnd>
    </p:sndAc>
  </p:transition>
</p:sldLayout>
</file>

<file path=ppt/slideLayouts/slideLayout7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091287960"/>
      </p:ext>
    </p:extLst>
  </p:cSld>
  <p:clrMapOvr>
    <a:masterClrMapping/>
  </p:clrMapOvr>
  <p:transition>
    <p:sndAc>
      <p:stSnd>
        <p:snd r:embed="rId1" name="click.wav"/>
      </p:stSnd>
    </p:sndAc>
  </p:transition>
</p:sldLayout>
</file>

<file path=ppt/slideLayouts/slideLayout7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2540367"/>
      </p:ext>
    </p:extLst>
  </p:cSld>
  <p:clrMapOvr>
    <a:masterClrMapping/>
  </p:clrMapOvr>
  <p:transition>
    <p:sndAc>
      <p:stSnd>
        <p:snd r:embed="rId1" name="click.wav"/>
      </p:stSnd>
    </p:sndAc>
  </p:transition>
</p:sldLayout>
</file>

<file path=ppt/slideLayouts/slideLayout76.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31894227"/>
      </p:ext>
    </p:extLst>
  </p:cSld>
  <p:clrMapOvr>
    <a:masterClrMapping/>
  </p:clrMapOvr>
  <p:transition>
    <p:sndAc>
      <p:stSnd>
        <p:snd r:embed="rId1" name="click.wav"/>
      </p:stSnd>
    </p:sndAc>
  </p:transition>
</p:sldLayout>
</file>

<file path=ppt/slideLayouts/slideLayout77.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6" name="Title 1"/>
          <p:cNvSpPr>
            <a:spLocks noGrp="1"/>
          </p:cNvSpPr>
          <p:nvPr>
            <p:ph type="title"/>
          </p:nvPr>
        </p:nvSpPr>
        <p:spPr>
          <a:xfrm>
            <a:off x="457200" y="1195388"/>
            <a:ext cx="8229600" cy="863600"/>
          </a:xfrm>
          <a:prstGeom prst="rect">
            <a:avLst/>
          </a:prstGeom>
        </p:spPr>
        <p:txBody>
          <a:bodyPr rtlCol="1"/>
          <a:lstStyle/>
          <a:p>
            <a:pPr rtl="1"/>
            <a:r>
              <a:rPr lang="ar"/>
              <a:t>Heading</a:t>
            </a:r>
          </a:p>
        </p:txBody>
      </p:sp>
      <p:sp>
        <p:nvSpPr>
          <p:cNvPr id="7" name="Content Placeholder 3"/>
          <p:cNvSpPr>
            <a:spLocks noGrp="1"/>
          </p:cNvSpPr>
          <p:nvPr>
            <p:ph sz="half" idx="2"/>
          </p:nvPr>
        </p:nvSpPr>
        <p:spPr>
          <a:xfrm>
            <a:off x="684213" y="2195513"/>
            <a:ext cx="7991475" cy="3609975"/>
          </a:xfrm>
          <a:prstGeom prst="rect">
            <a:avLst/>
          </a:prstGeom>
        </p:spPr>
        <p:txBody>
          <a:bodyPr rtlCol="1"/>
          <a:lstStyle>
            <a:lvl2pPr>
              <a:defRPr>
                <a:latin typeface="Sakkal Majalla" panose="02000000000000000000" pitchFamily="2" charset="-78"/>
                <a:cs typeface="Sakkal Majalla" panose="02000000000000000000" pitchFamily="2" charset="-78"/>
              </a:defRPr>
            </a:lvl2pPr>
          </a:lstStyle>
          <a:p>
            <a:pPr rtl="1"/>
            <a:r>
              <a:rPr lang="ar" dirty="0"/>
              <a:t>Body text xxxxxxxxxxxxxxxxxxxxxxxxxxxxxxxxxxxxxxxxx:</a:t>
            </a:r>
          </a:p>
          <a:p>
            <a:pPr lvl="1" rtl="1"/>
            <a:r>
              <a:rPr lang="ar" dirty="0"/>
              <a:t>Bullet text</a:t>
            </a:r>
          </a:p>
          <a:p>
            <a:pPr lvl="1" rtl="1"/>
            <a:r>
              <a:rPr lang="ar" dirty="0"/>
              <a:t>Bullet text</a:t>
            </a:r>
          </a:p>
          <a:p>
            <a:pPr lvl="1" rtl="1"/>
            <a:endParaRPr lang="en-GB" altLang="en-US" dirty="0"/>
          </a:p>
        </p:txBody>
      </p:sp>
      <p:sp>
        <p:nvSpPr>
          <p:cNvPr id="2" name="Footer Placeholder 4">
            <a:extLst>
              <a:ext uri="{FF2B5EF4-FFF2-40B4-BE49-F238E27FC236}">
                <a16:creationId xmlns:a16="http://schemas.microsoft.com/office/drawing/2014/main" id="{47F8C46B-97F2-9941-FA1B-60A0A697ED7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35013648"/>
      </p:ext>
    </p:extLst>
  </p:cSld>
  <p:clrMapOvr>
    <a:masterClrMapping/>
  </p:clrMapOvr>
  <p:transition>
    <p:sndAc>
      <p:stSnd>
        <p:snd r:embed="rId1" name="click.wav"/>
      </p:stSnd>
    </p:sndAc>
  </p:transition>
</p:sldLayout>
</file>

<file path=ppt/slideLayouts/slideLayout78.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01847582"/>
      </p:ext>
    </p:extLst>
  </p:cSld>
  <p:clrMapOvr>
    <a:masterClrMapping/>
  </p:clrMapOvr>
  <p:transition>
    <p:sndAc>
      <p:stSnd>
        <p:snd r:embed="rId1" name="click.wav"/>
      </p:stSnd>
    </p:sndAc>
  </p:transition>
</p:sldLayout>
</file>

<file path=ppt/slideLayouts/slideLayout79.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9058961"/>
      </p:ext>
    </p:extLst>
  </p:cSld>
  <p:clrMapOvr>
    <a:masterClrMapping/>
  </p:clrMapOvr>
  <p:transition>
    <p:sndAc>
      <p:stSnd>
        <p:snd r:embed="rId1" name="click.wav"/>
      </p:stSnd>
    </p:sndAc>
  </p:transition>
</p:sldLayout>
</file>

<file path=ppt/slideLayouts/slideLayout8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5318916"/>
      </p:ext>
    </p:extLst>
  </p:cSld>
  <p:clrMapOvr>
    <a:masterClrMapping/>
  </p:clrMapOvr>
  <p:transition>
    <p:sndAc>
      <p:stSnd>
        <p:snd r:embed="rId1" name="click.wav"/>
      </p:stSnd>
    </p:sndAc>
  </p:transition>
</p:sldLayout>
</file>

<file path=ppt/slideLayouts/slideLayout81.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823595971"/>
      </p:ext>
    </p:extLst>
  </p:cSld>
  <p:clrMapOvr>
    <a:masterClrMapping/>
  </p:clrMapOvr>
  <p:transition>
    <p:sndAc>
      <p:stSnd>
        <p:snd r:embed="rId1" name="click.wav"/>
      </p:stSnd>
    </p:sndAc>
  </p:transition>
</p:sldLayout>
</file>

<file path=ppt/slideLayouts/slideLayout82.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355960792"/>
      </p:ext>
    </p:extLst>
  </p:cSld>
  <p:clrMapOvr>
    <a:masterClrMapping/>
  </p:clrMapOvr>
  <p:transition>
    <p:sndAc>
      <p:stSnd>
        <p:snd r:embed="rId1" name="click.wav"/>
      </p:stSnd>
    </p:sndAc>
  </p:transition>
</p:sldLayout>
</file>

<file path=ppt/slideLayouts/slideLayout83.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513342623"/>
      </p:ext>
    </p:extLst>
  </p:cSld>
  <p:clrMapOvr>
    <a:masterClrMapping/>
  </p:clrMapOvr>
  <p:transition>
    <p:sndAc>
      <p:stSnd>
        <p:snd r:embed="rId1" name="click.wav"/>
      </p:stSnd>
    </p:sndAc>
  </p:transition>
</p:sldLayout>
</file>

<file path=ppt/slideLayouts/slideLayout8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858420"/>
      </p:ext>
    </p:extLst>
  </p:cSld>
  <p:clrMapOvr>
    <a:masterClrMapping/>
  </p:clrMapOvr>
  <p:transition>
    <p:sndAc>
      <p:stSnd>
        <p:snd r:embed="rId1" name="click.wav"/>
      </p:stSnd>
    </p:sndAc>
  </p:transition>
</p:sldLayout>
</file>

<file path=ppt/slideLayouts/slideLayout85.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743606057"/>
      </p:ext>
    </p:extLst>
  </p:cSld>
  <p:clrMapOvr>
    <a:masterClrMapping/>
  </p:clrMapOvr>
  <p:transition>
    <p:sndAc>
      <p:stSnd>
        <p:snd r:embed="rId1" name="click.wav"/>
      </p:stSnd>
    </p:sndAc>
  </p:transition>
</p:sldLayout>
</file>

<file path=ppt/slideLayouts/slideLayout86.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9427717"/>
      </p:ext>
    </p:extLst>
  </p:cSld>
  <p:clrMapOvr>
    <a:masterClrMapping/>
  </p:clrMapOvr>
  <p:transition>
    <p:sndAc>
      <p:stSnd>
        <p:snd r:embed="rId1" name="click.wav"/>
      </p:stSnd>
    </p:sndAc>
  </p:transition>
</p:sldLayout>
</file>

<file path=ppt/slideLayouts/slideLayout8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488434800"/>
      </p:ext>
    </p:extLst>
  </p:cSld>
  <p:clrMapOvr>
    <a:masterClrMapping/>
  </p:clrMapOvr>
  <p:transition>
    <p:sndAc>
      <p:stSnd>
        <p:snd r:embed="rId1" name="click.wav"/>
      </p:stSnd>
    </p:sndAc>
  </p:transition>
</p:sldLayout>
</file>

<file path=ppt/slideLayouts/slideLayout88.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630658497"/>
      </p:ext>
    </p:extLst>
  </p:cSld>
  <p:clrMapOvr>
    <a:masterClrMapping/>
  </p:clrMapOvr>
  <p:transition>
    <p:sndAc>
      <p:stSnd>
        <p:snd r:embed="rId1" name="click.wav"/>
      </p:stSnd>
    </p:sndAc>
  </p:transition>
</p:sldLayout>
</file>

<file path=ppt/slideLayouts/slideLayout89.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268846901"/>
      </p:ext>
    </p:extLst>
  </p:cSld>
  <p:clrMapOvr>
    <a:masterClrMapping/>
  </p:clrMapOvr>
  <p:transition>
    <p:sndAc>
      <p:stSnd>
        <p:snd r:embed="rId1" name="click.wav"/>
      </p:stSnd>
    </p:sndAc>
  </p:transition>
</p:sldLayout>
</file>

<file path=ppt/slideLayouts/slideLayout90.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109822718"/>
      </p:ext>
    </p:extLst>
  </p:cSld>
  <p:clrMapOvr>
    <a:masterClrMapping/>
  </p:clrMapOvr>
  <p:transition>
    <p:sndAc>
      <p:stSnd>
        <p:snd r:embed="rId1" name="click.wav"/>
      </p:stSnd>
    </p:sndAc>
  </p:transition>
</p:sldLayout>
</file>

<file path=ppt/slideLayouts/slideLayout9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07335033"/>
      </p:ext>
    </p:extLst>
  </p:cSld>
  <p:clrMapOvr>
    <a:masterClrMapping/>
  </p:clrMapOvr>
  <p:transition>
    <p:sndAc>
      <p:stSnd>
        <p:snd r:embed="rId1" name="click.wav"/>
      </p:stSnd>
    </p:sndAc>
  </p:transition>
</p:sldLayout>
</file>

<file path=ppt/slideLayouts/slideLayout9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586721700"/>
      </p:ext>
    </p:extLst>
  </p:cSld>
  <p:clrMapOvr>
    <a:masterClrMapping/>
  </p:clrMapOvr>
  <p:transition>
    <p:sndAc>
      <p:stSnd>
        <p:snd r:embed="rId1" name="click.wav"/>
      </p:stSnd>
    </p:sndAc>
  </p:transition>
</p:sldLayout>
</file>

<file path=ppt/slideLayouts/slideLayout9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328012029"/>
      </p:ext>
    </p:extLst>
  </p:cSld>
  <p:clrMapOvr>
    <a:masterClrMapping/>
  </p:clrMapOvr>
  <p:transition>
    <p:sndAc>
      <p:stSnd>
        <p:snd r:embed="rId1" name="click.wav"/>
      </p:stSnd>
    </p:sndAc>
  </p:transition>
</p:sldLayout>
</file>

<file path=ppt/slideLayouts/slideLayout9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461434473"/>
      </p:ext>
    </p:extLst>
  </p:cSld>
  <p:clrMapOvr>
    <a:masterClrMapping/>
  </p:clrMapOvr>
  <p:transition>
    <p:sndAc>
      <p:stSnd>
        <p:snd r:embed="rId1" name="click.wav"/>
      </p:stSnd>
    </p:sndAc>
  </p:transition>
</p:sldLayout>
</file>

<file path=ppt/slideLayouts/slideLayout9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093639158"/>
      </p:ext>
    </p:extLst>
  </p:cSld>
  <p:clrMapOvr>
    <a:masterClrMapping/>
  </p:clrMapOvr>
  <p:transition>
    <p:sndAc>
      <p:stSnd>
        <p:snd r:embed="rId1" name="click.wav"/>
      </p:stSnd>
    </p:sndAc>
  </p:transition>
</p:sldLayout>
</file>

<file path=ppt/slideLayouts/slideLayout9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83145481"/>
      </p:ext>
    </p:extLst>
  </p:cSld>
  <p:clrMapOvr>
    <a:masterClrMapping/>
  </p:clrMapOvr>
  <p:transition>
    <p:sndAc>
      <p:stSnd>
        <p:snd r:embed="rId1" name="click.wav"/>
      </p:stSnd>
    </p:sndAc>
  </p:transition>
</p:sldLayout>
</file>

<file path=ppt/slideLayouts/slideLayout9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226803515"/>
      </p:ext>
    </p:extLst>
  </p:cSld>
  <p:clrMapOvr>
    <a:masterClrMapping/>
  </p:clrMapOvr>
  <p:transition>
    <p:sndAc>
      <p:stSnd>
        <p:snd r:embed="rId1" name="click.wav"/>
      </p:stSnd>
    </p:sndAc>
  </p:transition>
</p:sldLayout>
</file>

<file path=ppt/slideLayouts/slideLayout9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5366165"/>
      </p:ext>
    </p:extLst>
  </p:cSld>
  <p:clrMapOvr>
    <a:masterClrMapping/>
  </p:clrMapOvr>
  <p:transition>
    <p:sndAc>
      <p:stSnd>
        <p:snd r:embed="rId1" name="click.wav"/>
      </p:stSnd>
    </p:sndAc>
  </p:transition>
</p:sldLayout>
</file>

<file path=ppt/slideLayouts/slideLayout9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535448282"/>
      </p:ext>
    </p:extLst>
  </p:cSld>
  <p:clrMapOvr>
    <a:masterClrMapping/>
  </p:clrMapOvr>
  <p:transition>
    <p:sndAc>
      <p:stSnd>
        <p:snd r:embed="rId1" name="click.wav"/>
      </p:stSnd>
    </p:sndAc>
  </p:transition>
</p:sldLayout>
</file>

<file path=ppt/slideLayouts/slideLayout10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095563674"/>
      </p:ext>
    </p:extLst>
  </p:cSld>
  <p:clrMapOvr>
    <a:masterClrMapping/>
  </p:clrMapOvr>
  <p:transition>
    <p:sndAc>
      <p:stSnd>
        <p:snd r:embed="rId1" name="click.wav"/>
      </p:stSnd>
    </p:sndAc>
  </p:transition>
</p:sldLayout>
</file>

<file path=ppt/slideLayouts/slideLayout101.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60918910"/>
      </p:ext>
    </p:extLst>
  </p:cSld>
  <p:clrMapOvr>
    <a:masterClrMapping/>
  </p:clrMapOvr>
  <p:transition>
    <p:sndAc>
      <p:stSnd>
        <p:snd r:embed="rId1" name="click.wav"/>
      </p:stSnd>
    </p:sndAc>
  </p:transition>
</p:sldLayout>
</file>

<file path=ppt/slideLayouts/slideLayout10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76465437"/>
      </p:ext>
    </p:extLst>
  </p:cSld>
  <p:clrMapOvr>
    <a:masterClrMapping/>
  </p:clrMapOvr>
  <p:transition>
    <p:sndAc>
      <p:stSnd>
        <p:snd r:embed="rId1" name="click.wav"/>
      </p:stSnd>
    </p:sndAc>
  </p:transition>
</p:sldLayout>
</file>

<file path=ppt/slideLayouts/slideLayout10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01326388"/>
      </p:ext>
    </p:extLst>
  </p:cSld>
  <p:clrMapOvr>
    <a:masterClrMapping/>
  </p:clrMapOvr>
  <p:transition>
    <p:sndAc>
      <p:stSnd>
        <p:snd r:embed="rId1" name="click.wav"/>
      </p:stSnd>
    </p:sndAc>
  </p:transition>
</p:sldLayout>
</file>

<file path=ppt/slideLayouts/slideLayout10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86057598"/>
      </p:ext>
    </p:extLst>
  </p:cSld>
  <p:clrMapOvr>
    <a:masterClrMapping/>
  </p:clrMapOvr>
  <p:transition>
    <p:sndAc>
      <p:stSnd>
        <p:snd r:embed="rId1" name="click.wav"/>
      </p:stSnd>
    </p:sndAc>
  </p:transition>
</p:sldLayout>
</file>

<file path=ppt/slideLayouts/slideLayout10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53603133"/>
      </p:ext>
    </p:extLst>
  </p:cSld>
  <p:clrMapOvr>
    <a:masterClrMapping/>
  </p:clrMapOvr>
  <p:transition>
    <p:sndAc>
      <p:stSnd>
        <p:snd r:embed="rId1" name="click.wav"/>
      </p:stSnd>
    </p:sndAc>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571658195"/>
      </p:ext>
    </p:extLst>
  </p:cSld>
  <p:clrMapOvr>
    <a:masterClrMapping/>
  </p:clrMapOvr>
  <p:transition>
    <p:sndAc>
      <p:stSnd>
        <p:snd r:embed="rId1" name="click.wav"/>
      </p:stSnd>
    </p:sndAc>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68121723"/>
      </p:ext>
    </p:extLst>
  </p:cSld>
  <p:clrMapOvr>
    <a:masterClrMapping/>
  </p:clrMapOvr>
  <p:transition>
    <p:sndAc>
      <p:stSnd>
        <p:snd r:embed="rId1" name="click.wav"/>
      </p:stSnd>
    </p:sndAc>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454667162"/>
      </p:ext>
    </p:extLst>
  </p:cSld>
  <p:clrMapOvr>
    <a:masterClrMapping/>
  </p:clrMapOvr>
  <p:transition>
    <p:sndAc>
      <p:stSnd>
        <p:snd r:embed="rId1" name="click.wav"/>
      </p:stSnd>
    </p:sndAc>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3827590"/>
      </p:ext>
    </p:extLst>
  </p:cSld>
  <p:clrMapOvr>
    <a:masterClrMapping/>
  </p:clrMapOvr>
  <p:transition>
    <p:sndAc>
      <p:stSnd>
        <p:snd r:embed="rId1" name="click.wav"/>
      </p:stSnd>
    </p:sndAc>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341031474"/>
      </p:ext>
    </p:extLst>
  </p:cSld>
  <p:clrMapOvr>
    <a:masterClrMapping/>
  </p:clrMapOvr>
  <p:transition>
    <p:sndAc>
      <p:stSnd>
        <p:snd r:embed="rId1" name="click.wav"/>
      </p:stSnd>
    </p:sndAc>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774650275"/>
      </p:ext>
    </p:extLst>
  </p:cSld>
  <p:clrMapOvr>
    <a:masterClrMapping/>
  </p:clrMapOvr>
  <p:transition>
    <p:sndAc>
      <p:stSnd>
        <p:snd r:embed="rId1" name="click.wav"/>
      </p:stSnd>
    </p:sndAc>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9184944"/>
      </p:ext>
    </p:extLst>
  </p:cSld>
  <p:clrMapOvr>
    <a:masterClrMapping/>
  </p:clrMapOvr>
  <p:transition>
    <p:sndAc>
      <p:stSnd>
        <p:snd r:embed="rId1" name="click.wav"/>
      </p:stSnd>
    </p:sndAc>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12670965"/>
      </p:ext>
    </p:extLst>
  </p:cSld>
  <p:clrMapOvr>
    <a:masterClrMapping/>
  </p:clrMapOvr>
  <p:transition>
    <p:sndAc>
      <p:stSnd>
        <p:snd r:embed="rId1" name="click.wav"/>
      </p:stSnd>
    </p:sndAc>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6"/>
            <a:ext cx="7772400" cy="1470025"/>
          </a:xfrm>
          <a:prstGeom prst="rect">
            <a:avLst/>
          </a:prstGeom>
        </p:spPr>
        <p:txBody>
          <a:bodyPr rtlCol="1"/>
          <a:lstStyle/>
          <a:p>
            <a:pPr rtl="1"/>
            <a:r>
              <a:rPr lang="ar"/>
              <a:t>Click to edit Master title style</a:t>
            </a:r>
            <a:endParaRPr lang="en-GB"/>
          </a:p>
        </p:txBody>
      </p:sp>
      <p:sp>
        <p:nvSpPr>
          <p:cNvPr id="3" name="Subtitle 2"/>
          <p:cNvSpPr>
            <a:spLocks noGrp="1"/>
          </p:cNvSpPr>
          <p:nvPr>
            <p:ph type="subTitle" idx="1"/>
          </p:nvPr>
        </p:nvSpPr>
        <p:spPr>
          <a:xfrm>
            <a:off x="1371600" y="3886200"/>
            <a:ext cx="6400800" cy="1752600"/>
          </a:xfrm>
          <a:prstGeom prst="rect">
            <a:avLst/>
          </a:prstGeom>
        </p:spPr>
        <p:txBody>
          <a:bodyPr rtlCol="1"/>
          <a:lstStyle>
            <a:lvl1pPr marL="0" indent="0" algn="ctr" rtl="1">
              <a:buNone/>
              <a:defRPr/>
            </a:lvl1pPr>
            <a:lvl2pPr marL="457200" indent="0" algn="ctr" rtl="1">
              <a:buNone/>
              <a:defRPr/>
            </a:lvl2pPr>
            <a:lvl3pPr marL="914400" indent="0" algn="ctr" rtl="1">
              <a:buNone/>
              <a:defRPr/>
            </a:lvl3pPr>
            <a:lvl4pPr marL="1371600" indent="0" algn="ctr" rtl="1">
              <a:buNone/>
              <a:defRPr/>
            </a:lvl4pPr>
            <a:lvl5pPr marL="1828800" indent="0" algn="ctr" rtl="1">
              <a:buNone/>
              <a:defRPr/>
            </a:lvl5pPr>
            <a:lvl6pPr marL="2286000" indent="0" algn="ctr" rtl="1">
              <a:buNone/>
              <a:defRPr/>
            </a:lvl6pPr>
            <a:lvl7pPr marL="2743200" indent="0" algn="ctr" rtl="1">
              <a:buNone/>
              <a:defRPr/>
            </a:lvl7pPr>
            <a:lvl8pPr marL="3200400" indent="0" algn="ctr" rtl="1">
              <a:buNone/>
              <a:defRPr/>
            </a:lvl8pPr>
            <a:lvl9pPr marL="3657600" indent="0" algn="ctr" rtl="1">
              <a:buNone/>
              <a:defRPr/>
            </a:lvl9pPr>
          </a:lstStyle>
          <a:p>
            <a:pPr rtl="1"/>
            <a:r>
              <a:rPr lang="ar"/>
              <a:t>Click to edit Master subtitle style</a:t>
            </a:r>
            <a:endParaRPr lang="en-GB" dirty="0"/>
          </a:p>
        </p:txBody>
      </p:sp>
      <p:sp>
        <p:nvSpPr>
          <p:cNvPr id="4" name="Footer Placeholder 4">
            <a:extLst>
              <a:ext uri="{FF2B5EF4-FFF2-40B4-BE49-F238E27FC236}">
                <a16:creationId xmlns:a16="http://schemas.microsoft.com/office/drawing/2014/main" id="{3A0305BB-39CB-2010-297C-4A457FC45F9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4126593935"/>
      </p:ext>
    </p:extLst>
  </p:cSld>
  <p:clrMapOvr>
    <a:masterClrMapping/>
  </p:clrMapOvr>
  <p:transition>
    <p:sndAc>
      <p:stSnd>
        <p:snd r:embed="rId1" name="click.wav"/>
      </p:stSnd>
    </p:sndAc>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idx="1"/>
          </p:nvPr>
        </p:nvSpPr>
        <p:spPr>
          <a:xfrm>
            <a:off x="468314" y="2196000"/>
            <a:ext cx="8207375" cy="3878436"/>
          </a:xfrm>
          <a:prstGeom prst="rect">
            <a:avLst/>
          </a:prstGeom>
        </p:spPr>
        <p:txBody>
          <a:bodyPr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1A7AFBE-AB6C-ABC5-09E7-9F4EA3B9541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653959227"/>
      </p:ext>
    </p:extLst>
  </p:cSld>
  <p:clrMapOvr>
    <a:masterClrMapping/>
  </p:clrMapOvr>
  <p:transition>
    <p:sndAc>
      <p:stSnd>
        <p:snd r:embed="rId1" name="click.wav"/>
      </p:stSnd>
    </p:sndAc>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a:prstGeom prst="rect">
            <a:avLst/>
          </a:prstGeom>
        </p:spPr>
        <p:txBody>
          <a:bodyPr rtlCol="1" anchor="t"/>
          <a:lstStyle>
            <a:lvl1pPr algn="r" rtl="1">
              <a:defRPr sz="4000" b="1" cap="all"/>
            </a:lvl1pPr>
          </a:lstStyle>
          <a:p>
            <a:pPr rtl="1"/>
            <a:r>
              <a:rPr lang="ar"/>
              <a:t>Click to edit Master title style</a:t>
            </a:r>
            <a:endParaRPr lang="en-GB"/>
          </a:p>
        </p:txBody>
      </p:sp>
      <p:sp>
        <p:nvSpPr>
          <p:cNvPr id="3" name="Text Placeholder 2"/>
          <p:cNvSpPr>
            <a:spLocks noGrp="1"/>
          </p:cNvSpPr>
          <p:nvPr>
            <p:ph type="body" idx="1"/>
          </p:nvPr>
        </p:nvSpPr>
        <p:spPr>
          <a:xfrm>
            <a:off x="722313" y="2906714"/>
            <a:ext cx="7772400" cy="1500187"/>
          </a:xfrm>
          <a:prstGeom prst="rect">
            <a:avLst/>
          </a:prstGeom>
        </p:spPr>
        <p:txBody>
          <a:bodyPr rtlCol="1" anchor="b"/>
          <a:lstStyle>
            <a:lvl1pPr marL="0" indent="0" algn="r" rtl="1">
              <a:buNone/>
              <a:defRPr sz="2000"/>
            </a:lvl1pPr>
            <a:lvl2pPr marL="457200" indent="0" algn="r" rtl="1">
              <a:buNone/>
              <a:defRPr sz="1800"/>
            </a:lvl2pPr>
            <a:lvl3pPr marL="914400" indent="0" algn="r" rtl="1">
              <a:buNone/>
              <a:defRPr sz="1600"/>
            </a:lvl3pPr>
            <a:lvl4pPr marL="1371600" indent="0" algn="r" rtl="1">
              <a:buNone/>
              <a:defRPr sz="1400"/>
            </a:lvl4pPr>
            <a:lvl5pPr marL="1828800" indent="0" algn="r" rtl="1">
              <a:buNone/>
              <a:defRPr sz="1400"/>
            </a:lvl5pPr>
            <a:lvl6pPr marL="2286000" indent="0" algn="r" rtl="1">
              <a:buNone/>
              <a:defRPr sz="1400"/>
            </a:lvl6pPr>
            <a:lvl7pPr marL="2743200" indent="0" algn="r" rtl="1">
              <a:buNone/>
              <a:defRPr sz="1400"/>
            </a:lvl7pPr>
            <a:lvl8pPr marL="3200400" indent="0" algn="r" rtl="1">
              <a:buNone/>
              <a:defRPr sz="1400"/>
            </a:lvl8pPr>
            <a:lvl9pPr marL="3657600" indent="0" algn="r" rtl="1">
              <a:buNone/>
              <a:defRPr sz="1400"/>
            </a:lvl9pPr>
          </a:lstStyle>
          <a:p>
            <a:pPr lvl="0" rtl="1"/>
            <a:r>
              <a:rPr lang="ar"/>
              <a:t>Click to edit Master text styles</a:t>
            </a:r>
          </a:p>
        </p:txBody>
      </p:sp>
      <p:sp>
        <p:nvSpPr>
          <p:cNvPr id="4" name="Footer Placeholder 4">
            <a:extLst>
              <a:ext uri="{FF2B5EF4-FFF2-40B4-BE49-F238E27FC236}">
                <a16:creationId xmlns:a16="http://schemas.microsoft.com/office/drawing/2014/main" id="{C2AEDFE9-EE41-D362-E546-E91D5FC64E7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950943351"/>
      </p:ext>
    </p:extLst>
  </p:cSld>
  <p:clrMapOvr>
    <a:masterClrMapping/>
  </p:clrMapOvr>
  <p:transition>
    <p:sndAc>
      <p:stSnd>
        <p:snd r:embed="rId1" name="click.wav"/>
      </p:stSnd>
    </p:sndAc>
  </p:transition>
</p:sldLayout>
</file>

<file path=ppt/slideLayouts/slideLayout11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Content Placeholder 2"/>
          <p:cNvSpPr>
            <a:spLocks noGrp="1"/>
          </p:cNvSpPr>
          <p:nvPr>
            <p:ph sz="half" idx="1"/>
          </p:nvPr>
        </p:nvSpPr>
        <p:spPr>
          <a:xfrm>
            <a:off x="468314" y="2196001"/>
            <a:ext cx="4027487"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Content Placeholder 3"/>
          <p:cNvSpPr>
            <a:spLocks noGrp="1"/>
          </p:cNvSpPr>
          <p:nvPr>
            <p:ph sz="half" idx="2"/>
          </p:nvPr>
        </p:nvSpPr>
        <p:spPr>
          <a:xfrm>
            <a:off x="4648200" y="2196001"/>
            <a:ext cx="4027488" cy="4024100"/>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800"/>
            </a:lvl6pPr>
            <a:lvl7pPr algn="r" rtl="1">
              <a:defRPr sz="1800"/>
            </a:lvl7pPr>
            <a:lvl8pPr algn="r" rtl="1">
              <a:defRPr sz="1800"/>
            </a:lvl8pPr>
            <a:lvl9pPr algn="r" rtl="1">
              <a:defRPr sz="18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AF7984-8BB0-8F53-E778-52A2BBF7CCE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3437093022"/>
      </p:ext>
    </p:extLst>
  </p:cSld>
  <p:clrMapOvr>
    <a:masterClrMapping/>
  </p:clrMapOvr>
  <p:transition>
    <p:sndAc>
      <p:stSnd>
        <p:snd r:embed="rId1" name="click.wav"/>
      </p:stSnd>
    </p:sndAc>
  </p:transition>
</p:sldLayout>
</file>

<file path=ppt/slideLayouts/slideLayout11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7" name="Picture 5" descr="Always Learning">
            <a:extLst>
              <a:ext uri="{FF2B5EF4-FFF2-40B4-BE49-F238E27FC236}">
                <a16:creationId xmlns:a16="http://schemas.microsoft.com/office/drawing/2014/main" id="{69FE8684-BE61-3A81-0CF1-F705B2D28649}"/>
              </a:ext>
            </a:extLst>
          </p:cNvPr>
          <p:cNvPicPr>
            <a:picLocks noChangeAspect="1" noChangeArrowheads="1"/>
          </p:cNvPicPr>
          <p:nvPr userDrawn="1"/>
        </p:nvPicPr>
        <p:blipFill>
          <a:blip r:embed="rId3"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a:xfrm>
            <a:off x="457200" y="1195200"/>
            <a:ext cx="8229600" cy="864000"/>
          </a:xfrm>
          <a:prstGeom prst="rect">
            <a:avLst/>
          </a:prstGeom>
        </p:spPr>
        <p:txBody>
          <a:bodyPr rtlCol="1"/>
          <a:lstStyle>
            <a:lvl1pPr algn="r" rtl="1">
              <a:defRPr/>
            </a:lvl1pPr>
          </a:lstStyle>
          <a:p>
            <a:pPr rtl="1"/>
            <a:r>
              <a:rPr lang="ar"/>
              <a:t>Click to edit Master title style</a:t>
            </a:r>
            <a:endParaRPr lang="en-GB"/>
          </a:p>
        </p:txBody>
      </p:sp>
      <p:sp>
        <p:nvSpPr>
          <p:cNvPr id="3" name="Text Placeholder 2"/>
          <p:cNvSpPr>
            <a:spLocks noGrp="1"/>
          </p:cNvSpPr>
          <p:nvPr>
            <p:ph type="body" idx="1"/>
          </p:nvPr>
        </p:nvSpPr>
        <p:spPr>
          <a:xfrm>
            <a:off x="457201" y="2196000"/>
            <a:ext cx="4040188"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4" name="Content Placeholder 3"/>
          <p:cNvSpPr>
            <a:spLocks noGrp="1"/>
          </p:cNvSpPr>
          <p:nvPr>
            <p:ph sz="half" idx="2"/>
          </p:nvPr>
        </p:nvSpPr>
        <p:spPr>
          <a:xfrm>
            <a:off x="457201" y="2932602"/>
            <a:ext cx="4040188"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Text Placeholder 4"/>
          <p:cNvSpPr>
            <a:spLocks noGrp="1"/>
          </p:cNvSpPr>
          <p:nvPr>
            <p:ph type="body" sz="quarter" idx="3"/>
          </p:nvPr>
        </p:nvSpPr>
        <p:spPr>
          <a:xfrm>
            <a:off x="4645026" y="2196000"/>
            <a:ext cx="4041775" cy="639762"/>
          </a:xfrm>
          <a:prstGeom prst="rect">
            <a:avLst/>
          </a:prstGeom>
        </p:spPr>
        <p:txBody>
          <a:bodyPr rtlCol="1" anchor="b"/>
          <a:lstStyle>
            <a:lvl1pPr marL="0" indent="0" algn="r" rtl="1">
              <a:buNone/>
              <a:defRPr sz="2400" b="1"/>
            </a:lvl1pPr>
            <a:lvl2pPr marL="457200" indent="0" algn="r" rtl="1">
              <a:buNone/>
              <a:defRPr sz="2000" b="1"/>
            </a:lvl2pPr>
            <a:lvl3pPr marL="914400" indent="0" algn="r" rtl="1">
              <a:buNone/>
              <a:defRPr sz="1800" b="1"/>
            </a:lvl3pPr>
            <a:lvl4pPr marL="1371600" indent="0" algn="r" rtl="1">
              <a:buNone/>
              <a:defRPr sz="1600" b="1"/>
            </a:lvl4pPr>
            <a:lvl5pPr marL="1828800" indent="0" algn="r" rtl="1">
              <a:buNone/>
              <a:defRPr sz="1600" b="1"/>
            </a:lvl5pPr>
            <a:lvl6pPr marL="2286000" indent="0" algn="r" rtl="1">
              <a:buNone/>
              <a:defRPr sz="1600" b="1"/>
            </a:lvl6pPr>
            <a:lvl7pPr marL="2743200" indent="0" algn="r" rtl="1">
              <a:buNone/>
              <a:defRPr sz="1600" b="1"/>
            </a:lvl7pPr>
            <a:lvl8pPr marL="3200400" indent="0" algn="r" rtl="1">
              <a:buNone/>
              <a:defRPr sz="1600" b="1"/>
            </a:lvl8pPr>
            <a:lvl9pPr marL="3657600" indent="0" algn="r" rtl="1">
              <a:buNone/>
              <a:defRPr sz="1600" b="1"/>
            </a:lvl9pPr>
          </a:lstStyle>
          <a:p>
            <a:pPr lvl="0" rtl="1"/>
            <a:r>
              <a:rPr lang="ar"/>
              <a:t>Click to edit Master text styles</a:t>
            </a:r>
          </a:p>
        </p:txBody>
      </p:sp>
      <p:sp>
        <p:nvSpPr>
          <p:cNvPr id="6" name="Content Placeholder 5"/>
          <p:cNvSpPr>
            <a:spLocks noGrp="1"/>
          </p:cNvSpPr>
          <p:nvPr>
            <p:ph sz="quarter" idx="4"/>
          </p:nvPr>
        </p:nvSpPr>
        <p:spPr>
          <a:xfrm>
            <a:off x="4645026" y="2932602"/>
            <a:ext cx="4041775" cy="3193562"/>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1600"/>
            </a:lvl6pPr>
            <a:lvl7pPr algn="r" rtl="1">
              <a:defRPr sz="1600"/>
            </a:lvl7pPr>
            <a:lvl8pPr algn="r" rtl="1">
              <a:defRPr sz="1600"/>
            </a:lvl8pPr>
            <a:lvl9pPr algn="r" rtl="1">
              <a:defRPr sz="16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8" name="Footer Placeholder 4">
            <a:extLst>
              <a:ext uri="{FF2B5EF4-FFF2-40B4-BE49-F238E27FC236}">
                <a16:creationId xmlns:a16="http://schemas.microsoft.com/office/drawing/2014/main" id="{E3831A3E-361F-60E1-197E-146246D76DC5}"/>
              </a:ext>
            </a:extLst>
          </p:cNvPr>
          <p:cNvSpPr>
            <a:spLocks noGrp="1" noChangeArrowheads="1"/>
          </p:cNvSpPr>
          <p:nvPr>
            <p:ph type="ftr" sz="quarter" idx="10"/>
          </p:nvPr>
        </p:nvSpPr>
        <p:spPr/>
        <p:txBody>
          <a:bodyPr rtlCol="1"/>
          <a:lstStyle>
            <a:lvl1pPr algn="r" rtl="1">
              <a:spcBef>
                <a:spcPct val="0"/>
              </a:spcBef>
              <a:buFontTx/>
              <a:buNone/>
              <a:defRPr sz="1800">
                <a:solidFill>
                  <a:schemeClr val="tx1"/>
                </a:solidFill>
                <a:latin typeface="Sakkal Majalla" panose="02000000000000000000" pitchFamily="2" charset="-78"/>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094167900"/>
      </p:ext>
    </p:extLst>
  </p:cSld>
  <p:clrMapOvr>
    <a:masterClrMapping/>
  </p:clrMapOvr>
  <p:transition>
    <p:sndAc>
      <p:stSnd>
        <p:snd r:embed="rId1" name="click.wav"/>
      </p:stSnd>
    </p:sndAc>
  </p:transition>
</p:sldLayout>
</file>

<file path=ppt/slideLayouts/slideLayout11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Footer Placeholder 4">
            <a:extLst>
              <a:ext uri="{FF2B5EF4-FFF2-40B4-BE49-F238E27FC236}">
                <a16:creationId xmlns:a16="http://schemas.microsoft.com/office/drawing/2014/main" id="{1C6F868A-32BB-A111-C404-483CD1832E0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725762673"/>
      </p:ext>
    </p:extLst>
  </p:cSld>
  <p:clrMapOvr>
    <a:masterClrMapping/>
  </p:clrMapOvr>
  <p:transition>
    <p:sndAc>
      <p:stSnd>
        <p:snd r:embed="rId1" name="click.wav"/>
      </p:stSnd>
    </p:sndAc>
  </p:transition>
</p:sldLayout>
</file>

<file path=ppt/slideLayouts/slideLayout1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Footer Placeholder 4">
            <a:extLst>
              <a:ext uri="{FF2B5EF4-FFF2-40B4-BE49-F238E27FC236}">
                <a16:creationId xmlns:a16="http://schemas.microsoft.com/office/drawing/2014/main" id="{EC02FC38-AE3B-EFB4-D55D-0A5C97BB6371}"/>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37380344"/>
      </p:ext>
    </p:extLst>
  </p:cSld>
  <p:clrMapOvr>
    <a:masterClrMapping/>
  </p:clrMapOvr>
  <p:transition>
    <p:sndAc>
      <p:stSnd>
        <p:snd r:embed="rId1" name="click.wav"/>
      </p:stSnd>
    </p:sndAc>
  </p:transition>
</p:sldLayout>
</file>

<file path=ppt/slideLayouts/slideLayout1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1195200"/>
            <a:ext cx="3008313" cy="86564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457201" y="2132857"/>
            <a:ext cx="3008313" cy="399330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3" name="Content Placeholder 2"/>
          <p:cNvSpPr>
            <a:spLocks noGrp="1"/>
          </p:cNvSpPr>
          <p:nvPr>
            <p:ph idx="1"/>
          </p:nvPr>
        </p:nvSpPr>
        <p:spPr>
          <a:xfrm>
            <a:off x="3575050" y="1195201"/>
            <a:ext cx="5111751" cy="4785395"/>
          </a:xfrm>
          <a:prstGeom prst="rect">
            <a:avLst/>
          </a:prstGeom>
        </p:spPr>
        <p:txBody>
          <a:bodyPr rtlCol="1"/>
          <a:lstStyle>
            <a:lvl1pPr algn="r" rtl="1">
              <a:buFont typeface="Wingdings" pitchFamily="2" charset="2"/>
              <a:buChar char="§"/>
              <a:defRPr sz="2400">
                <a:latin typeface="Sakkal Majalla" panose="02000000000000000000" pitchFamily="2" charset="-78"/>
                <a:cs typeface="Sakkal Majalla" panose="02000000000000000000" pitchFamily="2" charset="-78"/>
              </a:defRPr>
            </a:lvl1pPr>
            <a:lvl2pPr algn="r" rtl="1">
              <a:buFont typeface="Wingdings" pitchFamily="2" charset="2"/>
              <a:buChar char="§"/>
              <a:defRPr sz="2400">
                <a:latin typeface="Sakkal Majalla" panose="02000000000000000000" pitchFamily="2" charset="-78"/>
                <a:cs typeface="Sakkal Majalla" panose="02000000000000000000" pitchFamily="2" charset="-78"/>
              </a:defRPr>
            </a:lvl2pPr>
            <a:lvl3pPr algn="r" rtl="1">
              <a:buFont typeface="Wingdings" pitchFamily="2" charset="2"/>
              <a:buChar char="§"/>
              <a:defRPr sz="2400">
                <a:latin typeface="Sakkal Majalla" panose="02000000000000000000" pitchFamily="2" charset="-78"/>
                <a:cs typeface="Sakkal Majalla" panose="02000000000000000000" pitchFamily="2" charset="-78"/>
              </a:defRPr>
            </a:lvl3pPr>
            <a:lvl4pPr algn="r" rtl="1">
              <a:buFont typeface="Wingdings" pitchFamily="2" charset="2"/>
              <a:buChar char="§"/>
              <a:defRPr sz="2400">
                <a:latin typeface="Sakkal Majalla" panose="02000000000000000000" pitchFamily="2" charset="-78"/>
                <a:cs typeface="Sakkal Majalla" panose="02000000000000000000" pitchFamily="2" charset="-78"/>
              </a:defRPr>
            </a:lvl4pPr>
            <a:lvl5pPr algn="r" rtl="1">
              <a:buFont typeface="Wingdings" pitchFamily="2" charset="2"/>
              <a:buChar char="§"/>
              <a:defRPr sz="2400">
                <a:latin typeface="Sakkal Majalla" panose="02000000000000000000" pitchFamily="2" charset="-78"/>
                <a:cs typeface="Sakkal Majalla" panose="02000000000000000000" pitchFamily="2" charset="-78"/>
              </a:defRPr>
            </a:lvl5pPr>
            <a:lvl6pPr algn="r" rtl="1">
              <a:defRPr sz="2000"/>
            </a:lvl6pPr>
            <a:lvl7pPr algn="r" rtl="1">
              <a:defRPr sz="2000"/>
            </a:lvl7pPr>
            <a:lvl8pPr algn="r" rtl="1">
              <a:defRPr sz="2000"/>
            </a:lvl8pPr>
            <a:lvl9pPr algn="r" rtl="1">
              <a:defRPr sz="2000"/>
            </a:lvl9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5" name="Footer Placeholder 4">
            <a:extLst>
              <a:ext uri="{FF2B5EF4-FFF2-40B4-BE49-F238E27FC236}">
                <a16:creationId xmlns:a16="http://schemas.microsoft.com/office/drawing/2014/main" id="{4C26848C-3864-D4D5-F394-E8115F32BACC}"/>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871960959"/>
      </p:ext>
    </p:extLst>
  </p:cSld>
  <p:clrMapOvr>
    <a:masterClrMapping/>
  </p:clrMapOvr>
  <p:transition>
    <p:sndAc>
      <p:stSnd>
        <p:snd r:embed="rId1" name="click.wav"/>
      </p:stSnd>
    </p:sndAc>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792288" y="1196752"/>
            <a:ext cx="5486400" cy="3530823"/>
          </a:xfrm>
          <a:prstGeom prst="rect">
            <a:avLst/>
          </a:prstGeom>
        </p:spPr>
        <p:txBody>
          <a:bodyPr rtlCol="1">
            <a:normAutofit/>
          </a:bodyPr>
          <a:lstStyle>
            <a:lvl1pPr marL="0" indent="0" algn="r" rtl="1">
              <a:buNone/>
              <a:defRPr sz="3200"/>
            </a:lvl1pPr>
            <a:lvl2pPr marL="457200" indent="0" algn="r" rtl="1">
              <a:buNone/>
              <a:defRPr sz="2800"/>
            </a:lvl2pPr>
            <a:lvl3pPr marL="914400" indent="0" algn="r" rtl="1">
              <a:buNone/>
              <a:defRPr sz="2400"/>
            </a:lvl3pPr>
            <a:lvl4pPr marL="1371600" indent="0" algn="r" rtl="1">
              <a:buNone/>
              <a:defRPr sz="2000"/>
            </a:lvl4pPr>
            <a:lvl5pPr marL="1828800" indent="0" algn="r" rtl="1">
              <a:buNone/>
              <a:defRPr sz="2000"/>
            </a:lvl5pPr>
            <a:lvl6pPr marL="2286000" indent="0" algn="r" rtl="1">
              <a:buNone/>
              <a:defRPr sz="2000"/>
            </a:lvl6pPr>
            <a:lvl7pPr marL="2743200" indent="0" algn="r" rtl="1">
              <a:buNone/>
              <a:defRPr sz="2000"/>
            </a:lvl7pPr>
            <a:lvl8pPr marL="3200400" indent="0" algn="r" rtl="1">
              <a:buNone/>
              <a:defRPr sz="2000"/>
            </a:lvl8pPr>
            <a:lvl9pPr marL="3657600" indent="0" algn="r" rtl="1">
              <a:buNone/>
              <a:defRPr sz="2000"/>
            </a:lvl9pPr>
          </a:lstStyle>
          <a:p>
            <a:pPr lvl="0" rtl="1"/>
            <a:endParaRPr lang="en-GB" noProof="0" dirty="0"/>
          </a:p>
        </p:txBody>
      </p:sp>
      <p:sp>
        <p:nvSpPr>
          <p:cNvPr id="2" name="Title 1"/>
          <p:cNvSpPr>
            <a:spLocks noGrp="1"/>
          </p:cNvSpPr>
          <p:nvPr>
            <p:ph type="title"/>
          </p:nvPr>
        </p:nvSpPr>
        <p:spPr>
          <a:xfrm>
            <a:off x="1792288" y="4800601"/>
            <a:ext cx="5486400" cy="566738"/>
          </a:xfrm>
          <a:prstGeom prst="rect">
            <a:avLst/>
          </a:prstGeom>
        </p:spPr>
        <p:txBody>
          <a:bodyPr rtlCol="1" anchor="b"/>
          <a:lstStyle>
            <a:lvl1pPr algn="r" rtl="1">
              <a:defRPr sz="2000" b="1"/>
            </a:lvl1pPr>
          </a:lstStyle>
          <a:p>
            <a:pPr rtl="1"/>
            <a:r>
              <a:rPr lang="ar"/>
              <a:t>Click to edit Master title style</a:t>
            </a:r>
            <a:endParaRPr lang="en-GB" dirty="0"/>
          </a:p>
        </p:txBody>
      </p:sp>
      <p:sp>
        <p:nvSpPr>
          <p:cNvPr id="4" name="Text Placeholder 3"/>
          <p:cNvSpPr>
            <a:spLocks noGrp="1"/>
          </p:cNvSpPr>
          <p:nvPr>
            <p:ph type="body" sz="half" idx="2"/>
          </p:nvPr>
        </p:nvSpPr>
        <p:spPr>
          <a:xfrm>
            <a:off x="1792288" y="5440363"/>
            <a:ext cx="5486400" cy="731837"/>
          </a:xfrm>
          <a:prstGeom prst="rect">
            <a:avLst/>
          </a:prstGeom>
        </p:spPr>
        <p:txBody>
          <a:bodyPr rtlCol="1"/>
          <a:lstStyle>
            <a:lvl1pPr marL="0" indent="0" algn="r" rtl="1">
              <a:buNone/>
              <a:defRPr sz="1400"/>
            </a:lvl1pPr>
            <a:lvl2pPr marL="457200" indent="0" algn="r" rtl="1">
              <a:buNone/>
              <a:defRPr sz="1200"/>
            </a:lvl2pPr>
            <a:lvl3pPr marL="914400" indent="0" algn="r" rtl="1">
              <a:buNone/>
              <a:defRPr sz="1000"/>
            </a:lvl3pPr>
            <a:lvl4pPr marL="1371600" indent="0" algn="r" rtl="1">
              <a:buNone/>
              <a:defRPr sz="900"/>
            </a:lvl4pPr>
            <a:lvl5pPr marL="1828800" indent="0" algn="r" rtl="1">
              <a:buNone/>
              <a:defRPr sz="900"/>
            </a:lvl5pPr>
            <a:lvl6pPr marL="2286000" indent="0" algn="r" rtl="1">
              <a:buNone/>
              <a:defRPr sz="900"/>
            </a:lvl6pPr>
            <a:lvl7pPr marL="2743200" indent="0" algn="r" rtl="1">
              <a:buNone/>
              <a:defRPr sz="900"/>
            </a:lvl7pPr>
            <a:lvl8pPr marL="3200400" indent="0" algn="r" rtl="1">
              <a:buNone/>
              <a:defRPr sz="900"/>
            </a:lvl8pPr>
            <a:lvl9pPr marL="3657600" indent="0" algn="r" rtl="1">
              <a:buNone/>
              <a:defRPr sz="900"/>
            </a:lvl9pPr>
          </a:lstStyle>
          <a:p>
            <a:pPr lvl="0" rtl="1"/>
            <a:r>
              <a:rPr lang="ar"/>
              <a:t>Click to edit Master text styles</a:t>
            </a:r>
          </a:p>
        </p:txBody>
      </p:sp>
      <p:sp>
        <p:nvSpPr>
          <p:cNvPr id="5" name="Footer Placeholder 4">
            <a:extLst>
              <a:ext uri="{FF2B5EF4-FFF2-40B4-BE49-F238E27FC236}">
                <a16:creationId xmlns:a16="http://schemas.microsoft.com/office/drawing/2014/main" id="{3632E2FE-4AF5-990F-FA9F-82F73DAD8F6E}"/>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229628512"/>
      </p:ext>
    </p:extLst>
  </p:cSld>
  <p:clrMapOvr>
    <a:masterClrMapping/>
  </p:clrMapOvr>
  <p:transition>
    <p:sndAc>
      <p:stSnd>
        <p:snd r:embed="rId1" name="click.wav"/>
      </p:stSnd>
    </p:sndAc>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dirty="0"/>
          </a:p>
        </p:txBody>
      </p:sp>
      <p:sp>
        <p:nvSpPr>
          <p:cNvPr id="3" name="Vertical Text Placeholder 2"/>
          <p:cNvSpPr>
            <a:spLocks noGrp="1"/>
          </p:cNvSpPr>
          <p:nvPr>
            <p:ph type="body" orient="vert" idx="1"/>
          </p:nvPr>
        </p:nvSpPr>
        <p:spPr>
          <a:xfrm>
            <a:off x="468314" y="2196001"/>
            <a:ext cx="8207375" cy="3950444"/>
          </a:xfrm>
          <a:prstGeom prst="rect">
            <a:avLst/>
          </a:prstGeom>
        </p:spPr>
        <p:txBody>
          <a:bodyPr vert="eaVert" rtlCol="1"/>
          <a:lstStyle>
            <a:lvl1pPr algn="r" rtl="1">
              <a:buFont typeface="Wingdings" pitchFamily="2" charset="2"/>
              <a:buChar char="§"/>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9DF127B6-FB7B-DA34-ED52-7487CA115375}"/>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198744335"/>
      </p:ext>
    </p:extLst>
  </p:cSld>
  <p:clrMapOvr>
    <a:masterClrMapping/>
  </p:clrMapOvr>
  <p:transition>
    <p:sndAc>
      <p:stSnd>
        <p:snd r:embed="rId1" name="click.wav"/>
      </p:stSnd>
    </p:sndAc>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1195201"/>
            <a:ext cx="20574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stStyle>
          <a:p>
            <a:pPr rtl="1"/>
            <a:r>
              <a:rPr lang="ar" dirty="0"/>
              <a:t>Click to edit Master title style</a:t>
            </a:r>
            <a:endParaRPr lang="en-GB" dirty="0"/>
          </a:p>
        </p:txBody>
      </p:sp>
      <p:sp>
        <p:nvSpPr>
          <p:cNvPr id="3" name="Vertical Text Placeholder 2"/>
          <p:cNvSpPr>
            <a:spLocks noGrp="1"/>
          </p:cNvSpPr>
          <p:nvPr>
            <p:ph type="body" orient="vert" idx="1"/>
          </p:nvPr>
        </p:nvSpPr>
        <p:spPr>
          <a:xfrm>
            <a:off x="457200" y="1195201"/>
            <a:ext cx="6019800" cy="4814540"/>
          </a:xfrm>
          <a:prstGeom prst="rect">
            <a:avLst/>
          </a:prstGeom>
        </p:spPr>
        <p:txBody>
          <a:bodyPr vert="eaVert" rtlCol="1"/>
          <a:lstStyle>
            <a:lvl1pPr algn="r" rtl="1">
              <a:defRPr>
                <a:latin typeface="Sakkal Majalla" panose="02000000000000000000" pitchFamily="2" charset="-78"/>
                <a:cs typeface="Sakkal Majalla" panose="02000000000000000000" pitchFamily="2" charset="-78"/>
              </a:defRPr>
            </a:lvl1pPr>
            <a:lvl2pPr algn="r" rtl="1">
              <a:buFont typeface="Wingdings" pitchFamily="2" charset="2"/>
              <a:buChar char="§"/>
              <a:defRPr>
                <a:latin typeface="Sakkal Majalla" panose="02000000000000000000" pitchFamily="2" charset="-78"/>
                <a:cs typeface="Sakkal Majalla" panose="02000000000000000000" pitchFamily="2" charset="-78"/>
              </a:defRPr>
            </a:lvl2pPr>
            <a:lvl3pPr algn="r" rtl="1">
              <a:buFont typeface="Wingdings" pitchFamily="2" charset="2"/>
              <a:buChar char="§"/>
              <a:defRPr>
                <a:latin typeface="Sakkal Majalla" panose="02000000000000000000" pitchFamily="2" charset="-78"/>
                <a:cs typeface="Sakkal Majalla" panose="02000000000000000000" pitchFamily="2" charset="-78"/>
              </a:defRPr>
            </a:lvl3pPr>
            <a:lvl4pPr algn="r" rtl="1">
              <a:buFont typeface="Wingdings" pitchFamily="2" charset="2"/>
              <a:buChar char="§"/>
              <a:defRPr>
                <a:latin typeface="Sakkal Majalla" panose="02000000000000000000" pitchFamily="2" charset="-78"/>
                <a:cs typeface="Sakkal Majalla" panose="02000000000000000000" pitchFamily="2" charset="-78"/>
              </a:defRPr>
            </a:lvl4pPr>
            <a:lvl5pPr algn="r" rtl="1">
              <a:buFont typeface="Wingdings" pitchFamily="2" charset="2"/>
              <a:buChar char="§"/>
              <a:defRPr>
                <a:latin typeface="Sakkal Majalla" panose="02000000000000000000" pitchFamily="2" charset="-78"/>
                <a:cs typeface="Sakkal Majalla" panose="02000000000000000000" pitchFamily="2" charset="-78"/>
              </a:defRPr>
            </a:lvl5pPr>
          </a:lstStyle>
          <a:p>
            <a:pPr lvl="0" rtl="1"/>
            <a:r>
              <a:rPr lang="ar" dirty="0"/>
              <a:t>Click to edit Master text styles</a:t>
            </a:r>
          </a:p>
          <a:p>
            <a:pPr lvl="1" rtl="1"/>
            <a:r>
              <a:rPr lang="ar" dirty="0"/>
              <a:t>Second level</a:t>
            </a:r>
          </a:p>
          <a:p>
            <a:pPr lvl="2" rtl="1"/>
            <a:r>
              <a:rPr lang="ar" dirty="0"/>
              <a:t>Third level</a:t>
            </a:r>
          </a:p>
          <a:p>
            <a:pPr lvl="3" rtl="1"/>
            <a:r>
              <a:rPr lang="ar" dirty="0"/>
              <a:t>Fourth level</a:t>
            </a:r>
          </a:p>
          <a:p>
            <a:pPr lvl="4" rtl="1"/>
            <a:r>
              <a:rPr lang="ar" dirty="0"/>
              <a:t>Fifth level</a:t>
            </a:r>
            <a:endParaRPr lang="en-GB" dirty="0"/>
          </a:p>
        </p:txBody>
      </p:sp>
      <p:sp>
        <p:nvSpPr>
          <p:cNvPr id="4" name="Footer Placeholder 4">
            <a:extLst>
              <a:ext uri="{FF2B5EF4-FFF2-40B4-BE49-F238E27FC236}">
                <a16:creationId xmlns:a16="http://schemas.microsoft.com/office/drawing/2014/main" id="{63741A9B-C779-47D9-992F-A21FA3584BC6}"/>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960670145"/>
      </p:ext>
    </p:extLst>
  </p:cSld>
  <p:clrMapOvr>
    <a:masterClrMapping/>
  </p:clrMapOvr>
  <p:transition>
    <p:sndAc>
      <p:stSnd>
        <p:snd r:embed="rId1" name="click.wav"/>
      </p:stSnd>
    </p:sndAc>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type="tbl" preserve="1">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1195200"/>
            <a:ext cx="8229600" cy="864000"/>
          </a:xfrm>
          <a:prstGeom prst="rect">
            <a:avLst/>
          </a:prstGeom>
        </p:spPr>
        <p:txBody>
          <a:bodyPr rtlCol="1"/>
          <a:lstStyle/>
          <a:p>
            <a:pPr rtl="1"/>
            <a:r>
              <a:rPr lang="ar"/>
              <a:t>Click to edit Master title style</a:t>
            </a:r>
            <a:endParaRPr lang="en-GB"/>
          </a:p>
        </p:txBody>
      </p:sp>
      <p:sp>
        <p:nvSpPr>
          <p:cNvPr id="3" name="Table Placeholder 2"/>
          <p:cNvSpPr>
            <a:spLocks noGrp="1"/>
          </p:cNvSpPr>
          <p:nvPr>
            <p:ph type="tbl" idx="1"/>
          </p:nvPr>
        </p:nvSpPr>
        <p:spPr>
          <a:xfrm>
            <a:off x="479426" y="2196000"/>
            <a:ext cx="8207375" cy="4041312"/>
          </a:xfrm>
          <a:prstGeom prst="rect">
            <a:avLst/>
          </a:prstGeom>
        </p:spPr>
        <p:txBody>
          <a:bodyPr rtlCol="1">
            <a:normAutofit/>
          </a:bodyPr>
          <a:lstStyle/>
          <a:p>
            <a:pPr lvl="0" rtl="1"/>
            <a:endParaRPr lang="en-GB" noProof="0" dirty="0"/>
          </a:p>
        </p:txBody>
      </p:sp>
      <p:sp>
        <p:nvSpPr>
          <p:cNvPr id="4" name="Footer Placeholder 4">
            <a:extLst>
              <a:ext uri="{FF2B5EF4-FFF2-40B4-BE49-F238E27FC236}">
                <a16:creationId xmlns:a16="http://schemas.microsoft.com/office/drawing/2014/main" id="{AF875707-4545-7C5E-C4A1-F2B0323DEB00}"/>
              </a:ext>
            </a:extLst>
          </p:cNvPr>
          <p:cNvSpPr>
            <a:spLocks noGrp="1" noChangeArrowheads="1"/>
          </p:cNvSpPr>
          <p:nvPr>
            <p:ph type="ftr" sz="quarter" idx="10"/>
          </p:nvPr>
        </p:nvSpPr>
        <p:spPr/>
        <p:txBody>
          <a:bodyPr rtlCol="1"/>
          <a:lstStyle>
            <a:lvl1pPr algn="r" rtl="1">
              <a:defRPr/>
            </a:lvl1pPr>
          </a:lstStyle>
          <a:p>
            <a:pPr rtl="1">
              <a:defRPr/>
            </a:pPr>
            <a:r>
              <a:rPr lang="ar"/>
              <a:t>© Pearson Education Ltd 2023. Copying permitted for purchasing institution only. </a:t>
            </a:r>
          </a:p>
        </p:txBody>
      </p:sp>
    </p:spTree>
    <p:extLst>
      <p:ext uri="{BB962C8B-B14F-4D97-AF65-F5344CB8AC3E}">
        <p14:creationId xmlns:p14="http://schemas.microsoft.com/office/powerpoint/2010/main" val="1649478109"/>
      </p:ext>
    </p:extLst>
  </p:cSld>
  <p:clrMapOvr>
    <a:masterClrMapping/>
  </p:clrMapOvr>
  <p:transition>
    <p:sndAc>
      <p:stSnd>
        <p:snd r:embed="rId1" name="click.wav"/>
      </p:stSnd>
    </p:sndAc>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emf"/><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audio" Target="../media/audio1.bin"/></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6" Type="http://schemas.openxmlformats.org/officeDocument/2006/relationships/image" Target="../media/image3.jpg"/><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5" Type="http://schemas.openxmlformats.org/officeDocument/2006/relationships/audio" Target="../media/audio1.bin"/><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slideLayout" Target="../slideLayouts/slideLayout38.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6" Type="http://schemas.openxmlformats.org/officeDocument/2006/relationships/image" Target="../media/image4.jpg"/><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5" Type="http://schemas.openxmlformats.org/officeDocument/2006/relationships/audio" Target="../media/audio1.bin"/><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 Id="rId14"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6.xml"/><Relationship Id="rId13" Type="http://schemas.openxmlformats.org/officeDocument/2006/relationships/slideLayout" Target="../slideLayouts/slideLayout51.xml"/><Relationship Id="rId3" Type="http://schemas.openxmlformats.org/officeDocument/2006/relationships/slideLayout" Target="../slideLayouts/slideLayout41.xml"/><Relationship Id="rId7" Type="http://schemas.openxmlformats.org/officeDocument/2006/relationships/slideLayout" Target="../slideLayouts/slideLayout45.xml"/><Relationship Id="rId12" Type="http://schemas.openxmlformats.org/officeDocument/2006/relationships/slideLayout" Target="../slideLayouts/slideLayout50.xml"/><Relationship Id="rId2" Type="http://schemas.openxmlformats.org/officeDocument/2006/relationships/slideLayout" Target="../slideLayouts/slideLayout40.xml"/><Relationship Id="rId16" Type="http://schemas.openxmlformats.org/officeDocument/2006/relationships/image" Target="../media/image5.jpg"/><Relationship Id="rId1" Type="http://schemas.openxmlformats.org/officeDocument/2006/relationships/slideLayout" Target="../slideLayouts/slideLayout39.xml"/><Relationship Id="rId6" Type="http://schemas.openxmlformats.org/officeDocument/2006/relationships/slideLayout" Target="../slideLayouts/slideLayout44.xml"/><Relationship Id="rId11" Type="http://schemas.openxmlformats.org/officeDocument/2006/relationships/slideLayout" Target="../slideLayouts/slideLayout49.xml"/><Relationship Id="rId5" Type="http://schemas.openxmlformats.org/officeDocument/2006/relationships/slideLayout" Target="../slideLayouts/slideLayout43.xml"/><Relationship Id="rId15" Type="http://schemas.openxmlformats.org/officeDocument/2006/relationships/audio" Target="../media/audio1.bin"/><Relationship Id="rId10" Type="http://schemas.openxmlformats.org/officeDocument/2006/relationships/slideLayout" Target="../slideLayouts/slideLayout48.xml"/><Relationship Id="rId4" Type="http://schemas.openxmlformats.org/officeDocument/2006/relationships/slideLayout" Target="../slideLayouts/slideLayout42.xml"/><Relationship Id="rId9" Type="http://schemas.openxmlformats.org/officeDocument/2006/relationships/slideLayout" Target="../slideLayouts/slideLayout47.xml"/><Relationship Id="rId14"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9.xml"/><Relationship Id="rId13" Type="http://schemas.openxmlformats.org/officeDocument/2006/relationships/slideLayout" Target="../slideLayouts/slideLayout64.xml"/><Relationship Id="rId3" Type="http://schemas.openxmlformats.org/officeDocument/2006/relationships/slideLayout" Target="../slideLayouts/slideLayout54.xml"/><Relationship Id="rId7" Type="http://schemas.openxmlformats.org/officeDocument/2006/relationships/slideLayout" Target="../slideLayouts/slideLayout58.xml"/><Relationship Id="rId12" Type="http://schemas.openxmlformats.org/officeDocument/2006/relationships/slideLayout" Target="../slideLayouts/slideLayout63.xml"/><Relationship Id="rId2" Type="http://schemas.openxmlformats.org/officeDocument/2006/relationships/slideLayout" Target="../slideLayouts/slideLayout53.xml"/><Relationship Id="rId16" Type="http://schemas.openxmlformats.org/officeDocument/2006/relationships/image" Target="../media/image6.jpg"/><Relationship Id="rId1" Type="http://schemas.openxmlformats.org/officeDocument/2006/relationships/slideLayout" Target="../slideLayouts/slideLayout52.xml"/><Relationship Id="rId6" Type="http://schemas.openxmlformats.org/officeDocument/2006/relationships/slideLayout" Target="../slideLayouts/slideLayout57.xml"/><Relationship Id="rId11" Type="http://schemas.openxmlformats.org/officeDocument/2006/relationships/slideLayout" Target="../slideLayouts/slideLayout62.xml"/><Relationship Id="rId5" Type="http://schemas.openxmlformats.org/officeDocument/2006/relationships/slideLayout" Target="../slideLayouts/slideLayout56.xml"/><Relationship Id="rId15" Type="http://schemas.openxmlformats.org/officeDocument/2006/relationships/audio" Target="../media/audio1.bin"/><Relationship Id="rId10" Type="http://schemas.openxmlformats.org/officeDocument/2006/relationships/slideLayout" Target="../slideLayouts/slideLayout61.xml"/><Relationship Id="rId4" Type="http://schemas.openxmlformats.org/officeDocument/2006/relationships/slideLayout" Target="../slideLayouts/slideLayout55.xml"/><Relationship Id="rId9" Type="http://schemas.openxmlformats.org/officeDocument/2006/relationships/slideLayout" Target="../slideLayouts/slideLayout60.xml"/><Relationship Id="rId14"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72.xml"/><Relationship Id="rId13" Type="http://schemas.openxmlformats.org/officeDocument/2006/relationships/slideLayout" Target="../slideLayouts/slideLayout77.xml"/><Relationship Id="rId3" Type="http://schemas.openxmlformats.org/officeDocument/2006/relationships/slideLayout" Target="../slideLayouts/slideLayout67.xml"/><Relationship Id="rId7" Type="http://schemas.openxmlformats.org/officeDocument/2006/relationships/slideLayout" Target="../slideLayouts/slideLayout71.xml"/><Relationship Id="rId12" Type="http://schemas.openxmlformats.org/officeDocument/2006/relationships/slideLayout" Target="../slideLayouts/slideLayout76.xml"/><Relationship Id="rId2" Type="http://schemas.openxmlformats.org/officeDocument/2006/relationships/slideLayout" Target="../slideLayouts/slideLayout66.xml"/><Relationship Id="rId16" Type="http://schemas.openxmlformats.org/officeDocument/2006/relationships/image" Target="../media/image7.png"/><Relationship Id="rId1" Type="http://schemas.openxmlformats.org/officeDocument/2006/relationships/slideLayout" Target="../slideLayouts/slideLayout65.xml"/><Relationship Id="rId6" Type="http://schemas.openxmlformats.org/officeDocument/2006/relationships/slideLayout" Target="../slideLayouts/slideLayout70.xml"/><Relationship Id="rId11" Type="http://schemas.openxmlformats.org/officeDocument/2006/relationships/slideLayout" Target="../slideLayouts/slideLayout75.xml"/><Relationship Id="rId5" Type="http://schemas.openxmlformats.org/officeDocument/2006/relationships/slideLayout" Target="../slideLayouts/slideLayout69.xml"/><Relationship Id="rId15" Type="http://schemas.openxmlformats.org/officeDocument/2006/relationships/audio" Target="../media/audio1.bin"/><Relationship Id="rId10" Type="http://schemas.openxmlformats.org/officeDocument/2006/relationships/slideLayout" Target="../slideLayouts/slideLayout74.xml"/><Relationship Id="rId4" Type="http://schemas.openxmlformats.org/officeDocument/2006/relationships/slideLayout" Target="../slideLayouts/slideLayout68.xml"/><Relationship Id="rId9" Type="http://schemas.openxmlformats.org/officeDocument/2006/relationships/slideLayout" Target="../slideLayouts/slideLayout73.xml"/><Relationship Id="rId14"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85.xml"/><Relationship Id="rId13" Type="http://schemas.openxmlformats.org/officeDocument/2006/relationships/theme" Target="../theme/theme7.xml"/><Relationship Id="rId3" Type="http://schemas.openxmlformats.org/officeDocument/2006/relationships/slideLayout" Target="../slideLayouts/slideLayout80.xml"/><Relationship Id="rId7" Type="http://schemas.openxmlformats.org/officeDocument/2006/relationships/slideLayout" Target="../slideLayouts/slideLayout84.xml"/><Relationship Id="rId12" Type="http://schemas.openxmlformats.org/officeDocument/2006/relationships/slideLayout" Target="../slideLayouts/slideLayout89.xml"/><Relationship Id="rId2" Type="http://schemas.openxmlformats.org/officeDocument/2006/relationships/slideLayout" Target="../slideLayouts/slideLayout79.xml"/><Relationship Id="rId1" Type="http://schemas.openxmlformats.org/officeDocument/2006/relationships/slideLayout" Target="../slideLayouts/slideLayout78.xml"/><Relationship Id="rId6" Type="http://schemas.openxmlformats.org/officeDocument/2006/relationships/slideLayout" Target="../slideLayouts/slideLayout83.xml"/><Relationship Id="rId11" Type="http://schemas.openxmlformats.org/officeDocument/2006/relationships/slideLayout" Target="../slideLayouts/slideLayout88.xml"/><Relationship Id="rId5" Type="http://schemas.openxmlformats.org/officeDocument/2006/relationships/slideLayout" Target="../slideLayouts/slideLayout82.xml"/><Relationship Id="rId15" Type="http://schemas.openxmlformats.org/officeDocument/2006/relationships/image" Target="../media/image8.jpg"/><Relationship Id="rId10" Type="http://schemas.openxmlformats.org/officeDocument/2006/relationships/slideLayout" Target="../slideLayouts/slideLayout87.xml"/><Relationship Id="rId4" Type="http://schemas.openxmlformats.org/officeDocument/2006/relationships/slideLayout" Target="../slideLayouts/slideLayout81.xml"/><Relationship Id="rId9" Type="http://schemas.openxmlformats.org/officeDocument/2006/relationships/slideLayout" Target="../slideLayouts/slideLayout86.xml"/><Relationship Id="rId14" Type="http://schemas.openxmlformats.org/officeDocument/2006/relationships/audio" Target="../media/audio1.bin"/></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97.xml"/><Relationship Id="rId13" Type="http://schemas.openxmlformats.org/officeDocument/2006/relationships/theme" Target="../theme/theme8.xml"/><Relationship Id="rId3" Type="http://schemas.openxmlformats.org/officeDocument/2006/relationships/slideLayout" Target="../slideLayouts/slideLayout92.xml"/><Relationship Id="rId7" Type="http://schemas.openxmlformats.org/officeDocument/2006/relationships/slideLayout" Target="../slideLayouts/slideLayout96.xml"/><Relationship Id="rId12" Type="http://schemas.openxmlformats.org/officeDocument/2006/relationships/slideLayout" Target="../slideLayouts/slideLayout101.xml"/><Relationship Id="rId2" Type="http://schemas.openxmlformats.org/officeDocument/2006/relationships/slideLayout" Target="../slideLayouts/slideLayout91.xml"/><Relationship Id="rId1" Type="http://schemas.openxmlformats.org/officeDocument/2006/relationships/slideLayout" Target="../slideLayouts/slideLayout90.xml"/><Relationship Id="rId6" Type="http://schemas.openxmlformats.org/officeDocument/2006/relationships/slideLayout" Target="../slideLayouts/slideLayout95.xml"/><Relationship Id="rId11" Type="http://schemas.openxmlformats.org/officeDocument/2006/relationships/slideLayout" Target="../slideLayouts/slideLayout100.xml"/><Relationship Id="rId5" Type="http://schemas.openxmlformats.org/officeDocument/2006/relationships/slideLayout" Target="../slideLayouts/slideLayout94.xml"/><Relationship Id="rId15" Type="http://schemas.openxmlformats.org/officeDocument/2006/relationships/image" Target="../media/image9.jpg"/><Relationship Id="rId10" Type="http://schemas.openxmlformats.org/officeDocument/2006/relationships/slideLayout" Target="../slideLayouts/slideLayout99.xml"/><Relationship Id="rId4" Type="http://schemas.openxmlformats.org/officeDocument/2006/relationships/slideLayout" Target="../slideLayouts/slideLayout93.xml"/><Relationship Id="rId9" Type="http://schemas.openxmlformats.org/officeDocument/2006/relationships/slideLayout" Target="../slideLayouts/slideLayout98.xml"/><Relationship Id="rId14" Type="http://schemas.openxmlformats.org/officeDocument/2006/relationships/audio" Target="../media/audio1.bin"/></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09.xml"/><Relationship Id="rId13" Type="http://schemas.openxmlformats.org/officeDocument/2006/relationships/theme" Target="../theme/theme9.xml"/><Relationship Id="rId3" Type="http://schemas.openxmlformats.org/officeDocument/2006/relationships/slideLayout" Target="../slideLayouts/slideLayout104.xml"/><Relationship Id="rId7" Type="http://schemas.openxmlformats.org/officeDocument/2006/relationships/slideLayout" Target="../slideLayouts/slideLayout108.xml"/><Relationship Id="rId12" Type="http://schemas.openxmlformats.org/officeDocument/2006/relationships/slideLayout" Target="../slideLayouts/slideLayout113.xml"/><Relationship Id="rId2" Type="http://schemas.openxmlformats.org/officeDocument/2006/relationships/slideLayout" Target="../slideLayouts/slideLayout103.xml"/><Relationship Id="rId1" Type="http://schemas.openxmlformats.org/officeDocument/2006/relationships/slideLayout" Target="../slideLayouts/slideLayout102.xml"/><Relationship Id="rId6" Type="http://schemas.openxmlformats.org/officeDocument/2006/relationships/slideLayout" Target="../slideLayouts/slideLayout107.xml"/><Relationship Id="rId11" Type="http://schemas.openxmlformats.org/officeDocument/2006/relationships/slideLayout" Target="../slideLayouts/slideLayout112.xml"/><Relationship Id="rId5" Type="http://schemas.openxmlformats.org/officeDocument/2006/relationships/slideLayout" Target="../slideLayouts/slideLayout106.xml"/><Relationship Id="rId15" Type="http://schemas.openxmlformats.org/officeDocument/2006/relationships/image" Target="../media/image10.jpg"/><Relationship Id="rId10" Type="http://schemas.openxmlformats.org/officeDocument/2006/relationships/slideLayout" Target="../slideLayouts/slideLayout111.xml"/><Relationship Id="rId4" Type="http://schemas.openxmlformats.org/officeDocument/2006/relationships/slideLayout" Target="../slideLayouts/slideLayout105.xml"/><Relationship Id="rId9" Type="http://schemas.openxmlformats.org/officeDocument/2006/relationships/slideLayout" Target="../slideLayouts/slideLayout110.xml"/><Relationship Id="rId14" Type="http://schemas.openxmlformats.org/officeDocument/2006/relationships/audio" Target="../media/audio1.bin"/></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21.xml"/><Relationship Id="rId13" Type="http://schemas.openxmlformats.org/officeDocument/2006/relationships/theme" Target="../theme/theme10.xml"/><Relationship Id="rId3" Type="http://schemas.openxmlformats.org/officeDocument/2006/relationships/slideLayout" Target="../slideLayouts/slideLayout116.xml"/><Relationship Id="rId7" Type="http://schemas.openxmlformats.org/officeDocument/2006/relationships/slideLayout" Target="../slideLayouts/slideLayout120.xml"/><Relationship Id="rId12" Type="http://schemas.openxmlformats.org/officeDocument/2006/relationships/slideLayout" Target="../slideLayouts/slideLayout125.xml"/><Relationship Id="rId2" Type="http://schemas.openxmlformats.org/officeDocument/2006/relationships/slideLayout" Target="../slideLayouts/slideLayout115.xml"/><Relationship Id="rId1" Type="http://schemas.openxmlformats.org/officeDocument/2006/relationships/slideLayout" Target="../slideLayouts/slideLayout114.xml"/><Relationship Id="rId6" Type="http://schemas.openxmlformats.org/officeDocument/2006/relationships/slideLayout" Target="../slideLayouts/slideLayout119.xml"/><Relationship Id="rId11" Type="http://schemas.openxmlformats.org/officeDocument/2006/relationships/slideLayout" Target="../slideLayouts/slideLayout124.xml"/><Relationship Id="rId5" Type="http://schemas.openxmlformats.org/officeDocument/2006/relationships/slideLayout" Target="../slideLayouts/slideLayout118.xml"/><Relationship Id="rId15" Type="http://schemas.openxmlformats.org/officeDocument/2006/relationships/image" Target="../media/image11.jpg"/><Relationship Id="rId10" Type="http://schemas.openxmlformats.org/officeDocument/2006/relationships/slideLayout" Target="../slideLayouts/slideLayout123.xml"/><Relationship Id="rId4" Type="http://schemas.openxmlformats.org/officeDocument/2006/relationships/slideLayout" Target="../slideLayouts/slideLayout117.xml"/><Relationship Id="rId9" Type="http://schemas.openxmlformats.org/officeDocument/2006/relationships/slideLayout" Target="../slideLayouts/slideLayout122.xml"/><Relationship Id="rId14" Type="http://schemas.openxmlformats.org/officeDocument/2006/relationships/audio" Target="../media/audio1.bin"/></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26" name="Picture 5" descr="Always Learning">
            <a:extLst>
              <a:ext uri="{FF2B5EF4-FFF2-40B4-BE49-F238E27FC236}">
                <a16:creationId xmlns:a16="http://schemas.microsoft.com/office/drawing/2014/main" id="{3B94A5EC-21A3-C7EE-ADC3-348E4DF7A17A}"/>
              </a:ext>
            </a:extLst>
          </p:cNvPr>
          <p:cNvPicPr>
            <a:picLocks noChangeAspect="1" noChangeArrowheads="1"/>
          </p:cNvPicPr>
          <p:nvPr/>
        </p:nvPicPr>
        <p:blipFill>
          <a:blip r:embed="rId15" cstate="hqprint">
            <a:extLst>
              <a:ext uri="{28A0092B-C50C-407E-A947-70E740481C1C}">
                <a14:useLocalDpi xmlns:a14="http://schemas.microsoft.com/office/drawing/2010/main" val="0"/>
              </a:ext>
            </a:extLst>
          </a:blip>
          <a:srcRect/>
          <a:stretch>
            <a:fillRect/>
          </a:stretch>
        </p:blipFill>
        <p:spPr bwMode="auto">
          <a:xfrm>
            <a:off x="0" y="6356350"/>
            <a:ext cx="1762125" cy="493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3C16AA13-905D-5202-1E26-68E3C21E253B}"/>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1028" name="Picture 2">
            <a:extLst>
              <a:ext uri="{FF2B5EF4-FFF2-40B4-BE49-F238E27FC236}">
                <a16:creationId xmlns:a16="http://schemas.microsoft.com/office/drawing/2014/main" id="{96A689FF-8B47-679F-73A4-A5EFC0190457}"/>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1390" y="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801" r:id="rId1"/>
    <p:sldLayoutId id="2147484802" r:id="rId2"/>
    <p:sldLayoutId id="2147484803" r:id="rId3"/>
    <p:sldLayoutId id="2147484804" r:id="rId4"/>
    <p:sldLayoutId id="2147484805" r:id="rId5"/>
    <p:sldLayoutId id="2147484806" r:id="rId6"/>
    <p:sldLayoutId id="2147484807" r:id="rId7"/>
    <p:sldLayoutId id="2147484808" r:id="rId8"/>
    <p:sldLayoutId id="2147484809" r:id="rId9"/>
    <p:sldLayoutId id="2147484810" r:id="rId10"/>
    <p:sldLayoutId id="2147484811" r:id="rId11"/>
    <p:sldLayoutId id="214748481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b="1">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cSld>
  <p:clrMap bg1="lt1" tx1="dk1" bg2="lt2" tx2="dk2" accent1="accent1" accent2="accent2" accent3="accent3" accent4="accent4" accent5="accent5" accent6="accent6" hlink="hlink" folHlink="folHlink"/>
  <p:sldLayoutIdLst>
    <p:sldLayoutId id="2147484813" r:id="rId1"/>
    <p:sldLayoutId id="2147484814" r:id="rId2"/>
    <p:sldLayoutId id="2147484815" r:id="rId3"/>
    <p:sldLayoutId id="2147484816" r:id="rId4"/>
    <p:sldLayoutId id="2147484817" r:id="rId5"/>
    <p:sldLayoutId id="2147484818" r:id="rId6"/>
    <p:sldLayoutId id="2147484819" r:id="rId7"/>
    <p:sldLayoutId id="2147484820" r:id="rId8"/>
    <p:sldLayoutId id="2147484821" r:id="rId9"/>
    <p:sldLayoutId id="2147484822" r:id="rId10"/>
    <p:sldLayoutId id="2147484823" r:id="rId11"/>
    <p:sldLayoutId id="2147484824" r:id="rId12"/>
    <p:sldLayoutId id="2147484929"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455103762"/>
      </p:ext>
    </p:extLst>
  </p:cSld>
  <p:clrMap bg1="lt1" tx1="dk1" bg2="lt2" tx2="dk2" accent1="accent1" accent2="accent2" accent3="accent3" accent4="accent4" accent5="accent5" accent6="accent6" hlink="hlink" folHlink="folHlink"/>
  <p:sldLayoutIdLst>
    <p:sldLayoutId id="2147484826" r:id="rId1"/>
    <p:sldLayoutId id="2147484827" r:id="rId2"/>
    <p:sldLayoutId id="2147484828" r:id="rId3"/>
    <p:sldLayoutId id="2147484829" r:id="rId4"/>
    <p:sldLayoutId id="2147484830" r:id="rId5"/>
    <p:sldLayoutId id="2147484831" r:id="rId6"/>
    <p:sldLayoutId id="2147484832" r:id="rId7"/>
    <p:sldLayoutId id="2147484833" r:id="rId8"/>
    <p:sldLayoutId id="2147484834" r:id="rId9"/>
    <p:sldLayoutId id="2147484835" r:id="rId10"/>
    <p:sldLayoutId id="2147484836" r:id="rId11"/>
    <p:sldLayoutId id="2147484837" r:id="rId12"/>
    <p:sldLayoutId id="2147484930"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770692123"/>
      </p:ext>
    </p:extLst>
  </p:cSld>
  <p:clrMap bg1="lt1" tx1="dk1" bg2="lt2" tx2="dk2" accent1="accent1" accent2="accent2" accent3="accent3" accent4="accent4" accent5="accent5" accent6="accent6" hlink="hlink" folHlink="folHlink"/>
  <p:sldLayoutIdLst>
    <p:sldLayoutId id="2147484839" r:id="rId1"/>
    <p:sldLayoutId id="2147484840" r:id="rId2"/>
    <p:sldLayoutId id="2147484841" r:id="rId3"/>
    <p:sldLayoutId id="2147484842" r:id="rId4"/>
    <p:sldLayoutId id="2147484843" r:id="rId5"/>
    <p:sldLayoutId id="2147484844" r:id="rId6"/>
    <p:sldLayoutId id="2147484845" r:id="rId7"/>
    <p:sldLayoutId id="2147484846" r:id="rId8"/>
    <p:sldLayoutId id="2147484847" r:id="rId9"/>
    <p:sldLayoutId id="2147484848" r:id="rId10"/>
    <p:sldLayoutId id="2147484849" r:id="rId11"/>
    <p:sldLayoutId id="2147484850" r:id="rId12"/>
    <p:sldLayoutId id="2147484931"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909356872"/>
      </p:ext>
    </p:extLst>
  </p:cSld>
  <p:clrMap bg1="lt1" tx1="dk1" bg2="lt2" tx2="dk2" accent1="accent1" accent2="accent2" accent3="accent3" accent4="accent4" accent5="accent5" accent6="accent6" hlink="hlink" folHlink="folHlink"/>
  <p:sldLayoutIdLst>
    <p:sldLayoutId id="2147484852" r:id="rId1"/>
    <p:sldLayoutId id="2147484853" r:id="rId2"/>
    <p:sldLayoutId id="2147484854" r:id="rId3"/>
    <p:sldLayoutId id="2147484855" r:id="rId4"/>
    <p:sldLayoutId id="2147484856" r:id="rId5"/>
    <p:sldLayoutId id="2147484857" r:id="rId6"/>
    <p:sldLayoutId id="2147484858" r:id="rId7"/>
    <p:sldLayoutId id="2147484859" r:id="rId8"/>
    <p:sldLayoutId id="2147484860" r:id="rId9"/>
    <p:sldLayoutId id="2147484861" r:id="rId10"/>
    <p:sldLayoutId id="2147484862" r:id="rId11"/>
    <p:sldLayoutId id="2147484863" r:id="rId12"/>
    <p:sldLayoutId id="2147484932"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pic>
        <p:nvPicPr>
          <p:cNvPr id="4" name="Picture 8">
            <a:extLst>
              <a:ext uri="{FF2B5EF4-FFF2-40B4-BE49-F238E27FC236}">
                <a16:creationId xmlns:a16="http://schemas.microsoft.com/office/drawing/2014/main" id="{2B56DD36-476F-3EFF-EB4D-AA4F7DDF943B}"/>
              </a:ext>
            </a:extLst>
          </p:cNvPr>
          <p:cNvPicPr>
            <a:picLocks noChangeAspect="1" noChangeArrowheads="1"/>
          </p:cNvPicPr>
          <p:nvPr userDrawn="1"/>
        </p:nvPicPr>
        <p:blipFill rotWithShape="1">
          <a:blip r:embed="rId16" cstate="hqprint">
            <a:extLst>
              <a:ext uri="{28A0092B-C50C-407E-A947-70E740481C1C}">
                <a14:useLocalDpi xmlns:a14="http://schemas.microsoft.com/office/drawing/2010/main" val="0"/>
              </a:ext>
            </a:extLst>
          </a:blip>
          <a:srcRect l="51576"/>
          <a:stretch/>
        </p:blipFill>
        <p:spPr bwMode="auto">
          <a:xfrm>
            <a:off x="0" y="-2956"/>
            <a:ext cx="9140764"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TextBox 4">
            <a:extLst>
              <a:ext uri="{FF2B5EF4-FFF2-40B4-BE49-F238E27FC236}">
                <a16:creationId xmlns:a16="http://schemas.microsoft.com/office/drawing/2014/main" id="{FCB35515-8776-6AE4-C65C-A79BAEE7FFED}"/>
              </a:ext>
            </a:extLst>
          </p:cNvPr>
          <p:cNvSpPr txBox="1"/>
          <p:nvPr userDrawn="1"/>
        </p:nvSpPr>
        <p:spPr>
          <a:xfrm>
            <a:off x="107504" y="40536"/>
            <a:ext cx="4608512" cy="954107"/>
          </a:xfrm>
          <a:prstGeom prst="rect">
            <a:avLst/>
          </a:prstGeom>
          <a:noFill/>
        </p:spPr>
        <p:txBody>
          <a:bodyPr wrap="square" rtlCol="0">
            <a:spAutoFit/>
          </a:bodyPr>
          <a:lstStyle/>
          <a:p>
            <a:pPr algn="l"/>
            <a:r>
              <a:rPr lang="ar-EG" sz="2800" b="1">
                <a:latin typeface="Sakkal Majalla" panose="02000000000000000000" pitchFamily="2" charset="-78"/>
                <a:cs typeface="Sakkal Majalla" panose="02000000000000000000" pitchFamily="2" charset="-78"/>
              </a:rPr>
              <a:t>شهادة </a:t>
            </a:r>
            <a:r>
              <a:rPr lang="en-US" sz="2800" b="1">
                <a:latin typeface="Sakkal Majalla" panose="02000000000000000000" pitchFamily="2" charset="-78"/>
                <a:cs typeface="Sakkal Majalla" panose="02000000000000000000" pitchFamily="2" charset="-78"/>
              </a:rPr>
              <a:t>BTEC International</a:t>
            </a:r>
            <a:r>
              <a:rPr lang="ar-EG" sz="2800" b="1">
                <a:latin typeface="Sakkal Majalla" panose="02000000000000000000" pitchFamily="2" charset="-78"/>
                <a:cs typeface="Sakkal Majalla" panose="02000000000000000000" pitchFamily="2" charset="-78"/>
              </a:rPr>
              <a:t> للمستوى 3 </a:t>
            </a:r>
          </a:p>
          <a:p>
            <a:pPr algn="l"/>
            <a:r>
              <a:rPr lang="ar-EG" sz="2800" b="1">
                <a:latin typeface="Sakkal Majalla" panose="02000000000000000000" pitchFamily="2" charset="-78"/>
                <a:cs typeface="Sakkal Majalla" panose="02000000000000000000" pitchFamily="2" charset="-78"/>
              </a:rPr>
              <a:t>الهندسة</a:t>
            </a:r>
          </a:p>
        </p:txBody>
      </p:sp>
    </p:spTree>
    <p:extLst>
      <p:ext uri="{BB962C8B-B14F-4D97-AF65-F5344CB8AC3E}">
        <p14:creationId xmlns:p14="http://schemas.microsoft.com/office/powerpoint/2010/main" val="1028825263"/>
      </p:ext>
    </p:extLst>
  </p:cSld>
  <p:clrMap bg1="lt1" tx1="dk1" bg2="lt2" tx2="dk2" accent1="accent1" accent2="accent2" accent3="accent3" accent4="accent4" accent5="accent5" accent6="accent6" hlink="hlink" folHlink="folHlink"/>
  <p:sldLayoutIdLst>
    <p:sldLayoutId id="2147484865" r:id="rId1"/>
    <p:sldLayoutId id="2147484866" r:id="rId2"/>
    <p:sldLayoutId id="2147484867" r:id="rId3"/>
    <p:sldLayoutId id="2147484868" r:id="rId4"/>
    <p:sldLayoutId id="2147484869" r:id="rId5"/>
    <p:sldLayoutId id="2147484870" r:id="rId6"/>
    <p:sldLayoutId id="2147484871" r:id="rId7"/>
    <p:sldLayoutId id="2147484872" r:id="rId8"/>
    <p:sldLayoutId id="2147484873" r:id="rId9"/>
    <p:sldLayoutId id="2147484874" r:id="rId10"/>
    <p:sldLayoutId id="2147484875" r:id="rId11"/>
    <p:sldLayoutId id="2147484876" r:id="rId12"/>
    <p:sldLayoutId id="2147484933" r:id="rId13"/>
  </p:sldLayoutIdLst>
  <p:transition>
    <p:sndAc>
      <p:stSnd>
        <p:snd r:embed="rId15"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3701897197"/>
      </p:ext>
    </p:extLst>
  </p:cSld>
  <p:clrMap bg1="lt1" tx1="dk1" bg2="lt2" tx2="dk2" accent1="accent1" accent2="accent2" accent3="accent3" accent4="accent4" accent5="accent5" accent6="accent6" hlink="hlink" folHlink="folHlink"/>
  <p:sldLayoutIdLst>
    <p:sldLayoutId id="2147484878" r:id="rId1"/>
    <p:sldLayoutId id="2147484879" r:id="rId2"/>
    <p:sldLayoutId id="2147484880" r:id="rId3"/>
    <p:sldLayoutId id="2147484881" r:id="rId4"/>
    <p:sldLayoutId id="2147484882" r:id="rId5"/>
    <p:sldLayoutId id="2147484883" r:id="rId6"/>
    <p:sldLayoutId id="2147484884" r:id="rId7"/>
    <p:sldLayoutId id="2147484885" r:id="rId8"/>
    <p:sldLayoutId id="2147484886" r:id="rId9"/>
    <p:sldLayoutId id="2147484887" r:id="rId10"/>
    <p:sldLayoutId id="2147484888" r:id="rId11"/>
    <p:sldLayoutId id="2147484889"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182471028"/>
      </p:ext>
    </p:extLst>
  </p:cSld>
  <p:clrMap bg1="lt1" tx1="dk1" bg2="lt2" tx2="dk2" accent1="accent1" accent2="accent2" accent3="accent3" accent4="accent4" accent5="accent5" accent6="accent6" hlink="hlink" folHlink="folHlink"/>
  <p:sldLayoutIdLst>
    <p:sldLayoutId id="2147484891" r:id="rId1"/>
    <p:sldLayoutId id="2147484892" r:id="rId2"/>
    <p:sldLayoutId id="2147484893" r:id="rId3"/>
    <p:sldLayoutId id="2147484894" r:id="rId4"/>
    <p:sldLayoutId id="2147484895" r:id="rId5"/>
    <p:sldLayoutId id="2147484896" r:id="rId6"/>
    <p:sldLayoutId id="2147484897" r:id="rId7"/>
    <p:sldLayoutId id="2147484898" r:id="rId8"/>
    <p:sldLayoutId id="2147484899" r:id="rId9"/>
    <p:sldLayoutId id="2147484900" r:id="rId10"/>
    <p:sldLayoutId id="2147484901" r:id="rId11"/>
    <p:sldLayoutId id="2147484902"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2310322001"/>
      </p:ext>
    </p:extLst>
  </p:cSld>
  <p:clrMap bg1="lt1" tx1="dk1" bg2="lt2" tx2="dk2" accent1="accent1" accent2="accent2" accent3="accent3" accent4="accent4" accent5="accent5" accent6="accent6" hlink="hlink" folHlink="folHlink"/>
  <p:sldLayoutIdLst>
    <p:sldLayoutId id="2147484904" r:id="rId1"/>
    <p:sldLayoutId id="2147484905" r:id="rId2"/>
    <p:sldLayoutId id="2147484906" r:id="rId3"/>
    <p:sldLayoutId id="2147484907" r:id="rId4"/>
    <p:sldLayoutId id="2147484908" r:id="rId5"/>
    <p:sldLayoutId id="2147484909" r:id="rId6"/>
    <p:sldLayoutId id="2147484910" r:id="rId7"/>
    <p:sldLayoutId id="2147484911" r:id="rId8"/>
    <p:sldLayoutId id="2147484912" r:id="rId9"/>
    <p:sldLayoutId id="2147484913" r:id="rId10"/>
    <p:sldLayoutId id="2147484914" r:id="rId11"/>
    <p:sldLayoutId id="2147484915"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056" name="TextBox 4">
            <a:extLst>
              <a:ext uri="{FF2B5EF4-FFF2-40B4-BE49-F238E27FC236}">
                <a16:creationId xmlns:a16="http://schemas.microsoft.com/office/drawing/2014/main" id="{2D2D2BA7-3DC8-B2DD-685B-33BA65B7260B}"/>
              </a:ext>
            </a:extLst>
          </p:cNvPr>
          <p:cNvSpPr txBox="1">
            <a:spLocks noChangeArrowheads="1"/>
          </p:cNvSpPr>
          <p:nvPr/>
        </p:nvSpPr>
        <p:spPr bwMode="auto">
          <a:xfrm>
            <a:off x="252413" y="723900"/>
            <a:ext cx="7199312" cy="261938"/>
          </a:xfrm>
          <a:prstGeom prst="rect">
            <a:avLst/>
          </a:prstGeom>
          <a:noFill/>
          <a:ln>
            <a:noFill/>
          </a:ln>
        </p:spPr>
        <p:txBody>
          <a:bodyPr rtlCol="1">
            <a:spAutoFit/>
          </a:bodyPr>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eaLnBrk="1" hangingPunct="1">
              <a:defRPr/>
            </a:pPr>
            <a:r>
              <a:rPr lang="ar" sz="1100" b="1" dirty="0">
                <a:solidFill>
                  <a:schemeClr val="bg1"/>
                </a:solidFill>
                <a:latin typeface="Sakkal Majalla" panose="02000000000000000000" pitchFamily="2" charset="-78"/>
                <a:cs typeface="Sakkal Majalla" panose="02000000000000000000" pitchFamily="2" charset="-78"/>
              </a:rPr>
              <a:t>Unit 3: Professional Development in the Sports Industry</a:t>
            </a:r>
          </a:p>
        </p:txBody>
      </p:sp>
      <p:sp>
        <p:nvSpPr>
          <p:cNvPr id="14339" name="Title Placeholder 1">
            <a:extLst>
              <a:ext uri="{FF2B5EF4-FFF2-40B4-BE49-F238E27FC236}">
                <a16:creationId xmlns:a16="http://schemas.microsoft.com/office/drawing/2014/main" id="{B9C6BA7D-5854-D592-7A00-A0EC539E365A}"/>
              </a:ext>
            </a:extLst>
          </p:cNvPr>
          <p:cNvSpPr>
            <a:spLocks noGrp="1"/>
          </p:cNvSpPr>
          <p:nvPr>
            <p:ph type="title"/>
          </p:nvPr>
        </p:nvSpPr>
        <p:spPr bwMode="auto">
          <a:xfrm>
            <a:off x="457200" y="1196975"/>
            <a:ext cx="822960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ctr" anchorCtr="0" compatLnSpc="1">
            <a:prstTxWarp prst="textNoShape">
              <a:avLst/>
            </a:prstTxWarp>
          </a:bodyPr>
          <a:lstStyle/>
          <a:p>
            <a:pPr lvl="0" rtl="1"/>
            <a:r>
              <a:rPr lang="ar" dirty="0"/>
              <a:t>Click to edit Master title style</a:t>
            </a:r>
            <a:endParaRPr lang="en-GB" altLang="en-US" dirty="0"/>
          </a:p>
        </p:txBody>
      </p:sp>
      <p:sp>
        <p:nvSpPr>
          <p:cNvPr id="14340" name="Text Placeholder 2">
            <a:extLst>
              <a:ext uri="{FF2B5EF4-FFF2-40B4-BE49-F238E27FC236}">
                <a16:creationId xmlns:a16="http://schemas.microsoft.com/office/drawing/2014/main" id="{D6111AB5-22FF-2770-1011-D02820DE5537}"/>
              </a:ext>
            </a:extLst>
          </p:cNvPr>
          <p:cNvSpPr>
            <a:spLocks noGrp="1"/>
          </p:cNvSpPr>
          <p:nvPr>
            <p:ph type="body" idx="1"/>
          </p:nvPr>
        </p:nvSpPr>
        <p:spPr bwMode="auto">
          <a:xfrm>
            <a:off x="457200" y="2060575"/>
            <a:ext cx="8229600" cy="3616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lvl="0" rtl="1"/>
            <a:r>
              <a:rPr lang="ar" dirty="0"/>
              <a:t>Use simple bullet points and lines, with no more than two lines per bullet point if possible.</a:t>
            </a:r>
          </a:p>
          <a:p>
            <a:pPr lvl="0" rtl="1"/>
            <a:r>
              <a:rPr lang="ar" dirty="0"/>
              <a:t>Try to use a maximum of ten words per line. </a:t>
            </a:r>
          </a:p>
          <a:p>
            <a:pPr lvl="0" rtl="1"/>
            <a:r>
              <a:rPr lang="ar" dirty="0"/>
              <a:t>Set up generic formatting on this master. </a:t>
            </a:r>
          </a:p>
          <a:p>
            <a:pPr lvl="0" rtl="1"/>
            <a:r>
              <a:rPr lang="ar" dirty="0"/>
              <a:t>By applying this master to your slides, you’ll maintain consistent font and bullet style.</a:t>
            </a:r>
          </a:p>
          <a:p>
            <a:pPr lvl="0" rtl="1"/>
            <a:r>
              <a:rPr lang="ar" dirty="0"/>
              <a:t>To change the layout of individual slides, select ‘Slide layout’ and choose the desired layout from the right-hand menu.</a:t>
            </a:r>
          </a:p>
          <a:p>
            <a:pPr lvl="0" rtl="1"/>
            <a:r>
              <a:rPr lang="ar" dirty="0"/>
              <a:t>Read the PowerPoint guidelines before creating a slide show.</a:t>
            </a:r>
          </a:p>
        </p:txBody>
      </p:sp>
      <p:pic>
        <p:nvPicPr>
          <p:cNvPr id="14341" name="Picture 8">
            <a:extLst>
              <a:ext uri="{FF2B5EF4-FFF2-40B4-BE49-F238E27FC236}">
                <a16:creationId xmlns:a16="http://schemas.microsoft.com/office/drawing/2014/main" id="{FEDC9336-94D7-0F7A-9422-574A068E9570}"/>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p:blipFill>
        <p:spPr bwMode="auto">
          <a:xfrm>
            <a:off x="0" y="190"/>
            <a:ext cx="9144000" cy="10759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Footer Placeholder 4">
            <a:extLst>
              <a:ext uri="{FF2B5EF4-FFF2-40B4-BE49-F238E27FC236}">
                <a16:creationId xmlns:a16="http://schemas.microsoft.com/office/drawing/2014/main" id="{519F82B0-FA8C-C128-CC82-F2D587FD19DE}"/>
              </a:ext>
            </a:extLst>
          </p:cNvPr>
          <p:cNvSpPr>
            <a:spLocks noGrp="1" noChangeArrowheads="1"/>
          </p:cNvSpPr>
          <p:nvPr>
            <p:ph type="ftr" sz="quarter" idx="3"/>
          </p:nvPr>
        </p:nvSpPr>
        <p:spPr bwMode="auto">
          <a:xfrm>
            <a:off x="0" y="6459538"/>
            <a:ext cx="9144000" cy="287337"/>
          </a:xfrm>
          <a:prstGeom prst="rect">
            <a:avLst/>
          </a:prstGeom>
          <a:noFill/>
        </p:spPr>
        <p:txBody>
          <a:bodyPr vert="horz" wrap="square" lIns="91440" tIns="45720" rIns="91440" bIns="45720" numCol="1" rtlCol="1" anchor="t" anchorCtr="0" compatLnSpc="1">
            <a:prstTxWarp prst="textNoShape">
              <a:avLst/>
            </a:prstTxWarp>
          </a:bodyPr>
          <a:lstStyle>
            <a:lvl1pPr algn="ctr" rtl="1">
              <a:spcBef>
                <a:spcPct val="0"/>
              </a:spcBef>
              <a:buFontTx/>
              <a:buNone/>
              <a:defRPr sz="1800">
                <a:solidFill>
                  <a:schemeClr val="tx1"/>
                </a:solidFill>
                <a:latin typeface="Sakkal Majalla" panose="02000000000000000000" pitchFamily="2" charset="-78"/>
                <a:ea typeface="+mn-ea"/>
                <a:cs typeface="Sakkal Majalla" panose="02000000000000000000" pitchFamily="2" charset="-78"/>
              </a:defRPr>
            </a:lvl1pPr>
            <a:lvl2pPr marL="742950" indent="-28575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2pPr>
            <a:lvl3pPr marL="11430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3pPr>
            <a:lvl4pPr marL="16002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4pPr>
            <a:lvl5pPr marL="2057400" indent="-228600" algn="r" rtl="1">
              <a:spcBef>
                <a:spcPct val="20000"/>
              </a:spcBef>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5pPr>
            <a:lvl6pPr marL="25146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6pPr>
            <a:lvl7pPr marL="29718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7pPr>
            <a:lvl8pPr marL="3429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8pPr>
            <a:lvl9pPr marL="3886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Verdana" panose="020B0604030504040204" pitchFamily="34" charset="0"/>
                <a:cs typeface="Arial" panose="020B0604020202020204" pitchFamily="34" charset="0"/>
              </a:defRPr>
            </a:lvl9pPr>
          </a:lstStyle>
          <a:p>
            <a:pPr>
              <a:defRPr/>
            </a:pPr>
            <a:r>
              <a:rPr lang="ar" dirty="0"/>
              <a:t>© Pearson Education Ltd 2023. Copying permitted for purchasing institution only. </a:t>
            </a:r>
          </a:p>
        </p:txBody>
      </p:sp>
    </p:spTree>
    <p:extLst>
      <p:ext uri="{BB962C8B-B14F-4D97-AF65-F5344CB8AC3E}">
        <p14:creationId xmlns:p14="http://schemas.microsoft.com/office/powerpoint/2010/main" val="1512674478"/>
      </p:ext>
    </p:extLst>
  </p:cSld>
  <p:clrMap bg1="lt1" tx1="dk1" bg2="lt2" tx2="dk2" accent1="accent1" accent2="accent2" accent3="accent3" accent4="accent4" accent5="accent5" accent6="accent6" hlink="hlink" folHlink="folHlink"/>
  <p:sldLayoutIdLst>
    <p:sldLayoutId id="2147484917" r:id="rId1"/>
    <p:sldLayoutId id="2147484918" r:id="rId2"/>
    <p:sldLayoutId id="2147484919" r:id="rId3"/>
    <p:sldLayoutId id="2147484920" r:id="rId4"/>
    <p:sldLayoutId id="2147484921" r:id="rId5"/>
    <p:sldLayoutId id="2147484922" r:id="rId6"/>
    <p:sldLayoutId id="2147484923" r:id="rId7"/>
    <p:sldLayoutId id="2147484924" r:id="rId8"/>
    <p:sldLayoutId id="2147484925" r:id="rId9"/>
    <p:sldLayoutId id="2147484926" r:id="rId10"/>
    <p:sldLayoutId id="2147484927" r:id="rId11"/>
    <p:sldLayoutId id="2147484928" r:id="rId12"/>
  </p:sldLayoutIdLst>
  <p:transition>
    <p:sndAc>
      <p:stSnd>
        <p:snd r:embed="rId14" name="click.wav"/>
      </p:stSnd>
    </p:sndAc>
  </p:transition>
  <p:hf sldNum="0" hdr="0" dt="0"/>
  <p:txStyles>
    <p:titleStyle>
      <a:lvl1pPr algn="ctr" rtl="1" eaLnBrk="0" fontAlgn="base" hangingPunct="0">
        <a:spcBef>
          <a:spcPct val="0"/>
        </a:spcBef>
        <a:spcAft>
          <a:spcPct val="0"/>
        </a:spcAft>
        <a:defRPr sz="4400">
          <a:solidFill>
            <a:schemeClr val="tx2"/>
          </a:solidFill>
          <a:latin typeface="Sakkal Majalla" panose="02000000000000000000" pitchFamily="2" charset="-78"/>
          <a:ea typeface="Sakkal Majalla" panose="02000000000000000000" pitchFamily="2" charset="-78"/>
          <a:cs typeface="Sakkal Majalla" panose="02000000000000000000" pitchFamily="2" charset="-78"/>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p:titleStyle>
    <p:body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Sakkal Majalla" panose="02000000000000000000" pitchFamily="2" charset="-78"/>
          <a:ea typeface="Sakkal Majalla" panose="02000000000000000000" pitchFamily="2" charset="-78"/>
          <a:cs typeface="Sakkal Majalla" panose="02000000000000000000" pitchFamily="2" charset="-78"/>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p:bodyStyle>
    <p:otherStyle>
      <a:defPPr>
        <a:defRPr lang="en-US"/>
      </a:defPPr>
      <a:lvl1pPr marL="0" algn="r" defTabSz="914400" rtl="1" eaLnBrk="1" latinLnBrk="0" hangingPunct="1">
        <a:defRPr sz="1800" kern="1200">
          <a:solidFill>
            <a:schemeClr val="tx1"/>
          </a:solidFill>
          <a:latin typeface="+mn-lt"/>
          <a:ea typeface="+mn-ea"/>
          <a:cs typeface="+mn-cs"/>
        </a:defRPr>
      </a:lvl1pPr>
      <a:lvl2pPr marL="457200" algn="r" defTabSz="914400" rtl="1" eaLnBrk="1" latinLnBrk="0" hangingPunct="1">
        <a:defRPr sz="1800" kern="1200">
          <a:solidFill>
            <a:schemeClr val="tx1"/>
          </a:solidFill>
          <a:latin typeface="+mn-lt"/>
          <a:ea typeface="+mn-ea"/>
          <a:cs typeface="+mn-cs"/>
        </a:defRPr>
      </a:lvl2pPr>
      <a:lvl3pPr marL="914400" algn="r" defTabSz="914400" rtl="1" eaLnBrk="1" latinLnBrk="0" hangingPunct="1">
        <a:defRPr sz="1800" kern="1200">
          <a:solidFill>
            <a:schemeClr val="tx1"/>
          </a:solidFill>
          <a:latin typeface="+mn-lt"/>
          <a:ea typeface="+mn-ea"/>
          <a:cs typeface="+mn-cs"/>
        </a:defRPr>
      </a:lvl3pPr>
      <a:lvl4pPr marL="1371600" algn="r" defTabSz="914400" rtl="1" eaLnBrk="1" latinLnBrk="0" hangingPunct="1">
        <a:defRPr sz="1800" kern="1200">
          <a:solidFill>
            <a:schemeClr val="tx1"/>
          </a:solidFill>
          <a:latin typeface="+mn-lt"/>
          <a:ea typeface="+mn-ea"/>
          <a:cs typeface="+mn-cs"/>
        </a:defRPr>
      </a:lvl4pPr>
      <a:lvl5pPr marL="1828800" algn="r" defTabSz="914400" rtl="1" eaLnBrk="1" latinLnBrk="0" hangingPunct="1">
        <a:defRPr sz="1800" kern="1200">
          <a:solidFill>
            <a:schemeClr val="tx1"/>
          </a:solidFill>
          <a:latin typeface="+mn-lt"/>
          <a:ea typeface="+mn-ea"/>
          <a:cs typeface="+mn-cs"/>
        </a:defRPr>
      </a:lvl5pPr>
      <a:lvl6pPr marL="2286000" algn="r" defTabSz="914400" rtl="1" eaLnBrk="1" latinLnBrk="0" hangingPunct="1">
        <a:defRPr sz="1800" kern="1200">
          <a:solidFill>
            <a:schemeClr val="tx1"/>
          </a:solidFill>
          <a:latin typeface="+mn-lt"/>
          <a:ea typeface="+mn-ea"/>
          <a:cs typeface="+mn-cs"/>
        </a:defRPr>
      </a:lvl6pPr>
      <a:lvl7pPr marL="2743200" algn="r" defTabSz="914400" rtl="1" eaLnBrk="1" latinLnBrk="0" hangingPunct="1">
        <a:defRPr sz="1800" kern="1200">
          <a:solidFill>
            <a:schemeClr val="tx1"/>
          </a:solidFill>
          <a:latin typeface="+mn-lt"/>
          <a:ea typeface="+mn-ea"/>
          <a:cs typeface="+mn-cs"/>
        </a:defRPr>
      </a:lvl7pPr>
      <a:lvl8pPr marL="3200400" algn="r" defTabSz="914400" rtl="1" eaLnBrk="1" latinLnBrk="0" hangingPunct="1">
        <a:defRPr sz="1800" kern="1200">
          <a:solidFill>
            <a:schemeClr val="tx1"/>
          </a:solidFill>
          <a:latin typeface="+mn-lt"/>
          <a:ea typeface="+mn-ea"/>
          <a:cs typeface="+mn-cs"/>
        </a:defRPr>
      </a:lvl8pPr>
      <a:lvl9pPr marL="3657600" algn="r" defTabSz="914400" rtl="1"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xml"/><Relationship Id="rId1" Type="http://schemas.openxmlformats.org/officeDocument/2006/relationships/slideLayout" Target="../slideLayouts/slideLayout65.xml"/></Relationships>
</file>

<file path=ppt/slides/_rels/slide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xml"/><Relationship Id="rId1" Type="http://schemas.openxmlformats.org/officeDocument/2006/relationships/slideLayout" Target="../slideLayouts/slideLayout77.xml"/></Relationships>
</file>

<file path=ppt/slides/_rels/slide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xml"/><Relationship Id="rId1" Type="http://schemas.openxmlformats.org/officeDocument/2006/relationships/slideLayout" Target="../slideLayouts/slideLayout77.xml"/></Relationships>
</file>

<file path=ppt/slides/_rels/slide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xml"/><Relationship Id="rId1" Type="http://schemas.openxmlformats.org/officeDocument/2006/relationships/slideLayout" Target="../slideLayouts/slideLayout77.xml"/></Relationships>
</file>

<file path=ppt/slides/_rels/slide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5.xml"/><Relationship Id="rId1" Type="http://schemas.openxmlformats.org/officeDocument/2006/relationships/slideLayout" Target="../slideLayouts/slideLayout77.xml"/></Relationships>
</file>

<file path=ppt/slides/_rels/slide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6.xml"/><Relationship Id="rId1" Type="http://schemas.openxmlformats.org/officeDocument/2006/relationships/slideLayout" Target="../slideLayouts/slideLayout77.xml"/><Relationship Id="rId4" Type="http://schemas.openxmlformats.org/officeDocument/2006/relationships/image" Target="../media/image12.jpeg"/></Relationships>
</file>

<file path=ppt/slides/_rels/slide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7.xml"/><Relationship Id="rId1" Type="http://schemas.openxmlformats.org/officeDocument/2006/relationships/slideLayout" Target="../slideLayouts/slideLayout77.xml"/><Relationship Id="rId4" Type="http://schemas.openxmlformats.org/officeDocument/2006/relationships/image" Target="../media/image13.jpeg"/></Relationships>
</file>

<file path=ppt/slides/_rels/slide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8.xml"/><Relationship Id="rId1" Type="http://schemas.openxmlformats.org/officeDocument/2006/relationships/slideLayout" Target="../slideLayouts/slideLayout77.xml"/></Relationships>
</file>

<file path=ppt/slides/_rels/slide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9.xml"/><Relationship Id="rId1" Type="http://schemas.openxmlformats.org/officeDocument/2006/relationships/slideLayout" Target="../slideLayouts/slideLayout77.xml"/><Relationship Id="rId4" Type="http://schemas.openxmlformats.org/officeDocument/2006/relationships/image" Target="../media/image14.jpeg"/></Relationships>
</file>

<file path=ppt/slides/_rels/slide1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0.xml"/><Relationship Id="rId1" Type="http://schemas.openxmlformats.org/officeDocument/2006/relationships/slideLayout" Target="../slideLayouts/slideLayout77.xml"/></Relationships>
</file>

<file path=ppt/slides/_rels/slide1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1.xml"/><Relationship Id="rId1" Type="http://schemas.openxmlformats.org/officeDocument/2006/relationships/slideLayout" Target="../slideLayouts/slideLayout77.xml"/></Relationships>
</file>

<file path=ppt/slides/_rels/slide1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2.xml"/><Relationship Id="rId1" Type="http://schemas.openxmlformats.org/officeDocument/2006/relationships/slideLayout" Target="../slideLayouts/slideLayout77.xml"/></Relationships>
</file>

<file path=ppt/slides/_rels/slide1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3.xml"/><Relationship Id="rId1" Type="http://schemas.openxmlformats.org/officeDocument/2006/relationships/slideLayout" Target="../slideLayouts/slideLayout77.xml"/><Relationship Id="rId4" Type="http://schemas.openxmlformats.org/officeDocument/2006/relationships/image" Target="../media/image15.jpeg"/></Relationships>
</file>

<file path=ppt/slides/_rels/slide1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4.xml"/><Relationship Id="rId1" Type="http://schemas.openxmlformats.org/officeDocument/2006/relationships/slideLayout" Target="../slideLayouts/slideLayout77.xml"/></Relationships>
</file>

<file path=ppt/slides/_rels/slide1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5.xml"/><Relationship Id="rId1" Type="http://schemas.openxmlformats.org/officeDocument/2006/relationships/slideLayout" Target="../slideLayouts/slideLayout77.xml"/><Relationship Id="rId4" Type="http://schemas.openxmlformats.org/officeDocument/2006/relationships/image" Target="../media/image16.jpeg"/></Relationships>
</file>

<file path=ppt/slides/_rels/slide1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6.xml"/><Relationship Id="rId1" Type="http://schemas.openxmlformats.org/officeDocument/2006/relationships/slideLayout" Target="../slideLayouts/slideLayout77.xml"/></Relationships>
</file>

<file path=ppt/slides/_rels/slide1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7.xml"/><Relationship Id="rId1" Type="http://schemas.openxmlformats.org/officeDocument/2006/relationships/slideLayout" Target="../slideLayouts/slideLayout77.xml"/></Relationships>
</file>

<file path=ppt/slides/_rels/slide1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8.xml"/><Relationship Id="rId1" Type="http://schemas.openxmlformats.org/officeDocument/2006/relationships/slideLayout" Target="../slideLayouts/slideLayout77.xml"/></Relationships>
</file>

<file path=ppt/slides/_rels/slide1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19.xml"/><Relationship Id="rId1" Type="http://schemas.openxmlformats.org/officeDocument/2006/relationships/slideLayout" Target="../slideLayouts/slideLayout77.xml"/></Relationships>
</file>

<file path=ppt/slides/_rels/slide2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0.xml"/><Relationship Id="rId1" Type="http://schemas.openxmlformats.org/officeDocument/2006/relationships/slideLayout" Target="../slideLayouts/slideLayout77.xml"/><Relationship Id="rId4" Type="http://schemas.openxmlformats.org/officeDocument/2006/relationships/image" Target="../media/image17.jpeg"/></Relationships>
</file>

<file path=ppt/slides/_rels/slide2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1.xml"/><Relationship Id="rId1" Type="http://schemas.openxmlformats.org/officeDocument/2006/relationships/slideLayout" Target="../slideLayouts/slideLayout77.xml"/></Relationships>
</file>

<file path=ppt/slides/_rels/slide2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2.xml"/><Relationship Id="rId1" Type="http://schemas.openxmlformats.org/officeDocument/2006/relationships/slideLayout" Target="../slideLayouts/slideLayout77.xml"/></Relationships>
</file>

<file path=ppt/slides/_rels/slide2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3.xml"/><Relationship Id="rId1" Type="http://schemas.openxmlformats.org/officeDocument/2006/relationships/slideLayout" Target="../slideLayouts/slideLayout77.xml"/><Relationship Id="rId4" Type="http://schemas.openxmlformats.org/officeDocument/2006/relationships/image" Target="../media/image18.jpeg"/></Relationships>
</file>

<file path=ppt/slides/_rels/slide2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4.xml"/><Relationship Id="rId1" Type="http://schemas.openxmlformats.org/officeDocument/2006/relationships/slideLayout" Target="../slideLayouts/slideLayout77.xml"/><Relationship Id="rId4" Type="http://schemas.openxmlformats.org/officeDocument/2006/relationships/image" Target="../media/image19.jpeg"/></Relationships>
</file>

<file path=ppt/slides/_rels/slide2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5.xml"/><Relationship Id="rId1" Type="http://schemas.openxmlformats.org/officeDocument/2006/relationships/slideLayout" Target="../slideLayouts/slideLayout77.xml"/></Relationships>
</file>

<file path=ppt/slides/_rels/slide2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6.xml"/><Relationship Id="rId1" Type="http://schemas.openxmlformats.org/officeDocument/2006/relationships/slideLayout" Target="../slideLayouts/slideLayout77.xml"/><Relationship Id="rId4" Type="http://schemas.openxmlformats.org/officeDocument/2006/relationships/image" Target="../media/image20.jpeg"/></Relationships>
</file>

<file path=ppt/slides/_rels/slide2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7.xml"/><Relationship Id="rId1" Type="http://schemas.openxmlformats.org/officeDocument/2006/relationships/slideLayout" Target="../slideLayouts/slideLayout77.xml"/></Relationships>
</file>

<file path=ppt/slides/_rels/slide2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8.xml"/><Relationship Id="rId1" Type="http://schemas.openxmlformats.org/officeDocument/2006/relationships/slideLayout" Target="../slideLayouts/slideLayout77.xml"/></Relationships>
</file>

<file path=ppt/slides/_rels/slide2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29.xml"/><Relationship Id="rId1" Type="http://schemas.openxmlformats.org/officeDocument/2006/relationships/slideLayout" Target="../slideLayouts/slideLayout77.xml"/></Relationships>
</file>

<file path=ppt/slides/_rels/slide3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0.xml"/><Relationship Id="rId1" Type="http://schemas.openxmlformats.org/officeDocument/2006/relationships/slideLayout" Target="../slideLayouts/slideLayout77.xml"/></Relationships>
</file>

<file path=ppt/slides/_rels/slide31.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1.xml"/><Relationship Id="rId1" Type="http://schemas.openxmlformats.org/officeDocument/2006/relationships/slideLayout" Target="../slideLayouts/slideLayout77.xml"/><Relationship Id="rId4" Type="http://schemas.openxmlformats.org/officeDocument/2006/relationships/image" Target="../media/image21.jpeg"/></Relationships>
</file>

<file path=ppt/slides/_rels/slide32.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2.xml"/><Relationship Id="rId1" Type="http://schemas.openxmlformats.org/officeDocument/2006/relationships/slideLayout" Target="../slideLayouts/slideLayout77.xml"/></Relationships>
</file>

<file path=ppt/slides/_rels/slide33.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3.xml"/><Relationship Id="rId1" Type="http://schemas.openxmlformats.org/officeDocument/2006/relationships/slideLayout" Target="../slideLayouts/slideLayout77.xml"/></Relationships>
</file>

<file path=ppt/slides/_rels/slide34.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4.xml"/><Relationship Id="rId1" Type="http://schemas.openxmlformats.org/officeDocument/2006/relationships/slideLayout" Target="../slideLayouts/slideLayout77.xml"/></Relationships>
</file>

<file path=ppt/slides/_rels/slide35.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5.xml"/><Relationship Id="rId1" Type="http://schemas.openxmlformats.org/officeDocument/2006/relationships/slideLayout" Target="../slideLayouts/slideLayout77.xml"/><Relationship Id="rId4" Type="http://schemas.openxmlformats.org/officeDocument/2006/relationships/image" Target="../media/image22.jpeg"/></Relationships>
</file>

<file path=ppt/slides/_rels/slide36.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6.xml"/><Relationship Id="rId1" Type="http://schemas.openxmlformats.org/officeDocument/2006/relationships/slideLayout" Target="../slideLayouts/slideLayout77.xml"/></Relationships>
</file>

<file path=ppt/slides/_rels/slide37.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7.xml"/><Relationship Id="rId1" Type="http://schemas.openxmlformats.org/officeDocument/2006/relationships/slideLayout" Target="../slideLayouts/slideLayout77.xml"/></Relationships>
</file>

<file path=ppt/slides/_rels/slide38.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8.xml"/><Relationship Id="rId1" Type="http://schemas.openxmlformats.org/officeDocument/2006/relationships/slideLayout" Target="../slideLayouts/slideLayout77.xml"/><Relationship Id="rId4" Type="http://schemas.openxmlformats.org/officeDocument/2006/relationships/image" Target="../media/image23.jpeg"/></Relationships>
</file>

<file path=ppt/slides/_rels/slide39.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39.xml"/><Relationship Id="rId1" Type="http://schemas.openxmlformats.org/officeDocument/2006/relationships/slideLayout" Target="../slideLayouts/slideLayout77.xml"/><Relationship Id="rId4" Type="http://schemas.openxmlformats.org/officeDocument/2006/relationships/image" Target="../media/image24.jpeg"/></Relationships>
</file>

<file path=ppt/slides/_rels/slide40.xml.rels><?xml version="1.0" encoding="UTF-8" standalone="yes"?>
<Relationships xmlns="http://schemas.openxmlformats.org/package/2006/relationships"><Relationship Id="rId3" Type="http://schemas.openxmlformats.org/officeDocument/2006/relationships/audio" Target="../media/audio1.bin"/><Relationship Id="rId2" Type="http://schemas.openxmlformats.org/officeDocument/2006/relationships/notesSlide" Target="../notesSlides/notesSlide40.xml"/><Relationship Id="rId1" Type="http://schemas.openxmlformats.org/officeDocument/2006/relationships/slideLayout" Target="../slideLayouts/slideLayout6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986D29E0-B089-110D-BF1E-B3C37F2C37F9}"/>
              </a:ext>
            </a:extLst>
          </p:cNvPr>
          <p:cNvSpPr>
            <a:spLocks noGrp="1" noChangeArrowheads="1"/>
          </p:cNvSpPr>
          <p:nvPr>
            <p:ph type="ctrTitle"/>
          </p:nvPr>
        </p:nvSpPr>
        <p:spPr bwMode="auto">
          <a:xfrm>
            <a:off x="685800" y="2130426"/>
            <a:ext cx="7772400" cy="216267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4600" dirty="0"/>
              <a:t>الوحدة 63</a:t>
            </a:r>
            <a:br>
              <a:rPr lang="en-GB" altLang="en-US" sz="4600" dirty="0"/>
            </a:br>
            <a:r>
              <a:rPr lang="ar" sz="4600" dirty="0"/>
              <a:t>تشغيل أنظمة الإشعال الإلكتروني في المركبات واختبارها </a:t>
            </a:r>
            <a:br>
              <a:rPr lang="en-GB" altLang="en-US" sz="4600" dirty="0"/>
            </a:br>
            <a:br>
              <a:rPr lang="en-GB" altLang="en-US" sz="4600" dirty="0"/>
            </a:br>
            <a:endParaRPr lang="en-GB" altLang="en-US" sz="4600" dirty="0"/>
          </a:p>
        </p:txBody>
      </p:sp>
      <p:sp>
        <p:nvSpPr>
          <p:cNvPr id="28680" name="Footer Placeholder 2">
            <a:extLst>
              <a:ext uri="{FF2B5EF4-FFF2-40B4-BE49-F238E27FC236}">
                <a16:creationId xmlns:a16="http://schemas.microsoft.com/office/drawing/2014/main" id="{250B1923-7747-07CF-317E-05CAA217CFCA}"/>
              </a:ext>
            </a:extLst>
          </p:cNvPr>
          <p:cNvSpPr>
            <a:spLocks noGrp="1"/>
          </p:cNvSpPr>
          <p:nvPr>
            <p:ph type="ftr" sz="quarter" idx="10"/>
          </p:nvPr>
        </p:nvSpPr>
        <p:spPr/>
        <p:txBody>
          <a:bodyPr wrap="square" rtlCol="1" anchor="t">
            <a:normAutofit lnSpcReduction="10000"/>
          </a:bodyPr>
          <a:lstStyle/>
          <a:p>
            <a:pPr algn="ctr" rtl="1">
              <a:lnSpc>
                <a:spcPct val="90000"/>
              </a:lnSpc>
              <a:spcAft>
                <a:spcPts val="600"/>
              </a:spcAft>
              <a:defRPr/>
            </a:pPr>
            <a:r>
              <a:rPr lang="ar" sz="1400" dirty="0"/>
              <a:t>© حقوق التأليف والنشر لعام 2024 محفوظة لشركة بيرسون إديوكيشن ليمتد. يُسمح بالنسخ للمؤسسة المشترية فقط. </a:t>
            </a:r>
          </a:p>
        </p:txBody>
      </p:sp>
      <p:sp>
        <p:nvSpPr>
          <p:cNvPr id="2" name="Footer Placeholder 2">
            <a:extLst>
              <a:ext uri="{FF2B5EF4-FFF2-40B4-BE49-F238E27FC236}">
                <a16:creationId xmlns:a16="http://schemas.microsoft.com/office/drawing/2014/main" id="{F55B1739-B1B0-85B3-CAED-D1A7816AA330}"/>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cSld>
  <p:clrMapOvr>
    <a:masterClrMapping/>
  </p:clrMapOvr>
  <p:transition>
    <p:sndAc>
      <p:stSnd>
        <p:snd r:embed="rId3" name="click.wav"/>
      </p:stSnd>
    </p:sndAc>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95537" y="1556792"/>
            <a:ext cx="8352928" cy="48245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endParaRPr lang="en-GB" sz="1400" b="1" dirty="0"/>
          </a:p>
          <a:p>
            <a:pPr marL="0" indent="0" algn="ctr" rtl="1">
              <a:buNone/>
            </a:pPr>
            <a:r>
              <a:rPr lang="ar" sz="2600" b="1" dirty="0"/>
              <a:t>موجز عن الوحدة</a:t>
            </a:r>
          </a:p>
          <a:p>
            <a:pPr marL="0" indent="0" algn="ctr" rtl="1">
              <a:buNone/>
            </a:pPr>
            <a:r>
              <a:rPr lang="ar" sz="2200" dirty="0"/>
              <a:t>تُعرّف هذه الوحدة المتعلمين بالعناصر والوظائف الأساسية لأنظمة الإشعال الإلكتروني في المركبات الحديثة. سيستكشف المتعلمون التطورات في تكنولوجيا الإشعال، وأهمها مولدات النبض ووحدات التحكم، وسيكتسبون مهارات في تشخيص الأعطال وصيانتها. ستزود دراسة هذه الوحدة المتعلمين بالكفاءات الأساسية اللازمة لتشخيص أنظمة الإشعال الإلكتروني وإصلاحها وفهمها بدقة، وتؤهلهم لتقلد أدوار في صيانة المركبات أو إجراء المزيد من الدراسات المتخصصة.</a:t>
            </a:r>
          </a:p>
        </p:txBody>
      </p:sp>
      <p:sp>
        <p:nvSpPr>
          <p:cNvPr id="2" name="Footer Placeholder 2">
            <a:extLst>
              <a:ext uri="{FF2B5EF4-FFF2-40B4-BE49-F238E27FC236}">
                <a16:creationId xmlns:a16="http://schemas.microsoft.com/office/drawing/2014/main" id="{05ECA61E-048A-C6A1-E4ED-6FB41A9F932F}"/>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cSld>
  <p:clrMapOvr>
    <a:masterClrMapping/>
  </p:clrMapOvr>
  <p:transition>
    <p:sndAc>
      <p:stSnd>
        <p:snd r:embed="rId3" name="click.wav"/>
      </p:stSnd>
    </p:sndAc>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Content Placeholder 3">
            <a:extLst>
              <a:ext uri="{FF2B5EF4-FFF2-40B4-BE49-F238E27FC236}">
                <a16:creationId xmlns:a16="http://schemas.microsoft.com/office/drawing/2014/main" id="{3C79F714-332C-AB63-03D9-E6D0CAE0623F}"/>
              </a:ext>
            </a:extLst>
          </p:cNvPr>
          <p:cNvSpPr>
            <a:spLocks noGrp="1" noChangeArrowheads="1"/>
          </p:cNvSpPr>
          <p:nvPr>
            <p:ph sz="half" idx="2"/>
          </p:nvPr>
        </p:nvSpPr>
        <p:spPr bwMode="auto">
          <a:xfrm>
            <a:off x="323529" y="1412776"/>
            <a:ext cx="8496944" cy="24482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3400" b="1" dirty="0"/>
              <a:t>مقدمة الوحدة</a:t>
            </a:r>
          </a:p>
          <a:p>
            <a:pPr marL="0" indent="0" algn="ctr" rtl="1">
              <a:buNone/>
            </a:pPr>
            <a:endParaRPr lang="en-GB" altLang="en-US" sz="2000" b="1" dirty="0"/>
          </a:p>
          <a:p>
            <a:pPr marL="0" indent="0" algn="ctr" rtl="1">
              <a:buNone/>
            </a:pPr>
            <a:r>
              <a:rPr lang="ar" sz="2200" dirty="0"/>
              <a:t>مع تطور تقنية المحركات، أصبحت أنظمة الإشعال الإلكتروني جزءًا لا يتجزأ من اعتمادية المركبات وأدائها وكفاءتها. وقد أدت التطورات الحديثة، التي شملت شمعات الشرر طويلة الأمد وآليات التحكم المحسنة، إلى تحس</a:t>
            </a:r>
            <a:r>
              <a:rPr lang="ar-EG" sz="2200" dirty="0"/>
              <a:t>ُّ</a:t>
            </a:r>
            <a:r>
              <a:rPr lang="ar" sz="2200" dirty="0"/>
              <a:t>ن كبير في هذه الأنظمة. تُقدِّم هذه الوحدة دراسة شاملة للإشعال الإلكتروني، بدءًا من المكونات التقليدية ووصولًا إلى أنظمة الإشعال دون موزع وأنظمة الإشعال المبرمج. سيكتسب المتعلمون بتطبيق التمارين التشخيصية العملية فهمًا عمليًا لآلية تشغيل النظام وكيفية تحديد الأعطال. تزود هذه الوحدة المتعلمين بالمهارات والمعرفة اللازمة لصيانة أنظمة الإشعال الفعالة، ما يشكل أساسًا راسخًا للالتحاق بمهنة في مجال هندسة السيارات.</a:t>
            </a:r>
          </a:p>
        </p:txBody>
      </p:sp>
      <p:sp>
        <p:nvSpPr>
          <p:cNvPr id="2" name="Footer Placeholder 2">
            <a:extLst>
              <a:ext uri="{FF2B5EF4-FFF2-40B4-BE49-F238E27FC236}">
                <a16:creationId xmlns:a16="http://schemas.microsoft.com/office/drawing/2014/main" id="{E2B96FAF-AD46-0A89-DFC5-B99F15CE6D4F}"/>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2780785861"/>
      </p:ext>
    </p:extLst>
  </p:cSld>
  <p:clrMapOvr>
    <a:masterClrMapping/>
  </p:clrMapOvr>
  <p:transition>
    <p:sndAc>
      <p:stSnd>
        <p:snd r:embed="rId3" name="click.wav"/>
      </p:stSnd>
    </p:sndAc>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Title 2">
            <a:extLst>
              <a:ext uri="{FF2B5EF4-FFF2-40B4-BE49-F238E27FC236}">
                <a16:creationId xmlns:a16="http://schemas.microsoft.com/office/drawing/2014/main" id="{CD9316BF-B3CE-8341-5A0A-249747D6C6E1}"/>
              </a:ext>
            </a:extLst>
          </p:cNvPr>
          <p:cNvSpPr>
            <a:spLocks noGrp="1" noChangeArrowheads="1"/>
          </p:cNvSpPr>
          <p:nvPr>
            <p:ph type="title"/>
          </p:nvPr>
        </p:nvSpPr>
        <p:spPr bwMode="auto">
          <a:xfrm>
            <a:off x="426726" y="1340768"/>
            <a:ext cx="8229600" cy="863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r>
              <a:rPr lang="ar" sz="3800" dirty="0"/>
              <a:t>نتاجات التعلم</a:t>
            </a:r>
            <a:endParaRPr lang="en-GB" altLang="en-US" sz="3800" dirty="0"/>
          </a:p>
        </p:txBody>
      </p:sp>
      <p:sp>
        <p:nvSpPr>
          <p:cNvPr id="32771" name="Content Placeholder 3">
            <a:extLst>
              <a:ext uri="{FF2B5EF4-FFF2-40B4-BE49-F238E27FC236}">
                <a16:creationId xmlns:a16="http://schemas.microsoft.com/office/drawing/2014/main" id="{44DFA49F-83B7-E61C-00EB-D6046D571A05}"/>
              </a:ext>
            </a:extLst>
          </p:cNvPr>
          <p:cNvSpPr>
            <a:spLocks noGrp="1" noChangeArrowheads="1"/>
          </p:cNvSpPr>
          <p:nvPr>
            <p:ph sz="half" idx="2"/>
          </p:nvPr>
        </p:nvSpPr>
        <p:spPr bwMode="auto">
          <a:xfrm>
            <a:off x="673316" y="2204368"/>
            <a:ext cx="7991475" cy="38169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404813" indent="-387350" defTabSz="431800" rtl="1">
              <a:buNone/>
            </a:pPr>
            <a:r>
              <a:rPr lang="ar" sz="2200" b="1" dirty="0"/>
              <a:t>أ	فهم وظيفة وتشغيل أنظمة الإشعال التقليدي</a:t>
            </a:r>
          </a:p>
          <a:p>
            <a:pPr marL="404813" indent="-387350" defTabSz="431800" rtl="1">
              <a:buNone/>
            </a:pPr>
            <a:endParaRPr lang="en-GB" altLang="en-US" sz="2200" b="1" dirty="0"/>
          </a:p>
          <a:p>
            <a:pPr marL="404813" indent="-387350" defTabSz="431800" rtl="1">
              <a:buNone/>
            </a:pPr>
            <a:r>
              <a:rPr lang="ar" sz="2200" b="1" dirty="0"/>
              <a:t>ب	فهم تشغيل أنظمة الإشعال الإلكتروني المبرمج والإشعال دون موزع</a:t>
            </a:r>
          </a:p>
          <a:p>
            <a:pPr marL="404813" indent="-387350" defTabSz="431800" rtl="1">
              <a:buNone/>
            </a:pPr>
            <a:endParaRPr lang="en-GB" altLang="en-US" sz="2200" b="1" dirty="0"/>
          </a:p>
          <a:p>
            <a:pPr marL="404813" indent="-387350" defTabSz="431800" rtl="1">
              <a:buNone/>
            </a:pPr>
            <a:r>
              <a:rPr lang="ar" sz="2200" b="1" dirty="0"/>
              <a:t>ج	تعرُّف وظيفة مولدات النبض ووحدات التحكم وآلية تشغيلهما</a:t>
            </a:r>
          </a:p>
          <a:p>
            <a:pPr marL="404813" indent="-387350" defTabSz="431800" rtl="1">
              <a:buNone/>
            </a:pPr>
            <a:endParaRPr lang="en-GB" altLang="en-US" sz="2200" b="1" dirty="0"/>
          </a:p>
          <a:p>
            <a:pPr marL="404813" indent="-387350" defTabSz="431800" rtl="1">
              <a:buNone/>
            </a:pPr>
            <a:r>
              <a:rPr lang="ar" sz="2200" b="1" dirty="0"/>
              <a:t>د	اكتساب القدرة على إجراء اختبارات على نظام الإشعال الإلكتروني للتحقق من أعطال النظام</a:t>
            </a:r>
          </a:p>
        </p:txBody>
      </p:sp>
      <p:sp>
        <p:nvSpPr>
          <p:cNvPr id="2" name="Footer Placeholder 2">
            <a:extLst>
              <a:ext uri="{FF2B5EF4-FFF2-40B4-BE49-F238E27FC236}">
                <a16:creationId xmlns:a16="http://schemas.microsoft.com/office/drawing/2014/main" id="{98007D97-7D67-27AF-8D5D-AFABCC1C218E}"/>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cSld>
  <p:clrMapOvr>
    <a:masterClrMapping/>
  </p:clrMapOvr>
  <p:transition>
    <p:sndAc>
      <p:stSnd>
        <p:snd r:embed="rId3" name="click.wav"/>
      </p:stSnd>
    </p:sndAc>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12776"/>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أ</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2063650"/>
            <a:ext cx="7991475" cy="1871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فهم وظيفة وتشغيل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أنظمة الإشعال التقليدي</a:t>
            </a:r>
          </a:p>
          <a:p>
            <a:pPr algn="ctr"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sp>
        <p:nvSpPr>
          <p:cNvPr id="3" name="TextBox 2">
            <a:extLst>
              <a:ext uri="{FF2B5EF4-FFF2-40B4-BE49-F238E27FC236}">
                <a16:creationId xmlns:a16="http://schemas.microsoft.com/office/drawing/2014/main" id="{F5006B0D-2C20-EB16-2979-D452C3CD9D3F}"/>
              </a:ext>
            </a:extLst>
          </p:cNvPr>
          <p:cNvSpPr txBox="1"/>
          <p:nvPr/>
        </p:nvSpPr>
        <p:spPr>
          <a:xfrm>
            <a:off x="755576" y="4149080"/>
            <a:ext cx="7200800" cy="1631216"/>
          </a:xfrm>
          <a:prstGeom prst="rect">
            <a:avLst/>
          </a:prstGeom>
          <a:noFill/>
        </p:spPr>
        <p:txBody>
          <a:bodyPr wrap="square" rtlCol="1">
            <a:spAutoFit/>
          </a:bodyPr>
          <a:lstStyle/>
          <a:p>
            <a:pPr marL="0" indent="0" rtl="1">
              <a:buNone/>
            </a:pPr>
            <a:r>
              <a:rPr lang="ar" sz="2000" dirty="0">
                <a:latin typeface="Sakkal Majalla" panose="02000000000000000000" pitchFamily="2" charset="-78"/>
                <a:cs typeface="Sakkal Majalla" panose="02000000000000000000" pitchFamily="2" charset="-78"/>
              </a:rPr>
              <a:t>يستعرض نتاج التعلم هذا المكونات الرئيسة لأنظمة الإشعال التقليدي ومبادئ تشغيلها. ويتيح الفرصة للطلاب لفحص كل جزء فيها، بدءًا من الدوائر والأسلاك ووصولًا إلى شمعات الإشعال والموزع، لأن فهم كيفية عمل هذه المكونات معًا يسمح بتشغيل المحرك بكفاءة وفعالية. فضلًا على ذلك،  يُمكِّن الإلمام بجوانب هذه المعرفة الطلاب من إجراء التشخيص والصيانة وتطوير فهم أعمق لأنظمة الإشعال الأكثر تعقيدًا.</a:t>
            </a:r>
          </a:p>
        </p:txBody>
      </p:sp>
      <p:sp>
        <p:nvSpPr>
          <p:cNvPr id="2" name="Footer Placeholder 2">
            <a:extLst>
              <a:ext uri="{FF2B5EF4-FFF2-40B4-BE49-F238E27FC236}">
                <a16:creationId xmlns:a16="http://schemas.microsoft.com/office/drawing/2014/main" id="{50B18AAE-C03E-F3A5-C19E-7DA0C141D40F}"/>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cSld>
  <p:clrMapOvr>
    <a:masterClrMapping/>
  </p:clrMapOvr>
  <p:transition>
    <p:sndAc>
      <p:stSnd>
        <p:snd r:embed="rId3" name="click.wav"/>
      </p:stSnd>
    </p:sndAc>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79912" y="1196752"/>
            <a:ext cx="5184576" cy="453650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الدوائر</a:t>
            </a:r>
          </a:p>
          <a:p>
            <a:pPr marL="0" indent="0" rtl="1">
              <a:buNone/>
            </a:pPr>
            <a:r>
              <a:rPr lang="ar" sz="1400" b="1" dirty="0"/>
              <a:t>مخططات الدوائر والأسلاك</a:t>
            </a:r>
          </a:p>
          <a:p>
            <a:pPr rtl="1"/>
            <a:r>
              <a:rPr lang="ar" sz="1400" b="1" dirty="0"/>
              <a:t>الغرض:</a:t>
            </a:r>
            <a:r>
              <a:rPr lang="ar" sz="1400" dirty="0"/>
              <a:t> تعد مخططات الدوائر والأسلاك ضرورية لفهم كيفية توصيل المكونات الكهربائية وتشغيلها داخل نظام الإشعال، فهي توفر خارطة مرئية لاستكشاف الأعطال وإصلاحها.</a:t>
            </a:r>
          </a:p>
          <a:p>
            <a:pPr rtl="1"/>
            <a:r>
              <a:rPr lang="ar" sz="1400" b="1" dirty="0"/>
              <a:t>المحتوى:</a:t>
            </a:r>
            <a:r>
              <a:rPr lang="ar" sz="1400" dirty="0"/>
              <a:t> توضح المخططات تصميم ومسارات التيار الكهربائي من مصدر الإشعال إلى المكونات المختلفة، ما يضمن عمل كل جزء على النحو المنشود.</a:t>
            </a:r>
          </a:p>
          <a:p>
            <a:pPr marL="0" indent="0" rtl="1">
              <a:buNone/>
            </a:pPr>
            <a:endParaRPr lang="en-GB" sz="1400" b="1" dirty="0"/>
          </a:p>
          <a:p>
            <a:pPr marL="0" indent="0" rtl="1">
              <a:buNone/>
            </a:pPr>
            <a:r>
              <a:rPr lang="ar" sz="1400" b="1" dirty="0"/>
              <a:t>الدائرة الابتدائية</a:t>
            </a:r>
          </a:p>
          <a:p>
            <a:pPr rtl="1"/>
            <a:r>
              <a:rPr lang="ar" sz="1400" b="1" dirty="0"/>
              <a:t>الوظيفة:</a:t>
            </a:r>
            <a:r>
              <a:rPr lang="ar" sz="1400" dirty="0"/>
              <a:t> تبدأ الدائرة الابتدائية الشرر في نظام الإشعال. وتحتوي على مفتاح الإشعال والبطارية والملف الأساسي لملف الحث.</a:t>
            </a:r>
          </a:p>
          <a:p>
            <a:pPr rtl="1"/>
            <a:r>
              <a:rPr lang="ar" sz="1400" b="1" dirty="0"/>
              <a:t>التشغيل:</a:t>
            </a:r>
            <a:r>
              <a:rPr lang="ar" sz="1400" dirty="0"/>
              <a:t> عند تشغيل مفتاح الإشعال، يتدفق التيار من البطارية عبر الملف الأساسي، ما يشكل مجالًا مغناطيسيًا حول الملف.</a:t>
            </a:r>
          </a:p>
          <a:p>
            <a:pPr marL="0" indent="0" rtl="1">
              <a:buNone/>
            </a:pPr>
            <a:endParaRPr lang="en-GB" sz="1400" b="1" dirty="0"/>
          </a:p>
          <a:p>
            <a:pPr marL="0" indent="0" rtl="1">
              <a:buNone/>
            </a:pPr>
            <a:r>
              <a:rPr lang="ar" sz="1400" b="1" dirty="0"/>
              <a:t>الدائرة الثانوية</a:t>
            </a:r>
          </a:p>
          <a:p>
            <a:pPr rtl="1"/>
            <a:r>
              <a:rPr lang="ar" sz="1400" b="1" dirty="0"/>
              <a:t>الوظيفة:</a:t>
            </a:r>
            <a:r>
              <a:rPr lang="ar" sz="1400" dirty="0"/>
              <a:t> تعمل الدائرة الثانوية على تضخيم الجهد المطلوب لإشعال مزيج الوقود والهواء في المحرك.</a:t>
            </a:r>
          </a:p>
          <a:p>
            <a:pPr rtl="1"/>
            <a:r>
              <a:rPr lang="ar" sz="1400" b="1" dirty="0"/>
              <a:t>التشغيل:</a:t>
            </a:r>
            <a:r>
              <a:rPr lang="ar" sz="1400" dirty="0"/>
              <a:t> عندما ينهار المجال المغناطيسي في الدائرة الابتدائية، فإنه يولد جهدًا عاليًا في الملف الثانوي، وينتقل بعد ذلك إلى الموزع وشمعات الإشعال.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80660" y="332656"/>
            <a:ext cx="4032448"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أ1 مكونات نظام الإشعال</a:t>
            </a:r>
          </a:p>
        </p:txBody>
      </p:sp>
      <p:sp>
        <p:nvSpPr>
          <p:cNvPr id="3" name="Footer Placeholder 2">
            <a:extLst>
              <a:ext uri="{FF2B5EF4-FFF2-40B4-BE49-F238E27FC236}">
                <a16:creationId xmlns:a16="http://schemas.microsoft.com/office/drawing/2014/main" id="{D32259E3-2E9C-5268-0FAB-D880BB0B7463}"/>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pic>
        <p:nvPicPr>
          <p:cNvPr id="4" name="Picture 3" descr="A close-up of a cable&#10;&#10;Description automatically generated">
            <a:extLst>
              <a:ext uri="{FF2B5EF4-FFF2-40B4-BE49-F238E27FC236}">
                <a16:creationId xmlns:a16="http://schemas.microsoft.com/office/drawing/2014/main" id="{72E2C604-9167-914C-40B6-5D6623EA3E50}"/>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rot="16200000">
            <a:off x="-366464" y="2318792"/>
            <a:ext cx="4572000" cy="3048000"/>
          </a:xfrm>
          <a:prstGeom prst="rect">
            <a:avLst/>
          </a:prstGeom>
        </p:spPr>
      </p:pic>
    </p:spTree>
    <p:extLst>
      <p:ext uri="{BB962C8B-B14F-4D97-AF65-F5344CB8AC3E}">
        <p14:creationId xmlns:p14="http://schemas.microsoft.com/office/powerpoint/2010/main" val="853317201"/>
      </p:ext>
    </p:extLst>
  </p:cSld>
  <p:clrMapOvr>
    <a:masterClrMapping/>
  </p:clrMapOvr>
  <p:transition>
    <p:sndAc>
      <p:stSnd>
        <p:snd r:embed="rId3" name="click.wav"/>
      </p:stSnd>
    </p:sndAc>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915816" y="1268760"/>
            <a:ext cx="6048672" cy="36004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t>مفتاح الإشعال</a:t>
            </a:r>
          </a:p>
          <a:p>
            <a:pPr rtl="1"/>
            <a:r>
              <a:rPr lang="ar" sz="1400" b="1" dirty="0"/>
              <a:t>الدور:</a:t>
            </a:r>
            <a:r>
              <a:rPr lang="ar" sz="1400" dirty="0"/>
              <a:t> يتحكم مفتاح الإشعال في تدفق التيار الكهربائي من البطارية إلى نظام الإشعال.</a:t>
            </a:r>
          </a:p>
          <a:p>
            <a:pPr rtl="1"/>
            <a:r>
              <a:rPr lang="ar" sz="1400" b="1" dirty="0"/>
              <a:t>الأداء الوظيفي:</a:t>
            </a:r>
            <a:r>
              <a:rPr lang="ar" sz="1400" dirty="0"/>
              <a:t> يسمح للسائق بتشغيل المحرك أو إيقافه عن طريق تشغيل المفتاح أو الضغط على زر. ويضمن أيضًا نشاط نظام الإشعال فقط عندما يكون المحرك مخصصًا للتشغيل.</a:t>
            </a:r>
          </a:p>
          <a:p>
            <a:pPr marL="0" indent="0" rtl="1">
              <a:buNone/>
            </a:pPr>
            <a:r>
              <a:rPr lang="ar" sz="1400" b="1" dirty="0"/>
              <a:t>قاطع التيار</a:t>
            </a:r>
          </a:p>
          <a:p>
            <a:pPr rtl="1"/>
            <a:r>
              <a:rPr lang="ar" sz="1400" b="1" dirty="0"/>
              <a:t>الغرض:</a:t>
            </a:r>
            <a:r>
              <a:rPr lang="ar" sz="1400" dirty="0"/>
              <a:t> يقطع قاطع التيار تدفق التيار في الدائرة الابتدائية، ما يتسبب في انهيار المجال المغناطيسي في الملف.</a:t>
            </a:r>
          </a:p>
          <a:p>
            <a:pPr rtl="1"/>
            <a:r>
              <a:rPr lang="ar" sz="1400" b="1" dirty="0"/>
              <a:t>التشغيل:</a:t>
            </a:r>
            <a:r>
              <a:rPr lang="ar" sz="1400" dirty="0"/>
              <a:t> يولد هذا الانقطاع السريع الجهد العالي في الملف الثانوي اللازم لإنتاج شرر في شمعة الإشعال.</a:t>
            </a:r>
          </a:p>
          <a:p>
            <a:pPr marL="0" indent="0" rtl="1">
              <a:buNone/>
            </a:pPr>
            <a:r>
              <a:rPr lang="ar" sz="1400" b="1" dirty="0">
                <a:solidFill>
                  <a:schemeClr val="accent5">
                    <a:lumMod val="50000"/>
                  </a:schemeClr>
                </a:solidFill>
              </a:rPr>
              <a:t>ملف الحث</a:t>
            </a:r>
          </a:p>
          <a:p>
            <a:pPr marL="0" indent="0" rtl="1">
              <a:buNone/>
            </a:pPr>
            <a:r>
              <a:rPr lang="ar" sz="1400" b="1" dirty="0"/>
              <a:t>ملف أساسي</a:t>
            </a:r>
          </a:p>
          <a:p>
            <a:pPr rtl="1"/>
            <a:r>
              <a:rPr lang="ar" sz="1400" b="1" dirty="0"/>
              <a:t>الوظيفة:</a:t>
            </a:r>
            <a:r>
              <a:rPr lang="ar" sz="1400" dirty="0"/>
              <a:t> يعد الملف الأساسي جزءًا من الدائرة الابتدائية ويولد مجالًا مغناطيسيًا عندما يتدفق التيار من خلاله. وهذا المجال المغناطيسي ضروري لتحويل الجهد.</a:t>
            </a:r>
          </a:p>
          <a:p>
            <a:pPr marL="0" indent="0" rtl="1">
              <a:buNone/>
            </a:pPr>
            <a:r>
              <a:rPr lang="ar" sz="1400" b="1" dirty="0"/>
              <a:t>ملف ثانوي</a:t>
            </a:r>
          </a:p>
          <a:p>
            <a:pPr rtl="1"/>
            <a:r>
              <a:rPr lang="ar" sz="1400" b="1" dirty="0"/>
              <a:t>الغرض:</a:t>
            </a:r>
            <a:r>
              <a:rPr lang="ar" sz="1400" dirty="0"/>
              <a:t> يحتوي الملف الثانوي على عدد لفات أكثر من الملف الأساسي، ما يمكنه من رفع الجهد إلى المستوى العالي اللازم لإنتاج الشرر.</a:t>
            </a:r>
          </a:p>
          <a:p>
            <a:pPr rtl="1"/>
            <a:r>
              <a:rPr lang="ar" sz="1400" b="1" dirty="0"/>
              <a:t>التشغيل:</a:t>
            </a:r>
            <a:r>
              <a:rPr lang="ar" sz="1400" dirty="0"/>
              <a:t> عندما ينهار المجال المغناطيسي في الملف الأساسي، فإنه يؤدي إلى جهد عالي في الملف الثانوي، وهو أمر ضروري لإشعال شمعة الشرر.</a:t>
            </a:r>
          </a:p>
          <a:p>
            <a:pPr marL="0" indent="0" rtl="1">
              <a:buNone/>
            </a:pPr>
            <a:r>
              <a:rPr lang="ar" sz="1400" b="1" dirty="0">
                <a:solidFill>
                  <a:schemeClr val="accent5">
                    <a:lumMod val="50000"/>
                  </a:schemeClr>
                </a:solidFill>
              </a:rPr>
              <a:t>الأسلاك الموصلة</a:t>
            </a:r>
          </a:p>
          <a:p>
            <a:pPr rtl="1"/>
            <a:r>
              <a:rPr lang="ar" sz="1400" b="1" dirty="0"/>
              <a:t>الدور: </a:t>
            </a:r>
            <a:r>
              <a:rPr lang="ar" sz="1400" dirty="0"/>
              <a:t>تنقل الأسلاك الموصلة الكهرباء ذات الجهد العالي من ملف الحث إلى الموزعات ومن الموزع إلى كل شمعة إشعال.</a:t>
            </a:r>
          </a:p>
          <a:p>
            <a:pPr rtl="1"/>
            <a:r>
              <a:rPr lang="ar" sz="1400" b="1" dirty="0"/>
              <a:t>الخواص: </a:t>
            </a:r>
            <a:r>
              <a:rPr lang="ar" sz="1400" kern="0" dirty="0"/>
              <a:t>معزولة بشدة لمنع فقدان التيار أو التداخل مع أنظمة المركبة الأخرى.</a:t>
            </a:r>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80660" y="332656"/>
            <a:ext cx="4032448"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أ1 مكونات نظام الإشعال</a:t>
            </a:r>
          </a:p>
        </p:txBody>
      </p:sp>
      <p:sp>
        <p:nvSpPr>
          <p:cNvPr id="2" name="Footer Placeholder 2">
            <a:extLst>
              <a:ext uri="{FF2B5EF4-FFF2-40B4-BE49-F238E27FC236}">
                <a16:creationId xmlns:a16="http://schemas.microsoft.com/office/drawing/2014/main" id="{308BE5CD-AD43-5E7C-16F5-37704584D5FF}"/>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pic>
        <p:nvPicPr>
          <p:cNvPr id="3" name="Picture 2" descr="A close-up of a metal object&#10;&#10;Description automatically generated">
            <a:extLst>
              <a:ext uri="{FF2B5EF4-FFF2-40B4-BE49-F238E27FC236}">
                <a16:creationId xmlns:a16="http://schemas.microsoft.com/office/drawing/2014/main" id="{F188C391-B976-C236-D8DF-64220600F70B}"/>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95536" y="2708920"/>
            <a:ext cx="2451301" cy="2232248"/>
          </a:xfrm>
          <a:prstGeom prst="rect">
            <a:avLst/>
          </a:prstGeom>
        </p:spPr>
      </p:pic>
    </p:spTree>
    <p:extLst>
      <p:ext uri="{BB962C8B-B14F-4D97-AF65-F5344CB8AC3E}">
        <p14:creationId xmlns:p14="http://schemas.microsoft.com/office/powerpoint/2010/main" val="1004062038"/>
      </p:ext>
    </p:extLst>
  </p:cSld>
  <p:clrMapOvr>
    <a:masterClrMapping/>
  </p:clrMapOvr>
  <p:transition>
    <p:sndAc>
      <p:stSnd>
        <p:snd r:embed="rId3" name="click.wav"/>
      </p:stSnd>
    </p:sndAc>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539552" y="1196752"/>
            <a:ext cx="8424936" cy="540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الموزع والغطاء</a:t>
            </a:r>
          </a:p>
          <a:p>
            <a:pPr rtl="1"/>
            <a:r>
              <a:rPr lang="ar" sz="1400" b="1" dirty="0"/>
              <a:t>الوظيفة:</a:t>
            </a:r>
            <a:r>
              <a:rPr lang="ar" sz="1400" dirty="0"/>
              <a:t> يوجّه الموزع تيار الجهد العالي من الملف إلى شمعة الإشعال الصحيحة في الوقت المناسب في كل أسطوانة.</a:t>
            </a:r>
          </a:p>
          <a:p>
            <a:pPr rtl="1"/>
            <a:r>
              <a:rPr lang="ar" sz="1400" b="1" dirty="0"/>
              <a:t>المكونات:</a:t>
            </a:r>
          </a:p>
          <a:p>
            <a:pPr marL="546100" indent="-171450" rtl="1"/>
            <a:r>
              <a:rPr lang="ar" sz="1400" b="1" dirty="0"/>
              <a:t>الغطاء:</a:t>
            </a:r>
            <a:r>
              <a:rPr lang="ar" sz="1400" dirty="0"/>
              <a:t> يحمي غطاء الموزع المكونات الداخلية ويضم نقاط التماس لكل سلك موصل.</a:t>
            </a:r>
          </a:p>
          <a:p>
            <a:pPr marL="546100" indent="-171450" rtl="1"/>
            <a:r>
              <a:rPr lang="ar" sz="1400" b="1" dirty="0"/>
              <a:t>التشغيل:</a:t>
            </a:r>
            <a:r>
              <a:rPr lang="ar" sz="1400" dirty="0"/>
              <a:t> يلامس ذراع الدوار الموجود داخل غطاء الموزع كل طرف لإكمال الدائرة لشمعة الإشعال.</a:t>
            </a:r>
          </a:p>
          <a:p>
            <a:pPr marL="0" indent="0" rtl="1">
              <a:buNone/>
            </a:pPr>
            <a:r>
              <a:rPr lang="ar" sz="1400" b="1" dirty="0">
                <a:solidFill>
                  <a:schemeClr val="accent5">
                    <a:lumMod val="50000"/>
                  </a:schemeClr>
                </a:solidFill>
              </a:rPr>
              <a:t>ذراع الدوار</a:t>
            </a:r>
          </a:p>
          <a:p>
            <a:pPr rtl="1"/>
            <a:r>
              <a:rPr lang="ar" sz="1400" b="1" dirty="0"/>
              <a:t>الغرض:</a:t>
            </a:r>
            <a:r>
              <a:rPr lang="ar" sz="1400" dirty="0"/>
              <a:t> يدور ذراع الدوار داخل غطاء الموزع، ما يسمح للتيار عالي الجهد بالمرور من الملف إلى السلك الموصل بشمعة الإشعال المناسب.</a:t>
            </a:r>
          </a:p>
          <a:p>
            <a:pPr rtl="1"/>
            <a:r>
              <a:rPr lang="ar" sz="1400" b="1" dirty="0"/>
              <a:t>التشغيل:</a:t>
            </a:r>
            <a:r>
              <a:rPr lang="ar" sz="1400" dirty="0"/>
              <a:t> يضمن أن كل أسطوانة تتلقى الشرر في التوقيت الصحيح، وهو أمر حيوي لتشغيل المحرك بكفاءة.</a:t>
            </a:r>
          </a:p>
          <a:p>
            <a:pPr marL="0" indent="0" rtl="1">
              <a:buNone/>
            </a:pPr>
            <a:r>
              <a:rPr lang="ar" sz="1400" b="1" dirty="0">
                <a:solidFill>
                  <a:schemeClr val="accent5">
                    <a:lumMod val="50000"/>
                  </a:schemeClr>
                </a:solidFill>
              </a:rPr>
              <a:t>شمعات الشرر أو الإشعال</a:t>
            </a:r>
          </a:p>
          <a:p>
            <a:pPr rtl="1"/>
            <a:r>
              <a:rPr lang="ar" sz="1400" b="1" dirty="0"/>
              <a:t>الدور:</a:t>
            </a:r>
            <a:r>
              <a:rPr lang="ar" sz="1400" dirty="0"/>
              <a:t> توصل شمعات الإشعال شرر الجهد العالي لإشعال مزيج الوقود والهواء داخل كل أسطوانة محرك.</a:t>
            </a:r>
          </a:p>
          <a:p>
            <a:pPr rtl="1"/>
            <a:r>
              <a:rPr lang="ar" sz="1400" b="1" dirty="0"/>
              <a:t>التشغيل:</a:t>
            </a:r>
            <a:r>
              <a:rPr lang="ar" sz="1400" dirty="0"/>
              <a:t> تحول الطاقة الكهربائية إلى شرر يشعل الوقود ويتسبب في الاحتراق وتشغيل المحرك.</a:t>
            </a:r>
          </a:p>
          <a:p>
            <a:pPr marL="0" indent="0" rtl="1">
              <a:buNone/>
            </a:pPr>
            <a:r>
              <a:rPr lang="ar" sz="1400" b="1" dirty="0">
                <a:solidFill>
                  <a:schemeClr val="accent5">
                    <a:lumMod val="50000"/>
                  </a:schemeClr>
                </a:solidFill>
              </a:rPr>
              <a:t>الآليات: تقديم/تبكير (منظِّم) ميكانيكي</a:t>
            </a:r>
          </a:p>
          <a:p>
            <a:pPr rtl="1"/>
            <a:r>
              <a:rPr lang="ar" sz="1400" b="1" dirty="0"/>
              <a:t>الوظيفة:</a:t>
            </a:r>
            <a:r>
              <a:rPr lang="ar" sz="1400" dirty="0"/>
              <a:t> يضبط توقيت الإشعال بناءً على سرعة المحرك. حيث تتطلب سرعات المحرك العالية توقيت الإشعال المبكر لتحسين الأداء.</a:t>
            </a:r>
          </a:p>
          <a:p>
            <a:pPr marL="0" indent="0" rtl="1">
              <a:buNone/>
            </a:pPr>
            <a:r>
              <a:rPr lang="ar" sz="1400" b="1" dirty="0">
                <a:solidFill>
                  <a:schemeClr val="accent5">
                    <a:lumMod val="50000"/>
                  </a:schemeClr>
                </a:solidFill>
              </a:rPr>
              <a:t>تأخير</a:t>
            </a:r>
          </a:p>
          <a:p>
            <a:pPr rtl="1"/>
            <a:r>
              <a:rPr lang="ar" sz="1400" b="1" dirty="0"/>
              <a:t>الغرض:</a:t>
            </a:r>
            <a:r>
              <a:rPr lang="ar" sz="1400" dirty="0"/>
              <a:t> يؤخر توقيت الإشعال عند الحاجة، مثل بدء التشغيل البارد أو حالات التحميل العالي، لمنع تعطل المحرك وتحسين الكفاءة.</a:t>
            </a:r>
          </a:p>
          <a:p>
            <a:pPr marL="0" indent="0" rtl="1">
              <a:buNone/>
            </a:pPr>
            <a:r>
              <a:rPr lang="ar" sz="1400" b="1" dirty="0">
                <a:solidFill>
                  <a:schemeClr val="accent5">
                    <a:lumMod val="50000"/>
                  </a:schemeClr>
                </a:solidFill>
              </a:rPr>
              <a:t>تقديم فراغي</a:t>
            </a:r>
          </a:p>
          <a:p>
            <a:pPr rtl="1"/>
            <a:r>
              <a:rPr lang="ar" sz="1400" b="1" dirty="0"/>
              <a:t>الدور:</a:t>
            </a:r>
            <a:r>
              <a:rPr lang="ar" sz="1400" dirty="0"/>
              <a:t> يغير توقيت الإشعال بناءً على حمولة المحرك وموضع الخانق باستخدام ضغط التفريغ من مشعب السحب.</a:t>
            </a:r>
          </a:p>
          <a:p>
            <a:pPr rtl="1"/>
            <a:r>
              <a:rPr lang="ar" sz="1400" b="1" dirty="0"/>
              <a:t>التشغيل:</a:t>
            </a:r>
            <a:r>
              <a:rPr lang="ar" sz="1400" dirty="0"/>
              <a:t> يعمل على تقديم التوقيت في ظروف التحميل المنخفض، مما يحسن كفاءة استهلاك الوقود واستجابة المحرك.</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39544" y="332656"/>
            <a:ext cx="410445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أ1 مكونات نظام الإشعال</a:t>
            </a:r>
          </a:p>
        </p:txBody>
      </p:sp>
      <p:sp>
        <p:nvSpPr>
          <p:cNvPr id="2" name="Footer Placeholder 2">
            <a:extLst>
              <a:ext uri="{FF2B5EF4-FFF2-40B4-BE49-F238E27FC236}">
                <a16:creationId xmlns:a16="http://schemas.microsoft.com/office/drawing/2014/main" id="{9A214E17-61A4-C5E6-CC0F-991CF3123CD6}"/>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3210013849"/>
      </p:ext>
    </p:extLst>
  </p:cSld>
  <p:clrMapOvr>
    <a:masterClrMapping/>
  </p:clrMapOvr>
  <p:transition>
    <p:sndAc>
      <p:stSnd>
        <p:snd r:embed="rId3" name="click.wav"/>
      </p:stSnd>
    </p:sndAc>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Picture 12" descr="Diagram of a starting system&#10;&#10;Description automatically generated">
            <a:extLst>
              <a:ext uri="{FF2B5EF4-FFF2-40B4-BE49-F238E27FC236}">
                <a16:creationId xmlns:a16="http://schemas.microsoft.com/office/drawing/2014/main" id="{519D9D8B-2857-6DF5-8468-A5F450B2D024}"/>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851920" y="4077072"/>
            <a:ext cx="5155244" cy="2340396"/>
          </a:xfrm>
          <a:prstGeom prst="rect">
            <a:avLst/>
          </a:prstGeom>
        </p:spPr>
      </p:pic>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563888" y="1264917"/>
            <a:ext cx="5400600" cy="28803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t>المقدمة</a:t>
            </a:r>
            <a:br>
              <a:rPr lang="en-GB" sz="1400" dirty="0"/>
            </a:br>
            <a:r>
              <a:rPr lang="ar" sz="1400" dirty="0"/>
              <a:t>يُرشد نتاج التعلم هذا الطلاب إلى المبادئ الأساسية لتشغيل نظام الإشعال، بما في ذلك التوقيت وأنماط السكون والنطاق. ويؤهل الفهم الجيد لهذه الجوانب الطلاب لإجراء تشخيصات دقيقة، ما يضمن الأداء الأمثل للمحرك واعتماديته. ويوفر الإلمام بهذه المبادئ أساسًا قويًا للانتقال إلى مفاهيم وتطبيقات نظام الإشعال الأكثر تقدمًا.</a:t>
            </a:r>
          </a:p>
          <a:p>
            <a:pPr marL="0" indent="0" rtl="1">
              <a:buNone/>
            </a:pPr>
            <a:endParaRPr lang="en-GB" sz="1400" dirty="0"/>
          </a:p>
          <a:p>
            <a:pPr marL="0" indent="0" rtl="1">
              <a:buNone/>
            </a:pPr>
            <a:r>
              <a:rPr lang="ar" sz="1400" dirty="0"/>
              <a:t>في هذا الجزء، سيستكشف المتعلمون الجوانب التشغيلية لأنظمة الإشعال التقليدي، مع التركيز على توقيت الإشعال، وأنماط السكون والنطاق. وهذه المعلمات ضرورية لتحقيق الاحتراق الفعال والأداء الأمثل للمحرك والاعتمادية. و</a:t>
            </a:r>
            <a:r>
              <a:rPr lang="ar-EG" sz="1400" dirty="0"/>
              <a:t>عند</a:t>
            </a:r>
            <a:r>
              <a:rPr lang="ar" sz="1400" dirty="0"/>
              <a:t> فهم أهمية كل عامل، سيكتسب المتعلمون المهارات اللازمة لصيانة أنظمة الإشعال واستكشاف أمحمد خالد قطنانيا وإصلاحها بفعال</a:t>
            </a:r>
            <a:r>
              <a:rPr lang="ar-EG" sz="1400" dirty="0" err="1"/>
              <a:t>ية</a:t>
            </a:r>
            <a:r>
              <a:rPr lang="ar" sz="1400" dirty="0"/>
              <a:t>.</a:t>
            </a:r>
            <a:br>
              <a:rPr lang="en-GB" sz="1400" dirty="0"/>
            </a:br>
            <a:br>
              <a:rPr lang="en-GB" sz="1400" dirty="0"/>
            </a:br>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454883" y="332656"/>
            <a:ext cx="3672408"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أ2 تشغيل نظام الإشعال</a:t>
            </a:r>
          </a:p>
        </p:txBody>
      </p:sp>
      <p:sp>
        <p:nvSpPr>
          <p:cNvPr id="3" name="Content Placeholder 3">
            <a:extLst>
              <a:ext uri="{FF2B5EF4-FFF2-40B4-BE49-F238E27FC236}">
                <a16:creationId xmlns:a16="http://schemas.microsoft.com/office/drawing/2014/main" id="{CB02FE03-4F5F-2664-4EA6-F98ED2515D99}"/>
              </a:ext>
            </a:extLst>
          </p:cNvPr>
          <p:cNvSpPr txBox="1">
            <a:spLocks noChangeArrowheads="1"/>
          </p:cNvSpPr>
          <p:nvPr/>
        </p:nvSpPr>
        <p:spPr bwMode="auto">
          <a:xfrm>
            <a:off x="136836" y="1264916"/>
            <a:ext cx="3283036" cy="5404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None/>
            </a:pPr>
            <a:r>
              <a:rPr lang="ar" sz="1400" b="1" kern="0" dirty="0">
                <a:solidFill>
                  <a:schemeClr val="accent5">
                    <a:lumMod val="50000"/>
                  </a:schemeClr>
                </a:solidFill>
                <a:latin typeface="Sakkal Majalla" panose="02000000000000000000" pitchFamily="2" charset="-78"/>
                <a:cs typeface="Sakkal Majalla" panose="02000000000000000000" pitchFamily="2" charset="-78"/>
              </a:rPr>
              <a:t>توقيت الإشعال</a:t>
            </a:r>
            <a:br>
              <a:rPr lang="en-GB" sz="1400" kern="0" dirty="0">
                <a:solidFill>
                  <a:schemeClr val="accent5">
                    <a:lumMod val="50000"/>
                  </a:schemeClr>
                </a:solidFill>
                <a:latin typeface="Sakkal Majalla" panose="02000000000000000000" pitchFamily="2" charset="-78"/>
                <a:cs typeface="Sakkal Majalla" panose="02000000000000000000" pitchFamily="2" charset="-78"/>
              </a:rPr>
            </a:br>
            <a:r>
              <a:rPr lang="ar" sz="1400" b="1" kern="0" dirty="0">
                <a:solidFill>
                  <a:schemeClr val="accent5">
                    <a:lumMod val="50000"/>
                  </a:schemeClr>
                </a:solidFill>
                <a:latin typeface="Sakkal Majalla" panose="02000000000000000000" pitchFamily="2" charset="-78"/>
                <a:cs typeface="Sakkal Majalla" panose="02000000000000000000" pitchFamily="2" charset="-78"/>
              </a:rPr>
              <a:t>التوقيت في وضع السكون</a:t>
            </a:r>
            <a:br>
              <a:rPr lang="en-GB" sz="1400" kern="0" dirty="0">
                <a:latin typeface="Sakkal Majalla" panose="02000000000000000000" pitchFamily="2" charset="-78"/>
                <a:cs typeface="Sakkal Majalla" panose="02000000000000000000" pitchFamily="2" charset="-78"/>
              </a:rPr>
            </a:br>
            <a:r>
              <a:rPr lang="ar" sz="1400" b="1" kern="0" dirty="0">
                <a:latin typeface="Sakkal Majalla" panose="02000000000000000000" pitchFamily="2" charset="-78"/>
                <a:cs typeface="Sakkal Majalla" panose="02000000000000000000" pitchFamily="2" charset="-78"/>
              </a:rPr>
              <a:t>التعريف:</a:t>
            </a:r>
            <a:r>
              <a:rPr lang="ar" sz="1400" kern="0" dirty="0">
                <a:latin typeface="Sakkal Majalla" panose="02000000000000000000" pitchFamily="2" charset="-78"/>
                <a:cs typeface="Sakkal Majalla" panose="02000000000000000000" pitchFamily="2" charset="-78"/>
              </a:rPr>
              <a:t> يشير التوقيت في وضع السكون إلى توقيت الإشعال عندما يكون المحرك ساكنًا، ويتم ضبطه عادةً عن طريق محاذاة علامات توقيت محددة على المحرك والموزع.</a:t>
            </a:r>
            <a:br>
              <a:rPr lang="en-GB" sz="1400" kern="0" dirty="0">
                <a:latin typeface="Sakkal Majalla" panose="02000000000000000000" pitchFamily="2" charset="-78"/>
                <a:cs typeface="Sakkal Majalla" panose="02000000000000000000" pitchFamily="2" charset="-78"/>
              </a:rPr>
            </a:br>
            <a:r>
              <a:rPr lang="ar" sz="1400" b="1" kern="0" dirty="0">
                <a:latin typeface="Sakkal Majalla" panose="02000000000000000000" pitchFamily="2" charset="-78"/>
                <a:cs typeface="Sakkal Majalla" panose="02000000000000000000" pitchFamily="2" charset="-78"/>
              </a:rPr>
              <a:t>الغرض:</a:t>
            </a:r>
            <a:r>
              <a:rPr lang="ar" sz="1400" kern="0" dirty="0">
                <a:latin typeface="Sakkal Majalla" panose="02000000000000000000" pitchFamily="2" charset="-78"/>
                <a:cs typeface="Sakkal Majalla" panose="02000000000000000000" pitchFamily="2" charset="-78"/>
              </a:rPr>
              <a:t> تضمن شمعة الإشعال إشعال مزيج الهواء والوقود عند النقطة الصحيحة للاحتراق الفعال، خاصة في أثناء بدء التشغيل.</a:t>
            </a:r>
            <a:br>
              <a:rPr lang="en-GB" sz="1400" kern="0" dirty="0">
                <a:latin typeface="Sakkal Majalla" panose="02000000000000000000" pitchFamily="2" charset="-78"/>
                <a:cs typeface="Sakkal Majalla" panose="02000000000000000000" pitchFamily="2" charset="-78"/>
              </a:rPr>
            </a:br>
            <a:r>
              <a:rPr lang="ar" sz="1400" b="1" kern="0" dirty="0">
                <a:latin typeface="Sakkal Majalla" panose="02000000000000000000" pitchFamily="2" charset="-78"/>
                <a:cs typeface="Sakkal Majalla" panose="02000000000000000000" pitchFamily="2" charset="-78"/>
              </a:rPr>
              <a:t>الاستخدام:</a:t>
            </a:r>
            <a:r>
              <a:rPr lang="ar" sz="1400" kern="0" dirty="0">
                <a:latin typeface="Sakkal Majalla" panose="02000000000000000000" pitchFamily="2" charset="-78"/>
                <a:cs typeface="Sakkal Majalla" panose="02000000000000000000" pitchFamily="2" charset="-78"/>
              </a:rPr>
              <a:t> يُضبط التوقيت في وضع السكون عادةً في أثناء الصيانة الروتينية أو الإعداد لضمان بدء تشغيل وأداء أولي صحيح للمحرك.</a:t>
            </a:r>
            <a:br>
              <a:rPr lang="en-GB" sz="1400" kern="0" dirty="0">
                <a:latin typeface="Sakkal Majalla" panose="02000000000000000000" pitchFamily="2" charset="-78"/>
                <a:cs typeface="Sakkal Majalla" panose="02000000000000000000" pitchFamily="2" charset="-78"/>
              </a:rPr>
            </a:br>
            <a:endParaRPr lang="en-GB" sz="1400" kern="0" dirty="0">
              <a:latin typeface="Sakkal Majalla" panose="02000000000000000000" pitchFamily="2" charset="-78"/>
              <a:cs typeface="Sakkal Majalla" panose="02000000000000000000" pitchFamily="2" charset="-78"/>
            </a:endParaRPr>
          </a:p>
          <a:p>
            <a:pPr marL="0" indent="0" rtl="1">
              <a:buNone/>
            </a:pPr>
            <a:r>
              <a:rPr lang="ar" sz="1400" b="1" kern="0" dirty="0">
                <a:solidFill>
                  <a:schemeClr val="accent5">
                    <a:lumMod val="50000"/>
                  </a:schemeClr>
                </a:solidFill>
                <a:latin typeface="Sakkal Majalla" panose="02000000000000000000" pitchFamily="2" charset="-78"/>
                <a:cs typeface="Sakkal Majalla" panose="02000000000000000000" pitchFamily="2" charset="-78"/>
              </a:rPr>
              <a:t>التوقيت في وضع التشغيل</a:t>
            </a:r>
            <a:br>
              <a:rPr lang="en-GB" sz="1400" kern="0" dirty="0">
                <a:solidFill>
                  <a:schemeClr val="accent5">
                    <a:lumMod val="50000"/>
                  </a:schemeClr>
                </a:solidFill>
                <a:latin typeface="Sakkal Majalla" panose="02000000000000000000" pitchFamily="2" charset="-78"/>
                <a:cs typeface="Sakkal Majalla" panose="02000000000000000000" pitchFamily="2" charset="-78"/>
              </a:rPr>
            </a:br>
            <a:r>
              <a:rPr lang="ar" sz="1400" b="1" kern="0" dirty="0">
                <a:latin typeface="Sakkal Majalla" panose="02000000000000000000" pitchFamily="2" charset="-78"/>
                <a:cs typeface="Sakkal Majalla" panose="02000000000000000000" pitchFamily="2" charset="-78"/>
              </a:rPr>
              <a:t>التعريف:</a:t>
            </a:r>
            <a:r>
              <a:rPr lang="ar" sz="1400" kern="0" dirty="0">
                <a:latin typeface="Sakkal Majalla" panose="02000000000000000000" pitchFamily="2" charset="-78"/>
                <a:cs typeface="Sakkal Majalla" panose="02000000000000000000" pitchFamily="2" charset="-78"/>
              </a:rPr>
              <a:t> يشير التوقيت في وضع التشغيل إلى توقيت الإشعال عند تشغيل المحرك ويمكن ضبطه وفقًا لسرعة المحرك والحمل.</a:t>
            </a:r>
            <a:br>
              <a:rPr lang="en-GB" sz="1400" kern="0" dirty="0">
                <a:latin typeface="Sakkal Majalla" panose="02000000000000000000" pitchFamily="2" charset="-78"/>
                <a:cs typeface="Sakkal Majalla" panose="02000000000000000000" pitchFamily="2" charset="-78"/>
              </a:rPr>
            </a:br>
            <a:r>
              <a:rPr lang="ar" sz="1400" b="1" kern="0" dirty="0">
                <a:latin typeface="Sakkal Majalla" panose="02000000000000000000" pitchFamily="2" charset="-78"/>
                <a:cs typeface="Sakkal Majalla" panose="02000000000000000000" pitchFamily="2" charset="-78"/>
              </a:rPr>
              <a:t>الغرض:</a:t>
            </a:r>
            <a:r>
              <a:rPr lang="ar" sz="1400" kern="0" dirty="0">
                <a:latin typeface="Sakkal Majalla" panose="02000000000000000000" pitchFamily="2" charset="-78"/>
                <a:cs typeface="Sakkal Majalla" panose="02000000000000000000" pitchFamily="2" charset="-78"/>
              </a:rPr>
              <a:t> يعمل على تكييف توقيت الإشعال مع ظروف القيادة المختلفة، مما يعمل على تحسين الأداء وكفاءة الوقود عبر سرعات المحرك المختلفة.</a:t>
            </a:r>
            <a:br>
              <a:rPr lang="en-GB" sz="1400" kern="0" dirty="0">
                <a:latin typeface="Sakkal Majalla" panose="02000000000000000000" pitchFamily="2" charset="-78"/>
                <a:cs typeface="Sakkal Majalla" panose="02000000000000000000" pitchFamily="2" charset="-78"/>
              </a:rPr>
            </a:br>
            <a:r>
              <a:rPr lang="ar" sz="1400" b="1" kern="0" dirty="0">
                <a:latin typeface="Sakkal Majalla" panose="02000000000000000000" pitchFamily="2" charset="-78"/>
                <a:cs typeface="Sakkal Majalla" panose="02000000000000000000" pitchFamily="2" charset="-78"/>
              </a:rPr>
              <a:t>التشغيل:</a:t>
            </a:r>
            <a:r>
              <a:rPr lang="ar" sz="1400" kern="0" dirty="0">
                <a:latin typeface="Sakkal Majalla" panose="02000000000000000000" pitchFamily="2" charset="-78"/>
                <a:cs typeface="Sakkal Majalla" panose="02000000000000000000" pitchFamily="2" charset="-78"/>
              </a:rPr>
              <a:t> تعمل آليات التقديم (مثل التقديم الفراغي والميكانيكي) على ضبط التوقيت ديناميكيًا، مما يضمن الاحتراق الفعال في أثناء التسارع وظروف التحميل المتنوعة.</a:t>
            </a:r>
            <a:br>
              <a:rPr lang="en-GB" sz="1400" kern="0" dirty="0">
                <a:latin typeface="Sakkal Majalla" panose="02000000000000000000" pitchFamily="2" charset="-78"/>
                <a:cs typeface="Sakkal Majalla" panose="02000000000000000000" pitchFamily="2" charset="-78"/>
              </a:rPr>
            </a:br>
            <a:endParaRPr lang="en-GB" sz="1400" kern="0" dirty="0">
              <a:latin typeface="Sakkal Majalla" panose="02000000000000000000" pitchFamily="2" charset="-78"/>
              <a:cs typeface="Sakkal Majalla" panose="02000000000000000000" pitchFamily="2" charset="-78"/>
            </a:endParaRPr>
          </a:p>
        </p:txBody>
      </p:sp>
      <p:grpSp>
        <p:nvGrpSpPr>
          <p:cNvPr id="4" name="Group 3">
            <a:extLst>
              <a:ext uri="{FF2B5EF4-FFF2-40B4-BE49-F238E27FC236}">
                <a16:creationId xmlns:a16="http://schemas.microsoft.com/office/drawing/2014/main" id="{99D658C9-8B8A-52EA-1CE3-D69A417EAF0D}"/>
              </a:ext>
            </a:extLst>
          </p:cNvPr>
          <p:cNvGrpSpPr/>
          <p:nvPr/>
        </p:nvGrpSpPr>
        <p:grpSpPr>
          <a:xfrm>
            <a:off x="3387924" y="4306631"/>
            <a:ext cx="5461353" cy="2077711"/>
            <a:chOff x="90161" y="4306631"/>
            <a:chExt cx="5461353" cy="2077711"/>
          </a:xfrm>
        </p:grpSpPr>
        <p:sp>
          <p:nvSpPr>
            <p:cNvPr id="5" name="TextBox 4">
              <a:extLst>
                <a:ext uri="{FF2B5EF4-FFF2-40B4-BE49-F238E27FC236}">
                  <a16:creationId xmlns:a16="http://schemas.microsoft.com/office/drawing/2014/main" id="{88457998-5629-022C-E9C3-1520C3D91031}"/>
                </a:ext>
              </a:extLst>
            </p:cNvPr>
            <p:cNvSpPr txBox="1"/>
            <p:nvPr/>
          </p:nvSpPr>
          <p:spPr>
            <a:xfrm>
              <a:off x="1852913" y="4306631"/>
              <a:ext cx="990895" cy="274497"/>
            </a:xfrm>
            <a:prstGeom prst="rect">
              <a:avLst/>
            </a:prstGeom>
            <a:solidFill>
              <a:schemeClr val="bg1"/>
            </a:solidFill>
          </p:spPr>
          <p:txBody>
            <a:bodyPr wrap="square" rtlCol="1">
              <a:spAutoFit/>
            </a:bodyPr>
            <a:lstStyle/>
            <a:p>
              <a:pPr algn="r" rtl="1"/>
              <a:r>
                <a:rPr lang="ar" sz="1200" b="1" dirty="0">
                  <a:latin typeface="Sakkal Majalla" panose="02000000000000000000" pitchFamily="2" charset="-78"/>
                  <a:cs typeface="Sakkal Majalla" panose="02000000000000000000" pitchFamily="2" charset="-78"/>
                </a:rPr>
                <a:t>مولد التيار البديل</a:t>
              </a:r>
            </a:p>
          </p:txBody>
        </p:sp>
        <p:sp>
          <p:nvSpPr>
            <p:cNvPr id="6" name="TextBox 5">
              <a:extLst>
                <a:ext uri="{FF2B5EF4-FFF2-40B4-BE49-F238E27FC236}">
                  <a16:creationId xmlns:a16="http://schemas.microsoft.com/office/drawing/2014/main" id="{1A7EAA0A-579E-BD7D-0C07-ABC01D134683}"/>
                </a:ext>
              </a:extLst>
            </p:cNvPr>
            <p:cNvSpPr txBox="1"/>
            <p:nvPr/>
          </p:nvSpPr>
          <p:spPr>
            <a:xfrm>
              <a:off x="663321" y="4941168"/>
              <a:ext cx="990895" cy="274497"/>
            </a:xfrm>
            <a:prstGeom prst="rect">
              <a:avLst/>
            </a:prstGeom>
            <a:solidFill>
              <a:schemeClr val="bg1"/>
            </a:solidFill>
          </p:spPr>
          <p:txBody>
            <a:bodyPr wrap="square" rtlCol="1">
              <a:spAutoFit/>
            </a:bodyPr>
            <a:lstStyle/>
            <a:p>
              <a:pPr algn="ctr" rtl="1"/>
              <a:r>
                <a:rPr lang="ar" sz="1200" b="1" dirty="0">
                  <a:latin typeface="Sakkal Majalla" panose="02000000000000000000" pitchFamily="2" charset="-78"/>
                  <a:cs typeface="Sakkal Majalla" panose="02000000000000000000" pitchFamily="2" charset="-78"/>
                </a:rPr>
                <a:t>بطارية</a:t>
              </a:r>
            </a:p>
          </p:txBody>
        </p:sp>
        <p:sp>
          <p:nvSpPr>
            <p:cNvPr id="7" name="TextBox 6">
              <a:extLst>
                <a:ext uri="{FF2B5EF4-FFF2-40B4-BE49-F238E27FC236}">
                  <a16:creationId xmlns:a16="http://schemas.microsoft.com/office/drawing/2014/main" id="{390F5AF3-D075-2441-F2C6-0B2C4BEAEF9B}"/>
                </a:ext>
              </a:extLst>
            </p:cNvPr>
            <p:cNvSpPr txBox="1"/>
            <p:nvPr/>
          </p:nvSpPr>
          <p:spPr>
            <a:xfrm>
              <a:off x="90161" y="6109845"/>
              <a:ext cx="990895" cy="274497"/>
            </a:xfrm>
            <a:prstGeom prst="rect">
              <a:avLst/>
            </a:prstGeom>
            <a:solidFill>
              <a:schemeClr val="bg1"/>
            </a:solidFill>
          </p:spPr>
          <p:txBody>
            <a:bodyPr wrap="square" rtlCol="1">
              <a:spAutoFit/>
            </a:bodyPr>
            <a:lstStyle/>
            <a:p>
              <a:pPr algn="r" rtl="1"/>
              <a:r>
                <a:rPr lang="ar" sz="1200" b="1" dirty="0">
                  <a:latin typeface="Sakkal Majalla" panose="02000000000000000000" pitchFamily="2" charset="-78"/>
                  <a:cs typeface="Sakkal Majalla" panose="02000000000000000000" pitchFamily="2" charset="-78"/>
                </a:rPr>
                <a:t>سلك أرضي</a:t>
              </a:r>
            </a:p>
          </p:txBody>
        </p:sp>
        <p:sp>
          <p:nvSpPr>
            <p:cNvPr id="8" name="TextBox 7">
              <a:extLst>
                <a:ext uri="{FF2B5EF4-FFF2-40B4-BE49-F238E27FC236}">
                  <a16:creationId xmlns:a16="http://schemas.microsoft.com/office/drawing/2014/main" id="{78853990-A003-304A-29FD-26B9E7C36AA3}"/>
                </a:ext>
              </a:extLst>
            </p:cNvPr>
            <p:cNvSpPr txBox="1"/>
            <p:nvPr/>
          </p:nvSpPr>
          <p:spPr>
            <a:xfrm>
              <a:off x="3761125" y="5229200"/>
              <a:ext cx="738867" cy="276326"/>
            </a:xfrm>
            <a:prstGeom prst="rect">
              <a:avLst/>
            </a:prstGeom>
            <a:solidFill>
              <a:schemeClr val="bg1"/>
            </a:solidFill>
          </p:spPr>
          <p:txBody>
            <a:bodyPr wrap="square" rtlCol="1">
              <a:spAutoFit/>
            </a:bodyPr>
            <a:lstStyle/>
            <a:p>
              <a:pPr rtl="1"/>
              <a:r>
                <a:rPr lang="ar" sz="1200" b="1" dirty="0">
                  <a:latin typeface="Sakkal Majalla" panose="02000000000000000000" pitchFamily="2" charset="-78"/>
                  <a:cs typeface="Sakkal Majalla" panose="02000000000000000000" pitchFamily="2" charset="-78"/>
                </a:rPr>
                <a:t>بادئ دوران</a:t>
              </a:r>
            </a:p>
          </p:txBody>
        </p:sp>
        <p:sp>
          <p:nvSpPr>
            <p:cNvPr id="9" name="TextBox 8">
              <a:extLst>
                <a:ext uri="{FF2B5EF4-FFF2-40B4-BE49-F238E27FC236}">
                  <a16:creationId xmlns:a16="http://schemas.microsoft.com/office/drawing/2014/main" id="{5DE33B9F-20D6-E766-F038-892F13CEF8C9}"/>
                </a:ext>
              </a:extLst>
            </p:cNvPr>
            <p:cNvSpPr txBox="1"/>
            <p:nvPr/>
          </p:nvSpPr>
          <p:spPr>
            <a:xfrm>
              <a:off x="4206697" y="4949007"/>
              <a:ext cx="1344817" cy="276999"/>
            </a:xfrm>
            <a:prstGeom prst="rect">
              <a:avLst/>
            </a:prstGeom>
            <a:solidFill>
              <a:schemeClr val="bg1"/>
            </a:solidFill>
          </p:spPr>
          <p:txBody>
            <a:bodyPr wrap="square" rtlCol="1">
              <a:spAutoFit/>
            </a:bodyPr>
            <a:lstStyle/>
            <a:p>
              <a:pPr algn="r" rtl="1"/>
              <a:r>
                <a:rPr lang="ar" sz="1200" b="1" dirty="0">
                  <a:latin typeface="Sakkal Majalla" panose="02000000000000000000" pitchFamily="2" charset="-78"/>
                  <a:cs typeface="Sakkal Majalla" panose="02000000000000000000" pitchFamily="2" charset="-78"/>
                </a:rPr>
                <a:t>مفتاح الإشعال</a:t>
              </a:r>
            </a:p>
          </p:txBody>
        </p:sp>
        <p:sp>
          <p:nvSpPr>
            <p:cNvPr id="10" name="TextBox 9">
              <a:extLst>
                <a:ext uri="{FF2B5EF4-FFF2-40B4-BE49-F238E27FC236}">
                  <a16:creationId xmlns:a16="http://schemas.microsoft.com/office/drawing/2014/main" id="{0DAFBAD9-F0B4-0A9B-8383-057F56C9AB7E}"/>
                </a:ext>
              </a:extLst>
            </p:cNvPr>
            <p:cNvSpPr txBox="1"/>
            <p:nvPr/>
          </p:nvSpPr>
          <p:spPr>
            <a:xfrm>
              <a:off x="4140239" y="5664060"/>
              <a:ext cx="738867" cy="276999"/>
            </a:xfrm>
            <a:prstGeom prst="rect">
              <a:avLst/>
            </a:prstGeom>
            <a:solidFill>
              <a:schemeClr val="bg1"/>
            </a:solidFill>
          </p:spPr>
          <p:txBody>
            <a:bodyPr wrap="square" rtlCol="1">
              <a:spAutoFit/>
            </a:bodyPr>
            <a:lstStyle/>
            <a:p>
              <a:pPr rtl="1"/>
              <a:r>
                <a:rPr lang="ar" sz="1200" b="1" dirty="0">
                  <a:latin typeface="Sakkal Majalla" panose="02000000000000000000" pitchFamily="2" charset="-78"/>
                  <a:cs typeface="Sakkal Majalla" panose="02000000000000000000" pitchFamily="2" charset="-78"/>
                </a:rPr>
                <a:t>ملف لولبي</a:t>
              </a:r>
            </a:p>
          </p:txBody>
        </p:sp>
        <p:sp>
          <p:nvSpPr>
            <p:cNvPr id="11" name="TextBox 10">
              <a:extLst>
                <a:ext uri="{FF2B5EF4-FFF2-40B4-BE49-F238E27FC236}">
                  <a16:creationId xmlns:a16="http://schemas.microsoft.com/office/drawing/2014/main" id="{A1F463A0-A841-5937-71C9-F8E830DA9363}"/>
                </a:ext>
              </a:extLst>
            </p:cNvPr>
            <p:cNvSpPr txBox="1"/>
            <p:nvPr/>
          </p:nvSpPr>
          <p:spPr>
            <a:xfrm>
              <a:off x="4063352" y="5971346"/>
              <a:ext cx="738867" cy="276999"/>
            </a:xfrm>
            <a:prstGeom prst="rect">
              <a:avLst/>
            </a:prstGeom>
            <a:solidFill>
              <a:schemeClr val="bg1"/>
            </a:solidFill>
          </p:spPr>
          <p:txBody>
            <a:bodyPr wrap="square" rtlCol="1">
              <a:spAutoFit/>
            </a:bodyPr>
            <a:lstStyle/>
            <a:p>
              <a:pPr rtl="1"/>
              <a:r>
                <a:rPr lang="ar" sz="1200" b="1" dirty="0">
                  <a:latin typeface="Sakkal Majalla" panose="02000000000000000000" pitchFamily="2" charset="-78"/>
                  <a:cs typeface="Sakkal Majalla" panose="02000000000000000000" pitchFamily="2" charset="-78"/>
                </a:rPr>
                <a:t>سلك أرضي</a:t>
              </a:r>
            </a:p>
          </p:txBody>
        </p:sp>
      </p:grpSp>
      <p:sp>
        <p:nvSpPr>
          <p:cNvPr id="12" name="Footer Placeholder 2">
            <a:extLst>
              <a:ext uri="{FF2B5EF4-FFF2-40B4-BE49-F238E27FC236}">
                <a16:creationId xmlns:a16="http://schemas.microsoft.com/office/drawing/2014/main" id="{51423D6D-8CA9-AE36-31F7-731F05E347E4}"/>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1353396221"/>
      </p:ext>
    </p:extLst>
  </p:cSld>
  <p:clrMapOvr>
    <a:masterClrMapping/>
  </p:clrMapOvr>
  <p:transition>
    <p:sndAc>
      <p:stSnd>
        <p:snd r:embed="rId3" name="click.wav"/>
      </p:stSnd>
    </p:sndAc>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1340768"/>
            <a:ext cx="8856984" cy="40324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solidFill>
                  <a:schemeClr val="accent5">
                    <a:lumMod val="50000"/>
                  </a:schemeClr>
                </a:solidFill>
              </a:rPr>
              <a:t>السكون</a:t>
            </a:r>
            <a:br>
              <a:rPr lang="en-GB" sz="1600" dirty="0"/>
            </a:br>
            <a:r>
              <a:rPr lang="ar" sz="1600" b="1" dirty="0"/>
              <a:t>زاوية السكون</a:t>
            </a:r>
            <a:endParaRPr lang="en-GB" sz="1600" dirty="0"/>
          </a:p>
          <a:p>
            <a:pPr rtl="1"/>
            <a:r>
              <a:rPr lang="ar" sz="1600" b="1" dirty="0"/>
              <a:t>التعريف:</a:t>
            </a:r>
            <a:r>
              <a:rPr lang="ar" sz="1600" dirty="0"/>
              <a:t> زاوية السكون هي المُدة، المقاسة بالدرجات، التي تظل فيها نقاط قاطع التيار مغلقة، مما يسمح للتيار بالتدفق في الملف الأساسي.</a:t>
            </a:r>
          </a:p>
          <a:p>
            <a:pPr rtl="1"/>
            <a:r>
              <a:rPr lang="ar" sz="1600" b="1" dirty="0"/>
              <a:t>الغرض:</a:t>
            </a:r>
            <a:r>
              <a:rPr lang="ar" sz="1600" dirty="0"/>
              <a:t> يضمن تدفق التيار الكافي في الدائرة الابتدائية لتوليد الجهد العالي اللازم لشرارة قوية في الدائرة الثانوية.</a:t>
            </a:r>
          </a:p>
          <a:p>
            <a:pPr rtl="1"/>
            <a:r>
              <a:rPr lang="ar" sz="1600" b="1" dirty="0"/>
              <a:t>الأهمية:</a:t>
            </a:r>
            <a:r>
              <a:rPr lang="ar" sz="1600" dirty="0"/>
              <a:t> تسهم زاوية السكون المناسبة في توصيل الشرر بشكل متسق ومنع حدوث مشكلة عدم الاحتراق وتعزيز الاحتراق الفعال.</a:t>
            </a:r>
          </a:p>
          <a:p>
            <a:pPr marL="0" indent="0" rtl="1">
              <a:buNone/>
            </a:pPr>
            <a:endParaRPr lang="en-GB" sz="1600" b="1" dirty="0"/>
          </a:p>
          <a:p>
            <a:pPr marL="0" indent="0" rtl="1">
              <a:buNone/>
            </a:pPr>
            <a:r>
              <a:rPr lang="ar" sz="1600" b="1" dirty="0"/>
              <a:t>وقت السكون</a:t>
            </a:r>
          </a:p>
          <a:p>
            <a:pPr rtl="1"/>
            <a:r>
              <a:rPr lang="ar" sz="1600" b="1" dirty="0"/>
              <a:t>التعريف:</a:t>
            </a:r>
            <a:r>
              <a:rPr lang="ar" sz="1600" dirty="0"/>
              <a:t> وقت السكون هو المدة الفعلية (المقاسة بالمللي ثانية) التي تظل فيها النقاط مغلقة، ما يتيح تراكم التيار في الدائرة الابتدائية.</a:t>
            </a:r>
          </a:p>
          <a:p>
            <a:pPr rtl="1"/>
            <a:r>
              <a:rPr lang="ar" sz="1600" b="1" dirty="0"/>
              <a:t>الصلة:</a:t>
            </a:r>
            <a:r>
              <a:rPr lang="ar" sz="1600" dirty="0"/>
              <a:t> يضمن وقت السكون المناسب توفير الوقت الكافي للملف للشحن، ما ينتج عنه شرارة قوية عبر جميع دورات المحرك.</a:t>
            </a:r>
          </a:p>
          <a:p>
            <a:pPr marL="0" indent="0" rtl="1">
              <a:buNone/>
            </a:pPr>
            <a:endParaRPr lang="en-GB" sz="1600" b="1" dirty="0"/>
          </a:p>
          <a:p>
            <a:pPr marL="0" indent="0" rtl="1">
              <a:buNone/>
            </a:pPr>
            <a:r>
              <a:rPr lang="ar" sz="1600" b="1" dirty="0"/>
              <a:t>اختلاف السكون</a:t>
            </a:r>
          </a:p>
          <a:p>
            <a:pPr rtl="1"/>
            <a:r>
              <a:rPr lang="ar" sz="1600" b="1" dirty="0"/>
              <a:t>الغرض:</a:t>
            </a:r>
            <a:r>
              <a:rPr lang="ar" sz="1600" dirty="0"/>
              <a:t> يشير اختلاف السكون إلى التغييرات في زاوية السكون أو الوقت بسبب عوامل مثل سرعة المحرك أو تآكل الملامسات أو مقاومة الدائرة.</a:t>
            </a:r>
          </a:p>
          <a:p>
            <a:pPr rtl="1"/>
            <a:r>
              <a:rPr lang="ar" sz="1600" b="1" dirty="0"/>
              <a:t>الآثار المترتبة:</a:t>
            </a:r>
            <a:r>
              <a:rPr lang="ar" sz="1600" dirty="0"/>
              <a:t> يمكن أن يؤدي الاختلاف المفرط في السكون إلى حدوث مشكة عدم احتراق وأداء ضعيف للمحرك واستخدام غير فعال للوقود. وتساعد مراقبة السكون وضبطه في الحفاظ على اتساق النظام وأدائه.</a:t>
            </a:r>
          </a:p>
          <a:p>
            <a:pPr marL="0" indent="0" rtl="1">
              <a:buNone/>
            </a:pPr>
            <a:endParaRPr lang="en-GB" sz="1600" dirty="0"/>
          </a:p>
          <a:p>
            <a:pPr marL="0" indent="0" rtl="1">
              <a:buNone/>
            </a:pPr>
            <a:endParaRPr lang="en-GB" sz="1600" dirty="0"/>
          </a:p>
          <a:p>
            <a:pPr marL="0" indent="0" rtl="1">
              <a:buNone/>
            </a:pPr>
            <a:endParaRPr lang="en-GB" sz="1600" dirty="0"/>
          </a:p>
          <a:p>
            <a:pPr marL="0" indent="0" rtl="1">
              <a:buNone/>
            </a:pP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292080" y="260648"/>
            <a:ext cx="374441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أ2 تشغيل نظام الإشعال</a:t>
            </a:r>
          </a:p>
        </p:txBody>
      </p:sp>
      <p:sp>
        <p:nvSpPr>
          <p:cNvPr id="2" name="Footer Placeholder 2">
            <a:extLst>
              <a:ext uri="{FF2B5EF4-FFF2-40B4-BE49-F238E27FC236}">
                <a16:creationId xmlns:a16="http://schemas.microsoft.com/office/drawing/2014/main" id="{0379439E-2E40-29E6-0559-3DCFC21A82A5}"/>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3797155788"/>
      </p:ext>
    </p:extLst>
  </p:cSld>
  <p:clrMapOvr>
    <a:masterClrMapping/>
  </p:clrMapOvr>
  <p:transition>
    <p:sndAc>
      <p:stSnd>
        <p:snd r:embed="rId3" name="click.wav"/>
      </p:stSnd>
    </p:sndAc>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196752"/>
            <a:ext cx="8640960" cy="53285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أنماط نطاق الإشعال</a:t>
            </a:r>
          </a:p>
          <a:p>
            <a:pPr marL="0" indent="0" rtl="1">
              <a:buNone/>
            </a:pPr>
            <a:r>
              <a:rPr lang="ar" sz="1400" b="1" dirty="0"/>
              <a:t>كيلوفولطية الشرر</a:t>
            </a:r>
          </a:p>
          <a:p>
            <a:pPr rtl="1"/>
            <a:r>
              <a:rPr lang="ar" sz="1400" b="1" dirty="0"/>
              <a:t>التعريف:</a:t>
            </a:r>
            <a:r>
              <a:rPr lang="ar" sz="1400" dirty="0"/>
              <a:t> يمثل كيلوفولطية الشرر الجهد اللازم لإنشاء شرارة عبر فجوة شمعة الإشعال، ويمكن رؤيتها كنمط مميز على مرسمة الذبذبات.</a:t>
            </a:r>
          </a:p>
          <a:p>
            <a:pPr rtl="1"/>
            <a:r>
              <a:rPr lang="ar" sz="1400" b="1" dirty="0"/>
              <a:t>الاستخدام:</a:t>
            </a:r>
            <a:r>
              <a:rPr lang="ar" sz="1400" dirty="0"/>
              <a:t> تساعد أنماط كيلوفولطية الشرر في تقييم صحة شمعة الإشعال وملف الإشعال ومكونات الدائرة الثانوية.</a:t>
            </a:r>
          </a:p>
          <a:p>
            <a:pPr rtl="1"/>
            <a:r>
              <a:rPr lang="ar" sz="1400" b="1" dirty="0"/>
              <a:t>التفسير:</a:t>
            </a:r>
            <a:r>
              <a:rPr lang="ar" sz="1400" dirty="0"/>
              <a:t> تشير أنماط الكيلوفولطية المتسقة إلى نظام إشعال يعمل بشكل جيد؛ وقد تشير الانحرافات إلى مشكلات مثل شمعات الإشعال البالية أو الملفات المعيبة.</a:t>
            </a:r>
          </a:p>
          <a:p>
            <a:pPr marL="0" indent="0" rtl="1">
              <a:buNone/>
            </a:pPr>
            <a:r>
              <a:rPr lang="ar" sz="1400" b="1" dirty="0"/>
              <a:t>نمط نطاق الدائرة الابتدائية</a:t>
            </a:r>
          </a:p>
          <a:p>
            <a:pPr rtl="1"/>
            <a:r>
              <a:rPr lang="ar" sz="1400" b="1" dirty="0"/>
              <a:t>الدور:</a:t>
            </a:r>
            <a:r>
              <a:rPr lang="ar" sz="1400" dirty="0"/>
              <a:t> يعرض الجهد في الملف الأساسي، ما يساعد على تقييم أداء المكونات مثل قاطع التيار ومفتاح الإشعال.</a:t>
            </a:r>
          </a:p>
          <a:p>
            <a:pPr rtl="1"/>
            <a:r>
              <a:rPr lang="ar" sz="1400" b="1" dirty="0"/>
              <a:t>الاستخدام التشخيصي:</a:t>
            </a:r>
            <a:r>
              <a:rPr lang="ar" sz="1400" dirty="0"/>
              <a:t> قد تؤدي الاختلافات في نمط الدائرة الابتدائية إلى إبراز المشكلات المتعلقة بإعدادات التوقيت أو مفتاح الإشعال، ما يسمح باستكشاف الأعطال وإصلاحها بشكل مركّز.</a:t>
            </a:r>
          </a:p>
          <a:p>
            <a:pPr marL="0" indent="0" rtl="1">
              <a:buNone/>
            </a:pPr>
            <a:r>
              <a:rPr lang="ar" sz="1400" b="1" dirty="0"/>
              <a:t>نمط نطاق الدائرة الثانوية</a:t>
            </a:r>
          </a:p>
          <a:p>
            <a:pPr rtl="1"/>
            <a:r>
              <a:rPr lang="ar" sz="1400" b="1" dirty="0"/>
              <a:t>الغرض:</a:t>
            </a:r>
            <a:r>
              <a:rPr lang="ar" sz="1400" dirty="0"/>
              <a:t> يكشف عن الشكل الموجي عالي الجهد من الملف الثانوي، وهو أمر بالغ الأهمية لتقييم إطلاق الشرر.</a:t>
            </a:r>
          </a:p>
          <a:p>
            <a:pPr rtl="1"/>
            <a:r>
              <a:rPr lang="ar" sz="1400" b="1" dirty="0"/>
              <a:t>الأهمية:</a:t>
            </a:r>
            <a:r>
              <a:rPr lang="ar" sz="1400" dirty="0"/>
              <a:t> يمكن أن يشير الشذوذ في هذا النمط إلى وجود أخطاء في غطاء الموزع أو الدوار أو أسلاك موصل شمعة الإشعال، ما يوفر نظرة ثاقبة لمشكلات عدم التشغيل المحتملة.</a:t>
            </a:r>
          </a:p>
          <a:p>
            <a:pPr marL="0" indent="0" rtl="1">
              <a:buNone/>
            </a:pPr>
            <a:r>
              <a:rPr lang="ar" sz="1400" b="1" dirty="0"/>
              <a:t>نمط السكون</a:t>
            </a:r>
          </a:p>
          <a:p>
            <a:pPr rtl="1"/>
            <a:r>
              <a:rPr lang="ar" sz="1400" b="1" dirty="0"/>
              <a:t>التعريف:</a:t>
            </a:r>
            <a:r>
              <a:rPr lang="ar" sz="1400" dirty="0"/>
              <a:t> يُظهر نمط السكون، المعروض كموجة على مرسمة الذبذبات، الوقت أو الزاوية التي تظل فيها النقاط مغلقة في الدائرة.</a:t>
            </a:r>
          </a:p>
          <a:p>
            <a:pPr rtl="1"/>
            <a:r>
              <a:rPr lang="ar" sz="1400" b="1" dirty="0"/>
              <a:t>الاستخدام:</a:t>
            </a:r>
            <a:r>
              <a:rPr lang="ar" sz="1400" dirty="0"/>
              <a:t> يمكن أن تساعد الاختلافات في نمط السكون في تحديد الشذوذ في تشغيل نقطة قطع التيار، ما يساعد على ضمان أداء الإشعال المتسق.</a:t>
            </a:r>
          </a:p>
          <a:p>
            <a:pPr marL="0" indent="0" rtl="1">
              <a:buNone/>
            </a:pPr>
            <a:r>
              <a:rPr lang="ar" sz="1400" b="1" dirty="0"/>
              <a:t>نمط خرج الملف</a:t>
            </a:r>
          </a:p>
          <a:p>
            <a:pPr rtl="1"/>
            <a:r>
              <a:rPr lang="ar" sz="1400" b="1" dirty="0"/>
              <a:t>الدور:</a:t>
            </a:r>
            <a:r>
              <a:rPr lang="ar" sz="1400" dirty="0"/>
              <a:t> يعرض جهد خرج الملف إلى شمعات الإشعال، وهو أمر بالغ الأهمية للتأكد من أن الملف يطلق شررًا كافيًا.</a:t>
            </a:r>
          </a:p>
          <a:p>
            <a:pPr rtl="1"/>
            <a:r>
              <a:rPr lang="ar" sz="1400" b="1" dirty="0"/>
              <a:t>الصلة التشخيصية:</a:t>
            </a:r>
            <a:r>
              <a:rPr lang="ar" sz="1400" dirty="0"/>
              <a:t> قد تشير الانحرافات في نمط خرج الملف إلى فشل الملف أو مشكلات داخل الدوائر الابتدائية أو الثانوية، ما قد يؤدي إلى انخفاض قوة الشرر وعدم كفاءة المحرك.</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64088" y="332656"/>
            <a:ext cx="374441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أ2 تشغيل نظام الإشعال</a:t>
            </a:r>
          </a:p>
        </p:txBody>
      </p:sp>
      <p:sp>
        <p:nvSpPr>
          <p:cNvPr id="2" name="Footer Placeholder 2">
            <a:extLst>
              <a:ext uri="{FF2B5EF4-FFF2-40B4-BE49-F238E27FC236}">
                <a16:creationId xmlns:a16="http://schemas.microsoft.com/office/drawing/2014/main" id="{3B27F376-17B0-AEAD-D1A0-9F11E5CEABA5}"/>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2304510318"/>
      </p:ext>
    </p:extLst>
  </p:cSld>
  <p:clrMapOvr>
    <a:masterClrMapping/>
  </p:clrMapOvr>
  <p:transition>
    <p:sndAc>
      <p:stSnd>
        <p:snd r:embed="rId3" name="click.wav"/>
      </p:stSnd>
    </p:sndAc>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484784"/>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ب</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55577" y="2135658"/>
            <a:ext cx="7559822" cy="1871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فهم تشغيل أنظمة الإشعال الإلكتروني المبرمج والإشعال دون موزع</a:t>
            </a:r>
          </a:p>
        </p:txBody>
      </p:sp>
      <p:sp>
        <p:nvSpPr>
          <p:cNvPr id="3" name="TextBox 2">
            <a:extLst>
              <a:ext uri="{FF2B5EF4-FFF2-40B4-BE49-F238E27FC236}">
                <a16:creationId xmlns:a16="http://schemas.microsoft.com/office/drawing/2014/main" id="{7EC43B4E-DE5F-0105-B3C5-A3384C594D22}"/>
              </a:ext>
            </a:extLst>
          </p:cNvPr>
          <p:cNvSpPr txBox="1"/>
          <p:nvPr/>
        </p:nvSpPr>
        <p:spPr>
          <a:xfrm>
            <a:off x="457200" y="4149080"/>
            <a:ext cx="7786093" cy="1631216"/>
          </a:xfrm>
          <a:prstGeom prst="rect">
            <a:avLst/>
          </a:prstGeom>
          <a:noFill/>
        </p:spPr>
        <p:txBody>
          <a:bodyPr wrap="square" rtlCol="1">
            <a:spAutoFit/>
          </a:bodyPr>
          <a:lstStyle/>
          <a:p>
            <a:pPr marL="0" indent="0" rtl="1">
              <a:buNone/>
            </a:pPr>
            <a:r>
              <a:rPr lang="ar" sz="2000" dirty="0">
                <a:latin typeface="Sakkal Majalla" panose="02000000000000000000" pitchFamily="2" charset="-78"/>
                <a:cs typeface="Sakkal Majalla" panose="02000000000000000000" pitchFamily="2" charset="-78"/>
              </a:rPr>
              <a:t>يهدف نتاج التعلم هذا إلى تعريف الطلاب بالأنظمة المتقدمة المستخدمة في تقنية الإشعال الحديثة: الإشعال الإلكتروني المبرمج وأنظمة الإشعال دون موزع. تمثل هذه الأنظمة تقدمًا تقنيًا كبيرًا مقارنة بالأنظمة التقليدية القائمة على الموزع، ما يوفر أداءً محسنًا وكفاءة واعتمادية. وسيكتسب الطلاب </a:t>
            </a:r>
            <a:r>
              <a:rPr lang="ar-EG" sz="2000" dirty="0">
                <a:latin typeface="Sakkal Majalla" panose="02000000000000000000" pitchFamily="2" charset="-78"/>
                <a:cs typeface="Sakkal Majalla" panose="02000000000000000000" pitchFamily="2" charset="-78"/>
              </a:rPr>
              <a:t>ب</a:t>
            </a:r>
            <a:r>
              <a:rPr lang="ar" sz="2000" dirty="0">
                <a:latin typeface="Sakkal Majalla" panose="02000000000000000000" pitchFamily="2" charset="-78"/>
                <a:cs typeface="Sakkal Majalla" panose="02000000000000000000" pitchFamily="2" charset="-78"/>
              </a:rPr>
              <a:t>دراسة نتاج التعلم هذا فهمًا أساسيًا لكيفية عمل هذه الأنظمة، ما يساعد على إعدادهم لإجراء التشخيص والصيانة في تكنولوجيا السيارات الحديثة.</a:t>
            </a:r>
          </a:p>
        </p:txBody>
      </p:sp>
      <p:sp>
        <p:nvSpPr>
          <p:cNvPr id="2" name="Footer Placeholder 2">
            <a:extLst>
              <a:ext uri="{FF2B5EF4-FFF2-40B4-BE49-F238E27FC236}">
                <a16:creationId xmlns:a16="http://schemas.microsoft.com/office/drawing/2014/main" id="{DD8670E9-60CF-A0A9-17E8-008532D54115}"/>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4211514187"/>
      </p:ext>
    </p:extLst>
  </p:cSld>
  <p:clrMapOvr>
    <a:masterClrMapping/>
  </p:clrMapOvr>
  <p:transition>
    <p:sndAc>
      <p:stSnd>
        <p:snd r:embed="rId3" name="click.wav"/>
      </p:stSnd>
    </p:sndAc>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09028" y="2437860"/>
            <a:ext cx="5184576" cy="407707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المكونات والوظائف والتشغيل.</a:t>
            </a:r>
          </a:p>
          <a:p>
            <a:pPr rtl="1"/>
            <a:r>
              <a:rPr lang="ar" sz="1400" b="1" dirty="0"/>
              <a:t>نظرة عامة:</a:t>
            </a:r>
            <a:r>
              <a:rPr lang="ar" sz="1400" dirty="0"/>
              <a:t> يعتمد نظام الإشعال الإلكتروني المبرمج على التحكم الإلكتروني والمستشعرات المختلفة لمراقبة وضبط توقيت الإشعال باستمرار.</a:t>
            </a:r>
          </a:p>
          <a:p>
            <a:pPr rtl="1"/>
            <a:r>
              <a:rPr lang="ar" sz="1400" b="1" dirty="0"/>
              <a:t>الوظيفة:</a:t>
            </a:r>
            <a:r>
              <a:rPr lang="ar" sz="1400" dirty="0"/>
              <a:t> يعمل النظام من خلال معالجة البيانات في الوقت الفعلي من المستشعرات على ضبط توقيت الإشعال وكثافة الشرر بناءً على متطلبات المحرك وظروف القيادة، ما يعزز الأداء والكفاءة.</a:t>
            </a:r>
          </a:p>
          <a:p>
            <a:pPr rtl="1"/>
            <a:r>
              <a:rPr lang="ar" sz="1400" b="1" dirty="0"/>
              <a:t>التشغيل:</a:t>
            </a:r>
            <a:r>
              <a:rPr lang="ar" sz="1400" dirty="0"/>
              <a:t> يعمل نظام الإشعال الإلكتروني المبرمج على جمع المعلومات من المستشعرات، وإرسال هذه البيانات إلى وحدة التحكم الإلكتروني، وتنشيط ملف الإشعال في اللحظة المناسبة تمامًا لتحقيق الاحتراق الأمثل.</a:t>
            </a:r>
          </a:p>
          <a:p>
            <a:pPr marL="0" indent="0" rtl="1">
              <a:buNone/>
            </a:pPr>
            <a:r>
              <a:rPr lang="ar" sz="1400" b="1" dirty="0">
                <a:solidFill>
                  <a:schemeClr val="accent5">
                    <a:lumMod val="50000"/>
                  </a:schemeClr>
                </a:solidFill>
              </a:rPr>
              <a:t>وحدة التحكم الإلكتروني (ECU)</a:t>
            </a:r>
          </a:p>
          <a:p>
            <a:pPr rtl="1"/>
            <a:r>
              <a:rPr lang="ar" sz="1400" b="1" dirty="0"/>
              <a:t>الدور:</a:t>
            </a:r>
            <a:r>
              <a:rPr lang="ar" sz="1400" dirty="0"/>
              <a:t> تمثل وحدة التحكم الإلكتروني وحدة المعالجة المركزية لنظام الإشعال الإلكتروني المبرمج، حيث تتلقى بيانات من مستشعرات مختلفة وتعالجها لضبط توقيت الإشعال.</a:t>
            </a:r>
          </a:p>
          <a:p>
            <a:pPr rtl="1"/>
            <a:r>
              <a:rPr lang="ar" sz="1400" b="1" dirty="0"/>
              <a:t>الأداء الوظيفي:</a:t>
            </a:r>
            <a:r>
              <a:rPr lang="ar" sz="1400" dirty="0"/>
              <a:t> تستخدم وحدة التحكم الإلكتروني البيانات الواردة من المستشعرات؛ مثل موضع عمود المرفق ودرجة حرارة المحرك وضغط المشعب، لحساب التوقيت الأمثل وترسل إشارات لتنشيط ملف الإشعال.</a:t>
            </a:r>
          </a:p>
          <a:p>
            <a:pPr rtl="1"/>
            <a:r>
              <a:rPr lang="ar" sz="1400" b="1" dirty="0"/>
              <a:t>الأهمية:</a:t>
            </a:r>
            <a:r>
              <a:rPr lang="ar" sz="1400" dirty="0"/>
              <a:t> تسمح وحدة التحكم الإلكتروني لنظام الإشعال بالتكيف مع التغيرات في ظروف القيادة، وتحسين الاقتصاد في استهلاك الوقود، وتقليل الانبعاثات، وتعزيز الأداء العام للمحرك.</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551650" y="332656"/>
            <a:ext cx="4536504"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ب1 الإشعال الإلكتروني المبرمج</a:t>
            </a:r>
          </a:p>
        </p:txBody>
      </p:sp>
      <p:sp>
        <p:nvSpPr>
          <p:cNvPr id="3" name="Content Placeholder 3">
            <a:extLst>
              <a:ext uri="{FF2B5EF4-FFF2-40B4-BE49-F238E27FC236}">
                <a16:creationId xmlns:a16="http://schemas.microsoft.com/office/drawing/2014/main" id="{444D350F-2578-79CD-197A-FE634214D7D6}"/>
              </a:ext>
            </a:extLst>
          </p:cNvPr>
          <p:cNvSpPr txBox="1">
            <a:spLocks noChangeArrowheads="1"/>
          </p:cNvSpPr>
          <p:nvPr/>
        </p:nvSpPr>
        <p:spPr bwMode="auto">
          <a:xfrm>
            <a:off x="179512" y="1232756"/>
            <a:ext cx="8712968" cy="12241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1400" b="1" kern="0" dirty="0">
                <a:latin typeface="Sakkal Majalla" panose="02000000000000000000" pitchFamily="2" charset="-78"/>
                <a:cs typeface="Sakkal Majalla" panose="02000000000000000000" pitchFamily="2" charset="-78"/>
              </a:rPr>
              <a:t>المقدمة</a:t>
            </a:r>
            <a:br>
              <a:rPr lang="en-GB" sz="1400" kern="0" dirty="0">
                <a:latin typeface="Sakkal Majalla" panose="02000000000000000000" pitchFamily="2" charset="-78"/>
                <a:cs typeface="Sakkal Majalla" panose="02000000000000000000" pitchFamily="2" charset="-78"/>
              </a:rPr>
            </a:br>
            <a:r>
              <a:rPr lang="ar" sz="1400" kern="0" dirty="0">
                <a:latin typeface="Sakkal Majalla" panose="02000000000000000000" pitchFamily="2" charset="-78"/>
                <a:cs typeface="Sakkal Majalla" panose="02000000000000000000" pitchFamily="2" charset="-78"/>
              </a:rPr>
              <a:t>يتناول هذا الجزء نظام الإشعال الإلكتروني المبرمج الذي يمثل تطورًا كبيرًا مقارنةً بأنظمة الإشعال التقليدي. الإشعال الإلكتروني المبرمج يستخدم التحكم الإلكتروني والمستشعرات لتنظيم توقيت الإشعال بدقة عالية. بفضل دراسة مكونات ووظائف وتشغيل أنظمة الإشعال الإلكتروني المبرمج، سيكتسب المتعلمون فهمًا شاملًا لكيفية عمل وحدات التحكم الإلكتروني والمستشعرات والمكونات الأخرى معًا لتحسين أداء المحرك وكفاءة الوقود والانبعاثات.</a:t>
            </a:r>
          </a:p>
        </p:txBody>
      </p:sp>
      <p:sp>
        <p:nvSpPr>
          <p:cNvPr id="4" name="Footer Placeholder 2">
            <a:extLst>
              <a:ext uri="{FF2B5EF4-FFF2-40B4-BE49-F238E27FC236}">
                <a16:creationId xmlns:a16="http://schemas.microsoft.com/office/drawing/2014/main" id="{6C77084B-43A0-8BDE-60E5-BA410410B030}"/>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pic>
        <p:nvPicPr>
          <p:cNvPr id="5" name="Picture 4" descr="A computer chip with many wires&#10;&#10;Description automatically generated with medium confidence">
            <a:extLst>
              <a:ext uri="{FF2B5EF4-FFF2-40B4-BE49-F238E27FC236}">
                <a16:creationId xmlns:a16="http://schemas.microsoft.com/office/drawing/2014/main" id="{33B24936-54F7-F82E-9E50-84A1E434995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539552" y="3284984"/>
            <a:ext cx="2953530" cy="2088232"/>
          </a:xfrm>
          <a:prstGeom prst="rect">
            <a:avLst/>
          </a:prstGeom>
        </p:spPr>
      </p:pic>
    </p:spTree>
    <p:extLst>
      <p:ext uri="{BB962C8B-B14F-4D97-AF65-F5344CB8AC3E}">
        <p14:creationId xmlns:p14="http://schemas.microsoft.com/office/powerpoint/2010/main" val="3881984730"/>
      </p:ext>
    </p:extLst>
  </p:cSld>
  <p:clrMapOvr>
    <a:masterClrMapping/>
  </p:clrMapOvr>
  <p:transition>
    <p:sndAc>
      <p:stSnd>
        <p:snd r:embed="rId3" name="click.wav"/>
      </p:stSnd>
    </p:sndAc>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87524" y="1340768"/>
            <a:ext cx="8568952" cy="468052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المستشعرات</a:t>
            </a:r>
          </a:p>
          <a:p>
            <a:pPr marL="0" indent="0" rtl="1">
              <a:buNone/>
            </a:pPr>
            <a:r>
              <a:rPr lang="ar" sz="1400" b="1" dirty="0"/>
              <a:t>مستشعر الضغط المطلق في المشعب (MAP)</a:t>
            </a:r>
          </a:p>
          <a:p>
            <a:pPr rtl="1"/>
            <a:r>
              <a:rPr lang="ar" sz="1400" b="1" dirty="0"/>
              <a:t>الغرض:</a:t>
            </a:r>
            <a:r>
              <a:rPr lang="ar" sz="1400" dirty="0"/>
              <a:t> يقيس الضغط المطلق في مشعب السحب، ما يوفر بيانات عن حمل المحرك.</a:t>
            </a:r>
          </a:p>
          <a:p>
            <a:pPr rtl="1"/>
            <a:r>
              <a:rPr lang="ar" sz="1400" b="1" dirty="0"/>
              <a:t>الدور في الإشعال:</a:t>
            </a:r>
            <a:r>
              <a:rPr lang="ar" sz="1400" dirty="0"/>
              <a:t> تستخدم وحدة التحكم الإلكتروني بيانات الضغط المطلق في المشعب لضبط توقيت الإشعال بناءً على حمل المحرك، وتحسين الأداء والكفاءة.</a:t>
            </a:r>
          </a:p>
          <a:p>
            <a:pPr marL="0" indent="0" rtl="1">
              <a:buNone/>
            </a:pPr>
            <a:r>
              <a:rPr lang="ar" sz="1400" b="1" dirty="0"/>
              <a:t>مستشعر عمود المرفق (الكرنك)</a:t>
            </a:r>
          </a:p>
          <a:p>
            <a:pPr rtl="1"/>
            <a:r>
              <a:rPr lang="ar" sz="1400" b="1" dirty="0"/>
              <a:t>الغرض:</a:t>
            </a:r>
            <a:r>
              <a:rPr lang="ar" sz="1400" dirty="0"/>
              <a:t> يستكشف موضع وسرعة عمود المرفق، وهو أمر ضروري لتوقيت الإشعال بدقة.</a:t>
            </a:r>
          </a:p>
          <a:p>
            <a:pPr rtl="1"/>
            <a:r>
              <a:rPr lang="ar" sz="1400" b="1" dirty="0"/>
              <a:t>الأهمية:</a:t>
            </a:r>
            <a:r>
              <a:rPr lang="ar" sz="1400" dirty="0"/>
              <a:t> يمكّن وحدة التحكم الإلكتروني من مزامنة توقيت الشرر مع موضع المحرك، وهو أمر ضروري للاحتراق الفعال.</a:t>
            </a:r>
          </a:p>
          <a:p>
            <a:pPr marL="0" indent="0" rtl="1">
              <a:buNone/>
            </a:pPr>
            <a:r>
              <a:rPr lang="ar" sz="1400" b="1" dirty="0"/>
              <a:t>مستشعر موضع عمود الحدبات (الكامات)</a:t>
            </a:r>
          </a:p>
          <a:p>
            <a:pPr rtl="1"/>
            <a:r>
              <a:rPr lang="ar" sz="1400" b="1" dirty="0"/>
              <a:t>الدور:</a:t>
            </a:r>
            <a:r>
              <a:rPr lang="ar" sz="1400" dirty="0"/>
              <a:t> يحدد موضع عمود الكامات لمساعدة وحدة التحكم الإلكتروني على تنسيق توقيت الإشعال مع دورات سحب وعادم المحرك.</a:t>
            </a:r>
          </a:p>
          <a:p>
            <a:pPr rtl="1"/>
            <a:r>
              <a:rPr lang="ar" sz="1400" b="1" dirty="0"/>
              <a:t>الأهمية:</a:t>
            </a:r>
            <a:r>
              <a:rPr lang="ar" sz="1400" dirty="0"/>
              <a:t> يعمل على مزامنة تسلسل إطلاق الشرر، خاصة في المحركات ذات التوقيت المتغير للصمامات.</a:t>
            </a:r>
          </a:p>
          <a:p>
            <a:pPr marL="0" indent="0" rtl="1">
              <a:buNone/>
            </a:pPr>
            <a:r>
              <a:rPr lang="ar" sz="1400" b="1" dirty="0"/>
              <a:t>مستشعر درجة حرارة المحرك</a:t>
            </a:r>
          </a:p>
          <a:p>
            <a:pPr rtl="1"/>
            <a:r>
              <a:rPr lang="ar" sz="1400" b="1" dirty="0"/>
              <a:t>الوظيفة:</a:t>
            </a:r>
            <a:r>
              <a:rPr lang="ar" sz="1400" dirty="0"/>
              <a:t> يقيس درجة حرارة المحرك، ما يسمح لوحدة التحكم الإلكتروني بضبط توقيت الإشعال للحصول على الأداء الأمثل في ظروف درجات الحرارة المختلفة.</a:t>
            </a:r>
          </a:p>
          <a:p>
            <a:pPr rtl="1"/>
            <a:r>
              <a:rPr lang="ar" sz="1400" b="1" dirty="0"/>
              <a:t>الاستخدام:</a:t>
            </a:r>
            <a:r>
              <a:rPr lang="ar" sz="1400" dirty="0"/>
              <a:t> في أثناء بدء التشغيل البارد، يمكن لوحدة التحكم الإلكتروني تحسين توقيت الإشعال لضمان التشغيل السلس، بينما في درجات الحرارة المرتفعة، تمنع تعديلات التوقيت ارتفاع درجة الحرارة.</a:t>
            </a:r>
          </a:p>
          <a:p>
            <a:pPr marL="0" indent="0" rtl="1">
              <a:buNone/>
            </a:pPr>
            <a:r>
              <a:rPr lang="ar" sz="1400" b="1" dirty="0"/>
              <a:t>مستشعر الطقطقة</a:t>
            </a:r>
          </a:p>
          <a:p>
            <a:pPr rtl="1"/>
            <a:r>
              <a:rPr lang="ar" sz="1400" b="1" dirty="0"/>
              <a:t>الغرض:</a:t>
            </a:r>
            <a:r>
              <a:rPr lang="ar" sz="1400" dirty="0"/>
              <a:t> يكشف طقطقة المحرك أو فرقعته؛ وهو شكل من أشكال الاحتراق غير المنظم الذي يمكن أن يتلف المحرك.</a:t>
            </a:r>
          </a:p>
          <a:p>
            <a:pPr rtl="1"/>
            <a:r>
              <a:rPr lang="ar" sz="1400" b="1" dirty="0"/>
              <a:t>الاستجابة:</a:t>
            </a:r>
            <a:r>
              <a:rPr lang="ar" sz="1400" dirty="0"/>
              <a:t> تستخدم وحدة التحكم الإلكتروني بيانات مستشعر الطقطقة لضبط توقيت الإشعال، ما يقلل مخاطر طقطقة المحرك ويحسن كفاءة استهلاك الوقود.</a:t>
            </a:r>
          </a:p>
          <a:p>
            <a:pPr rtl="1">
              <a:buFont typeface="Arial" panose="020B0604020202020204" pitchFamily="34" charset="0"/>
              <a:buChar char="•"/>
            </a:pPr>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644008" y="332656"/>
            <a:ext cx="446449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ب1 الإشعال الإلكتروني المبرمج</a:t>
            </a:r>
          </a:p>
        </p:txBody>
      </p:sp>
      <p:sp>
        <p:nvSpPr>
          <p:cNvPr id="2" name="Footer Placeholder 2">
            <a:extLst>
              <a:ext uri="{FF2B5EF4-FFF2-40B4-BE49-F238E27FC236}">
                <a16:creationId xmlns:a16="http://schemas.microsoft.com/office/drawing/2014/main" id="{D7120328-842C-2F7B-60E2-4A968CCCF22D}"/>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1694845127"/>
      </p:ext>
    </p:extLst>
  </p:cSld>
  <p:clrMapOvr>
    <a:masterClrMapping/>
  </p:clrMapOvr>
  <p:transition>
    <p:sndAc>
      <p:stSnd>
        <p:snd r:embed="rId3" name="click.wav"/>
      </p:stSnd>
    </p:sndAc>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699792" y="1196752"/>
            <a:ext cx="6151004" cy="53285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t>مستشعر درجة حرارة الهواء</a:t>
            </a:r>
          </a:p>
          <a:p>
            <a:pPr rtl="1"/>
            <a:r>
              <a:rPr lang="ar" sz="1400" b="1" dirty="0"/>
              <a:t>الدور:</a:t>
            </a:r>
            <a:r>
              <a:rPr lang="ar" sz="1400" dirty="0"/>
              <a:t> يقيس درجة حرارة الهواء الداخل، ويرسل البيانات إلى وحدة التحكم الإلكتروني لضبط التوقيت بناءً على كثافة الهواء.</a:t>
            </a:r>
          </a:p>
          <a:p>
            <a:pPr rtl="1"/>
            <a:r>
              <a:rPr lang="ar" sz="1400" b="1" dirty="0"/>
              <a:t>الأهمية:</a:t>
            </a:r>
            <a:r>
              <a:rPr lang="ar" sz="1400" dirty="0"/>
              <a:t> يضبط توقيت الإشعال للحفاظ على الكفاءة حيث تختلف كثافة الهواء مع درجة الحرارة.</a:t>
            </a:r>
          </a:p>
          <a:p>
            <a:pPr rtl="1">
              <a:buFont typeface="Arial" panose="020B0604020202020204" pitchFamily="34" charset="0"/>
              <a:buChar char="•"/>
            </a:pPr>
            <a:endParaRPr lang="en-GB" sz="1400" dirty="0"/>
          </a:p>
          <a:p>
            <a:pPr marL="0" indent="0" rtl="1">
              <a:buNone/>
            </a:pPr>
            <a:r>
              <a:rPr lang="ar" sz="1400" b="1" dirty="0"/>
              <a:t>مستشعر تأثير هول</a:t>
            </a:r>
          </a:p>
          <a:p>
            <a:pPr rtl="1"/>
            <a:r>
              <a:rPr lang="ar" sz="1400" b="1" dirty="0"/>
              <a:t>الغرض:</a:t>
            </a:r>
            <a:r>
              <a:rPr lang="ar" sz="1400" dirty="0"/>
              <a:t> يكتشف وجود مجال مغناطيسي لتوفير بيانات دقيقة عن موضع مكونات مثل عمود المرفق أو عمود الكامات.</a:t>
            </a:r>
          </a:p>
          <a:p>
            <a:pPr rtl="1"/>
            <a:r>
              <a:rPr lang="ar" sz="1400" b="1" dirty="0"/>
              <a:t>الاستخدام:</a:t>
            </a:r>
            <a:r>
              <a:rPr lang="ar" sz="1400" dirty="0"/>
              <a:t> يرسل بيانات دقيقة عن الموضع إلى وحدة التحكم الإلكتروني، ما يساعدها على تحديد توقيت حدث الإشعال بدقة.</a:t>
            </a:r>
          </a:p>
          <a:p>
            <a:pPr marL="0" indent="0" rtl="1">
              <a:buNone/>
            </a:pPr>
            <a:endParaRPr lang="en-GB" sz="1400" dirty="0"/>
          </a:p>
          <a:p>
            <a:pPr marL="0" indent="0" rtl="1">
              <a:buNone/>
            </a:pPr>
            <a:r>
              <a:rPr lang="ar" sz="1400" b="1" dirty="0">
                <a:solidFill>
                  <a:schemeClr val="accent5">
                    <a:lumMod val="50000"/>
                  </a:schemeClr>
                </a:solidFill>
              </a:rPr>
              <a:t>ملف الإشعال</a:t>
            </a:r>
          </a:p>
          <a:p>
            <a:pPr rtl="1"/>
            <a:r>
              <a:rPr lang="ar" sz="1400" b="1" dirty="0"/>
              <a:t>الدور:</a:t>
            </a:r>
            <a:r>
              <a:rPr lang="ar" sz="1400" dirty="0"/>
              <a:t> يحول ملف الإشعال الجهد المنخفض للبطارية إلى جهد عالي ضروري لإحداث شرر في شمعات الإشعال.</a:t>
            </a:r>
          </a:p>
          <a:p>
            <a:pPr rtl="1"/>
            <a:r>
              <a:rPr lang="ar" sz="1400" b="1" dirty="0"/>
              <a:t>الوظيفة:</a:t>
            </a:r>
            <a:r>
              <a:rPr lang="ar" sz="1400" dirty="0"/>
              <a:t> تُنشِّط وحدة التحكم الإلكتروني ملف الإشعال في لحظات محددة بناءً على بيانات من المستشعرات، ما يضمن حدوث شرر قوي ومتسق للاحتراق الفعال.</a:t>
            </a:r>
          </a:p>
          <a:p>
            <a:pPr rtl="1"/>
            <a:r>
              <a:rPr lang="ar" sz="1400" b="1" dirty="0"/>
              <a:t>الأهمية:</a:t>
            </a:r>
            <a:r>
              <a:rPr lang="ar" sz="1400" dirty="0"/>
              <a:t> يسهم التحكم الدقيق في الملف في كفاءة استهلاك الوقود وتقليل الانبعاثات وتشغيل المحرك بسلاسة.</a:t>
            </a:r>
          </a:p>
          <a:p>
            <a:pPr rtl="1">
              <a:buFont typeface="Arial" panose="020B0604020202020204" pitchFamily="34" charset="0"/>
              <a:buChar char="•"/>
            </a:pPr>
            <a:endParaRPr lang="en-GB" sz="1400" dirty="0"/>
          </a:p>
          <a:p>
            <a:pPr marL="0" indent="0" rtl="1">
              <a:buNone/>
            </a:pPr>
            <a:r>
              <a:rPr lang="ar" sz="1400" b="1" dirty="0">
                <a:solidFill>
                  <a:schemeClr val="accent5">
                    <a:lumMod val="50000"/>
                  </a:schemeClr>
                </a:solidFill>
              </a:rPr>
              <a:t>الموزع</a:t>
            </a:r>
          </a:p>
          <a:p>
            <a:pPr rtl="1"/>
            <a:r>
              <a:rPr lang="ar" sz="1400" b="1" dirty="0"/>
              <a:t>الدور:</a:t>
            </a:r>
            <a:r>
              <a:rPr lang="ar" sz="1400" dirty="0"/>
              <a:t> مع أن الموزع لا يوجد دائمًا في أنظمة الإشعال الإلكتروني المبرمج الحديثة، إلا أن بعضها يستخدمه لتوجيه شرر الجهد العالي إلى الأسطوانة الصحيحة.</a:t>
            </a:r>
          </a:p>
          <a:p>
            <a:pPr rtl="1"/>
            <a:r>
              <a:rPr lang="ar" sz="1400" b="1" dirty="0"/>
              <a:t>التشغيل:</a:t>
            </a:r>
            <a:r>
              <a:rPr lang="ar" sz="1400" dirty="0"/>
              <a:t> تعمل وحدة التحكم الإلكتروني على مزامنة توقيت الموزع مع ترتيب إطلاق شرر المحرك، ما يضمن إطلاق شرر كل أسطوانة بالتسلسل الصحيح.</a:t>
            </a:r>
          </a:p>
          <a:p>
            <a:pPr rtl="1">
              <a:buFont typeface="Arial" panose="020B0604020202020204" pitchFamily="34" charset="0"/>
              <a:buChar char="•"/>
            </a:pPr>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644008" y="332656"/>
            <a:ext cx="446449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ب1 الإشعال الإلكتروني المبرمج</a:t>
            </a:r>
          </a:p>
        </p:txBody>
      </p:sp>
      <p:sp>
        <p:nvSpPr>
          <p:cNvPr id="3" name="Footer Placeholder 2">
            <a:extLst>
              <a:ext uri="{FF2B5EF4-FFF2-40B4-BE49-F238E27FC236}">
                <a16:creationId xmlns:a16="http://schemas.microsoft.com/office/drawing/2014/main" id="{C4F410AE-333C-3C04-3057-3077A7E10FAD}"/>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pic>
        <p:nvPicPr>
          <p:cNvPr id="4" name="Picture 3" descr="A diagram of a filter&#10;&#10;Description automatically generated">
            <a:extLst>
              <a:ext uri="{FF2B5EF4-FFF2-40B4-BE49-F238E27FC236}">
                <a16:creationId xmlns:a16="http://schemas.microsoft.com/office/drawing/2014/main" id="{4EBEB287-FA43-3570-E7BC-6DDC4367F233}"/>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7544" y="2060848"/>
            <a:ext cx="2118643" cy="3933056"/>
          </a:xfrm>
          <a:prstGeom prst="rect">
            <a:avLst/>
          </a:prstGeom>
        </p:spPr>
      </p:pic>
    </p:spTree>
    <p:extLst>
      <p:ext uri="{BB962C8B-B14F-4D97-AF65-F5344CB8AC3E}">
        <p14:creationId xmlns:p14="http://schemas.microsoft.com/office/powerpoint/2010/main" val="3152059015"/>
      </p:ext>
    </p:extLst>
  </p:cSld>
  <p:clrMapOvr>
    <a:masterClrMapping/>
  </p:clrMapOvr>
  <p:transition>
    <p:sndAc>
      <p:stSnd>
        <p:snd r:embed="rId3" name="click.wav"/>
      </p:stSnd>
    </p:sndAc>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5516" y="1412776"/>
            <a:ext cx="8712968" cy="46085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مفتاح الإشعال</a:t>
            </a:r>
          </a:p>
          <a:p>
            <a:pPr rtl="1"/>
            <a:r>
              <a:rPr lang="ar" sz="1400" b="1" dirty="0"/>
              <a:t>الوظيفة:</a:t>
            </a:r>
            <a:r>
              <a:rPr lang="ar" sz="1400" dirty="0"/>
              <a:t> مفتاح الإشعال هو المكون الذي يتحكم فيه السائق والذي يشغِّل نظام الإشعال.</a:t>
            </a:r>
          </a:p>
          <a:p>
            <a:pPr rtl="1"/>
            <a:r>
              <a:rPr lang="ar" sz="1400" b="1" dirty="0"/>
              <a:t>التشغيل:</a:t>
            </a:r>
            <a:r>
              <a:rPr lang="ar" sz="1400" dirty="0"/>
              <a:t> يرسل تشغيل المفتاح إشارة أولية إلى وحدة التحكم الإلكتروني لبدء المراقبة والتحكم في عملية الإشعال.</a:t>
            </a:r>
          </a:p>
          <a:p>
            <a:pPr rtl="1">
              <a:buFont typeface="Arial" panose="020B0604020202020204" pitchFamily="34" charset="0"/>
              <a:buChar char="•"/>
            </a:pPr>
            <a:endParaRPr lang="en-GB" sz="1400" dirty="0"/>
          </a:p>
          <a:p>
            <a:pPr marL="0" indent="0" rtl="1">
              <a:buNone/>
            </a:pPr>
            <a:r>
              <a:rPr lang="ar" sz="1400" b="1" dirty="0">
                <a:solidFill>
                  <a:schemeClr val="accent5">
                    <a:lumMod val="50000"/>
                  </a:schemeClr>
                </a:solidFill>
              </a:rPr>
              <a:t>قرص Reluctor</a:t>
            </a:r>
          </a:p>
          <a:p>
            <a:pPr rtl="1"/>
            <a:r>
              <a:rPr lang="ar" sz="1400" b="1" dirty="0"/>
              <a:t>الدور:</a:t>
            </a:r>
            <a:r>
              <a:rPr lang="ar" sz="1400" dirty="0"/>
              <a:t> قرص Reluctor هو أحد المكونات المستخدمة مع مستشعر تأثير هول للمساعدة على تحديد موضع المحرك.</a:t>
            </a:r>
          </a:p>
          <a:p>
            <a:pPr rtl="1"/>
            <a:r>
              <a:rPr lang="ar" sz="1400" b="1" dirty="0"/>
              <a:t>التشغيل:</a:t>
            </a:r>
            <a:r>
              <a:rPr lang="ar" sz="1400" dirty="0"/>
              <a:t> عندما يدور قرص reluctor، فإنه يولد إشارة في كل مرة يمر فيها بالمستشعر، ما يرسل بيانات إلى وحدة التحكم الإلكتروني للتحكم في توقيت الإشعال بدقة.</a:t>
            </a:r>
          </a:p>
          <a:p>
            <a:pPr rtl="1"/>
            <a:r>
              <a:rPr lang="ar" sz="1400" b="1" dirty="0"/>
              <a:t>الأهمية:</a:t>
            </a:r>
            <a:r>
              <a:rPr lang="ar" sz="1400" dirty="0"/>
              <a:t> يضمن أن وحدة التحكم الإلكتروني تتلقى معلومات دقيقة عن دوران المحرك، ما يسمح بتعديلات التوقيت الدقيقة.</a:t>
            </a:r>
          </a:p>
          <a:p>
            <a:pPr rtl="1">
              <a:buFont typeface="Arial" panose="020B0604020202020204" pitchFamily="34" charset="0"/>
              <a:buChar char="•"/>
            </a:pPr>
            <a:endParaRPr lang="en-GB" sz="1400" dirty="0"/>
          </a:p>
          <a:p>
            <a:pPr marL="0" indent="0" rtl="1">
              <a:buNone/>
            </a:pPr>
            <a:r>
              <a:rPr lang="ar" sz="1400" b="1" dirty="0">
                <a:solidFill>
                  <a:schemeClr val="accent5">
                    <a:lumMod val="50000"/>
                  </a:schemeClr>
                </a:solidFill>
              </a:rPr>
              <a:t>آليات التفريغ</a:t>
            </a:r>
          </a:p>
          <a:p>
            <a:pPr rtl="1"/>
            <a:r>
              <a:rPr lang="ar" sz="1400" b="1" dirty="0"/>
              <a:t>الإشعال بتفريغ المكثف </a:t>
            </a:r>
          </a:p>
          <a:p>
            <a:pPr rtl="1"/>
            <a:r>
              <a:rPr lang="ar" sz="1400" b="1" dirty="0"/>
              <a:t>الوظيفة:</a:t>
            </a:r>
            <a:r>
              <a:rPr lang="ar" sz="1400" dirty="0"/>
              <a:t> يستخدم نظام تفريغ المكثف مكثفًا لتخزين الطاقة وإطلاقها بسرعة إلى ملف الإشعال.</a:t>
            </a:r>
          </a:p>
          <a:p>
            <a:pPr rtl="1"/>
            <a:r>
              <a:rPr lang="ar" sz="1400" b="1" dirty="0"/>
              <a:t>الاستخدام:</a:t>
            </a:r>
            <a:r>
              <a:rPr lang="ar" sz="1400" dirty="0"/>
              <a:t> توفر أنظمة الإشعال بتفريغ المكثف شرارة قوية حتى عند سرعات المحرك العالية، ما يجعلها مناسبة للمحركات عالية الأداء.</a:t>
            </a:r>
          </a:p>
          <a:p>
            <a:pPr rtl="1"/>
            <a:r>
              <a:rPr lang="ar" sz="1400" b="1" dirty="0"/>
              <a:t>الإشعال بالتفريغ الحثي</a:t>
            </a:r>
          </a:p>
          <a:p>
            <a:pPr rtl="1"/>
            <a:r>
              <a:rPr lang="ar" sz="1400" b="1" dirty="0"/>
              <a:t>الوظيفة:</a:t>
            </a:r>
            <a:r>
              <a:rPr lang="ar" sz="1400" dirty="0"/>
              <a:t> يعتمد التفريغ الحثي على المجال المغناطيسي للملف، حيث يخزن الطاقة عندما تكون الدائرة الابتدائية نشطة ويطلقها لإحداث شرر.</a:t>
            </a:r>
          </a:p>
          <a:p>
            <a:pPr rtl="1"/>
            <a:r>
              <a:rPr lang="ar" sz="1400" b="1" dirty="0"/>
              <a:t>الاستخدام:</a:t>
            </a:r>
            <a:r>
              <a:rPr lang="ar" sz="1400" dirty="0"/>
              <a:t> يوفر هذا النظام شررًا متسقًا ويشيع استخدامه في العديد من أنظمة الإشعال الإلكتروني المبرمج.</a:t>
            </a:r>
            <a:br>
              <a:rPr lang="en-GB" sz="1400" dirty="0"/>
            </a:br>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644008" y="332656"/>
            <a:ext cx="446449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ب1 الإشعال الإلكتروني المبرمج</a:t>
            </a:r>
          </a:p>
        </p:txBody>
      </p:sp>
      <p:sp>
        <p:nvSpPr>
          <p:cNvPr id="2" name="Footer Placeholder 2">
            <a:extLst>
              <a:ext uri="{FF2B5EF4-FFF2-40B4-BE49-F238E27FC236}">
                <a16:creationId xmlns:a16="http://schemas.microsoft.com/office/drawing/2014/main" id="{051D7AA1-7234-DAEB-4D41-D1B6C617DC7F}"/>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3699981364"/>
      </p:ext>
    </p:extLst>
  </p:cSld>
  <p:clrMapOvr>
    <a:masterClrMapping/>
  </p:clrMapOvr>
  <p:transition>
    <p:sndAc>
      <p:stSnd>
        <p:snd r:embed="rId3" name="click.wav"/>
      </p:stSnd>
    </p:sndAc>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51520" y="1196752"/>
            <a:ext cx="8712968" cy="53285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t>المقدمة</a:t>
            </a:r>
          </a:p>
          <a:p>
            <a:pPr marL="0" indent="0" rtl="1">
              <a:buNone/>
            </a:pPr>
            <a:r>
              <a:rPr lang="ar" sz="1400" dirty="0"/>
              <a:t>تحل أنظمة الإشعال دون موزع محل الموزع التقليدي حيث تستخدم ملفات الإشعال المتعددة والتحكم الإلكتروني المتقدم في الوقت وترسل الشرر مباشرة إلى شمعات الإشعال. يوفر هذا النظام اعتمادية محسنة، </a:t>
            </a:r>
            <a:r>
              <a:rPr lang="ar-EG" sz="1400" dirty="0"/>
              <a:t>فهو</a:t>
            </a:r>
            <a:r>
              <a:rPr lang="ar" sz="1400" dirty="0"/>
              <a:t> يقلل التآكل الميكانيكي ويوفر توقيتًا أكثر دقة للاحتراق الفعال. سيدرس المتعلمون في هذا الجزء مكونات نظام الإشعال دون موزع</a:t>
            </a:r>
            <a:r>
              <a:rPr lang="ar-EG" sz="1400" dirty="0"/>
              <a:t> </a:t>
            </a:r>
            <a:r>
              <a:rPr lang="ar" sz="1400" dirty="0"/>
              <a:t>ووظائف</a:t>
            </a:r>
            <a:r>
              <a:rPr lang="ar-EG" sz="1400" dirty="0"/>
              <a:t>ها</a:t>
            </a:r>
            <a:r>
              <a:rPr lang="ar" sz="1400" dirty="0"/>
              <a:t> وتشغيل</a:t>
            </a:r>
            <a:r>
              <a:rPr lang="ar-EG" sz="1400" dirty="0"/>
              <a:t>ها</a:t>
            </a:r>
            <a:r>
              <a:rPr lang="ar" sz="1400" dirty="0"/>
              <a:t>، بما في ذلك أدوار وحدة التحكم في الإشعال ووحدة التحكم في المحرك  والملفات والمستشعرات. وبفهم نظام الإشعال دون موزع، سيكتسب المتعلمون نظرة ثاقبة على أحدث التطورات في تكنولوجيا الإشعال المستخدمة في مركبات اليوم.</a:t>
            </a:r>
          </a:p>
          <a:p>
            <a:pPr marL="0" indent="0" rtl="1">
              <a:buNone/>
            </a:pPr>
            <a:endParaRPr lang="en-GB" sz="1400" dirty="0"/>
          </a:p>
          <a:p>
            <a:pPr marL="0" indent="0" rtl="1">
              <a:buNone/>
            </a:pPr>
            <a:r>
              <a:rPr lang="ar" sz="1400" b="1" dirty="0">
                <a:solidFill>
                  <a:schemeClr val="accent5">
                    <a:lumMod val="50000"/>
                  </a:schemeClr>
                </a:solidFill>
              </a:rPr>
              <a:t>المكونات والوظائف والتشغيل.</a:t>
            </a:r>
          </a:p>
          <a:p>
            <a:pPr rtl="1"/>
            <a:r>
              <a:rPr lang="ar" sz="1400" b="1" dirty="0"/>
              <a:t>نظرة عامة:</a:t>
            </a:r>
            <a:r>
              <a:rPr lang="ar" sz="1400" dirty="0"/>
              <a:t> يعمل نظام الإشعال هذا من دون موزع، باستخدام ملفات فردية أو مزدوجة لإطلاق شمعات الإشعال. ويُنظم التوقيت والتحكم إلكترونيًا من خلال وحدات التحكم والمستشعرات، ما يضمن الإشعال الدقيق لكل أسطوانة.</a:t>
            </a:r>
          </a:p>
          <a:p>
            <a:pPr rtl="1"/>
            <a:r>
              <a:rPr lang="ar" sz="1400" b="1" dirty="0"/>
              <a:t>الوظيفة:</a:t>
            </a:r>
            <a:r>
              <a:rPr lang="ar" sz="1400" dirty="0"/>
              <a:t> يعمل نظام الإشعال دون موزع على تحسين موثوقية الإشعال عن طريق تقليل الأجزاء المتحركة واستخدام المكونات الإلكترونية لتنظيم توقيت الشرر.</a:t>
            </a:r>
          </a:p>
          <a:p>
            <a:pPr rtl="1"/>
            <a:r>
              <a:rPr lang="ar" sz="1400" b="1" dirty="0"/>
              <a:t>التشغيل:</a:t>
            </a:r>
            <a:r>
              <a:rPr lang="ar" sz="1400" dirty="0"/>
              <a:t> يتم التحكم في كل ملف أو زوج ملف بواسطة وحدة التحكم في الإشعال أو وحدة التحكم الإلكتروني، ويستخدم النظام بيانات المستشعر لتحديد التوقيت الدقيق لإصدار الشرر، بناءً على موضع المحرك والحمل.</a:t>
            </a:r>
          </a:p>
          <a:p>
            <a:pPr rtl="1">
              <a:buFont typeface="Arial" panose="020B0604020202020204" pitchFamily="34" charset="0"/>
              <a:buChar char="•"/>
            </a:pPr>
            <a:endParaRPr lang="en-GB" sz="1400" dirty="0"/>
          </a:p>
          <a:p>
            <a:pPr marL="0" indent="0" rtl="1">
              <a:buNone/>
            </a:pPr>
            <a:r>
              <a:rPr lang="ar" sz="1400" b="1" dirty="0">
                <a:solidFill>
                  <a:schemeClr val="accent5">
                    <a:lumMod val="50000"/>
                  </a:schemeClr>
                </a:solidFill>
              </a:rPr>
              <a:t>وحدات التحكم: وحدة التحكم في الإشعال ووحدة التحكم في المحرك </a:t>
            </a:r>
          </a:p>
          <a:p>
            <a:pPr marL="0" indent="0" rtl="1">
              <a:buNone/>
            </a:pPr>
            <a:r>
              <a:rPr lang="ar" sz="1400" b="1" dirty="0"/>
              <a:t>وحدة التحكم في الإشعال:</a:t>
            </a:r>
          </a:p>
          <a:p>
            <a:pPr rtl="1"/>
            <a:r>
              <a:rPr lang="ar" sz="1400" b="1" dirty="0"/>
              <a:t>الدور:</a:t>
            </a:r>
            <a:r>
              <a:rPr lang="ar" sz="1400" dirty="0"/>
              <a:t> تُنظم توقيت أحداث الإشعال وإطلاق الشرر، خاصة في المحركات التي لا تعتمد على وحدة التحكم الإلكتروني المركزي للتحكم في الإشعال.</a:t>
            </a:r>
          </a:p>
          <a:p>
            <a:pPr rtl="1"/>
            <a:r>
              <a:rPr lang="ar" sz="1400" b="1" dirty="0"/>
              <a:t>الأداء الوظيفي:</a:t>
            </a:r>
            <a:r>
              <a:rPr lang="ar" sz="1400" dirty="0"/>
              <a:t> تستقبل وحدة التحكم في الإشعال البيانات من المستشعرات وترسل إشارات إلى ملفات الإشعال، ما يضمن توقيتًا دقيقًا للشرر.</a:t>
            </a:r>
          </a:p>
          <a:p>
            <a:pPr marL="0" indent="0" rtl="1">
              <a:buNone/>
            </a:pPr>
            <a:r>
              <a:rPr lang="ar" sz="1400" b="1" dirty="0"/>
              <a:t>وحدة التحكم في المحرك:</a:t>
            </a:r>
          </a:p>
          <a:p>
            <a:pPr rtl="1"/>
            <a:r>
              <a:rPr lang="ar" sz="1400" b="1" dirty="0"/>
              <a:t>الدور:</a:t>
            </a:r>
            <a:r>
              <a:rPr lang="ar" sz="1400" dirty="0"/>
              <a:t> تعمل كمعالج مركزي لإدارة المحرك، ويشمل ذلك الإشعال وحقن الوقود والأنظمة الحيوية الأخرى.</a:t>
            </a:r>
          </a:p>
          <a:p>
            <a:pPr rtl="1"/>
            <a:r>
              <a:rPr lang="ar" sz="1400" b="1" dirty="0"/>
              <a:t>الأداء الوظيفي:</a:t>
            </a:r>
            <a:r>
              <a:rPr lang="ar" sz="1400" dirty="0"/>
              <a:t> بالنسبة لأنظمة الإشعال دون موزع، تعمل وحدة التحكم الإلكتروني على معالجة البيانات الواردة من مستشعرات مختلفة (مثل مستشعرات موضع عمود المرفق وعمود الكامات) وتضبط توقيت الإشعال ديناميكيًا لتحقيق الأداء الأمثل والانبعاثات وكفاءة الوقود.</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644008" y="332656"/>
            <a:ext cx="4392488"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ب2 نظام الإشعال دون موزع</a:t>
            </a:r>
          </a:p>
        </p:txBody>
      </p:sp>
      <p:sp>
        <p:nvSpPr>
          <p:cNvPr id="2" name="Footer Placeholder 2">
            <a:extLst>
              <a:ext uri="{FF2B5EF4-FFF2-40B4-BE49-F238E27FC236}">
                <a16:creationId xmlns:a16="http://schemas.microsoft.com/office/drawing/2014/main" id="{8226AE89-9F82-16D7-075B-AA0AEC08AC45}"/>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2461849491"/>
      </p:ext>
    </p:extLst>
  </p:cSld>
  <p:clrMapOvr>
    <a:masterClrMapping/>
  </p:clrMapOvr>
  <p:transition>
    <p:sndAc>
      <p:stSnd>
        <p:snd r:embed="rId3" name="click.wav"/>
      </p:stSnd>
    </p:sndAc>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268760"/>
            <a:ext cx="8568952" cy="518457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المحول</a:t>
            </a:r>
          </a:p>
          <a:p>
            <a:pPr rtl="1"/>
            <a:r>
              <a:rPr lang="ar" sz="1400" b="1" dirty="0"/>
              <a:t>الغرض:</a:t>
            </a:r>
            <a:r>
              <a:rPr lang="ar" sz="1400" dirty="0"/>
              <a:t> يعمل على تحويل طاقة الجهد المنخفض من البطارية إلى الجهد العالي اللازم لتوليد شرر في الشمعة.</a:t>
            </a:r>
          </a:p>
          <a:p>
            <a:pPr rtl="1"/>
            <a:r>
              <a:rPr lang="ar" sz="1400" b="1" dirty="0"/>
              <a:t>الوظيفة:</a:t>
            </a:r>
            <a:r>
              <a:rPr lang="ar" sz="1400" dirty="0"/>
              <a:t> يعمل المحول على زيادة الجهد إلى المستويات المطلوبة لتوليد الشرر، ما يسهم في الإشعال الفعال دون التعقيد الميكانيكي للموزع.</a:t>
            </a:r>
          </a:p>
          <a:p>
            <a:pPr rtl="1">
              <a:buFont typeface="Arial" panose="020B0604020202020204" pitchFamily="34" charset="0"/>
              <a:buChar char="•"/>
            </a:pPr>
            <a:endParaRPr lang="en-GB" sz="1400" dirty="0"/>
          </a:p>
          <a:p>
            <a:pPr marL="0" indent="0" rtl="1">
              <a:buNone/>
            </a:pPr>
            <a:r>
              <a:rPr lang="ar" sz="1400" b="1" dirty="0">
                <a:solidFill>
                  <a:schemeClr val="accent5">
                    <a:lumMod val="50000"/>
                  </a:schemeClr>
                </a:solidFill>
              </a:rPr>
              <a:t>المكثف</a:t>
            </a:r>
          </a:p>
          <a:p>
            <a:pPr rtl="1"/>
            <a:r>
              <a:rPr lang="ar" sz="1400" b="1" dirty="0"/>
              <a:t>الدور:</a:t>
            </a:r>
            <a:r>
              <a:rPr lang="ar" sz="1400" dirty="0"/>
              <a:t> يعمل المكثف على تخزين الطاقة الكهربائية وإطلاقها بسرعة للمساعدة في إنتاج شرر قوي.</a:t>
            </a:r>
          </a:p>
          <a:p>
            <a:pPr rtl="1"/>
            <a:r>
              <a:rPr lang="ar" sz="1400" b="1" dirty="0"/>
              <a:t>الاستخدام:</a:t>
            </a:r>
            <a:r>
              <a:rPr lang="ar" sz="1400" dirty="0"/>
              <a:t> في بعض تكوينات نظام الإشعال دون موزع، تساعد المكثفات على استقرار التيار في الدائرة وضمان قوة شرر متسق، خاصة عند سرعات المحرك العالية.</a:t>
            </a:r>
          </a:p>
          <a:p>
            <a:pPr rtl="1">
              <a:buFont typeface="Arial" panose="020B0604020202020204" pitchFamily="34" charset="0"/>
              <a:buChar char="•"/>
            </a:pPr>
            <a:endParaRPr lang="en-GB" sz="1400" dirty="0"/>
          </a:p>
          <a:p>
            <a:pPr marL="0" indent="0" rtl="1">
              <a:buNone/>
            </a:pPr>
            <a:r>
              <a:rPr lang="ar" sz="1400" b="1" dirty="0">
                <a:solidFill>
                  <a:schemeClr val="accent5">
                    <a:lumMod val="50000"/>
                  </a:schemeClr>
                </a:solidFill>
              </a:rPr>
              <a:t>ملفات الإشعال</a:t>
            </a:r>
          </a:p>
          <a:p>
            <a:pPr marL="0" indent="0" rtl="1">
              <a:buNone/>
            </a:pPr>
            <a:r>
              <a:rPr lang="ar" sz="1400" b="1" dirty="0"/>
              <a:t>ملفات الشرر الضائع</a:t>
            </a:r>
          </a:p>
          <a:p>
            <a:pPr rtl="1"/>
            <a:r>
              <a:rPr lang="ar" sz="1400" b="1" dirty="0"/>
              <a:t>التعريف:</a:t>
            </a:r>
            <a:r>
              <a:rPr lang="ar" sz="1400" dirty="0"/>
              <a:t> تستخدم أنظمة الشرر الضائع أسطوانات مزدوجة تطلق في وقت واحد - واحدة على شوط الاشتعال والأخرى على شوط العادم.</a:t>
            </a:r>
          </a:p>
          <a:p>
            <a:pPr rtl="1"/>
            <a:r>
              <a:rPr lang="ar" sz="1400" b="1" dirty="0"/>
              <a:t>الوظيفة:</a:t>
            </a:r>
            <a:r>
              <a:rPr lang="ar" sz="1400" dirty="0"/>
              <a:t> يلغي هذا التصميم الحاجة إلى موزع باستخدام ملف واحد لخدمة شمعتي الإشعال، ما يوفر إشعالًا موثوقًا وفعالًا لكلتا الأسطوانتين.</a:t>
            </a:r>
          </a:p>
          <a:p>
            <a:pPr rtl="1"/>
            <a:r>
              <a:rPr lang="ar" sz="1400" b="1" dirty="0"/>
              <a:t>المزايا:</a:t>
            </a:r>
            <a:r>
              <a:rPr lang="ar" sz="1400" dirty="0"/>
              <a:t> تُحسن طريقة الشرر الضائع المتانة وتبسط نظام الإشعال عن طريق تقليل عدد الملفات المطلوبة.</a:t>
            </a:r>
          </a:p>
          <a:p>
            <a:pPr marL="0" indent="0" rtl="1">
              <a:buNone/>
            </a:pPr>
            <a:r>
              <a:rPr lang="ar" sz="1400" b="1" dirty="0"/>
              <a:t>ملفات التأثير المباشر</a:t>
            </a:r>
          </a:p>
          <a:p>
            <a:pPr rtl="1"/>
            <a:r>
              <a:rPr lang="ar" sz="1400" b="1" dirty="0"/>
              <a:t>التعريف:</a:t>
            </a:r>
            <a:r>
              <a:rPr lang="ar" sz="1400" dirty="0"/>
              <a:t> تُثبَت ملفات التأثير المباشر مباشرةً على كل شمعة إشعال وتوفر شرارة فردية لكل أسطوانة.</a:t>
            </a:r>
          </a:p>
          <a:p>
            <a:pPr rtl="1"/>
            <a:r>
              <a:rPr lang="ar" sz="1400" b="1" dirty="0"/>
              <a:t>الوظيفة:</a:t>
            </a:r>
            <a:r>
              <a:rPr lang="ar" sz="1400" dirty="0"/>
              <a:t> تستقبل هذه الملفات الإشارات مباشرة من وحدة التحكم الإلكتروني، ما يضمن التوقيت الدقيق ويحسن الاعتمادية من خلال التخلص من الحاجة إلى أسلاك شمعات الإشعال.</a:t>
            </a:r>
          </a:p>
          <a:p>
            <a:pPr rtl="1"/>
            <a:r>
              <a:rPr lang="ar" sz="1400" b="1" dirty="0"/>
              <a:t>الفوائد:</a:t>
            </a:r>
            <a:r>
              <a:rPr lang="ar" sz="1400" dirty="0"/>
              <a:t> تعمل ملفات التأثير المباشر على تعزيز التحكم في الشرر وتقليل فقد الطاقة وتحسين الأداء، خاصةً في المحركات عالية السرعة أو عالية الأداء.</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ب2 نظام الإشعال دون موزع</a:t>
            </a:r>
          </a:p>
        </p:txBody>
      </p:sp>
      <p:sp>
        <p:nvSpPr>
          <p:cNvPr id="2" name="Footer Placeholder 2">
            <a:extLst>
              <a:ext uri="{FF2B5EF4-FFF2-40B4-BE49-F238E27FC236}">
                <a16:creationId xmlns:a16="http://schemas.microsoft.com/office/drawing/2014/main" id="{5AE682D8-01F9-8565-8144-DF6A254FD407}"/>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3069107663"/>
      </p:ext>
    </p:extLst>
  </p:cSld>
  <p:clrMapOvr>
    <a:masterClrMapping/>
  </p:clrMapOvr>
  <p:transition>
    <p:sndAc>
      <p:stSnd>
        <p:snd r:embed="rId3" name="click.wav"/>
      </p:stSnd>
    </p:sndAc>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268760"/>
            <a:ext cx="8568952" cy="496855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شمعة الإشعال</a:t>
            </a:r>
          </a:p>
          <a:p>
            <a:pPr rtl="1"/>
            <a:r>
              <a:rPr lang="ar" sz="1400" b="1" dirty="0"/>
              <a:t>الغرض:</a:t>
            </a:r>
            <a:r>
              <a:rPr lang="ar" sz="1400" dirty="0"/>
              <a:t> توفر شمعة الإشعال مصدر الإشعال لمزيج الهواء والوقود في كل أسطوانة.</a:t>
            </a:r>
          </a:p>
          <a:p>
            <a:pPr rtl="1"/>
            <a:r>
              <a:rPr lang="ar" sz="1400" b="1" dirty="0"/>
              <a:t>التشغيل:</a:t>
            </a:r>
            <a:r>
              <a:rPr lang="ar" sz="1400" dirty="0"/>
              <a:t> يجتاز شرر الجهد العالي المنبعث من الملف فجوة شمعة الإشعال، ما يؤدي إلى إشعال مزيج الهواء والوقود وتشغيل المحرك.</a:t>
            </a:r>
          </a:p>
          <a:p>
            <a:pPr rtl="1"/>
            <a:r>
              <a:rPr lang="ar" sz="1400" b="1" dirty="0"/>
              <a:t>الأهمية:</a:t>
            </a:r>
            <a:r>
              <a:rPr lang="ar" sz="1400" dirty="0"/>
              <a:t> عادةً ما تكون شمعات الإشعال في أنظمة الإشعال دون موزع أكثر متانة، حيث يقلل التوقيت المتسق والدقيق من التآكل ويزيد من الكفاءة.</a:t>
            </a:r>
          </a:p>
          <a:p>
            <a:pPr rtl="1">
              <a:buFont typeface="Arial" panose="020B0604020202020204" pitchFamily="34" charset="0"/>
              <a:buChar char="•"/>
            </a:pPr>
            <a:endParaRPr lang="en-GB" sz="1400" dirty="0"/>
          </a:p>
          <a:p>
            <a:pPr marL="0" indent="0" rtl="1">
              <a:buNone/>
            </a:pPr>
            <a:r>
              <a:rPr lang="ar" sz="1400" b="1" dirty="0">
                <a:solidFill>
                  <a:schemeClr val="accent5">
                    <a:lumMod val="50000"/>
                  </a:schemeClr>
                </a:solidFill>
              </a:rPr>
              <a:t>المستشعرات: مستشعر ضغط المشعب</a:t>
            </a:r>
          </a:p>
          <a:p>
            <a:pPr rtl="1"/>
            <a:r>
              <a:rPr lang="ar" sz="1400" b="1" dirty="0"/>
              <a:t>الدور:</a:t>
            </a:r>
            <a:r>
              <a:rPr lang="ar" sz="1400" dirty="0"/>
              <a:t> يقيس ضغط مشعب السحب لقياس حمل المحرك وضبط توقيت الإشعال وفقًا لذلك.</a:t>
            </a:r>
          </a:p>
          <a:p>
            <a:pPr rtl="1"/>
            <a:r>
              <a:rPr lang="ar" sz="1400" b="1" dirty="0"/>
              <a:t>الوظيفة:</a:t>
            </a:r>
            <a:r>
              <a:rPr lang="ar" sz="1400" dirty="0"/>
              <a:t> يساعد وحدة التحكم الإلكتروني على تحديد التوقيت المناسب لتحسين كفاءة الوقود وتقليل الانبعاثات.</a:t>
            </a:r>
          </a:p>
          <a:p>
            <a:pPr rtl="1">
              <a:buFont typeface="Arial" panose="020B0604020202020204" pitchFamily="34" charset="0"/>
              <a:buChar char="•"/>
            </a:pPr>
            <a:endParaRPr lang="en-GB" sz="1400" dirty="0"/>
          </a:p>
          <a:p>
            <a:pPr marL="0" indent="0" rtl="1">
              <a:buNone/>
            </a:pPr>
            <a:r>
              <a:rPr lang="ar" sz="1400" b="1" dirty="0">
                <a:solidFill>
                  <a:schemeClr val="accent5">
                    <a:lumMod val="50000"/>
                  </a:schemeClr>
                </a:solidFill>
              </a:rPr>
              <a:t>مستشعر عمود المرفق (الكرنك)</a:t>
            </a:r>
          </a:p>
          <a:p>
            <a:pPr rtl="1"/>
            <a:r>
              <a:rPr lang="ar" sz="1400" b="1" dirty="0"/>
              <a:t>الغرض:</a:t>
            </a:r>
            <a:r>
              <a:rPr lang="ar" sz="1400" dirty="0"/>
              <a:t> يكتشف الموضع الدقيق لعمود المرفق وسرعة دورانه.</a:t>
            </a:r>
          </a:p>
          <a:p>
            <a:pPr rtl="1"/>
            <a:r>
              <a:rPr lang="ar" sz="1400" b="1" dirty="0"/>
              <a:t>الوظيفة:</a:t>
            </a:r>
            <a:r>
              <a:rPr lang="ar" sz="1400" dirty="0"/>
              <a:t> يوفر معلومات التوقيت المهمة لتوصيل الشرر، ما يسمح لوحدة التحكم الإلكتروني بمزامنة الإشعال مع دورات المحرك.</a:t>
            </a:r>
          </a:p>
          <a:p>
            <a:pPr rtl="1">
              <a:buFont typeface="Arial" panose="020B0604020202020204" pitchFamily="34" charset="0"/>
              <a:buChar char="•"/>
            </a:pPr>
            <a:endParaRPr lang="en-GB" sz="1400" dirty="0"/>
          </a:p>
          <a:p>
            <a:pPr marL="0" indent="0" rtl="1">
              <a:buNone/>
            </a:pPr>
            <a:r>
              <a:rPr lang="ar" sz="1400" b="1" dirty="0">
                <a:solidFill>
                  <a:schemeClr val="accent5">
                    <a:lumMod val="50000"/>
                  </a:schemeClr>
                </a:solidFill>
              </a:rPr>
              <a:t>مستشعر موضع عمود الحدبات (الكامات)</a:t>
            </a:r>
          </a:p>
          <a:p>
            <a:pPr rtl="1"/>
            <a:r>
              <a:rPr lang="ar" sz="1400" b="1" dirty="0"/>
              <a:t>الدور:</a:t>
            </a:r>
            <a:r>
              <a:rPr lang="ar" sz="1400" dirty="0"/>
              <a:t> يراقب موضع عمود الكامات لمساعدة وحدة التحكم الإلكتروني على تنسيق الإشعال مع توقيت الصمام.</a:t>
            </a:r>
          </a:p>
          <a:p>
            <a:pPr rtl="1"/>
            <a:r>
              <a:rPr lang="ar" sz="1400" b="1" dirty="0"/>
              <a:t>الأهمية:</a:t>
            </a:r>
            <a:r>
              <a:rPr lang="ar" sz="1400" dirty="0"/>
              <a:t> يضمن إطلاق شرر كل أسطوانة في المرحلة الصحيحة، ما يحسن الكفاءة ويقلل مخاطر عدم الاحتراق.</a:t>
            </a:r>
          </a:p>
          <a:p>
            <a:pPr rtl="1">
              <a:buFont typeface="Arial" panose="020B0604020202020204" pitchFamily="34" charset="0"/>
              <a:buChar char="•"/>
            </a:pPr>
            <a:endParaRPr lang="en-GB" sz="1400" dirty="0"/>
          </a:p>
          <a:p>
            <a:pPr marL="0" indent="0" rtl="1">
              <a:buNone/>
            </a:pPr>
            <a:r>
              <a:rPr lang="ar" sz="1400" b="1" dirty="0">
                <a:solidFill>
                  <a:schemeClr val="accent5">
                    <a:lumMod val="50000"/>
                  </a:schemeClr>
                </a:solidFill>
              </a:rPr>
              <a:t>مستشعر الطقطقة</a:t>
            </a:r>
          </a:p>
          <a:p>
            <a:pPr rtl="1"/>
            <a:r>
              <a:rPr lang="ar" sz="1400" b="1" dirty="0"/>
              <a:t>الغرض:</a:t>
            </a:r>
            <a:r>
              <a:rPr lang="ar" sz="1400" dirty="0"/>
              <a:t> يكشف طقطقة المحرك؛ وهو شكل من أشكال الاحتراق غير المنضبط الذي يمكن أن يتلف المحرك.</a:t>
            </a:r>
          </a:p>
          <a:p>
            <a:pPr rtl="1"/>
            <a:r>
              <a:rPr lang="ar" sz="1400" b="1" dirty="0"/>
              <a:t>الوظيفة:</a:t>
            </a:r>
            <a:r>
              <a:rPr lang="ar" sz="1400" dirty="0"/>
              <a:t> تستخدم وحدة التحكم الإلكتروني بيانات مستشعر الطقطقة لضبط توقيت الإشعال وحماية المحرك وتحسين الأداء من خلال منع الطقطقة.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716016" y="332656"/>
            <a:ext cx="4392488"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ب2 نظام الإشعال دون موزع</a:t>
            </a:r>
          </a:p>
        </p:txBody>
      </p:sp>
      <p:sp>
        <p:nvSpPr>
          <p:cNvPr id="2" name="Footer Placeholder 2">
            <a:extLst>
              <a:ext uri="{FF2B5EF4-FFF2-40B4-BE49-F238E27FC236}">
                <a16:creationId xmlns:a16="http://schemas.microsoft.com/office/drawing/2014/main" id="{518D7A09-099F-F8F9-CA6F-BCBA9F51AA71}"/>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728510504"/>
      </p:ext>
    </p:extLst>
  </p:cSld>
  <p:clrMapOvr>
    <a:masterClrMapping/>
  </p:clrMapOvr>
  <p:transition>
    <p:sndAc>
      <p:stSnd>
        <p:snd r:embed="rId3" name="click.wav"/>
      </p:stSnd>
    </p:sndAc>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07905" y="4293096"/>
            <a:ext cx="5256583" cy="229811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الإشعال بالتأثير المباشر</a:t>
            </a:r>
          </a:p>
          <a:p>
            <a:pPr rtl="1"/>
            <a:r>
              <a:rPr lang="ar" sz="1400" b="1" dirty="0"/>
              <a:t>التعريف:</a:t>
            </a:r>
            <a:r>
              <a:rPr lang="ar" sz="1400" dirty="0"/>
              <a:t> يستخدم الإشعال بالتأثير المباشر ملفات فردية مثبتة على كل شمعة إشعال، ما يوفر شرارة فردية لكل أسطوانة دون الحاجة إلى موزع.</a:t>
            </a:r>
          </a:p>
          <a:p>
            <a:pPr rtl="1"/>
            <a:r>
              <a:rPr lang="ar" sz="1400" b="1" dirty="0"/>
              <a:t>التشغيل:</a:t>
            </a:r>
            <a:r>
              <a:rPr lang="ar" sz="1400" dirty="0"/>
              <a:t> تنشط وحدة تحكم إلكتروني كل ملف في الوقت الأمثل، بناءً على البيانات الواردة من المستشعر، لزيادة الكفاءة والأداء.</a:t>
            </a:r>
          </a:p>
          <a:p>
            <a:pPr rtl="1"/>
            <a:r>
              <a:rPr lang="ar" sz="1400" b="1" dirty="0"/>
              <a:t>الفوائد:</a:t>
            </a:r>
            <a:r>
              <a:rPr lang="ar" sz="1400" dirty="0"/>
              <a:t> يعمل الإشعال بالتأثير المباشر على تعزيز الاعتمادية وتقليل فقد الطاقة المحتمل وتحسين الأداء خلال مجموعة كبيرة من ظروف التشغيل.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4716016" y="332656"/>
            <a:ext cx="4392488"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ب2 نظام الإشعال دون موزع</a:t>
            </a:r>
          </a:p>
        </p:txBody>
      </p:sp>
      <p:sp>
        <p:nvSpPr>
          <p:cNvPr id="4" name="Content Placeholder 3">
            <a:extLst>
              <a:ext uri="{FF2B5EF4-FFF2-40B4-BE49-F238E27FC236}">
                <a16:creationId xmlns:a16="http://schemas.microsoft.com/office/drawing/2014/main" id="{70326E7A-4D88-50F2-7AC9-FDAB72E1B471}"/>
              </a:ext>
            </a:extLst>
          </p:cNvPr>
          <p:cNvSpPr txBox="1">
            <a:spLocks noChangeArrowheads="1"/>
          </p:cNvSpPr>
          <p:nvPr/>
        </p:nvSpPr>
        <p:spPr bwMode="auto">
          <a:xfrm>
            <a:off x="539552" y="1268760"/>
            <a:ext cx="8424936" cy="2808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1400" b="1" kern="0" dirty="0">
                <a:solidFill>
                  <a:schemeClr val="accent5">
                    <a:lumMod val="50000"/>
                  </a:schemeClr>
                </a:solidFill>
                <a:latin typeface="Sakkal Majalla" panose="02000000000000000000" pitchFamily="2" charset="-78"/>
                <a:cs typeface="Sakkal Majalla" panose="02000000000000000000" pitchFamily="2" charset="-78"/>
              </a:rPr>
              <a:t>وحدات مفاتيح التيار الأساسي</a:t>
            </a:r>
          </a:p>
          <a:p>
            <a:pPr rtl="1"/>
            <a:r>
              <a:rPr lang="ar" sz="1400" b="1" kern="0" dirty="0">
                <a:latin typeface="Sakkal Majalla" panose="02000000000000000000" pitchFamily="2" charset="-78"/>
                <a:cs typeface="Sakkal Majalla" panose="02000000000000000000" pitchFamily="2" charset="-78"/>
              </a:rPr>
              <a:t>الدور:</a:t>
            </a:r>
            <a:r>
              <a:rPr lang="ar" sz="1400" kern="0" dirty="0">
                <a:latin typeface="Sakkal Majalla" panose="02000000000000000000" pitchFamily="2" charset="-78"/>
                <a:cs typeface="Sakkal Majalla" panose="02000000000000000000" pitchFamily="2" charset="-78"/>
              </a:rPr>
              <a:t> تعمل وحدات مفاتيح التيار الأساسي على إدارة تدفق التيار في الملف الأساسي لملف الإشعال.</a:t>
            </a:r>
          </a:p>
          <a:p>
            <a:pPr rtl="1"/>
            <a:r>
              <a:rPr lang="ar" sz="1400" b="1" kern="0" dirty="0">
                <a:latin typeface="Sakkal Majalla" panose="02000000000000000000" pitchFamily="2" charset="-78"/>
                <a:cs typeface="Sakkal Majalla" panose="02000000000000000000" pitchFamily="2" charset="-78"/>
              </a:rPr>
              <a:t>الوظيفة:</a:t>
            </a:r>
            <a:r>
              <a:rPr lang="ar" sz="1400" kern="0" dirty="0">
                <a:latin typeface="Sakkal Majalla" panose="02000000000000000000" pitchFamily="2" charset="-78"/>
                <a:cs typeface="Sakkal Majalla" panose="02000000000000000000" pitchFamily="2" charset="-78"/>
              </a:rPr>
              <a:t> تعمل على تشغيل وفصل التيار على فترات زمنية محددة، ما يسمح للمجال المغناطيسي في الملف بالانهيار وتوليد الجهد العالي اللازم للشرر.</a:t>
            </a:r>
          </a:p>
          <a:p>
            <a:pPr rtl="1"/>
            <a:r>
              <a:rPr lang="ar" sz="1400" b="1" kern="0" dirty="0">
                <a:latin typeface="Sakkal Majalla" panose="02000000000000000000" pitchFamily="2" charset="-78"/>
                <a:cs typeface="Sakkal Majalla" panose="02000000000000000000" pitchFamily="2" charset="-78"/>
              </a:rPr>
              <a:t>الأهمية:</a:t>
            </a:r>
            <a:r>
              <a:rPr lang="ar" sz="1400" kern="0" dirty="0">
                <a:latin typeface="Sakkal Majalla" panose="02000000000000000000" pitchFamily="2" charset="-78"/>
                <a:cs typeface="Sakkal Majalla" panose="02000000000000000000" pitchFamily="2" charset="-78"/>
              </a:rPr>
              <a:t> هذه الوحدات ضرورية لتوقيت الإشعال الدقيق والموثوق، خاصة في أنظمة الشرر الضائع والتأثير المباشر.</a:t>
            </a:r>
            <a:br>
              <a:rPr lang="en-GB" sz="1400" kern="0" dirty="0">
                <a:latin typeface="Sakkal Majalla" panose="02000000000000000000" pitchFamily="2" charset="-78"/>
                <a:cs typeface="Sakkal Majalla" panose="02000000000000000000" pitchFamily="2" charset="-78"/>
              </a:rPr>
            </a:br>
            <a:endParaRPr lang="en-GB" sz="1400" kern="0" dirty="0">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r>
              <a:rPr lang="ar" sz="1400" b="1" kern="0" dirty="0">
                <a:solidFill>
                  <a:schemeClr val="accent5">
                    <a:lumMod val="50000"/>
                  </a:schemeClr>
                </a:solidFill>
                <a:latin typeface="Sakkal Majalla" panose="02000000000000000000" pitchFamily="2" charset="-78"/>
                <a:cs typeface="Sakkal Majalla" panose="02000000000000000000" pitchFamily="2" charset="-78"/>
              </a:rPr>
              <a:t>الشرر الضائع</a:t>
            </a:r>
          </a:p>
          <a:p>
            <a:pPr rtl="1"/>
            <a:r>
              <a:rPr lang="ar" sz="1400" b="1" kern="0" dirty="0">
                <a:latin typeface="Sakkal Majalla" panose="02000000000000000000" pitchFamily="2" charset="-78"/>
                <a:cs typeface="Sakkal Majalla" panose="02000000000000000000" pitchFamily="2" charset="-78"/>
              </a:rPr>
              <a:t>التعريف:</a:t>
            </a:r>
            <a:r>
              <a:rPr lang="ar" sz="1400" kern="0" dirty="0">
                <a:latin typeface="Sakkal Majalla" panose="02000000000000000000" pitchFamily="2" charset="-78"/>
                <a:cs typeface="Sakkal Majalla" panose="02000000000000000000" pitchFamily="2" charset="-78"/>
              </a:rPr>
              <a:t> يقوم نظام الشرر الضائع بإطلاق شمعتي إشعال في وقت واحد - واحدة على شوط الاشتعال والأخرى على شوط العادم - باستخدام ملف واحد للأسطوانات المقترنة.</a:t>
            </a:r>
          </a:p>
          <a:p>
            <a:pPr rtl="1"/>
            <a:r>
              <a:rPr lang="ar" sz="1400" b="1" kern="0" dirty="0">
                <a:latin typeface="Sakkal Majalla" panose="02000000000000000000" pitchFamily="2" charset="-78"/>
                <a:cs typeface="Sakkal Majalla" panose="02000000000000000000" pitchFamily="2" charset="-78"/>
              </a:rPr>
              <a:t>الوظيفة:</a:t>
            </a:r>
            <a:r>
              <a:rPr lang="ar" sz="1400" kern="0" dirty="0">
                <a:latin typeface="Sakkal Majalla" panose="02000000000000000000" pitchFamily="2" charset="-78"/>
                <a:cs typeface="Sakkal Majalla" panose="02000000000000000000" pitchFamily="2" charset="-78"/>
              </a:rPr>
              <a:t> تساعد هذه الطريقة على تبسيط عملية الإشعال عن طريق تقليل عدد الملفات المطلوبة وخفض التكاليف وزيادة متانة النظام.</a:t>
            </a:r>
          </a:p>
          <a:p>
            <a:pPr rtl="1"/>
            <a:r>
              <a:rPr lang="ar" sz="1400" b="1" kern="0" dirty="0">
                <a:latin typeface="Sakkal Majalla" panose="02000000000000000000" pitchFamily="2" charset="-78"/>
                <a:cs typeface="Sakkal Majalla" panose="02000000000000000000" pitchFamily="2" charset="-78"/>
              </a:rPr>
              <a:t>المزايا:</a:t>
            </a:r>
            <a:r>
              <a:rPr lang="ar" sz="1400" kern="0" dirty="0">
                <a:latin typeface="Sakkal Majalla" panose="02000000000000000000" pitchFamily="2" charset="-78"/>
                <a:cs typeface="Sakkal Majalla" panose="02000000000000000000" pitchFamily="2" charset="-78"/>
              </a:rPr>
              <a:t> توفر أنظمة الشرر الضائع إطلاقًا ثابتًا للشرر، ما يجعلها مناسبة لمجموعة كبيرة من المحركات مع الحفاظ على الاعتمادية.</a:t>
            </a:r>
          </a:p>
        </p:txBody>
      </p:sp>
      <p:sp>
        <p:nvSpPr>
          <p:cNvPr id="2" name="Footer Placeholder 2">
            <a:extLst>
              <a:ext uri="{FF2B5EF4-FFF2-40B4-BE49-F238E27FC236}">
                <a16:creationId xmlns:a16="http://schemas.microsoft.com/office/drawing/2014/main" id="{3AE2CDD4-5B1D-1D6A-A01E-764FE8B1E376}"/>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pic>
        <p:nvPicPr>
          <p:cNvPr id="5" name="Picture 4" descr="A group of spark plugs and a spark plug&#10;&#10;Description automatically generated">
            <a:extLst>
              <a:ext uri="{FF2B5EF4-FFF2-40B4-BE49-F238E27FC236}">
                <a16:creationId xmlns:a16="http://schemas.microsoft.com/office/drawing/2014/main" id="{CBA9ED29-C259-1AB9-0EFF-FE933B77DD9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1043608" y="3933056"/>
            <a:ext cx="1489161" cy="2232248"/>
          </a:xfrm>
          <a:prstGeom prst="rect">
            <a:avLst/>
          </a:prstGeom>
        </p:spPr>
      </p:pic>
    </p:spTree>
    <p:extLst>
      <p:ext uri="{BB962C8B-B14F-4D97-AF65-F5344CB8AC3E}">
        <p14:creationId xmlns:p14="http://schemas.microsoft.com/office/powerpoint/2010/main" val="3775857852"/>
      </p:ext>
    </p:extLst>
  </p:cSld>
  <p:clrMapOvr>
    <a:masterClrMapping/>
  </p:clrMapOvr>
  <p:transition>
    <p:sndAc>
      <p:stSnd>
        <p:snd r:embed="rId3" name="click.wav"/>
      </p:stSnd>
    </p:sndAc>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268760"/>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ج</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1919634"/>
            <a:ext cx="7991475" cy="17991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تعرُّف وظيفة مولدات النبض ووحدات التحكم وآلية تشغيلهما </a:t>
            </a:r>
          </a:p>
          <a:p>
            <a:pPr algn="ctr" rtl="1"/>
            <a:endParaRPr lang="ar" sz="3800" b="1" dirty="0">
              <a:latin typeface="Sakkal Majalla" panose="02000000000000000000" pitchFamily="2" charset="-78"/>
              <a:cs typeface="Sakkal Majalla" panose="02000000000000000000" pitchFamily="2" charset="-78"/>
            </a:endParaRPr>
          </a:p>
          <a:p>
            <a:pPr algn="ctr"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sp>
        <p:nvSpPr>
          <p:cNvPr id="3" name="TextBox 2">
            <a:extLst>
              <a:ext uri="{FF2B5EF4-FFF2-40B4-BE49-F238E27FC236}">
                <a16:creationId xmlns:a16="http://schemas.microsoft.com/office/drawing/2014/main" id="{81BCCB90-3AE5-3967-A854-0FC55B8C8502}"/>
              </a:ext>
            </a:extLst>
          </p:cNvPr>
          <p:cNvSpPr txBox="1"/>
          <p:nvPr/>
        </p:nvSpPr>
        <p:spPr>
          <a:xfrm>
            <a:off x="1115616" y="3861048"/>
            <a:ext cx="6984776" cy="1938992"/>
          </a:xfrm>
          <a:prstGeom prst="rect">
            <a:avLst/>
          </a:prstGeom>
          <a:noFill/>
        </p:spPr>
        <p:txBody>
          <a:bodyPr wrap="square" rtlCol="1">
            <a:spAutoFit/>
          </a:bodyPr>
          <a:lstStyle/>
          <a:p>
            <a:pPr marL="0" indent="0" rtl="1">
              <a:buNone/>
            </a:pPr>
            <a:r>
              <a:rPr lang="ar" sz="2000" dirty="0">
                <a:latin typeface="Sakkal Majalla" panose="02000000000000000000" pitchFamily="2" charset="-78"/>
                <a:cs typeface="Sakkal Majalla" panose="02000000000000000000" pitchFamily="2" charset="-78"/>
              </a:rPr>
              <a:t>يُعرف نتاج التعلم هذا المتعلمين بالدور الحاسم لمولدات النبض ووحدات التحكم في أنظمة الإشعال الحديثة. تُستخدم مولدات النبض لتوفير إشارات دقيقة للتوقيت والتحكم، وتعتبر ضرورية لتحقيق توقيت الإشعال الدقيق والأداء الأمثل للمحرك. سيستكشف هذا النتاج أنواعًا مختلفة من مولدات النبض، مثل تأثير هول، والالتقاط الحثي، ومولدات النبض الضوئي، </a:t>
            </a:r>
            <a:r>
              <a:rPr lang="ar-EG" sz="2000" dirty="0">
                <a:latin typeface="Sakkal Majalla" panose="02000000000000000000" pitchFamily="2" charset="-78"/>
                <a:cs typeface="Sakkal Majalla" panose="02000000000000000000" pitchFamily="2" charset="-78"/>
              </a:rPr>
              <a:t>و</a:t>
            </a:r>
            <a:r>
              <a:rPr lang="ar" sz="2000" dirty="0">
                <a:latin typeface="Sakkal Majalla" panose="02000000000000000000" pitchFamily="2" charset="-78"/>
                <a:cs typeface="Sakkal Majalla" panose="02000000000000000000" pitchFamily="2" charset="-78"/>
              </a:rPr>
              <a:t>وظائفها وتطبيقاتها. وفهم هذه المكونات أساسي لتشخيص أعطال أنظمة الإشعال المتقدمة وصيانتها.</a:t>
            </a:r>
          </a:p>
        </p:txBody>
      </p:sp>
      <p:sp>
        <p:nvSpPr>
          <p:cNvPr id="2" name="Footer Placeholder 2">
            <a:extLst>
              <a:ext uri="{FF2B5EF4-FFF2-40B4-BE49-F238E27FC236}">
                <a16:creationId xmlns:a16="http://schemas.microsoft.com/office/drawing/2014/main" id="{7F241EF3-162D-3D63-D50A-CD5811C70F12}"/>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1314664163"/>
      </p:ext>
    </p:extLst>
  </p:cSld>
  <p:clrMapOvr>
    <a:masterClrMapping/>
  </p:clrMapOvr>
  <p:transition>
    <p:sndAc>
      <p:stSnd>
        <p:snd r:embed="rId3" name="click.wav"/>
      </p:stSnd>
    </p:sndAc>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340768"/>
            <a:ext cx="8784976" cy="5445224"/>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dirty="0"/>
              <a:t>المقدمة: </a:t>
            </a:r>
            <a:r>
              <a:rPr lang="ar" sz="1300" dirty="0"/>
              <a:t>تمثل مولدات النبض مكونات أساسية في أنظمة الإشعال الإلكتروني، حيث تصدر إشارات تساعد على التحكم في توقيت أحداث الإشعال. وتنشأ هذه الإشارات </a:t>
            </a:r>
            <a:r>
              <a:rPr lang="ar-EG" sz="1300" dirty="0"/>
              <a:t>ب</a:t>
            </a:r>
            <a:r>
              <a:rPr lang="ar" sz="1300" dirty="0"/>
              <a:t>طرق مختلفة؛ منها تقنيات تأثير هول والالتقاط الحثي والنبض الضوئي. في هذا الجزء، سيدرس المتعلمون كل نوع من المولدات، ووظيفتها، وكيف تسهم في التوقيت الدقيق وتشغيل أنظمة الإشعال. </a:t>
            </a:r>
            <a:r>
              <a:rPr lang="ar-EG" sz="1300" dirty="0"/>
              <a:t>سيعزز </a:t>
            </a:r>
            <a:r>
              <a:rPr lang="ar" sz="1300" dirty="0"/>
              <a:t>إتقان هذه التقنيات</a:t>
            </a:r>
            <a:r>
              <a:rPr lang="ar-EG" sz="1300" dirty="0"/>
              <a:t> </a:t>
            </a:r>
            <a:r>
              <a:rPr lang="ar" sz="1300" dirty="0"/>
              <a:t>قدرة المتعلمين على فهم أنظمة إدارة المحرك المعقدة واستخدامها.</a:t>
            </a:r>
          </a:p>
          <a:p>
            <a:pPr marL="0" indent="0" rtl="1">
              <a:buNone/>
            </a:pPr>
            <a:endParaRPr lang="en-GB" sz="1300" dirty="0"/>
          </a:p>
          <a:p>
            <a:pPr marL="0" indent="0" rtl="1">
              <a:buNone/>
            </a:pPr>
            <a:r>
              <a:rPr lang="ar" sz="1300" b="1" dirty="0">
                <a:solidFill>
                  <a:schemeClr val="accent5">
                    <a:lumMod val="50000"/>
                  </a:schemeClr>
                </a:solidFill>
              </a:rPr>
              <a:t>مولدات تأثير هول: </a:t>
            </a:r>
          </a:p>
          <a:p>
            <a:pPr marL="0" indent="0" rtl="1">
              <a:buNone/>
            </a:pPr>
            <a:r>
              <a:rPr lang="ar" sz="1300" b="1" dirty="0"/>
              <a:t>نظرة عامة:</a:t>
            </a:r>
            <a:r>
              <a:rPr lang="ar" sz="1300" dirty="0"/>
              <a:t> تستخدم مولدات تأثير هول مبدأ تأثير هول، حيث يتولد الجهد (جهد هول) عبر الموصل عندما يتعرض لمجال مغناطيسي. ويُستخدم هذا التأثير للكشف عن الموضع والسرعة في أنظمة الإشعال.</a:t>
            </a:r>
          </a:p>
          <a:p>
            <a:pPr marL="0" indent="0" rtl="1">
              <a:buNone/>
            </a:pPr>
            <a:endParaRPr lang="en-GB" sz="1300" dirty="0"/>
          </a:p>
          <a:p>
            <a:pPr marL="0" indent="0" rtl="1">
              <a:buNone/>
            </a:pPr>
            <a:r>
              <a:rPr lang="ar" sz="1300" b="1" dirty="0"/>
              <a:t>جهد هول:</a:t>
            </a:r>
          </a:p>
          <a:p>
            <a:pPr rtl="1"/>
            <a:r>
              <a:rPr lang="ar" sz="1300" b="1" dirty="0"/>
              <a:t>التعريف:</a:t>
            </a:r>
            <a:r>
              <a:rPr lang="ar" sz="1300" dirty="0"/>
              <a:t> جهد هول هو فرق الجهد الناتج عند وضع موصل يحمل تيارًا في مجال مغناطيسي، ما يوفر طريقة دقيقة لاتلامسية لقياس الموضع أو سرعة الدوران.</a:t>
            </a:r>
          </a:p>
          <a:p>
            <a:pPr rtl="1"/>
            <a:r>
              <a:rPr lang="ar" sz="1300" b="1" dirty="0"/>
              <a:t>الوظيفة:</a:t>
            </a:r>
            <a:r>
              <a:rPr lang="ar" sz="1300" dirty="0"/>
              <a:t> يُستخدم هذا الجهد لإنشاء إشارات نبضية تشير إلى موضع مكونات؛ مثل عمود المرفق أو عمود الكامات.</a:t>
            </a:r>
          </a:p>
          <a:p>
            <a:pPr marL="0" indent="0" rtl="1">
              <a:buNone/>
            </a:pPr>
            <a:endParaRPr lang="en-GB" sz="1300" dirty="0"/>
          </a:p>
          <a:p>
            <a:pPr marL="0" indent="0" rtl="1">
              <a:buNone/>
            </a:pPr>
            <a:r>
              <a:rPr lang="ar" sz="1300" b="1" dirty="0"/>
              <a:t>دائرة هول المتكاملة (IC): الدور:</a:t>
            </a:r>
            <a:r>
              <a:rPr lang="ar" sz="1300" dirty="0"/>
              <a:t> دائرة هول المتكاملة عبارة عن شريحة إلكترونية صغيرة تكتشف جهد هول، وتعالج الإشارة في شكل يمكن استخدامه بواسطة وحدة التحكم في نظام الإشعال.</a:t>
            </a:r>
          </a:p>
          <a:p>
            <a:pPr marL="0" indent="0" rtl="1">
              <a:buNone/>
            </a:pPr>
            <a:r>
              <a:rPr lang="ar" sz="1300" b="1" dirty="0"/>
              <a:t>الأهمية:</a:t>
            </a:r>
            <a:r>
              <a:rPr lang="ar" sz="1300" dirty="0"/>
              <a:t> توفر اعتمادية ومتانة عالية لأنها أقل تأثرًا بالتآكل مقارنة بالمستشعرات الميكانيكية.</a:t>
            </a:r>
          </a:p>
          <a:p>
            <a:pPr marL="0" indent="0" rtl="1">
              <a:buNone/>
            </a:pPr>
            <a:endParaRPr lang="en-GB" sz="1300" dirty="0"/>
          </a:p>
          <a:p>
            <a:pPr marL="0" indent="0" rtl="1">
              <a:buNone/>
            </a:pPr>
            <a:r>
              <a:rPr lang="ar" sz="1300" b="1" dirty="0"/>
              <a:t>الريَش والمغناطيس: </a:t>
            </a:r>
          </a:p>
          <a:p>
            <a:pPr rtl="1"/>
            <a:r>
              <a:rPr lang="ar" sz="1300" b="1" dirty="0"/>
              <a:t>الوظيفة:</a:t>
            </a:r>
            <a:r>
              <a:rPr lang="ar" sz="1300" dirty="0"/>
              <a:t> تمر ريشة دوارة عبر المجال المغناطيسي الناتج عن مغناطيس ثابت، وتقطع المجال المغناطيسي وتنتج سلسلة من النبضات.</a:t>
            </a:r>
          </a:p>
          <a:p>
            <a:pPr rtl="1"/>
            <a:r>
              <a:rPr lang="ar" sz="1300" b="1" dirty="0"/>
              <a:t>الاستخدام:</a:t>
            </a:r>
            <a:r>
              <a:rPr lang="ar" sz="1300" dirty="0"/>
              <a:t> تساعد هذه النبضات وحدة التحكم على تحديد مواضع المكونات، وتعتبر ضرورية لتوقيت الإشعال الدقيق.</a:t>
            </a:r>
          </a:p>
          <a:p>
            <a:pPr marL="0" indent="0" rtl="1">
              <a:buNone/>
            </a:pPr>
            <a:endParaRPr lang="en-GB" sz="1300" dirty="0"/>
          </a:p>
          <a:p>
            <a:pPr marL="0" indent="0" rtl="1">
              <a:buNone/>
            </a:pPr>
            <a:r>
              <a:rPr lang="ar" sz="1300" b="1" dirty="0"/>
              <a:t>وحدة التحكم: الغرض:</a:t>
            </a:r>
            <a:r>
              <a:rPr lang="ar" sz="1300" dirty="0"/>
              <a:t> تستقبل وحدة التحكم الإشارات من مولد تأثير هول وتعالجها، وتستخدمها لمزامنة توقيت الإشعال مع دورات المحرك.</a:t>
            </a:r>
          </a:p>
          <a:p>
            <a:pPr marL="0" indent="0" rtl="1">
              <a:buNone/>
            </a:pPr>
            <a:r>
              <a:rPr lang="ar" sz="1300" b="1" dirty="0"/>
              <a:t>الأهمية:</a:t>
            </a:r>
            <a:r>
              <a:rPr lang="ar" sz="1300" dirty="0"/>
              <a:t> تضمن توقيت إرسال الشرر على النحو الأمثل بناءً على موضع المحرك وسرعته.</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983760" y="332656"/>
            <a:ext cx="2160240"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ج1 المولدات</a:t>
            </a:r>
          </a:p>
        </p:txBody>
      </p:sp>
      <p:sp>
        <p:nvSpPr>
          <p:cNvPr id="2" name="Footer Placeholder 2">
            <a:extLst>
              <a:ext uri="{FF2B5EF4-FFF2-40B4-BE49-F238E27FC236}">
                <a16:creationId xmlns:a16="http://schemas.microsoft.com/office/drawing/2014/main" id="{DBB3438A-E19B-EEF3-335D-507F5BC93754}"/>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1493214683"/>
      </p:ext>
    </p:extLst>
  </p:cSld>
  <p:clrMapOvr>
    <a:masterClrMapping/>
  </p:clrMapOvr>
  <p:transition>
    <p:sndAc>
      <p:stSnd>
        <p:snd r:embed="rId3" name="click.wav"/>
      </p:stSnd>
    </p:sndAc>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707904" y="1196752"/>
            <a:ext cx="5184576" cy="54726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مولدات الالتقاط الحثي</a:t>
            </a:r>
          </a:p>
          <a:p>
            <a:pPr marL="0" indent="0" rtl="1">
              <a:buNone/>
            </a:pPr>
            <a:r>
              <a:rPr lang="ar" sz="1400" b="1" dirty="0"/>
              <a:t>نظرة عامة:</a:t>
            </a:r>
            <a:r>
              <a:rPr lang="ar" sz="1400" dirty="0"/>
              <a:t> تعمل مولدات الالتقاط الحثي على أساس الحث الكهرومغناطيسي، حيث ينشأ المجال المغناطيسي بواسطة مغناطيس دائم، وعندما يمر جسم معدني (مثل عجلة التنشيط) عبر الحقل، فإنه يحفز الجهد في ملف من الأسلاك، ما ينتج إشارة لنظام الإشعال.</a:t>
            </a:r>
          </a:p>
          <a:p>
            <a:pPr marL="0" indent="0" rtl="1">
              <a:buNone/>
            </a:pPr>
            <a:r>
              <a:rPr lang="ar" sz="1400" b="1" dirty="0"/>
              <a:t>المغناطيس الدائم</a:t>
            </a:r>
          </a:p>
          <a:p>
            <a:pPr rtl="1"/>
            <a:r>
              <a:rPr lang="ar" sz="1400" b="1" dirty="0"/>
              <a:t>الدور:</a:t>
            </a:r>
            <a:r>
              <a:rPr lang="ar" sz="1400" dirty="0"/>
              <a:t> يولد المغناطيس الدائم مجالًا مغناطيسيًا ثابتًا، ما يتيح إنتاج النبضات دون الحاجة إلى مصدر طاقة خارجي.</a:t>
            </a:r>
          </a:p>
          <a:p>
            <a:pPr rtl="1"/>
            <a:r>
              <a:rPr lang="ar" sz="1400" b="1" dirty="0"/>
              <a:t>الاستخدام:</a:t>
            </a:r>
            <a:r>
              <a:rPr lang="ar" sz="1400" dirty="0"/>
              <a:t> يتفاعل المجال المغناطيسي مع عجلة التنشيط لإنتاج إشارة توفر بيانات التوقيت لنظام الإشعال.</a:t>
            </a:r>
          </a:p>
          <a:p>
            <a:pPr marL="0" indent="0" rtl="1">
              <a:buNone/>
            </a:pPr>
            <a:r>
              <a:rPr lang="ar" sz="1400" b="1" dirty="0"/>
              <a:t>الملفات الحثية</a:t>
            </a:r>
          </a:p>
          <a:p>
            <a:pPr rtl="1"/>
            <a:r>
              <a:rPr lang="ar" sz="1400" b="1" dirty="0"/>
              <a:t>الوظيفة:</a:t>
            </a:r>
            <a:r>
              <a:rPr lang="ar" sz="1400" dirty="0"/>
              <a:t> يلتقط الملف أو اللفة في الالتقاط الحثي الجهد الناتج عن المجال المغناطيسي عندما تمر عجلة التنشيط، ويحوله إلى نبض.</a:t>
            </a:r>
          </a:p>
          <a:p>
            <a:pPr rtl="1"/>
            <a:r>
              <a:rPr lang="ar" sz="1400" b="1" dirty="0"/>
              <a:t>الأهمية:</a:t>
            </a:r>
            <a:r>
              <a:rPr lang="ar" sz="1400" dirty="0"/>
              <a:t> تتميز الملفات الحثية بالمتانة وترسل إشارات موثوقة، ما يجعلها مثالية للاستخدام طويل الأمد في بيئات المحرك القاسية.</a:t>
            </a:r>
          </a:p>
          <a:p>
            <a:pPr marL="0" indent="0" rtl="1">
              <a:buNone/>
            </a:pPr>
            <a:r>
              <a:rPr lang="ar" sz="1400" b="1" dirty="0"/>
              <a:t>عجلة التنشيط</a:t>
            </a:r>
          </a:p>
          <a:p>
            <a:pPr rtl="1"/>
            <a:r>
              <a:rPr lang="ar" sz="1400" b="1" dirty="0"/>
              <a:t>الغرض:</a:t>
            </a:r>
            <a:r>
              <a:rPr lang="ar" sz="1400" dirty="0"/>
              <a:t> عجلة التنشيط عبارة عن قرص معدني مسنن أو مشقوق يدور بالقرب من المغناطيس والملفات، ما يخلق نبضًا في كل مرة يمر فيها السن أو الفتحة.</a:t>
            </a:r>
          </a:p>
          <a:p>
            <a:pPr rtl="1"/>
            <a:r>
              <a:rPr lang="ar" sz="1400" b="1" dirty="0"/>
              <a:t>التشغيل:</a:t>
            </a:r>
            <a:r>
              <a:rPr lang="ar" sz="1400" dirty="0"/>
              <a:t> تتوافق كل نبضة مع موضع محدد لعمود المرفق أو عمود الكامات، والذي تستخدمه وحدة التحكم لضبط توقيت الإشعال.</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092280" y="404664"/>
            <a:ext cx="2016224" cy="360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ج1 المولدات</a:t>
            </a:r>
          </a:p>
        </p:txBody>
      </p:sp>
      <p:sp>
        <p:nvSpPr>
          <p:cNvPr id="4" name="TextBox 3"/>
          <p:cNvSpPr txBox="1"/>
          <p:nvPr/>
        </p:nvSpPr>
        <p:spPr>
          <a:xfrm>
            <a:off x="1508544" y="5157192"/>
            <a:ext cx="918842" cy="292388"/>
          </a:xfrm>
          <a:prstGeom prst="rect">
            <a:avLst/>
          </a:prstGeom>
          <a:noFill/>
        </p:spPr>
        <p:txBody>
          <a:bodyPr wrap="none" rtlCol="1">
            <a:spAutoFit/>
          </a:bodyPr>
          <a:lstStyle/>
          <a:p>
            <a:pPr algn="ctr" rtl="1"/>
            <a:r>
              <a:rPr lang="ar" sz="1300" b="1" dirty="0">
                <a:latin typeface="Sakkal Majalla" panose="02000000000000000000" pitchFamily="2" charset="-78"/>
                <a:cs typeface="Sakkal Majalla" panose="02000000000000000000" pitchFamily="2" charset="-78"/>
              </a:rPr>
              <a:t>عجلة التنشيط</a:t>
            </a:r>
          </a:p>
        </p:txBody>
      </p:sp>
      <p:sp>
        <p:nvSpPr>
          <p:cNvPr id="3" name="Footer Placeholder 2">
            <a:extLst>
              <a:ext uri="{FF2B5EF4-FFF2-40B4-BE49-F238E27FC236}">
                <a16:creationId xmlns:a16="http://schemas.microsoft.com/office/drawing/2014/main" id="{6C439457-2C53-CD26-1138-A7443500D44A}"/>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pic>
        <p:nvPicPr>
          <p:cNvPr id="5" name="Picture 4" descr="A machine measuring a gear&#10;&#10;Description automatically generated with medium confidence">
            <a:extLst>
              <a:ext uri="{FF2B5EF4-FFF2-40B4-BE49-F238E27FC236}">
                <a16:creationId xmlns:a16="http://schemas.microsoft.com/office/drawing/2014/main" id="{A1EE27F0-DE54-E3A2-F81D-1D72FC8EF2DD}"/>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11560" y="2960948"/>
            <a:ext cx="2916324" cy="1944216"/>
          </a:xfrm>
          <a:prstGeom prst="rect">
            <a:avLst/>
          </a:prstGeom>
        </p:spPr>
      </p:pic>
    </p:spTree>
    <p:extLst>
      <p:ext uri="{BB962C8B-B14F-4D97-AF65-F5344CB8AC3E}">
        <p14:creationId xmlns:p14="http://schemas.microsoft.com/office/powerpoint/2010/main" val="1179205946"/>
      </p:ext>
    </p:extLst>
  </p:cSld>
  <p:clrMapOvr>
    <a:masterClrMapping/>
  </p:clrMapOvr>
  <p:transition>
    <p:sndAc>
      <p:stSnd>
        <p:snd r:embed="rId3" name="click.wav"/>
      </p:stSnd>
    </p:sndAc>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347864" y="1556792"/>
            <a:ext cx="5472608" cy="482453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مولدات النبض الضوئي</a:t>
            </a:r>
            <a:br>
              <a:rPr lang="en-GB" sz="1400" dirty="0"/>
            </a:br>
            <a:r>
              <a:rPr lang="ar" sz="1400" b="1" dirty="0"/>
              <a:t>نظرة عامة:</a:t>
            </a:r>
            <a:r>
              <a:rPr lang="ar" sz="1400" dirty="0"/>
              <a:t> تستخدم مولدات النبض الضوئي مستشعرات ضوئية لاكتشاف موضع وحركة مكونات المحرك، وتوليد إشارات دقيقة بناءً على انقطاع شعاع الضوء.</a:t>
            </a:r>
          </a:p>
          <a:p>
            <a:pPr marL="0" indent="0" rtl="1">
              <a:buNone/>
            </a:pPr>
            <a:br>
              <a:rPr lang="en-GB" sz="1400" dirty="0"/>
            </a:br>
            <a:r>
              <a:rPr lang="ar" sz="1400" b="1" dirty="0"/>
              <a:t>الصمام الثنائي الباعث للضوء:</a:t>
            </a:r>
          </a:p>
          <a:p>
            <a:pPr rtl="1"/>
            <a:r>
              <a:rPr lang="ar" sz="1400" b="1" dirty="0"/>
              <a:t>الدور:</a:t>
            </a:r>
            <a:r>
              <a:rPr lang="ar" sz="1400" dirty="0"/>
              <a:t> يُصدر الصمام الثنائي الباعث للضوء شعاعًا من الضوء باتجاه مستشعر (عادةً ما يكون ترانزستور ضوئي)، ما يشكل أساس توليد النبض الضوئي.</a:t>
            </a:r>
          </a:p>
          <a:p>
            <a:pPr rtl="1"/>
            <a:r>
              <a:rPr lang="ar" sz="1400" b="1" dirty="0"/>
              <a:t>الوظيفة:</a:t>
            </a:r>
            <a:r>
              <a:rPr lang="ar" sz="1400" dirty="0"/>
              <a:t> عندما يدور جسم تنشيط (مثل القرص المشقوق) ويقطع شعاع الضوء، فإنه ينشئ نبضة تستخدمها وحدة التحكم في نظام الإشعال.</a:t>
            </a:r>
          </a:p>
          <a:p>
            <a:pPr marL="0" indent="0" rtl="1">
              <a:buNone/>
            </a:pPr>
            <a:br>
              <a:rPr lang="en-GB" sz="1400" dirty="0"/>
            </a:br>
            <a:r>
              <a:rPr lang="ar" sz="1400" b="1" dirty="0"/>
              <a:t>ترانزستور ضوئي</a:t>
            </a:r>
          </a:p>
          <a:p>
            <a:pPr rtl="1"/>
            <a:r>
              <a:rPr lang="ar" sz="1400" b="1" dirty="0"/>
              <a:t>الغرض:</a:t>
            </a:r>
            <a:r>
              <a:rPr lang="ar" sz="1400" dirty="0"/>
              <a:t> يكتشف الترانزستور الضوئي الانقطاعات في شعاع الضوء، ما يخلق نبضة كهربائية تشير إلى موضع مكونات المحرك الدوارة.</a:t>
            </a:r>
          </a:p>
          <a:p>
            <a:pPr rtl="1"/>
            <a:r>
              <a:rPr lang="ar" sz="1400" b="1" dirty="0"/>
              <a:t>الأهمية:</a:t>
            </a:r>
            <a:r>
              <a:rPr lang="ar" sz="1400" dirty="0"/>
              <a:t> يوفر دقة عالية واستجابة سريعة، ما يجعله مثاليًا للتطبيقات عالية السرعة حيث يكون التوقيت الدقيق أمرًا بالغ الأهمية.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092280" y="332656"/>
            <a:ext cx="194421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ج1 المولدات</a:t>
            </a:r>
          </a:p>
        </p:txBody>
      </p:sp>
      <p:sp>
        <p:nvSpPr>
          <p:cNvPr id="2" name="Footer Placeholder 2">
            <a:extLst>
              <a:ext uri="{FF2B5EF4-FFF2-40B4-BE49-F238E27FC236}">
                <a16:creationId xmlns:a16="http://schemas.microsoft.com/office/drawing/2014/main" id="{907DC015-3383-C3F0-D90B-FA0292E0E935}"/>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pic>
        <p:nvPicPr>
          <p:cNvPr id="3" name="Picture 2" descr="A close-up of a transistor&#10;&#10;Description automatically generated">
            <a:extLst>
              <a:ext uri="{FF2B5EF4-FFF2-40B4-BE49-F238E27FC236}">
                <a16:creationId xmlns:a16="http://schemas.microsoft.com/office/drawing/2014/main" id="{208B79E7-CCE4-185B-5751-44C5633D3A3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27262" y="2852936"/>
            <a:ext cx="3059832" cy="2039888"/>
          </a:xfrm>
          <a:prstGeom prst="rect">
            <a:avLst/>
          </a:prstGeom>
        </p:spPr>
      </p:pic>
    </p:spTree>
    <p:extLst>
      <p:ext uri="{BB962C8B-B14F-4D97-AF65-F5344CB8AC3E}">
        <p14:creationId xmlns:p14="http://schemas.microsoft.com/office/powerpoint/2010/main" val="3263221976"/>
      </p:ext>
    </p:extLst>
  </p:cSld>
  <p:clrMapOvr>
    <a:masterClrMapping/>
  </p:clrMapOvr>
  <p:transition>
    <p:sndAc>
      <p:stSnd>
        <p:snd r:embed="rId3" name="click.wav"/>
      </p:stSnd>
    </p:sndAc>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340768"/>
            <a:ext cx="8640960" cy="537321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ج2: الملامسات المدعومة بالترانزستور</a:t>
            </a:r>
            <a:br>
              <a:rPr lang="en-GB" sz="1400" dirty="0"/>
            </a:br>
            <a:br>
              <a:rPr lang="en-GB" sz="1400" dirty="0"/>
            </a:br>
            <a:r>
              <a:rPr lang="ar" sz="1400" b="1" dirty="0"/>
              <a:t>المقدمة</a:t>
            </a:r>
            <a:br>
              <a:rPr lang="en-GB" sz="1400" dirty="0"/>
            </a:br>
            <a:r>
              <a:rPr lang="ar" sz="1400" dirty="0"/>
              <a:t>تُستخدم الملامسات المدعومة بالترانزستور في أنظمة الإشعال الحديثة لتحل محل الملامسات الميكانيكية التقليدية</a:t>
            </a:r>
            <a:r>
              <a:rPr lang="ar-EG" sz="1400" dirty="0"/>
              <a:t> </a:t>
            </a:r>
            <a:r>
              <a:rPr lang="ar" sz="1400" dirty="0"/>
              <a:t>التي </a:t>
            </a:r>
            <a:r>
              <a:rPr lang="ar-EG" sz="1400" dirty="0"/>
              <a:t>تتآكل ويتخفض أداؤها</a:t>
            </a:r>
            <a:r>
              <a:rPr lang="ar" sz="1400" dirty="0"/>
              <a:t> بمرور الوقت. </a:t>
            </a:r>
            <a:r>
              <a:rPr lang="ar-EG" sz="1400" dirty="0"/>
              <a:t>بفضل</a:t>
            </a:r>
            <a:r>
              <a:rPr lang="ar" sz="1400" dirty="0"/>
              <a:t> استخدام الترانزستورات والدوائر الإلكترونية، يمكن لأنظمة الإشعال تحقيق أوقات استجابة أسرع وزيادة المتانة وتحسين التحكم في توقيت الإشعال. سيستكشف المتعلمون في هذا الجزء كيفية عمل الترانزستورات داخل أنظمة الإشعال، ويفهمون استخدام ترانزستور دارلينغتون لتحسين معالجة التيار، ومراجعة فوائد أنظمة الإشعال دون قاطع تلامس. وهذه المعرفة تؤهل المتعلمين للعمل على أنظمة الإشعال الموثوقة والفعالة المستخدمة في مركبات اليوم.</a:t>
            </a:r>
            <a:br>
              <a:rPr lang="en-GB" sz="1400" dirty="0"/>
            </a:br>
            <a:endParaRPr lang="en-GB" sz="1400" dirty="0"/>
          </a:p>
          <a:p>
            <a:pPr marL="0" indent="0" rtl="1">
              <a:buNone/>
            </a:pPr>
            <a:r>
              <a:rPr lang="ar" sz="1400" b="1" dirty="0">
                <a:solidFill>
                  <a:schemeClr val="accent5">
                    <a:lumMod val="50000"/>
                  </a:schemeClr>
                </a:solidFill>
              </a:rPr>
              <a:t>تشغيل الترانزستور</a:t>
            </a:r>
          </a:p>
          <a:p>
            <a:pPr marL="0" indent="0" rtl="1">
              <a:buNone/>
            </a:pPr>
            <a:r>
              <a:rPr lang="ar" sz="1400" b="1" dirty="0"/>
              <a:t>التعريف:</a:t>
            </a:r>
            <a:r>
              <a:rPr lang="ar" sz="1400" dirty="0"/>
              <a:t> الترانزستور هو جهاز شبه موصل يستخدم لتضخيم أو تبديل الإشارات الإلكترونية والطاقة الكهربائية، ما يسمح بالتحكم الدقيق في توقيت الإشعال دون الاعتماد على الملامسات الميكانيكية.</a:t>
            </a:r>
          </a:p>
          <a:p>
            <a:pPr marL="0" indent="0" rtl="1">
              <a:buNone/>
            </a:pPr>
            <a:r>
              <a:rPr lang="ar" sz="1400" b="1" dirty="0"/>
              <a:t>وظيفته في أنظمة الإشعال:</a:t>
            </a:r>
          </a:p>
          <a:p>
            <a:pPr rtl="1"/>
            <a:r>
              <a:rPr lang="ar" sz="1400" dirty="0"/>
              <a:t>تعمل الترانزستورات في أنظمة الإشعال كمفاتيح إلكترونية، لتحل محل نقاط قطع التيار الميكانيكية المستخدمة في الأنظمة القديمة.</a:t>
            </a:r>
          </a:p>
          <a:p>
            <a:pPr rtl="1"/>
            <a:r>
              <a:rPr lang="ar" sz="1400" dirty="0"/>
              <a:t>عند تشغيل الترانزستور، فإنه يسمح للتيار بالتدفق عبر ملف الإشعال، ما يولد مجالًا مغناطيسيًا. وعند إيقاف تشغيل الترانزستور، ينهار المجال المغناطيسي، ما يشكل جهدًا عاليًا يُرسل إلى شمعات الإشعال.</a:t>
            </a:r>
          </a:p>
          <a:p>
            <a:pPr marL="0" indent="0" rtl="1">
              <a:buNone/>
            </a:pPr>
            <a:r>
              <a:rPr lang="ar" sz="1400" b="1" dirty="0"/>
              <a:t>المزايا</a:t>
            </a:r>
          </a:p>
          <a:p>
            <a:pPr rtl="1"/>
            <a:r>
              <a:rPr lang="ar" sz="1400" b="1" dirty="0"/>
              <a:t>الاعتمادية:</a:t>
            </a:r>
            <a:r>
              <a:rPr lang="ar" sz="1400" dirty="0"/>
              <a:t> تتميز الترانزستورات بمتانة عالية، حيث لا تحتوي على أجزاء متحركة يمكن أن تتآكل، ما يزيد من طول عمر نظام الإشعال.</a:t>
            </a:r>
          </a:p>
          <a:p>
            <a:pPr rtl="1"/>
            <a:r>
              <a:rPr lang="ar" sz="1400" b="1" dirty="0"/>
              <a:t>الدقة:</a:t>
            </a:r>
            <a:r>
              <a:rPr lang="ar" sz="1400" dirty="0"/>
              <a:t> تسمح بتحكم أكثر دقة في توقيت الإشعال، ما يؤدي إلى تحسين أداء المحرك وكفاءته.</a:t>
            </a:r>
          </a:p>
          <a:p>
            <a:pPr rtl="1"/>
            <a:r>
              <a:rPr lang="ar" sz="1400" b="1" dirty="0"/>
              <a:t>السرعة:</a:t>
            </a:r>
            <a:r>
              <a:rPr lang="ar" sz="1400" dirty="0"/>
              <a:t> يعد تشغيل الترانزستور أسرع من الملامسات الميكانيكية، ما يوفر أوقات استجابة أسرع لازمة للمحركات عالية السرعة.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04048" y="332656"/>
            <a:ext cx="410445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الملامسات المدعومة بالترانزستور</a:t>
            </a:r>
          </a:p>
        </p:txBody>
      </p:sp>
      <p:sp>
        <p:nvSpPr>
          <p:cNvPr id="2" name="Footer Placeholder 2">
            <a:extLst>
              <a:ext uri="{FF2B5EF4-FFF2-40B4-BE49-F238E27FC236}">
                <a16:creationId xmlns:a16="http://schemas.microsoft.com/office/drawing/2014/main" id="{366EF6B2-CA47-4A6B-7F38-66A2E69FEE1F}"/>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2367450285"/>
      </p:ext>
    </p:extLst>
  </p:cSld>
  <p:clrMapOvr>
    <a:masterClrMapping/>
  </p:clrMapOvr>
  <p:transition>
    <p:sndAc>
      <p:stSnd>
        <p:snd r:embed="rId3" name="click.wav"/>
      </p:stSnd>
    </p:sndAc>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95936" y="1412776"/>
            <a:ext cx="4896544" cy="36724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ترانزستور دارلينغتون</a:t>
            </a:r>
          </a:p>
          <a:p>
            <a:pPr marL="0" indent="0" rtl="1">
              <a:buNone/>
            </a:pPr>
            <a:endParaRPr lang="en-GB" sz="1400" b="1" dirty="0"/>
          </a:p>
          <a:p>
            <a:pPr marL="0" indent="0" rtl="1">
              <a:buNone/>
            </a:pPr>
            <a:r>
              <a:rPr lang="ar" sz="1400" b="1" dirty="0"/>
              <a:t>التعريف:</a:t>
            </a:r>
            <a:r>
              <a:rPr lang="ar" sz="1400" dirty="0"/>
              <a:t> ترانزستور دارلينغتون عبارة عن تكوين من زوج ترانزستور متصلين معًا لتوفير كسب تيار أعلى. يعمل الترانزستور الأول على تضخيم التيار وتمريره إلى الترانزستور الثاني، ما يؤدي إلى كسب إجمالي أعلى بكثير.</a:t>
            </a:r>
          </a:p>
          <a:p>
            <a:pPr marL="0" indent="0" rtl="1">
              <a:buNone/>
            </a:pPr>
            <a:endParaRPr lang="en-GB" sz="1400" b="1" dirty="0"/>
          </a:p>
          <a:p>
            <a:pPr marL="0" indent="0" rtl="1">
              <a:buNone/>
            </a:pPr>
            <a:r>
              <a:rPr lang="ar" sz="1400" b="1" dirty="0"/>
              <a:t>وظيفته في أنظمة الإشعال:</a:t>
            </a:r>
          </a:p>
          <a:p>
            <a:pPr rtl="1"/>
            <a:r>
              <a:rPr lang="ar" sz="1400" b="1" dirty="0"/>
              <a:t>تضخيم التيار:</a:t>
            </a:r>
            <a:r>
              <a:rPr lang="ar" sz="1400" dirty="0"/>
              <a:t> يسمح تكوين ترانزستور دارلينغتون بتيار تحكم صغير للتعامل مع تيار حمل أكبر، وهو أمر ضروري لإدارة التيار المطلوب لإنتاج شرارة قوية في ملف الإشعال.</a:t>
            </a:r>
          </a:p>
          <a:p>
            <a:pPr rtl="1"/>
            <a:r>
              <a:rPr lang="ar" sz="1400" b="1" dirty="0"/>
              <a:t>التبديل المحسن:</a:t>
            </a:r>
            <a:r>
              <a:rPr lang="ar" sz="1400" dirty="0"/>
              <a:t> ومع زيادة كسب التيار، يمكن لزوج دارلينجتون تبديل كميات كبيرة من التيار بكفاءة عالية، ما يضمن توليد شرارة متسقة وموثوقة عبر جميع الأسطوانات.</a:t>
            </a:r>
          </a:p>
          <a:p>
            <a:pPr marL="0" indent="0" rtl="1">
              <a:buNone/>
            </a:pPr>
            <a:endParaRPr lang="en-GB" sz="1400" b="1" dirty="0"/>
          </a:p>
          <a:p>
            <a:pPr marL="0" indent="0" rtl="1">
              <a:buNone/>
            </a:pPr>
            <a:r>
              <a:rPr lang="ar" sz="1400" b="1" dirty="0"/>
              <a:t>الفوائد:</a:t>
            </a:r>
          </a:p>
          <a:p>
            <a:pPr rtl="1"/>
            <a:r>
              <a:rPr lang="ar" sz="1400" b="1" dirty="0"/>
              <a:t>قوة شرارة محسنة:</a:t>
            </a:r>
            <a:r>
              <a:rPr lang="ar" sz="1400" dirty="0"/>
              <a:t> يوفر كسب التيار المتزايد شرارة قوية، ما يسهم في الاحتراق الفعال.</a:t>
            </a:r>
          </a:p>
          <a:p>
            <a:pPr rtl="1"/>
            <a:r>
              <a:rPr lang="ar" sz="1400" b="1" dirty="0"/>
              <a:t>المتانة:</a:t>
            </a:r>
            <a:r>
              <a:rPr lang="ar" sz="1400" dirty="0"/>
              <a:t> يتميز ترانزستور دارلينغتون بأنه معمِّر وأقل عرضة للتآكل من الملامسات الميكانيكية، ما يقلل احتياجات الصيانة.</a:t>
            </a:r>
          </a:p>
          <a:p>
            <a:pPr rtl="1"/>
            <a:r>
              <a:rPr lang="ar" sz="1400" b="1" dirty="0"/>
              <a:t>تقليل تبديد الحرارة:</a:t>
            </a:r>
            <a:r>
              <a:rPr lang="ar" sz="1400" dirty="0"/>
              <a:t> يعمل بكفاءة، ما يقلل تراكم الحرارة داخل نظام الإشعال، الأمر الذي يعزز طول عمر المكونات.</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04048" y="332656"/>
            <a:ext cx="410445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الملامسات المدعومة بالترانزستور</a:t>
            </a:r>
          </a:p>
        </p:txBody>
      </p:sp>
      <p:sp>
        <p:nvSpPr>
          <p:cNvPr id="3" name="Footer Placeholder 2">
            <a:extLst>
              <a:ext uri="{FF2B5EF4-FFF2-40B4-BE49-F238E27FC236}">
                <a16:creationId xmlns:a16="http://schemas.microsoft.com/office/drawing/2014/main" id="{20AE3E31-F2E5-7411-6496-95BD8941A2DC}"/>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pic>
        <p:nvPicPr>
          <p:cNvPr id="4" name="Picture 3" descr="A diagram of a transistor&#10;&#10;Description automatically generated">
            <a:extLst>
              <a:ext uri="{FF2B5EF4-FFF2-40B4-BE49-F238E27FC236}">
                <a16:creationId xmlns:a16="http://schemas.microsoft.com/office/drawing/2014/main" id="{D3F68A3D-97C9-CFA6-2938-CE672093C07A}"/>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395536" y="2852936"/>
            <a:ext cx="3240360" cy="1944216"/>
          </a:xfrm>
          <a:prstGeom prst="rect">
            <a:avLst/>
          </a:prstGeom>
        </p:spPr>
      </p:pic>
    </p:spTree>
    <p:extLst>
      <p:ext uri="{BB962C8B-B14F-4D97-AF65-F5344CB8AC3E}">
        <p14:creationId xmlns:p14="http://schemas.microsoft.com/office/powerpoint/2010/main" val="383046031"/>
      </p:ext>
    </p:extLst>
  </p:cSld>
  <p:clrMapOvr>
    <a:masterClrMapping/>
  </p:clrMapOvr>
  <p:transition>
    <p:sndAc>
      <p:stSnd>
        <p:snd r:embed="rId3" name="click.wav"/>
      </p:stSnd>
    </p:sndAc>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004048" y="332656"/>
            <a:ext cx="410445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ج2 الملامسات المدعومة بالترانزستور</a:t>
            </a:r>
          </a:p>
        </p:txBody>
      </p:sp>
      <p:sp>
        <p:nvSpPr>
          <p:cNvPr id="3" name="Content Placeholder 3">
            <a:extLst>
              <a:ext uri="{FF2B5EF4-FFF2-40B4-BE49-F238E27FC236}">
                <a16:creationId xmlns:a16="http://schemas.microsoft.com/office/drawing/2014/main" id="{AC19B91D-D14C-9967-8244-24CD52BA5061}"/>
              </a:ext>
            </a:extLst>
          </p:cNvPr>
          <p:cNvSpPr txBox="1">
            <a:spLocks noChangeArrowheads="1"/>
          </p:cNvSpPr>
          <p:nvPr/>
        </p:nvSpPr>
        <p:spPr bwMode="auto">
          <a:xfrm>
            <a:off x="539552" y="1736812"/>
            <a:ext cx="8208912" cy="3384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marL="0" indent="0" rtl="1">
              <a:buFont typeface="Wingdings" panose="05000000000000000000" pitchFamily="2" charset="2"/>
              <a:buNone/>
            </a:pPr>
            <a:r>
              <a:rPr lang="ar" sz="1400" b="1" kern="0" dirty="0">
                <a:solidFill>
                  <a:schemeClr val="accent5">
                    <a:lumMod val="50000"/>
                  </a:schemeClr>
                </a:solidFill>
                <a:latin typeface="Sakkal Majalla" panose="02000000000000000000" pitchFamily="2" charset="-78"/>
                <a:cs typeface="Sakkal Majalla" panose="02000000000000000000" pitchFamily="2" charset="-78"/>
              </a:rPr>
              <a:t>مزايا أنظمة الإشعال دون قاطع تلامس</a:t>
            </a:r>
          </a:p>
          <a:p>
            <a:pPr marL="0" indent="0" rtl="1">
              <a:buFont typeface="Wingdings" panose="05000000000000000000" pitchFamily="2" charset="2"/>
              <a:buNone/>
            </a:pPr>
            <a:endParaRPr lang="en-GB" sz="1400" b="1" kern="0" dirty="0">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r>
              <a:rPr lang="ar" sz="1400" b="1" kern="0" dirty="0">
                <a:latin typeface="Sakkal Majalla" panose="02000000000000000000" pitchFamily="2" charset="-78"/>
                <a:cs typeface="Sakkal Majalla" panose="02000000000000000000" pitchFamily="2" charset="-78"/>
              </a:rPr>
              <a:t>التعريف:</a:t>
            </a:r>
            <a:r>
              <a:rPr lang="ar" sz="1400" kern="0" dirty="0">
                <a:latin typeface="Sakkal Majalla" panose="02000000000000000000" pitchFamily="2" charset="-78"/>
                <a:cs typeface="Sakkal Majalla" panose="02000000000000000000" pitchFamily="2" charset="-78"/>
              </a:rPr>
              <a:t> تشير الأنظمة دون قاطع تلامس إلى أنظمة الإشعال التي لا تعتمد على نقاط قاطع التلامس الميكانيكي التقليدي للتحكم في توقيت الشرر. ولكنها تستخدم مكونات إلكترونية مثل الترانزستورات أو مستشعرات تأثير هول أو المستشعرات الضوئية.</a:t>
            </a:r>
          </a:p>
          <a:p>
            <a:pPr marL="0" indent="0" rtl="1">
              <a:buFont typeface="Wingdings" panose="05000000000000000000" pitchFamily="2" charset="2"/>
              <a:buNone/>
            </a:pPr>
            <a:endParaRPr lang="en-GB" sz="1400" b="1" kern="0" dirty="0">
              <a:latin typeface="Sakkal Majalla" panose="02000000000000000000" pitchFamily="2" charset="-78"/>
              <a:cs typeface="Sakkal Majalla" panose="02000000000000000000" pitchFamily="2" charset="-78"/>
            </a:endParaRPr>
          </a:p>
          <a:p>
            <a:pPr marL="0" indent="0" rtl="1">
              <a:buFont typeface="Wingdings" panose="05000000000000000000" pitchFamily="2" charset="2"/>
              <a:buNone/>
            </a:pPr>
            <a:r>
              <a:rPr lang="ar" sz="1400" b="1" kern="0" dirty="0">
                <a:latin typeface="Sakkal Majalla" panose="02000000000000000000" pitchFamily="2" charset="-78"/>
                <a:cs typeface="Sakkal Majalla" panose="02000000000000000000" pitchFamily="2" charset="-78"/>
              </a:rPr>
              <a:t>الفوائد الرئيسة:</a:t>
            </a:r>
          </a:p>
          <a:p>
            <a:pPr rtl="1"/>
            <a:r>
              <a:rPr lang="ar" sz="1400" b="1" kern="0" dirty="0">
                <a:latin typeface="Sakkal Majalla" panose="02000000000000000000" pitchFamily="2" charset="-78"/>
                <a:cs typeface="Sakkal Majalla" panose="02000000000000000000" pitchFamily="2" charset="-78"/>
              </a:rPr>
              <a:t>تقليل التآكل الميكانيكي:</a:t>
            </a:r>
            <a:r>
              <a:rPr lang="ar" sz="1400" kern="0" dirty="0">
                <a:latin typeface="Sakkal Majalla" panose="02000000000000000000" pitchFamily="2" charset="-78"/>
                <a:cs typeface="Sakkal Majalla" panose="02000000000000000000" pitchFamily="2" charset="-78"/>
              </a:rPr>
              <a:t> مع عدم وجود نقاط تلامس متحركة، تكون أنظمة الإشعال دون قاطع تلامس أقل عرضة للتآكل والتلف، ما يؤدي إلى عمر خدمة أطول.</a:t>
            </a:r>
          </a:p>
          <a:p>
            <a:pPr rtl="1"/>
            <a:r>
              <a:rPr lang="ar" sz="1400" b="1" kern="0" dirty="0">
                <a:latin typeface="Sakkal Majalla" panose="02000000000000000000" pitchFamily="2" charset="-78"/>
                <a:cs typeface="Sakkal Majalla" panose="02000000000000000000" pitchFamily="2" charset="-78"/>
              </a:rPr>
              <a:t>دقة توقيت محسنة:</a:t>
            </a:r>
            <a:r>
              <a:rPr lang="ar" sz="1400" kern="0" dirty="0">
                <a:latin typeface="Sakkal Majalla" panose="02000000000000000000" pitchFamily="2" charset="-78"/>
                <a:cs typeface="Sakkal Majalla" panose="02000000000000000000" pitchFamily="2" charset="-78"/>
              </a:rPr>
              <a:t> يوفر التحكم الإلكتروني توقيتًا أكثر دقة للإشعال، ما يُحسِّن كفاءة الوقود ويقلل الانبعاثات ويحسِّن أداء المحرك.</a:t>
            </a:r>
          </a:p>
          <a:p>
            <a:pPr rtl="1"/>
            <a:r>
              <a:rPr lang="ar" sz="1400" b="1" kern="0" dirty="0">
                <a:latin typeface="Sakkal Majalla" panose="02000000000000000000" pitchFamily="2" charset="-78"/>
                <a:cs typeface="Sakkal Majalla" panose="02000000000000000000" pitchFamily="2" charset="-78"/>
              </a:rPr>
              <a:t>انخفاض متطلبات الصيانة:</a:t>
            </a:r>
            <a:r>
              <a:rPr lang="ar" sz="1400" kern="0" dirty="0">
                <a:latin typeface="Sakkal Majalla" panose="02000000000000000000" pitchFamily="2" charset="-78"/>
                <a:cs typeface="Sakkal Majalla" panose="02000000000000000000" pitchFamily="2" charset="-78"/>
              </a:rPr>
              <a:t> تتطلب أنظمة الإشعال دون قاطع التلامس الحد الأدنى من الصيانة مقارنة بالأنظمة الميكانيكية، حيث لا توجد نقاط للتعديل أو الاستبدال بمرور الوقت.</a:t>
            </a:r>
          </a:p>
          <a:p>
            <a:pPr rtl="1"/>
            <a:r>
              <a:rPr lang="ar" sz="1400" b="1" kern="0" dirty="0">
                <a:latin typeface="Sakkal Majalla" panose="02000000000000000000" pitchFamily="2" charset="-78"/>
                <a:cs typeface="Sakkal Majalla" panose="02000000000000000000" pitchFamily="2" charset="-78"/>
              </a:rPr>
              <a:t>اعتمادية محسنة:</a:t>
            </a:r>
            <a:r>
              <a:rPr lang="ar" sz="1400" kern="0" dirty="0">
                <a:latin typeface="Sakkal Majalla" panose="02000000000000000000" pitchFamily="2" charset="-78"/>
                <a:cs typeface="Sakkal Majalla" panose="02000000000000000000" pitchFamily="2" charset="-78"/>
              </a:rPr>
              <a:t> بفضل وجود عدد أقل من الأجزاء المتحركة والمكونات الأكثر استقرارًا، تعد أنظمة الإشعال دون قاطع تلامس موثوقة للغاية، خاصةً في استخدامات المركبات عالية الأداء وعالية السرعة.</a:t>
            </a:r>
          </a:p>
        </p:txBody>
      </p:sp>
      <p:sp>
        <p:nvSpPr>
          <p:cNvPr id="2" name="Footer Placeholder 2">
            <a:extLst>
              <a:ext uri="{FF2B5EF4-FFF2-40B4-BE49-F238E27FC236}">
                <a16:creationId xmlns:a16="http://schemas.microsoft.com/office/drawing/2014/main" id="{71FD6C23-95BD-B4F2-E692-A10CDFE5AEF0}"/>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1528052432"/>
      </p:ext>
    </p:extLst>
  </p:cSld>
  <p:clrMapOvr>
    <a:masterClrMapping/>
  </p:clrMapOvr>
  <p:transition>
    <p:sndAc>
      <p:stSnd>
        <p:snd r:embed="rId3" name="click.wav"/>
      </p:stSnd>
    </p:sndAc>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412776"/>
            <a:ext cx="8568952" cy="25202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ج3: وحدات التحكم</a:t>
            </a:r>
            <a:br>
              <a:rPr lang="en-GB" sz="1400" dirty="0"/>
            </a:br>
            <a:br>
              <a:rPr lang="en-GB" sz="1400" dirty="0"/>
            </a:br>
            <a:r>
              <a:rPr lang="ar" sz="1400" b="1" dirty="0"/>
              <a:t>المقدمة</a:t>
            </a:r>
          </a:p>
          <a:p>
            <a:pPr marL="0" indent="0" rtl="1">
              <a:buNone/>
            </a:pPr>
            <a:br>
              <a:rPr lang="en-GB" sz="1400" dirty="0"/>
            </a:br>
            <a:r>
              <a:rPr lang="ar" sz="1400" dirty="0"/>
              <a:t>تمثل وحدات التحكم العقول الإلكترونية لنظام الإشعال، فهي مسؤولة عن معالجة الإشارات وإدارة التوقيت والحفاظ على استقرار مستويات الجهد. تضمن وحدات التحكم عمل نظام الإشعال بكفاءة وموثوقية، وذلك من خلال تنفيذ العمليات المعقدة، مثل تشكيل النبض والتحكم في السكون. إضافة إلى ذلك، تستخدم هذه الوحدات طرق تخزين البرامج، مثل ذاكرة ROM و وذاكرة EPROM، لتخزين البيانات الأساسية لمعايرة النظام وتعديلات التوقيت. سيتناول هذا الجزء وظائف وحدات التحكم وآلية تشغيلها وطرق تخزينها، ما يساعد المتعلمين على فهم كيفية مساهمة هذه المكونات في دقة نظام الإشعال واعتماديته.</a:t>
            </a:r>
            <a:br>
              <a:rPr lang="en-GB" sz="1600" dirty="0"/>
            </a:br>
            <a:endParaRPr lang="en-GB" sz="1600" dirty="0"/>
          </a:p>
          <a:p>
            <a:pPr marL="0" indent="0" rtl="1">
              <a:buNone/>
            </a:pP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444208" y="332656"/>
            <a:ext cx="266429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ج3 وحدات التحكم</a:t>
            </a:r>
          </a:p>
        </p:txBody>
      </p:sp>
      <p:sp>
        <p:nvSpPr>
          <p:cNvPr id="2" name="Footer Placeholder 2">
            <a:extLst>
              <a:ext uri="{FF2B5EF4-FFF2-40B4-BE49-F238E27FC236}">
                <a16:creationId xmlns:a16="http://schemas.microsoft.com/office/drawing/2014/main" id="{6175AF52-0D68-72CB-2C14-2E7358AE69AF}"/>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1991857403"/>
      </p:ext>
    </p:extLst>
  </p:cSld>
  <p:clrMapOvr>
    <a:masterClrMapping/>
  </p:clrMapOvr>
  <p:transition>
    <p:sndAc>
      <p:stSnd>
        <p:snd r:embed="rId3" name="click.wav"/>
      </p:stSnd>
    </p:sndAc>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67544" y="1268760"/>
            <a:ext cx="8352928" cy="46085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dirty="0">
                <a:solidFill>
                  <a:schemeClr val="accent5">
                    <a:lumMod val="50000"/>
                  </a:schemeClr>
                </a:solidFill>
              </a:rPr>
              <a:t>تشغيل وحدات التحكم</a:t>
            </a:r>
          </a:p>
          <a:p>
            <a:pPr marL="0" indent="0" rtl="1">
              <a:buNone/>
            </a:pPr>
            <a:endParaRPr lang="en-GB" sz="1300" b="1" dirty="0"/>
          </a:p>
          <a:p>
            <a:pPr marL="0" indent="0" rtl="1">
              <a:buNone/>
            </a:pPr>
            <a:r>
              <a:rPr lang="ar" sz="1300" b="1" dirty="0"/>
              <a:t>تشكيل النبض:</a:t>
            </a:r>
          </a:p>
          <a:p>
            <a:pPr rtl="1"/>
            <a:r>
              <a:rPr lang="ar" sz="1300" b="1" dirty="0"/>
              <a:t>التعريف:</a:t>
            </a:r>
            <a:r>
              <a:rPr lang="ar" sz="1300" dirty="0"/>
              <a:t> تشكيل النبض هو عملية تعديل الشكل الموجي للإشارات الكهربائية للتأكد من أنها تلبي متطلبات التوقيت والسعة المحددة.</a:t>
            </a:r>
          </a:p>
          <a:p>
            <a:pPr rtl="1"/>
            <a:r>
              <a:rPr lang="ar" sz="1300" b="1" dirty="0"/>
              <a:t>وظيفته في الإشعال:</a:t>
            </a:r>
            <a:r>
              <a:rPr lang="ar" sz="1300" dirty="0"/>
              <a:t> يساعد تشكيل النبض على إنشاء إشارات متسقة ودقيقة لأغراض التوقيت وتقليل الضوضاء وضمان أحداث الإشعال الدقيقة.</a:t>
            </a:r>
          </a:p>
          <a:p>
            <a:pPr marL="0" indent="0" rtl="1">
              <a:buNone/>
            </a:pPr>
            <a:endParaRPr lang="en-GB" sz="1300" b="1" dirty="0"/>
          </a:p>
          <a:p>
            <a:pPr marL="0" indent="0" rtl="1">
              <a:buNone/>
            </a:pPr>
            <a:r>
              <a:rPr lang="ar" sz="1300" b="1" dirty="0"/>
              <a:t>التحكم في مدة السكون:</a:t>
            </a:r>
          </a:p>
          <a:p>
            <a:pPr rtl="1"/>
            <a:r>
              <a:rPr lang="ar" sz="1300" b="1" dirty="0"/>
              <a:t>الغرض:</a:t>
            </a:r>
            <a:r>
              <a:rPr lang="ar" sz="1300" dirty="0"/>
              <a:t> تدير وحدة التحكم مدة السكون، أو الوقت الذي تظل فيه الدائرة الابتدائية مغلقة، ما يسمح بتراكم تيار كافٍ في ملف الإشعال.</a:t>
            </a:r>
          </a:p>
          <a:p>
            <a:pPr rtl="1"/>
            <a:r>
              <a:rPr lang="ar" sz="1300" b="1" dirty="0"/>
              <a:t>الأهمية:</a:t>
            </a:r>
            <a:r>
              <a:rPr lang="ar" sz="1300" dirty="0"/>
              <a:t> يضمن التحكم الدقيق في مدة السكون إصدار شمعة الإشعال شررًا قويًا، ما يؤدي إلى تحسين الاحتراق وتعزيز كفاءة الوقود.</a:t>
            </a:r>
          </a:p>
          <a:p>
            <a:pPr marL="0" indent="0" rtl="1">
              <a:buNone/>
            </a:pPr>
            <a:endParaRPr lang="en-GB" sz="1300" b="1" dirty="0"/>
          </a:p>
          <a:p>
            <a:pPr marL="0" indent="0" rtl="1">
              <a:buNone/>
            </a:pPr>
            <a:r>
              <a:rPr lang="ar" sz="1300" b="1" dirty="0"/>
              <a:t>استقرار الجهد: الوظيفة:</a:t>
            </a:r>
            <a:r>
              <a:rPr lang="ar" sz="1300" dirty="0"/>
              <a:t> يحافظ استقرار الجهد على مستوى جهد ثابت داخل نظام الإشعال، ما يمنع التقلبات التي قد تؤثر في الأداء.</a:t>
            </a:r>
          </a:p>
          <a:p>
            <a:pPr marL="0" indent="0" rtl="1">
              <a:buNone/>
            </a:pPr>
            <a:r>
              <a:rPr lang="ar" sz="1300" b="1" dirty="0"/>
              <a:t>الاستخدام:</a:t>
            </a:r>
            <a:r>
              <a:rPr lang="ar" sz="1300" dirty="0"/>
              <a:t> تنظم وحدة التحكم الجهد لحماية المكونات الحساسة وضمان توليد شرر موثوق.</a:t>
            </a:r>
          </a:p>
          <a:p>
            <a:pPr marL="0" indent="0" rtl="1">
              <a:buNone/>
            </a:pPr>
            <a:endParaRPr lang="en-GB" sz="1300" b="1" dirty="0"/>
          </a:p>
          <a:p>
            <a:pPr marL="0" indent="0" rtl="1">
              <a:buNone/>
            </a:pPr>
            <a:r>
              <a:rPr lang="ar" sz="1300" b="1" dirty="0"/>
              <a:t>مفتاح التيار الأساسي:</a:t>
            </a:r>
          </a:p>
          <a:p>
            <a:pPr rtl="1"/>
            <a:r>
              <a:rPr lang="ar" sz="1300" b="1" dirty="0"/>
              <a:t>التعريف:</a:t>
            </a:r>
            <a:r>
              <a:rPr lang="ar" sz="1300" dirty="0"/>
              <a:t> يتضمن مفتاح التيار الأساسي التحكم في تدفق التيار من خلال الملف الأساسي لملف الإشعال.</a:t>
            </a:r>
          </a:p>
          <a:p>
            <a:pPr rtl="1"/>
            <a:r>
              <a:rPr lang="ar" sz="1300" b="1" dirty="0"/>
              <a:t>التشغيل:</a:t>
            </a:r>
            <a:r>
              <a:rPr lang="ar" sz="1300" dirty="0"/>
              <a:t> تشغل وحدة التحكم الدائرة الابتدائية وتفصلها على فترات زمنية محددة، ما يشكل المجال المغناطيسي اللازم لتوليد الشرارة في الدائرة الثانوية.</a:t>
            </a:r>
          </a:p>
          <a:p>
            <a:pPr marL="0" indent="0" rtl="1">
              <a:buNone/>
            </a:pPr>
            <a:endParaRPr lang="en-GB" sz="1300" b="1" dirty="0"/>
          </a:p>
          <a:p>
            <a:pPr marL="0" indent="0" rtl="1">
              <a:buNone/>
            </a:pPr>
            <a:r>
              <a:rPr lang="ar" sz="1300" b="1" dirty="0"/>
              <a:t>معالجة النبض: </a:t>
            </a:r>
          </a:p>
          <a:p>
            <a:pPr rtl="1"/>
            <a:r>
              <a:rPr lang="ar" sz="1300" b="1" dirty="0"/>
              <a:t>الدور:</a:t>
            </a:r>
            <a:r>
              <a:rPr lang="ar" sz="1300" dirty="0"/>
              <a:t> تعالج وحدة التحكم النبضات الواردة من المستشعرات؛ مثل تلك الناتجة عن عمود المرفق أو مستشعرات موضع عمود الكامات، لمزامنة توقيت الإشعال.</a:t>
            </a:r>
          </a:p>
          <a:p>
            <a:pPr rtl="1"/>
            <a:r>
              <a:rPr lang="ar" sz="1300" b="1" dirty="0"/>
              <a:t>الغرض:</a:t>
            </a:r>
            <a:r>
              <a:rPr lang="ar" sz="1300" dirty="0"/>
              <a:t> تضمن معالجة النبض توقيت أحداث الشرر بدقة وفقًا لموضع المحرك وسرعته، ما يعزز الأداء.</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444208" y="332656"/>
            <a:ext cx="266429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ج3 وحدات التحكم</a:t>
            </a:r>
          </a:p>
        </p:txBody>
      </p:sp>
      <p:sp>
        <p:nvSpPr>
          <p:cNvPr id="2" name="Footer Placeholder 2">
            <a:extLst>
              <a:ext uri="{FF2B5EF4-FFF2-40B4-BE49-F238E27FC236}">
                <a16:creationId xmlns:a16="http://schemas.microsoft.com/office/drawing/2014/main" id="{CC411E66-CEBC-7934-F0BA-85F2051ADA6B}"/>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2648215753"/>
      </p:ext>
    </p:extLst>
  </p:cSld>
  <p:clrMapOvr>
    <a:masterClrMapping/>
  </p:clrMapOvr>
  <p:transition>
    <p:sndAc>
      <p:stSnd>
        <p:snd r:embed="rId3" name="click.wav"/>
      </p:stSnd>
    </p:sndAc>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23528" y="1484784"/>
            <a:ext cx="8496944" cy="403244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300" b="1" dirty="0"/>
              <a:t>التحكم الثانوي في الخرج: الوظيفة:</a:t>
            </a:r>
            <a:r>
              <a:rPr lang="ar" sz="1300" dirty="0"/>
              <a:t> يتحكم في خرج الجهد العالي في الدائرة الثانوية، ما يضمن إصدار شمعة الإشعال شررًا متسقًا.</a:t>
            </a:r>
          </a:p>
          <a:p>
            <a:pPr marL="0" indent="0" rtl="1">
              <a:buNone/>
            </a:pPr>
            <a:r>
              <a:rPr lang="ar" sz="1300" b="1" dirty="0"/>
              <a:t>الأهمية:</a:t>
            </a:r>
            <a:r>
              <a:rPr lang="ar" sz="1300" dirty="0"/>
              <a:t> يعد تنظيم الخرج الثانوي بالغ الأهمية للحفاظ على الاحتراق المستقر، خاصة في ظل أحمال المحرك المتغيرة.</a:t>
            </a:r>
          </a:p>
          <a:p>
            <a:pPr marL="0" indent="0" rtl="1">
              <a:buNone/>
            </a:pPr>
            <a:endParaRPr lang="en-GB" sz="1300" b="1" dirty="0"/>
          </a:p>
          <a:p>
            <a:pPr marL="0" indent="0" rtl="1">
              <a:buNone/>
            </a:pPr>
            <a:r>
              <a:rPr lang="ar" sz="1300" b="1" dirty="0"/>
              <a:t>مضخم الإشعال: الدور:</a:t>
            </a:r>
            <a:r>
              <a:rPr lang="ar" sz="1300" dirty="0"/>
              <a:t> يعزز مضخم الإشعال الإشارات المرسلة إلى ملف الإشعال، ما يضمن شرارة قوية.</a:t>
            </a:r>
          </a:p>
          <a:p>
            <a:pPr marL="0" indent="0" rtl="1">
              <a:buNone/>
            </a:pPr>
            <a:r>
              <a:rPr lang="ar" sz="1300" b="1" dirty="0"/>
              <a:t>الاستخدام في الإشعال:</a:t>
            </a:r>
            <a:r>
              <a:rPr lang="ar" sz="1300" dirty="0"/>
              <a:t> من خلال تضخيم الإشارات، تساعد وحدة التحكم على إطلاق شرر قوي وموثوق، وهو أمر بالغ الأهمية للاحتراق الفعال.</a:t>
            </a:r>
          </a:p>
          <a:p>
            <a:pPr marL="0" indent="0" rtl="1">
              <a:buNone/>
            </a:pPr>
            <a:endParaRPr lang="en-GB" sz="1300" b="1" dirty="0"/>
          </a:p>
          <a:p>
            <a:pPr marL="0" indent="0" rtl="1">
              <a:buNone/>
            </a:pPr>
            <a:r>
              <a:rPr lang="ar" sz="1300" b="1" dirty="0"/>
              <a:t>تعديل الفجوة الهوائية: التعريف:</a:t>
            </a:r>
            <a:r>
              <a:rPr lang="ar" sz="1300" dirty="0"/>
              <a:t> الفجوة الهوائية هي المسافة بين المكونات المغناطيسية داخل نظام الإشعال، والتي تؤثر في قوة الإشارة.</a:t>
            </a:r>
          </a:p>
          <a:p>
            <a:pPr marL="0" indent="0" rtl="1">
              <a:buNone/>
            </a:pPr>
            <a:r>
              <a:rPr lang="ar" sz="1300" b="1" dirty="0"/>
              <a:t>الاستخدام:</a:t>
            </a:r>
            <a:r>
              <a:rPr lang="ar" sz="1300" dirty="0"/>
              <a:t> يمكن لوحدات التحكم ضبط فجوة الهواء في بعض الأنظمة، ما يضمن الإرسال الأمثل للإشارة والتوقيت الدقيق.</a:t>
            </a:r>
          </a:p>
          <a:p>
            <a:pPr marL="0" indent="0" rtl="1">
              <a:buNone/>
            </a:pPr>
            <a:endParaRPr lang="en-GB" sz="1300" b="1" dirty="0"/>
          </a:p>
          <a:p>
            <a:pPr marL="0" indent="0" rtl="1">
              <a:buNone/>
            </a:pPr>
            <a:r>
              <a:rPr lang="ar" sz="1300" b="1" dirty="0"/>
              <a:t>تقديم الإشعال الإلكتروني: الغرض:</a:t>
            </a:r>
            <a:r>
              <a:rPr lang="ar" sz="1300" dirty="0"/>
              <a:t> يعمل تقديم الإشعال الإلكتروني على ضبط توقيت الإشعال استنادًا إلى سرعة المحرك وحمولته، ما يؤدي إلى زيادة التوقيت أو تأخيره بحسب الحاجة.</a:t>
            </a:r>
          </a:p>
          <a:p>
            <a:pPr marL="0" indent="0" rtl="1">
              <a:buNone/>
            </a:pPr>
            <a:r>
              <a:rPr lang="ar" sz="1300" b="1" dirty="0"/>
              <a:t>الفائدة:</a:t>
            </a:r>
            <a:r>
              <a:rPr lang="ar" sz="1300" dirty="0"/>
              <a:t> من خلال ضبط التوقيت ديناميكيًا، يعمل تقديم الإشعال الإلكتروني على تحسين كفاءة الوقود وتقليل الانبعاثات ومنع تعطل المحرك.</a:t>
            </a:r>
          </a:p>
          <a:p>
            <a:pPr marL="0" indent="0" rtl="1">
              <a:buNone/>
            </a:pPr>
            <a:endParaRPr lang="en-GB" sz="1300" b="1" dirty="0"/>
          </a:p>
          <a:p>
            <a:pPr marL="0" indent="0" rtl="1">
              <a:buNone/>
            </a:pPr>
            <a:r>
              <a:rPr lang="ar" sz="1300" b="1" dirty="0"/>
              <a:t>خريطة تقديم الإشعال: التعريف:</a:t>
            </a:r>
            <a:r>
              <a:rPr lang="ar" sz="1300" dirty="0"/>
              <a:t> تمثل خريطة تقديم الإشعال جدول بيانات مخزن في وحدة التحكم يوفر قيم التوقيت المثلى بناءً على ظروف المحرك المختلفة.</a:t>
            </a:r>
          </a:p>
          <a:p>
            <a:pPr marL="0" indent="0" rtl="1">
              <a:buNone/>
            </a:pPr>
            <a:r>
              <a:rPr lang="ar" sz="1300" b="1" dirty="0"/>
              <a:t>الوظيفة:</a:t>
            </a:r>
            <a:r>
              <a:rPr lang="ar" sz="1300" dirty="0"/>
              <a:t> تسترشد وحدة التحكم بخريطة تقديم الإشعال لضبط التوقيت بدقة، وتحسين الأداء خلال السرعات/الأحمال المختلفة.</a:t>
            </a:r>
          </a:p>
          <a:p>
            <a:pPr marL="0" indent="0" rtl="1">
              <a:buNone/>
            </a:pPr>
            <a:endParaRPr lang="en-GB" sz="1300" b="1" dirty="0"/>
          </a:p>
          <a:p>
            <a:pPr marL="0" indent="0" rtl="1">
              <a:buNone/>
            </a:pPr>
            <a:r>
              <a:rPr lang="ar" sz="1300" b="1" dirty="0"/>
              <a:t>التحكم في الطقطقة: الدور:</a:t>
            </a:r>
            <a:r>
              <a:rPr lang="ar" sz="1300" dirty="0"/>
              <a:t> يعمل نظام التحكم في الطقطقة على رصد وضبط طقطقة المحرك أو الاحتراق غير المنتظم الذي قد يؤدي إلى تلف المحرك.</a:t>
            </a:r>
          </a:p>
          <a:p>
            <a:pPr marL="0" indent="0" rtl="1">
              <a:buNone/>
            </a:pPr>
            <a:r>
              <a:rPr lang="ar" sz="1300" b="1" dirty="0"/>
              <a:t>التشغيل:</a:t>
            </a:r>
            <a:r>
              <a:rPr lang="ar" sz="1300" dirty="0"/>
              <a:t> تستخدم وحدة التحكم البيانات الواردة من مستشعر الطقطقة لضبط التوقيت ومنع الطقطقة وتحسين الأداء.</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444208" y="332656"/>
            <a:ext cx="2664296"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ج3 وحدات التحكم</a:t>
            </a:r>
          </a:p>
        </p:txBody>
      </p:sp>
      <p:sp>
        <p:nvSpPr>
          <p:cNvPr id="2" name="Footer Placeholder 2">
            <a:extLst>
              <a:ext uri="{FF2B5EF4-FFF2-40B4-BE49-F238E27FC236}">
                <a16:creationId xmlns:a16="http://schemas.microsoft.com/office/drawing/2014/main" id="{2D7EFA31-1B26-534A-6F21-4D9AB3F90494}"/>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3787078287"/>
      </p:ext>
    </p:extLst>
  </p:cSld>
  <p:clrMapOvr>
    <a:masterClrMapping/>
  </p:clrMapOvr>
  <p:transition>
    <p:sndAc>
      <p:stSnd>
        <p:snd r:embed="rId3" name="click.wav"/>
      </p:stSnd>
    </p:sndAc>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3995936" y="1412776"/>
            <a:ext cx="4896544" cy="5301208"/>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طرق تخزين البرنامج</a:t>
            </a:r>
          </a:p>
          <a:p>
            <a:pPr marL="0" indent="0" rtl="1">
              <a:buNone/>
            </a:pPr>
            <a:br>
              <a:rPr lang="en-GB" sz="1400" dirty="0"/>
            </a:br>
            <a:r>
              <a:rPr lang="ar" sz="1400" b="1" dirty="0"/>
              <a:t>ذاكرة القراءة فقط (روم)</a:t>
            </a:r>
          </a:p>
          <a:p>
            <a:pPr rtl="1"/>
            <a:r>
              <a:rPr lang="ar" sz="1400" b="1" dirty="0"/>
              <a:t>التعريف:</a:t>
            </a:r>
            <a:r>
              <a:rPr lang="ar" sz="1400" dirty="0"/>
              <a:t> روم هو نوع من أنواع الذاكرة المستديمة التي تخزن البيانات المستخدمة من قبل وحدة التحكم بشكل دائم، مثل إعدادات التوقيت والمعايرة.</a:t>
            </a:r>
          </a:p>
          <a:p>
            <a:pPr rtl="1"/>
            <a:r>
              <a:rPr lang="ar" sz="1400" b="1" dirty="0"/>
              <a:t>الوظيفة:</a:t>
            </a:r>
            <a:r>
              <a:rPr lang="ar" sz="1400" dirty="0"/>
              <a:t> تخزن ذاكرة روم المعلمات الأساسية للنظام التي تظل ثابتة، ما يضمن أداء الإشعال المستقر في مختلف الظروف.</a:t>
            </a:r>
          </a:p>
          <a:p>
            <a:pPr rtl="1"/>
            <a:r>
              <a:rPr lang="ar" sz="1400" b="1" dirty="0"/>
              <a:t>الأهمية:</a:t>
            </a:r>
            <a:r>
              <a:rPr lang="ar" sz="1400" dirty="0"/>
              <a:t> نظرًا لأنه لا يمكن تغيير بيانات ذاكرة روم، فإنها توفر مرجعًا موثوقًا لإعدادات الإشعال الأساسية، ما يقلل تقلبات النظام.</a:t>
            </a:r>
          </a:p>
          <a:p>
            <a:pPr marL="0" indent="0" rtl="1">
              <a:buNone/>
            </a:pPr>
            <a:br>
              <a:rPr lang="en-GB" sz="1400" dirty="0"/>
            </a:br>
            <a:r>
              <a:rPr lang="ar" sz="1400" b="1" dirty="0"/>
              <a:t>ذاكرة القراءة فقط القابلة للمسح والبرمجة (EPROM)</a:t>
            </a:r>
          </a:p>
          <a:p>
            <a:pPr rtl="1"/>
            <a:r>
              <a:rPr lang="ar" sz="1400" b="1" dirty="0"/>
              <a:t>التعريف:</a:t>
            </a:r>
            <a:r>
              <a:rPr lang="ar" sz="1400" dirty="0"/>
              <a:t> ذاكرة EPROM هي نوع من الذاكرة يمكن إعادة برمجته لتخزين البيانات، ما يسمح بإجراء تحديثات لمعلمات الإشعال استنادًا إلى البيانات أو الظروف الجديدة.</a:t>
            </a:r>
          </a:p>
          <a:p>
            <a:pPr rtl="1"/>
            <a:r>
              <a:rPr lang="ar" sz="1400" b="1" dirty="0"/>
              <a:t>الاستخدام في أنظمة الإشعال:</a:t>
            </a:r>
            <a:r>
              <a:rPr lang="ar" sz="1400" dirty="0"/>
              <a:t> تسمح ذاكرة EPROM لوحدات التحكم بالتكيف مع المواصفات المحدثة، مثل خرائط التوقيت أو معايير الانبعاثات.</a:t>
            </a:r>
          </a:p>
          <a:p>
            <a:pPr rtl="1"/>
            <a:r>
              <a:rPr lang="ar" sz="1400" b="1" dirty="0"/>
              <a:t>الفائدة:</a:t>
            </a:r>
            <a:r>
              <a:rPr lang="ar" sz="1400" dirty="0"/>
              <a:t> توفر ذاكرة EPROM المرونة، ما يمكّن الشركات المصنعة من إجراء التعديلات بحسب الضرورة، وتحسين قدرة النظام على التكيف والأداء.</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6372200" y="332656"/>
            <a:ext cx="2736304"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ج3 وحدات التحكم</a:t>
            </a:r>
          </a:p>
        </p:txBody>
      </p:sp>
      <p:sp>
        <p:nvSpPr>
          <p:cNvPr id="4" name="Rectangle 3"/>
          <p:cNvSpPr/>
          <p:nvPr/>
        </p:nvSpPr>
        <p:spPr>
          <a:xfrm>
            <a:off x="1457652" y="5229200"/>
            <a:ext cx="1069524" cy="338554"/>
          </a:xfrm>
          <a:prstGeom prst="rect">
            <a:avLst/>
          </a:prstGeom>
        </p:spPr>
        <p:txBody>
          <a:bodyPr wrap="none" rtlCol="1">
            <a:spAutoFit/>
          </a:bodyPr>
          <a:lstStyle/>
          <a:p>
            <a:pPr rtl="1"/>
            <a:r>
              <a:rPr lang="ar" sz="1600" b="1" dirty="0">
                <a:latin typeface="Sakkal Majalla" panose="02000000000000000000" pitchFamily="2" charset="-78"/>
                <a:cs typeface="Sakkal Majalla" panose="02000000000000000000" pitchFamily="2" charset="-78"/>
              </a:rPr>
              <a:t>ذاكرة EPROM</a:t>
            </a:r>
            <a:endParaRPr lang="en-GB" sz="16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442BA0B1-668A-4C8E-E4EA-FBEA58677B6B}"/>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pic>
        <p:nvPicPr>
          <p:cNvPr id="5" name="Picture 4" descr="A computer chip on a green surface&#10;&#10;Description automatically generated">
            <a:extLst>
              <a:ext uri="{FF2B5EF4-FFF2-40B4-BE49-F238E27FC236}">
                <a16:creationId xmlns:a16="http://schemas.microsoft.com/office/drawing/2014/main" id="{223CECCA-4A84-80CB-997E-51128A19E47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647564" y="2181200"/>
            <a:ext cx="3048000" cy="3048000"/>
          </a:xfrm>
          <a:prstGeom prst="rect">
            <a:avLst/>
          </a:prstGeom>
        </p:spPr>
      </p:pic>
    </p:spTree>
    <p:extLst>
      <p:ext uri="{BB962C8B-B14F-4D97-AF65-F5344CB8AC3E}">
        <p14:creationId xmlns:p14="http://schemas.microsoft.com/office/powerpoint/2010/main" val="3307036019"/>
      </p:ext>
    </p:extLst>
  </p:cSld>
  <p:clrMapOvr>
    <a:masterClrMapping/>
  </p:clrMapOvr>
  <p:transition>
    <p:sndAc>
      <p:stSnd>
        <p:snd r:embed="rId3" name="click.wav"/>
      </p:stSnd>
    </p:sndAc>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Title 2">
            <a:extLst>
              <a:ext uri="{FF2B5EF4-FFF2-40B4-BE49-F238E27FC236}">
                <a16:creationId xmlns:a16="http://schemas.microsoft.com/office/drawing/2014/main" id="{DF8F9D08-DF4C-4351-F6A0-75D9B8290DA6}"/>
              </a:ext>
            </a:extLst>
          </p:cNvPr>
          <p:cNvSpPr>
            <a:spLocks noGrp="1" noChangeArrowheads="1"/>
          </p:cNvSpPr>
          <p:nvPr>
            <p:ph type="title"/>
          </p:nvPr>
        </p:nvSpPr>
        <p:spPr bwMode="auto">
          <a:xfrm>
            <a:off x="457200" y="1269206"/>
            <a:ext cx="8229600" cy="5064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rtl="1">
              <a:spcBef>
                <a:spcPts val="1200"/>
              </a:spcBef>
              <a:spcAft>
                <a:spcPts val="1500"/>
              </a:spcAft>
            </a:pPr>
            <a:r>
              <a:rPr lang="ar" sz="2600" dirty="0"/>
              <a:t>نتاج التعلم د</a:t>
            </a:r>
            <a:br>
              <a:rPr lang="en-US" altLang="en-US" sz="2600" dirty="0"/>
            </a:br>
            <a:br>
              <a:rPr lang="en-US" altLang="en-US" sz="2600" dirty="0"/>
            </a:br>
            <a:endParaRPr lang="en-GB" altLang="en-US" sz="2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539750" y="1775618"/>
            <a:ext cx="7991475" cy="18711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rtl="1"/>
            <a:r>
              <a:rPr lang="ar" sz="3800" b="1" dirty="0">
                <a:latin typeface="Sakkal Majalla" panose="02000000000000000000" pitchFamily="2" charset="-78"/>
                <a:cs typeface="Sakkal Majalla" panose="02000000000000000000" pitchFamily="2" charset="-78"/>
              </a:rPr>
              <a:t>اكتساب القدرة على إجراء اختبارات </a:t>
            </a:r>
            <a:br>
              <a:rPr 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على نظام الإشعال الإلكتروني </a:t>
            </a:r>
            <a:br>
              <a:rPr lang="en-GB" altLang="en-US" sz="3800" b="1" dirty="0">
                <a:latin typeface="Sakkal Majalla" panose="02000000000000000000" pitchFamily="2" charset="-78"/>
                <a:cs typeface="Sakkal Majalla" panose="02000000000000000000" pitchFamily="2" charset="-78"/>
              </a:rPr>
            </a:br>
            <a:r>
              <a:rPr lang="ar" sz="3800" b="1" dirty="0">
                <a:latin typeface="Sakkal Majalla" panose="02000000000000000000" pitchFamily="2" charset="-78"/>
                <a:cs typeface="Sakkal Majalla" panose="02000000000000000000" pitchFamily="2" charset="-78"/>
              </a:rPr>
              <a:t>للتحقق من أعطال النظام</a:t>
            </a:r>
          </a:p>
          <a:p>
            <a:pPr algn="ctr" rtl="1"/>
            <a:endParaRPr lang="en-GB" altLang="en-US" sz="3800" b="1" dirty="0">
              <a:highlight>
                <a:srgbClr val="FFFF00"/>
              </a:highlight>
              <a:latin typeface="Sakkal Majalla" panose="02000000000000000000" pitchFamily="2" charset="-78"/>
              <a:cs typeface="Sakkal Majalla" panose="02000000000000000000" pitchFamily="2" charset="-78"/>
            </a:endParaRPr>
          </a:p>
        </p:txBody>
      </p:sp>
      <p:sp>
        <p:nvSpPr>
          <p:cNvPr id="3" name="TextBox 2">
            <a:extLst>
              <a:ext uri="{FF2B5EF4-FFF2-40B4-BE49-F238E27FC236}">
                <a16:creationId xmlns:a16="http://schemas.microsoft.com/office/drawing/2014/main" id="{C186E945-346F-8FB0-BEE7-952DE8881F4E}"/>
              </a:ext>
            </a:extLst>
          </p:cNvPr>
          <p:cNvSpPr txBox="1"/>
          <p:nvPr/>
        </p:nvSpPr>
        <p:spPr>
          <a:xfrm>
            <a:off x="793303" y="3789040"/>
            <a:ext cx="7307089" cy="2246769"/>
          </a:xfrm>
          <a:prstGeom prst="rect">
            <a:avLst/>
          </a:prstGeom>
          <a:noFill/>
        </p:spPr>
        <p:txBody>
          <a:bodyPr wrap="square" rtlCol="1">
            <a:spAutoFit/>
          </a:bodyPr>
          <a:lstStyle/>
          <a:p>
            <a:pPr marL="0" indent="0" rtl="1">
              <a:buNone/>
            </a:pPr>
            <a:r>
              <a:rPr lang="ar" sz="2000" dirty="0">
                <a:latin typeface="Sakkal Majalla" panose="02000000000000000000" pitchFamily="2" charset="-78"/>
                <a:cs typeface="Sakkal Majalla" panose="02000000000000000000" pitchFamily="2" charset="-78"/>
              </a:rPr>
              <a:t>يزود نتاج التعلم هذا الطلاب بالمهارات اللازمة لإجراء اختبارات على أنظمة الإشعال الإلكتروني وتحديد الأعطال والتأكد من عمل هذه الأنظمة بشكل صحيح، ففي ظل التعقيد المتزايد لأنظمة الإشعال، يعد الاختبار التشخيصي ضروريًا لتحديد الأعطال بدقة وإجراء الإصلاحات في الوقت المناسب. سيتعلم الطلاب أيضًا استخدام أدوات التشخيص المختلفة وتفسير رموز الأعطال واتباع ممارسات العمل الآمن عند اختبار مكونات مثل شمعات الإشعال والملفات والمستشعرات والأسلاك. ويعد إتقان إجراءات الاختبار هذه بالغ الأهمية لصيانة أنظمة الإشعال الحديثة واستكشاف أمحمد خالد قطنانيا وإصلاحها بشكل فعال.</a:t>
            </a:r>
            <a:br>
              <a:rPr lang="en-GB" sz="2000" dirty="0">
                <a:latin typeface="Sakkal Majalla" panose="02000000000000000000" pitchFamily="2" charset="-78"/>
                <a:cs typeface="Sakkal Majalla" panose="02000000000000000000" pitchFamily="2" charset="-78"/>
              </a:rPr>
            </a:br>
            <a:endParaRPr lang="en-GB" sz="2000" dirty="0">
              <a:latin typeface="Sakkal Majalla" panose="02000000000000000000" pitchFamily="2" charset="-78"/>
              <a:cs typeface="Sakkal Majalla" panose="02000000000000000000" pitchFamily="2" charset="-78"/>
            </a:endParaRPr>
          </a:p>
        </p:txBody>
      </p:sp>
      <p:sp>
        <p:nvSpPr>
          <p:cNvPr id="2" name="Footer Placeholder 2">
            <a:extLst>
              <a:ext uri="{FF2B5EF4-FFF2-40B4-BE49-F238E27FC236}">
                <a16:creationId xmlns:a16="http://schemas.microsoft.com/office/drawing/2014/main" id="{C686199C-7605-5FB8-99A2-74AE5B7196D1}"/>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69661216"/>
      </p:ext>
    </p:extLst>
  </p:cSld>
  <p:clrMapOvr>
    <a:masterClrMapping/>
  </p:clrMapOvr>
  <p:transition>
    <p:sndAc>
      <p:stSnd>
        <p:snd r:embed="rId3" name="click.wav"/>
      </p:stSnd>
    </p:sndAc>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23310" y="2348880"/>
            <a:ext cx="8928992" cy="263691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algn="ctr" rtl="1">
              <a:buNone/>
            </a:pPr>
            <a:r>
              <a:rPr lang="ar" sz="2200" dirty="0"/>
              <a:t>يمثل الاختبار جزءًا أساسيًا من تشخيص أنظمة الإشعال الإلكتروني وصيانتها. لذا، يعرِّف هذا الجزء الطلاب بالمعدات والممارسات والتقنيات اللازمة لإجراء اختبارات شاملة وتحديد الأعطال. </a:t>
            </a:r>
            <a:r>
              <a:rPr lang="ar-EG" sz="2200" dirty="0"/>
              <a:t>عند</a:t>
            </a:r>
            <a:r>
              <a:rPr lang="ar" sz="2200" dirty="0"/>
              <a:t> فهم كيفية استخدام أدوات التشخيص وتفسير رموز الأعطال وفحص كل مكون، سيكتسب الطلاب المهارات العملية الأساسية لضمان اعتمادية</a:t>
            </a:r>
            <a:r>
              <a:rPr lang="ar-EG" sz="2200" dirty="0"/>
              <a:t> </a:t>
            </a:r>
            <a:r>
              <a:rPr lang="ar" sz="2200" dirty="0"/>
              <a:t>أنظمة الإشعال</a:t>
            </a:r>
            <a:r>
              <a:rPr lang="ar-EG" sz="2200" dirty="0"/>
              <a:t> وكفاءة أدائها</a:t>
            </a:r>
            <a:r>
              <a:rPr lang="ar" sz="2200" dirty="0"/>
              <a:t>. فضلًا عن أن هذه المعرفة العملية ستؤهل الطلاب وتعدهم لسيناريوهات العالم الحقيقي في صيانة المركبات وإصلاحها.</a:t>
            </a:r>
            <a:br>
              <a:rPr lang="en-GB" sz="2200" dirty="0"/>
            </a:br>
            <a:endParaRPr lang="en-GB" sz="22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524328" y="332656"/>
            <a:ext cx="151216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الاختبار</a:t>
            </a:r>
          </a:p>
        </p:txBody>
      </p:sp>
      <p:sp>
        <p:nvSpPr>
          <p:cNvPr id="2" name="Footer Placeholder 2">
            <a:extLst>
              <a:ext uri="{FF2B5EF4-FFF2-40B4-BE49-F238E27FC236}">
                <a16:creationId xmlns:a16="http://schemas.microsoft.com/office/drawing/2014/main" id="{A2E96934-8CBA-DE78-463B-461B72728C9F}"/>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1635087924"/>
      </p:ext>
    </p:extLst>
  </p:cSld>
  <p:clrMapOvr>
    <a:masterClrMapping/>
  </p:clrMapOvr>
  <p:transition>
    <p:sndAc>
      <p:stSnd>
        <p:snd r:embed="rId3" name="click.wav"/>
      </p:stSnd>
    </p:sndAc>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611560" y="1287324"/>
            <a:ext cx="8208912" cy="4589947"/>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معدات الاختبار: جهاز تشخيص الأعطال الذاتي</a:t>
            </a:r>
          </a:p>
          <a:p>
            <a:pPr rtl="1"/>
            <a:r>
              <a:rPr lang="ar" sz="1400" b="1" dirty="0"/>
              <a:t>التعريف:</a:t>
            </a:r>
            <a:r>
              <a:rPr lang="ar" sz="1400" dirty="0"/>
              <a:t> تراقب أنظمة تشخيص الأعطال الذاتي أداء المركبة وتصدر أكوادًا تشخيصية للأعطال، والتي يمكن للفنيين الوصول إليها باستخدام ماسح ضوئي.</a:t>
            </a:r>
          </a:p>
          <a:p>
            <a:pPr rtl="1"/>
            <a:r>
              <a:rPr lang="ar" sz="1400" b="1" dirty="0"/>
              <a:t>وظيفته في الاختبار:</a:t>
            </a:r>
            <a:r>
              <a:rPr lang="ar" sz="1400" dirty="0"/>
              <a:t> تتيح أدوات تشخيص الأعطال الذاتي الوصول السريع والسهل إلى أكواد الأعطال، والتي توفر معلومات قيّمة لتشخيص مشكلات الإشعال وغيرها من المشكلات المتعلقة بالمحرك.</a:t>
            </a:r>
          </a:p>
          <a:p>
            <a:pPr marL="0" indent="0" rtl="1">
              <a:buNone/>
            </a:pPr>
            <a:endParaRPr lang="en-GB" sz="1400" b="1" dirty="0"/>
          </a:p>
          <a:p>
            <a:pPr marL="0" indent="0" rtl="1">
              <a:buNone/>
            </a:pPr>
            <a:r>
              <a:rPr lang="ar" sz="1400" b="1" dirty="0">
                <a:solidFill>
                  <a:schemeClr val="accent5">
                    <a:lumMod val="50000"/>
                  </a:schemeClr>
                </a:solidFill>
              </a:rPr>
              <a:t>أدوات الاختبار:</a:t>
            </a:r>
          </a:p>
          <a:p>
            <a:pPr marL="0" indent="0" rtl="1">
              <a:buNone/>
            </a:pPr>
            <a:r>
              <a:rPr lang="ar" sz="1400" b="1" dirty="0"/>
              <a:t>أمثلة:</a:t>
            </a:r>
            <a:r>
              <a:rPr lang="ar" sz="1400" dirty="0"/>
              <a:t> أجهزة القياس متعددة الأغراض، وراسمات الذبذبات، وأجهزة قياس السكون.</a:t>
            </a:r>
          </a:p>
          <a:p>
            <a:pPr rtl="1"/>
            <a:r>
              <a:rPr lang="ar" sz="1400" b="1" dirty="0"/>
              <a:t>الغرض:</a:t>
            </a:r>
            <a:r>
              <a:rPr lang="ar" sz="1400" dirty="0"/>
              <a:t> تقيس هذه الأدوات الجهد والتيار والمقاومة وغيرها من المعلمات للتحقق من حالة وتشغيل مكونات الإشعال.</a:t>
            </a:r>
          </a:p>
          <a:p>
            <a:pPr rtl="1"/>
            <a:r>
              <a:rPr lang="ar" sz="1400" b="1" dirty="0"/>
              <a:t>الاستخدام:</a:t>
            </a:r>
            <a:r>
              <a:rPr lang="ar" sz="1400" dirty="0"/>
              <a:t> يستخدم الفنيون أدوات الاختبار لفحص مكونات مثل الملفات والمستشعرات والأسلاك، وتحديد الأعطال التي قد لا تكون مرئية على الفور.</a:t>
            </a:r>
          </a:p>
          <a:p>
            <a:pPr marL="0" indent="0" rtl="1">
              <a:buNone/>
            </a:pPr>
            <a:r>
              <a:rPr lang="ar" sz="1400" b="1" dirty="0"/>
              <a:t>جهاز اختبار انخفاض الجهد: الدور:</a:t>
            </a:r>
            <a:r>
              <a:rPr lang="ar" sz="1400" dirty="0"/>
              <a:t> يقيس انخفاض الجهد عبر المكونات والوصلات المختلفة لاكتشاف المشكلات المحتملة.</a:t>
            </a:r>
          </a:p>
          <a:p>
            <a:pPr rtl="1"/>
            <a:r>
              <a:rPr lang="ar" sz="1400" b="1" dirty="0"/>
              <a:t>الأهمية:</a:t>
            </a:r>
            <a:r>
              <a:rPr lang="ar" sz="1400" dirty="0"/>
              <a:t> يساعد اختبار انخفاض الجهد على تحديد مشكلات المقاومة في الأسلاك والموصلات والمكونات الأخرى التي يمكن أن تؤدي إلى ضعف أداء الإشعال.</a:t>
            </a:r>
          </a:p>
          <a:p>
            <a:pPr marL="0" indent="0" rtl="1">
              <a:buNone/>
            </a:pPr>
            <a:r>
              <a:rPr lang="ar" sz="1400" b="1" dirty="0"/>
              <a:t>جهاز اختبار وحدة التحكم الإلكتروني: الوظيفة:</a:t>
            </a:r>
            <a:r>
              <a:rPr lang="ar" sz="1400" dirty="0"/>
              <a:t> يختبر أداء وحدة التحكم الإلكتروني والنظام الذي يدير توقيت الإشعال والمعلمات المهمة الأخرى.</a:t>
            </a:r>
          </a:p>
          <a:p>
            <a:pPr rtl="1"/>
            <a:r>
              <a:rPr lang="ar" sz="1400" b="1" dirty="0"/>
              <a:t>الاستخدام:</a:t>
            </a:r>
            <a:r>
              <a:rPr lang="ar" sz="1400" dirty="0"/>
              <a:t> يتحقق من أن وحدة التحكم الإلكتروني تعالج الإشارات بدقة وترسل التعليمات الصحيحة إلى مكونات الإشعال، ما يضمن التشغيل الأمثل.</a:t>
            </a:r>
          </a:p>
          <a:p>
            <a:pPr marL="0" indent="0" rtl="1">
              <a:buNone/>
            </a:pPr>
            <a:r>
              <a:rPr lang="ar" sz="1400" b="1" dirty="0"/>
              <a:t>جهاز اختبار تقديم وتأخير الإشعال: الغرض:</a:t>
            </a:r>
            <a:r>
              <a:rPr lang="ar" sz="1400" dirty="0"/>
              <a:t> يختبر إعدادات تقديم وتأخير الإشعال، ما يضمن ضبط توقيت الإشعال بشكل مناسب تحت أحمال وسرعات المحرك المختلفة.</a:t>
            </a:r>
          </a:p>
          <a:p>
            <a:pPr rtl="1"/>
            <a:r>
              <a:rPr lang="ar" sz="1400" b="1" dirty="0"/>
              <a:t>الفائدة:</a:t>
            </a:r>
            <a:r>
              <a:rPr lang="ar" sz="1400" dirty="0"/>
              <a:t> يضمن التقديم والتأخير المناسبين للإشعال احتراقًا فعالًا وتقليل الانبعاثات وتعزيز الاقتصاد في استهلاك الوقود.</a:t>
            </a:r>
            <a:br>
              <a:rPr lang="en-GB" sz="1400" dirty="0"/>
            </a:br>
            <a:br>
              <a:rPr lang="en-GB" sz="1400" dirty="0"/>
            </a:br>
            <a:endParaRPr lang="en-GB" sz="11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543325" y="373848"/>
            <a:ext cx="158417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الاختبار</a:t>
            </a:r>
          </a:p>
        </p:txBody>
      </p:sp>
      <p:sp>
        <p:nvSpPr>
          <p:cNvPr id="2" name="Footer Placeholder 2">
            <a:extLst>
              <a:ext uri="{FF2B5EF4-FFF2-40B4-BE49-F238E27FC236}">
                <a16:creationId xmlns:a16="http://schemas.microsoft.com/office/drawing/2014/main" id="{CBF88A38-3B51-83B2-2EA2-835866C42195}"/>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3549152084"/>
      </p:ext>
    </p:extLst>
  </p:cSld>
  <p:clrMapOvr>
    <a:masterClrMapping/>
  </p:clrMapOvr>
  <p:transition>
    <p:sndAc>
      <p:stSnd>
        <p:snd r:embed="rId3" name="click.wav"/>
      </p:stSnd>
    </p:sndAc>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215516" y="1340768"/>
            <a:ext cx="8712968" cy="252028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ممارسات العمل الآمن</a:t>
            </a:r>
          </a:p>
          <a:p>
            <a:pPr marL="0" indent="0" rtl="1">
              <a:buNone/>
            </a:pPr>
            <a:r>
              <a:rPr lang="ar" sz="1400" b="1" dirty="0"/>
              <a:t>معدات الحماية:</a:t>
            </a:r>
          </a:p>
          <a:p>
            <a:pPr marL="0" indent="0" rtl="1">
              <a:buNone/>
            </a:pPr>
            <a:r>
              <a:rPr lang="ar" sz="1400" b="1" dirty="0"/>
              <a:t>الغرض:</a:t>
            </a:r>
            <a:r>
              <a:rPr lang="ar" sz="1400" dirty="0"/>
              <a:t> تضمن سلامة الفنيين باستخدام معدات الحماية الشخصية؛ مثل القفازات والنظارات الواقية وملابس الحماية.</a:t>
            </a:r>
          </a:p>
          <a:p>
            <a:pPr marL="0" indent="0" rtl="1">
              <a:buNone/>
            </a:pPr>
            <a:r>
              <a:rPr lang="ar" sz="1400" b="1" dirty="0"/>
              <a:t>الأهمية:</a:t>
            </a:r>
            <a:r>
              <a:rPr lang="ar" sz="1400" dirty="0"/>
              <a:t> تحمي من المخاطر الكهربائية ودرجات الحرارة المرتفعة والتعرض الكيميائي المحتمل.</a:t>
            </a:r>
          </a:p>
          <a:p>
            <a:pPr marL="0" indent="0" rtl="1">
              <a:buNone/>
            </a:pPr>
            <a:r>
              <a:rPr lang="ar" sz="1400" b="1" dirty="0"/>
              <a:t>التعامل الآمن مع المعدات: الإرشادات:</a:t>
            </a:r>
            <a:r>
              <a:rPr lang="ar" sz="1400" dirty="0"/>
              <a:t> اتبع إجراءات العمل الآمن عند التعامل مع أدوات التشخيص، وتأكد من التأريض الصحيح وتجنب ملامسة الدوائر الحية.</a:t>
            </a:r>
          </a:p>
          <a:p>
            <a:pPr marL="0" indent="0" rtl="1">
              <a:buNone/>
            </a:pPr>
            <a:r>
              <a:rPr lang="ar" sz="1400" b="1" dirty="0"/>
              <a:t>الأهمية:</a:t>
            </a:r>
            <a:r>
              <a:rPr lang="ar" sz="1400" dirty="0"/>
              <a:t> يمنع التعامل السليم الحوادث ويضمن نتائج اختبار دقيقة.</a:t>
            </a:r>
          </a:p>
          <a:p>
            <a:pPr marL="0" indent="0" rtl="1">
              <a:buNone/>
            </a:pPr>
            <a:r>
              <a:rPr lang="ar" sz="1400" b="1" dirty="0"/>
              <a:t>سلامة منطقة العمل: المتطلبات:</a:t>
            </a:r>
            <a:r>
              <a:rPr lang="ar" sz="1400" dirty="0"/>
              <a:t> حافظ على مساحة العمل نظيفة ومنظمة وخالية من المخاطر المحتملة.</a:t>
            </a:r>
          </a:p>
          <a:p>
            <a:pPr marL="0" indent="0" rtl="1">
              <a:buNone/>
            </a:pPr>
            <a:r>
              <a:rPr lang="ar" sz="1400" b="1" dirty="0"/>
              <a:t>الفائدة:</a:t>
            </a:r>
            <a:r>
              <a:rPr lang="ar" sz="1400" dirty="0"/>
              <a:t> يقلل مخاطر الحوادث ويهيئ بيئة فعالة للعمل التشخيصي.</a:t>
            </a:r>
            <a:br>
              <a:rPr lang="en-GB" sz="1400" dirty="0"/>
            </a:br>
            <a:endParaRPr lang="en-GB" sz="14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543325" y="373848"/>
            <a:ext cx="1584176"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الاختبار</a:t>
            </a:r>
          </a:p>
        </p:txBody>
      </p:sp>
      <p:sp>
        <p:nvSpPr>
          <p:cNvPr id="2" name="Footer Placeholder 2">
            <a:extLst>
              <a:ext uri="{FF2B5EF4-FFF2-40B4-BE49-F238E27FC236}">
                <a16:creationId xmlns:a16="http://schemas.microsoft.com/office/drawing/2014/main" id="{395E9741-D937-AFAD-4118-879E920E532D}"/>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pic>
        <p:nvPicPr>
          <p:cNvPr id="3" name="Picture 2" descr="A person holding a clipboard and pen&#10;&#10;Description automatically generated">
            <a:extLst>
              <a:ext uri="{FF2B5EF4-FFF2-40B4-BE49-F238E27FC236}">
                <a16:creationId xmlns:a16="http://schemas.microsoft.com/office/drawing/2014/main" id="{55EF500D-49A7-695C-1596-09961657254E}"/>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2771800" y="3717032"/>
            <a:ext cx="3995936" cy="2663957"/>
          </a:xfrm>
          <a:prstGeom prst="rect">
            <a:avLst/>
          </a:prstGeom>
        </p:spPr>
      </p:pic>
    </p:spTree>
    <p:extLst>
      <p:ext uri="{BB962C8B-B14F-4D97-AF65-F5344CB8AC3E}">
        <p14:creationId xmlns:p14="http://schemas.microsoft.com/office/powerpoint/2010/main" val="2650188429"/>
      </p:ext>
    </p:extLst>
  </p:cSld>
  <p:clrMapOvr>
    <a:masterClrMapping/>
  </p:clrMapOvr>
  <p:transition>
    <p:sndAc>
      <p:stSnd>
        <p:snd r:embed="rId3" name="click.wav"/>
      </p:stSnd>
    </p:sndAc>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79512" y="1224136"/>
            <a:ext cx="8712968" cy="486916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المكونات والدوائر للاختبار: المصاهر والأسلاك</a:t>
            </a:r>
          </a:p>
          <a:p>
            <a:pPr rtl="1"/>
            <a:r>
              <a:rPr lang="ar" sz="1400" b="1" dirty="0"/>
              <a:t>الدور:</a:t>
            </a:r>
            <a:r>
              <a:rPr lang="ar" sz="1400" dirty="0"/>
              <a:t> تعتبر المصاهر والأسلاك جزءًا لا يتجزأ من الدوائر الكهربائية، حيث تحمي المكونات من فرط الطاقة وتوصل التيار إلى أجزاء الإشعال.</a:t>
            </a:r>
          </a:p>
          <a:p>
            <a:pPr rtl="1"/>
            <a:r>
              <a:rPr lang="ar" sz="1400" b="1" dirty="0"/>
              <a:t>الاختبار:</a:t>
            </a:r>
            <a:r>
              <a:rPr lang="ar" sz="1400" dirty="0"/>
              <a:t> تحقق من الاستمرارية والمقاومة لضمان توصيل الطاقة بشكل صحيح وتحديد أي أعطال، مثل انقطاع الأسلاك أو تآكلها.</a:t>
            </a:r>
          </a:p>
          <a:p>
            <a:pPr rtl="1">
              <a:buFont typeface="Arial" panose="020B0604020202020204" pitchFamily="34" charset="0"/>
              <a:buChar char="•"/>
            </a:pPr>
            <a:endParaRPr lang="en-GB" sz="1400" dirty="0"/>
          </a:p>
          <a:p>
            <a:pPr marL="0" indent="0" rtl="1">
              <a:buNone/>
            </a:pPr>
            <a:r>
              <a:rPr lang="ar" sz="1400" b="1" dirty="0"/>
              <a:t>الموصلات</a:t>
            </a:r>
          </a:p>
          <a:p>
            <a:pPr rtl="1"/>
            <a:r>
              <a:rPr lang="ar" sz="1400" b="1" dirty="0"/>
              <a:t>الوظيفة:</a:t>
            </a:r>
            <a:r>
              <a:rPr lang="ar" sz="1400" dirty="0"/>
              <a:t> تربط الموصلات بين مكونات مختلفة داخل نظام الإشعال، ما يضمن استقرار نقل الطاقة والإشارة.</a:t>
            </a:r>
          </a:p>
          <a:p>
            <a:pPr rtl="1"/>
            <a:r>
              <a:rPr lang="ar" sz="1400" b="1" dirty="0"/>
              <a:t>الفحص:</a:t>
            </a:r>
            <a:r>
              <a:rPr lang="ar" sz="1400" dirty="0"/>
              <a:t> تحقق من التآكل أو الارتخاء أو التلف الذي قد يتسبب في ضعف التوصيلات ويؤثر في أداء النظام.</a:t>
            </a:r>
          </a:p>
          <a:p>
            <a:pPr rtl="1">
              <a:buFont typeface="Arial" panose="020B0604020202020204" pitchFamily="34" charset="0"/>
              <a:buChar char="•"/>
            </a:pPr>
            <a:endParaRPr lang="en-GB" sz="1400" dirty="0"/>
          </a:p>
          <a:p>
            <a:pPr marL="0" indent="0" rtl="1">
              <a:buNone/>
            </a:pPr>
            <a:r>
              <a:rPr lang="ar" sz="1400" b="1" dirty="0"/>
              <a:t>الملف وشمعة الإشعال: الغرض:</a:t>
            </a:r>
            <a:r>
              <a:rPr lang="ar" sz="1400" dirty="0"/>
              <a:t> يولد ملف الإشعال جهدًا عاليًا تستخدمه شمعة الإشعال لإشعال مزيج الهواء والوقود في كل أسطوانة.</a:t>
            </a:r>
          </a:p>
          <a:p>
            <a:pPr marL="0" indent="0" rtl="1">
              <a:buNone/>
            </a:pPr>
            <a:r>
              <a:rPr lang="ar" sz="1400" b="1" dirty="0"/>
              <a:t>الاختبار:</a:t>
            </a:r>
            <a:r>
              <a:rPr lang="ar" sz="1400" dirty="0"/>
              <a:t> اعمل على قياس خرج الملف ومقاومة شمعة الإشعال، وافحص حالة شمعة الإشعال بحثًا عن التآكل أو الرواسب التي يمكن أن تؤثر في الأداء.</a:t>
            </a:r>
          </a:p>
          <a:p>
            <a:pPr rtl="1">
              <a:buFont typeface="Arial" panose="020B0604020202020204" pitchFamily="34" charset="0"/>
              <a:buChar char="•"/>
            </a:pPr>
            <a:endParaRPr lang="en-GB" sz="1400" dirty="0"/>
          </a:p>
          <a:p>
            <a:pPr marL="0" indent="0" rtl="1">
              <a:buNone/>
            </a:pPr>
            <a:r>
              <a:rPr lang="ar" sz="1400" b="1" dirty="0"/>
              <a:t>الأسلاك الموصلة والذراع الدوار: الدور:</a:t>
            </a:r>
            <a:r>
              <a:rPr lang="ar" sz="1400" dirty="0"/>
              <a:t> تحمل الأسلاك الموصلة الجهد العالي من الملف إلى الموزع، بينما يقوم ذراع الدوار بتوزيعه على كل شمعة إشعال.</a:t>
            </a:r>
          </a:p>
          <a:p>
            <a:pPr marL="0" indent="0" rtl="1">
              <a:buNone/>
            </a:pPr>
            <a:r>
              <a:rPr lang="ar" sz="1400" b="1" dirty="0"/>
              <a:t>الفحص:</a:t>
            </a:r>
            <a:r>
              <a:rPr lang="ar" sz="1400" dirty="0"/>
              <a:t> تحقق من وجود مقاومة أو شقوق أو رواسب كربون قد تؤدي إلى ضعف توصيل الشرر أو عدم الاحتراق.</a:t>
            </a:r>
          </a:p>
          <a:p>
            <a:pPr rtl="1">
              <a:buFont typeface="Arial" panose="020B0604020202020204" pitchFamily="34" charset="0"/>
              <a:buChar char="•"/>
            </a:pPr>
            <a:endParaRPr lang="en-GB" sz="1400" dirty="0"/>
          </a:p>
          <a:p>
            <a:pPr marL="0" indent="0" rtl="1">
              <a:buNone/>
            </a:pPr>
            <a:r>
              <a:rPr lang="ar" sz="1400" b="1" dirty="0"/>
              <a:t>غطاء الموزع: الوظيفة:</a:t>
            </a:r>
            <a:r>
              <a:rPr lang="ar" sz="1400" dirty="0"/>
              <a:t> يحمي غطاء الموزع المكونات الداخلية ويوجه التيار عالي الجهد إلى شمعة الإشعال الصحيحة.</a:t>
            </a:r>
          </a:p>
          <a:p>
            <a:pPr marL="0" indent="0" rtl="1">
              <a:buNone/>
            </a:pPr>
            <a:r>
              <a:rPr lang="ar" sz="1400" b="1" dirty="0"/>
              <a:t>الاختبار:</a:t>
            </a:r>
            <a:r>
              <a:rPr lang="ar" sz="1400" dirty="0"/>
              <a:t> افحص بحثًا عن علامات تآكل أو رطوبة أو رواسب كربون قد تؤدي إلى تقاطع إطلاق الشرر أو الشرر الضائع.</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596336" y="332656"/>
            <a:ext cx="1512168"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الاختبار</a:t>
            </a:r>
          </a:p>
        </p:txBody>
      </p:sp>
      <p:sp>
        <p:nvSpPr>
          <p:cNvPr id="2" name="Footer Placeholder 2">
            <a:extLst>
              <a:ext uri="{FF2B5EF4-FFF2-40B4-BE49-F238E27FC236}">
                <a16:creationId xmlns:a16="http://schemas.microsoft.com/office/drawing/2014/main" id="{166F7A11-4BDA-AFAF-0F4B-B395654108D7}"/>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433623367"/>
      </p:ext>
    </p:extLst>
  </p:cSld>
  <p:clrMapOvr>
    <a:masterClrMapping/>
  </p:clrMapOvr>
  <p:transition>
    <p:sndAc>
      <p:stSnd>
        <p:snd r:embed="rId3" name="click.wav"/>
      </p:stSnd>
    </p:sndAc>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107504" y="1196752"/>
            <a:ext cx="8928992" cy="54006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مولد النبض والمستشعرات</a:t>
            </a:r>
          </a:p>
          <a:p>
            <a:pPr marL="0" indent="0" rtl="1">
              <a:buNone/>
            </a:pPr>
            <a:r>
              <a:rPr lang="ar" sz="1400" b="1" dirty="0"/>
              <a:t>الغرض:</a:t>
            </a:r>
            <a:r>
              <a:rPr lang="ar" sz="1400" dirty="0"/>
              <a:t> ترسل مولدات النبض والمستشعرات (مثل مستشعرات عمود المرفق وعمود الكامات والطقطقة) إشارات إلى وحدة التحكم الإلكتروني للتحكم الدقيق في التوقيت.</a:t>
            </a:r>
          </a:p>
          <a:p>
            <a:pPr marL="0" indent="0" rtl="1">
              <a:buNone/>
            </a:pPr>
            <a:r>
              <a:rPr lang="ar" sz="1400" b="1" dirty="0"/>
              <a:t>الاختبار:</a:t>
            </a:r>
            <a:r>
              <a:rPr lang="ar" sz="1400" dirty="0"/>
              <a:t> تحقق من خرج المستشعر وقوة الإشارة لضمان إرسال بيانات دقيقة لتعديل توقيت الإشعال.</a:t>
            </a:r>
          </a:p>
          <a:p>
            <a:pPr rtl="1">
              <a:buFont typeface="Arial" panose="020B0604020202020204" pitchFamily="34" charset="0"/>
              <a:buChar char="•"/>
            </a:pPr>
            <a:endParaRPr lang="en-GB" sz="1400" dirty="0"/>
          </a:p>
          <a:p>
            <a:pPr marL="0" indent="0" rtl="1">
              <a:buNone/>
            </a:pPr>
            <a:r>
              <a:rPr lang="ar" sz="1400" b="1" dirty="0"/>
              <a:t>صندوق فحص أطراف التوصيل: الاستخدام:</a:t>
            </a:r>
            <a:r>
              <a:rPr lang="ar" sz="1400" dirty="0"/>
              <a:t> يوفر نقطة وصول ملائمة لاختبار استمرارية الدائرة والإشارات دون فصل المكونات.</a:t>
            </a:r>
          </a:p>
          <a:p>
            <a:pPr marL="0" indent="0" rtl="1">
              <a:buNone/>
            </a:pPr>
            <a:r>
              <a:rPr lang="ar" sz="1400" b="1" dirty="0"/>
              <a:t>الاستخدام:</a:t>
            </a:r>
            <a:r>
              <a:rPr lang="ar" sz="1400" dirty="0"/>
              <a:t> يسمح للفنيين بمراقبة أداء الدوائر في الوقت الفعلي، ما يساعد على استكشاف الأعطال وإصلاحها بشكل فعال.</a:t>
            </a:r>
          </a:p>
          <a:p>
            <a:pPr rtl="1">
              <a:buFont typeface="Arial" panose="020B0604020202020204" pitchFamily="34" charset="0"/>
              <a:buChar char="•"/>
            </a:pPr>
            <a:endParaRPr lang="en-GB" sz="1400" dirty="0"/>
          </a:p>
          <a:p>
            <a:pPr marL="0" indent="0" rtl="1">
              <a:buNone/>
            </a:pPr>
            <a:r>
              <a:rPr lang="ar" sz="1400" b="1" dirty="0"/>
              <a:t>مفتاح الإشعال وفجوة هواء Reluctor: </a:t>
            </a:r>
          </a:p>
          <a:p>
            <a:pPr rtl="1"/>
            <a:r>
              <a:rPr lang="ar" sz="1400" b="1" dirty="0"/>
              <a:t>مفتاح الإشعال: </a:t>
            </a:r>
            <a:r>
              <a:rPr lang="ar" sz="1400" dirty="0"/>
              <a:t>يتحكم في طاقة نظام الإشعال؛ ويضمن الاختبار تنشيطه وفصله بشكل صحيح.</a:t>
            </a:r>
          </a:p>
          <a:p>
            <a:pPr rtl="1"/>
            <a:r>
              <a:rPr lang="ar" sz="1400" b="1" dirty="0"/>
              <a:t>فجوة هواء Reluctor: </a:t>
            </a:r>
            <a:r>
              <a:rPr lang="ar" sz="1400" dirty="0"/>
              <a:t>تؤثر الفجوة بين Reluctor والمستشعر في قوة الإشارة؛ لذا تحقق من المسافات الصحيحة لتجنب فقدان الإشارة أو حدوث خلل.</a:t>
            </a:r>
          </a:p>
          <a:p>
            <a:pPr marL="0" indent="0" rtl="1">
              <a:buNone/>
            </a:pPr>
            <a:r>
              <a:rPr lang="ar" sz="1400" b="1" dirty="0">
                <a:solidFill>
                  <a:schemeClr val="accent5">
                    <a:lumMod val="50000"/>
                  </a:schemeClr>
                </a:solidFill>
              </a:rPr>
              <a:t>التحقق من الأعطال</a:t>
            </a:r>
          </a:p>
          <a:p>
            <a:pPr rtl="1"/>
            <a:r>
              <a:rPr lang="ar" sz="1400" b="1" dirty="0"/>
              <a:t>الرطوبة والأوساخ والتآكل</a:t>
            </a:r>
          </a:p>
          <a:p>
            <a:pPr rtl="1"/>
            <a:r>
              <a:rPr lang="ar" sz="1400" b="1" dirty="0"/>
              <a:t>المشكلة:</a:t>
            </a:r>
            <a:r>
              <a:rPr lang="ar" sz="1400" dirty="0"/>
              <a:t> يمكن أن يؤدي التلوث والتآكل إلى إضعاف التوصيلات الكهربائية، ما يؤدي إلى ضعف الأداء أو تعطل النظام.</a:t>
            </a:r>
          </a:p>
          <a:p>
            <a:pPr rtl="1"/>
            <a:r>
              <a:rPr lang="ar" sz="1400" b="1" dirty="0"/>
              <a:t>الحل:</a:t>
            </a:r>
            <a:r>
              <a:rPr lang="ar" sz="1400" dirty="0"/>
              <a:t> نظف المكونات وافحصها بانتظام، واستبدل أي أجزاء تعرضت لتآكل أو تلف شديد.</a:t>
            </a:r>
          </a:p>
          <a:p>
            <a:pPr rtl="1"/>
            <a:r>
              <a:rPr lang="ar" sz="1400" b="1" dirty="0"/>
              <a:t>قراءة كود العطل</a:t>
            </a:r>
          </a:p>
          <a:p>
            <a:pPr rtl="1"/>
            <a:r>
              <a:rPr lang="ar" sz="1400" b="1" dirty="0"/>
              <a:t>العملية:</a:t>
            </a:r>
            <a:r>
              <a:rPr lang="ar" sz="1400" dirty="0"/>
              <a:t> استخدم أدوات التشخيص لقراءة أكواد الأعطال من وحدة التحكم الإلكتروني، لمعرفة مشكلات محددة داخل نظام الإشعال.</a:t>
            </a:r>
          </a:p>
          <a:p>
            <a:pPr rtl="1"/>
            <a:r>
              <a:rPr lang="ar" sz="1400" b="1" dirty="0"/>
              <a:t>الاستخدام:</a:t>
            </a:r>
            <a:r>
              <a:rPr lang="ar" sz="1400" dirty="0"/>
              <a:t> تساعد أكواد الأعطال على تحديد مناطق المشكلات وتوجيه الفنيين في تحديد الأعطال ومعالجتها بكفاءة.</a:t>
            </a:r>
          </a:p>
          <a:p>
            <a:pPr rtl="1"/>
            <a:r>
              <a:rPr lang="ar" sz="1400" b="1" dirty="0"/>
              <a:t>فحص المكوِّن</a:t>
            </a:r>
          </a:p>
          <a:p>
            <a:pPr rtl="1"/>
            <a:r>
              <a:rPr lang="ar" sz="1400" b="1" dirty="0"/>
              <a:t>أسلاك موصلات شمعة الإشعال وحالتها:</a:t>
            </a:r>
            <a:r>
              <a:rPr lang="ar" sz="1400" dirty="0"/>
              <a:t> افحص الأسلاك بحثًا عن التآكل أو التشققات، وافحص شمعات الإشعال بحثًا عن رواسب الكربون أو الفجوات التي قد تضعف الأداء.</a:t>
            </a:r>
          </a:p>
          <a:p>
            <a:pPr rtl="1"/>
            <a:r>
              <a:rPr lang="ar" sz="1400" b="1" dirty="0"/>
              <a:t>ذراع الدوار وغطاء الموزع:</a:t>
            </a:r>
            <a:r>
              <a:rPr lang="ar" sz="1400" dirty="0"/>
              <a:t> تحقق من وجود أي تآكل أو شقوق أو رواسب يمكن أن تؤدي إلى إطلاق شرر ضعيف أو غير متسقة.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596336" y="332656"/>
            <a:ext cx="1512168" cy="5040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الاختبار</a:t>
            </a:r>
          </a:p>
        </p:txBody>
      </p:sp>
      <p:sp>
        <p:nvSpPr>
          <p:cNvPr id="2" name="Footer Placeholder 2">
            <a:extLst>
              <a:ext uri="{FF2B5EF4-FFF2-40B4-BE49-F238E27FC236}">
                <a16:creationId xmlns:a16="http://schemas.microsoft.com/office/drawing/2014/main" id="{A59733A9-69D2-CAEF-9440-58C041F4C544}"/>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extLst>
      <p:ext uri="{BB962C8B-B14F-4D97-AF65-F5344CB8AC3E}">
        <p14:creationId xmlns:p14="http://schemas.microsoft.com/office/powerpoint/2010/main" val="3772561237"/>
      </p:ext>
    </p:extLst>
  </p:cSld>
  <p:clrMapOvr>
    <a:masterClrMapping/>
  </p:clrMapOvr>
  <p:transition>
    <p:sndAc>
      <p:stSnd>
        <p:snd r:embed="rId3" name="click.wav"/>
      </p:stSnd>
    </p:sndAc>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4139952" y="1484784"/>
            <a:ext cx="4680520" cy="35283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600" b="1" dirty="0"/>
              <a:t>زاوية السكون وتوقيت الإشعال</a:t>
            </a:r>
          </a:p>
          <a:p>
            <a:pPr rtl="1"/>
            <a:r>
              <a:rPr lang="ar" sz="1600" b="1" dirty="0"/>
              <a:t>زاوية السكون:</a:t>
            </a:r>
            <a:r>
              <a:rPr lang="ar" sz="1600" dirty="0"/>
              <a:t> تأكد من زاوية السكون الصحيحة للحفاظ على تدفق تيار كافي في ملف الإشعال، ما يعزز قوة الشرر.</a:t>
            </a:r>
          </a:p>
          <a:p>
            <a:pPr rtl="1"/>
            <a:r>
              <a:rPr lang="ar" sz="1600" b="1" dirty="0"/>
              <a:t>التوقيت:</a:t>
            </a:r>
            <a:r>
              <a:rPr lang="ar" sz="1600" dirty="0"/>
              <a:t> اختبر توقيت الإشعال واضبطه لتلبية مواصفات المحرك وتقليل الانبعاثات وتحسين كفاءة الوقود.</a:t>
            </a:r>
          </a:p>
          <a:p>
            <a:pPr marL="0" indent="0" rtl="1">
              <a:buNone/>
            </a:pPr>
            <a:r>
              <a:rPr lang="ar" sz="1600" b="1" dirty="0"/>
              <a:t>مقاومة وحدة مولد النبض</a:t>
            </a:r>
          </a:p>
          <a:p>
            <a:pPr rtl="1"/>
            <a:r>
              <a:rPr lang="ar" sz="1600" b="1" dirty="0"/>
              <a:t>الاختبار:</a:t>
            </a:r>
            <a:r>
              <a:rPr lang="ar" sz="1600" dirty="0"/>
              <a:t> اعمل على قياس المقاومة في مولد النبض للتأكد من أنه يوفر إشارات متسقة ودقيقة لوحدة التحكم الإلكتروني.</a:t>
            </a:r>
          </a:p>
          <a:p>
            <a:pPr rtl="1"/>
            <a:r>
              <a:rPr lang="ar" sz="1600" b="1" dirty="0"/>
              <a:t>الأهمية:</a:t>
            </a:r>
            <a:r>
              <a:rPr lang="ar" sz="1600" dirty="0"/>
              <a:t> يتحقق من أن الوحدة تعمل بشكل صحيح، وهو ضروري للتوقيت الدقيق وأداء النظام.</a:t>
            </a:r>
          </a:p>
          <a:p>
            <a:pPr marL="0" indent="0" rtl="1">
              <a:buNone/>
            </a:pPr>
            <a:r>
              <a:rPr lang="ar" sz="1600" b="1" dirty="0"/>
              <a:t>خرج المستشعر وتشغيله</a:t>
            </a:r>
          </a:p>
          <a:p>
            <a:pPr rtl="1"/>
            <a:r>
              <a:rPr lang="ar" sz="1600" b="1" dirty="0"/>
              <a:t>الفحص:</a:t>
            </a:r>
            <a:r>
              <a:rPr lang="ar" sz="1600" dirty="0"/>
              <a:t> تحقق من خرج المستشعر للتأكد من دقته، وتأكد من أن البيانات المرسلة إلى وحدة التحكم الإلكتروني صحيحة وموثوقة.</a:t>
            </a:r>
          </a:p>
          <a:p>
            <a:pPr rtl="1"/>
            <a:r>
              <a:rPr lang="ar" sz="1600" b="1" dirty="0"/>
              <a:t>الاستخدام:</a:t>
            </a:r>
            <a:r>
              <a:rPr lang="ar" sz="1600" dirty="0"/>
              <a:t> تسمح بيانات المستشعر الدقيقة لوحدة التحكم الإلكتروني بإجراء تعديلات دقيقة في التوقيت، وذلك ضروري لأداء المحرك.</a:t>
            </a:r>
            <a:br>
              <a:rPr lang="en-GB" sz="1600" dirty="0"/>
            </a:br>
            <a:endParaRPr lang="en-GB" sz="1600" dirty="0"/>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7596336" y="332656"/>
            <a:ext cx="1512168" cy="4320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د1 الاختبار</a:t>
            </a:r>
          </a:p>
        </p:txBody>
      </p:sp>
      <p:sp>
        <p:nvSpPr>
          <p:cNvPr id="3" name="Footer Placeholder 2">
            <a:extLst>
              <a:ext uri="{FF2B5EF4-FFF2-40B4-BE49-F238E27FC236}">
                <a16:creationId xmlns:a16="http://schemas.microsoft.com/office/drawing/2014/main" id="{E5A88369-ABE9-7AD5-4237-2B503AFD8167}"/>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pic>
        <p:nvPicPr>
          <p:cNvPr id="4" name="Picture 3" descr="A red device with a screen and a black cable&#10;&#10;Description automatically generated with medium confidence">
            <a:extLst>
              <a:ext uri="{FF2B5EF4-FFF2-40B4-BE49-F238E27FC236}">
                <a16:creationId xmlns:a16="http://schemas.microsoft.com/office/drawing/2014/main" id="{300491FC-1475-701D-3E8E-076D1A2D79D7}"/>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755576" y="2420888"/>
            <a:ext cx="2852936" cy="2852936"/>
          </a:xfrm>
          <a:prstGeom prst="rect">
            <a:avLst/>
          </a:prstGeom>
        </p:spPr>
      </p:pic>
    </p:spTree>
    <p:extLst>
      <p:ext uri="{BB962C8B-B14F-4D97-AF65-F5344CB8AC3E}">
        <p14:creationId xmlns:p14="http://schemas.microsoft.com/office/powerpoint/2010/main" val="2712186679"/>
      </p:ext>
    </p:extLst>
  </p:cSld>
  <p:clrMapOvr>
    <a:masterClrMapping/>
  </p:clrMapOvr>
  <p:transition>
    <p:sndAc>
      <p:stSnd>
        <p:snd r:embed="rId3" name="click.wav"/>
      </p:stSnd>
    </p:sndAc>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Content Placeholder 3">
            <a:extLst>
              <a:ext uri="{FF2B5EF4-FFF2-40B4-BE49-F238E27FC236}">
                <a16:creationId xmlns:a16="http://schemas.microsoft.com/office/drawing/2014/main" id="{453C7683-8588-7ABC-32E0-8A4E68218620}"/>
              </a:ext>
            </a:extLst>
          </p:cNvPr>
          <p:cNvSpPr>
            <a:spLocks noGrp="1" noChangeArrowheads="1"/>
          </p:cNvSpPr>
          <p:nvPr>
            <p:ph sz="half" idx="2"/>
          </p:nvPr>
        </p:nvSpPr>
        <p:spPr bwMode="auto">
          <a:xfrm>
            <a:off x="728822" y="1412776"/>
            <a:ext cx="8280920" cy="5157192"/>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p>
            <a:pPr marL="0" indent="0" rtl="1">
              <a:buNone/>
            </a:pPr>
            <a:r>
              <a:rPr lang="ar" sz="1400" b="1" dirty="0">
                <a:solidFill>
                  <a:schemeClr val="accent5">
                    <a:lumMod val="50000"/>
                  </a:schemeClr>
                </a:solidFill>
              </a:rPr>
              <a:t>يوم في حياة جيك، فني تشخيص أعطال السيارات</a:t>
            </a:r>
            <a:br>
              <a:rPr lang="en-GB" sz="1400" dirty="0"/>
            </a:br>
            <a:br>
              <a:rPr lang="en-GB" sz="1400" dirty="0"/>
            </a:br>
            <a:r>
              <a:rPr lang="ar" sz="1400" b="1" dirty="0"/>
              <a:t>تعرَّف على جيك</a:t>
            </a:r>
            <a:br>
              <a:rPr lang="en-GB" sz="1400" dirty="0"/>
            </a:br>
            <a:r>
              <a:rPr lang="ar" sz="1400" dirty="0"/>
              <a:t>جيك فني تشخيص أعطال سيارات يعمل في وكالة ويبلغ من العمر 34 عامًا. ويعرف بشغ</a:t>
            </a:r>
            <a:r>
              <a:rPr lang="ar-EG" sz="1400" dirty="0"/>
              <a:t>فه</a:t>
            </a:r>
            <a:r>
              <a:rPr lang="ar" sz="1400" dirty="0"/>
              <a:t> بالسيارات وحل المشكلات</a:t>
            </a:r>
            <a:r>
              <a:rPr lang="ar-EG" sz="1400" dirty="0"/>
              <a:t> الذي</a:t>
            </a:r>
            <a:r>
              <a:rPr lang="ar" sz="1400" dirty="0"/>
              <a:t> دفعه إلى سلوك هذا المسار الوظيفي.</a:t>
            </a:r>
            <a:br>
              <a:rPr lang="en-GB" sz="1400" dirty="0"/>
            </a:br>
            <a:br>
              <a:rPr lang="en-GB" sz="1400" dirty="0"/>
            </a:br>
            <a:r>
              <a:rPr lang="ar" sz="1400" b="1" dirty="0"/>
              <a:t>المسار المهني</a:t>
            </a:r>
            <a:br>
              <a:rPr lang="en-GB" sz="1400" dirty="0"/>
            </a:br>
            <a:endParaRPr lang="en-GB" sz="1400" dirty="0"/>
          </a:p>
          <a:p>
            <a:pPr marL="0" indent="0" rtl="1">
              <a:buNone/>
            </a:pPr>
            <a:r>
              <a:rPr lang="ar" sz="1400" b="1" dirty="0"/>
              <a:t>المؤهلات:</a:t>
            </a:r>
            <a:r>
              <a:rPr lang="ar" sz="1400" dirty="0"/>
              <a:t> حصل على 14-16 شهادة تأهيلية، تليها شهادة BTEC من المستوى 3 في تكنولوجيا المركبات.</a:t>
            </a:r>
          </a:p>
          <a:p>
            <a:pPr marL="0" indent="0" rtl="1">
              <a:buNone/>
            </a:pPr>
            <a:r>
              <a:rPr lang="ar" sz="1400" b="1" dirty="0"/>
              <a:t>التدريب المهني:</a:t>
            </a:r>
            <a:r>
              <a:rPr lang="ar" sz="1400" dirty="0"/>
              <a:t> حصل على تدريب مهني </a:t>
            </a:r>
            <a:r>
              <a:rPr lang="ar-EG" sz="1400" dirty="0"/>
              <a:t>ليكون </a:t>
            </a:r>
            <a:r>
              <a:rPr lang="ar" sz="1400" dirty="0"/>
              <a:t>فني سيارات، حيث مزج التدريب العملي مع المقررات الدراسية.</a:t>
            </a:r>
          </a:p>
          <a:p>
            <a:pPr marL="0" indent="0" rtl="1">
              <a:buNone/>
            </a:pPr>
            <a:r>
              <a:rPr lang="ar" sz="1400" b="1" dirty="0"/>
              <a:t>التدرج الوظيفي:</a:t>
            </a:r>
            <a:r>
              <a:rPr lang="ar" sz="1400" dirty="0"/>
              <a:t> بدأ العمل فني</a:t>
            </a:r>
            <a:r>
              <a:rPr lang="ar-EG" sz="1400" dirty="0"/>
              <a:t>ًّا</a:t>
            </a:r>
            <a:r>
              <a:rPr lang="ar" sz="1400" dirty="0"/>
              <a:t> مبتدئ، ويسعى الآن </a:t>
            </a:r>
            <a:r>
              <a:rPr lang="ar-EG" sz="1400" dirty="0"/>
              <a:t>ل</a:t>
            </a:r>
            <a:r>
              <a:rPr lang="ar" sz="1400" dirty="0"/>
              <a:t>يصبح فنيًا أول</a:t>
            </a:r>
            <a:r>
              <a:rPr lang="ar-EG" sz="1400" dirty="0"/>
              <a:t>َا</a:t>
            </a:r>
            <a:r>
              <a:rPr lang="ar" sz="1400" dirty="0"/>
              <a:t> متخصصًا في المركبات الكهربائية.</a:t>
            </a:r>
            <a:br>
              <a:rPr lang="en-GB" sz="1400" dirty="0"/>
            </a:br>
            <a:br>
              <a:rPr lang="en-GB" sz="1400" dirty="0"/>
            </a:br>
            <a:r>
              <a:rPr lang="ar" sz="1400" b="1" dirty="0"/>
              <a:t>يوم </a:t>
            </a:r>
            <a:r>
              <a:rPr lang="ar-EG" sz="1400" b="1" dirty="0"/>
              <a:t>عادي</a:t>
            </a:r>
            <a:br>
              <a:rPr lang="en-GB" sz="1400" dirty="0"/>
            </a:br>
            <a:r>
              <a:rPr lang="ar" sz="1400" b="1" dirty="0"/>
              <a:t>8:00 ص:</a:t>
            </a:r>
            <a:r>
              <a:rPr lang="ar" sz="1400" dirty="0"/>
              <a:t> إحاطة أعضاء الفريق بالمعلومات ومراجعة مهام اليوم.</a:t>
            </a:r>
            <a:br>
              <a:rPr lang="en-GB" sz="1400" dirty="0"/>
            </a:br>
            <a:r>
              <a:rPr lang="ar" sz="1400" b="1" dirty="0"/>
              <a:t>8:30 ص:</a:t>
            </a:r>
            <a:r>
              <a:rPr lang="ar" sz="1400" dirty="0"/>
              <a:t> يجري فحصًا لنظام تشخيص الأعطال الذاتي للتحقق من أكواد الأعطال في السيارة.</a:t>
            </a:r>
            <a:br>
              <a:rPr lang="en-GB" sz="1400" dirty="0"/>
            </a:br>
            <a:r>
              <a:rPr lang="ar" sz="1400" b="1" dirty="0"/>
              <a:t>9:30 ص:</a:t>
            </a:r>
            <a:r>
              <a:rPr lang="ar" sz="1400" dirty="0"/>
              <a:t> يعمل على تشخيص المشكلات باستخدام أدوات مثل أجهزة القياس متعددة الأغراض وراسمات الذبذبات.</a:t>
            </a:r>
            <a:br>
              <a:rPr lang="en-GB" sz="1400" dirty="0"/>
            </a:br>
            <a:r>
              <a:rPr lang="ar" sz="1400" b="1" dirty="0"/>
              <a:t>1:00 م:</a:t>
            </a:r>
            <a:r>
              <a:rPr lang="ar" sz="1400" dirty="0"/>
              <a:t> يستبدل الأجزاء أو يعيد معايرة الأنظمة بناءً على نتائج التشخيص.</a:t>
            </a:r>
            <a:br>
              <a:rPr lang="en-GB" sz="1400" dirty="0"/>
            </a:br>
            <a:r>
              <a:rPr lang="ar" sz="1400" b="1" dirty="0"/>
              <a:t>2:30 م:</a:t>
            </a:r>
            <a:r>
              <a:rPr lang="ar" sz="1400" dirty="0"/>
              <a:t> يأخذ السيارة التي خضعت للإصلاح لاختبار القيادة لتأكيد الإصلاحات.</a:t>
            </a:r>
            <a:br>
              <a:rPr lang="en-GB" sz="1400" dirty="0"/>
            </a:br>
            <a:r>
              <a:rPr lang="ar" sz="1400" b="1" dirty="0"/>
              <a:t>4:30 م:</a:t>
            </a:r>
            <a:r>
              <a:rPr lang="ar" sz="1400" dirty="0"/>
              <a:t> يختتم بتقديم إحاطة للفريق ويستعد لليوم التالي.</a:t>
            </a:r>
            <a:br>
              <a:rPr lang="en-GB" sz="1400" dirty="0"/>
            </a:br>
            <a:br>
              <a:rPr lang="en-GB" sz="1400" dirty="0"/>
            </a:br>
            <a:br>
              <a:rPr lang="en-GB" sz="1400" dirty="0"/>
            </a:br>
            <a:r>
              <a:rPr lang="ar" sz="1400" b="1" dirty="0"/>
              <a:t>لماذا يحب جيك وظيفته:</a:t>
            </a:r>
            <a:r>
              <a:rPr lang="ar" sz="1400" dirty="0"/>
              <a:t> العمل التطبيقي وحل المشكلات والعمل الجماعي </a:t>
            </a:r>
            <a:br>
              <a:rPr lang="en-GB" sz="1400" dirty="0"/>
            </a:br>
            <a:r>
              <a:rPr lang="ar" sz="1400" dirty="0"/>
              <a:t>وفرصة العمل على تقنيات المركبات الكهربائية الناشئة.</a:t>
            </a:r>
          </a:p>
        </p:txBody>
      </p:sp>
      <p:sp>
        <p:nvSpPr>
          <p:cNvPr id="34820" name="Rectangle 1">
            <a:extLst>
              <a:ext uri="{FF2B5EF4-FFF2-40B4-BE49-F238E27FC236}">
                <a16:creationId xmlns:a16="http://schemas.microsoft.com/office/drawing/2014/main" id="{8DCD7CE1-603D-4D59-3DBB-C13C0B6505F0}"/>
              </a:ext>
            </a:extLst>
          </p:cNvPr>
          <p:cNvSpPr>
            <a:spLocks noChangeArrowheads="1"/>
          </p:cNvSpPr>
          <p:nvPr/>
        </p:nvSpPr>
        <p:spPr bwMode="auto">
          <a:xfrm>
            <a:off x="3415410" y="116632"/>
            <a:ext cx="5621086" cy="647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tlCol="1"/>
          <a:lstStyle>
            <a:lvl1pPr algn="r" rtl="1">
              <a:defRPr>
                <a:solidFill>
                  <a:schemeClr val="tx1"/>
                </a:solidFill>
                <a:latin typeface="Arial" panose="020B0604020202020204" pitchFamily="34" charset="0"/>
                <a:cs typeface="Arial" panose="020B0604020202020204" pitchFamily="34" charset="0"/>
              </a:defRPr>
            </a:lvl1pPr>
            <a:lvl2pPr marL="742950" indent="-285750" algn="r" rtl="1">
              <a:defRPr>
                <a:solidFill>
                  <a:schemeClr val="tx1"/>
                </a:solidFill>
                <a:latin typeface="Arial" panose="020B0604020202020204" pitchFamily="34" charset="0"/>
                <a:cs typeface="Arial" panose="020B0604020202020204" pitchFamily="34" charset="0"/>
              </a:defRPr>
            </a:lvl2pPr>
            <a:lvl3pPr marL="1143000" indent="-228600" algn="r" rtl="1">
              <a:defRPr>
                <a:solidFill>
                  <a:schemeClr val="tx1"/>
                </a:solidFill>
                <a:latin typeface="Arial" panose="020B0604020202020204" pitchFamily="34" charset="0"/>
                <a:cs typeface="Arial" panose="020B0604020202020204" pitchFamily="34" charset="0"/>
              </a:defRPr>
            </a:lvl3pPr>
            <a:lvl4pPr marL="1600200" indent="-228600" algn="r" rtl="1">
              <a:defRPr>
                <a:solidFill>
                  <a:schemeClr val="tx1"/>
                </a:solidFill>
                <a:latin typeface="Arial" panose="020B0604020202020204" pitchFamily="34" charset="0"/>
                <a:cs typeface="Arial" panose="020B0604020202020204" pitchFamily="34" charset="0"/>
              </a:defRPr>
            </a:lvl4pPr>
            <a:lvl5pPr marL="2057400" indent="-228600" algn="r" rtl="1">
              <a:defRPr>
                <a:solidFill>
                  <a:schemeClr val="tx1"/>
                </a:solidFill>
                <a:latin typeface="Arial" panose="020B0604020202020204" pitchFamily="34" charset="0"/>
                <a:cs typeface="Arial" panose="020B0604020202020204" pitchFamily="34" charset="0"/>
              </a:defRPr>
            </a:lvl5pPr>
            <a:lvl6pPr marL="25146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algn="r" rtl="1"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rtl="1"/>
            <a:r>
              <a:rPr lang="ar" sz="2200" b="1" dirty="0">
                <a:latin typeface="Sakkal Majalla" panose="02000000000000000000" pitchFamily="2" charset="-78"/>
                <a:cs typeface="Sakkal Majalla" panose="02000000000000000000" pitchFamily="2" charset="-78"/>
              </a:rPr>
              <a:t>يوم في حياة جيك:</a:t>
            </a:r>
          </a:p>
          <a:p>
            <a:pPr rtl="1"/>
            <a:r>
              <a:rPr lang="ar" sz="2200" b="1" dirty="0">
                <a:latin typeface="Sakkal Majalla" panose="02000000000000000000" pitchFamily="2" charset="-78"/>
                <a:cs typeface="Sakkal Majalla" panose="02000000000000000000" pitchFamily="2" charset="-78"/>
              </a:rPr>
              <a:t>"فني تشخيص أعطال السيارات" </a:t>
            </a:r>
          </a:p>
        </p:txBody>
      </p:sp>
      <p:sp>
        <p:nvSpPr>
          <p:cNvPr id="2" name="Footer Placeholder 2">
            <a:extLst>
              <a:ext uri="{FF2B5EF4-FFF2-40B4-BE49-F238E27FC236}">
                <a16:creationId xmlns:a16="http://schemas.microsoft.com/office/drawing/2014/main" id="{744BDFB1-870B-717F-615D-E586714C269B}"/>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pic>
        <p:nvPicPr>
          <p:cNvPr id="3" name="Picture 2" descr="A person in a blue jacket&#10;&#10;Description automatically generated">
            <a:extLst>
              <a:ext uri="{FF2B5EF4-FFF2-40B4-BE49-F238E27FC236}">
                <a16:creationId xmlns:a16="http://schemas.microsoft.com/office/drawing/2014/main" id="{FEAE0784-87BA-5C47-CAAB-6FDADF893AD1}"/>
              </a:ext>
            </a:extLst>
          </p:cNvPr>
          <p:cNvPicPr>
            <a:picLocks noChangeAspect="1"/>
          </p:cNvPicPr>
          <p:nvPr/>
        </p:nvPicPr>
        <p:blipFill>
          <a:blip r:embed="rId4" cstate="print">
            <a:extLst>
              <a:ext uri="{28A0092B-C50C-407E-A947-70E740481C1C}">
                <a14:useLocalDpi xmlns:a14="http://schemas.microsoft.com/office/drawing/2010/main"/>
              </a:ext>
            </a:extLst>
          </a:blip>
          <a:stretch>
            <a:fillRect/>
          </a:stretch>
        </p:blipFill>
        <p:spPr>
          <a:xfrm>
            <a:off x="467545" y="4365104"/>
            <a:ext cx="2664296" cy="1559397"/>
          </a:xfrm>
          <a:prstGeom prst="rect">
            <a:avLst/>
          </a:prstGeom>
        </p:spPr>
      </p:pic>
    </p:spTree>
    <p:extLst>
      <p:ext uri="{BB962C8B-B14F-4D97-AF65-F5344CB8AC3E}">
        <p14:creationId xmlns:p14="http://schemas.microsoft.com/office/powerpoint/2010/main" val="2676560722"/>
      </p:ext>
    </p:extLst>
  </p:cSld>
  <p:clrMapOvr>
    <a:masterClrMapping/>
  </p:clrMapOvr>
  <p:transition>
    <p:sndAc>
      <p:stSnd>
        <p:snd r:embed="rId3" name="click.wav"/>
      </p:stSnd>
    </p:sndAc>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463FA762-9023-8075-7EFA-66D2BEA654B3}"/>
              </a:ext>
            </a:extLst>
          </p:cNvPr>
          <p:cNvSpPr txBox="1">
            <a:spLocks noChangeArrowheads="1"/>
          </p:cNvSpPr>
          <p:nvPr/>
        </p:nvSpPr>
        <p:spPr bwMode="auto">
          <a:xfrm>
            <a:off x="251520" y="1268760"/>
            <a:ext cx="8640960" cy="86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rtlCol="1" anchor="t" anchorCtr="0" compatLnSpc="1">
            <a:prstTxWarp prst="textNoShape">
              <a:avLst/>
            </a:prstTxWarp>
          </a:bodyPr>
          <a:lstStyle>
            <a:lvl1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1pPr>
            <a:lvl2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2pPr>
            <a:lvl3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3pPr>
            <a:lvl4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4pPr>
            <a:lvl5pPr algn="ctr" rtl="1" eaLnBrk="0" fontAlgn="base" hangingPunct="0">
              <a:spcBef>
                <a:spcPct val="0"/>
              </a:spcBef>
              <a:spcAft>
                <a:spcPct val="0"/>
              </a:spcAft>
              <a:defRPr sz="4400">
                <a:solidFill>
                  <a:schemeClr val="tx2"/>
                </a:solidFill>
                <a:latin typeface="Arial" panose="020B0604020202020204" pitchFamily="34" charset="0"/>
                <a:ea typeface="Arial" charset="0"/>
                <a:cs typeface="Arial" panose="020B0604020202020204" pitchFamily="34" charset="0"/>
              </a:defRPr>
            </a:lvl5pPr>
            <a:lvl6pPr marL="457200" algn="ctr" rtl="1" fontAlgn="base">
              <a:spcBef>
                <a:spcPct val="0"/>
              </a:spcBef>
              <a:spcAft>
                <a:spcPct val="0"/>
              </a:spcAft>
              <a:defRPr sz="4400">
                <a:solidFill>
                  <a:schemeClr val="tx2"/>
                </a:solidFill>
                <a:latin typeface="Verdana" pitchFamily="34" charset="0"/>
              </a:defRPr>
            </a:lvl6pPr>
            <a:lvl7pPr marL="914400" algn="ctr" rtl="1" fontAlgn="base">
              <a:spcBef>
                <a:spcPct val="0"/>
              </a:spcBef>
              <a:spcAft>
                <a:spcPct val="0"/>
              </a:spcAft>
              <a:defRPr sz="4400">
                <a:solidFill>
                  <a:schemeClr val="tx2"/>
                </a:solidFill>
                <a:latin typeface="Verdana" pitchFamily="34" charset="0"/>
              </a:defRPr>
            </a:lvl7pPr>
            <a:lvl8pPr marL="1371600" algn="ctr" rtl="1" fontAlgn="base">
              <a:spcBef>
                <a:spcPct val="0"/>
              </a:spcBef>
              <a:spcAft>
                <a:spcPct val="0"/>
              </a:spcAft>
              <a:defRPr sz="4400">
                <a:solidFill>
                  <a:schemeClr val="tx2"/>
                </a:solidFill>
                <a:latin typeface="Verdana" pitchFamily="34" charset="0"/>
              </a:defRPr>
            </a:lvl8pPr>
            <a:lvl9pPr marL="1828800" algn="ctr" rtl="1" fontAlgn="base">
              <a:spcBef>
                <a:spcPct val="0"/>
              </a:spcBef>
              <a:spcAft>
                <a:spcPct val="0"/>
              </a:spcAft>
              <a:defRPr sz="4400">
                <a:solidFill>
                  <a:schemeClr val="tx2"/>
                </a:solidFill>
                <a:latin typeface="Verdana" pitchFamily="34" charset="0"/>
              </a:defRPr>
            </a:lvl9pPr>
          </a:lstStyle>
          <a:p>
            <a:pPr rtl="1"/>
            <a:r>
              <a:rPr lang="ar" sz="4600" kern="0" dirty="0">
                <a:latin typeface="Sakkal Majalla" panose="02000000000000000000" pitchFamily="2" charset="-78"/>
                <a:cs typeface="Sakkal Majalla" panose="02000000000000000000" pitchFamily="2" charset="-78"/>
              </a:rPr>
              <a:t>شكر وتقدير</a:t>
            </a:r>
          </a:p>
        </p:txBody>
      </p:sp>
      <p:sp>
        <p:nvSpPr>
          <p:cNvPr id="5" name="Content Placeholder 1">
            <a:extLst>
              <a:ext uri="{FF2B5EF4-FFF2-40B4-BE49-F238E27FC236}">
                <a16:creationId xmlns:a16="http://schemas.microsoft.com/office/drawing/2014/main" id="{9FA6E9AD-5E58-B78C-95E8-0BA1B8E3BEA7}"/>
              </a:ext>
            </a:extLst>
          </p:cNvPr>
          <p:cNvSpPr txBox="1">
            <a:spLocks/>
          </p:cNvSpPr>
          <p:nvPr/>
        </p:nvSpPr>
        <p:spPr>
          <a:xfrm>
            <a:off x="576263" y="2060849"/>
            <a:ext cx="7991475" cy="2808312"/>
          </a:xfrm>
          <a:prstGeom prst="rect">
            <a:avLst/>
          </a:prstGeom>
        </p:spPr>
        <p:txBody>
          <a:bodyPr rtlCol="1"/>
          <a:lstStyle>
            <a:lvl1pPr marL="342900" indent="-342900" algn="r" rtl="1" eaLnBrk="0" fontAlgn="base" hangingPunct="0">
              <a:spcBef>
                <a:spcPct val="20000"/>
              </a:spcBef>
              <a:spcAft>
                <a:spcPct val="0"/>
              </a:spcAft>
              <a:buFont typeface="Wingdings" panose="05000000000000000000" pitchFamily="2" charset="2"/>
              <a:buChar char="§"/>
              <a:defRPr sz="2400">
                <a:solidFill>
                  <a:schemeClr val="tx1"/>
                </a:solidFill>
                <a:latin typeface="Arial" panose="020B0604020202020204" pitchFamily="34" charset="0"/>
                <a:ea typeface="Arial" charset="0"/>
                <a:cs typeface="Arial" panose="020B0604020202020204" pitchFamily="34" charset="0"/>
              </a:defRPr>
            </a:lvl1pPr>
            <a:lvl2pPr marL="742950" indent="-28575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2pPr>
            <a:lvl3pPr marL="11430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3pPr>
            <a:lvl4pPr marL="16002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4pPr>
            <a:lvl5pPr marL="2057400" indent="-228600" algn="r" rtl="1" eaLnBrk="0" fontAlgn="base" hangingPunct="0">
              <a:spcBef>
                <a:spcPct val="20000"/>
              </a:spcBef>
              <a:spcAft>
                <a:spcPct val="0"/>
              </a:spcAft>
              <a:buFont typeface="Wingdings" panose="05000000000000000000" pitchFamily="2" charset="2"/>
              <a:buChar char="»"/>
              <a:defRPr sz="2400">
                <a:solidFill>
                  <a:schemeClr val="tx1"/>
                </a:solidFill>
                <a:latin typeface="+mn-lt"/>
                <a:ea typeface="Arial" charset="0"/>
                <a:cs typeface="Arial" panose="020B0604020202020204" pitchFamily="34" charset="0"/>
              </a:defRPr>
            </a:lvl5pPr>
            <a:lvl6pPr marL="2514600" indent="-228600" algn="r" rtl="1" fontAlgn="base">
              <a:spcBef>
                <a:spcPct val="20000"/>
              </a:spcBef>
              <a:spcAft>
                <a:spcPct val="0"/>
              </a:spcAft>
              <a:buFont typeface="Wingdings" pitchFamily="2" charset="2"/>
              <a:defRPr sz="2400">
                <a:solidFill>
                  <a:schemeClr val="tx1"/>
                </a:solidFill>
                <a:latin typeface="+mn-lt"/>
              </a:defRPr>
            </a:lvl6pPr>
            <a:lvl7pPr marL="2971800" indent="-228600" algn="r" rtl="1" fontAlgn="base">
              <a:spcBef>
                <a:spcPct val="20000"/>
              </a:spcBef>
              <a:spcAft>
                <a:spcPct val="0"/>
              </a:spcAft>
              <a:buFont typeface="Wingdings" pitchFamily="2" charset="2"/>
              <a:defRPr sz="2400">
                <a:solidFill>
                  <a:schemeClr val="tx1"/>
                </a:solidFill>
                <a:latin typeface="+mn-lt"/>
              </a:defRPr>
            </a:lvl7pPr>
            <a:lvl8pPr marL="3429000" indent="-228600" algn="r" rtl="1" fontAlgn="base">
              <a:spcBef>
                <a:spcPct val="20000"/>
              </a:spcBef>
              <a:spcAft>
                <a:spcPct val="0"/>
              </a:spcAft>
              <a:buFont typeface="Wingdings" pitchFamily="2" charset="2"/>
              <a:defRPr sz="2400">
                <a:solidFill>
                  <a:schemeClr val="tx1"/>
                </a:solidFill>
                <a:latin typeface="+mn-lt"/>
              </a:defRPr>
            </a:lvl8pPr>
            <a:lvl9pPr marL="3886200" indent="-228600" algn="r" rtl="1" fontAlgn="base">
              <a:spcBef>
                <a:spcPct val="20000"/>
              </a:spcBef>
              <a:spcAft>
                <a:spcPct val="0"/>
              </a:spcAft>
              <a:buFont typeface="Wingdings" pitchFamily="2" charset="2"/>
              <a:defRPr sz="2400">
                <a:solidFill>
                  <a:schemeClr val="tx1"/>
                </a:solidFill>
                <a:latin typeface="+mn-lt"/>
              </a:defRPr>
            </a:lvl9pPr>
          </a:lstStyle>
          <a:p>
            <a:pPr rtl="1"/>
            <a:r>
              <a:rPr lang="ar" sz="2600" kern="0" dirty="0">
                <a:latin typeface="Sakkal Majalla" panose="02000000000000000000" pitchFamily="2" charset="-78"/>
                <a:cs typeface="Sakkal Majalla" panose="02000000000000000000" pitchFamily="2" charset="-78"/>
              </a:rPr>
              <a:t>الصور</a:t>
            </a:r>
          </a:p>
          <a:p>
            <a:pPr marL="0" indent="0" rtl="1">
              <a:buNone/>
            </a:pP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صورة ألامي ستوك: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شاميل (الشريحة 19)، جينكور (الشريحة 22)؛ </a:t>
            </a:r>
            <a:r>
              <a:rPr lang="ar" sz="2000" b="1" dirty="0">
                <a:effectLst/>
                <a:latin typeface="Sakkal Majalla" panose="02000000000000000000" pitchFamily="2" charset="-78"/>
                <a:ea typeface="Calibri" panose="020F0502020204030204" pitchFamily="34" charset="0"/>
                <a:cs typeface="Sakkal Majalla" panose="02000000000000000000" pitchFamily="2" charset="-78"/>
              </a:rPr>
              <a:t>شوترستوك: </a:t>
            </a:r>
            <a:r>
              <a:rPr lang="ar" sz="2000" dirty="0">
                <a:effectLst/>
                <a:latin typeface="Sakkal Majalla" panose="02000000000000000000" pitchFamily="2" charset="-78"/>
                <a:ea typeface="Calibri" panose="020F0502020204030204" pitchFamily="34" charset="0"/>
                <a:cs typeface="Sakkal Majalla" panose="02000000000000000000" pitchFamily="2" charset="-78"/>
              </a:rPr>
              <a:t>إدغار جي بيهل (الشريحة 5)، ميبان (الشريحة 6)، أودايكس (الشريحة 8)، سيرافيت.كا (الشريحة 12)، فؤاد أ. سعد (الشريحة 14)، </a:t>
            </a:r>
            <a:br>
              <a:rPr lang="en-US" sz="2000" dirty="0">
                <a:effectLst/>
                <a:latin typeface="Sakkal Majalla" panose="02000000000000000000" pitchFamily="2" charset="-78"/>
                <a:ea typeface="Calibri" panose="020F0502020204030204" pitchFamily="34" charset="0"/>
                <a:cs typeface="Sakkal Majalla" panose="02000000000000000000" pitchFamily="2" charset="-78"/>
              </a:rPr>
            </a:br>
            <a:r>
              <a:rPr lang="ar" sz="2000" dirty="0">
                <a:effectLst/>
                <a:latin typeface="Sakkal Majalla" panose="02000000000000000000" pitchFamily="2" charset="-78"/>
                <a:ea typeface="Calibri" panose="020F0502020204030204" pitchFamily="34" charset="0"/>
                <a:cs typeface="Sakkal Majalla" panose="02000000000000000000" pitchFamily="2" charset="-78"/>
              </a:rPr>
              <a:t>كوفالشوك أولكسندر (الشريحة 23)، غوبيغو (الشريحة 25)، أندري سيمونينكو (الشريحة 30)، كمبز </a:t>
            </a:r>
            <a:br>
              <a:rPr lang="en-US" sz="2000" dirty="0">
                <a:effectLst/>
                <a:latin typeface="Sakkal Majalla" panose="02000000000000000000" pitchFamily="2" charset="-78"/>
                <a:ea typeface="Calibri" panose="020F0502020204030204" pitchFamily="34" charset="0"/>
                <a:cs typeface="Sakkal Majalla" panose="02000000000000000000" pitchFamily="2" charset="-78"/>
              </a:rPr>
            </a:br>
            <a:r>
              <a:rPr lang="ar" sz="2000" dirty="0">
                <a:effectLst/>
                <a:latin typeface="Sakkal Majalla" panose="02000000000000000000" pitchFamily="2" charset="-78"/>
                <a:ea typeface="Calibri" panose="020F0502020204030204" pitchFamily="34" charset="0"/>
                <a:cs typeface="Sakkal Majalla" panose="02000000000000000000" pitchFamily="2" charset="-78"/>
              </a:rPr>
              <a:t>(الشريحة 34)، روموراي (الشريحة 37)، إتش كواليتي (الشريحة 38).</a:t>
            </a:r>
            <a:endParaRPr lang="en-GB" sz="2000" dirty="0">
              <a:effectLst/>
              <a:latin typeface="Sakkal Majalla" panose="02000000000000000000" pitchFamily="2" charset="-78"/>
              <a:ea typeface="Calibri" panose="020F0502020204030204" pitchFamily="34" charset="0"/>
              <a:cs typeface="Sakkal Majalla" panose="02000000000000000000" pitchFamily="2" charset="-78"/>
            </a:endParaRPr>
          </a:p>
          <a:p>
            <a:pPr marL="0" indent="0" rtl="1">
              <a:buFont typeface="Wingdings" panose="05000000000000000000" pitchFamily="2" charset="2"/>
              <a:buNone/>
            </a:pPr>
            <a:endParaRPr lang="en-GB" kern="0" dirty="0">
              <a:latin typeface="Sakkal Majalla" panose="02000000000000000000" pitchFamily="2" charset="-78"/>
              <a:cs typeface="Sakkal Majalla" panose="02000000000000000000" pitchFamily="2" charset="-78"/>
            </a:endParaRPr>
          </a:p>
        </p:txBody>
      </p:sp>
      <p:sp>
        <p:nvSpPr>
          <p:cNvPr id="3" name="Footer Placeholder 2">
            <a:extLst>
              <a:ext uri="{FF2B5EF4-FFF2-40B4-BE49-F238E27FC236}">
                <a16:creationId xmlns:a16="http://schemas.microsoft.com/office/drawing/2014/main" id="{5D952E3E-87B9-0CA7-D971-854600AB8B93}"/>
              </a:ext>
            </a:extLst>
          </p:cNvPr>
          <p:cNvSpPr txBox="1">
            <a:spLocks/>
          </p:cNvSpPr>
          <p:nvPr/>
        </p:nvSpPr>
        <p:spPr bwMode="auto">
          <a:xfrm>
            <a:off x="107504" y="6550635"/>
            <a:ext cx="1080120" cy="216719"/>
          </a:xfrm>
          <a:prstGeom prst="rect">
            <a:avLst/>
          </a:prstGeom>
          <a:noFill/>
        </p:spPr>
        <p:txBody>
          <a:bodyPr vert="horz" wrap="square" lIns="91440" tIns="45720" rIns="91440" bIns="45720" numCol="1" rtlCol="1" anchor="t" anchorCtr="0" compatLnSpc="1">
            <a:prstTxWarp prst="textNoShape">
              <a:avLst/>
            </a:prstTxWarp>
            <a:normAutofit lnSpcReduction="10000"/>
          </a:bodyPr>
          <a:ls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a:lstStyle>
          <a:p>
            <a:pPr algn="l">
              <a:lnSpc>
                <a:spcPct val="90000"/>
              </a:lnSpc>
              <a:spcAft>
                <a:spcPts val="600"/>
              </a:spcAft>
              <a:defRPr/>
            </a:pPr>
            <a:r>
              <a:rPr lang="en-GB" sz="1000" b="0" i="0" dirty="0">
                <a:solidFill>
                  <a:srgbClr val="444444"/>
                </a:solidFill>
                <a:effectLst/>
                <a:latin typeface="Calibri" panose="020F0502020204030204" pitchFamily="34" charset="0"/>
              </a:rPr>
              <a:t>A103000399225</a:t>
            </a:r>
            <a:endParaRPr lang="ar" sz="1000" dirty="0"/>
          </a:p>
        </p:txBody>
      </p:sp>
    </p:spTree>
  </p:cSld>
  <p:clrMapOvr>
    <a:masterClrMapping/>
  </p:clrMapOvr>
  <p:transition>
    <p:sndAc>
      <p:stSnd>
        <p:snd r:embed="rId3" name="click.wav"/>
      </p:stSnd>
    </p:sndAc>
  </p:transition>
</p:sld>
</file>

<file path=ppt/theme/theme1.xml><?xml version="1.0" encoding="utf-8"?>
<a:theme xmlns:a="http://schemas.openxmlformats.org/drawingml/2006/main" name="1_Art and Desig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2_Beauty Therap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3_Business">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4_Construction">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5_Creative Media">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6.xml><?xml version="1.0" encoding="utf-8"?>
<a:theme xmlns:a="http://schemas.openxmlformats.org/drawingml/2006/main" name="6_Engineering">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7.xml><?xml version="1.0" encoding="utf-8"?>
<a:theme xmlns:a="http://schemas.openxmlformats.org/drawingml/2006/main" name="7_Hospitalit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8.xml><?xml version="1.0" encoding="utf-8"?>
<a:theme xmlns:a="http://schemas.openxmlformats.org/drawingml/2006/main" name="8_Information Technology">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9.xml><?xml version="1.0" encoding="utf-8"?>
<a:theme xmlns:a="http://schemas.openxmlformats.org/drawingml/2006/main" name="9_Land-based">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0.xml><?xml version="1.0" encoding="utf-8"?>
<a:theme xmlns:a="http://schemas.openxmlformats.org/drawingml/2006/main" name="10_Travel and Tourism">
  <a:themeElements>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2_Default Design">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2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2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2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2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2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2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2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2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2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2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2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2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11.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TaxCatchAll xmlns="7012c9df-7563-46f6-96ee-cebd66fd5577" xsi:nil="true"/>
    <lcf76f155ced4ddcb4097134ff3c332f xmlns="f63d1639-2e8e-4dfe-b2d4-ff2deac92409">
      <Terms xmlns="http://schemas.microsoft.com/office/infopath/2007/PartnerControls"/>
    </lcf76f155ced4ddcb4097134ff3c332f>
    <SharedWithUsers xmlns="7012c9df-7563-46f6-96ee-cebd66fd5577">
      <UserInfo>
        <DisplayName/>
        <AccountId xsi:nil="true"/>
        <AccountType/>
      </UserInfo>
    </SharedWithUsers>
    <MediaLengthInSeconds xmlns="f63d1639-2e8e-4dfe-b2d4-ff2deac92409" xsi:nil="true"/>
    <AdditionalInfo xmlns="f63d1639-2e8e-4dfe-b2d4-ff2deac92409" xsi:nil="true"/>
    <_Flow_SignoffStatus xmlns="f63d1639-2e8e-4dfe-b2d4-ff2deac9240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1F2AC0EC27FF3458662E003F8FEC281" ma:contentTypeVersion="20" ma:contentTypeDescription="Create a new document." ma:contentTypeScope="" ma:versionID="7d267daa26e24eee3a5f4b0eb9224b47">
  <xsd:schema xmlns:xsd="http://www.w3.org/2001/XMLSchema" xmlns:xs="http://www.w3.org/2001/XMLSchema" xmlns:p="http://schemas.microsoft.com/office/2006/metadata/properties" xmlns:ns2="f63d1639-2e8e-4dfe-b2d4-ff2deac92409" xmlns:ns3="7012c9df-7563-46f6-96ee-cebd66fd5577" targetNamespace="http://schemas.microsoft.com/office/2006/metadata/properties" ma:root="true" ma:fieldsID="144a094b618d5dc1a3294a7bede64c09" ns2:_="" ns3:_="">
    <xsd:import namespace="f63d1639-2e8e-4dfe-b2d4-ff2deac92409"/>
    <xsd:import namespace="7012c9df-7563-46f6-96ee-cebd66fd5577"/>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ServiceAutoTags" minOccurs="0"/>
                <xsd:element ref="ns2:MediaServiceOCR"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Location" minOccurs="0"/>
                <xsd:element ref="ns2:MediaServiceObjectDetectorVersions" minOccurs="0"/>
                <xsd:element ref="ns2:_Flow_SignoffStatus" minOccurs="0"/>
                <xsd:element ref="ns2:MediaServiceSearchProperties" minOccurs="0"/>
                <xsd:element ref="ns2:AdditionalInfo"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63d1639-2e8e-4dfe-b2d4-ff2deac92409"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Tags" ma:index="15" nillable="true" ma:displayName="Tags" ma:internalName="MediaServiceAutoTags"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46342d94-4a90-4c9b-8c88-cb4c8647e98f"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_Flow_SignoffStatus" ma:index="25" nillable="true" ma:displayName="Sign-off status" ma:internalName="Sign_x002d_off_x0020_status">
      <xsd:simpleType>
        <xsd:restriction base="dms:Text"/>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AdditionalInfo" ma:index="27" nillable="true" ma:displayName="Additional Info" ma:format="Dropdown" ma:internalName="AdditionalInfo">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012c9df-7563-46f6-96ee-cebd66fd5577"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68bf6128-19fb-458b-8dd6-b174ec593e06}" ma:internalName="TaxCatchAll" ma:showField="CatchAllData" ma:web="7012c9df-7563-46f6-96ee-cebd66fd5577">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0AA2910D-4917-49C0-8FBC-BFF7ABD28CFE}">
  <ds:schemaRefs>
    <ds:schemaRef ds:uri="http://schemas.microsoft.com/sharepoint/v3/contenttype/forms"/>
  </ds:schemaRefs>
</ds:datastoreItem>
</file>

<file path=customXml/itemProps2.xml><?xml version="1.0" encoding="utf-8"?>
<ds:datastoreItem xmlns:ds="http://schemas.openxmlformats.org/officeDocument/2006/customXml" ds:itemID="{4B700610-39F3-4A35-AAF4-C1E1359C0930}">
  <ds:schemaRefs>
    <ds:schemaRef ds:uri="http://purl.org/dc/elements/1.1/"/>
    <ds:schemaRef ds:uri="http://purl.org/dc/terms/"/>
    <ds:schemaRef ds:uri="http://purl.org/dc/dcmitype/"/>
    <ds:schemaRef ds:uri="http://schemas.microsoft.com/office/2006/metadata/properties"/>
    <ds:schemaRef ds:uri="http://schemas.microsoft.com/office/2006/documentManagement/types"/>
    <ds:schemaRef ds:uri="http://www.w3.org/XML/1998/namespace"/>
    <ds:schemaRef ds:uri="6125ffc9-2c56-435e-8267-1393444907b2"/>
    <ds:schemaRef ds:uri="http://schemas.microsoft.com/office/infopath/2007/PartnerControls"/>
    <ds:schemaRef ds:uri="http://schemas.openxmlformats.org/package/2006/metadata/core-properties"/>
    <ds:schemaRef ds:uri="7c1bd8dc-4e40-424f-a15f-9ffcd522197f"/>
  </ds:schemaRefs>
</ds:datastoreItem>
</file>

<file path=customXml/itemProps3.xml><?xml version="1.0" encoding="utf-8"?>
<ds:datastoreItem xmlns:ds="http://schemas.openxmlformats.org/officeDocument/2006/customXml" ds:itemID="{C67BB7AC-A992-4145-B92B-05F7CD7E5B50}"/>
</file>

<file path=docProps/app.xml><?xml version="1.0" encoding="utf-8"?>
<Properties xmlns="http://schemas.openxmlformats.org/officeDocument/2006/extended-properties" xmlns:vt="http://schemas.openxmlformats.org/officeDocument/2006/docPropsVTypes">
  <TotalTime>12221</TotalTime>
  <Words>7269</Words>
  <Application>Microsoft Office PowerPoint</Application>
  <PresentationFormat>On-screen Show (4:3)</PresentationFormat>
  <Paragraphs>541</Paragraphs>
  <Slides>40</Slides>
  <Notes>40</Notes>
  <HiddenSlides>0</HiddenSlides>
  <MMClips>0</MMClips>
  <ScaleCrop>false</ScaleCrop>
  <HeadingPairs>
    <vt:vector size="6" baseType="variant">
      <vt:variant>
        <vt:lpstr>Fonts Used</vt:lpstr>
      </vt:variant>
      <vt:variant>
        <vt:i4>5</vt:i4>
      </vt:variant>
      <vt:variant>
        <vt:lpstr>Theme</vt:lpstr>
      </vt:variant>
      <vt:variant>
        <vt:i4>10</vt:i4>
      </vt:variant>
      <vt:variant>
        <vt:lpstr>Slide Titles</vt:lpstr>
      </vt:variant>
      <vt:variant>
        <vt:i4>40</vt:i4>
      </vt:variant>
    </vt:vector>
  </HeadingPairs>
  <TitlesOfParts>
    <vt:vector size="55" baseType="lpstr">
      <vt:lpstr>Arial</vt:lpstr>
      <vt:lpstr>Calibri</vt:lpstr>
      <vt:lpstr>Sakkal Majalla</vt:lpstr>
      <vt:lpstr>Verdana</vt:lpstr>
      <vt:lpstr>Wingdings</vt:lpstr>
      <vt:lpstr>1_Art and Design</vt:lpstr>
      <vt:lpstr>2_Beauty Therapy</vt:lpstr>
      <vt:lpstr>3_Business</vt:lpstr>
      <vt:lpstr>4_Construction</vt:lpstr>
      <vt:lpstr>5_Creative Media</vt:lpstr>
      <vt:lpstr>6_Engineering</vt:lpstr>
      <vt:lpstr>7_Hospitality</vt:lpstr>
      <vt:lpstr>8_Information Technology</vt:lpstr>
      <vt:lpstr>9_Land-based</vt:lpstr>
      <vt:lpstr>10_Travel and Tourism</vt:lpstr>
      <vt:lpstr>الوحدة 63 تشغيل أنظمة الإشعال الإلكتروني في المركبات واختبارها   </vt:lpstr>
      <vt:lpstr>PowerPoint Presentation</vt:lpstr>
      <vt:lpstr>PowerPoint Presentation</vt:lpstr>
      <vt:lpstr>نتاجات التعلم</vt:lpstr>
      <vt:lpstr>نتاج التعلم أ  </vt:lpstr>
      <vt:lpstr>PowerPoint Presentation</vt:lpstr>
      <vt:lpstr>PowerPoint Presentation</vt:lpstr>
      <vt:lpstr>PowerPoint Presentation</vt:lpstr>
      <vt:lpstr>PowerPoint Presentation</vt:lpstr>
      <vt:lpstr>PowerPoint Presentation</vt:lpstr>
      <vt:lpstr>PowerPoint Presentation</vt:lpstr>
      <vt:lpstr>نتاج التعلم ب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ج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نتاج التعلم د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3  Construction Science</dc:title>
  <dc:creator>Microsoft Office User</dc:creator>
  <cp:lastModifiedBy>Paul Winser</cp:lastModifiedBy>
  <cp:revision>283</cp:revision>
  <dcterms:created xsi:type="dcterms:W3CDTF">2020-07-15T07:14:47Z</dcterms:created>
  <dcterms:modified xsi:type="dcterms:W3CDTF">2024-12-11T23:11:53Z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ContentTypeId">
    <vt:lpwstr>0x01010011F2AC0EC27FF3458662E003F8FEC281</vt:lpwstr>
  </property>
  <property fmtid="{D5CDD505-2E9C-101B-9397-08002B2CF9AE}" pid="4" name="Order">
    <vt:r8>13842000</vt:r8>
  </property>
  <property fmtid="{D5CDD505-2E9C-101B-9397-08002B2CF9AE}" pid="5" name="xd_Signature">
    <vt:bool>false</vt:bool>
  </property>
  <property fmtid="{D5CDD505-2E9C-101B-9397-08002B2CF9AE}" pid="6" name="xd_ProgID">
    <vt:lpwstr/>
  </property>
  <property fmtid="{D5CDD505-2E9C-101B-9397-08002B2CF9AE}" pid="7" name="ComplianceAssetId">
    <vt:lpwstr/>
  </property>
  <property fmtid="{D5CDD505-2E9C-101B-9397-08002B2CF9AE}" pid="8" name="TemplateUrl">
    <vt:lpwstr/>
  </property>
  <property fmtid="{D5CDD505-2E9C-101B-9397-08002B2CF9AE}" pid="9" name="_ExtendedDescription">
    <vt:lpwstr/>
  </property>
  <property fmtid="{D5CDD505-2E9C-101B-9397-08002B2CF9AE}" pid="10" name="TriggerFlowInfo">
    <vt:lpwstr/>
  </property>
  <property fmtid="{D5CDD505-2E9C-101B-9397-08002B2CF9AE}" pid="11" name="MediaServiceImageTags">
    <vt:lpwstr/>
  </property>
</Properties>
</file>