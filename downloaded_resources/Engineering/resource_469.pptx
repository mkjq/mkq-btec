
<file path=[Content_Types].xml><?xml version="1.0" encoding="utf-8"?>
<Types xmlns="http://schemas.openxmlformats.org/package/2006/content-types">
  <Default Extension="bin" ContentType="audio/unknown"/>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8.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9.xml" ContentType="application/vnd.openxmlformats-officedocument.theme+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49"/>
  </p:notesMasterIdLst>
  <p:sldIdLst>
    <p:sldId id="256" r:id="rId14"/>
    <p:sldId id="257" r:id="rId15"/>
    <p:sldId id="258" r:id="rId16"/>
    <p:sldId id="272" r:id="rId17"/>
    <p:sldId id="305" r:id="rId18"/>
    <p:sldId id="319" r:id="rId19"/>
    <p:sldId id="318" r:id="rId20"/>
    <p:sldId id="310" r:id="rId21"/>
    <p:sldId id="321" r:id="rId22"/>
    <p:sldId id="306" r:id="rId23"/>
    <p:sldId id="314" r:id="rId24"/>
    <p:sldId id="344" r:id="rId25"/>
    <p:sldId id="307" r:id="rId26"/>
    <p:sldId id="342" r:id="rId27"/>
    <p:sldId id="325" r:id="rId28"/>
    <p:sldId id="343" r:id="rId29"/>
    <p:sldId id="337" r:id="rId30"/>
    <p:sldId id="338" r:id="rId31"/>
    <p:sldId id="308" r:id="rId32"/>
    <p:sldId id="309" r:id="rId33"/>
    <p:sldId id="327" r:id="rId34"/>
    <p:sldId id="328" r:id="rId35"/>
    <p:sldId id="329" r:id="rId36"/>
    <p:sldId id="316" r:id="rId37"/>
    <p:sldId id="331" r:id="rId38"/>
    <p:sldId id="332" r:id="rId39"/>
    <p:sldId id="333" r:id="rId40"/>
    <p:sldId id="334" r:id="rId41"/>
    <p:sldId id="346" r:id="rId42"/>
    <p:sldId id="335" r:id="rId43"/>
    <p:sldId id="347" r:id="rId44"/>
    <p:sldId id="345" r:id="rId45"/>
    <p:sldId id="348" r:id="rId46"/>
    <p:sldId id="339" r:id="rId47"/>
    <p:sldId id="349" r:id="rId48"/>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9EEEF13-0EC0-76B9-50FE-970E82479474}" name="Andrew Osborn" initials="AO" userId="S::AO@ATelSolutionsLtd.onmicrosoft.com::bbf21278-7109-4d99-a192-58bec04a2f0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0472C2-5A3C-4D1C-A5F2-15988437ADA3}" v="28" dt="2025-01-23T13:55:58.868"/>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94660"/>
  </p:normalViewPr>
  <p:slideViewPr>
    <p:cSldViewPr snapToGrid="0">
      <p:cViewPr varScale="1">
        <p:scale>
          <a:sx n="149" d="100"/>
          <a:sy n="149" d="100"/>
        </p:scale>
        <p:origin x="2046" y="120"/>
      </p:cViewPr>
      <p:guideLst>
        <p:guide orient="horz" pos="1933"/>
        <p:guide pos="2880"/>
        <p:guide pos="1791"/>
        <p:guide orient="horz" pos="3657"/>
        <p:guide pos="106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commentAuthors" Target="commentAuthors.xml"/><Relationship Id="rId55" Type="http://schemas.microsoft.com/office/2016/11/relationships/changesInfo" Target="changesInfos/changesInfo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theme" Target="theme/theme1.xml"/><Relationship Id="rId5" Type="http://schemas.openxmlformats.org/officeDocument/2006/relationships/slideMaster" Target="slideMasters/slideMaster2.xml"/><Relationship Id="rId19"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microsoft.com/office/2015/10/relationships/revisionInfo" Target="revisionInfo.xml"/><Relationship Id="rId8" Type="http://schemas.openxmlformats.org/officeDocument/2006/relationships/slideMaster" Target="slideMasters/slideMaster5.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notesMaster" Target="notesMasters/notesMaster1.xml"/><Relationship Id="rId57" Type="http://schemas.microsoft.com/office/2018/10/relationships/authors" Target="authors.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Winser" userId="c3146a91-e6bd-4264-bd86-e164e04bc32d" providerId="ADAL" clId="{500472C2-5A3C-4D1C-A5F2-15988437ADA3}"/>
    <pc:docChg chg="custSel addSld modSld">
      <pc:chgData name="Paul Winser" userId="c3146a91-e6bd-4264-bd86-e164e04bc32d" providerId="ADAL" clId="{500472C2-5A3C-4D1C-A5F2-15988437ADA3}" dt="2025-01-23T13:55:58.868" v="99"/>
      <pc:docMkLst>
        <pc:docMk/>
      </pc:docMkLst>
      <pc:sldChg chg="addSp modSp mod">
        <pc:chgData name="Paul Winser" userId="c3146a91-e6bd-4264-bd86-e164e04bc32d" providerId="ADAL" clId="{500472C2-5A3C-4D1C-A5F2-15988437ADA3}" dt="2025-01-06T11:45:12.323" v="2" actId="20577"/>
        <pc:sldMkLst>
          <pc:docMk/>
          <pc:sldMk cId="0" sldId="256"/>
        </pc:sldMkLst>
        <pc:spChg chg="add mod">
          <ac:chgData name="Paul Winser" userId="c3146a91-e6bd-4264-bd86-e164e04bc32d" providerId="ADAL" clId="{500472C2-5A3C-4D1C-A5F2-15988437ADA3}" dt="2025-01-06T11:45:12.323" v="2" actId="20577"/>
          <ac:spMkLst>
            <pc:docMk/>
            <pc:sldMk cId="0" sldId="256"/>
            <ac:spMk id="2" creationId="{93263A40-3D95-5D45-7B0E-520B031F201D}"/>
          </ac:spMkLst>
        </pc:spChg>
      </pc:sldChg>
      <pc:sldChg chg="addSp modSp">
        <pc:chgData name="Paul Winser" userId="c3146a91-e6bd-4264-bd86-e164e04bc32d" providerId="ADAL" clId="{500472C2-5A3C-4D1C-A5F2-15988437ADA3}" dt="2025-01-06T11:45:16.407" v="3"/>
        <pc:sldMkLst>
          <pc:docMk/>
          <pc:sldMk cId="0" sldId="257"/>
        </pc:sldMkLst>
        <pc:spChg chg="add mod">
          <ac:chgData name="Paul Winser" userId="c3146a91-e6bd-4264-bd86-e164e04bc32d" providerId="ADAL" clId="{500472C2-5A3C-4D1C-A5F2-15988437ADA3}" dt="2025-01-06T11:45:16.407" v="3"/>
          <ac:spMkLst>
            <pc:docMk/>
            <pc:sldMk cId="0" sldId="257"/>
            <ac:spMk id="2" creationId="{66E40DD4-4916-4D61-3707-1339D69B6EF5}"/>
          </ac:spMkLst>
        </pc:spChg>
      </pc:sldChg>
      <pc:sldChg chg="addSp modSp">
        <pc:chgData name="Paul Winser" userId="c3146a91-e6bd-4264-bd86-e164e04bc32d" providerId="ADAL" clId="{500472C2-5A3C-4D1C-A5F2-15988437ADA3}" dt="2025-01-06T11:45:17.698" v="4"/>
        <pc:sldMkLst>
          <pc:docMk/>
          <pc:sldMk cId="0" sldId="258"/>
        </pc:sldMkLst>
        <pc:spChg chg="add mod">
          <ac:chgData name="Paul Winser" userId="c3146a91-e6bd-4264-bd86-e164e04bc32d" providerId="ADAL" clId="{500472C2-5A3C-4D1C-A5F2-15988437ADA3}" dt="2025-01-06T11:45:17.698" v="4"/>
          <ac:spMkLst>
            <pc:docMk/>
            <pc:sldMk cId="0" sldId="258"/>
            <ac:spMk id="2" creationId="{33C3B205-11D1-3BC1-FB6D-AA08094291A4}"/>
          </ac:spMkLst>
        </pc:spChg>
      </pc:sldChg>
      <pc:sldChg chg="addSp modSp">
        <pc:chgData name="Paul Winser" userId="c3146a91-e6bd-4264-bd86-e164e04bc32d" providerId="ADAL" clId="{500472C2-5A3C-4D1C-A5F2-15988437ADA3}" dt="2025-01-06T11:45:19.374" v="5"/>
        <pc:sldMkLst>
          <pc:docMk/>
          <pc:sldMk cId="0" sldId="272"/>
        </pc:sldMkLst>
        <pc:spChg chg="add mod">
          <ac:chgData name="Paul Winser" userId="c3146a91-e6bd-4264-bd86-e164e04bc32d" providerId="ADAL" clId="{500472C2-5A3C-4D1C-A5F2-15988437ADA3}" dt="2025-01-06T11:45:19.374" v="5"/>
          <ac:spMkLst>
            <pc:docMk/>
            <pc:sldMk cId="0" sldId="272"/>
            <ac:spMk id="2" creationId="{69D42C9F-021A-BB0A-AEA5-0AD359AE640A}"/>
          </ac:spMkLst>
        </pc:spChg>
      </pc:sldChg>
      <pc:sldChg chg="addSp modSp">
        <pc:chgData name="Paul Winser" userId="c3146a91-e6bd-4264-bd86-e164e04bc32d" providerId="ADAL" clId="{500472C2-5A3C-4D1C-A5F2-15988437ADA3}" dt="2025-01-06T11:45:22.003" v="6"/>
        <pc:sldMkLst>
          <pc:docMk/>
          <pc:sldMk cId="884549766" sldId="305"/>
        </pc:sldMkLst>
        <pc:spChg chg="add mod">
          <ac:chgData name="Paul Winser" userId="c3146a91-e6bd-4264-bd86-e164e04bc32d" providerId="ADAL" clId="{500472C2-5A3C-4D1C-A5F2-15988437ADA3}" dt="2025-01-06T11:45:22.003" v="6"/>
          <ac:spMkLst>
            <pc:docMk/>
            <pc:sldMk cId="884549766" sldId="305"/>
            <ac:spMk id="2" creationId="{E6EF18C1-5C97-FE2A-BD7C-B2DADD7DD1FA}"/>
          </ac:spMkLst>
        </pc:spChg>
      </pc:sldChg>
      <pc:sldChg chg="addSp modSp">
        <pc:chgData name="Paul Winser" userId="c3146a91-e6bd-4264-bd86-e164e04bc32d" providerId="ADAL" clId="{500472C2-5A3C-4D1C-A5F2-15988437ADA3}" dt="2025-01-06T11:45:35.108" v="11"/>
        <pc:sldMkLst>
          <pc:docMk/>
          <pc:sldMk cId="588007661" sldId="306"/>
        </pc:sldMkLst>
        <pc:spChg chg="add mod">
          <ac:chgData name="Paul Winser" userId="c3146a91-e6bd-4264-bd86-e164e04bc32d" providerId="ADAL" clId="{500472C2-5A3C-4D1C-A5F2-15988437ADA3}" dt="2025-01-06T11:45:35.108" v="11"/>
          <ac:spMkLst>
            <pc:docMk/>
            <pc:sldMk cId="588007661" sldId="306"/>
            <ac:spMk id="2" creationId="{F43BCCAF-7436-F48B-598C-738298DD174A}"/>
          </ac:spMkLst>
        </pc:spChg>
      </pc:sldChg>
      <pc:sldChg chg="addSp delSp modSp mod">
        <pc:chgData name="Paul Winser" userId="c3146a91-e6bd-4264-bd86-e164e04bc32d" providerId="ADAL" clId="{500472C2-5A3C-4D1C-A5F2-15988437ADA3}" dt="2025-01-14T16:10:45.831" v="56" actId="1076"/>
        <pc:sldMkLst>
          <pc:docMk/>
          <pc:sldMk cId="3621417310" sldId="307"/>
        </pc:sldMkLst>
        <pc:spChg chg="add mod">
          <ac:chgData name="Paul Winser" userId="c3146a91-e6bd-4264-bd86-e164e04bc32d" providerId="ADAL" clId="{500472C2-5A3C-4D1C-A5F2-15988437ADA3}" dt="2025-01-06T11:45:41.051" v="14"/>
          <ac:spMkLst>
            <pc:docMk/>
            <pc:sldMk cId="3621417310" sldId="307"/>
            <ac:spMk id="2" creationId="{F343231B-BEB1-52C5-8FED-450ECEE83859}"/>
          </ac:spMkLst>
        </pc:spChg>
        <pc:picChg chg="add mod">
          <ac:chgData name="Paul Winser" userId="c3146a91-e6bd-4264-bd86-e164e04bc32d" providerId="ADAL" clId="{500472C2-5A3C-4D1C-A5F2-15988437ADA3}" dt="2025-01-14T16:10:45.831" v="56" actId="1076"/>
          <ac:picMkLst>
            <pc:docMk/>
            <pc:sldMk cId="3621417310" sldId="307"/>
            <ac:picMk id="3" creationId="{EB5B6EB5-7C0C-975E-030C-A2B2E55EB8E6}"/>
          </ac:picMkLst>
        </pc:picChg>
        <pc:picChg chg="del">
          <ac:chgData name="Paul Winser" userId="c3146a91-e6bd-4264-bd86-e164e04bc32d" providerId="ADAL" clId="{500472C2-5A3C-4D1C-A5F2-15988437ADA3}" dt="2025-01-14T16:10:43.960" v="54" actId="478"/>
          <ac:picMkLst>
            <pc:docMk/>
            <pc:sldMk cId="3621417310" sldId="307"/>
            <ac:picMk id="4" creationId="{A6D7036E-494A-E87B-8428-6CF93B8C9F5C}"/>
          </ac:picMkLst>
        </pc:picChg>
      </pc:sldChg>
      <pc:sldChg chg="addSp modSp">
        <pc:chgData name="Paul Winser" userId="c3146a91-e6bd-4264-bd86-e164e04bc32d" providerId="ADAL" clId="{500472C2-5A3C-4D1C-A5F2-15988437ADA3}" dt="2025-01-06T11:45:50.304" v="20"/>
        <pc:sldMkLst>
          <pc:docMk/>
          <pc:sldMk cId="2005355495" sldId="308"/>
        </pc:sldMkLst>
        <pc:spChg chg="add mod">
          <ac:chgData name="Paul Winser" userId="c3146a91-e6bd-4264-bd86-e164e04bc32d" providerId="ADAL" clId="{500472C2-5A3C-4D1C-A5F2-15988437ADA3}" dt="2025-01-06T11:45:50.304" v="20"/>
          <ac:spMkLst>
            <pc:docMk/>
            <pc:sldMk cId="2005355495" sldId="308"/>
            <ac:spMk id="2" creationId="{0477AF17-414C-9E2E-B8CC-52DF2D78B08D}"/>
          </ac:spMkLst>
        </pc:spChg>
      </pc:sldChg>
      <pc:sldChg chg="addSp delSp modSp mod">
        <pc:chgData name="Paul Winser" userId="c3146a91-e6bd-4264-bd86-e164e04bc32d" providerId="ADAL" clId="{500472C2-5A3C-4D1C-A5F2-15988437ADA3}" dt="2025-01-14T16:11:39.329" v="74" actId="1076"/>
        <pc:sldMkLst>
          <pc:docMk/>
          <pc:sldMk cId="47175209" sldId="309"/>
        </pc:sldMkLst>
        <pc:spChg chg="add mod">
          <ac:chgData name="Paul Winser" userId="c3146a91-e6bd-4264-bd86-e164e04bc32d" providerId="ADAL" clId="{500472C2-5A3C-4D1C-A5F2-15988437ADA3}" dt="2025-01-06T11:45:51.881" v="21"/>
          <ac:spMkLst>
            <pc:docMk/>
            <pc:sldMk cId="47175209" sldId="309"/>
            <ac:spMk id="2" creationId="{B6BAA5E6-0A2C-1B2E-796D-25A339E0E7CD}"/>
          </ac:spMkLst>
        </pc:spChg>
        <pc:picChg chg="del">
          <ac:chgData name="Paul Winser" userId="c3146a91-e6bd-4264-bd86-e164e04bc32d" providerId="ADAL" clId="{500472C2-5A3C-4D1C-A5F2-15988437ADA3}" dt="2025-01-14T16:11:33.406" v="71" actId="478"/>
          <ac:picMkLst>
            <pc:docMk/>
            <pc:sldMk cId="47175209" sldId="309"/>
            <ac:picMk id="3" creationId="{445ED95E-F864-0F18-CC9F-853D8AD6FFB5}"/>
          </ac:picMkLst>
        </pc:picChg>
        <pc:picChg chg="add mod ord">
          <ac:chgData name="Paul Winser" userId="c3146a91-e6bd-4264-bd86-e164e04bc32d" providerId="ADAL" clId="{500472C2-5A3C-4D1C-A5F2-15988437ADA3}" dt="2025-01-14T16:11:39.329" v="74" actId="1076"/>
          <ac:picMkLst>
            <pc:docMk/>
            <pc:sldMk cId="47175209" sldId="309"/>
            <ac:picMk id="4" creationId="{A5D89EEE-9B7E-341B-83D8-1D6792B20873}"/>
          </ac:picMkLst>
        </pc:picChg>
      </pc:sldChg>
      <pc:sldChg chg="addSp modSp">
        <pc:chgData name="Paul Winser" userId="c3146a91-e6bd-4264-bd86-e164e04bc32d" providerId="ADAL" clId="{500472C2-5A3C-4D1C-A5F2-15988437ADA3}" dt="2025-01-06T11:45:30.963" v="9"/>
        <pc:sldMkLst>
          <pc:docMk/>
          <pc:sldMk cId="3282266377" sldId="310"/>
        </pc:sldMkLst>
        <pc:spChg chg="add mod">
          <ac:chgData name="Paul Winser" userId="c3146a91-e6bd-4264-bd86-e164e04bc32d" providerId="ADAL" clId="{500472C2-5A3C-4D1C-A5F2-15988437ADA3}" dt="2025-01-06T11:45:30.963" v="9"/>
          <ac:spMkLst>
            <pc:docMk/>
            <pc:sldMk cId="3282266377" sldId="310"/>
            <ac:spMk id="2" creationId="{594F8CB8-2CD3-E987-4744-1AA45BE5E9F2}"/>
          </ac:spMkLst>
        </pc:spChg>
      </pc:sldChg>
      <pc:sldChg chg="addSp modSp">
        <pc:chgData name="Paul Winser" userId="c3146a91-e6bd-4264-bd86-e164e04bc32d" providerId="ADAL" clId="{500472C2-5A3C-4D1C-A5F2-15988437ADA3}" dt="2025-01-06T11:45:37.436" v="12"/>
        <pc:sldMkLst>
          <pc:docMk/>
          <pc:sldMk cId="150737381" sldId="314"/>
        </pc:sldMkLst>
        <pc:spChg chg="add mod">
          <ac:chgData name="Paul Winser" userId="c3146a91-e6bd-4264-bd86-e164e04bc32d" providerId="ADAL" clId="{500472C2-5A3C-4D1C-A5F2-15988437ADA3}" dt="2025-01-06T11:45:37.436" v="12"/>
          <ac:spMkLst>
            <pc:docMk/>
            <pc:sldMk cId="150737381" sldId="314"/>
            <ac:spMk id="2" creationId="{4A4F0AB1-043D-7840-0DD6-0D6E601EC334}"/>
          </ac:spMkLst>
        </pc:spChg>
      </pc:sldChg>
      <pc:sldChg chg="addSp delSp modSp mod">
        <pc:chgData name="Paul Winser" userId="c3146a91-e6bd-4264-bd86-e164e04bc32d" providerId="ADAL" clId="{500472C2-5A3C-4D1C-A5F2-15988437ADA3}" dt="2025-01-14T16:13:06.577" v="87" actId="1076"/>
        <pc:sldMkLst>
          <pc:docMk/>
          <pc:sldMk cId="4084716573" sldId="316"/>
        </pc:sldMkLst>
        <pc:spChg chg="add mod">
          <ac:chgData name="Paul Winser" userId="c3146a91-e6bd-4264-bd86-e164e04bc32d" providerId="ADAL" clId="{500472C2-5A3C-4D1C-A5F2-15988437ADA3}" dt="2025-01-06T11:45:57.600" v="25"/>
          <ac:spMkLst>
            <pc:docMk/>
            <pc:sldMk cId="4084716573" sldId="316"/>
            <ac:spMk id="2" creationId="{100AB8E7-1DAC-3181-5D3F-A4AC419ECA6D}"/>
          </ac:spMkLst>
        </pc:spChg>
        <pc:picChg chg="add mod">
          <ac:chgData name="Paul Winser" userId="c3146a91-e6bd-4264-bd86-e164e04bc32d" providerId="ADAL" clId="{500472C2-5A3C-4D1C-A5F2-15988437ADA3}" dt="2025-01-14T16:13:06.577" v="87" actId="1076"/>
          <ac:picMkLst>
            <pc:docMk/>
            <pc:sldMk cId="4084716573" sldId="316"/>
            <ac:picMk id="3" creationId="{1973A240-A143-0907-F595-388AA5ACD39E}"/>
          </ac:picMkLst>
        </pc:picChg>
        <pc:picChg chg="del">
          <ac:chgData name="Paul Winser" userId="c3146a91-e6bd-4264-bd86-e164e04bc32d" providerId="ADAL" clId="{500472C2-5A3C-4D1C-A5F2-15988437ADA3}" dt="2025-01-14T16:13:03.342" v="85" actId="478"/>
          <ac:picMkLst>
            <pc:docMk/>
            <pc:sldMk cId="4084716573" sldId="316"/>
            <ac:picMk id="9" creationId="{2E082D6D-A0BB-E233-04AE-E81EBD12704C}"/>
          </ac:picMkLst>
        </pc:picChg>
      </pc:sldChg>
      <pc:sldChg chg="addSp modSp mod">
        <pc:chgData name="Paul Winser" userId="c3146a91-e6bd-4264-bd86-e164e04bc32d" providerId="ADAL" clId="{500472C2-5A3C-4D1C-A5F2-15988437ADA3}" dt="2025-01-14T16:10:02.507" v="45" actId="1076"/>
        <pc:sldMkLst>
          <pc:docMk/>
          <pc:sldMk cId="2538407088" sldId="318"/>
        </pc:sldMkLst>
        <pc:spChg chg="add mod">
          <ac:chgData name="Paul Winser" userId="c3146a91-e6bd-4264-bd86-e164e04bc32d" providerId="ADAL" clId="{500472C2-5A3C-4D1C-A5F2-15988437ADA3}" dt="2025-01-06T11:45:29.319" v="8"/>
          <ac:spMkLst>
            <pc:docMk/>
            <pc:sldMk cId="2538407088" sldId="318"/>
            <ac:spMk id="2" creationId="{3C4A1CC1-6C47-A346-AAB2-23FFD7DEAD9B}"/>
          </ac:spMkLst>
        </pc:spChg>
        <pc:picChg chg="mod">
          <ac:chgData name="Paul Winser" userId="c3146a91-e6bd-4264-bd86-e164e04bc32d" providerId="ADAL" clId="{500472C2-5A3C-4D1C-A5F2-15988437ADA3}" dt="2025-01-14T16:09:51.957" v="39" actId="1076"/>
          <ac:picMkLst>
            <pc:docMk/>
            <pc:sldMk cId="2538407088" sldId="318"/>
            <ac:picMk id="3" creationId="{E210D685-A6F4-2400-461B-9E588139C923}"/>
          </ac:picMkLst>
        </pc:picChg>
        <pc:picChg chg="mod">
          <ac:chgData name="Paul Winser" userId="c3146a91-e6bd-4264-bd86-e164e04bc32d" providerId="ADAL" clId="{500472C2-5A3C-4D1C-A5F2-15988437ADA3}" dt="2025-01-14T16:10:02.507" v="45" actId="1076"/>
          <ac:picMkLst>
            <pc:docMk/>
            <pc:sldMk cId="2538407088" sldId="318"/>
            <ac:picMk id="4" creationId="{69FA7578-DB02-1F87-4E2D-6D73FFF56E74}"/>
          </ac:picMkLst>
        </pc:picChg>
      </pc:sldChg>
      <pc:sldChg chg="addSp delSp modSp mod">
        <pc:chgData name="Paul Winser" userId="c3146a91-e6bd-4264-bd86-e164e04bc32d" providerId="ADAL" clId="{500472C2-5A3C-4D1C-A5F2-15988437ADA3}" dt="2025-01-14T16:09:48.324" v="38" actId="1076"/>
        <pc:sldMkLst>
          <pc:docMk/>
          <pc:sldMk cId="131694626" sldId="319"/>
        </pc:sldMkLst>
        <pc:spChg chg="add mod">
          <ac:chgData name="Paul Winser" userId="c3146a91-e6bd-4264-bd86-e164e04bc32d" providerId="ADAL" clId="{500472C2-5A3C-4D1C-A5F2-15988437ADA3}" dt="2025-01-06T11:45:26.837" v="7"/>
          <ac:spMkLst>
            <pc:docMk/>
            <pc:sldMk cId="131694626" sldId="319"/>
            <ac:spMk id="2" creationId="{CB09EB0E-C31F-23A0-29E2-7112AD8B49AB}"/>
          </ac:spMkLst>
        </pc:spChg>
        <pc:picChg chg="add mod">
          <ac:chgData name="Paul Winser" userId="c3146a91-e6bd-4264-bd86-e164e04bc32d" providerId="ADAL" clId="{500472C2-5A3C-4D1C-A5F2-15988437ADA3}" dt="2025-01-14T16:09:48.324" v="38" actId="1076"/>
          <ac:picMkLst>
            <pc:docMk/>
            <pc:sldMk cId="131694626" sldId="319"/>
            <ac:picMk id="3" creationId="{8BEC32B0-7589-60D5-304D-776B725C1EEE}"/>
          </ac:picMkLst>
        </pc:picChg>
        <pc:picChg chg="del">
          <ac:chgData name="Paul Winser" userId="c3146a91-e6bd-4264-bd86-e164e04bc32d" providerId="ADAL" clId="{500472C2-5A3C-4D1C-A5F2-15988437ADA3}" dt="2025-01-14T16:09:45.397" v="36" actId="478"/>
          <ac:picMkLst>
            <pc:docMk/>
            <pc:sldMk cId="131694626" sldId="319"/>
            <ac:picMk id="6" creationId="{536FE021-CB93-DAB6-C25F-9B9A66D44CFC}"/>
          </ac:picMkLst>
        </pc:picChg>
      </pc:sldChg>
      <pc:sldChg chg="addSp delSp modSp mod">
        <pc:chgData name="Paul Winser" userId="c3146a91-e6bd-4264-bd86-e164e04bc32d" providerId="ADAL" clId="{500472C2-5A3C-4D1C-A5F2-15988437ADA3}" dt="2025-01-14T16:10:19.177" v="50" actId="1076"/>
        <pc:sldMkLst>
          <pc:docMk/>
          <pc:sldMk cId="2040820561" sldId="321"/>
        </pc:sldMkLst>
        <pc:spChg chg="add mod">
          <ac:chgData name="Paul Winser" userId="c3146a91-e6bd-4264-bd86-e164e04bc32d" providerId="ADAL" clId="{500472C2-5A3C-4D1C-A5F2-15988437ADA3}" dt="2025-01-06T11:45:33.680" v="10"/>
          <ac:spMkLst>
            <pc:docMk/>
            <pc:sldMk cId="2040820561" sldId="321"/>
            <ac:spMk id="2" creationId="{11106007-1DEA-6009-4AC5-CF7690425629}"/>
          </ac:spMkLst>
        </pc:spChg>
        <pc:picChg chg="add mod">
          <ac:chgData name="Paul Winser" userId="c3146a91-e6bd-4264-bd86-e164e04bc32d" providerId="ADAL" clId="{500472C2-5A3C-4D1C-A5F2-15988437ADA3}" dt="2025-01-14T16:10:19.177" v="50" actId="1076"/>
          <ac:picMkLst>
            <pc:docMk/>
            <pc:sldMk cId="2040820561" sldId="321"/>
            <ac:picMk id="3" creationId="{803B8C77-F764-5470-D83D-C516235710FF}"/>
          </ac:picMkLst>
        </pc:picChg>
        <pc:picChg chg="del">
          <ac:chgData name="Paul Winser" userId="c3146a91-e6bd-4264-bd86-e164e04bc32d" providerId="ADAL" clId="{500472C2-5A3C-4D1C-A5F2-15988437ADA3}" dt="2025-01-14T16:10:13.334" v="46" actId="478"/>
          <ac:picMkLst>
            <pc:docMk/>
            <pc:sldMk cId="2040820561" sldId="321"/>
            <ac:picMk id="9" creationId="{C395FD62-2C3A-D4ED-5BAB-7393C9ECA9A5}"/>
          </ac:picMkLst>
        </pc:picChg>
      </pc:sldChg>
      <pc:sldChg chg="addSp delSp modSp mod">
        <pc:chgData name="Paul Winser" userId="c3146a91-e6bd-4264-bd86-e164e04bc32d" providerId="ADAL" clId="{500472C2-5A3C-4D1C-A5F2-15988437ADA3}" dt="2025-01-14T16:11:07.661" v="64" actId="1076"/>
        <pc:sldMkLst>
          <pc:docMk/>
          <pc:sldMk cId="3847894277" sldId="325"/>
        </pc:sldMkLst>
        <pc:spChg chg="add mod">
          <ac:chgData name="Paul Winser" userId="c3146a91-e6bd-4264-bd86-e164e04bc32d" providerId="ADAL" clId="{500472C2-5A3C-4D1C-A5F2-15988437ADA3}" dt="2025-01-06T11:45:44.063" v="16"/>
          <ac:spMkLst>
            <pc:docMk/>
            <pc:sldMk cId="3847894277" sldId="325"/>
            <ac:spMk id="2" creationId="{F934DB46-D286-654D-C7C2-7E2589C91E9E}"/>
          </ac:spMkLst>
        </pc:spChg>
        <pc:picChg chg="add mod">
          <ac:chgData name="Paul Winser" userId="c3146a91-e6bd-4264-bd86-e164e04bc32d" providerId="ADAL" clId="{500472C2-5A3C-4D1C-A5F2-15988437ADA3}" dt="2025-01-14T16:11:07.661" v="64" actId="1076"/>
          <ac:picMkLst>
            <pc:docMk/>
            <pc:sldMk cId="3847894277" sldId="325"/>
            <ac:picMk id="4" creationId="{7E383E9B-19EC-379B-089F-B3B268A96107}"/>
          </ac:picMkLst>
        </pc:picChg>
        <pc:picChg chg="del">
          <ac:chgData name="Paul Winser" userId="c3146a91-e6bd-4264-bd86-e164e04bc32d" providerId="ADAL" clId="{500472C2-5A3C-4D1C-A5F2-15988437ADA3}" dt="2025-01-14T16:11:02.600" v="60" actId="478"/>
          <ac:picMkLst>
            <pc:docMk/>
            <pc:sldMk cId="3847894277" sldId="325"/>
            <ac:picMk id="5" creationId="{EEC6C101-3BEE-CD5E-52C9-BFEA6BA47E9F}"/>
          </ac:picMkLst>
        </pc:picChg>
      </pc:sldChg>
      <pc:sldChg chg="addSp delSp modSp mod">
        <pc:chgData name="Paul Winser" userId="c3146a91-e6bd-4264-bd86-e164e04bc32d" providerId="ADAL" clId="{500472C2-5A3C-4D1C-A5F2-15988437ADA3}" dt="2025-01-14T16:11:45.377" v="76"/>
        <pc:sldMkLst>
          <pc:docMk/>
          <pc:sldMk cId="2928623457" sldId="327"/>
        </pc:sldMkLst>
        <pc:spChg chg="add mod">
          <ac:chgData name="Paul Winser" userId="c3146a91-e6bd-4264-bd86-e164e04bc32d" providerId="ADAL" clId="{500472C2-5A3C-4D1C-A5F2-15988437ADA3}" dt="2025-01-06T11:45:53.399" v="22"/>
          <ac:spMkLst>
            <pc:docMk/>
            <pc:sldMk cId="2928623457" sldId="327"/>
            <ac:spMk id="2" creationId="{FA0C025A-102E-B20F-D55C-CF8A69D4F748}"/>
          </ac:spMkLst>
        </pc:spChg>
        <pc:picChg chg="add mod">
          <ac:chgData name="Paul Winser" userId="c3146a91-e6bd-4264-bd86-e164e04bc32d" providerId="ADAL" clId="{500472C2-5A3C-4D1C-A5F2-15988437ADA3}" dt="2025-01-14T16:11:45.377" v="76"/>
          <ac:picMkLst>
            <pc:docMk/>
            <pc:sldMk cId="2928623457" sldId="327"/>
            <ac:picMk id="3" creationId="{CB5A8155-7884-240D-E292-356AF998654C}"/>
          </ac:picMkLst>
        </pc:picChg>
        <pc:picChg chg="del">
          <ac:chgData name="Paul Winser" userId="c3146a91-e6bd-4264-bd86-e164e04bc32d" providerId="ADAL" clId="{500472C2-5A3C-4D1C-A5F2-15988437ADA3}" dt="2025-01-14T16:11:45.221" v="75" actId="478"/>
          <ac:picMkLst>
            <pc:docMk/>
            <pc:sldMk cId="2928623457" sldId="327"/>
            <ac:picMk id="7" creationId="{0E730B10-E778-2794-F0E5-072449B9376A}"/>
          </ac:picMkLst>
        </pc:picChg>
      </pc:sldChg>
      <pc:sldChg chg="addSp delSp modSp mod">
        <pc:chgData name="Paul Winser" userId="c3146a91-e6bd-4264-bd86-e164e04bc32d" providerId="ADAL" clId="{500472C2-5A3C-4D1C-A5F2-15988437ADA3}" dt="2025-01-14T16:11:53.071" v="78"/>
        <pc:sldMkLst>
          <pc:docMk/>
          <pc:sldMk cId="4138826217" sldId="328"/>
        </pc:sldMkLst>
        <pc:spChg chg="add mod">
          <ac:chgData name="Paul Winser" userId="c3146a91-e6bd-4264-bd86-e164e04bc32d" providerId="ADAL" clId="{500472C2-5A3C-4D1C-A5F2-15988437ADA3}" dt="2025-01-06T11:45:54.966" v="23"/>
          <ac:spMkLst>
            <pc:docMk/>
            <pc:sldMk cId="4138826217" sldId="328"/>
            <ac:spMk id="3" creationId="{7FA6FDAD-F020-80AE-4CF8-FD209083F2EB}"/>
          </ac:spMkLst>
        </pc:spChg>
        <pc:picChg chg="add mod">
          <ac:chgData name="Paul Winser" userId="c3146a91-e6bd-4264-bd86-e164e04bc32d" providerId="ADAL" clId="{500472C2-5A3C-4D1C-A5F2-15988437ADA3}" dt="2025-01-14T16:11:53.071" v="78"/>
          <ac:picMkLst>
            <pc:docMk/>
            <pc:sldMk cId="4138826217" sldId="328"/>
            <ac:picMk id="4" creationId="{8FBD98C5-6D8D-6FC9-82B1-9728DDAF11C7}"/>
          </ac:picMkLst>
        </pc:picChg>
        <pc:picChg chg="del">
          <ac:chgData name="Paul Winser" userId="c3146a91-e6bd-4264-bd86-e164e04bc32d" providerId="ADAL" clId="{500472C2-5A3C-4D1C-A5F2-15988437ADA3}" dt="2025-01-14T16:11:52.942" v="77" actId="478"/>
          <ac:picMkLst>
            <pc:docMk/>
            <pc:sldMk cId="4138826217" sldId="328"/>
            <ac:picMk id="7" creationId="{338EB170-BE26-BAE9-F16B-3FC9B1FBC98B}"/>
          </ac:picMkLst>
        </pc:picChg>
      </pc:sldChg>
      <pc:sldChg chg="addSp delSp modSp mod">
        <pc:chgData name="Paul Winser" userId="c3146a91-e6bd-4264-bd86-e164e04bc32d" providerId="ADAL" clId="{500472C2-5A3C-4D1C-A5F2-15988437ADA3}" dt="2025-01-14T16:12:10.590" v="84" actId="1076"/>
        <pc:sldMkLst>
          <pc:docMk/>
          <pc:sldMk cId="3297963513" sldId="329"/>
        </pc:sldMkLst>
        <pc:spChg chg="add mod">
          <ac:chgData name="Paul Winser" userId="c3146a91-e6bd-4264-bd86-e164e04bc32d" providerId="ADAL" clId="{500472C2-5A3C-4D1C-A5F2-15988437ADA3}" dt="2025-01-06T11:45:56.432" v="24"/>
          <ac:spMkLst>
            <pc:docMk/>
            <pc:sldMk cId="3297963513" sldId="329"/>
            <ac:spMk id="3" creationId="{A922511D-AF99-0241-D761-E45B93978156}"/>
          </ac:spMkLst>
        </pc:spChg>
        <pc:picChg chg="del">
          <ac:chgData name="Paul Winser" userId="c3146a91-e6bd-4264-bd86-e164e04bc32d" providerId="ADAL" clId="{500472C2-5A3C-4D1C-A5F2-15988437ADA3}" dt="2025-01-14T16:12:03.228" v="79" actId="478"/>
          <ac:picMkLst>
            <pc:docMk/>
            <pc:sldMk cId="3297963513" sldId="329"/>
            <ac:picMk id="4" creationId="{2E164686-4EA0-C01D-C797-0E1A0387DB59}"/>
          </ac:picMkLst>
        </pc:picChg>
        <pc:picChg chg="add mod">
          <ac:chgData name="Paul Winser" userId="c3146a91-e6bd-4264-bd86-e164e04bc32d" providerId="ADAL" clId="{500472C2-5A3C-4D1C-A5F2-15988437ADA3}" dt="2025-01-14T16:12:05.254" v="81" actId="1076"/>
          <ac:picMkLst>
            <pc:docMk/>
            <pc:sldMk cId="3297963513" sldId="329"/>
            <ac:picMk id="6" creationId="{B385F6C4-ECEF-B8E7-946F-00D32ED09076}"/>
          </ac:picMkLst>
        </pc:picChg>
        <pc:picChg chg="add mod">
          <ac:chgData name="Paul Winser" userId="c3146a91-e6bd-4264-bd86-e164e04bc32d" providerId="ADAL" clId="{500472C2-5A3C-4D1C-A5F2-15988437ADA3}" dt="2025-01-14T16:12:10.590" v="84" actId="1076"/>
          <ac:picMkLst>
            <pc:docMk/>
            <pc:sldMk cId="3297963513" sldId="329"/>
            <ac:picMk id="7" creationId="{9514DD02-3044-DA66-8D94-6116D223AA92}"/>
          </ac:picMkLst>
        </pc:picChg>
        <pc:picChg chg="del">
          <ac:chgData name="Paul Winser" userId="c3146a91-e6bd-4264-bd86-e164e04bc32d" providerId="ADAL" clId="{500472C2-5A3C-4D1C-A5F2-15988437ADA3}" dt="2025-01-14T16:12:08.690" v="82" actId="478"/>
          <ac:picMkLst>
            <pc:docMk/>
            <pc:sldMk cId="3297963513" sldId="329"/>
            <ac:picMk id="12" creationId="{9AD24E48-271E-48AF-75BA-A036896563D2}"/>
          </ac:picMkLst>
        </pc:picChg>
      </pc:sldChg>
      <pc:sldChg chg="addSp modSp">
        <pc:chgData name="Paul Winser" userId="c3146a91-e6bd-4264-bd86-e164e04bc32d" providerId="ADAL" clId="{500472C2-5A3C-4D1C-A5F2-15988437ADA3}" dt="2025-01-06T11:45:59.006" v="26"/>
        <pc:sldMkLst>
          <pc:docMk/>
          <pc:sldMk cId="2054735207" sldId="331"/>
        </pc:sldMkLst>
        <pc:spChg chg="add mod">
          <ac:chgData name="Paul Winser" userId="c3146a91-e6bd-4264-bd86-e164e04bc32d" providerId="ADAL" clId="{500472C2-5A3C-4D1C-A5F2-15988437ADA3}" dt="2025-01-06T11:45:59.006" v="26"/>
          <ac:spMkLst>
            <pc:docMk/>
            <pc:sldMk cId="2054735207" sldId="331"/>
            <ac:spMk id="2" creationId="{172EA458-C541-7D70-8E97-0B6389DC349B}"/>
          </ac:spMkLst>
        </pc:spChg>
      </pc:sldChg>
      <pc:sldChg chg="addSp modSp">
        <pc:chgData name="Paul Winser" userId="c3146a91-e6bd-4264-bd86-e164e04bc32d" providerId="ADAL" clId="{500472C2-5A3C-4D1C-A5F2-15988437ADA3}" dt="2025-01-06T11:46:00.287" v="27"/>
        <pc:sldMkLst>
          <pc:docMk/>
          <pc:sldMk cId="2155902179" sldId="332"/>
        </pc:sldMkLst>
        <pc:spChg chg="add mod">
          <ac:chgData name="Paul Winser" userId="c3146a91-e6bd-4264-bd86-e164e04bc32d" providerId="ADAL" clId="{500472C2-5A3C-4D1C-A5F2-15988437ADA3}" dt="2025-01-06T11:46:00.287" v="27"/>
          <ac:spMkLst>
            <pc:docMk/>
            <pc:sldMk cId="2155902179" sldId="332"/>
            <ac:spMk id="2" creationId="{D7C0F426-E5B2-C6A0-0EBB-19C1B4C85369}"/>
          </ac:spMkLst>
        </pc:spChg>
      </pc:sldChg>
      <pc:sldChg chg="addSp modSp">
        <pc:chgData name="Paul Winser" userId="c3146a91-e6bd-4264-bd86-e164e04bc32d" providerId="ADAL" clId="{500472C2-5A3C-4D1C-A5F2-15988437ADA3}" dt="2025-01-06T11:46:01.761" v="28"/>
        <pc:sldMkLst>
          <pc:docMk/>
          <pc:sldMk cId="3333376596" sldId="333"/>
        </pc:sldMkLst>
        <pc:spChg chg="add mod">
          <ac:chgData name="Paul Winser" userId="c3146a91-e6bd-4264-bd86-e164e04bc32d" providerId="ADAL" clId="{500472C2-5A3C-4D1C-A5F2-15988437ADA3}" dt="2025-01-06T11:46:01.761" v="28"/>
          <ac:spMkLst>
            <pc:docMk/>
            <pc:sldMk cId="3333376596" sldId="333"/>
            <ac:spMk id="2" creationId="{A7FAD488-ECEB-A2D1-41AA-5102DC1F0192}"/>
          </ac:spMkLst>
        </pc:spChg>
      </pc:sldChg>
      <pc:sldChg chg="addSp modSp">
        <pc:chgData name="Paul Winser" userId="c3146a91-e6bd-4264-bd86-e164e04bc32d" providerId="ADAL" clId="{500472C2-5A3C-4D1C-A5F2-15988437ADA3}" dt="2025-01-06T11:46:03.240" v="29"/>
        <pc:sldMkLst>
          <pc:docMk/>
          <pc:sldMk cId="1500738825" sldId="334"/>
        </pc:sldMkLst>
        <pc:spChg chg="add mod">
          <ac:chgData name="Paul Winser" userId="c3146a91-e6bd-4264-bd86-e164e04bc32d" providerId="ADAL" clId="{500472C2-5A3C-4D1C-A5F2-15988437ADA3}" dt="2025-01-06T11:46:03.240" v="29"/>
          <ac:spMkLst>
            <pc:docMk/>
            <pc:sldMk cId="1500738825" sldId="334"/>
            <ac:spMk id="2" creationId="{028C882F-A349-D542-ABBA-54D1B1D50B11}"/>
          </ac:spMkLst>
        </pc:spChg>
      </pc:sldChg>
      <pc:sldChg chg="addSp modSp">
        <pc:chgData name="Paul Winser" userId="c3146a91-e6bd-4264-bd86-e164e04bc32d" providerId="ADAL" clId="{500472C2-5A3C-4D1C-A5F2-15988437ADA3}" dt="2025-01-06T11:46:06.994" v="31"/>
        <pc:sldMkLst>
          <pc:docMk/>
          <pc:sldMk cId="2140443859" sldId="335"/>
        </pc:sldMkLst>
        <pc:spChg chg="add mod">
          <ac:chgData name="Paul Winser" userId="c3146a91-e6bd-4264-bd86-e164e04bc32d" providerId="ADAL" clId="{500472C2-5A3C-4D1C-A5F2-15988437ADA3}" dt="2025-01-06T11:46:06.994" v="31"/>
          <ac:spMkLst>
            <pc:docMk/>
            <pc:sldMk cId="2140443859" sldId="335"/>
            <ac:spMk id="2" creationId="{3602FF4B-6100-D929-C065-07FD86E7D927}"/>
          </ac:spMkLst>
        </pc:spChg>
      </pc:sldChg>
      <pc:sldChg chg="addSp modSp">
        <pc:chgData name="Paul Winser" userId="c3146a91-e6bd-4264-bd86-e164e04bc32d" providerId="ADAL" clId="{500472C2-5A3C-4D1C-A5F2-15988437ADA3}" dt="2025-01-06T11:45:46.833" v="18"/>
        <pc:sldMkLst>
          <pc:docMk/>
          <pc:sldMk cId="1308263592" sldId="337"/>
        </pc:sldMkLst>
        <pc:spChg chg="add mod">
          <ac:chgData name="Paul Winser" userId="c3146a91-e6bd-4264-bd86-e164e04bc32d" providerId="ADAL" clId="{500472C2-5A3C-4D1C-A5F2-15988437ADA3}" dt="2025-01-06T11:45:46.833" v="18"/>
          <ac:spMkLst>
            <pc:docMk/>
            <pc:sldMk cId="1308263592" sldId="337"/>
            <ac:spMk id="2" creationId="{646582F4-1473-3EC5-1CA0-A4B80EC0D99F}"/>
          </ac:spMkLst>
        </pc:spChg>
      </pc:sldChg>
      <pc:sldChg chg="addSp modSp">
        <pc:chgData name="Paul Winser" userId="c3146a91-e6bd-4264-bd86-e164e04bc32d" providerId="ADAL" clId="{500472C2-5A3C-4D1C-A5F2-15988437ADA3}" dt="2025-01-06T11:45:48.862" v="19"/>
        <pc:sldMkLst>
          <pc:docMk/>
          <pc:sldMk cId="146761891" sldId="338"/>
        </pc:sldMkLst>
        <pc:spChg chg="add mod">
          <ac:chgData name="Paul Winser" userId="c3146a91-e6bd-4264-bd86-e164e04bc32d" providerId="ADAL" clId="{500472C2-5A3C-4D1C-A5F2-15988437ADA3}" dt="2025-01-06T11:45:48.862" v="19"/>
          <ac:spMkLst>
            <pc:docMk/>
            <pc:sldMk cId="146761891" sldId="338"/>
            <ac:spMk id="3" creationId="{972C0244-4D5B-1401-D44A-8312BA0206BB}"/>
          </ac:spMkLst>
        </pc:spChg>
      </pc:sldChg>
      <pc:sldChg chg="addSp delSp modSp mod">
        <pc:chgData name="Paul Winser" userId="c3146a91-e6bd-4264-bd86-e164e04bc32d" providerId="ADAL" clId="{500472C2-5A3C-4D1C-A5F2-15988437ADA3}" dt="2025-01-23T13:55:21.451" v="98" actId="167"/>
        <pc:sldMkLst>
          <pc:docMk/>
          <pc:sldMk cId="537915721" sldId="339"/>
        </pc:sldMkLst>
        <pc:spChg chg="add mod">
          <ac:chgData name="Paul Winser" userId="c3146a91-e6bd-4264-bd86-e164e04bc32d" providerId="ADAL" clId="{500472C2-5A3C-4D1C-A5F2-15988437ADA3}" dt="2025-01-06T11:46:17.168" v="35"/>
          <ac:spMkLst>
            <pc:docMk/>
            <pc:sldMk cId="537915721" sldId="339"/>
            <ac:spMk id="2" creationId="{265FB125-F7EE-B777-1D7A-B009AC8600E2}"/>
          </ac:spMkLst>
        </pc:spChg>
        <pc:picChg chg="del">
          <ac:chgData name="Paul Winser" userId="c3146a91-e6bd-4264-bd86-e164e04bc32d" providerId="ADAL" clId="{500472C2-5A3C-4D1C-A5F2-15988437ADA3}" dt="2025-01-14T16:13:48.543" v="93" actId="478"/>
          <ac:picMkLst>
            <pc:docMk/>
            <pc:sldMk cId="537915721" sldId="339"/>
            <ac:picMk id="3" creationId="{04804D8D-02EB-7050-D646-02C70447461B}"/>
          </ac:picMkLst>
        </pc:picChg>
        <pc:picChg chg="add mod ord">
          <ac:chgData name="Paul Winser" userId="c3146a91-e6bd-4264-bd86-e164e04bc32d" providerId="ADAL" clId="{500472C2-5A3C-4D1C-A5F2-15988437ADA3}" dt="2025-01-23T13:55:21.451" v="98" actId="167"/>
          <ac:picMkLst>
            <pc:docMk/>
            <pc:sldMk cId="537915721" sldId="339"/>
            <ac:picMk id="4" creationId="{F219DF82-CB6C-265A-A3D3-F3A543D722FB}"/>
          </ac:picMkLst>
        </pc:picChg>
      </pc:sldChg>
      <pc:sldChg chg="addSp delSp modSp mod">
        <pc:chgData name="Paul Winser" userId="c3146a91-e6bd-4264-bd86-e164e04bc32d" providerId="ADAL" clId="{500472C2-5A3C-4D1C-A5F2-15988437ADA3}" dt="2025-01-14T16:10:55.438" v="59" actId="1076"/>
        <pc:sldMkLst>
          <pc:docMk/>
          <pc:sldMk cId="71317010" sldId="342"/>
        </pc:sldMkLst>
        <pc:spChg chg="add mod">
          <ac:chgData name="Paul Winser" userId="c3146a91-e6bd-4264-bd86-e164e04bc32d" providerId="ADAL" clId="{500472C2-5A3C-4D1C-A5F2-15988437ADA3}" dt="2025-01-06T11:45:42.643" v="15"/>
          <ac:spMkLst>
            <pc:docMk/>
            <pc:sldMk cId="71317010" sldId="342"/>
            <ac:spMk id="2" creationId="{0CC9CEFF-63FE-7E17-BBDA-59EB0728CB40}"/>
          </ac:spMkLst>
        </pc:spChg>
        <pc:picChg chg="add mod">
          <ac:chgData name="Paul Winser" userId="c3146a91-e6bd-4264-bd86-e164e04bc32d" providerId="ADAL" clId="{500472C2-5A3C-4D1C-A5F2-15988437ADA3}" dt="2025-01-14T16:10:55.438" v="59" actId="1076"/>
          <ac:picMkLst>
            <pc:docMk/>
            <pc:sldMk cId="71317010" sldId="342"/>
            <ac:picMk id="3" creationId="{B0808D77-2F90-67CC-2630-945BA4D52159}"/>
          </ac:picMkLst>
        </pc:picChg>
        <pc:picChg chg="del">
          <ac:chgData name="Paul Winser" userId="c3146a91-e6bd-4264-bd86-e164e04bc32d" providerId="ADAL" clId="{500472C2-5A3C-4D1C-A5F2-15988437ADA3}" dt="2025-01-14T16:10:52.450" v="57" actId="478"/>
          <ac:picMkLst>
            <pc:docMk/>
            <pc:sldMk cId="71317010" sldId="342"/>
            <ac:picMk id="4" creationId="{B0C012DC-0B31-990C-9478-F7EBCCDAE924}"/>
          </ac:picMkLst>
        </pc:picChg>
      </pc:sldChg>
      <pc:sldChg chg="addSp delSp modSp mod">
        <pc:chgData name="Paul Winser" userId="c3146a91-e6bd-4264-bd86-e164e04bc32d" providerId="ADAL" clId="{500472C2-5A3C-4D1C-A5F2-15988437ADA3}" dt="2025-01-14T16:11:20.961" v="70" actId="1076"/>
        <pc:sldMkLst>
          <pc:docMk/>
          <pc:sldMk cId="185944091" sldId="343"/>
        </pc:sldMkLst>
        <pc:spChg chg="add mod">
          <ac:chgData name="Paul Winser" userId="c3146a91-e6bd-4264-bd86-e164e04bc32d" providerId="ADAL" clId="{500472C2-5A3C-4D1C-A5F2-15988437ADA3}" dt="2025-01-06T11:45:45.334" v="17"/>
          <ac:spMkLst>
            <pc:docMk/>
            <pc:sldMk cId="185944091" sldId="343"/>
            <ac:spMk id="2" creationId="{3254682C-079A-A401-297E-CE0F11EABB5B}"/>
          </ac:spMkLst>
        </pc:spChg>
        <pc:picChg chg="add mod">
          <ac:chgData name="Paul Winser" userId="c3146a91-e6bd-4264-bd86-e164e04bc32d" providerId="ADAL" clId="{500472C2-5A3C-4D1C-A5F2-15988437ADA3}" dt="2025-01-14T16:11:16.251" v="67" actId="1076"/>
          <ac:picMkLst>
            <pc:docMk/>
            <pc:sldMk cId="185944091" sldId="343"/>
            <ac:picMk id="4" creationId="{69208484-2C30-0998-5610-C697B0604AF5}"/>
          </ac:picMkLst>
        </pc:picChg>
        <pc:picChg chg="add mod">
          <ac:chgData name="Paul Winser" userId="c3146a91-e6bd-4264-bd86-e164e04bc32d" providerId="ADAL" clId="{500472C2-5A3C-4D1C-A5F2-15988437ADA3}" dt="2025-01-14T16:11:20.961" v="70" actId="1076"/>
          <ac:picMkLst>
            <pc:docMk/>
            <pc:sldMk cId="185944091" sldId="343"/>
            <ac:picMk id="5" creationId="{2FA89ED1-C8A6-05C0-9948-2AE2DBF3FC11}"/>
          </ac:picMkLst>
        </pc:picChg>
        <pc:picChg chg="del">
          <ac:chgData name="Paul Winser" userId="c3146a91-e6bd-4264-bd86-e164e04bc32d" providerId="ADAL" clId="{500472C2-5A3C-4D1C-A5F2-15988437ADA3}" dt="2025-01-14T16:11:13.919" v="65" actId="478"/>
          <ac:picMkLst>
            <pc:docMk/>
            <pc:sldMk cId="185944091" sldId="343"/>
            <ac:picMk id="7" creationId="{BDCCF957-911A-D363-280F-9ECDFBA1E77C}"/>
          </ac:picMkLst>
        </pc:picChg>
        <pc:picChg chg="del">
          <ac:chgData name="Paul Winser" userId="c3146a91-e6bd-4264-bd86-e164e04bc32d" providerId="ADAL" clId="{500472C2-5A3C-4D1C-A5F2-15988437ADA3}" dt="2025-01-14T16:11:18.952" v="68" actId="478"/>
          <ac:picMkLst>
            <pc:docMk/>
            <pc:sldMk cId="185944091" sldId="343"/>
            <ac:picMk id="9" creationId="{9B7348F8-7516-4F25-184B-D2184EBA5174}"/>
          </ac:picMkLst>
        </pc:picChg>
      </pc:sldChg>
      <pc:sldChg chg="addSp delSp modSp mod">
        <pc:chgData name="Paul Winser" userId="c3146a91-e6bd-4264-bd86-e164e04bc32d" providerId="ADAL" clId="{500472C2-5A3C-4D1C-A5F2-15988437ADA3}" dt="2025-01-14T16:10:37.768" v="53" actId="1076"/>
        <pc:sldMkLst>
          <pc:docMk/>
          <pc:sldMk cId="1130217525" sldId="344"/>
        </pc:sldMkLst>
        <pc:spChg chg="add mod">
          <ac:chgData name="Paul Winser" userId="c3146a91-e6bd-4264-bd86-e164e04bc32d" providerId="ADAL" clId="{500472C2-5A3C-4D1C-A5F2-15988437ADA3}" dt="2025-01-06T11:45:39.632" v="13"/>
          <ac:spMkLst>
            <pc:docMk/>
            <pc:sldMk cId="1130217525" sldId="344"/>
            <ac:spMk id="2" creationId="{6F75656D-4E11-5AC9-C7D5-832C5B2B1612}"/>
          </ac:spMkLst>
        </pc:spChg>
        <pc:picChg chg="add mod">
          <ac:chgData name="Paul Winser" userId="c3146a91-e6bd-4264-bd86-e164e04bc32d" providerId="ADAL" clId="{500472C2-5A3C-4D1C-A5F2-15988437ADA3}" dt="2025-01-14T16:10:37.768" v="53" actId="1076"/>
          <ac:picMkLst>
            <pc:docMk/>
            <pc:sldMk cId="1130217525" sldId="344"/>
            <ac:picMk id="3" creationId="{FFADBCC7-A596-523E-C472-2AA14F7DC7D8}"/>
          </ac:picMkLst>
        </pc:picChg>
        <pc:picChg chg="del">
          <ac:chgData name="Paul Winser" userId="c3146a91-e6bd-4264-bd86-e164e04bc32d" providerId="ADAL" clId="{500472C2-5A3C-4D1C-A5F2-15988437ADA3}" dt="2025-01-14T16:10:34.608" v="51" actId="478"/>
          <ac:picMkLst>
            <pc:docMk/>
            <pc:sldMk cId="1130217525" sldId="344"/>
            <ac:picMk id="6" creationId="{47C59C12-EA9C-FD8F-290B-268454D161E9}"/>
          </ac:picMkLst>
        </pc:picChg>
      </pc:sldChg>
      <pc:sldChg chg="addSp modSp">
        <pc:chgData name="Paul Winser" userId="c3146a91-e6bd-4264-bd86-e164e04bc32d" providerId="ADAL" clId="{500472C2-5A3C-4D1C-A5F2-15988437ADA3}" dt="2025-01-06T11:46:09.480" v="33"/>
        <pc:sldMkLst>
          <pc:docMk/>
          <pc:sldMk cId="1562284830" sldId="345"/>
        </pc:sldMkLst>
        <pc:spChg chg="add mod">
          <ac:chgData name="Paul Winser" userId="c3146a91-e6bd-4264-bd86-e164e04bc32d" providerId="ADAL" clId="{500472C2-5A3C-4D1C-A5F2-15988437ADA3}" dt="2025-01-06T11:46:09.480" v="33"/>
          <ac:spMkLst>
            <pc:docMk/>
            <pc:sldMk cId="1562284830" sldId="345"/>
            <ac:spMk id="2" creationId="{04988A9C-E712-B649-C9D4-664A5F187C62}"/>
          </ac:spMkLst>
        </pc:spChg>
      </pc:sldChg>
      <pc:sldChg chg="addSp delSp modSp mod">
        <pc:chgData name="Paul Winser" userId="c3146a91-e6bd-4264-bd86-e164e04bc32d" providerId="ADAL" clId="{500472C2-5A3C-4D1C-A5F2-15988437ADA3}" dt="2025-01-14T16:13:32.408" v="92" actId="1076"/>
        <pc:sldMkLst>
          <pc:docMk/>
          <pc:sldMk cId="111039826" sldId="346"/>
        </pc:sldMkLst>
        <pc:spChg chg="add mod">
          <ac:chgData name="Paul Winser" userId="c3146a91-e6bd-4264-bd86-e164e04bc32d" providerId="ADAL" clId="{500472C2-5A3C-4D1C-A5F2-15988437ADA3}" dt="2025-01-06T11:46:05.053" v="30"/>
          <ac:spMkLst>
            <pc:docMk/>
            <pc:sldMk cId="111039826" sldId="346"/>
            <ac:spMk id="2" creationId="{E859FD4A-FF31-77E2-E4A9-4BFC6462914E}"/>
          </ac:spMkLst>
        </pc:spChg>
        <pc:picChg chg="del">
          <ac:chgData name="Paul Winser" userId="c3146a91-e6bd-4264-bd86-e164e04bc32d" providerId="ADAL" clId="{500472C2-5A3C-4D1C-A5F2-15988437ADA3}" dt="2025-01-14T16:13:27.373" v="88" actId="478"/>
          <ac:picMkLst>
            <pc:docMk/>
            <pc:sldMk cId="111039826" sldId="346"/>
            <ac:picMk id="3" creationId="{5AAF4DE3-157F-4CDE-B77A-29136FE87D64}"/>
          </ac:picMkLst>
        </pc:picChg>
        <pc:picChg chg="add mod">
          <ac:chgData name="Paul Winser" userId="c3146a91-e6bd-4264-bd86-e164e04bc32d" providerId="ADAL" clId="{500472C2-5A3C-4D1C-A5F2-15988437ADA3}" dt="2025-01-14T16:13:32.408" v="92" actId="1076"/>
          <ac:picMkLst>
            <pc:docMk/>
            <pc:sldMk cId="111039826" sldId="346"/>
            <ac:picMk id="4" creationId="{E1DF4F32-0176-10FC-F2AA-FC812620DEA9}"/>
          </ac:picMkLst>
        </pc:picChg>
      </pc:sldChg>
      <pc:sldChg chg="addSp modSp mod">
        <pc:chgData name="Paul Winser" userId="c3146a91-e6bd-4264-bd86-e164e04bc32d" providerId="ADAL" clId="{500472C2-5A3C-4D1C-A5F2-15988437ADA3}" dt="2025-01-14T16:13:56.221" v="96" actId="1076"/>
        <pc:sldMkLst>
          <pc:docMk/>
          <pc:sldMk cId="3631823200" sldId="347"/>
        </pc:sldMkLst>
        <pc:spChg chg="add mod">
          <ac:chgData name="Paul Winser" userId="c3146a91-e6bd-4264-bd86-e164e04bc32d" providerId="ADAL" clId="{500472C2-5A3C-4D1C-A5F2-15988437ADA3}" dt="2025-01-06T11:46:08.164" v="32"/>
          <ac:spMkLst>
            <pc:docMk/>
            <pc:sldMk cId="3631823200" sldId="347"/>
            <ac:spMk id="2" creationId="{F06BB716-E53F-0409-3406-5C818DECC9BD}"/>
          </ac:spMkLst>
        </pc:spChg>
        <pc:picChg chg="mod">
          <ac:chgData name="Paul Winser" userId="c3146a91-e6bd-4264-bd86-e164e04bc32d" providerId="ADAL" clId="{500472C2-5A3C-4D1C-A5F2-15988437ADA3}" dt="2025-01-14T16:13:56.221" v="96" actId="1076"/>
          <ac:picMkLst>
            <pc:docMk/>
            <pc:sldMk cId="3631823200" sldId="347"/>
            <ac:picMk id="5" creationId="{83F4A4F1-57C1-CBA9-B5F5-2EF46D36567D}"/>
          </ac:picMkLst>
        </pc:picChg>
      </pc:sldChg>
      <pc:sldChg chg="addSp modSp">
        <pc:chgData name="Paul Winser" userId="c3146a91-e6bd-4264-bd86-e164e04bc32d" providerId="ADAL" clId="{500472C2-5A3C-4D1C-A5F2-15988437ADA3}" dt="2025-01-06T11:46:13.347" v="34"/>
        <pc:sldMkLst>
          <pc:docMk/>
          <pc:sldMk cId="403951496" sldId="348"/>
        </pc:sldMkLst>
        <pc:spChg chg="add mod">
          <ac:chgData name="Paul Winser" userId="c3146a91-e6bd-4264-bd86-e164e04bc32d" providerId="ADAL" clId="{500472C2-5A3C-4D1C-A5F2-15988437ADA3}" dt="2025-01-06T11:46:13.347" v="34"/>
          <ac:spMkLst>
            <pc:docMk/>
            <pc:sldMk cId="403951496" sldId="348"/>
            <ac:spMk id="2" creationId="{8A377561-918F-6AD5-B34B-DCA68D1E3F10}"/>
          </ac:spMkLst>
        </pc:spChg>
      </pc:sldChg>
      <pc:sldChg chg="addSp modSp add modTransition">
        <pc:chgData name="Paul Winser" userId="c3146a91-e6bd-4264-bd86-e164e04bc32d" providerId="ADAL" clId="{500472C2-5A3C-4D1C-A5F2-15988437ADA3}" dt="2025-01-23T13:55:58.868" v="99"/>
        <pc:sldMkLst>
          <pc:docMk/>
          <pc:sldMk cId="0" sldId="349"/>
        </pc:sldMkLst>
        <pc:spChg chg="add mod">
          <ac:chgData name="Paul Winser" userId="c3146a91-e6bd-4264-bd86-e164e04bc32d" providerId="ADAL" clId="{500472C2-5A3C-4D1C-A5F2-15988437ADA3}" dt="2025-01-23T13:55:58.868" v="99"/>
          <ac:spMkLst>
            <pc:docMk/>
            <pc:sldMk cId="0" sldId="349"/>
            <ac:spMk id="2" creationId="{2A803680-22EA-581D-EEBF-425893052537}"/>
          </ac:spMkLst>
        </pc:spChg>
      </pc:sldChg>
    </pc:docChg>
  </pc:docChgLst>
  <pc:docChgLst>
    <pc:chgData name="Matthew Gregory" userId="S::matthew.gregory2@pearson.com::8c337df5-6986-499e-b190-07598673e62f" providerId="AD" clId="Web-{A49717E4-247D-99B1-F4E1-DE90C6A174D3}"/>
    <pc:docChg chg="modSld">
      <pc:chgData name="Matthew Gregory" userId="S::matthew.gregory2@pearson.com::8c337df5-6986-499e-b190-07598673e62f" providerId="AD" clId="Web-{A49717E4-247D-99B1-F4E1-DE90C6A174D3}" dt="2025-01-14T16:15:12.267" v="3" actId="1076"/>
      <pc:docMkLst>
        <pc:docMk/>
      </pc:docMkLst>
      <pc:sldChg chg="addSp delSp modSp">
        <pc:chgData name="Matthew Gregory" userId="S::matthew.gregory2@pearson.com::8c337df5-6986-499e-b190-07598673e62f" providerId="AD" clId="Web-{A49717E4-247D-99B1-F4E1-DE90C6A174D3}" dt="2025-01-14T16:15:12.267" v="3" actId="1076"/>
        <pc:sldMkLst>
          <pc:docMk/>
          <pc:sldMk cId="3297963513" sldId="329"/>
        </pc:sldMkLst>
        <pc:picChg chg="add mod">
          <ac:chgData name="Matthew Gregory" userId="S::matthew.gregory2@pearson.com::8c337df5-6986-499e-b190-07598673e62f" providerId="AD" clId="Web-{A49717E4-247D-99B1-F4E1-DE90C6A174D3}" dt="2025-01-14T16:15:12.267" v="3" actId="1076"/>
          <ac:picMkLst>
            <pc:docMk/>
            <pc:sldMk cId="3297963513" sldId="329"/>
            <ac:picMk id="4" creationId="{6A7CD5D7-F2BF-9E05-17FA-2CCDFD7E49CB}"/>
          </ac:picMkLst>
        </pc:picChg>
        <pc:picChg chg="del">
          <ac:chgData name="Matthew Gregory" userId="S::matthew.gregory2@pearson.com::8c337df5-6986-499e-b190-07598673e62f" providerId="AD" clId="Web-{A49717E4-247D-99B1-F4E1-DE90C6A174D3}" dt="2025-01-14T16:14:59.299" v="0"/>
          <ac:picMkLst>
            <pc:docMk/>
            <pc:sldMk cId="3297963513" sldId="329"/>
            <ac:picMk id="8" creationId="{41066BD8-1DC9-16E4-7E44-FDFF8CD9C669}"/>
          </ac:picMkLst>
        </pc:picChg>
      </pc:sldChg>
    </pc:docChg>
  </pc:docChgLst>
  <pc:docChgLst>
    <pc:chgData name="Paul Winser" userId="c3146a91-e6bd-4264-bd86-e164e04bc32d" providerId="ADAL" clId="{7A8BEF6B-40B4-4469-87C0-17A3A01E30E5}"/>
    <pc:docChg chg="custSel modSld">
      <pc:chgData name="Paul Winser" userId="c3146a91-e6bd-4264-bd86-e164e04bc32d" providerId="ADAL" clId="{7A8BEF6B-40B4-4469-87C0-17A3A01E30E5}" dt="2024-12-02T21:36:39.028" v="93" actId="6549"/>
      <pc:docMkLst>
        <pc:docMk/>
      </pc:docMkLst>
      <pc:sldChg chg="delSp modSp mod modNotesTx">
        <pc:chgData name="Paul Winser" userId="c3146a91-e6bd-4264-bd86-e164e04bc32d" providerId="ADAL" clId="{7A8BEF6B-40B4-4469-87C0-17A3A01E30E5}" dt="2024-12-02T21:31:35.156" v="30" actId="14100"/>
        <pc:sldMkLst>
          <pc:docMk/>
          <pc:sldMk cId="0" sldId="257"/>
        </pc:sldMkLst>
        <pc:spChg chg="del">
          <ac:chgData name="Paul Winser" userId="c3146a91-e6bd-4264-bd86-e164e04bc32d" providerId="ADAL" clId="{7A8BEF6B-40B4-4469-87C0-17A3A01E30E5}" dt="2024-12-02T21:28:48.983" v="0" actId="478"/>
          <ac:spMkLst>
            <pc:docMk/>
            <pc:sldMk cId="0" sldId="257"/>
            <ac:spMk id="2" creationId="{0DEA04E2-1746-7396-E57C-18E84BC9397F}"/>
          </ac:spMkLst>
        </pc:spChg>
        <pc:spChg chg="mod">
          <ac:chgData name="Paul Winser" userId="c3146a91-e6bd-4264-bd86-e164e04bc32d" providerId="ADAL" clId="{7A8BEF6B-40B4-4469-87C0-17A3A01E30E5}" dt="2024-12-02T21:31:27.478" v="28" actId="1076"/>
          <ac:spMkLst>
            <pc:docMk/>
            <pc:sldMk cId="0" sldId="257"/>
            <ac:spMk id="30722" creationId="{FC4F7FC9-2CE9-41A9-0CEE-4C8BD93B5782}"/>
          </ac:spMkLst>
        </pc:spChg>
        <pc:spChg chg="mod">
          <ac:chgData name="Paul Winser" userId="c3146a91-e6bd-4264-bd86-e164e04bc32d" providerId="ADAL" clId="{7A8BEF6B-40B4-4469-87C0-17A3A01E30E5}" dt="2024-12-02T21:31:35.156" v="30" actId="14100"/>
          <ac:spMkLst>
            <pc:docMk/>
            <pc:sldMk cId="0" sldId="257"/>
            <ac:spMk id="30723" creationId="{3C79F714-332C-AB63-03D9-E6D0CAE0623F}"/>
          </ac:spMkLst>
        </pc:spChg>
      </pc:sldChg>
      <pc:sldChg chg="delSp mod modNotesTx">
        <pc:chgData name="Paul Winser" userId="c3146a91-e6bd-4264-bd86-e164e04bc32d" providerId="ADAL" clId="{7A8BEF6B-40B4-4469-87C0-17A3A01E30E5}" dt="2024-12-02T21:28:58.382" v="3" actId="478"/>
        <pc:sldMkLst>
          <pc:docMk/>
          <pc:sldMk cId="0" sldId="258"/>
        </pc:sldMkLst>
        <pc:spChg chg="del">
          <ac:chgData name="Paul Winser" userId="c3146a91-e6bd-4264-bd86-e164e04bc32d" providerId="ADAL" clId="{7A8BEF6B-40B4-4469-87C0-17A3A01E30E5}" dt="2024-12-02T21:28:58.382" v="3" actId="478"/>
          <ac:spMkLst>
            <pc:docMk/>
            <pc:sldMk cId="0" sldId="258"/>
            <ac:spMk id="2" creationId="{68CE1366-B4A1-933C-59C2-1F22BB5BD477}"/>
          </ac:spMkLst>
        </pc:spChg>
      </pc:sldChg>
      <pc:sldChg chg="delSp mod">
        <pc:chgData name="Paul Winser" userId="c3146a91-e6bd-4264-bd86-e164e04bc32d" providerId="ADAL" clId="{7A8BEF6B-40B4-4469-87C0-17A3A01E30E5}" dt="2024-12-02T21:29:02.491" v="4" actId="478"/>
        <pc:sldMkLst>
          <pc:docMk/>
          <pc:sldMk cId="0" sldId="272"/>
        </pc:sldMkLst>
        <pc:spChg chg="del">
          <ac:chgData name="Paul Winser" userId="c3146a91-e6bd-4264-bd86-e164e04bc32d" providerId="ADAL" clId="{7A8BEF6B-40B4-4469-87C0-17A3A01E30E5}" dt="2024-12-02T21:29:02.491" v="4" actId="478"/>
          <ac:spMkLst>
            <pc:docMk/>
            <pc:sldMk cId="0" sldId="272"/>
            <ac:spMk id="2" creationId="{9663589C-5D12-1443-09FB-5CC40D1E9852}"/>
          </ac:spMkLst>
        </pc:spChg>
      </pc:sldChg>
      <pc:sldChg chg="delSp mod">
        <pc:chgData name="Paul Winser" userId="c3146a91-e6bd-4264-bd86-e164e04bc32d" providerId="ADAL" clId="{7A8BEF6B-40B4-4469-87C0-17A3A01E30E5}" dt="2024-12-02T21:29:28.340" v="9" actId="478"/>
        <pc:sldMkLst>
          <pc:docMk/>
          <pc:sldMk cId="588007661" sldId="306"/>
        </pc:sldMkLst>
        <pc:spChg chg="del">
          <ac:chgData name="Paul Winser" userId="c3146a91-e6bd-4264-bd86-e164e04bc32d" providerId="ADAL" clId="{7A8BEF6B-40B4-4469-87C0-17A3A01E30E5}" dt="2024-12-02T21:29:28.340" v="9" actId="478"/>
          <ac:spMkLst>
            <pc:docMk/>
            <pc:sldMk cId="588007661" sldId="306"/>
            <ac:spMk id="2" creationId="{27EF02C3-EE57-68E1-23DE-A9C8DC5EB731}"/>
          </ac:spMkLst>
        </pc:spChg>
      </pc:sldChg>
      <pc:sldChg chg="delSp modSp mod">
        <pc:chgData name="Paul Winser" userId="c3146a91-e6bd-4264-bd86-e164e04bc32d" providerId="ADAL" clId="{7A8BEF6B-40B4-4469-87C0-17A3A01E30E5}" dt="2024-12-02T21:33:51.991" v="61" actId="14100"/>
        <pc:sldMkLst>
          <pc:docMk/>
          <pc:sldMk cId="3621417310" sldId="307"/>
        </pc:sldMkLst>
        <pc:spChg chg="del">
          <ac:chgData name="Paul Winser" userId="c3146a91-e6bd-4264-bd86-e164e04bc32d" providerId="ADAL" clId="{7A8BEF6B-40B4-4469-87C0-17A3A01E30E5}" dt="2024-12-02T21:29:42.293" v="12" actId="478"/>
          <ac:spMkLst>
            <pc:docMk/>
            <pc:sldMk cId="3621417310" sldId="307"/>
            <ac:spMk id="2" creationId="{FB43678B-C3ED-EFA8-25DB-CD3D6003B30A}"/>
          </ac:spMkLst>
        </pc:spChg>
        <pc:spChg chg="mod">
          <ac:chgData name="Paul Winser" userId="c3146a91-e6bd-4264-bd86-e164e04bc32d" providerId="ADAL" clId="{7A8BEF6B-40B4-4469-87C0-17A3A01E30E5}" dt="2024-12-02T21:33:51.991" v="61" actId="14100"/>
          <ac:spMkLst>
            <pc:docMk/>
            <pc:sldMk cId="3621417310" sldId="307"/>
            <ac:spMk id="34819" creationId="{453C7683-8588-7ABC-32E0-8A4E68218620}"/>
          </ac:spMkLst>
        </pc:spChg>
      </pc:sldChg>
      <pc:sldChg chg="delSp mod">
        <pc:chgData name="Paul Winser" userId="c3146a91-e6bd-4264-bd86-e164e04bc32d" providerId="ADAL" clId="{7A8BEF6B-40B4-4469-87C0-17A3A01E30E5}" dt="2024-12-02T21:30:16.260" v="17" actId="478"/>
        <pc:sldMkLst>
          <pc:docMk/>
          <pc:sldMk cId="2005355495" sldId="308"/>
        </pc:sldMkLst>
        <pc:spChg chg="del">
          <ac:chgData name="Paul Winser" userId="c3146a91-e6bd-4264-bd86-e164e04bc32d" providerId="ADAL" clId="{7A8BEF6B-40B4-4469-87C0-17A3A01E30E5}" dt="2024-12-02T21:30:16.260" v="17" actId="478"/>
          <ac:spMkLst>
            <pc:docMk/>
            <pc:sldMk cId="2005355495" sldId="308"/>
            <ac:spMk id="2" creationId="{5BF6A2D3-83C6-9528-88C8-0B690432EC7D}"/>
          </ac:spMkLst>
        </pc:spChg>
      </pc:sldChg>
      <pc:sldChg chg="delSp modSp mod">
        <pc:chgData name="Paul Winser" userId="c3146a91-e6bd-4264-bd86-e164e04bc32d" providerId="ADAL" clId="{7A8BEF6B-40B4-4469-87C0-17A3A01E30E5}" dt="2024-12-02T21:35:19.841" v="83" actId="1036"/>
        <pc:sldMkLst>
          <pc:docMk/>
          <pc:sldMk cId="47175209" sldId="309"/>
        </pc:sldMkLst>
        <pc:spChg chg="del">
          <ac:chgData name="Paul Winser" userId="c3146a91-e6bd-4264-bd86-e164e04bc32d" providerId="ADAL" clId="{7A8BEF6B-40B4-4469-87C0-17A3A01E30E5}" dt="2024-12-02T21:30:23.374" v="18" actId="478"/>
          <ac:spMkLst>
            <pc:docMk/>
            <pc:sldMk cId="47175209" sldId="309"/>
            <ac:spMk id="6" creationId="{1AEDD64C-7293-E103-2545-EEC2CB78EC19}"/>
          </ac:spMkLst>
        </pc:spChg>
        <pc:spChg chg="mod">
          <ac:chgData name="Paul Winser" userId="c3146a91-e6bd-4264-bd86-e164e04bc32d" providerId="ADAL" clId="{7A8BEF6B-40B4-4469-87C0-17A3A01E30E5}" dt="2024-12-02T21:35:19.841" v="83" actId="1036"/>
          <ac:spMkLst>
            <pc:docMk/>
            <pc:sldMk cId="47175209" sldId="309"/>
            <ac:spMk id="7" creationId="{7FB66204-59D3-C030-3FAB-6FD307B69956}"/>
          </ac:spMkLst>
        </pc:spChg>
        <pc:picChg chg="mod">
          <ac:chgData name="Paul Winser" userId="c3146a91-e6bd-4264-bd86-e164e04bc32d" providerId="ADAL" clId="{7A8BEF6B-40B4-4469-87C0-17A3A01E30E5}" dt="2024-12-02T21:35:02.236" v="71" actId="1076"/>
          <ac:picMkLst>
            <pc:docMk/>
            <pc:sldMk cId="47175209" sldId="309"/>
            <ac:picMk id="3" creationId="{445ED95E-F864-0F18-CC9F-853D8AD6FFB5}"/>
          </ac:picMkLst>
        </pc:picChg>
      </pc:sldChg>
      <pc:sldChg chg="delSp modSp mod">
        <pc:chgData name="Paul Winser" userId="c3146a91-e6bd-4264-bd86-e164e04bc32d" providerId="ADAL" clId="{7A8BEF6B-40B4-4469-87C0-17A3A01E30E5}" dt="2024-12-02T21:32:29.373" v="41" actId="14100"/>
        <pc:sldMkLst>
          <pc:docMk/>
          <pc:sldMk cId="3282266377" sldId="310"/>
        </pc:sldMkLst>
        <pc:spChg chg="del">
          <ac:chgData name="Paul Winser" userId="c3146a91-e6bd-4264-bd86-e164e04bc32d" providerId="ADAL" clId="{7A8BEF6B-40B4-4469-87C0-17A3A01E30E5}" dt="2024-12-02T21:29:20.622" v="7" actId="478"/>
          <ac:spMkLst>
            <pc:docMk/>
            <pc:sldMk cId="3282266377" sldId="310"/>
            <ac:spMk id="3" creationId="{A9D76AB8-48BC-5DDC-DE49-4868E108A316}"/>
          </ac:spMkLst>
        </pc:spChg>
        <pc:spChg chg="mod">
          <ac:chgData name="Paul Winser" userId="c3146a91-e6bd-4264-bd86-e164e04bc32d" providerId="ADAL" clId="{7A8BEF6B-40B4-4469-87C0-17A3A01E30E5}" dt="2024-12-02T21:32:29.373" v="41" actId="14100"/>
          <ac:spMkLst>
            <pc:docMk/>
            <pc:sldMk cId="3282266377" sldId="310"/>
            <ac:spMk id="34819" creationId="{453C7683-8588-7ABC-32E0-8A4E68218620}"/>
          </ac:spMkLst>
        </pc:spChg>
      </pc:sldChg>
      <pc:sldChg chg="delSp modSp mod">
        <pc:chgData name="Paul Winser" userId="c3146a91-e6bd-4264-bd86-e164e04bc32d" providerId="ADAL" clId="{7A8BEF6B-40B4-4469-87C0-17A3A01E30E5}" dt="2024-12-02T21:33:14.252" v="52" actId="1076"/>
        <pc:sldMkLst>
          <pc:docMk/>
          <pc:sldMk cId="150737381" sldId="314"/>
        </pc:sldMkLst>
        <pc:spChg chg="mod">
          <ac:chgData name="Paul Winser" userId="c3146a91-e6bd-4264-bd86-e164e04bc32d" providerId="ADAL" clId="{7A8BEF6B-40B4-4469-87C0-17A3A01E30E5}" dt="2024-12-02T21:33:07.638" v="50" actId="5793"/>
          <ac:spMkLst>
            <pc:docMk/>
            <pc:sldMk cId="150737381" sldId="314"/>
            <ac:spMk id="5" creationId="{1D24FC68-DDF2-43E2-8E80-0079DE57FF5B}"/>
          </ac:spMkLst>
        </pc:spChg>
        <pc:spChg chg="del">
          <ac:chgData name="Paul Winser" userId="c3146a91-e6bd-4264-bd86-e164e04bc32d" providerId="ADAL" clId="{7A8BEF6B-40B4-4469-87C0-17A3A01E30E5}" dt="2024-12-02T21:29:34.655" v="10" actId="478"/>
          <ac:spMkLst>
            <pc:docMk/>
            <pc:sldMk cId="150737381" sldId="314"/>
            <ac:spMk id="7" creationId="{CF6130EC-FD5A-CBB7-BA95-EF4E4DC0940A}"/>
          </ac:spMkLst>
        </pc:spChg>
        <pc:picChg chg="mod">
          <ac:chgData name="Paul Winser" userId="c3146a91-e6bd-4264-bd86-e164e04bc32d" providerId="ADAL" clId="{7A8BEF6B-40B4-4469-87C0-17A3A01E30E5}" dt="2024-12-02T21:33:14.252" v="52" actId="1076"/>
          <ac:picMkLst>
            <pc:docMk/>
            <pc:sldMk cId="150737381" sldId="314"/>
            <ac:picMk id="6" creationId="{7E2674C6-56BE-1A49-C74B-F2934DF9B4D8}"/>
          </ac:picMkLst>
        </pc:picChg>
      </pc:sldChg>
      <pc:sldChg chg="modSp mod">
        <pc:chgData name="Paul Winser" userId="c3146a91-e6bd-4264-bd86-e164e04bc32d" providerId="ADAL" clId="{7A8BEF6B-40B4-4469-87C0-17A3A01E30E5}" dt="2024-12-02T21:35:49.053" v="86" actId="1076"/>
        <pc:sldMkLst>
          <pc:docMk/>
          <pc:sldMk cId="4084716573" sldId="316"/>
        </pc:sldMkLst>
        <pc:spChg chg="mod">
          <ac:chgData name="Paul Winser" userId="c3146a91-e6bd-4264-bd86-e164e04bc32d" providerId="ADAL" clId="{7A8BEF6B-40B4-4469-87C0-17A3A01E30E5}" dt="2024-12-02T21:35:44.690" v="85" actId="20577"/>
          <ac:spMkLst>
            <pc:docMk/>
            <pc:sldMk cId="4084716573" sldId="316"/>
            <ac:spMk id="34819" creationId="{453C7683-8588-7ABC-32E0-8A4E68218620}"/>
          </ac:spMkLst>
        </pc:spChg>
        <pc:picChg chg="mod">
          <ac:chgData name="Paul Winser" userId="c3146a91-e6bd-4264-bd86-e164e04bc32d" providerId="ADAL" clId="{7A8BEF6B-40B4-4469-87C0-17A3A01E30E5}" dt="2024-12-02T21:35:49.053" v="86" actId="1076"/>
          <ac:picMkLst>
            <pc:docMk/>
            <pc:sldMk cId="4084716573" sldId="316"/>
            <ac:picMk id="9" creationId="{2E082D6D-A0BB-E233-04AE-E81EBD12704C}"/>
          </ac:picMkLst>
        </pc:picChg>
      </pc:sldChg>
      <pc:sldChg chg="delSp modSp mod">
        <pc:chgData name="Paul Winser" userId="c3146a91-e6bd-4264-bd86-e164e04bc32d" providerId="ADAL" clId="{7A8BEF6B-40B4-4469-87C0-17A3A01E30E5}" dt="2024-12-02T21:32:20.843" v="38" actId="1076"/>
        <pc:sldMkLst>
          <pc:docMk/>
          <pc:sldMk cId="2538407088" sldId="318"/>
        </pc:sldMkLst>
        <pc:spChg chg="del">
          <ac:chgData name="Paul Winser" userId="c3146a91-e6bd-4264-bd86-e164e04bc32d" providerId="ADAL" clId="{7A8BEF6B-40B4-4469-87C0-17A3A01E30E5}" dt="2024-12-02T21:29:16.558" v="6" actId="478"/>
          <ac:spMkLst>
            <pc:docMk/>
            <pc:sldMk cId="2538407088" sldId="318"/>
            <ac:spMk id="2" creationId="{42DB1B24-39C6-676E-514E-DF7DFAAA0EB2}"/>
          </ac:spMkLst>
        </pc:spChg>
        <pc:spChg chg="mod">
          <ac:chgData name="Paul Winser" userId="c3146a91-e6bd-4264-bd86-e164e04bc32d" providerId="ADAL" clId="{7A8BEF6B-40B4-4469-87C0-17A3A01E30E5}" dt="2024-12-02T21:32:14.516" v="37" actId="20577"/>
          <ac:spMkLst>
            <pc:docMk/>
            <pc:sldMk cId="2538407088" sldId="318"/>
            <ac:spMk id="34819" creationId="{453C7683-8588-7ABC-32E0-8A4E68218620}"/>
          </ac:spMkLst>
        </pc:spChg>
        <pc:graphicFrameChg chg="mod modGraphic">
          <ac:chgData name="Paul Winser" userId="c3146a91-e6bd-4264-bd86-e164e04bc32d" providerId="ADAL" clId="{7A8BEF6B-40B4-4469-87C0-17A3A01E30E5}" dt="2024-12-02T21:32:20.843" v="38" actId="1076"/>
          <ac:graphicFrameMkLst>
            <pc:docMk/>
            <pc:sldMk cId="2538407088" sldId="318"/>
            <ac:graphicFrameMk id="8" creationId="{75939C59-D070-0FC6-F985-CA4B20276231}"/>
          </ac:graphicFrameMkLst>
        </pc:graphicFrameChg>
      </pc:sldChg>
      <pc:sldChg chg="delSp modSp mod">
        <pc:chgData name="Paul Winser" userId="c3146a91-e6bd-4264-bd86-e164e04bc32d" providerId="ADAL" clId="{7A8BEF6B-40B4-4469-87C0-17A3A01E30E5}" dt="2024-12-02T21:31:59.140" v="33" actId="1076"/>
        <pc:sldMkLst>
          <pc:docMk/>
          <pc:sldMk cId="131694626" sldId="319"/>
        </pc:sldMkLst>
        <pc:spChg chg="del">
          <ac:chgData name="Paul Winser" userId="c3146a91-e6bd-4264-bd86-e164e04bc32d" providerId="ADAL" clId="{7A8BEF6B-40B4-4469-87C0-17A3A01E30E5}" dt="2024-12-02T21:29:10.066" v="5" actId="478"/>
          <ac:spMkLst>
            <pc:docMk/>
            <pc:sldMk cId="131694626" sldId="319"/>
            <ac:spMk id="2" creationId="{E817F56E-1FC1-6DDB-4D58-4694D3D5871E}"/>
          </ac:spMkLst>
        </pc:spChg>
        <pc:spChg chg="mod">
          <ac:chgData name="Paul Winser" userId="c3146a91-e6bd-4264-bd86-e164e04bc32d" providerId="ADAL" clId="{7A8BEF6B-40B4-4469-87C0-17A3A01E30E5}" dt="2024-12-02T21:31:52.092" v="31" actId="5793"/>
          <ac:spMkLst>
            <pc:docMk/>
            <pc:sldMk cId="131694626" sldId="319"/>
            <ac:spMk id="34819" creationId="{453C7683-8588-7ABC-32E0-8A4E68218620}"/>
          </ac:spMkLst>
        </pc:spChg>
        <pc:picChg chg="mod">
          <ac:chgData name="Paul Winser" userId="c3146a91-e6bd-4264-bd86-e164e04bc32d" providerId="ADAL" clId="{7A8BEF6B-40B4-4469-87C0-17A3A01E30E5}" dt="2024-12-02T21:31:59.140" v="33" actId="1076"/>
          <ac:picMkLst>
            <pc:docMk/>
            <pc:sldMk cId="131694626" sldId="319"/>
            <ac:picMk id="6" creationId="{536FE021-CB93-DAB6-C25F-9B9A66D44CFC}"/>
          </ac:picMkLst>
        </pc:picChg>
      </pc:sldChg>
      <pc:sldChg chg="delSp modSp mod">
        <pc:chgData name="Paul Winser" userId="c3146a91-e6bd-4264-bd86-e164e04bc32d" providerId="ADAL" clId="{7A8BEF6B-40B4-4469-87C0-17A3A01E30E5}" dt="2024-12-02T21:32:58.045" v="48" actId="1076"/>
        <pc:sldMkLst>
          <pc:docMk/>
          <pc:sldMk cId="2040820561" sldId="321"/>
        </pc:sldMkLst>
        <pc:spChg chg="del">
          <ac:chgData name="Paul Winser" userId="c3146a91-e6bd-4264-bd86-e164e04bc32d" providerId="ADAL" clId="{7A8BEF6B-40B4-4469-87C0-17A3A01E30E5}" dt="2024-12-02T21:29:23.909" v="8" actId="478"/>
          <ac:spMkLst>
            <pc:docMk/>
            <pc:sldMk cId="2040820561" sldId="321"/>
            <ac:spMk id="3" creationId="{A28D081B-138E-2D82-D397-E3142616AAAB}"/>
          </ac:spMkLst>
        </pc:spChg>
        <pc:spChg chg="mod">
          <ac:chgData name="Paul Winser" userId="c3146a91-e6bd-4264-bd86-e164e04bc32d" providerId="ADAL" clId="{7A8BEF6B-40B4-4469-87C0-17A3A01E30E5}" dt="2024-12-02T21:32:45.912" v="45" actId="20577"/>
          <ac:spMkLst>
            <pc:docMk/>
            <pc:sldMk cId="2040820561" sldId="321"/>
            <ac:spMk id="5" creationId="{9B1E05B9-6322-536B-7AF9-09501877BC7E}"/>
          </ac:spMkLst>
        </pc:spChg>
        <pc:spChg chg="mod">
          <ac:chgData name="Paul Winser" userId="c3146a91-e6bd-4264-bd86-e164e04bc32d" providerId="ADAL" clId="{7A8BEF6B-40B4-4469-87C0-17A3A01E30E5}" dt="2024-12-02T21:32:58.045" v="48" actId="1076"/>
          <ac:spMkLst>
            <pc:docMk/>
            <pc:sldMk cId="2040820561" sldId="321"/>
            <ac:spMk id="34820" creationId="{8DCD7CE1-603D-4D59-3DBB-C13C0B6505F0}"/>
          </ac:spMkLst>
        </pc:spChg>
        <pc:picChg chg="mod">
          <ac:chgData name="Paul Winser" userId="c3146a91-e6bd-4264-bd86-e164e04bc32d" providerId="ADAL" clId="{7A8BEF6B-40B4-4469-87C0-17A3A01E30E5}" dt="2024-12-02T21:32:53.611" v="47" actId="1076"/>
          <ac:picMkLst>
            <pc:docMk/>
            <pc:sldMk cId="2040820561" sldId="321"/>
            <ac:picMk id="9" creationId="{C395FD62-2C3A-D4ED-5BAB-7393C9ECA9A5}"/>
          </ac:picMkLst>
        </pc:picChg>
      </pc:sldChg>
      <pc:sldChg chg="delSp modSp mod">
        <pc:chgData name="Paul Winser" userId="c3146a91-e6bd-4264-bd86-e164e04bc32d" providerId="ADAL" clId="{7A8BEF6B-40B4-4469-87C0-17A3A01E30E5}" dt="2024-12-02T21:34:13.362" v="65" actId="1076"/>
        <pc:sldMkLst>
          <pc:docMk/>
          <pc:sldMk cId="3847894277" sldId="325"/>
        </pc:sldMkLst>
        <pc:spChg chg="del">
          <ac:chgData name="Paul Winser" userId="c3146a91-e6bd-4264-bd86-e164e04bc32d" providerId="ADAL" clId="{7A8BEF6B-40B4-4469-87C0-17A3A01E30E5}" dt="2024-12-02T21:29:56.975" v="14" actId="478"/>
          <ac:spMkLst>
            <pc:docMk/>
            <pc:sldMk cId="3847894277" sldId="325"/>
            <ac:spMk id="2" creationId="{79B640D7-B25E-0A0A-2EE1-1F81D85B8174}"/>
          </ac:spMkLst>
        </pc:spChg>
        <pc:spChg chg="mod">
          <ac:chgData name="Paul Winser" userId="c3146a91-e6bd-4264-bd86-e164e04bc32d" providerId="ADAL" clId="{7A8BEF6B-40B4-4469-87C0-17A3A01E30E5}" dt="2024-12-02T21:34:13.362" v="65" actId="1076"/>
          <ac:spMkLst>
            <pc:docMk/>
            <pc:sldMk cId="3847894277" sldId="325"/>
            <ac:spMk id="3" creationId="{178FA2C6-F4D9-B9FE-C3C8-58EEAEB88C49}"/>
          </ac:spMkLst>
        </pc:spChg>
        <pc:spChg chg="mod">
          <ac:chgData name="Paul Winser" userId="c3146a91-e6bd-4264-bd86-e164e04bc32d" providerId="ADAL" clId="{7A8BEF6B-40B4-4469-87C0-17A3A01E30E5}" dt="2024-12-02T21:34:08.387" v="64" actId="5793"/>
          <ac:spMkLst>
            <pc:docMk/>
            <pc:sldMk cId="3847894277" sldId="325"/>
            <ac:spMk id="34819" creationId="{453C7683-8588-7ABC-32E0-8A4E68218620}"/>
          </ac:spMkLst>
        </pc:spChg>
      </pc:sldChg>
      <pc:sldChg chg="delSp mod">
        <pc:chgData name="Paul Winser" userId="c3146a91-e6bd-4264-bd86-e164e04bc32d" providerId="ADAL" clId="{7A8BEF6B-40B4-4469-87C0-17A3A01E30E5}" dt="2024-12-02T21:30:27.391" v="19" actId="478"/>
        <pc:sldMkLst>
          <pc:docMk/>
          <pc:sldMk cId="2928623457" sldId="327"/>
        </pc:sldMkLst>
        <pc:spChg chg="del">
          <ac:chgData name="Paul Winser" userId="c3146a91-e6bd-4264-bd86-e164e04bc32d" providerId="ADAL" clId="{7A8BEF6B-40B4-4469-87C0-17A3A01E30E5}" dt="2024-12-02T21:30:27.391" v="19" actId="478"/>
          <ac:spMkLst>
            <pc:docMk/>
            <pc:sldMk cId="2928623457" sldId="327"/>
            <ac:spMk id="3" creationId="{0FFD81C7-0EEA-5593-A503-6A45B8B75140}"/>
          </ac:spMkLst>
        </pc:spChg>
      </pc:sldChg>
      <pc:sldChg chg="delSp mod">
        <pc:chgData name="Paul Winser" userId="c3146a91-e6bd-4264-bd86-e164e04bc32d" providerId="ADAL" clId="{7A8BEF6B-40B4-4469-87C0-17A3A01E30E5}" dt="2024-12-02T21:30:32.615" v="20" actId="478"/>
        <pc:sldMkLst>
          <pc:docMk/>
          <pc:sldMk cId="4138826217" sldId="328"/>
        </pc:sldMkLst>
        <pc:spChg chg="del">
          <ac:chgData name="Paul Winser" userId="c3146a91-e6bd-4264-bd86-e164e04bc32d" providerId="ADAL" clId="{7A8BEF6B-40B4-4469-87C0-17A3A01E30E5}" dt="2024-12-02T21:30:32.615" v="20" actId="478"/>
          <ac:spMkLst>
            <pc:docMk/>
            <pc:sldMk cId="4138826217" sldId="328"/>
            <ac:spMk id="3" creationId="{469038F4-BC32-ABB0-6359-E214CEE505A6}"/>
          </ac:spMkLst>
        </pc:spChg>
      </pc:sldChg>
      <pc:sldChg chg="delSp mod">
        <pc:chgData name="Paul Winser" userId="c3146a91-e6bd-4264-bd86-e164e04bc32d" providerId="ADAL" clId="{7A8BEF6B-40B4-4469-87C0-17A3A01E30E5}" dt="2024-12-02T21:30:40.235" v="21" actId="478"/>
        <pc:sldMkLst>
          <pc:docMk/>
          <pc:sldMk cId="3297963513" sldId="329"/>
        </pc:sldMkLst>
        <pc:spChg chg="del">
          <ac:chgData name="Paul Winser" userId="c3146a91-e6bd-4264-bd86-e164e04bc32d" providerId="ADAL" clId="{7A8BEF6B-40B4-4469-87C0-17A3A01E30E5}" dt="2024-12-02T21:30:40.235" v="21" actId="478"/>
          <ac:spMkLst>
            <pc:docMk/>
            <pc:sldMk cId="3297963513" sldId="329"/>
            <ac:spMk id="3" creationId="{182D4176-6CCD-AC62-561F-CE03C2CD0B55}"/>
          </ac:spMkLst>
        </pc:spChg>
      </pc:sldChg>
      <pc:sldChg chg="delSp mod">
        <pc:chgData name="Paul Winser" userId="c3146a91-e6bd-4264-bd86-e164e04bc32d" providerId="ADAL" clId="{7A8BEF6B-40B4-4469-87C0-17A3A01E30E5}" dt="2024-12-02T21:30:43.950" v="22" actId="478"/>
        <pc:sldMkLst>
          <pc:docMk/>
          <pc:sldMk cId="2054735207" sldId="331"/>
        </pc:sldMkLst>
        <pc:spChg chg="del">
          <ac:chgData name="Paul Winser" userId="c3146a91-e6bd-4264-bd86-e164e04bc32d" providerId="ADAL" clId="{7A8BEF6B-40B4-4469-87C0-17A3A01E30E5}" dt="2024-12-02T21:30:43.950" v="22" actId="478"/>
          <ac:spMkLst>
            <pc:docMk/>
            <pc:sldMk cId="2054735207" sldId="331"/>
            <ac:spMk id="2" creationId="{C23B62E1-0A77-3A54-24DA-989E8ACCD765}"/>
          </ac:spMkLst>
        </pc:spChg>
      </pc:sldChg>
      <pc:sldChg chg="delSp modSp mod">
        <pc:chgData name="Paul Winser" userId="c3146a91-e6bd-4264-bd86-e164e04bc32d" providerId="ADAL" clId="{7A8BEF6B-40B4-4469-87C0-17A3A01E30E5}" dt="2024-12-02T21:31:08.437" v="27" actId="1076"/>
        <pc:sldMkLst>
          <pc:docMk/>
          <pc:sldMk cId="3333376596" sldId="333"/>
        </pc:sldMkLst>
        <pc:spChg chg="del">
          <ac:chgData name="Paul Winser" userId="c3146a91-e6bd-4264-bd86-e164e04bc32d" providerId="ADAL" clId="{7A8BEF6B-40B4-4469-87C0-17A3A01E30E5}" dt="2024-12-02T21:31:04.034" v="26" actId="478"/>
          <ac:spMkLst>
            <pc:docMk/>
            <pc:sldMk cId="3333376596" sldId="333"/>
            <ac:spMk id="2" creationId="{373AB899-6969-5E43-9690-285228BD0ED3}"/>
          </ac:spMkLst>
        </pc:spChg>
        <pc:spChg chg="mod">
          <ac:chgData name="Paul Winser" userId="c3146a91-e6bd-4264-bd86-e164e04bc32d" providerId="ADAL" clId="{7A8BEF6B-40B4-4469-87C0-17A3A01E30E5}" dt="2024-12-02T21:31:08.437" v="27" actId="1076"/>
          <ac:spMkLst>
            <pc:docMk/>
            <pc:sldMk cId="3333376596" sldId="333"/>
            <ac:spMk id="5" creationId="{BD1479BB-2331-C8A3-E9E7-CCFDDD6ECE8B}"/>
          </ac:spMkLst>
        </pc:spChg>
      </pc:sldChg>
      <pc:sldChg chg="modSp mod">
        <pc:chgData name="Paul Winser" userId="c3146a91-e6bd-4264-bd86-e164e04bc32d" providerId="ADAL" clId="{7A8BEF6B-40B4-4469-87C0-17A3A01E30E5}" dt="2024-12-02T21:36:04.501" v="88" actId="1076"/>
        <pc:sldMkLst>
          <pc:docMk/>
          <pc:sldMk cId="1500738825" sldId="334"/>
        </pc:sldMkLst>
        <pc:picChg chg="mod">
          <ac:chgData name="Paul Winser" userId="c3146a91-e6bd-4264-bd86-e164e04bc32d" providerId="ADAL" clId="{7A8BEF6B-40B4-4469-87C0-17A3A01E30E5}" dt="2024-12-02T21:36:04.501" v="88" actId="1076"/>
          <ac:picMkLst>
            <pc:docMk/>
            <pc:sldMk cId="1500738825" sldId="334"/>
            <ac:picMk id="3" creationId="{FBCBC989-4FAA-11E8-BAEC-1ACAA5D3766E}"/>
          </ac:picMkLst>
        </pc:picChg>
      </pc:sldChg>
      <pc:sldChg chg="modSp">
        <pc:chgData name="Paul Winser" userId="c3146a91-e6bd-4264-bd86-e164e04bc32d" providerId="ADAL" clId="{7A8BEF6B-40B4-4469-87C0-17A3A01E30E5}" dt="2024-12-02T21:36:13.308" v="89" actId="1076"/>
        <pc:sldMkLst>
          <pc:docMk/>
          <pc:sldMk cId="2140443859" sldId="335"/>
        </pc:sldMkLst>
        <pc:spChg chg="mod">
          <ac:chgData name="Paul Winser" userId="c3146a91-e6bd-4264-bd86-e164e04bc32d" providerId="ADAL" clId="{7A8BEF6B-40B4-4469-87C0-17A3A01E30E5}" dt="2024-12-02T21:36:13.308" v="89" actId="1076"/>
          <ac:spMkLst>
            <pc:docMk/>
            <pc:sldMk cId="2140443859" sldId="335"/>
            <ac:spMk id="34820" creationId="{9230A94A-881F-5BF3-5C83-F724186D29FF}"/>
          </ac:spMkLst>
        </pc:spChg>
      </pc:sldChg>
      <pc:sldChg chg="delSp modSp mod">
        <pc:chgData name="Paul Winser" userId="c3146a91-e6bd-4264-bd86-e164e04bc32d" providerId="ADAL" clId="{7A8BEF6B-40B4-4469-87C0-17A3A01E30E5}" dt="2024-12-02T21:34:40.754" v="69" actId="5793"/>
        <pc:sldMkLst>
          <pc:docMk/>
          <pc:sldMk cId="1308263592" sldId="337"/>
        </pc:sldMkLst>
        <pc:spChg chg="del">
          <ac:chgData name="Paul Winser" userId="c3146a91-e6bd-4264-bd86-e164e04bc32d" providerId="ADAL" clId="{7A8BEF6B-40B4-4469-87C0-17A3A01E30E5}" dt="2024-12-02T21:30:12.150" v="16" actId="478"/>
          <ac:spMkLst>
            <pc:docMk/>
            <pc:sldMk cId="1308263592" sldId="337"/>
            <ac:spMk id="2" creationId="{2FDB9FAC-0318-FA34-A4B1-6D38B9BC0E11}"/>
          </ac:spMkLst>
        </pc:spChg>
        <pc:spChg chg="mod">
          <ac:chgData name="Paul Winser" userId="c3146a91-e6bd-4264-bd86-e164e04bc32d" providerId="ADAL" clId="{7A8BEF6B-40B4-4469-87C0-17A3A01E30E5}" dt="2024-12-02T21:34:40.754" v="69" actId="5793"/>
          <ac:spMkLst>
            <pc:docMk/>
            <pc:sldMk cId="1308263592" sldId="337"/>
            <ac:spMk id="34819" creationId="{3A819B9E-A776-2896-CDCA-AEEE6D607307}"/>
          </ac:spMkLst>
        </pc:spChg>
      </pc:sldChg>
      <pc:sldChg chg="modSp mod">
        <pc:chgData name="Paul Winser" userId="c3146a91-e6bd-4264-bd86-e164e04bc32d" providerId="ADAL" clId="{7A8BEF6B-40B4-4469-87C0-17A3A01E30E5}" dt="2024-12-02T21:36:39.028" v="93" actId="6549"/>
        <pc:sldMkLst>
          <pc:docMk/>
          <pc:sldMk cId="537915721" sldId="339"/>
        </pc:sldMkLst>
        <pc:spChg chg="mod">
          <ac:chgData name="Paul Winser" userId="c3146a91-e6bd-4264-bd86-e164e04bc32d" providerId="ADAL" clId="{7A8BEF6B-40B4-4469-87C0-17A3A01E30E5}" dt="2024-12-02T21:36:39.028" v="93" actId="6549"/>
          <ac:spMkLst>
            <pc:docMk/>
            <pc:sldMk cId="537915721" sldId="339"/>
            <ac:spMk id="34819" creationId="{3952747F-79AB-FCA6-1209-767B4F1FD818}"/>
          </ac:spMkLst>
        </pc:spChg>
      </pc:sldChg>
      <pc:sldChg chg="delSp modSp mod">
        <pc:chgData name="Paul Winser" userId="c3146a91-e6bd-4264-bd86-e164e04bc32d" providerId="ADAL" clId="{7A8BEF6B-40B4-4469-87C0-17A3A01E30E5}" dt="2024-12-02T21:34:04.713" v="63" actId="1076"/>
        <pc:sldMkLst>
          <pc:docMk/>
          <pc:sldMk cId="71317010" sldId="342"/>
        </pc:sldMkLst>
        <pc:spChg chg="del">
          <ac:chgData name="Paul Winser" userId="c3146a91-e6bd-4264-bd86-e164e04bc32d" providerId="ADAL" clId="{7A8BEF6B-40B4-4469-87C0-17A3A01E30E5}" dt="2024-12-02T21:29:49.405" v="13" actId="478"/>
          <ac:spMkLst>
            <pc:docMk/>
            <pc:sldMk cId="71317010" sldId="342"/>
            <ac:spMk id="2" creationId="{DAEDFE8D-64DA-1631-CB16-70A18A1342EC}"/>
          </ac:spMkLst>
        </pc:spChg>
        <pc:spChg chg="mod">
          <ac:chgData name="Paul Winser" userId="c3146a91-e6bd-4264-bd86-e164e04bc32d" providerId="ADAL" clId="{7A8BEF6B-40B4-4469-87C0-17A3A01E30E5}" dt="2024-12-02T21:34:04.713" v="63" actId="1076"/>
          <ac:spMkLst>
            <pc:docMk/>
            <pc:sldMk cId="71317010" sldId="342"/>
            <ac:spMk id="34819" creationId="{AAF7D0EB-47BD-2929-BF26-5892BA5C6FB4}"/>
          </ac:spMkLst>
        </pc:spChg>
      </pc:sldChg>
      <pc:sldChg chg="delSp modSp mod">
        <pc:chgData name="Paul Winser" userId="c3146a91-e6bd-4264-bd86-e164e04bc32d" providerId="ADAL" clId="{7A8BEF6B-40B4-4469-87C0-17A3A01E30E5}" dt="2024-12-02T21:34:32.742" v="68" actId="6549"/>
        <pc:sldMkLst>
          <pc:docMk/>
          <pc:sldMk cId="185944091" sldId="343"/>
        </pc:sldMkLst>
        <pc:spChg chg="del">
          <ac:chgData name="Paul Winser" userId="c3146a91-e6bd-4264-bd86-e164e04bc32d" providerId="ADAL" clId="{7A8BEF6B-40B4-4469-87C0-17A3A01E30E5}" dt="2024-12-02T21:30:04.505" v="15" actId="478"/>
          <ac:spMkLst>
            <pc:docMk/>
            <pc:sldMk cId="185944091" sldId="343"/>
            <ac:spMk id="2" creationId="{A2C0A073-361C-FC2A-843D-AD94688168A7}"/>
          </ac:spMkLst>
        </pc:spChg>
        <pc:spChg chg="mod">
          <ac:chgData name="Paul Winser" userId="c3146a91-e6bd-4264-bd86-e164e04bc32d" providerId="ADAL" clId="{7A8BEF6B-40B4-4469-87C0-17A3A01E30E5}" dt="2024-12-02T21:34:32.742" v="68" actId="6549"/>
          <ac:spMkLst>
            <pc:docMk/>
            <pc:sldMk cId="185944091" sldId="343"/>
            <ac:spMk id="3" creationId="{9316D544-AA05-4BB7-3CB3-B0C9F735797E}"/>
          </ac:spMkLst>
        </pc:spChg>
      </pc:sldChg>
      <pc:sldChg chg="delSp modSp mod">
        <pc:chgData name="Paul Winser" userId="c3146a91-e6bd-4264-bd86-e164e04bc32d" providerId="ADAL" clId="{7A8BEF6B-40B4-4469-87C0-17A3A01E30E5}" dt="2024-12-02T21:33:39.786" v="59" actId="255"/>
        <pc:sldMkLst>
          <pc:docMk/>
          <pc:sldMk cId="1130217525" sldId="344"/>
        </pc:sldMkLst>
        <pc:spChg chg="del">
          <ac:chgData name="Paul Winser" userId="c3146a91-e6bd-4264-bd86-e164e04bc32d" providerId="ADAL" clId="{7A8BEF6B-40B4-4469-87C0-17A3A01E30E5}" dt="2024-12-02T21:29:38.682" v="11" actId="478"/>
          <ac:spMkLst>
            <pc:docMk/>
            <pc:sldMk cId="1130217525" sldId="344"/>
            <ac:spMk id="2" creationId="{E189EA55-72CB-6C41-A3EF-0C8EFA6945D7}"/>
          </ac:spMkLst>
        </pc:spChg>
        <pc:spChg chg="mod">
          <ac:chgData name="Paul Winser" userId="c3146a91-e6bd-4264-bd86-e164e04bc32d" providerId="ADAL" clId="{7A8BEF6B-40B4-4469-87C0-17A3A01E30E5}" dt="2024-12-02T21:33:39.786" v="59" actId="255"/>
          <ac:spMkLst>
            <pc:docMk/>
            <pc:sldMk cId="1130217525" sldId="344"/>
            <ac:spMk id="8" creationId="{3710857B-96E4-D408-8A24-F1AD78CE4376}"/>
          </ac:spMkLst>
        </pc:spChg>
        <pc:picChg chg="mod">
          <ac:chgData name="Paul Winser" userId="c3146a91-e6bd-4264-bd86-e164e04bc32d" providerId="ADAL" clId="{7A8BEF6B-40B4-4469-87C0-17A3A01E30E5}" dt="2024-12-02T21:33:22.187" v="54" actId="1076"/>
          <ac:picMkLst>
            <pc:docMk/>
            <pc:sldMk cId="1130217525" sldId="344"/>
            <ac:picMk id="6" creationId="{47C59C12-EA9C-FD8F-290B-268454D161E9}"/>
          </ac:picMkLst>
        </pc:picChg>
      </pc:sldChg>
      <pc:sldChg chg="modSp mod">
        <pc:chgData name="Paul Winser" userId="c3146a91-e6bd-4264-bd86-e164e04bc32d" providerId="ADAL" clId="{7A8BEF6B-40B4-4469-87C0-17A3A01E30E5}" dt="2024-12-02T21:36:20.286" v="91" actId="1076"/>
        <pc:sldMkLst>
          <pc:docMk/>
          <pc:sldMk cId="3631823200" sldId="347"/>
        </pc:sldMkLst>
        <pc:picChg chg="mod">
          <ac:chgData name="Paul Winser" userId="c3146a91-e6bd-4264-bd86-e164e04bc32d" providerId="ADAL" clId="{7A8BEF6B-40B4-4469-87C0-17A3A01E30E5}" dt="2024-12-02T21:36:20.286" v="91" actId="1076"/>
          <ac:picMkLst>
            <pc:docMk/>
            <pc:sldMk cId="3631823200" sldId="347"/>
            <ac:picMk id="5" creationId="{83F4A4F1-57C1-CBA9-B5F5-2EF46D36567D}"/>
          </ac:picMkLst>
        </pc:picChg>
      </pc:sldChg>
      <pc:sldChg chg="modSp mod">
        <pc:chgData name="Paul Winser" userId="c3146a91-e6bd-4264-bd86-e164e04bc32d" providerId="ADAL" clId="{7A8BEF6B-40B4-4469-87C0-17A3A01E30E5}" dt="2024-12-02T21:36:32.596" v="92" actId="207"/>
        <pc:sldMkLst>
          <pc:docMk/>
          <pc:sldMk cId="403951496" sldId="348"/>
        </pc:sldMkLst>
        <pc:spChg chg="mod">
          <ac:chgData name="Paul Winser" userId="c3146a91-e6bd-4264-bd86-e164e04bc32d" providerId="ADAL" clId="{7A8BEF6B-40B4-4469-87C0-17A3A01E30E5}" dt="2024-12-02T21:36:32.596" v="92" actId="207"/>
          <ac:spMkLst>
            <pc:docMk/>
            <pc:sldMk cId="403951496" sldId="348"/>
            <ac:spMk id="3" creationId="{05DF3DC7-3C83-7AFA-2078-1D34774D2931}"/>
          </ac:spMkLst>
        </pc:spChg>
      </pc:sldChg>
    </pc:docChg>
  </pc:docChgLst>
  <pc:docChgLst>
    <pc:chgData name="Matthew Gregory" userId="S::matthew.gregory2@pearson.com::8c337df5-6986-499e-b190-07598673e62f" providerId="AD" clId="Web-{67C2343C-0639-BA67-CDA2-516183AD6610}"/>
    <pc:docChg chg="modSld">
      <pc:chgData name="Matthew Gregory" userId="S::matthew.gregory2@pearson.com::8c337df5-6986-499e-b190-07598673e62f" providerId="AD" clId="Web-{67C2343C-0639-BA67-CDA2-516183AD6610}" dt="2025-01-07T10:54:19.391" v="50" actId="1076"/>
      <pc:docMkLst>
        <pc:docMk/>
      </pc:docMkLst>
      <pc:sldChg chg="addSp delSp modSp">
        <pc:chgData name="Matthew Gregory" userId="S::matthew.gregory2@pearson.com::8c337df5-6986-499e-b190-07598673e62f" providerId="AD" clId="Web-{67C2343C-0639-BA67-CDA2-516183AD6610}" dt="2025-01-07T10:10:54.716" v="29" actId="14100"/>
        <pc:sldMkLst>
          <pc:docMk/>
          <pc:sldMk cId="884549766" sldId="305"/>
        </pc:sldMkLst>
        <pc:graphicFrameChg chg="del modGraphic">
          <ac:chgData name="Matthew Gregory" userId="S::matthew.gregory2@pearson.com::8c337df5-6986-499e-b190-07598673e62f" providerId="AD" clId="Web-{67C2343C-0639-BA67-CDA2-516183AD6610}" dt="2025-01-07T10:05:44.058" v="2"/>
          <ac:graphicFrameMkLst>
            <pc:docMk/>
            <pc:sldMk cId="884549766" sldId="305"/>
            <ac:graphicFrameMk id="3" creationId="{26064B85-EF0F-332B-891B-1250BC7B2CC9}"/>
          </ac:graphicFrameMkLst>
        </pc:graphicFrameChg>
        <pc:graphicFrameChg chg="del">
          <ac:chgData name="Matthew Gregory" userId="S::matthew.gregory2@pearson.com::8c337df5-6986-499e-b190-07598673e62f" providerId="AD" clId="Web-{67C2343C-0639-BA67-CDA2-516183AD6610}" dt="2025-01-07T10:09:32.555" v="13"/>
          <ac:graphicFrameMkLst>
            <pc:docMk/>
            <pc:sldMk cId="884549766" sldId="305"/>
            <ac:graphicFrameMk id="7" creationId="{9DD14B70-C434-3CE4-D9DE-1EEC783866FC}"/>
          </ac:graphicFrameMkLst>
        </pc:graphicFrameChg>
        <pc:picChg chg="add mod">
          <ac:chgData name="Matthew Gregory" userId="S::matthew.gregory2@pearson.com::8c337df5-6986-499e-b190-07598673e62f" providerId="AD" clId="Web-{67C2343C-0639-BA67-CDA2-516183AD6610}" dt="2025-01-07T10:05:57.997" v="5" actId="14100"/>
          <ac:picMkLst>
            <pc:docMk/>
            <pc:sldMk cId="884549766" sldId="305"/>
            <ac:picMk id="4" creationId="{18DB23FD-10AC-DB1E-C1B3-D4F1F29E921F}"/>
          </ac:picMkLst>
        </pc:picChg>
        <pc:picChg chg="add mod">
          <ac:chgData name="Matthew Gregory" userId="S::matthew.gregory2@pearson.com::8c337df5-6986-499e-b190-07598673e62f" providerId="AD" clId="Web-{67C2343C-0639-BA67-CDA2-516183AD6610}" dt="2025-01-07T10:06:41.843" v="9" actId="14100"/>
          <ac:picMkLst>
            <pc:docMk/>
            <pc:sldMk cId="884549766" sldId="305"/>
            <ac:picMk id="5" creationId="{EF46028E-4B65-7ED5-EEA0-E23376C9E9E6}"/>
          </ac:picMkLst>
        </pc:picChg>
        <pc:picChg chg="add mod">
          <ac:chgData name="Matthew Gregory" userId="S::matthew.gregory2@pearson.com::8c337df5-6986-499e-b190-07598673e62f" providerId="AD" clId="Web-{67C2343C-0639-BA67-CDA2-516183AD6610}" dt="2025-01-07T10:06:42.843" v="12" actId="14100"/>
          <ac:picMkLst>
            <pc:docMk/>
            <pc:sldMk cId="884549766" sldId="305"/>
            <ac:picMk id="6" creationId="{6B2FF286-D397-567C-5B5E-A7744F7868CF}"/>
          </ac:picMkLst>
        </pc:picChg>
        <pc:picChg chg="add mod">
          <ac:chgData name="Matthew Gregory" userId="S::matthew.gregory2@pearson.com::8c337df5-6986-499e-b190-07598673e62f" providerId="AD" clId="Web-{67C2343C-0639-BA67-CDA2-516183AD6610}" dt="2025-01-07T10:10:34.824" v="22" actId="14100"/>
          <ac:picMkLst>
            <pc:docMk/>
            <pc:sldMk cId="884549766" sldId="305"/>
            <ac:picMk id="8" creationId="{DAF88857-8CA1-7143-EEA9-778E450BEBB5}"/>
          </ac:picMkLst>
        </pc:picChg>
        <pc:picChg chg="add mod">
          <ac:chgData name="Matthew Gregory" userId="S::matthew.gregory2@pearson.com::8c337df5-6986-499e-b190-07598673e62f" providerId="AD" clId="Web-{67C2343C-0639-BA67-CDA2-516183AD6610}" dt="2025-01-07T10:10:27.715" v="21" actId="14100"/>
          <ac:picMkLst>
            <pc:docMk/>
            <pc:sldMk cId="884549766" sldId="305"/>
            <ac:picMk id="9" creationId="{B7AAF8C0-3CCE-3729-CAEC-74A2CC2D49B0}"/>
          </ac:picMkLst>
        </pc:picChg>
        <pc:picChg chg="add mod">
          <ac:chgData name="Matthew Gregory" userId="S::matthew.gregory2@pearson.com::8c337df5-6986-499e-b190-07598673e62f" providerId="AD" clId="Web-{67C2343C-0639-BA67-CDA2-516183AD6610}" dt="2025-01-07T10:10:54.716" v="29" actId="14100"/>
          <ac:picMkLst>
            <pc:docMk/>
            <pc:sldMk cId="884549766" sldId="305"/>
            <ac:picMk id="10" creationId="{848D2E3E-0877-35FF-6BFE-0F046396358C}"/>
          </ac:picMkLst>
        </pc:picChg>
      </pc:sldChg>
      <pc:sldChg chg="addSp delSp modSp">
        <pc:chgData name="Matthew Gregory" userId="S::matthew.gregory2@pearson.com::8c337df5-6986-499e-b190-07598673e62f" providerId="AD" clId="Web-{67C2343C-0639-BA67-CDA2-516183AD6610}" dt="2025-01-07T10:54:19.391" v="50" actId="1076"/>
        <pc:sldMkLst>
          <pc:docMk/>
          <pc:sldMk cId="150737381" sldId="314"/>
        </pc:sldMkLst>
        <pc:picChg chg="add mod">
          <ac:chgData name="Matthew Gregory" userId="S::matthew.gregory2@pearson.com::8c337df5-6986-499e-b190-07598673e62f" providerId="AD" clId="Web-{67C2343C-0639-BA67-CDA2-516183AD6610}" dt="2025-01-07T10:54:19.391" v="50" actId="1076"/>
          <ac:picMkLst>
            <pc:docMk/>
            <pc:sldMk cId="150737381" sldId="314"/>
            <ac:picMk id="3" creationId="{A8B38A4F-721D-F60F-EE5D-AA486F08244E}"/>
          </ac:picMkLst>
        </pc:picChg>
        <pc:picChg chg="del">
          <ac:chgData name="Matthew Gregory" userId="S::matthew.gregory2@pearson.com::8c337df5-6986-499e-b190-07598673e62f" providerId="AD" clId="Web-{67C2343C-0639-BA67-CDA2-516183AD6610}" dt="2025-01-07T10:53:34.936" v="47"/>
          <ac:picMkLst>
            <pc:docMk/>
            <pc:sldMk cId="150737381" sldId="314"/>
            <ac:picMk id="6" creationId="{7E2674C6-56BE-1A49-C74B-F2934DF9B4D8}"/>
          </ac:picMkLst>
        </pc:picChg>
      </pc:sldChg>
      <pc:sldChg chg="addSp delSp modSp">
        <pc:chgData name="Matthew Gregory" userId="S::matthew.gregory2@pearson.com::8c337df5-6986-499e-b190-07598673e62f" providerId="AD" clId="Web-{67C2343C-0639-BA67-CDA2-516183AD6610}" dt="2025-01-07T10:41:42.881" v="46" actId="1076"/>
        <pc:sldMkLst>
          <pc:docMk/>
          <pc:sldMk cId="2538407088" sldId="318"/>
        </pc:sldMkLst>
        <pc:graphicFrameChg chg="del mod">
          <ac:chgData name="Matthew Gregory" userId="S::matthew.gregory2@pearson.com::8c337df5-6986-499e-b190-07598673e62f" providerId="AD" clId="Web-{67C2343C-0639-BA67-CDA2-516183AD6610}" dt="2025-01-07T10:41:22.395" v="44"/>
          <ac:graphicFrameMkLst>
            <pc:docMk/>
            <pc:sldMk cId="2538407088" sldId="318"/>
            <ac:graphicFrameMk id="8" creationId="{75939C59-D070-0FC6-F985-CA4B20276231}"/>
          </ac:graphicFrameMkLst>
        </pc:graphicFrameChg>
        <pc:picChg chg="add mod">
          <ac:chgData name="Matthew Gregory" userId="S::matthew.gregory2@pearson.com::8c337df5-6986-499e-b190-07598673e62f" providerId="AD" clId="Web-{67C2343C-0639-BA67-CDA2-516183AD6610}" dt="2025-01-07T10:39:55.250" v="33" actId="1076"/>
          <ac:picMkLst>
            <pc:docMk/>
            <pc:sldMk cId="2538407088" sldId="318"/>
            <ac:picMk id="3" creationId="{E210D685-A6F4-2400-461B-9E588139C923}"/>
          </ac:picMkLst>
        </pc:picChg>
        <pc:picChg chg="add mod">
          <ac:chgData name="Matthew Gregory" userId="S::matthew.gregory2@pearson.com::8c337df5-6986-499e-b190-07598673e62f" providerId="AD" clId="Web-{67C2343C-0639-BA67-CDA2-516183AD6610}" dt="2025-01-07T10:39:59.422" v="35" actId="1076"/>
          <ac:picMkLst>
            <pc:docMk/>
            <pc:sldMk cId="2538407088" sldId="318"/>
            <ac:picMk id="4" creationId="{69FA7578-DB02-1F87-4E2D-6D73FFF56E74}"/>
          </ac:picMkLst>
        </pc:picChg>
        <pc:picChg chg="add mod">
          <ac:chgData name="Matthew Gregory" userId="S::matthew.gregory2@pearson.com::8c337df5-6986-499e-b190-07598673e62f" providerId="AD" clId="Web-{67C2343C-0639-BA67-CDA2-516183AD6610}" dt="2025-01-07T10:41:42.881" v="46" actId="1076"/>
          <ac:picMkLst>
            <pc:docMk/>
            <pc:sldMk cId="2538407088" sldId="318"/>
            <ac:picMk id="5" creationId="{CAAE4929-8D89-CBD8-F438-3C669FFA58CB}"/>
          </ac:picMkLst>
        </pc:picChg>
        <pc:picChg chg="add mod">
          <ac:chgData name="Matthew Gregory" userId="S::matthew.gregory2@pearson.com::8c337df5-6986-499e-b190-07598673e62f" providerId="AD" clId="Web-{67C2343C-0639-BA67-CDA2-516183AD6610}" dt="2025-01-07T10:41:37.021" v="45" actId="1076"/>
          <ac:picMkLst>
            <pc:docMk/>
            <pc:sldMk cId="2538407088" sldId="318"/>
            <ac:picMk id="6" creationId="{D9598959-0D49-3B9F-36A5-FB8A9985FF75}"/>
          </ac:picMkLst>
        </pc:picChg>
      </pc:sldChg>
    </pc:docChg>
  </pc:docChgLst>
  <pc:docChgLst>
    <pc:chgData name="Matthew Gregory" userId="S::matthew.gregory2@pearson.com::8c337df5-6986-499e-b190-07598673e62f" providerId="AD" clId="Web-{6782AE0C-1A34-C1A5-58EB-D9D405826ACD}"/>
    <pc:docChg chg="modSld">
      <pc:chgData name="Matthew Gregory" userId="S::matthew.gregory2@pearson.com::8c337df5-6986-499e-b190-07598673e62f" providerId="AD" clId="Web-{6782AE0C-1A34-C1A5-58EB-D9D405826ACD}" dt="2025-01-13T15:09:51.327" v="2" actId="1076"/>
      <pc:docMkLst>
        <pc:docMk/>
      </pc:docMkLst>
      <pc:sldChg chg="addSp delSp modSp">
        <pc:chgData name="Matthew Gregory" userId="S::matthew.gregory2@pearson.com::8c337df5-6986-499e-b190-07598673e62f" providerId="AD" clId="Web-{6782AE0C-1A34-C1A5-58EB-D9D405826ACD}" dt="2025-01-13T15:09:51.327" v="2" actId="1076"/>
        <pc:sldMkLst>
          <pc:docMk/>
          <pc:sldMk cId="3333376596" sldId="333"/>
        </pc:sldMkLst>
        <pc:picChg chg="add mod">
          <ac:chgData name="Matthew Gregory" userId="S::matthew.gregory2@pearson.com::8c337df5-6986-499e-b190-07598673e62f" providerId="AD" clId="Web-{6782AE0C-1A34-C1A5-58EB-D9D405826ACD}" dt="2025-01-13T15:09:51.327" v="2" actId="1076"/>
          <ac:picMkLst>
            <pc:docMk/>
            <pc:sldMk cId="3333376596" sldId="333"/>
            <ac:picMk id="3" creationId="{B79B7AEB-E6B9-315E-ABF5-9C5E8E286478}"/>
          </ac:picMkLst>
        </pc:picChg>
        <pc:picChg chg="del">
          <ac:chgData name="Matthew Gregory" userId="S::matthew.gregory2@pearson.com::8c337df5-6986-499e-b190-07598673e62f" providerId="AD" clId="Web-{6782AE0C-1A34-C1A5-58EB-D9D405826ACD}" dt="2025-01-13T15:09:47.670" v="0"/>
          <ac:picMkLst>
            <pc:docMk/>
            <pc:sldMk cId="3333376596" sldId="333"/>
            <ac:picMk id="4" creationId="{B0CDCACD-07AE-C830-7E79-9CBBE0038ADF}"/>
          </ac:picMkLst>
        </pc:picChg>
      </pc:sldChg>
    </pc:docChg>
  </pc:docChgLst>
  <pc:docChgLst>
    <pc:chgData name="Matthew Gregory" userId="S::matthew.gregory2@pearson.com::8c337df5-6986-499e-b190-07598673e62f" providerId="AD" clId="Web-{D7500D5A-EF5A-9DD5-92BB-33379253149F}"/>
    <pc:docChg chg="modSld">
      <pc:chgData name="Matthew Gregory" userId="S::matthew.gregory2@pearson.com::8c337df5-6986-499e-b190-07598673e62f" providerId="AD" clId="Web-{D7500D5A-EF5A-9DD5-92BB-33379253149F}" dt="2025-01-13T12:49:01.188" v="10" actId="1076"/>
      <pc:docMkLst>
        <pc:docMk/>
      </pc:docMkLst>
      <pc:sldChg chg="modSp">
        <pc:chgData name="Matthew Gregory" userId="S::matthew.gregory2@pearson.com::8c337df5-6986-499e-b190-07598673e62f" providerId="AD" clId="Web-{D7500D5A-EF5A-9DD5-92BB-33379253149F}" dt="2025-01-13T11:35:07.472" v="0" actId="1076"/>
        <pc:sldMkLst>
          <pc:docMk/>
          <pc:sldMk cId="2538407088" sldId="318"/>
        </pc:sldMkLst>
        <pc:picChg chg="mod">
          <ac:chgData name="Matthew Gregory" userId="S::matthew.gregory2@pearson.com::8c337df5-6986-499e-b190-07598673e62f" providerId="AD" clId="Web-{D7500D5A-EF5A-9DD5-92BB-33379253149F}" dt="2025-01-13T11:35:07.472" v="0" actId="1076"/>
          <ac:picMkLst>
            <pc:docMk/>
            <pc:sldMk cId="2538407088" sldId="318"/>
            <ac:picMk id="4" creationId="{69FA7578-DB02-1F87-4E2D-6D73FFF56E74}"/>
          </ac:picMkLst>
        </pc:picChg>
      </pc:sldChg>
      <pc:sldChg chg="addSp delSp modSp">
        <pc:chgData name="Matthew Gregory" userId="S::matthew.gregory2@pearson.com::8c337df5-6986-499e-b190-07598673e62f" providerId="AD" clId="Web-{D7500D5A-EF5A-9DD5-92BB-33379253149F}" dt="2025-01-13T11:35:45.097" v="6" actId="1076"/>
        <pc:sldMkLst>
          <pc:docMk/>
          <pc:sldMk cId="3297963513" sldId="329"/>
        </pc:sldMkLst>
        <pc:picChg chg="add mod">
          <ac:chgData name="Matthew Gregory" userId="S::matthew.gregory2@pearson.com::8c337df5-6986-499e-b190-07598673e62f" providerId="AD" clId="Web-{D7500D5A-EF5A-9DD5-92BB-33379253149F}" dt="2025-01-13T11:35:45.097" v="6" actId="1076"/>
          <ac:picMkLst>
            <pc:docMk/>
            <pc:sldMk cId="3297963513" sldId="329"/>
            <ac:picMk id="4" creationId="{2E164686-4EA0-C01D-C797-0E1A0387DB59}"/>
          </ac:picMkLst>
        </pc:picChg>
        <pc:picChg chg="del">
          <ac:chgData name="Matthew Gregory" userId="S::matthew.gregory2@pearson.com::8c337df5-6986-499e-b190-07598673e62f" providerId="AD" clId="Web-{D7500D5A-EF5A-9DD5-92BB-33379253149F}" dt="2025-01-13T11:35:29.066" v="1"/>
          <ac:picMkLst>
            <pc:docMk/>
            <pc:sldMk cId="3297963513" sldId="329"/>
            <ac:picMk id="5" creationId="{BAC843E0-69B9-E54A-6228-D39C1AFFF138}"/>
          </ac:picMkLst>
        </pc:picChg>
      </pc:sldChg>
      <pc:sldChg chg="addSp delSp modSp">
        <pc:chgData name="Matthew Gregory" userId="S::matthew.gregory2@pearson.com::8c337df5-6986-499e-b190-07598673e62f" providerId="AD" clId="Web-{D7500D5A-EF5A-9DD5-92BB-33379253149F}" dt="2025-01-13T12:49:01.188" v="10" actId="1076"/>
        <pc:sldMkLst>
          <pc:docMk/>
          <pc:sldMk cId="1500738825" sldId="334"/>
        </pc:sldMkLst>
        <pc:picChg chg="del">
          <ac:chgData name="Matthew Gregory" userId="S::matthew.gregory2@pearson.com::8c337df5-6986-499e-b190-07598673e62f" providerId="AD" clId="Web-{D7500D5A-EF5A-9DD5-92BB-33379253149F}" dt="2025-01-13T12:48:54.438" v="7"/>
          <ac:picMkLst>
            <pc:docMk/>
            <pc:sldMk cId="1500738825" sldId="334"/>
            <ac:picMk id="3" creationId="{FBCBC989-4FAA-11E8-BAEC-1ACAA5D3766E}"/>
          </ac:picMkLst>
        </pc:picChg>
        <pc:picChg chg="add mod">
          <ac:chgData name="Matthew Gregory" userId="S::matthew.gregory2@pearson.com::8c337df5-6986-499e-b190-07598673e62f" providerId="AD" clId="Web-{D7500D5A-EF5A-9DD5-92BB-33379253149F}" dt="2025-01-13T12:49:01.188" v="10" actId="1076"/>
          <ac:picMkLst>
            <pc:docMk/>
            <pc:sldMk cId="1500738825" sldId="334"/>
            <ac:picMk id="4" creationId="{053C6AA1-34C1-5045-D770-BA57AF5D172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a:t>Click to edit Master text styles</a:t>
            </a:r>
          </a:p>
          <a:p>
            <a:pPr lvl="1" rtl="1"/>
            <a:r>
              <a:rPr lang="ar" noProof="0"/>
              <a:t>Second level</a:t>
            </a:r>
          </a:p>
          <a:p>
            <a:pPr lvl="2" rtl="1"/>
            <a:r>
              <a:rPr lang="ar" noProof="0"/>
              <a:t>Third level</a:t>
            </a:r>
          </a:p>
          <a:p>
            <a:pPr lvl="3" rtl="1"/>
            <a:r>
              <a:rPr lang="ar" noProof="0"/>
              <a:t>Fourth level</a:t>
            </a:r>
          </a:p>
          <a:p>
            <a:pPr lvl="4" rtl="1"/>
            <a:r>
              <a:rPr lang="ar" noProof="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endParaRPr lang="en-US" altLang="en-US"/>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fld id="{4D3E6F70-5D4D-4B7F-8590-7D87CFB0B671}" type="slidenum">
              <a:rPr lang="en-GB" altLang="en-US"/>
              <a:pPr rtl="1">
                <a:defRPr/>
              </a:pPr>
              <a:t>‹#›</a:t>
            </a:fld>
            <a:endParaRPr lang="en-GB" altLang="en-US"/>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Arial" charset="0"/>
        <a:ea typeface="+mn-ea"/>
        <a:cs typeface="+mn-cs"/>
      </a:defRPr>
    </a:lvl1pPr>
    <a:lvl2pPr marL="457200" algn="r" rtl="1" eaLnBrk="0" fontAlgn="base" hangingPunct="0">
      <a:spcBef>
        <a:spcPct val="30000"/>
      </a:spcBef>
      <a:spcAft>
        <a:spcPct val="0"/>
      </a:spcAft>
      <a:defRPr sz="1200" kern="1200">
        <a:solidFill>
          <a:schemeClr val="tx1"/>
        </a:solidFill>
        <a:latin typeface="Arial" charset="0"/>
        <a:ea typeface="+mn-ea"/>
        <a:cs typeface="+mn-cs"/>
      </a:defRPr>
    </a:lvl2pPr>
    <a:lvl3pPr marL="914400" algn="r" rtl="1" eaLnBrk="0" fontAlgn="base" hangingPunct="0">
      <a:spcBef>
        <a:spcPct val="30000"/>
      </a:spcBef>
      <a:spcAft>
        <a:spcPct val="0"/>
      </a:spcAft>
      <a:defRPr sz="1200" kern="1200">
        <a:solidFill>
          <a:schemeClr val="tx1"/>
        </a:solidFill>
        <a:latin typeface="Arial" charset="0"/>
        <a:ea typeface="+mn-ea"/>
        <a:cs typeface="+mn-cs"/>
      </a:defRPr>
    </a:lvl3pPr>
    <a:lvl4pPr marL="1371600" algn="r" rtl="1" eaLnBrk="0" fontAlgn="base" hangingPunct="0">
      <a:spcBef>
        <a:spcPct val="30000"/>
      </a:spcBef>
      <a:spcAft>
        <a:spcPct val="0"/>
      </a:spcAft>
      <a:defRPr sz="1200" kern="1200">
        <a:solidFill>
          <a:schemeClr val="tx1"/>
        </a:solidFill>
        <a:latin typeface="Arial" charset="0"/>
        <a:ea typeface="+mn-ea"/>
        <a:cs typeface="+mn-cs"/>
      </a:defRPr>
    </a:lvl4pPr>
    <a:lvl5pPr marL="1828800" algn="r" rtl="1" eaLnBrk="0" fontAlgn="base" hangingPunct="0">
      <a:spcBef>
        <a:spcPct val="30000"/>
      </a:spcBef>
      <a:spcAft>
        <a:spcPct val="0"/>
      </a:spcAft>
      <a:defRPr sz="1200" kern="1200">
        <a:solidFill>
          <a:schemeClr val="tx1"/>
        </a:solidFill>
        <a:latin typeface="Arial" charset="0"/>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a:latin typeface="Arial" panose="020B0604020202020204" pitchFamily="34" charset="0"/>
            </a:endParaRPr>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pPr rtl="1"/>
              <a:t>1</a:t>
            </a:fld>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rtl="1"/>
              <a:t>2</a:t>
            </a:fld>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pPr rtl="1"/>
              <a:t>3</a:t>
            </a:fld>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4</a:t>
            </a:fld>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5</a:t>
            </a:fld>
            <a:endParaRPr lang="en-GB" altLang="en-US"/>
          </a:p>
        </p:txBody>
      </p:sp>
    </p:spTree>
    <p:extLst>
      <p:ext uri="{BB962C8B-B14F-4D97-AF65-F5344CB8AC3E}">
        <p14:creationId xmlns:p14="http://schemas.microsoft.com/office/powerpoint/2010/main" val="568751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6</a:t>
            </a:fld>
            <a:endParaRPr lang="en-GB" altLang="en-US"/>
          </a:p>
        </p:txBody>
      </p:sp>
    </p:spTree>
    <p:extLst>
      <p:ext uri="{BB962C8B-B14F-4D97-AF65-F5344CB8AC3E}">
        <p14:creationId xmlns:p14="http://schemas.microsoft.com/office/powerpoint/2010/main" val="1613526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7</a:t>
            </a:fld>
            <a:endParaRPr lang="en-GB" altLang="en-US"/>
          </a:p>
        </p:txBody>
      </p:sp>
    </p:spTree>
    <p:extLst>
      <p:ext uri="{BB962C8B-B14F-4D97-AF65-F5344CB8AC3E}">
        <p14:creationId xmlns:p14="http://schemas.microsoft.com/office/powerpoint/2010/main" val="6404580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8</a:t>
            </a:fld>
            <a:endParaRPr lang="en-GB" altLang="en-US"/>
          </a:p>
        </p:txBody>
      </p:sp>
    </p:spTree>
    <p:extLst>
      <p:ext uri="{BB962C8B-B14F-4D97-AF65-F5344CB8AC3E}">
        <p14:creationId xmlns:p14="http://schemas.microsoft.com/office/powerpoint/2010/main" val="6608795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9</a:t>
            </a:fld>
            <a:endParaRPr lang="en-GB" altLang="en-US"/>
          </a:p>
        </p:txBody>
      </p:sp>
    </p:spTree>
    <p:extLst>
      <p:ext uri="{BB962C8B-B14F-4D97-AF65-F5344CB8AC3E}">
        <p14:creationId xmlns:p14="http://schemas.microsoft.com/office/powerpoint/2010/main" val="22699941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10</a:t>
            </a:fld>
            <a:endParaRPr lang="en-GB" altLang="en-US"/>
          </a:p>
        </p:txBody>
      </p:sp>
    </p:spTree>
    <p:extLst>
      <p:ext uri="{BB962C8B-B14F-4D97-AF65-F5344CB8AC3E}">
        <p14:creationId xmlns:p14="http://schemas.microsoft.com/office/powerpoint/2010/main" val="34787746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11</a:t>
            </a:fld>
            <a:endParaRPr lang="en-GB" altLang="en-US"/>
          </a:p>
        </p:txBody>
      </p:sp>
    </p:spTree>
    <p:extLst>
      <p:ext uri="{BB962C8B-B14F-4D97-AF65-F5344CB8AC3E}">
        <p14:creationId xmlns:p14="http://schemas.microsoft.com/office/powerpoint/2010/main" val="3445480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2D2C7-29B8-2357-F45C-615E078C788E}"/>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5A7D73F0-5138-B02F-4169-A44D1DFFA672}"/>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489DDA9D-686E-A1B1-F4ED-7265AFA887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089D2633-5048-EB2E-CFA9-CF36060761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12</a:t>
            </a:fld>
            <a:endParaRPr lang="en-GB" altLang="en-US"/>
          </a:p>
        </p:txBody>
      </p:sp>
    </p:spTree>
    <p:extLst>
      <p:ext uri="{BB962C8B-B14F-4D97-AF65-F5344CB8AC3E}">
        <p14:creationId xmlns:p14="http://schemas.microsoft.com/office/powerpoint/2010/main" val="31697325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13</a:t>
            </a:fld>
            <a:endParaRPr lang="en-GB" altLang="en-US"/>
          </a:p>
        </p:txBody>
      </p:sp>
    </p:spTree>
    <p:extLst>
      <p:ext uri="{BB962C8B-B14F-4D97-AF65-F5344CB8AC3E}">
        <p14:creationId xmlns:p14="http://schemas.microsoft.com/office/powerpoint/2010/main" val="40947746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7A854-253D-E150-F0AB-25AC0AAAA64B}"/>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26277D16-FCF0-60F8-48A8-73628E3C2AB1}"/>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88894094-AB9A-F623-4F8E-95881B0AE7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46E4401-83A6-45CD-A226-42BDEADB40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14</a:t>
            </a:fld>
            <a:endParaRPr lang="en-GB" altLang="en-US"/>
          </a:p>
        </p:txBody>
      </p:sp>
    </p:spTree>
    <p:extLst>
      <p:ext uri="{BB962C8B-B14F-4D97-AF65-F5344CB8AC3E}">
        <p14:creationId xmlns:p14="http://schemas.microsoft.com/office/powerpoint/2010/main" val="40136906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15</a:t>
            </a:fld>
            <a:endParaRPr lang="en-GB" altLang="en-US"/>
          </a:p>
        </p:txBody>
      </p:sp>
    </p:spTree>
    <p:extLst>
      <p:ext uri="{BB962C8B-B14F-4D97-AF65-F5344CB8AC3E}">
        <p14:creationId xmlns:p14="http://schemas.microsoft.com/office/powerpoint/2010/main" val="22979040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049EC-E85E-5930-195C-F8D7A8139170}"/>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4B500DCB-3E36-B610-3DDD-C3FACB082D33}"/>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EB4A42BF-138E-33DA-EFD9-DE10BD5417C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6F9847F3-AAEC-A798-C0E5-3945D0BF3F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16</a:t>
            </a:fld>
            <a:endParaRPr lang="en-GB" altLang="en-US"/>
          </a:p>
        </p:txBody>
      </p:sp>
    </p:spTree>
    <p:extLst>
      <p:ext uri="{BB962C8B-B14F-4D97-AF65-F5344CB8AC3E}">
        <p14:creationId xmlns:p14="http://schemas.microsoft.com/office/powerpoint/2010/main" val="11191295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5E3F0-A144-1D68-13F6-703BB57E3FF6}"/>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20E4D4A3-485E-87F9-80D7-0790114499D2}"/>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CCFD4A3F-EE74-EF3A-4165-C28DC0A125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A1531D28-8098-0037-60CC-31506F82FE1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17</a:t>
            </a:fld>
            <a:endParaRPr lang="en-GB" altLang="en-US"/>
          </a:p>
        </p:txBody>
      </p:sp>
    </p:spTree>
    <p:extLst>
      <p:ext uri="{BB962C8B-B14F-4D97-AF65-F5344CB8AC3E}">
        <p14:creationId xmlns:p14="http://schemas.microsoft.com/office/powerpoint/2010/main" val="41751036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5CCC7-AB67-2663-5826-59C93FAC225E}"/>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42C567BC-7815-147F-F876-D5E96DEDE11A}"/>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EE373BDC-0D46-250E-BD08-2A28161BDE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23D9E881-5501-8F09-F831-A58CF45CEA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18</a:t>
            </a:fld>
            <a:endParaRPr lang="en-GB" altLang="en-US"/>
          </a:p>
        </p:txBody>
      </p:sp>
    </p:spTree>
    <p:extLst>
      <p:ext uri="{BB962C8B-B14F-4D97-AF65-F5344CB8AC3E}">
        <p14:creationId xmlns:p14="http://schemas.microsoft.com/office/powerpoint/2010/main" val="1533128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19</a:t>
            </a:fld>
            <a:endParaRPr lang="en-GB" altLang="en-US"/>
          </a:p>
        </p:txBody>
      </p:sp>
    </p:spTree>
    <p:extLst>
      <p:ext uri="{BB962C8B-B14F-4D97-AF65-F5344CB8AC3E}">
        <p14:creationId xmlns:p14="http://schemas.microsoft.com/office/powerpoint/2010/main" val="23009894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20</a:t>
            </a:fld>
            <a:endParaRPr lang="en-GB" altLang="en-US"/>
          </a:p>
        </p:txBody>
      </p:sp>
    </p:spTree>
    <p:extLst>
      <p:ext uri="{BB962C8B-B14F-4D97-AF65-F5344CB8AC3E}">
        <p14:creationId xmlns:p14="http://schemas.microsoft.com/office/powerpoint/2010/main" val="33019683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21</a:t>
            </a:fld>
            <a:endParaRPr lang="en-GB" altLang="en-US"/>
          </a:p>
        </p:txBody>
      </p:sp>
    </p:spTree>
    <p:extLst>
      <p:ext uri="{BB962C8B-B14F-4D97-AF65-F5344CB8AC3E}">
        <p14:creationId xmlns:p14="http://schemas.microsoft.com/office/powerpoint/2010/main" val="11626862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22</a:t>
            </a:fld>
            <a:endParaRPr lang="en-GB" altLang="en-US"/>
          </a:p>
        </p:txBody>
      </p:sp>
    </p:spTree>
    <p:extLst>
      <p:ext uri="{BB962C8B-B14F-4D97-AF65-F5344CB8AC3E}">
        <p14:creationId xmlns:p14="http://schemas.microsoft.com/office/powerpoint/2010/main" val="5411086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23</a:t>
            </a:fld>
            <a:endParaRPr lang="en-GB" altLang="en-US"/>
          </a:p>
        </p:txBody>
      </p:sp>
    </p:spTree>
    <p:extLst>
      <p:ext uri="{BB962C8B-B14F-4D97-AF65-F5344CB8AC3E}">
        <p14:creationId xmlns:p14="http://schemas.microsoft.com/office/powerpoint/2010/main" val="14020371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24</a:t>
            </a:fld>
            <a:endParaRPr lang="en-GB" altLang="en-US"/>
          </a:p>
        </p:txBody>
      </p:sp>
    </p:spTree>
    <p:extLst>
      <p:ext uri="{BB962C8B-B14F-4D97-AF65-F5344CB8AC3E}">
        <p14:creationId xmlns:p14="http://schemas.microsoft.com/office/powerpoint/2010/main" val="17141405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85238-17B2-198C-37C9-B7B8488EBDC2}"/>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11AC3178-AE10-6B20-175A-B67D50641FE3}"/>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147B0B24-6B2B-7BAF-B539-26A19D1AD7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A3CA6236-8DD4-C797-2BDD-6AD8B7B67C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25</a:t>
            </a:fld>
            <a:endParaRPr lang="en-GB" altLang="en-US"/>
          </a:p>
        </p:txBody>
      </p:sp>
    </p:spTree>
    <p:extLst>
      <p:ext uri="{BB962C8B-B14F-4D97-AF65-F5344CB8AC3E}">
        <p14:creationId xmlns:p14="http://schemas.microsoft.com/office/powerpoint/2010/main" val="11933552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606C1-C26D-CFAB-FCC9-E4350D9867BD}"/>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28DD7FF0-26AA-BE94-0FD3-D197D492CCC3}"/>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A56C41B7-C63C-9A35-AA3B-D8607C6A291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A269A06A-9E35-6F7F-215C-BB8D7E847A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26</a:t>
            </a:fld>
            <a:endParaRPr lang="en-GB" altLang="en-US"/>
          </a:p>
        </p:txBody>
      </p:sp>
    </p:spTree>
    <p:extLst>
      <p:ext uri="{BB962C8B-B14F-4D97-AF65-F5344CB8AC3E}">
        <p14:creationId xmlns:p14="http://schemas.microsoft.com/office/powerpoint/2010/main" val="13470342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2AF85-06F4-885C-4CDC-059A15B96BA4}"/>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3BBE2B43-B6A4-B1FA-2513-3AA27DD1B583}"/>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8B103B6F-66CD-7ECE-0D08-CF548A98B6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DCB9109D-FD88-BC29-78FF-3BDF00DBC4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27</a:t>
            </a:fld>
            <a:endParaRPr lang="en-GB" altLang="en-US"/>
          </a:p>
        </p:txBody>
      </p:sp>
    </p:spTree>
    <p:extLst>
      <p:ext uri="{BB962C8B-B14F-4D97-AF65-F5344CB8AC3E}">
        <p14:creationId xmlns:p14="http://schemas.microsoft.com/office/powerpoint/2010/main" val="1232098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59292-B98C-F2E2-873C-B200C94AA4A5}"/>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DFA62B2D-AF28-82C7-369F-8B246CC72108}"/>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5BD3793F-B046-35B8-18FA-CFB4BE5ACA2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44ADEFC8-1353-AE02-E256-1FE19A71C9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28</a:t>
            </a:fld>
            <a:endParaRPr lang="en-GB" altLang="en-US"/>
          </a:p>
        </p:txBody>
      </p:sp>
    </p:spTree>
    <p:extLst>
      <p:ext uri="{BB962C8B-B14F-4D97-AF65-F5344CB8AC3E}">
        <p14:creationId xmlns:p14="http://schemas.microsoft.com/office/powerpoint/2010/main" val="41168316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F493C-0368-8D1C-4F1B-326A8A06152F}"/>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2769F299-CB2E-D135-5354-8AE59A389EBE}"/>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23778973-2263-1014-CF24-32C4E4E56E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ECD69F71-BB06-FEC6-55CB-DC15D6B30A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29</a:t>
            </a:fld>
            <a:endParaRPr lang="en-GB" altLang="en-US"/>
          </a:p>
        </p:txBody>
      </p:sp>
    </p:spTree>
    <p:extLst>
      <p:ext uri="{BB962C8B-B14F-4D97-AF65-F5344CB8AC3E}">
        <p14:creationId xmlns:p14="http://schemas.microsoft.com/office/powerpoint/2010/main" val="7925922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47332-A528-5EE2-A640-C99A5F0E63E8}"/>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EA872B76-61B3-547F-3D3C-8D7A2FA4EFAC}"/>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7590757C-E4BB-0B97-1433-03A6D39A4F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2D7A01B8-AF15-4930-A7F2-C8687D3124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30</a:t>
            </a:fld>
            <a:endParaRPr lang="en-GB" altLang="en-US"/>
          </a:p>
        </p:txBody>
      </p:sp>
    </p:spTree>
    <p:extLst>
      <p:ext uri="{BB962C8B-B14F-4D97-AF65-F5344CB8AC3E}">
        <p14:creationId xmlns:p14="http://schemas.microsoft.com/office/powerpoint/2010/main" val="4773102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08954-BAA3-08C9-207C-0C6AC6D466F3}"/>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F8D9C337-BB1F-C534-B308-B77CBF3F5B48}"/>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6C4953EF-B568-9F2A-5832-1039E3AD787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17B0F7B4-02A1-776D-9BE1-146C8D8AC1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31</a:t>
            </a:fld>
            <a:endParaRPr lang="en-GB" altLang="en-US"/>
          </a:p>
        </p:txBody>
      </p:sp>
    </p:spTree>
    <p:extLst>
      <p:ext uri="{BB962C8B-B14F-4D97-AF65-F5344CB8AC3E}">
        <p14:creationId xmlns:p14="http://schemas.microsoft.com/office/powerpoint/2010/main" val="26647737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010B2-FFDF-A23D-14AE-A5575159B917}"/>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0D838E20-1510-DB48-12FF-F45849C6F894}"/>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65DF1507-8260-5B26-A508-34B637EFD8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66C13B0D-44C0-D601-53F6-E1EF8B0D69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32</a:t>
            </a:fld>
            <a:endParaRPr lang="en-GB" altLang="en-US"/>
          </a:p>
        </p:txBody>
      </p:sp>
    </p:spTree>
    <p:extLst>
      <p:ext uri="{BB962C8B-B14F-4D97-AF65-F5344CB8AC3E}">
        <p14:creationId xmlns:p14="http://schemas.microsoft.com/office/powerpoint/2010/main" val="29896581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2453D-BD4F-F9A0-4403-E241D64D0D60}"/>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8597BC3A-6A29-36C4-028E-A0FA9CB53EC9}"/>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E580BA87-8E60-7E20-DAF2-B01DFD7511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BBE04D19-E95A-2BE2-C0C1-29F384E806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33</a:t>
            </a:fld>
            <a:endParaRPr lang="en-GB" altLang="en-US"/>
          </a:p>
        </p:txBody>
      </p:sp>
    </p:spTree>
    <p:extLst>
      <p:ext uri="{BB962C8B-B14F-4D97-AF65-F5344CB8AC3E}">
        <p14:creationId xmlns:p14="http://schemas.microsoft.com/office/powerpoint/2010/main" val="30638147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66646-AC6E-1131-07B8-D5D84BDAA3B6}"/>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01415C36-4B54-8B3F-58C6-D72EAF4C86D6}"/>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02E13E8D-0AE1-383F-00F7-E40F254132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p:txBody>
      </p:sp>
      <p:sp>
        <p:nvSpPr>
          <p:cNvPr id="35843" name="Slide Number Placeholder 3">
            <a:extLst>
              <a:ext uri="{FF2B5EF4-FFF2-40B4-BE49-F238E27FC236}">
                <a16:creationId xmlns:a16="http://schemas.microsoft.com/office/drawing/2014/main" id="{A53D8F17-2D62-CA8D-DF83-9785190699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rtl="1"/>
              <a:t>34</a:t>
            </a:fld>
            <a:endParaRPr lang="en-GB" altLang="en-US"/>
          </a:p>
        </p:txBody>
      </p:sp>
    </p:spTree>
    <p:extLst>
      <p:ext uri="{BB962C8B-B14F-4D97-AF65-F5344CB8AC3E}">
        <p14:creationId xmlns:p14="http://schemas.microsoft.com/office/powerpoint/2010/main" val="32291461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latin typeface="Arial" panose="020B0604020202020204" pitchFamily="34" charset="0"/>
            </a:endParaRPr>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pPr rtl="1"/>
              <a:t>35</a:t>
            </a:fld>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p>
            <a:pPr rtl="1"/>
            <a:r>
              <a:rPr lang="ar"/>
              <a:t>Unit X: xxxxxxxxxxxxxxxxxxxxx</a:t>
            </a:r>
            <a:endParaRPr lang="en-GB" altLang="en-US"/>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stStyle>
          <a:p>
            <a:pPr rtl="1"/>
            <a:r>
              <a:rPr lang="ar"/>
              <a:t>Learning aim x</a:t>
            </a:r>
            <a:endParaRPr lang="en-US" altLang="en-US"/>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p>
            <a:pPr rtl="1"/>
            <a:r>
              <a:rPr lang="ar"/>
              <a:t>Subhead</a:t>
            </a:r>
          </a:p>
          <a:p>
            <a:pPr rtl="1"/>
            <a:r>
              <a:rPr lang="ar"/>
              <a:t>Bullet text</a:t>
            </a:r>
          </a:p>
          <a:p>
            <a:pPr rtl="1"/>
            <a:endParaRPr lang="en-GB"/>
          </a:p>
        </p:txBody>
      </p:sp>
      <p:sp>
        <p:nvSpPr>
          <p:cNvPr id="7" name="Content Placeholder 6"/>
          <p:cNvSpPr>
            <a:spLocks noGrp="1"/>
          </p:cNvSpPr>
          <p:nvPr>
            <p:ph sz="half" idx="10"/>
          </p:nvPr>
        </p:nvSpPr>
        <p:spPr>
          <a:xfrm>
            <a:off x="3421063" y="2212975"/>
            <a:ext cx="2303462" cy="3449638"/>
          </a:xfrm>
          <a:prstGeom prst="rect">
            <a:avLst/>
          </a:prstGeom>
        </p:spPr>
        <p:txBody>
          <a:bodyPr rtlCol="1"/>
          <a:lstStyle/>
          <a:p>
            <a:pPr rtl="1"/>
            <a:r>
              <a:rPr lang="ar"/>
              <a:t>Subhead</a:t>
            </a:r>
          </a:p>
          <a:p>
            <a:pPr rtl="1"/>
            <a:r>
              <a:rPr lang="ar"/>
              <a:t>Bullet text</a:t>
            </a:r>
          </a:p>
          <a:p>
            <a:pPr rtl="1"/>
            <a:endParaRPr lang="en-GB"/>
          </a:p>
        </p:txBody>
      </p:sp>
      <p:sp>
        <p:nvSpPr>
          <p:cNvPr id="8" name="Content Placeholder 6"/>
          <p:cNvSpPr>
            <a:spLocks noGrp="1"/>
          </p:cNvSpPr>
          <p:nvPr>
            <p:ph sz="half" idx="11"/>
          </p:nvPr>
        </p:nvSpPr>
        <p:spPr>
          <a:xfrm>
            <a:off x="6156325" y="2212975"/>
            <a:ext cx="2592388" cy="3736975"/>
          </a:xfrm>
          <a:prstGeom prst="rect">
            <a:avLst/>
          </a:prstGeom>
        </p:spPr>
        <p:txBody>
          <a:bodyPr rtlCol="1"/>
          <a:lstStyle/>
          <a:p>
            <a:pPr rtl="1"/>
            <a:r>
              <a:rPr lang="ar"/>
              <a:t>Subhead</a:t>
            </a:r>
          </a:p>
          <a:p>
            <a:pPr rtl="1"/>
            <a:r>
              <a:rPr lang="ar"/>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p>
            <a:pPr rtl="1"/>
            <a:r>
              <a:rPr lang="ar"/>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p>
            <a:pPr rtl="1"/>
            <a:r>
              <a:rPr lang="ar"/>
              <a:t>Heading</a:t>
            </a:r>
            <a:endParaRPr lang="en-GB" altLang="en-US"/>
          </a:p>
        </p:txBody>
      </p:sp>
      <p:sp>
        <p:nvSpPr>
          <p:cNvPr id="10" name="Content Placeholder 2"/>
          <p:cNvSpPr>
            <a:spLocks noGrp="1"/>
          </p:cNvSpPr>
          <p:nvPr>
            <p:ph sz="half" idx="1"/>
          </p:nvPr>
        </p:nvSpPr>
        <p:spPr>
          <a:xfrm>
            <a:off x="468313" y="2195513"/>
            <a:ext cx="4027487" cy="3681412"/>
          </a:xfrm>
          <a:prstGeom prst="rect">
            <a:avLst/>
          </a:prstGeom>
        </p:spPr>
        <p:txBody>
          <a:bodyPr rtlCol="1"/>
          <a:lstStyle/>
          <a:p>
            <a:pPr rtl="1"/>
            <a:r>
              <a:rPr lang="ar"/>
              <a:t>Blue subhead</a:t>
            </a:r>
          </a:p>
          <a:p>
            <a:pPr rtl="1"/>
            <a:r>
              <a:rPr lang="ar"/>
              <a:t>Bullet text</a:t>
            </a:r>
          </a:p>
          <a:p>
            <a:pPr rtl="1"/>
            <a:endParaRPr lang="en-GB"/>
          </a:p>
          <a:p>
            <a:pPr rtl="1"/>
            <a:endParaRPr lang="en-GB"/>
          </a:p>
        </p:txBody>
      </p:sp>
      <p:sp>
        <p:nvSpPr>
          <p:cNvPr id="11" name="Content Placeholder 3"/>
          <p:cNvSpPr>
            <a:spLocks noGrp="1"/>
          </p:cNvSpPr>
          <p:nvPr>
            <p:ph sz="half" idx="2"/>
          </p:nvPr>
        </p:nvSpPr>
        <p:spPr>
          <a:xfrm>
            <a:off x="4648200" y="2195512"/>
            <a:ext cx="4027488" cy="3681411"/>
          </a:xfrm>
          <a:prstGeom prst="rect">
            <a:avLst/>
          </a:prstGeom>
        </p:spPr>
        <p:txBody>
          <a:bodyPr rtlCol="1"/>
          <a:lstStyle/>
          <a:p>
            <a:pPr rtl="1"/>
            <a:r>
              <a:rPr lang="ar"/>
              <a:t>Blue subhead</a:t>
            </a:r>
          </a:p>
          <a:p>
            <a:pPr rtl="1"/>
            <a:r>
              <a:rPr lang="ar"/>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29230881"/>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38162300"/>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5649852"/>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11169128"/>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35013648"/>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5.jpe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audio" Target="../media/audio1.bin"/><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6" Type="http://schemas.openxmlformats.org/officeDocument/2006/relationships/image" Target="../media/image6.jpe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audio" Target="../media/audio1.bin"/><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6" Type="http://schemas.openxmlformats.org/officeDocument/2006/relationships/image" Target="../media/image7.jpeg"/><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audio" Target="../media/audio1.bin"/><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7.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8.jpe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theme" Target="../theme/theme8.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image" Target="../media/image9.jpeg"/><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theme" Target="../theme/theme9.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5" Type="http://schemas.openxmlformats.org/officeDocument/2006/relationships/image" Target="../media/image10.jpeg"/><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1.xml"/><Relationship Id="rId13" Type="http://schemas.openxmlformats.org/officeDocument/2006/relationships/theme" Target="../theme/theme10.xml"/><Relationship Id="rId3" Type="http://schemas.openxmlformats.org/officeDocument/2006/relationships/slideLayout" Target="../slideLayouts/slideLayout116.xml"/><Relationship Id="rId7" Type="http://schemas.openxmlformats.org/officeDocument/2006/relationships/slideLayout" Target="../slideLayouts/slideLayout120.xml"/><Relationship Id="rId12" Type="http://schemas.openxmlformats.org/officeDocument/2006/relationships/slideLayout" Target="../slideLayouts/slideLayout125.xml"/><Relationship Id="rId2" Type="http://schemas.openxmlformats.org/officeDocument/2006/relationships/slideLayout" Target="../slideLayouts/slideLayout115.xml"/><Relationship Id="rId1" Type="http://schemas.openxmlformats.org/officeDocument/2006/relationships/slideLayout" Target="../slideLayouts/slideLayout114.xml"/><Relationship Id="rId6" Type="http://schemas.openxmlformats.org/officeDocument/2006/relationships/slideLayout" Target="../slideLayouts/slideLayout119.xml"/><Relationship Id="rId11" Type="http://schemas.openxmlformats.org/officeDocument/2006/relationships/slideLayout" Target="../slideLayouts/slideLayout124.xml"/><Relationship Id="rId5" Type="http://schemas.openxmlformats.org/officeDocument/2006/relationships/slideLayout" Target="../slideLayouts/slideLayout118.xml"/><Relationship Id="rId15" Type="http://schemas.openxmlformats.org/officeDocument/2006/relationships/image" Target="../media/image11.jpeg"/><Relationship Id="rId10" Type="http://schemas.openxmlformats.org/officeDocument/2006/relationships/slideLayout" Target="../slideLayouts/slideLayout123.xml"/><Relationship Id="rId4" Type="http://schemas.openxmlformats.org/officeDocument/2006/relationships/slideLayout" Target="../slideLayouts/slideLayout117.xml"/><Relationship Id="rId9" Type="http://schemas.openxmlformats.org/officeDocument/2006/relationships/slideLayout" Target="../slideLayouts/slideLayout122.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email">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email">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email">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email">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email">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email">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 id="2147484932"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pic>
        <p:nvPicPr>
          <p:cNvPr id="11" name="Picture 8">
            <a:extLst>
              <a:ext uri="{FF2B5EF4-FFF2-40B4-BE49-F238E27FC236}">
                <a16:creationId xmlns:a16="http://schemas.microsoft.com/office/drawing/2014/main" id="{6F908366-3A3D-BF63-199F-890BE3CFE4E0}"/>
              </a:ext>
            </a:extLst>
          </p:cNvPr>
          <p:cNvPicPr>
            <a:picLocks noChangeAspect="1" noChangeArrowheads="1"/>
          </p:cNvPicPr>
          <p:nvPr userDrawn="1"/>
        </p:nvPicPr>
        <p:blipFill rotWithShape="1">
          <a:blip r:embed="rId16">
            <a:extLst>
              <a:ext uri="{28A0092B-C50C-407E-A947-70E740481C1C}">
                <a14:useLocalDpi xmlns:a14="http://schemas.microsoft.com/office/drawing/2010/main"/>
              </a:ext>
            </a:extLst>
          </a:blip>
          <a:srcRect r="37547"/>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1">
            <a:extLst>
              <a:ext uri="{FF2B5EF4-FFF2-40B4-BE49-F238E27FC236}">
                <a16:creationId xmlns:a16="http://schemas.microsoft.com/office/drawing/2014/main" id="{F341F93A-FE45-09F9-D998-6EB79E937F54}"/>
              </a:ext>
            </a:extLst>
          </p:cNvPr>
          <p:cNvSpPr/>
          <p:nvPr userDrawn="1"/>
        </p:nvSpPr>
        <p:spPr>
          <a:xfrm>
            <a:off x="189038" y="122587"/>
            <a:ext cx="3744415" cy="850819"/>
          </a:xfrm>
          <a:prstGeom prst="rect">
            <a:avLst/>
          </a:prstGeom>
          <a:noFill/>
          <a:ln>
            <a:noFill/>
          </a:ln>
        </p:spPr>
        <p:txBody>
          <a:bodyPr wrap="none" lIns="0" tIns="0" rIns="0" bIns="0" rtlCol="1">
            <a:noAutofit/>
          </a:bodyPr>
          <a:lstStyle/>
          <a:p>
            <a:pPr indent="0" algn="l" rtl="1">
              <a:lnSpc>
                <a:spcPct val="110000"/>
              </a:lnSpc>
            </a:pPr>
            <a:r>
              <a:rPr lang="ar" sz="2500" b="1">
                <a:latin typeface="Sakkal Majalla" panose="02000000000000000000" pitchFamily="2" charset="-78"/>
                <a:cs typeface="Sakkal Majalla" panose="02000000000000000000" pitchFamily="2" charset="-78"/>
              </a:rPr>
              <a:t>شهادة BTEC International </a:t>
            </a:r>
            <a:r>
              <a:rPr lang="ar-EG" sz="2500" b="1">
                <a:latin typeface="Sakkal Majalla" panose="02000000000000000000" pitchFamily="2" charset="-78"/>
                <a:cs typeface="Sakkal Majalla" panose="02000000000000000000" pitchFamily="2" charset="-78"/>
              </a:rPr>
              <a:t>ل</a:t>
            </a:r>
            <a:r>
              <a:rPr lang="ar" sz="2500" b="1">
                <a:latin typeface="Sakkal Majalla" panose="02000000000000000000" pitchFamily="2" charset="-78"/>
                <a:cs typeface="Sakkal Majalla" panose="02000000000000000000" pitchFamily="2" charset="-78"/>
              </a:rPr>
              <a:t>لمستوى </a:t>
            </a:r>
            <a:r>
              <a:rPr lang="ar-EG" sz="2500" b="1">
                <a:latin typeface="Sakkal Majalla" panose="02000000000000000000" pitchFamily="2" charset="-78"/>
                <a:cs typeface="Sakkal Majalla" panose="02000000000000000000" pitchFamily="2" charset="-78"/>
              </a:rPr>
              <a:t>3</a:t>
            </a:r>
            <a:endParaRPr lang="en-US" sz="2500" b="1">
              <a:latin typeface="Sakkal Majalla" panose="02000000000000000000" pitchFamily="2" charset="-78"/>
              <a:cs typeface="Sakkal Majalla" panose="02000000000000000000" pitchFamily="2" charset="-78"/>
            </a:endParaRPr>
          </a:p>
          <a:p>
            <a:pPr algn="l">
              <a:lnSpc>
                <a:spcPct val="110000"/>
              </a:lnSpc>
            </a:pPr>
            <a:r>
              <a:rPr lang="ar-EG" sz="2500" b="1">
                <a:latin typeface="Sakkal Majalla" panose="02000000000000000000" pitchFamily="2" charset="-78"/>
                <a:cs typeface="Sakkal Majalla" panose="02000000000000000000" pitchFamily="2" charset="-78"/>
              </a:rPr>
              <a:t>الهندسة</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3"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email">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email">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email">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email">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77.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77.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77.xml"/></Relationships>
</file>

<file path=ppt/slides/_rels/slide5.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audio" Target="../media/audio1.bin"/><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77.xml"/><Relationship Id="rId6" Type="http://schemas.openxmlformats.org/officeDocument/2006/relationships/image" Target="../media/image14.png"/><Relationship Id="rId5" Type="http://schemas.openxmlformats.org/officeDocument/2006/relationships/image" Target="../media/image13.jpeg"/><Relationship Id="rId4" Type="http://schemas.openxmlformats.org/officeDocument/2006/relationships/image" Target="../media/image12.pn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77.xml"/><Relationship Id="rId4" Type="http://schemas.openxmlformats.org/officeDocument/2006/relationships/image" Target="../media/image18.jpeg"/></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7"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77.xml"/><Relationship Id="rId6" Type="http://schemas.openxmlformats.org/officeDocument/2006/relationships/image" Target="../media/image21.png"/><Relationship Id="rId5" Type="http://schemas.openxmlformats.org/officeDocument/2006/relationships/image" Target="../media/image20.jpeg"/><Relationship Id="rId4" Type="http://schemas.openxmlformats.org/officeDocument/2006/relationships/image" Target="../media/image19.jpeg"/></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77.xml"/></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77.xml"/><Relationship Id="rId4" Type="http://schemas.openxmlformats.org/officeDocument/2006/relationships/image" Target="../media/image23.jpeg"/></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77.xml"/></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77.xml"/><Relationship Id="rId4" Type="http://schemas.openxmlformats.org/officeDocument/2006/relationships/image" Target="../media/image24.jpeg"/></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77.xml"/><Relationship Id="rId4" Type="http://schemas.openxmlformats.org/officeDocument/2006/relationships/image" Target="../media/image25.jpeg"/></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77.xml"/><Relationship Id="rId4" Type="http://schemas.openxmlformats.org/officeDocument/2006/relationships/image" Target="../media/image26.jpeg"/></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77.xml"/><Relationship Id="rId4" Type="http://schemas.openxmlformats.org/officeDocument/2006/relationships/image" Target="../media/image27.jpeg"/></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77.xml"/><Relationship Id="rId4" Type="http://schemas.openxmlformats.org/officeDocument/2006/relationships/image" Target="../media/image28.jpeg"/></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77.xml"/><Relationship Id="rId5" Type="http://schemas.openxmlformats.org/officeDocument/2006/relationships/image" Target="../media/image30.jpeg"/><Relationship Id="rId4" Type="http://schemas.openxmlformats.org/officeDocument/2006/relationships/image" Target="../media/image29.jpeg"/></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77.xml"/></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77.xml"/><Relationship Id="rId4" Type="http://schemas.openxmlformats.org/officeDocument/2006/relationships/image" Target="../media/image31.jpeg"/></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77.xml"/></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77.xml"/><Relationship Id="rId4" Type="http://schemas.openxmlformats.org/officeDocument/2006/relationships/image" Target="../media/image32.jpeg"/></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77.xml"/><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77.xml"/><Relationship Id="rId4" Type="http://schemas.openxmlformats.org/officeDocument/2006/relationships/image" Target="../media/image34.jpeg"/></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68.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35.jpeg"/></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77.xml"/><Relationship Id="rId4" Type="http://schemas.openxmlformats.org/officeDocument/2006/relationships/image" Target="../media/image38.jpeg"/></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77.xml"/></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77.xml"/></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77.xml"/><Relationship Id="rId4" Type="http://schemas.openxmlformats.org/officeDocument/2006/relationships/image" Target="../media/image39.jpeg"/></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8.xml"/><Relationship Id="rId1" Type="http://schemas.openxmlformats.org/officeDocument/2006/relationships/slideLayout" Target="../slideLayouts/slideLayout77.xml"/><Relationship Id="rId4" Type="http://schemas.openxmlformats.org/officeDocument/2006/relationships/image" Target="../media/image40.jpeg"/></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77.xml"/><Relationship Id="rId4" Type="http://schemas.openxmlformats.org/officeDocument/2006/relationships/image" Target="../media/image41.jpeg"/></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77.xml"/><Relationship Id="rId4" Type="http://schemas.openxmlformats.org/officeDocument/2006/relationships/image" Target="../media/image42.png"/></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77.xml"/><Relationship Id="rId4" Type="http://schemas.openxmlformats.org/officeDocument/2006/relationships/image" Target="../media/image43.png"/></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2.xml"/><Relationship Id="rId1" Type="http://schemas.openxmlformats.org/officeDocument/2006/relationships/slideLayout" Target="../slideLayouts/slideLayout77.xml"/></Relationships>
</file>

<file path=ppt/slides/_rels/slide3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3.xml"/><Relationship Id="rId1" Type="http://schemas.openxmlformats.org/officeDocument/2006/relationships/slideLayout" Target="../slideLayouts/slideLayout77.xml"/></Relationships>
</file>

<file path=ppt/slides/_rels/slide3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4.xml"/><Relationship Id="rId1" Type="http://schemas.openxmlformats.org/officeDocument/2006/relationships/slideLayout" Target="../slideLayouts/slideLayout77.xml"/><Relationship Id="rId4" Type="http://schemas.openxmlformats.org/officeDocument/2006/relationships/image" Target="../media/image44.jpeg"/></Relationships>
</file>

<file path=ppt/slides/_rels/slide3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5.xml"/><Relationship Id="rId1" Type="http://schemas.openxmlformats.org/officeDocument/2006/relationships/slideLayout" Target="../slideLayouts/slideLayout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2130426"/>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a:latin typeface="Sakkal Majalla" panose="02000000000000000000" pitchFamily="2" charset="-78"/>
                <a:cs typeface="Sakkal Majalla" panose="02000000000000000000" pitchFamily="2" charset="-78"/>
              </a:rPr>
              <a:t>الوحدة 56 </a:t>
            </a:r>
            <a:br>
              <a:rPr lang="en-GB" altLang="en-US" sz="4600">
                <a:latin typeface="Sakkal Majalla" panose="02000000000000000000" pitchFamily="2" charset="-78"/>
                <a:cs typeface="Sakkal Majalla" panose="02000000000000000000" pitchFamily="2" charset="-78"/>
              </a:rPr>
            </a:br>
            <a:r>
              <a:rPr lang="ar" sz="4600">
                <a:latin typeface="Sakkal Majalla" panose="02000000000000000000" pitchFamily="2" charset="-78"/>
                <a:cs typeface="Sakkal Majalla" panose="02000000000000000000" pitchFamily="2" charset="-78"/>
              </a:rPr>
              <a:t>الروبوتات الصناعية</a:t>
            </a:r>
            <a:br>
              <a:rPr lang="en-GB" altLang="en-US" sz="4600">
                <a:latin typeface="Sakkal Majalla" panose="02000000000000000000" pitchFamily="2" charset="-78"/>
                <a:cs typeface="Sakkal Majalla" panose="02000000000000000000" pitchFamily="2" charset="-78"/>
              </a:rPr>
            </a:br>
            <a:br>
              <a:rPr lang="en-US" altLang="en-US" sz="4600">
                <a:latin typeface="Sakkal Majalla" panose="02000000000000000000" pitchFamily="2" charset="-78"/>
                <a:cs typeface="Sakkal Majalla" panose="02000000000000000000" pitchFamily="2" charset="-78"/>
              </a:rPr>
            </a:br>
            <a:endParaRPr lang="en-GB" altLang="en-US" sz="4600">
              <a:latin typeface="Sakkal Majalla" panose="02000000000000000000" pitchFamily="2" charset="-78"/>
              <a:cs typeface="Sakkal Majalla" panose="02000000000000000000" pitchFamily="2" charset="-78"/>
            </a:endParaRPr>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a:xfrm>
            <a:off x="0" y="6459538"/>
            <a:ext cx="9144000" cy="287337"/>
          </a:xfrm>
        </p:spPr>
        <p:txBody>
          <a:bodyPr wrap="square" rtlCol="1" anchor="t">
            <a:noAutofit/>
          </a:bodyPr>
          <a:lstStyle/>
          <a:p>
            <a:pPr algn="ctr" rtl="1">
              <a:lnSpc>
                <a:spcPct val="90000"/>
              </a:lnSpc>
              <a:spcAft>
                <a:spcPts val="600"/>
              </a:spcAft>
              <a:defRPr/>
            </a:pPr>
            <a:r>
              <a:rPr lang="ar" sz="1400">
                <a:latin typeface="Sakkal Majalla" panose="02000000000000000000" pitchFamily="2" charset="-78"/>
                <a:cs typeface="Sakkal Majalla" panose="02000000000000000000" pitchFamily="2" charset="-78"/>
              </a:rPr>
              <a:t>© حقوق التأليف والنشر لعام 2024 محفوظة لشركة بيرسون إديوكيشن ليمتد. لا يُسمح بالنسخ إلا للمؤسسة المُشترية فقط. </a:t>
            </a:r>
          </a:p>
        </p:txBody>
      </p:sp>
      <p:sp>
        <p:nvSpPr>
          <p:cNvPr id="2" name="Footer Placeholder 2">
            <a:extLst>
              <a:ext uri="{FF2B5EF4-FFF2-40B4-BE49-F238E27FC236}">
                <a16:creationId xmlns:a16="http://schemas.microsoft.com/office/drawing/2014/main" id="{93263A40-3D95-5D45-7B0E-520B031F201D}"/>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252028" y="1196752"/>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a:latin typeface="Sakkal Majalla" panose="02000000000000000000" pitchFamily="2" charset="-78"/>
                <a:cs typeface="Sakkal Majalla" panose="02000000000000000000" pitchFamily="2" charset="-78"/>
              </a:rPr>
              <a:t>الروبوتات الصناعية</a:t>
            </a:r>
          </a:p>
        </p:txBody>
      </p:sp>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395536" y="2411437"/>
            <a:ext cx="8352928" cy="38258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a:effectLst/>
                <a:latin typeface="Sakkal Majalla" panose="02000000000000000000" pitchFamily="2" charset="-78"/>
                <a:ea typeface="Times New Roman" panose="02020603050405020304" pitchFamily="18" charset="0"/>
                <a:cs typeface="Sakkal Majalla" panose="02000000000000000000" pitchFamily="2" charset="-78"/>
              </a:rPr>
              <a:t>في عصر الصناعة 4.0، حيث الهدف هو ربط غالبية التقنيات الصناعية رقميًّا، أصبحت الروبوتات الصناعية ذات أهمية متزايدة، ولذلك، باتت تُستخدم في العديد من الصناعات لأتمتة العمليات التي كان يقوم بها البشر سابقًا.</a:t>
            </a:r>
          </a:p>
          <a:p>
            <a:pPr rtl="1"/>
            <a:r>
              <a:rPr lang="ar" sz="2200">
                <a:effectLst/>
                <a:latin typeface="Sakkal Majalla" panose="02000000000000000000" pitchFamily="2" charset="-78"/>
                <a:ea typeface="Times New Roman" panose="02020603050405020304" pitchFamily="18" charset="0"/>
                <a:cs typeface="Sakkal Majalla" panose="02000000000000000000" pitchFamily="2" charset="-78"/>
              </a:rPr>
              <a:t>ولفهم هذا التقدم التكنولوجي، ستتعرف الأنواع المختلفة من الروبوتات الصناعية وتطبيقاتها المُتعددة.
 </a:t>
            </a:r>
          </a:p>
          <a:p>
            <a:pPr rtl="1"/>
            <a:r>
              <a:rPr lang="ar" sz="2200">
                <a:effectLst/>
                <a:latin typeface="Sakkal Majalla" panose="02000000000000000000" pitchFamily="2" charset="-78"/>
                <a:ea typeface="Times New Roman" panose="02020603050405020304" pitchFamily="18" charset="0"/>
                <a:cs typeface="Sakkal Majalla" panose="02000000000000000000" pitchFamily="2" charset="-78"/>
              </a:rPr>
              <a:t>وبعد أن تتعلم كيفية العمل بأمان مع الروبوتات الصناعية، ستنجز مهمة برمجة تُمكِّنك من تنفيذ برنامج روبوت لإنجاز مهمة مُحددة.</a:t>
            </a:r>
          </a:p>
        </p:txBody>
      </p:sp>
      <p:sp>
        <p:nvSpPr>
          <p:cNvPr id="2" name="Footer Placeholder 2">
            <a:extLst>
              <a:ext uri="{FF2B5EF4-FFF2-40B4-BE49-F238E27FC236}">
                <a16:creationId xmlns:a16="http://schemas.microsoft.com/office/drawing/2014/main" id="{66E40DD4-4916-4D61-3707-1339D69B6EF5}"/>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388"/>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a:latin typeface="Sakkal Majalla" panose="02000000000000000000" pitchFamily="2" charset="-78"/>
                <a:cs typeface="Sakkal Majalla" panose="02000000000000000000" pitchFamily="2" charset="-78"/>
              </a:rPr>
              <a:t>نتاجات التعلم</a:t>
            </a:r>
            <a:endParaRPr lang="en-GB" altLang="en-US" sz="4600">
              <a:latin typeface="Sakkal Majalla" panose="02000000000000000000" pitchFamily="2" charset="-78"/>
              <a:cs typeface="Sakkal Majalla" panose="02000000000000000000" pitchFamily="2" charset="-78"/>
            </a:endParaRPr>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491061" y="2276872"/>
            <a:ext cx="7991475" cy="3609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04813" indent="-387350" defTabSz="431800" rtl="1">
              <a:buNone/>
            </a:pPr>
            <a:r>
              <a:rPr lang="ar" sz="2600" b="1">
                <a:latin typeface="Sakkal Majalla" panose="02000000000000000000" pitchFamily="2" charset="-78"/>
                <a:cs typeface="Sakkal Majalla" panose="02000000000000000000" pitchFamily="2" charset="-78"/>
              </a:rPr>
              <a:t>أ	</a:t>
            </a:r>
            <a:r>
              <a:rPr lang="ar" sz="2600">
                <a:latin typeface="Sakkal Majalla" panose="02000000000000000000" pitchFamily="2" charset="-78"/>
                <a:cs typeface="Sakkal Majalla" panose="02000000000000000000" pitchFamily="2" charset="-78"/>
              </a:rPr>
              <a:t>بحث متطلبات الصحة والسلامة والصيانة المرتبطة بالروبوتات الصناعية</a:t>
            </a:r>
          </a:p>
          <a:p>
            <a:pPr marL="404813" indent="-404813" defTabSz="431800" rtl="1">
              <a:spcBef>
                <a:spcPts val="1200"/>
              </a:spcBef>
              <a:buNone/>
            </a:pPr>
            <a:r>
              <a:rPr lang="ar" sz="2600" b="1">
                <a:latin typeface="Sakkal Majalla" panose="02000000000000000000" pitchFamily="2" charset="-78"/>
                <a:cs typeface="Sakkal Majalla" panose="02000000000000000000" pitchFamily="2" charset="-78"/>
              </a:rPr>
              <a:t>ب	</a:t>
            </a:r>
            <a:r>
              <a:rPr lang="ar" sz="2600">
                <a:latin typeface="Sakkal Majalla" panose="02000000000000000000" pitchFamily="2" charset="-78"/>
                <a:cs typeface="Sakkal Majalla" panose="02000000000000000000" pitchFamily="2" charset="-78"/>
              </a:rPr>
              <a:t>بحث عملية تصميم وتشغيل الروبوتات الصناعية لتطبيقات مختلفة</a:t>
            </a:r>
          </a:p>
          <a:p>
            <a:pPr marL="404813" indent="-404813" defTabSz="431800" rtl="1">
              <a:spcBef>
                <a:spcPts val="1200"/>
              </a:spcBef>
              <a:buNone/>
            </a:pPr>
            <a:r>
              <a:rPr lang="ar" sz="2600" b="1">
                <a:latin typeface="Sakkal Majalla" panose="02000000000000000000" pitchFamily="2" charset="-78"/>
                <a:cs typeface="Sakkal Majalla" panose="02000000000000000000" pitchFamily="2" charset="-78"/>
              </a:rPr>
              <a:t>ج	</a:t>
            </a:r>
            <a:r>
              <a:rPr lang="ar" sz="2600">
                <a:latin typeface="Sakkal Majalla" panose="02000000000000000000" pitchFamily="2" charset="-78"/>
                <a:cs typeface="Sakkal Majalla" panose="02000000000000000000" pitchFamily="2" charset="-78"/>
              </a:rPr>
              <a:t>بحث تشغيل أجهزة استشعار الروبوت الصناعية وأطراف الروبوت العاملة وتصميمها.</a:t>
            </a:r>
          </a:p>
          <a:p>
            <a:pPr marL="355600" indent="-355600" defTabSz="431800" rtl="1">
              <a:spcBef>
                <a:spcPts val="1200"/>
              </a:spcBef>
              <a:buNone/>
            </a:pPr>
            <a:r>
              <a:rPr lang="ar" sz="2600" b="1">
                <a:latin typeface="Sakkal Majalla" panose="02000000000000000000" pitchFamily="2" charset="-78"/>
                <a:cs typeface="Sakkal Majalla" panose="02000000000000000000" pitchFamily="2" charset="-78"/>
              </a:rPr>
              <a:t>د	</a:t>
            </a:r>
            <a:r>
              <a:rPr lang="ar" sz="2600">
                <a:latin typeface="Sakkal Majalla" panose="02000000000000000000" pitchFamily="2" charset="-78"/>
                <a:cs typeface="Sakkal Majalla" panose="02000000000000000000" pitchFamily="2" charset="-78"/>
              </a:rPr>
              <a:t>إعداد برنامج لروبوت صناعي بهدف حل مسألة هندسية</a:t>
            </a:r>
          </a:p>
          <a:p>
            <a:pPr marL="0" indent="0" defTabSz="431800" rtl="1">
              <a:spcBef>
                <a:spcPts val="1200"/>
              </a:spcBef>
              <a:buFont typeface="Wingdings" panose="05000000000000000000" pitchFamily="2" charset="2"/>
              <a:buNone/>
            </a:pPr>
            <a:endParaRPr lang="en-GB" altLang="en-US" sz="2600" b="1">
              <a:highlight>
                <a:srgbClr val="FFFF00"/>
              </a:highlight>
              <a:latin typeface="Sakkal Majalla" panose="02000000000000000000" pitchFamily="2" charset="-78"/>
              <a:cs typeface="Sakkal Majalla" panose="02000000000000000000" pitchFamily="2" charset="-78"/>
            </a:endParaRPr>
          </a:p>
          <a:p>
            <a:pPr marL="0" indent="0" defTabSz="431800" rtl="1">
              <a:spcBef>
                <a:spcPts val="1200"/>
              </a:spcBef>
              <a:buFont typeface="Wingdings" panose="05000000000000000000" pitchFamily="2" charset="2"/>
              <a:buNone/>
            </a:pPr>
            <a:endParaRPr lang="en-GB" altLang="en-US" sz="2600" b="1">
              <a:highlight>
                <a:srgbClr val="FFFF00"/>
              </a:highlight>
              <a:latin typeface="Sakkal Majalla" panose="02000000000000000000" pitchFamily="2" charset="-78"/>
              <a:cs typeface="Sakkal Majalla" panose="02000000000000000000" pitchFamily="2" charset="-78"/>
            </a:endParaRPr>
          </a:p>
          <a:p>
            <a:pPr marL="0" indent="0" defTabSz="431800" rtl="1">
              <a:spcBef>
                <a:spcPts val="1200"/>
              </a:spcBef>
              <a:buFont typeface="Wingdings" panose="05000000000000000000" pitchFamily="2" charset="2"/>
              <a:buNone/>
            </a:pPr>
            <a:br>
              <a:rPr lang="en-GB" altLang="en-US" sz="2600">
                <a:latin typeface="Sakkal Majalla" panose="02000000000000000000" pitchFamily="2" charset="-78"/>
                <a:cs typeface="Sakkal Majalla" panose="02000000000000000000" pitchFamily="2" charset="-78"/>
              </a:rPr>
            </a:br>
            <a:r>
              <a:rPr lang="ar" sz="2600">
                <a:latin typeface="Sakkal Majalla" panose="02000000000000000000" pitchFamily="2" charset="-78"/>
                <a:cs typeface="Sakkal Majalla" panose="02000000000000000000" pitchFamily="2" charset="-78"/>
              </a:rPr>
              <a:t>	</a:t>
            </a:r>
          </a:p>
        </p:txBody>
      </p:sp>
      <p:sp>
        <p:nvSpPr>
          <p:cNvPr id="2" name="Footer Placeholder 2">
            <a:extLst>
              <a:ext uri="{FF2B5EF4-FFF2-40B4-BE49-F238E27FC236}">
                <a16:creationId xmlns:a16="http://schemas.microsoft.com/office/drawing/2014/main" id="{33C3B205-11D1-3BC1-FB6D-AA08094291A4}"/>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484784"/>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a:latin typeface="Sakkal Majalla" panose="02000000000000000000" pitchFamily="2" charset="-78"/>
                <a:cs typeface="Sakkal Majalla" panose="02000000000000000000" pitchFamily="2" charset="-78"/>
              </a:rPr>
              <a:t>نتاج التعلم أ</a:t>
            </a:r>
            <a:br>
              <a:rPr lang="en-US" altLang="en-US" sz="2600">
                <a:latin typeface="Sakkal Majalla" panose="02000000000000000000" pitchFamily="2" charset="-78"/>
                <a:cs typeface="Sakkal Majalla" panose="02000000000000000000" pitchFamily="2" charset="-78"/>
              </a:rPr>
            </a:br>
            <a:br>
              <a:rPr lang="en-US" altLang="en-US" sz="2600">
                <a:latin typeface="Sakkal Majalla" panose="02000000000000000000" pitchFamily="2" charset="-78"/>
                <a:cs typeface="Sakkal Majalla" panose="02000000000000000000" pitchFamily="2" charset="-78"/>
              </a:rPr>
            </a:br>
            <a:endParaRPr lang="en-GB" altLang="en-US" sz="2600">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150938" y="4365104"/>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a:latin typeface="Sakkal Majalla" panose="02000000000000000000" pitchFamily="2" charset="-78"/>
                <a:cs typeface="Sakkal Majalla" panose="02000000000000000000" pitchFamily="2" charset="-78"/>
              </a:rPr>
              <a:t>متطلبات الصحة والسلامة</a:t>
            </a:r>
          </a:p>
          <a:p>
            <a:pPr marL="685800" rtl="1"/>
            <a:r>
              <a:rPr lang="ar" sz="2600">
                <a:latin typeface="Sakkal Majalla" panose="02000000000000000000" pitchFamily="2" charset="-78"/>
                <a:cs typeface="Sakkal Majalla" panose="02000000000000000000" pitchFamily="2" charset="-78"/>
              </a:rPr>
              <a:t>الصيانة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276871"/>
            <a:ext cx="7991475" cy="1865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بحث متطلبات الصحة والسلامة والصيانة المرتبطة بالروبوتات الصناعية</a:t>
            </a:r>
          </a:p>
        </p:txBody>
      </p:sp>
      <p:sp>
        <p:nvSpPr>
          <p:cNvPr id="2" name="Footer Placeholder 2">
            <a:extLst>
              <a:ext uri="{FF2B5EF4-FFF2-40B4-BE49-F238E27FC236}">
                <a16:creationId xmlns:a16="http://schemas.microsoft.com/office/drawing/2014/main" id="{69D42C9F-021A-BB0A-AEA5-0AD359AE640A}"/>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63491" y="1916832"/>
            <a:ext cx="8208712" cy="64807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a:latin typeface="Sakkal Majalla" panose="02000000000000000000" pitchFamily="2" charset="-78"/>
                <a:cs typeface="Sakkal Majalla" panose="02000000000000000000" pitchFamily="2" charset="-78"/>
              </a:rPr>
              <a:t>يمكن تقسيم الروبوتات الصناعية إلى فئتين رئيستين</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4260" y="1196752"/>
            <a:ext cx="9252520" cy="7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متطلبات الصحة والسلامة (1)</a:t>
            </a:r>
          </a:p>
        </p:txBody>
      </p:sp>
      <p:sp>
        <p:nvSpPr>
          <p:cNvPr id="2" name="Footer Placeholder 2">
            <a:extLst>
              <a:ext uri="{FF2B5EF4-FFF2-40B4-BE49-F238E27FC236}">
                <a16:creationId xmlns:a16="http://schemas.microsoft.com/office/drawing/2014/main" id="{E6EF18C1-5C97-FE2A-BD7C-B2DADD7DD1FA}"/>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pic>
        <p:nvPicPr>
          <p:cNvPr id="4" name="Picture 3" descr="A close-up of a sign&#10;&#10;Description automatically generated">
            <a:extLst>
              <a:ext uri="{FF2B5EF4-FFF2-40B4-BE49-F238E27FC236}">
                <a16:creationId xmlns:a16="http://schemas.microsoft.com/office/drawing/2014/main" id="{18DB23FD-10AC-DB1E-C1B3-D4F1F29E921F}"/>
              </a:ext>
            </a:extLst>
          </p:cNvPr>
          <p:cNvPicPr>
            <a:picLocks noChangeAspect="1"/>
          </p:cNvPicPr>
          <p:nvPr/>
        </p:nvPicPr>
        <p:blipFill>
          <a:blip r:embed="rId4"/>
          <a:stretch>
            <a:fillRect/>
          </a:stretch>
        </p:blipFill>
        <p:spPr>
          <a:xfrm>
            <a:off x="4755432" y="2710170"/>
            <a:ext cx="3566038" cy="638790"/>
          </a:xfrm>
          <a:prstGeom prst="rect">
            <a:avLst/>
          </a:prstGeom>
        </p:spPr>
      </p:pic>
      <p:pic>
        <p:nvPicPr>
          <p:cNvPr id="5" name="Picture 4" descr="A hand holding a machine&#10;&#10;Description automatically generated">
            <a:extLst>
              <a:ext uri="{FF2B5EF4-FFF2-40B4-BE49-F238E27FC236}">
                <a16:creationId xmlns:a16="http://schemas.microsoft.com/office/drawing/2014/main" id="{EF46028E-4B65-7ED5-EEA0-E23376C9E9E6}"/>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768646" y="3232565"/>
            <a:ext cx="3478160" cy="2291724"/>
          </a:xfrm>
          <a:prstGeom prst="rect">
            <a:avLst/>
          </a:prstGeom>
        </p:spPr>
      </p:pic>
      <p:pic>
        <p:nvPicPr>
          <p:cNvPr id="6" name="Picture 5" descr="A close-up of a sign&#10;&#10;Description automatically generated">
            <a:extLst>
              <a:ext uri="{FF2B5EF4-FFF2-40B4-BE49-F238E27FC236}">
                <a16:creationId xmlns:a16="http://schemas.microsoft.com/office/drawing/2014/main" id="{6B2FF286-D397-567C-5B5E-A7744F7868CF}"/>
              </a:ext>
            </a:extLst>
          </p:cNvPr>
          <p:cNvPicPr>
            <a:picLocks noChangeAspect="1"/>
          </p:cNvPicPr>
          <p:nvPr/>
        </p:nvPicPr>
        <p:blipFill>
          <a:blip r:embed="rId6"/>
          <a:stretch>
            <a:fillRect/>
          </a:stretch>
        </p:blipFill>
        <p:spPr>
          <a:xfrm>
            <a:off x="4760195" y="5522810"/>
            <a:ext cx="3562658" cy="980461"/>
          </a:xfrm>
          <a:prstGeom prst="rect">
            <a:avLst/>
          </a:prstGeom>
        </p:spPr>
      </p:pic>
      <p:pic>
        <p:nvPicPr>
          <p:cNvPr id="8" name="Picture 7" descr="A black and white sign with black text&#10;&#10;Description automatically generated">
            <a:extLst>
              <a:ext uri="{FF2B5EF4-FFF2-40B4-BE49-F238E27FC236}">
                <a16:creationId xmlns:a16="http://schemas.microsoft.com/office/drawing/2014/main" id="{DAF88857-8CA1-7143-EEA9-778E450BEBB5}"/>
              </a:ext>
            </a:extLst>
          </p:cNvPr>
          <p:cNvPicPr>
            <a:picLocks noChangeAspect="1"/>
          </p:cNvPicPr>
          <p:nvPr/>
        </p:nvPicPr>
        <p:blipFill>
          <a:blip r:embed="rId7"/>
          <a:stretch>
            <a:fillRect/>
          </a:stretch>
        </p:blipFill>
        <p:spPr>
          <a:xfrm>
            <a:off x="801723" y="2682028"/>
            <a:ext cx="3771198" cy="668379"/>
          </a:xfrm>
          <a:prstGeom prst="rect">
            <a:avLst/>
          </a:prstGeom>
        </p:spPr>
      </p:pic>
      <p:pic>
        <p:nvPicPr>
          <p:cNvPr id="9" name="Picture 8" descr="A large machine in a factory&#10;&#10;Description automatically generated">
            <a:extLst>
              <a:ext uri="{FF2B5EF4-FFF2-40B4-BE49-F238E27FC236}">
                <a16:creationId xmlns:a16="http://schemas.microsoft.com/office/drawing/2014/main" id="{B7AAF8C0-3CCE-3729-CAEC-74A2CC2D49B0}"/>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823452" y="3246607"/>
            <a:ext cx="3674806" cy="2484866"/>
          </a:xfrm>
          <a:prstGeom prst="rect">
            <a:avLst/>
          </a:prstGeom>
        </p:spPr>
      </p:pic>
      <p:pic>
        <p:nvPicPr>
          <p:cNvPr id="10" name="Picture 9" descr="A close-up of a sign&#10;&#10;Description automatically generated">
            <a:extLst>
              <a:ext uri="{FF2B5EF4-FFF2-40B4-BE49-F238E27FC236}">
                <a16:creationId xmlns:a16="http://schemas.microsoft.com/office/drawing/2014/main" id="{848D2E3E-0877-35FF-6BFE-0F046396358C}"/>
              </a:ext>
            </a:extLst>
          </p:cNvPr>
          <p:cNvPicPr>
            <a:picLocks noChangeAspect="1"/>
          </p:cNvPicPr>
          <p:nvPr/>
        </p:nvPicPr>
        <p:blipFill>
          <a:blip r:embed="rId9"/>
          <a:stretch>
            <a:fillRect/>
          </a:stretch>
        </p:blipFill>
        <p:spPr>
          <a:xfrm>
            <a:off x="817460" y="5770164"/>
            <a:ext cx="3753004" cy="665502"/>
          </a:xfrm>
          <a:prstGeom prst="rect">
            <a:avLst/>
          </a:prstGeom>
        </p:spPr>
      </p:pic>
    </p:spTree>
    <p:extLst>
      <p:ext uri="{BB962C8B-B14F-4D97-AF65-F5344CB8AC3E}">
        <p14:creationId xmlns:p14="http://schemas.microsoft.com/office/powerpoint/2010/main" val="884549766"/>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544" y="2275074"/>
            <a:ext cx="8710500" cy="172819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200" b="1">
                <a:latin typeface="Sakkal Majalla" panose="02000000000000000000" pitchFamily="2" charset="-78"/>
                <a:cs typeface="Sakkal Majalla" panose="02000000000000000000" pitchFamily="2" charset="-78"/>
              </a:rPr>
              <a:t>اللوائح وممارسات العمل ذات الصلة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4260" y="1196752"/>
            <a:ext cx="9252520" cy="7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متطلبات الصحة والسلامة (2)</a:t>
            </a:r>
          </a:p>
        </p:txBody>
      </p:sp>
      <p:sp>
        <p:nvSpPr>
          <p:cNvPr id="4" name="Content Placeholder 3">
            <a:extLst>
              <a:ext uri="{FF2B5EF4-FFF2-40B4-BE49-F238E27FC236}">
                <a16:creationId xmlns:a16="http://schemas.microsoft.com/office/drawing/2014/main" id="{EBC4E3AD-C61B-4A72-71AE-03C03C69D6DD}"/>
              </a:ext>
            </a:extLst>
          </p:cNvPr>
          <p:cNvSpPr txBox="1">
            <a:spLocks noChangeArrowheads="1"/>
          </p:cNvSpPr>
          <p:nvPr/>
        </p:nvSpPr>
        <p:spPr bwMode="auto">
          <a:xfrm>
            <a:off x="4947320" y="3284984"/>
            <a:ext cx="4230724" cy="2304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r>
              <a:rPr lang="ar" sz="2200" kern="0">
                <a:latin typeface="Sakkal Majalla" panose="02000000000000000000" pitchFamily="2" charset="-78"/>
                <a:cs typeface="Sakkal Majalla" panose="02000000000000000000" pitchFamily="2" charset="-78"/>
              </a:rPr>
              <a:t>تُشكِّل الروبوتات خطرًا مُحتملًا على الأفراد العاملين بالقرب منها، </a:t>
            </a:r>
          </a:p>
          <a:p>
            <a:pPr marL="685800" rtl="1"/>
            <a:r>
              <a:rPr lang="ar" sz="2200" kern="0">
                <a:latin typeface="Sakkal Majalla" panose="02000000000000000000" pitchFamily="2" charset="-78"/>
                <a:cs typeface="Sakkal Majalla" panose="02000000000000000000" pitchFamily="2" charset="-78"/>
              </a:rPr>
              <a:t>لذا تُطبَّق جميع إجراءات السلامة القياسية في بيئة العمل، </a:t>
            </a:r>
          </a:p>
          <a:p>
            <a:pPr marL="685800" rtl="1"/>
            <a:r>
              <a:rPr lang="ar" sz="2200" kern="0">
                <a:latin typeface="Sakkal Majalla" panose="02000000000000000000" pitchFamily="2" charset="-78"/>
                <a:cs typeface="Sakkal Majalla" panose="02000000000000000000" pitchFamily="2" charset="-78"/>
              </a:rPr>
              <a:t>ويجب التزام معايير السلامة الدولية ذات الصلة. </a:t>
            </a:r>
            <a:endParaRPr lang="en-GB" altLang="en-US" sz="2200" b="1" kern="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CB09EB0E-C31F-23A0-29E2-7112AD8B49AB}"/>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pic>
        <p:nvPicPr>
          <p:cNvPr id="3" name="Picture 2" descr="A person in a hard hat and safety vest reading a book&#10;&#10;Description automatically generated">
            <a:extLst>
              <a:ext uri="{FF2B5EF4-FFF2-40B4-BE49-F238E27FC236}">
                <a16:creationId xmlns:a16="http://schemas.microsoft.com/office/drawing/2014/main" id="{8BEC32B0-7589-60D5-304D-776B725C1EE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38864" y="2996952"/>
            <a:ext cx="4295882" cy="2179967"/>
          </a:xfrm>
          <a:prstGeom prst="rect">
            <a:avLst/>
          </a:prstGeom>
        </p:spPr>
      </p:pic>
    </p:spTree>
    <p:extLst>
      <p:ext uri="{BB962C8B-B14F-4D97-AF65-F5344CB8AC3E}">
        <p14:creationId xmlns:p14="http://schemas.microsoft.com/office/powerpoint/2010/main" val="131694626"/>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936104" y="1909281"/>
            <a:ext cx="8207896" cy="1015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200" b="1">
                <a:latin typeface="Sakkal Majalla" panose="02000000000000000000" pitchFamily="2" charset="-78"/>
                <a:cs typeface="Sakkal Majalla" panose="02000000000000000000" pitchFamily="2" charset="-78"/>
              </a:rPr>
              <a:t>أنظمة السلامة     </a:t>
            </a:r>
          </a:p>
          <a:p>
            <a:pPr indent="0" rtl="1">
              <a:buNone/>
            </a:pPr>
            <a:r>
              <a:rPr lang="ar" sz="2200">
                <a:latin typeface="Sakkal Majalla" panose="02000000000000000000" pitchFamily="2" charset="-78"/>
                <a:cs typeface="Sakkal Majalla" panose="02000000000000000000" pitchFamily="2" charset="-78"/>
              </a:rPr>
              <a:t>هناك العديد من أنظمة السلامة المُصممة خصيصًا للعمل مع خلايا التصنيع الروبوتية.
  ومن الأمثلة على ذلك: </a:t>
            </a:r>
          </a:p>
          <a:p>
            <a:pPr marL="685800" rtl="1"/>
            <a:endParaRPr lang="en-GB" altLang="en-US" sz="2200" b="1">
              <a:latin typeface="Sakkal Majalla" panose="02000000000000000000" pitchFamily="2" charset="-78"/>
              <a:cs typeface="Sakkal Majalla" panose="02000000000000000000" pitchFamily="2" charset="-78"/>
            </a:endParaRPr>
          </a:p>
          <a:p>
            <a:pPr marL="685800" rtl="1"/>
            <a:endParaRPr lang="en-GB" altLang="en-US" sz="2200" b="1">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83626" y="1080811"/>
            <a:ext cx="9252520" cy="7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متطلبات الصحة والسلامة (3)</a:t>
            </a:r>
          </a:p>
        </p:txBody>
      </p:sp>
      <p:sp>
        <p:nvSpPr>
          <p:cNvPr id="2" name="Footer Placeholder 2">
            <a:extLst>
              <a:ext uri="{FF2B5EF4-FFF2-40B4-BE49-F238E27FC236}">
                <a16:creationId xmlns:a16="http://schemas.microsoft.com/office/drawing/2014/main" id="{3C4A1CC1-6C47-A346-AAB2-23FFD7DEAD9B}"/>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pic>
        <p:nvPicPr>
          <p:cNvPr id="3" name="Picture 2" descr="A robotic arm in a factory&#10;&#10;Description automatically generated">
            <a:extLst>
              <a:ext uri="{FF2B5EF4-FFF2-40B4-BE49-F238E27FC236}">
                <a16:creationId xmlns:a16="http://schemas.microsoft.com/office/drawing/2014/main" id="{E210D685-A6F4-2400-461B-9E588139C92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652120" y="3147883"/>
            <a:ext cx="2495550" cy="1790700"/>
          </a:xfrm>
          <a:prstGeom prst="rect">
            <a:avLst/>
          </a:prstGeom>
        </p:spPr>
      </p:pic>
      <p:pic>
        <p:nvPicPr>
          <p:cNvPr id="4" name="Picture 3" descr="A close up of a red light&#10;&#10;Description automatically generated">
            <a:extLst>
              <a:ext uri="{FF2B5EF4-FFF2-40B4-BE49-F238E27FC236}">
                <a16:creationId xmlns:a16="http://schemas.microsoft.com/office/drawing/2014/main" id="{69FA7578-DB02-1F87-4E2D-6D73FFF56E74}"/>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5648450" y="4980959"/>
            <a:ext cx="2499220" cy="1669326"/>
          </a:xfrm>
          <a:prstGeom prst="rect">
            <a:avLst/>
          </a:prstGeom>
        </p:spPr>
      </p:pic>
      <p:pic>
        <p:nvPicPr>
          <p:cNvPr id="5" name="Picture 4" descr="A black text on a blue background&#10;&#10;Description automatically generated">
            <a:extLst>
              <a:ext uri="{FF2B5EF4-FFF2-40B4-BE49-F238E27FC236}">
                <a16:creationId xmlns:a16="http://schemas.microsoft.com/office/drawing/2014/main" id="{CAAE4929-8D89-CBD8-F438-3C669FFA58CB}"/>
              </a:ext>
            </a:extLst>
          </p:cNvPr>
          <p:cNvPicPr>
            <a:picLocks noChangeAspect="1"/>
          </p:cNvPicPr>
          <p:nvPr/>
        </p:nvPicPr>
        <p:blipFill>
          <a:blip r:embed="rId6"/>
          <a:stretch>
            <a:fillRect/>
          </a:stretch>
        </p:blipFill>
        <p:spPr>
          <a:xfrm flipV="1">
            <a:off x="182224" y="3933435"/>
            <a:ext cx="5425503" cy="508884"/>
          </a:xfrm>
          <a:prstGeom prst="rect">
            <a:avLst/>
          </a:prstGeom>
        </p:spPr>
      </p:pic>
      <p:pic>
        <p:nvPicPr>
          <p:cNvPr id="6" name="Picture 5" descr="A blue and black sign with black text&#10;&#10;Description automatically generated">
            <a:extLst>
              <a:ext uri="{FF2B5EF4-FFF2-40B4-BE49-F238E27FC236}">
                <a16:creationId xmlns:a16="http://schemas.microsoft.com/office/drawing/2014/main" id="{D9598959-0D49-3B9F-36A5-FB8A9985FF75}"/>
              </a:ext>
            </a:extLst>
          </p:cNvPr>
          <p:cNvPicPr>
            <a:picLocks noChangeAspect="1"/>
          </p:cNvPicPr>
          <p:nvPr/>
        </p:nvPicPr>
        <p:blipFill>
          <a:blip r:embed="rId7"/>
          <a:stretch>
            <a:fillRect/>
          </a:stretch>
        </p:blipFill>
        <p:spPr>
          <a:xfrm>
            <a:off x="182225" y="5556588"/>
            <a:ext cx="5425504" cy="828988"/>
          </a:xfrm>
          <a:prstGeom prst="rect">
            <a:avLst/>
          </a:prstGeom>
        </p:spPr>
      </p:pic>
    </p:spTree>
    <p:extLst>
      <p:ext uri="{BB962C8B-B14F-4D97-AF65-F5344CB8AC3E}">
        <p14:creationId xmlns:p14="http://schemas.microsoft.com/office/powerpoint/2010/main" val="2538407088"/>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51520" y="2085074"/>
            <a:ext cx="8903916" cy="127191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200">
                <a:latin typeface="Sakkal Majalla" panose="02000000000000000000" pitchFamily="2" charset="-78"/>
                <a:cs typeface="Sakkal Majalla" panose="02000000000000000000" pitchFamily="2" charset="-78"/>
              </a:rPr>
              <a:t>تتطلب جميع المعدات الميكانيكية والكهربائية الصيانة لضمان بقائها في حالة عمل جيدة.</a:t>
            </a:r>
          </a:p>
          <a:p>
            <a:pPr marL="685800" rtl="1"/>
            <a:r>
              <a:rPr lang="ar" sz="2200">
                <a:latin typeface="Sakkal Majalla" panose="02000000000000000000" pitchFamily="2" charset="-78"/>
                <a:cs typeface="Sakkal Majalla" panose="02000000000000000000" pitchFamily="2" charset="-78"/>
              </a:rPr>
              <a:t>تندرج الصيانة عمومًا ضمن إحدى هاتين الفئتين:</a:t>
            </a:r>
            <a:endParaRPr lang="en-GB" altLang="en-US" sz="2200">
              <a:latin typeface="Sakkal Majalla" panose="02000000000000000000" pitchFamily="2" charset="-78"/>
              <a:cs typeface="Sakkal Majalla" panose="02000000000000000000" pitchFamily="2" charset="-78"/>
            </a:endParaRPr>
          </a:p>
          <a:p>
            <a:pPr marL="1085850" lvl="1" rtl="1"/>
            <a:endParaRPr lang="en-GB" altLang="en-US" sz="2200">
              <a:latin typeface="Sakkal Majalla" panose="02000000000000000000" pitchFamily="2" charset="-78"/>
              <a:cs typeface="Sakkal Majalla" panose="02000000000000000000" pitchFamily="2" charset="-78"/>
            </a:endParaRPr>
          </a:p>
          <a:p>
            <a:pPr marL="1085850" lvl="1" rtl="1"/>
            <a:endParaRPr lang="en-GB" altLang="en-US" sz="2200">
              <a:latin typeface="Sakkal Majalla" panose="02000000000000000000" pitchFamily="2" charset="-78"/>
              <a:cs typeface="Sakkal Majalla" panose="02000000000000000000" pitchFamily="2" charset="-78"/>
            </a:endParaRPr>
          </a:p>
          <a:p>
            <a:pPr indent="0" algn="ctr" rtl="1">
              <a:buNone/>
            </a:pPr>
            <a:endParaRPr lang="en-GB" altLang="en-US" sz="2200">
              <a:latin typeface="Sakkal Majalla" panose="02000000000000000000" pitchFamily="2" charset="-78"/>
              <a:cs typeface="Sakkal Majalla" panose="02000000000000000000" pitchFamily="2" charset="-78"/>
            </a:endParaRPr>
          </a:p>
          <a:p>
            <a:pPr marL="685800" rtl="1"/>
            <a:endParaRPr lang="en-GB" altLang="en-US" sz="220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الصيانة (1)</a:t>
            </a:r>
          </a:p>
        </p:txBody>
      </p:sp>
      <p:graphicFrame>
        <p:nvGraphicFramePr>
          <p:cNvPr id="4" name="Table 3">
            <a:extLst>
              <a:ext uri="{FF2B5EF4-FFF2-40B4-BE49-F238E27FC236}">
                <a16:creationId xmlns:a16="http://schemas.microsoft.com/office/drawing/2014/main" id="{A3766F63-14D9-D217-8908-74B0B5855FB0}"/>
              </a:ext>
            </a:extLst>
          </p:cNvPr>
          <p:cNvGraphicFramePr>
            <a:graphicFrameLocks noGrp="1"/>
          </p:cNvGraphicFramePr>
          <p:nvPr>
            <p:extLst>
              <p:ext uri="{D42A27DB-BD31-4B8C-83A1-F6EECF244321}">
                <p14:modId xmlns:p14="http://schemas.microsoft.com/office/powerpoint/2010/main" val="507107024"/>
              </p:ext>
            </p:extLst>
          </p:nvPr>
        </p:nvGraphicFramePr>
        <p:xfrm>
          <a:off x="683568" y="3850248"/>
          <a:ext cx="7344816" cy="1431920"/>
        </p:xfrm>
        <a:graphic>
          <a:graphicData uri="http://schemas.openxmlformats.org/drawingml/2006/table">
            <a:tbl>
              <a:tblPr rtl="1" firstRow="1" bandRow="1">
                <a:tableStyleId>{D113A9D2-9D6B-4929-AA2D-F23B5EE8CBE7}</a:tableStyleId>
              </a:tblPr>
              <a:tblGrid>
                <a:gridCol w="3672408">
                  <a:extLst>
                    <a:ext uri="{9D8B030D-6E8A-4147-A177-3AD203B41FA5}">
                      <a16:colId xmlns:a16="http://schemas.microsoft.com/office/drawing/2014/main" val="185295437"/>
                    </a:ext>
                  </a:extLst>
                </a:gridCol>
                <a:gridCol w="3672408">
                  <a:extLst>
                    <a:ext uri="{9D8B030D-6E8A-4147-A177-3AD203B41FA5}">
                      <a16:colId xmlns:a16="http://schemas.microsoft.com/office/drawing/2014/main" val="2306010537"/>
                    </a:ext>
                  </a:extLst>
                </a:gridCol>
              </a:tblGrid>
              <a:tr h="730880">
                <a:tc>
                  <a:txBody>
                    <a:bodyPr/>
                    <a:lstStyle/>
                    <a:p>
                      <a:pPr rtl="1"/>
                      <a:r>
                        <a:rPr lang="ar" sz="2200" b="1">
                          <a:solidFill>
                            <a:schemeClr val="tx1"/>
                          </a:solidFill>
                          <a:latin typeface="Sakkal Majalla" panose="02000000000000000000" pitchFamily="2" charset="-78"/>
                          <a:cs typeface="Sakkal Majalla" panose="02000000000000000000" pitchFamily="2" charset="-78"/>
                        </a:rPr>
                        <a:t>الصيانة الوقائية (المخطط لها)</a:t>
                      </a:r>
                    </a:p>
                  </a:txBody>
                  <a:tcPr/>
                </a:tc>
                <a:tc>
                  <a:txBody>
                    <a:bodyPr/>
                    <a:lstStyle/>
                    <a:p>
                      <a:pPr rtl="1"/>
                      <a:r>
                        <a:rPr lang="ar" sz="2200" b="1">
                          <a:solidFill>
                            <a:schemeClr val="tx1"/>
                          </a:solidFill>
                          <a:latin typeface="Sakkal Majalla" panose="02000000000000000000" pitchFamily="2" charset="-78"/>
                          <a:cs typeface="Sakkal Majalla" panose="02000000000000000000" pitchFamily="2" charset="-78"/>
                        </a:rPr>
                        <a:t>الصيانة التفاعلية</a:t>
                      </a:r>
                    </a:p>
                  </a:txBody>
                  <a:tcPr/>
                </a:tc>
                <a:extLst>
                  <a:ext uri="{0D108BD9-81ED-4DB2-BD59-A6C34878D82A}">
                    <a16:rowId xmlns:a16="http://schemas.microsoft.com/office/drawing/2014/main" val="825103324"/>
                  </a:ext>
                </a:extLst>
              </a:tr>
              <a:tr h="311335">
                <a:tc>
                  <a:txBody>
                    <a:bodyPr/>
                    <a:lstStyle/>
                    <a:p>
                      <a:pPr rtl="1"/>
                      <a:r>
                        <a:rPr lang="ar" sz="2000" b="0">
                          <a:solidFill>
                            <a:schemeClr val="tx1"/>
                          </a:solidFill>
                          <a:latin typeface="Sakkal Majalla" panose="02000000000000000000" pitchFamily="2" charset="-78"/>
                          <a:cs typeface="Sakkal Majalla" panose="02000000000000000000" pitchFamily="2" charset="-78"/>
                        </a:rPr>
                        <a:t>تتطلب عمليات فحص مُنتظمة للمعدات.</a:t>
                      </a:r>
                    </a:p>
                    <a:p>
                      <a:pPr rtl="1"/>
                      <a:r>
                        <a:rPr lang="ar" sz="2000" b="0">
                          <a:solidFill>
                            <a:schemeClr val="tx1"/>
                          </a:solidFill>
                          <a:latin typeface="Sakkal Majalla" panose="02000000000000000000" pitchFamily="2" charset="-78"/>
                          <a:cs typeface="Sakkal Majalla" panose="02000000000000000000" pitchFamily="2" charset="-78"/>
                        </a:rPr>
                        <a:t>استبدال بعض العناصر لمنع حدوث عطل.</a:t>
                      </a:r>
                    </a:p>
                  </a:txBody>
                  <a:tcPr/>
                </a:tc>
                <a:tc>
                  <a:txBody>
                    <a:bodyPr/>
                    <a:lstStyle/>
                    <a:p>
                      <a:pPr rtl="1"/>
                      <a:r>
                        <a:rPr lang="ar" sz="2000" b="0">
                          <a:solidFill>
                            <a:schemeClr val="tx1"/>
                          </a:solidFill>
                          <a:latin typeface="Sakkal Majalla" panose="02000000000000000000" pitchFamily="2" charset="-78"/>
                          <a:cs typeface="Sakkal Majalla" panose="02000000000000000000" pitchFamily="2" charset="-78"/>
                        </a:rPr>
                        <a:t>إصلاح المشكلات عند حدوث خطأ ما.</a:t>
                      </a:r>
                    </a:p>
                  </a:txBody>
                  <a:tcPr/>
                </a:tc>
                <a:extLst>
                  <a:ext uri="{0D108BD9-81ED-4DB2-BD59-A6C34878D82A}">
                    <a16:rowId xmlns:a16="http://schemas.microsoft.com/office/drawing/2014/main" val="3772681416"/>
                  </a:ext>
                </a:extLst>
              </a:tr>
            </a:tbl>
          </a:graphicData>
        </a:graphic>
      </p:graphicFrame>
      <p:sp>
        <p:nvSpPr>
          <p:cNvPr id="2" name="Footer Placeholder 2">
            <a:extLst>
              <a:ext uri="{FF2B5EF4-FFF2-40B4-BE49-F238E27FC236}">
                <a16:creationId xmlns:a16="http://schemas.microsoft.com/office/drawing/2014/main" id="{594F8CB8-2CD3-E987-4744-1AA45BE5E9F2}"/>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spTree>
    <p:extLst>
      <p:ext uri="{BB962C8B-B14F-4D97-AF65-F5344CB8AC3E}">
        <p14:creationId xmlns:p14="http://schemas.microsoft.com/office/powerpoint/2010/main" val="3282266377"/>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287525"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الصيانة (2)</a:t>
            </a:r>
          </a:p>
        </p:txBody>
      </p:sp>
      <p:sp>
        <p:nvSpPr>
          <p:cNvPr id="5" name="TextBox 4">
            <a:extLst>
              <a:ext uri="{FF2B5EF4-FFF2-40B4-BE49-F238E27FC236}">
                <a16:creationId xmlns:a16="http://schemas.microsoft.com/office/drawing/2014/main" id="{9B1E05B9-6322-536B-7AF9-09501877BC7E}"/>
              </a:ext>
            </a:extLst>
          </p:cNvPr>
          <p:cNvSpPr txBox="1"/>
          <p:nvPr/>
        </p:nvSpPr>
        <p:spPr>
          <a:xfrm>
            <a:off x="3995935" y="1988840"/>
            <a:ext cx="5400600" cy="3139321"/>
          </a:xfrm>
          <a:prstGeom prst="rect">
            <a:avLst/>
          </a:prstGeom>
          <a:noFill/>
        </p:spPr>
        <p:txBody>
          <a:bodyPr wrap="square" rtlCol="1">
            <a:spAutoFit/>
          </a:bodyPr>
          <a:lstStyle/>
          <a:p>
            <a:pPr marL="685800" rtl="1"/>
            <a:r>
              <a:rPr lang="ar" sz="2200">
                <a:latin typeface="Sakkal Majalla" panose="02000000000000000000" pitchFamily="2" charset="-78"/>
                <a:cs typeface="Sakkal Majalla" panose="02000000000000000000" pitchFamily="2" charset="-78"/>
              </a:rPr>
              <a:t>الروبوتات الصناعية هي آلات كهروميكانيكية. ولهذا السبب، من الضروري أن يحمل فريق الصيانة طقم أدوات كامل مُناسب لأداء كل من الأعمال الكهربائية والميكانيكية.</a:t>
            </a:r>
          </a:p>
          <a:p>
            <a:pPr marL="685800" rtl="1"/>
            <a:endParaRPr lang="en-GB" altLang="en-US" sz="2200">
              <a:latin typeface="Sakkal Majalla" panose="02000000000000000000" pitchFamily="2" charset="-78"/>
              <a:cs typeface="Sakkal Majalla" panose="02000000000000000000" pitchFamily="2" charset="-78"/>
            </a:endParaRPr>
          </a:p>
          <a:p>
            <a:pPr marL="685800" rtl="1"/>
            <a:r>
              <a:rPr lang="ar" sz="2200">
                <a:latin typeface="Sakkal Majalla" panose="02000000000000000000" pitchFamily="2" charset="-78"/>
                <a:cs typeface="Sakkal Majalla" panose="02000000000000000000" pitchFamily="2" charset="-78"/>
              </a:rPr>
              <a:t>يجب أن تتوافر لدى فرق الصيانة قطع غيار، ما يسمح لهم باستبدال أي قطع لا يُمكن إصلاحها.</a:t>
            </a:r>
          </a:p>
          <a:p>
            <a:pPr marL="685800" rtl="1"/>
            <a:endParaRPr lang="en-GB" altLang="en-US" sz="2200">
              <a:latin typeface="Sakkal Majalla" panose="02000000000000000000" pitchFamily="2" charset="-78"/>
              <a:cs typeface="Sakkal Majalla" panose="02000000000000000000" pitchFamily="2" charset="-78"/>
            </a:endParaRPr>
          </a:p>
          <a:p>
            <a:pPr marL="685800" rtl="1"/>
            <a:r>
              <a:rPr lang="ar" sz="2200">
                <a:latin typeface="Sakkal Majalla" panose="02000000000000000000" pitchFamily="2" charset="-78"/>
                <a:cs typeface="Sakkal Majalla" panose="02000000000000000000" pitchFamily="2" charset="-78"/>
              </a:rPr>
              <a:t>ما عواقب إخراج روبوت صناعي من الخدمة؟</a:t>
            </a:r>
          </a:p>
          <a:p>
            <a:pPr marL="685800" rtl="1"/>
            <a:endParaRPr lang="en-GB" altLang="en-US" sz="220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11106007-1DEA-6009-4AC5-CF7690425629}"/>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pic>
        <p:nvPicPr>
          <p:cNvPr id="3" name="Picture 2">
            <a:extLst>
              <a:ext uri="{FF2B5EF4-FFF2-40B4-BE49-F238E27FC236}">
                <a16:creationId xmlns:a16="http://schemas.microsoft.com/office/drawing/2014/main" id="{803B8C77-F764-5470-D83D-C516235710F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55576" y="2204864"/>
            <a:ext cx="2390141" cy="3620508"/>
          </a:xfrm>
          <a:prstGeom prst="rect">
            <a:avLst/>
          </a:prstGeom>
        </p:spPr>
      </p:pic>
    </p:spTree>
    <p:extLst>
      <p:ext uri="{BB962C8B-B14F-4D97-AF65-F5344CB8AC3E}">
        <p14:creationId xmlns:p14="http://schemas.microsoft.com/office/powerpoint/2010/main" val="2040820561"/>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34076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a:latin typeface="Sakkal Majalla" panose="02000000000000000000" pitchFamily="2" charset="-78"/>
                <a:cs typeface="Sakkal Majalla" panose="02000000000000000000" pitchFamily="2" charset="-78"/>
              </a:rPr>
              <a:t>نتاج التعلم ب</a:t>
            </a:r>
            <a:br>
              <a:rPr lang="en-US" altLang="en-US" sz="2600">
                <a:latin typeface="Sakkal Majalla" panose="02000000000000000000" pitchFamily="2" charset="-78"/>
                <a:cs typeface="Sakkal Majalla" panose="02000000000000000000" pitchFamily="2" charset="-78"/>
              </a:rPr>
            </a:br>
            <a:br>
              <a:rPr lang="en-US" altLang="en-US" sz="2600">
                <a:latin typeface="Sakkal Majalla" panose="02000000000000000000" pitchFamily="2" charset="-78"/>
                <a:cs typeface="Sakkal Majalla" panose="02000000000000000000" pitchFamily="2" charset="-78"/>
              </a:rPr>
            </a:br>
            <a:endParaRPr lang="en-GB" altLang="en-US" sz="2600">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116012" y="4149725"/>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a:latin typeface="Sakkal Majalla" panose="02000000000000000000" pitchFamily="2" charset="-78"/>
                <a:cs typeface="Sakkal Majalla" panose="02000000000000000000" pitchFamily="2" charset="-78"/>
              </a:rPr>
              <a:t>مبادئ التشغيل وتطبيقاتها</a:t>
            </a:r>
          </a:p>
          <a:p>
            <a:pPr marL="685800" rtl="1"/>
            <a:r>
              <a:rPr lang="ar" sz="2600">
                <a:latin typeface="Sakkal Majalla" panose="02000000000000000000" pitchFamily="2" charset="-78"/>
                <a:cs typeface="Sakkal Majalla" panose="02000000000000000000" pitchFamily="2" charset="-78"/>
              </a:rPr>
              <a:t>مبادئ التصميم</a:t>
            </a:r>
          </a:p>
          <a:p>
            <a:pPr marL="685800" rtl="1"/>
            <a:r>
              <a:rPr lang="ar" sz="2600">
                <a:latin typeface="Sakkal Majalla" panose="02000000000000000000" pitchFamily="2" charset="-78"/>
                <a:cs typeface="Sakkal Majalla" panose="02000000000000000000" pitchFamily="2" charset="-78"/>
              </a:rPr>
              <a:t>أنظمة التحكم</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76263" y="1772816"/>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بحث عملية تصميم وتشغيل الروبوتات الصناعية لتطبيقات مختلفة</a:t>
            </a:r>
          </a:p>
        </p:txBody>
      </p:sp>
      <p:sp>
        <p:nvSpPr>
          <p:cNvPr id="2" name="Footer Placeholder 2">
            <a:extLst>
              <a:ext uri="{FF2B5EF4-FFF2-40B4-BE49-F238E27FC236}">
                <a16:creationId xmlns:a16="http://schemas.microsoft.com/office/drawing/2014/main" id="{F43BCCAF-7436-F48B-598C-738298DD174A}"/>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spTree>
    <p:extLst>
      <p:ext uri="{BB962C8B-B14F-4D97-AF65-F5344CB8AC3E}">
        <p14:creationId xmlns:p14="http://schemas.microsoft.com/office/powerpoint/2010/main" val="588007661"/>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420072" y="2420888"/>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algn="ctr" rtl="1">
              <a:buNone/>
            </a:pPr>
            <a:endParaRPr lang="en-GB" altLang="en-US">
              <a:latin typeface="Sakkal Majalla" panose="02000000000000000000" pitchFamily="2" charset="-78"/>
              <a:cs typeface="Sakkal Majalla" panose="02000000000000000000" pitchFamily="2" charset="-78"/>
            </a:endParaRPr>
          </a:p>
          <a:p>
            <a:pPr marL="685800" rtl="1"/>
            <a:endParaRPr lang="en-GB" altLang="en-US">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 المبادئ والأنواع (1)</a:t>
            </a:r>
          </a:p>
        </p:txBody>
      </p:sp>
      <p:sp>
        <p:nvSpPr>
          <p:cNvPr id="5" name="TextBox 4">
            <a:extLst>
              <a:ext uri="{FF2B5EF4-FFF2-40B4-BE49-F238E27FC236}">
                <a16:creationId xmlns:a16="http://schemas.microsoft.com/office/drawing/2014/main" id="{1D24FC68-DDF2-43E2-8E80-0079DE57FF5B}"/>
              </a:ext>
            </a:extLst>
          </p:cNvPr>
          <p:cNvSpPr txBox="1"/>
          <p:nvPr/>
        </p:nvSpPr>
        <p:spPr>
          <a:xfrm>
            <a:off x="6204971" y="2391806"/>
            <a:ext cx="2638915" cy="2123658"/>
          </a:xfrm>
          <a:prstGeom prst="rect">
            <a:avLst/>
          </a:prstGeom>
          <a:noFill/>
        </p:spPr>
        <p:txBody>
          <a:bodyPr wrap="square" rtlCol="1">
            <a:spAutoFit/>
          </a:bodyPr>
          <a:lstStyle/>
          <a:p>
            <a:pPr rtl="1"/>
            <a:r>
              <a:rPr lang="ar" sz="2200" b="1">
                <a:latin typeface="Sakkal Majalla" panose="02000000000000000000" pitchFamily="2" charset="-78"/>
                <a:cs typeface="Sakkal Majalla" panose="02000000000000000000" pitchFamily="2" charset="-78"/>
              </a:rPr>
              <a:t>تأتي الروبوتات الصناعية بأشكال وأحجام مُتعددة.</a:t>
            </a:r>
          </a:p>
          <a:p>
            <a:pPr marL="342900" indent="-342900" rtl="1">
              <a:buFont typeface="Wingdings" pitchFamily="2" charset="2"/>
              <a:buChar char="§"/>
            </a:pPr>
            <a:endParaRPr lang="en-US" sz="2200">
              <a:latin typeface="Sakkal Majalla" panose="02000000000000000000" pitchFamily="2" charset="-78"/>
              <a:cs typeface="Sakkal Majalla" panose="02000000000000000000" pitchFamily="2" charset="-78"/>
            </a:endParaRPr>
          </a:p>
          <a:p>
            <a:pPr rtl="1"/>
            <a:r>
              <a:rPr lang="ar" sz="2200">
                <a:latin typeface="Sakkal Majalla" panose="02000000000000000000" pitchFamily="2" charset="-78"/>
                <a:cs typeface="Sakkal Majalla" panose="02000000000000000000" pitchFamily="2" charset="-78"/>
              </a:rPr>
              <a:t>بصفة عامة، تحتوي جميعها على المكونات الموضحة:
 </a:t>
            </a:r>
          </a:p>
        </p:txBody>
      </p:sp>
      <p:sp>
        <p:nvSpPr>
          <p:cNvPr id="2" name="Footer Placeholder 2">
            <a:extLst>
              <a:ext uri="{FF2B5EF4-FFF2-40B4-BE49-F238E27FC236}">
                <a16:creationId xmlns:a16="http://schemas.microsoft.com/office/drawing/2014/main" id="{4A4F0AB1-043D-7840-0DD6-0D6E601EC334}"/>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pic>
        <p:nvPicPr>
          <p:cNvPr id="3" name="Picture 2" descr="A robot painting a car&#10;&#10;Description automatically generated">
            <a:extLst>
              <a:ext uri="{FF2B5EF4-FFF2-40B4-BE49-F238E27FC236}">
                <a16:creationId xmlns:a16="http://schemas.microsoft.com/office/drawing/2014/main" id="{A8B38A4F-721D-F60F-EE5D-AA486F08244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43328" y="2392180"/>
            <a:ext cx="4484559" cy="3010525"/>
          </a:xfrm>
          <a:prstGeom prst="rect">
            <a:avLst/>
          </a:prstGeom>
        </p:spPr>
      </p:pic>
    </p:spTree>
    <p:extLst>
      <p:ext uri="{BB962C8B-B14F-4D97-AF65-F5344CB8AC3E}">
        <p14:creationId xmlns:p14="http://schemas.microsoft.com/office/powerpoint/2010/main" val="150737381"/>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F0C5E-4A76-F3D5-B040-C815135BA0D0}"/>
            </a:ext>
          </a:extLst>
        </p:cNvPr>
        <p:cNvGrpSpPr/>
        <p:nvPr/>
      </p:nvGrpSpPr>
      <p:grpSpPr>
        <a:xfrm>
          <a:off x="0" y="0"/>
          <a:ext cx="0" cy="0"/>
          <a:chOff x="0" y="0"/>
          <a:chExt cx="0" cy="0"/>
        </a:xfrm>
      </p:grpSpPr>
      <p:sp>
        <p:nvSpPr>
          <p:cNvPr id="34820" name="Rectangle 1">
            <a:extLst>
              <a:ext uri="{FF2B5EF4-FFF2-40B4-BE49-F238E27FC236}">
                <a16:creationId xmlns:a16="http://schemas.microsoft.com/office/drawing/2014/main" id="{6FCF81FD-C7D4-D959-D2D4-7F73AE625411}"/>
              </a:ext>
            </a:extLst>
          </p:cNvPr>
          <p:cNvSpPr>
            <a:spLocks noChangeArrowheads="1"/>
          </p:cNvSpPr>
          <p:nvPr/>
        </p:nvSpPr>
        <p:spPr bwMode="auto">
          <a:xfrm>
            <a:off x="323529" y="1196752"/>
            <a:ext cx="8568951" cy="1152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المبادئ والأنواع (2)</a:t>
            </a:r>
          </a:p>
        </p:txBody>
      </p:sp>
      <p:sp>
        <p:nvSpPr>
          <p:cNvPr id="8" name="TextBox 7">
            <a:extLst>
              <a:ext uri="{FF2B5EF4-FFF2-40B4-BE49-F238E27FC236}">
                <a16:creationId xmlns:a16="http://schemas.microsoft.com/office/drawing/2014/main" id="{3710857B-96E4-D408-8A24-F1AD78CE4376}"/>
              </a:ext>
            </a:extLst>
          </p:cNvPr>
          <p:cNvSpPr txBox="1"/>
          <p:nvPr/>
        </p:nvSpPr>
        <p:spPr>
          <a:xfrm>
            <a:off x="5221466" y="2240171"/>
            <a:ext cx="3526998" cy="3046988"/>
          </a:xfrm>
          <a:prstGeom prst="rect">
            <a:avLst/>
          </a:prstGeom>
          <a:noFill/>
        </p:spPr>
        <p:txBody>
          <a:bodyPr wrap="square" rtlCol="1">
            <a:spAutoFit/>
          </a:bodyPr>
          <a:lstStyle/>
          <a:p>
            <a:pPr indent="0" rtl="1">
              <a:buFont typeface="Wingdings" panose="05000000000000000000" pitchFamily="2" charset="2"/>
              <a:buNone/>
            </a:pPr>
            <a:r>
              <a:rPr lang="ar" sz="2400">
                <a:latin typeface="Sakkal Majalla" panose="02000000000000000000" pitchFamily="2" charset="-78"/>
                <a:cs typeface="Sakkal Majalla" panose="02000000000000000000" pitchFamily="2" charset="-78"/>
              </a:rPr>
              <a:t>تُستخدم الروبوتات الصناعية في العديد من التطبيقات. </a:t>
            </a:r>
          </a:p>
          <a:p>
            <a:pPr indent="0" rtl="1">
              <a:buFont typeface="Wingdings" panose="05000000000000000000" pitchFamily="2" charset="2"/>
              <a:buNone/>
            </a:pPr>
            <a:endParaRPr lang="en-GB" altLang="en-US" sz="2400">
              <a:latin typeface="Sakkal Majalla" panose="02000000000000000000" pitchFamily="2" charset="-78"/>
              <a:cs typeface="Sakkal Majalla" panose="02000000000000000000" pitchFamily="2" charset="-78"/>
            </a:endParaRPr>
          </a:p>
          <a:p>
            <a:pPr indent="0" rtl="1">
              <a:buFont typeface="Wingdings" panose="05000000000000000000" pitchFamily="2" charset="2"/>
              <a:buNone/>
            </a:pPr>
            <a:r>
              <a:rPr lang="ar" sz="2400">
                <a:latin typeface="Sakkal Majalla" panose="02000000000000000000" pitchFamily="2" charset="-78"/>
                <a:cs typeface="Sakkal Majalla" panose="02000000000000000000" pitchFamily="2" charset="-78"/>
              </a:rPr>
              <a:t>يُمكن استخدامها عندما تكون العملية شاقة جدًا أو خطيرة أو مُتكررة أو دقيقة جدًا أو كبيرة جدًا أو صغيرة جدًا، وبالتالي لا يستطيع المُشغلون البشريون تنفيذها بكفاءة.</a:t>
            </a:r>
          </a:p>
        </p:txBody>
      </p:sp>
      <p:sp>
        <p:nvSpPr>
          <p:cNvPr id="2" name="Footer Placeholder 2">
            <a:extLst>
              <a:ext uri="{FF2B5EF4-FFF2-40B4-BE49-F238E27FC236}">
                <a16:creationId xmlns:a16="http://schemas.microsoft.com/office/drawing/2014/main" id="{6F75656D-4E11-5AC9-C7D5-832C5B2B1612}"/>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pic>
        <p:nvPicPr>
          <p:cNvPr id="3" name="Picture 2" descr="A screenshot of a computer&#10;&#10;Description automatically generated">
            <a:extLst>
              <a:ext uri="{FF2B5EF4-FFF2-40B4-BE49-F238E27FC236}">
                <a16:creationId xmlns:a16="http://schemas.microsoft.com/office/drawing/2014/main" id="{FFADBCC7-A596-523E-C472-2AA14F7DC7D8}"/>
              </a:ext>
            </a:extLst>
          </p:cNvPr>
          <p:cNvPicPr>
            <a:picLocks noChangeAspect="1"/>
          </p:cNvPicPr>
          <p:nvPr/>
        </p:nvPicPr>
        <p:blipFill>
          <a:blip r:embed="rId4"/>
          <a:stretch>
            <a:fillRect/>
          </a:stretch>
        </p:blipFill>
        <p:spPr>
          <a:xfrm>
            <a:off x="547436" y="2060848"/>
            <a:ext cx="4286250" cy="4286250"/>
          </a:xfrm>
          <a:prstGeom prst="rect">
            <a:avLst/>
          </a:prstGeom>
        </p:spPr>
      </p:pic>
    </p:spTree>
    <p:extLst>
      <p:ext uri="{BB962C8B-B14F-4D97-AF65-F5344CB8AC3E}">
        <p14:creationId xmlns:p14="http://schemas.microsoft.com/office/powerpoint/2010/main" val="1130217525"/>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868143" y="2348880"/>
            <a:ext cx="3060340" cy="33843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a:latin typeface="Sakkal Majalla" panose="02000000000000000000" pitchFamily="2" charset="-78"/>
                <a:cs typeface="Sakkal Majalla" panose="02000000000000000000" pitchFamily="2" charset="-78"/>
              </a:rPr>
              <a:t>على سبيل المثال، يحتوي خط إنتاج السيارات على روبوتات تُحرّك المواد وتُجري عمليات اللحام واللصق والتثبيت بالمسامير والطلاء والعديد من الوظائف الأخرى.   </a:t>
            </a:r>
          </a:p>
          <a:p>
            <a:pPr indent="0" algn="ctr" rtl="1">
              <a:buNone/>
            </a:pPr>
            <a:endParaRPr lang="en-GB" altLang="en-US">
              <a:latin typeface="Sakkal Majalla" panose="02000000000000000000" pitchFamily="2" charset="-78"/>
              <a:cs typeface="Sakkal Majalla" panose="02000000000000000000" pitchFamily="2" charset="-78"/>
            </a:endParaRPr>
          </a:p>
          <a:p>
            <a:pPr marL="685800" rtl="1"/>
            <a:endParaRPr lang="en-GB" altLang="en-US">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1152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المبادئ والأنواع (3)</a:t>
            </a:r>
          </a:p>
        </p:txBody>
      </p:sp>
      <p:sp>
        <p:nvSpPr>
          <p:cNvPr id="2" name="Footer Placeholder 2">
            <a:extLst>
              <a:ext uri="{FF2B5EF4-FFF2-40B4-BE49-F238E27FC236}">
                <a16:creationId xmlns:a16="http://schemas.microsoft.com/office/drawing/2014/main" id="{F343231B-BEB1-52C5-8FED-450ECEE83859}"/>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pic>
        <p:nvPicPr>
          <p:cNvPr id="3" name="Picture 2" descr="Robots working on a car assembly line&#10;&#10;Description automatically generated">
            <a:extLst>
              <a:ext uri="{FF2B5EF4-FFF2-40B4-BE49-F238E27FC236}">
                <a16:creationId xmlns:a16="http://schemas.microsoft.com/office/drawing/2014/main" id="{EB5B6EB5-7C0C-975E-030C-A2B2E55EB8E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23529" y="2564904"/>
            <a:ext cx="4995661" cy="3274810"/>
          </a:xfrm>
          <a:prstGeom prst="rect">
            <a:avLst/>
          </a:prstGeom>
        </p:spPr>
      </p:pic>
    </p:spTree>
    <p:extLst>
      <p:ext uri="{BB962C8B-B14F-4D97-AF65-F5344CB8AC3E}">
        <p14:creationId xmlns:p14="http://schemas.microsoft.com/office/powerpoint/2010/main" val="3621417310"/>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E347E-90C9-F8FA-9CF3-3BC5DB37D621}"/>
            </a:ext>
          </a:extLst>
        </p:cNvPr>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AAF7D0EB-47BD-2929-BF26-5892BA5C6FB4}"/>
              </a:ext>
            </a:extLst>
          </p:cNvPr>
          <p:cNvSpPr>
            <a:spLocks noGrp="1" noChangeArrowheads="1"/>
          </p:cNvSpPr>
          <p:nvPr>
            <p:ph sz="half" idx="2"/>
          </p:nvPr>
        </p:nvSpPr>
        <p:spPr bwMode="auto">
          <a:xfrm>
            <a:off x="5760131" y="2348880"/>
            <a:ext cx="3060340" cy="367240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a:latin typeface="Sakkal Majalla" panose="02000000000000000000" pitchFamily="2" charset="-78"/>
                <a:cs typeface="Sakkal Majalla" panose="02000000000000000000" pitchFamily="2" charset="-78"/>
              </a:rPr>
              <a:t>إضافة إلى الصناعات الثقيلة، تُستخدم الروبوتات في التطبيقات صغيرة النطاق حيث تكون الدقة والتكرار أمرين بالغي الأهمية، مثل تصنيع الإلكترونيات.</a:t>
            </a:r>
          </a:p>
          <a:p>
            <a:pPr indent="0" algn="ctr" rtl="1">
              <a:buNone/>
            </a:pPr>
            <a:endParaRPr lang="en-GB" altLang="en-US">
              <a:latin typeface="Sakkal Majalla" panose="02000000000000000000" pitchFamily="2" charset="-78"/>
              <a:cs typeface="Sakkal Majalla" panose="02000000000000000000" pitchFamily="2" charset="-78"/>
            </a:endParaRPr>
          </a:p>
          <a:p>
            <a:pPr marL="685800" rtl="1"/>
            <a:endParaRPr lang="en-GB" altLang="en-US">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790A2925-C5DD-98C7-BC26-B89D5DF423D6}"/>
              </a:ext>
            </a:extLst>
          </p:cNvPr>
          <p:cNvSpPr>
            <a:spLocks noChangeArrowheads="1"/>
          </p:cNvSpPr>
          <p:nvPr/>
        </p:nvSpPr>
        <p:spPr bwMode="auto">
          <a:xfrm>
            <a:off x="323529" y="1196752"/>
            <a:ext cx="8568951" cy="1152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المبادئ والأنواع (4)</a:t>
            </a:r>
          </a:p>
        </p:txBody>
      </p:sp>
      <p:sp>
        <p:nvSpPr>
          <p:cNvPr id="2" name="Footer Placeholder 2">
            <a:extLst>
              <a:ext uri="{FF2B5EF4-FFF2-40B4-BE49-F238E27FC236}">
                <a16:creationId xmlns:a16="http://schemas.microsoft.com/office/drawing/2014/main" id="{0CC9CEFF-63FE-7E17-BBDA-59EB0728CB40}"/>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pic>
        <p:nvPicPr>
          <p:cNvPr id="3" name="Picture 2" descr="A machine drilling a circuit board&#10;&#10;Description automatically generated">
            <a:extLst>
              <a:ext uri="{FF2B5EF4-FFF2-40B4-BE49-F238E27FC236}">
                <a16:creationId xmlns:a16="http://schemas.microsoft.com/office/drawing/2014/main" id="{B0808D77-2F90-67CC-2630-945BA4D5215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47348" y="3351179"/>
            <a:ext cx="4819136" cy="1667809"/>
          </a:xfrm>
          <a:prstGeom prst="rect">
            <a:avLst/>
          </a:prstGeom>
        </p:spPr>
      </p:pic>
    </p:spTree>
    <p:extLst>
      <p:ext uri="{BB962C8B-B14F-4D97-AF65-F5344CB8AC3E}">
        <p14:creationId xmlns:p14="http://schemas.microsoft.com/office/powerpoint/2010/main" val="71317010"/>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05129" y="1858177"/>
            <a:ext cx="9073008" cy="173369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a:latin typeface="Sakkal Majalla" panose="02000000000000000000" pitchFamily="2" charset="-78"/>
                <a:cs typeface="Sakkal Majalla" panose="02000000000000000000" pitchFamily="2" charset="-78"/>
              </a:rPr>
              <a:t>ثمة أنواع عديدة من الروبوتات الصناعية، وقد طُور كل نوع منها ليناسب تطبيقات مُختلفة.</a:t>
            </a:r>
            <a:endParaRPr lang="en-GB" altLang="en-US" sz="2600">
              <a:latin typeface="Sakkal Majalla" panose="02000000000000000000" pitchFamily="2" charset="-78"/>
              <a:cs typeface="Sakkal Majalla" panose="02000000000000000000" pitchFamily="2" charset="-78"/>
            </a:endParaRPr>
          </a:p>
          <a:p>
            <a:pPr marL="800100" lvl="1" indent="0" rtl="1">
              <a:buNone/>
            </a:pPr>
            <a:endParaRPr lang="en-GB" altLang="en-US" sz="2600">
              <a:latin typeface="Sakkal Majalla" panose="02000000000000000000" pitchFamily="2" charset="-78"/>
              <a:cs typeface="Sakkal Majalla" panose="02000000000000000000" pitchFamily="2" charset="-78"/>
            </a:endParaRPr>
          </a:p>
          <a:p>
            <a:pPr marL="1085850" lvl="1" rtl="1"/>
            <a:endParaRPr lang="en-GB" altLang="en-US" sz="2600">
              <a:latin typeface="Sakkal Majalla" panose="02000000000000000000" pitchFamily="2" charset="-78"/>
              <a:cs typeface="Sakkal Majalla" panose="02000000000000000000" pitchFamily="2" charset="-78"/>
            </a:endParaRPr>
          </a:p>
          <a:p>
            <a:pPr marL="800100" lvl="1" indent="0" rtl="1">
              <a:buNone/>
            </a:pPr>
            <a:endParaRPr lang="en-GB" altLang="en-US" sz="2600">
              <a:latin typeface="Sakkal Majalla" panose="02000000000000000000" pitchFamily="2" charset="-78"/>
              <a:cs typeface="Sakkal Majalla" panose="02000000000000000000" pitchFamily="2" charset="-78"/>
            </a:endParaRPr>
          </a:p>
          <a:p>
            <a:pPr marL="685800" rtl="1"/>
            <a:endParaRPr lang="en-GB" altLang="en-US" sz="260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052736"/>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مبادئ التصميم (1)</a:t>
            </a:r>
          </a:p>
        </p:txBody>
      </p:sp>
      <p:sp>
        <p:nvSpPr>
          <p:cNvPr id="3" name="Content Placeholder 3">
            <a:extLst>
              <a:ext uri="{FF2B5EF4-FFF2-40B4-BE49-F238E27FC236}">
                <a16:creationId xmlns:a16="http://schemas.microsoft.com/office/drawing/2014/main" id="{178FA2C6-F4D9-B9FE-C3C8-58EEAEB88C49}"/>
              </a:ext>
            </a:extLst>
          </p:cNvPr>
          <p:cNvSpPr txBox="1">
            <a:spLocks noChangeArrowheads="1"/>
          </p:cNvSpPr>
          <p:nvPr/>
        </p:nvSpPr>
        <p:spPr bwMode="auto">
          <a:xfrm>
            <a:off x="5517983" y="2979808"/>
            <a:ext cx="3626017" cy="2880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r>
              <a:rPr lang="ar" sz="2600" kern="0">
                <a:latin typeface="Sakkal Majalla" panose="02000000000000000000" pitchFamily="2" charset="-78"/>
                <a:cs typeface="Sakkal Majalla" panose="02000000000000000000" pitchFamily="2" charset="-78"/>
              </a:rPr>
              <a:t>النوع الأكثر شيوعًا هو ما نُسميه ذراع الروبوت. يُعرف هذا باسم الروبوت «المفصلي» أو «متعدد المفاصل».  </a:t>
            </a:r>
          </a:p>
          <a:p>
            <a:pPr marL="800100" lvl="1" indent="0" rtl="1">
              <a:buFont typeface="Wingdings" panose="05000000000000000000" pitchFamily="2" charset="2"/>
              <a:buNone/>
            </a:pPr>
            <a:endParaRPr lang="en-GB" altLang="en-US" sz="2600" kern="0">
              <a:latin typeface="Sakkal Majalla" panose="02000000000000000000" pitchFamily="2" charset="-78"/>
              <a:cs typeface="Sakkal Majalla" panose="02000000000000000000" pitchFamily="2" charset="-78"/>
            </a:endParaRPr>
          </a:p>
          <a:p>
            <a:pPr marL="800100" lvl="1" indent="0" rtl="1">
              <a:buFont typeface="Wingdings" panose="05000000000000000000" pitchFamily="2" charset="2"/>
              <a:buNone/>
            </a:pPr>
            <a:endParaRPr lang="en-GB" altLang="en-US" sz="2600" kern="0">
              <a:latin typeface="Sakkal Majalla" panose="02000000000000000000" pitchFamily="2" charset="-78"/>
              <a:cs typeface="Sakkal Majalla" panose="02000000000000000000" pitchFamily="2" charset="-78"/>
            </a:endParaRPr>
          </a:p>
          <a:p>
            <a:pPr marL="1085850" lvl="1" rtl="1"/>
            <a:endParaRPr lang="en-GB" altLang="en-US" sz="2600" kern="0">
              <a:latin typeface="Sakkal Majalla" panose="02000000000000000000" pitchFamily="2" charset="-78"/>
              <a:cs typeface="Sakkal Majalla" panose="02000000000000000000" pitchFamily="2" charset="-78"/>
            </a:endParaRPr>
          </a:p>
          <a:p>
            <a:pPr marL="800100" lvl="1" indent="0" rtl="1">
              <a:buFont typeface="Wingdings" panose="05000000000000000000" pitchFamily="2" charset="2"/>
              <a:buNone/>
            </a:pPr>
            <a:endParaRPr lang="en-GB" altLang="en-US" sz="2600" kern="0">
              <a:latin typeface="Sakkal Majalla" panose="02000000000000000000" pitchFamily="2" charset="-78"/>
              <a:cs typeface="Sakkal Majalla" panose="02000000000000000000" pitchFamily="2" charset="-78"/>
            </a:endParaRPr>
          </a:p>
          <a:p>
            <a:pPr marL="685800" rtl="1"/>
            <a:endParaRPr lang="en-GB" altLang="en-US" sz="2600" kern="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F934DB46-D286-654D-C7C2-7E2589C91E9E}"/>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pic>
        <p:nvPicPr>
          <p:cNvPr id="4" name="Picture 3" descr="An orange robotic arm with blue arrows around it&#10;&#10;Description automatically generated">
            <a:extLst>
              <a:ext uri="{FF2B5EF4-FFF2-40B4-BE49-F238E27FC236}">
                <a16:creationId xmlns:a16="http://schemas.microsoft.com/office/drawing/2014/main" id="{7E383E9B-19EC-379B-089F-B3B268A9610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11560" y="2822748"/>
            <a:ext cx="4587407" cy="3039260"/>
          </a:xfrm>
          <a:prstGeom prst="rect">
            <a:avLst/>
          </a:prstGeom>
        </p:spPr>
      </p:pic>
    </p:spTree>
    <p:extLst>
      <p:ext uri="{BB962C8B-B14F-4D97-AF65-F5344CB8AC3E}">
        <p14:creationId xmlns:p14="http://schemas.microsoft.com/office/powerpoint/2010/main" val="3847894277"/>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39E12-05F4-DBA5-CED1-80C182B3838F}"/>
            </a:ext>
          </a:extLst>
        </p:cNvPr>
        <p:cNvGrpSpPr/>
        <p:nvPr/>
      </p:nvGrpSpPr>
      <p:grpSpPr>
        <a:xfrm>
          <a:off x="0" y="0"/>
          <a:ext cx="0" cy="0"/>
          <a:chOff x="0" y="0"/>
          <a:chExt cx="0" cy="0"/>
        </a:xfrm>
      </p:grpSpPr>
      <p:sp>
        <p:nvSpPr>
          <p:cNvPr id="34820" name="Rectangle 1">
            <a:extLst>
              <a:ext uri="{FF2B5EF4-FFF2-40B4-BE49-F238E27FC236}">
                <a16:creationId xmlns:a16="http://schemas.microsoft.com/office/drawing/2014/main" id="{88A88D5D-2ED2-FFBC-52F9-079C297919E5}"/>
              </a:ext>
            </a:extLst>
          </p:cNvPr>
          <p:cNvSpPr>
            <a:spLocks noChangeArrowheads="1"/>
          </p:cNvSpPr>
          <p:nvPr/>
        </p:nvSpPr>
        <p:spPr bwMode="auto">
          <a:xfrm>
            <a:off x="323529" y="1052736"/>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مبادئ التصميم (2)</a:t>
            </a:r>
          </a:p>
        </p:txBody>
      </p:sp>
      <p:sp>
        <p:nvSpPr>
          <p:cNvPr id="3" name="Content Placeholder 3">
            <a:extLst>
              <a:ext uri="{FF2B5EF4-FFF2-40B4-BE49-F238E27FC236}">
                <a16:creationId xmlns:a16="http://schemas.microsoft.com/office/drawing/2014/main" id="{9316D544-AA05-4BB7-3CB3-B0C9F735797E}"/>
              </a:ext>
            </a:extLst>
          </p:cNvPr>
          <p:cNvSpPr txBox="1">
            <a:spLocks noChangeArrowheads="1"/>
          </p:cNvSpPr>
          <p:nvPr/>
        </p:nvSpPr>
        <p:spPr bwMode="auto">
          <a:xfrm>
            <a:off x="5235005" y="1988840"/>
            <a:ext cx="3626017" cy="4032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r>
              <a:rPr lang="ar" kern="0">
                <a:latin typeface="Sakkal Majalla" panose="02000000000000000000" pitchFamily="2" charset="-78"/>
                <a:cs typeface="Sakkal Majalla" panose="02000000000000000000" pitchFamily="2" charset="-78"/>
              </a:rPr>
              <a:t>يحتوي روبوت SCARA على مفاصل أقل، ولكنه يستطيع أداء مهام دقيقة بسرعة عالية.</a:t>
            </a:r>
          </a:p>
          <a:p>
            <a:pPr marL="685800" rtl="1"/>
            <a:endParaRPr lang="en-GB" altLang="en-US" kern="0">
              <a:latin typeface="Sakkal Majalla" panose="02000000000000000000" pitchFamily="2" charset="-78"/>
              <a:cs typeface="Sakkal Majalla" panose="02000000000000000000" pitchFamily="2" charset="-78"/>
            </a:endParaRPr>
          </a:p>
          <a:p>
            <a:pPr marL="685800" rtl="1"/>
            <a:endParaRPr lang="en-GB" altLang="en-US" kern="0">
              <a:latin typeface="Sakkal Majalla" panose="02000000000000000000" pitchFamily="2" charset="-78"/>
              <a:cs typeface="Sakkal Majalla" panose="02000000000000000000" pitchFamily="2" charset="-78"/>
            </a:endParaRPr>
          </a:p>
          <a:p>
            <a:pPr marL="685800" rtl="1"/>
            <a:r>
              <a:rPr lang="ar" kern="0">
                <a:latin typeface="Sakkal Majalla" panose="02000000000000000000" pitchFamily="2" charset="-78"/>
                <a:cs typeface="Sakkal Majalla" panose="02000000000000000000" pitchFamily="2" charset="-78"/>
              </a:rPr>
              <a:t>يتكون روبوت Delta من مجموعة من الأذرع التي تُستخدم لالتقاط عنصر من سطح ما ووضعه بدقة على سطح آخر. </a:t>
            </a:r>
          </a:p>
          <a:p>
            <a:pPr marL="800100" lvl="1" indent="0" rtl="1">
              <a:buFont typeface="Wingdings" panose="05000000000000000000" pitchFamily="2" charset="2"/>
              <a:buNone/>
            </a:pPr>
            <a:endParaRPr lang="en-GB" altLang="en-US" kern="0">
              <a:latin typeface="Sakkal Majalla" panose="02000000000000000000" pitchFamily="2" charset="-78"/>
              <a:cs typeface="Sakkal Majalla" panose="02000000000000000000" pitchFamily="2" charset="-78"/>
            </a:endParaRPr>
          </a:p>
          <a:p>
            <a:pPr marL="800100" lvl="1" indent="0" rtl="1">
              <a:buFont typeface="Wingdings" panose="05000000000000000000" pitchFamily="2" charset="2"/>
              <a:buNone/>
            </a:pPr>
            <a:endParaRPr lang="en-GB" altLang="en-US" kern="0">
              <a:latin typeface="Sakkal Majalla" panose="02000000000000000000" pitchFamily="2" charset="-78"/>
              <a:cs typeface="Sakkal Majalla" panose="02000000000000000000" pitchFamily="2" charset="-78"/>
            </a:endParaRPr>
          </a:p>
          <a:p>
            <a:pPr marL="1085850" lvl="1" rtl="1"/>
            <a:endParaRPr lang="en-GB" altLang="en-US" kern="0">
              <a:latin typeface="Sakkal Majalla" panose="02000000000000000000" pitchFamily="2" charset="-78"/>
              <a:cs typeface="Sakkal Majalla" panose="02000000000000000000" pitchFamily="2" charset="-78"/>
            </a:endParaRPr>
          </a:p>
          <a:p>
            <a:pPr marL="800100" lvl="1" indent="0" rtl="1">
              <a:buFont typeface="Wingdings" panose="05000000000000000000" pitchFamily="2" charset="2"/>
              <a:buNone/>
            </a:pPr>
            <a:endParaRPr lang="en-GB" altLang="en-US" kern="0">
              <a:latin typeface="Sakkal Majalla" panose="02000000000000000000" pitchFamily="2" charset="-78"/>
              <a:cs typeface="Sakkal Majalla" panose="02000000000000000000" pitchFamily="2" charset="-78"/>
            </a:endParaRPr>
          </a:p>
          <a:p>
            <a:pPr marL="685800" rtl="1"/>
            <a:endParaRPr lang="en-GB" altLang="en-US" kern="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3254682C-079A-A401-297E-CE0F11EABB5B}"/>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pic>
        <p:nvPicPr>
          <p:cNvPr id="4" name="Picture 3" descr="A red and grey machine&#10;&#10;Description automatically generated">
            <a:extLst>
              <a:ext uri="{FF2B5EF4-FFF2-40B4-BE49-F238E27FC236}">
                <a16:creationId xmlns:a16="http://schemas.microsoft.com/office/drawing/2014/main" id="{69208484-2C30-0998-5610-C697B0604AF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796224" y="1700436"/>
            <a:ext cx="2775776" cy="2427222"/>
          </a:xfrm>
          <a:prstGeom prst="rect">
            <a:avLst/>
          </a:prstGeom>
        </p:spPr>
      </p:pic>
      <p:pic>
        <p:nvPicPr>
          <p:cNvPr id="5" name="Picture 4">
            <a:extLst>
              <a:ext uri="{FF2B5EF4-FFF2-40B4-BE49-F238E27FC236}">
                <a16:creationId xmlns:a16="http://schemas.microsoft.com/office/drawing/2014/main" id="{2FA89ED1-C8A6-05C0-9948-2AE2DBF3FC11}"/>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1957262" y="4509120"/>
            <a:ext cx="2453699" cy="1638742"/>
          </a:xfrm>
          <a:prstGeom prst="rect">
            <a:avLst/>
          </a:prstGeom>
        </p:spPr>
      </p:pic>
    </p:spTree>
    <p:extLst>
      <p:ext uri="{BB962C8B-B14F-4D97-AF65-F5344CB8AC3E}">
        <p14:creationId xmlns:p14="http://schemas.microsoft.com/office/powerpoint/2010/main" val="185944091"/>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BFED6-2BFE-9634-7C8D-45DD888A09A6}"/>
            </a:ext>
          </a:extLst>
        </p:cNvPr>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3A819B9E-A776-2896-CDCA-AEEE6D607307}"/>
              </a:ext>
            </a:extLst>
          </p:cNvPr>
          <p:cNvSpPr>
            <a:spLocks noGrp="1" noChangeArrowheads="1"/>
          </p:cNvSpPr>
          <p:nvPr>
            <p:ph sz="half" idx="2"/>
          </p:nvPr>
        </p:nvSpPr>
        <p:spPr bwMode="auto">
          <a:xfrm>
            <a:off x="107504" y="1559245"/>
            <a:ext cx="9587895" cy="25202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endParaRPr lang="en-GB" altLang="en-US" sz="2600">
              <a:latin typeface="Sakkal Majalla" panose="02000000000000000000" pitchFamily="2" charset="-78"/>
              <a:cs typeface="Sakkal Majalla" panose="02000000000000000000" pitchFamily="2" charset="-78"/>
            </a:endParaRPr>
          </a:p>
          <a:p>
            <a:pPr marL="800100" lvl="1" indent="0" rtl="1">
              <a:buNone/>
            </a:pPr>
            <a:r>
              <a:rPr lang="ar" sz="2600" b="1">
                <a:latin typeface="Sakkal Majalla" panose="02000000000000000000" pitchFamily="2" charset="-78"/>
                <a:cs typeface="Sakkal Majalla" panose="02000000000000000000" pitchFamily="2" charset="-78"/>
              </a:rPr>
              <a:t>أنظمة الدفع </a:t>
            </a:r>
          </a:p>
          <a:p>
            <a:pPr marL="1085850" lvl="1" rtl="1"/>
            <a:r>
              <a:rPr lang="ar" sz="2600">
                <a:latin typeface="Sakkal Majalla" panose="02000000000000000000" pitchFamily="2" charset="-78"/>
                <a:cs typeface="Sakkal Majalla" panose="02000000000000000000" pitchFamily="2" charset="-78"/>
              </a:rPr>
              <a:t>لكي يعمل الروبوت، تُرسل إشارة كهربائية من وحدة التحكم إلى الروبوت نفسه.</a:t>
            </a:r>
          </a:p>
          <a:p>
            <a:pPr marL="1085850" lvl="1" rtl="1"/>
            <a:r>
              <a:rPr lang="ar" sz="2600">
                <a:latin typeface="Sakkal Majalla" panose="02000000000000000000" pitchFamily="2" charset="-78"/>
                <a:cs typeface="Sakkal Majalla" panose="02000000000000000000" pitchFamily="2" charset="-78"/>
              </a:rPr>
              <a:t>ثم تُحول هذه الإشارة الكهربائية إلى حركة بواسطة نظام الدفع.  يمكن أن تكون هذه الحركة : </a:t>
            </a:r>
          </a:p>
          <a:p>
            <a:pPr marL="1085850" lvl="1" rtl="1"/>
            <a:endParaRPr lang="en-GB" altLang="en-US" sz="2600">
              <a:latin typeface="Sakkal Majalla" panose="02000000000000000000" pitchFamily="2" charset="-78"/>
              <a:cs typeface="Sakkal Majalla" panose="02000000000000000000" pitchFamily="2" charset="-78"/>
            </a:endParaRPr>
          </a:p>
          <a:p>
            <a:pPr marL="1085850" lvl="1" rtl="1"/>
            <a:endParaRPr lang="en-GB" altLang="en-US" sz="2600">
              <a:latin typeface="Sakkal Majalla" panose="02000000000000000000" pitchFamily="2" charset="-78"/>
              <a:cs typeface="Sakkal Majalla" panose="02000000000000000000" pitchFamily="2" charset="-78"/>
            </a:endParaRPr>
          </a:p>
          <a:p>
            <a:pPr marL="800100" lvl="1" indent="0" rtl="1">
              <a:buNone/>
            </a:pPr>
            <a:endParaRPr lang="en-GB" altLang="en-US" sz="2600">
              <a:latin typeface="Sakkal Majalla" panose="02000000000000000000" pitchFamily="2" charset="-78"/>
              <a:cs typeface="Sakkal Majalla" panose="02000000000000000000" pitchFamily="2" charset="-78"/>
            </a:endParaRPr>
          </a:p>
          <a:p>
            <a:pPr marL="685800" rtl="1"/>
            <a:endParaRPr lang="en-GB" altLang="en-US" sz="260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B37F964E-7E5C-805F-B530-96E0812C17BA}"/>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مبادئ التصميم (3)</a:t>
            </a:r>
          </a:p>
        </p:txBody>
      </p:sp>
      <p:graphicFrame>
        <p:nvGraphicFramePr>
          <p:cNvPr id="4" name="Table 3">
            <a:extLst>
              <a:ext uri="{FF2B5EF4-FFF2-40B4-BE49-F238E27FC236}">
                <a16:creationId xmlns:a16="http://schemas.microsoft.com/office/drawing/2014/main" id="{43D79571-6929-60E5-6963-5635A88E50E1}"/>
              </a:ext>
            </a:extLst>
          </p:cNvPr>
          <p:cNvGraphicFramePr>
            <a:graphicFrameLocks noGrp="1"/>
          </p:cNvGraphicFramePr>
          <p:nvPr>
            <p:extLst>
              <p:ext uri="{D42A27DB-BD31-4B8C-83A1-F6EECF244321}">
                <p14:modId xmlns:p14="http://schemas.microsoft.com/office/powerpoint/2010/main" val="1384600840"/>
              </p:ext>
            </p:extLst>
          </p:nvPr>
        </p:nvGraphicFramePr>
        <p:xfrm>
          <a:off x="827585" y="4258816"/>
          <a:ext cx="7704855" cy="1432560"/>
        </p:xfrm>
        <a:graphic>
          <a:graphicData uri="http://schemas.openxmlformats.org/drawingml/2006/table">
            <a:tbl>
              <a:tblPr rtl="1" firstRow="1" bandRow="1">
                <a:tableStyleId>{8A107856-5554-42FB-B03E-39F5DBC370BA}</a:tableStyleId>
              </a:tblPr>
              <a:tblGrid>
                <a:gridCol w="2448272">
                  <a:extLst>
                    <a:ext uri="{9D8B030D-6E8A-4147-A177-3AD203B41FA5}">
                      <a16:colId xmlns:a16="http://schemas.microsoft.com/office/drawing/2014/main" val="3896447202"/>
                    </a:ext>
                  </a:extLst>
                </a:gridCol>
                <a:gridCol w="2688298">
                  <a:extLst>
                    <a:ext uri="{9D8B030D-6E8A-4147-A177-3AD203B41FA5}">
                      <a16:colId xmlns:a16="http://schemas.microsoft.com/office/drawing/2014/main" val="1439100940"/>
                    </a:ext>
                  </a:extLst>
                </a:gridCol>
                <a:gridCol w="2568285">
                  <a:extLst>
                    <a:ext uri="{9D8B030D-6E8A-4147-A177-3AD203B41FA5}">
                      <a16:colId xmlns:a16="http://schemas.microsoft.com/office/drawing/2014/main" val="188918348"/>
                    </a:ext>
                  </a:extLst>
                </a:gridCol>
              </a:tblGrid>
              <a:tr h="322312">
                <a:tc>
                  <a:txBody>
                    <a:bodyPr/>
                    <a:lstStyle/>
                    <a:p>
                      <a:pPr rtl="1"/>
                      <a:r>
                        <a:rPr lang="ar" sz="2200" b="0">
                          <a:latin typeface="Sakkal Majalla" panose="02000000000000000000" pitchFamily="2" charset="-78"/>
                          <a:cs typeface="Sakkal Majalla" panose="02000000000000000000" pitchFamily="2" charset="-78"/>
                        </a:rPr>
                        <a:t>كهربائية/ميكانيكية</a:t>
                      </a:r>
                    </a:p>
                  </a:txBody>
                  <a:tcPr/>
                </a:tc>
                <a:tc>
                  <a:txBody>
                    <a:bodyPr/>
                    <a:lstStyle/>
                    <a:p>
                      <a:pPr rtl="1"/>
                      <a:r>
                        <a:rPr lang="ar" sz="2200" b="0">
                          <a:latin typeface="Sakkal Majalla" panose="02000000000000000000" pitchFamily="2" charset="-78"/>
                          <a:cs typeface="Sakkal Majalla" panose="02000000000000000000" pitchFamily="2" charset="-78"/>
                        </a:rPr>
                        <a:t>هوائية</a:t>
                      </a:r>
                    </a:p>
                  </a:txBody>
                  <a:tcPr/>
                </a:tc>
                <a:tc>
                  <a:txBody>
                    <a:bodyPr/>
                    <a:lstStyle/>
                    <a:p>
                      <a:pPr rtl="1"/>
                      <a:r>
                        <a:rPr lang="ar" sz="2200" b="0">
                          <a:latin typeface="Sakkal Majalla" panose="02000000000000000000" pitchFamily="2" charset="-78"/>
                          <a:cs typeface="Sakkal Majalla" panose="02000000000000000000" pitchFamily="2" charset="-78"/>
                        </a:rPr>
                        <a:t>هيدروليكية</a:t>
                      </a:r>
                    </a:p>
                  </a:txBody>
                  <a:tcPr/>
                </a:tc>
                <a:extLst>
                  <a:ext uri="{0D108BD9-81ED-4DB2-BD59-A6C34878D82A}">
                    <a16:rowId xmlns:a16="http://schemas.microsoft.com/office/drawing/2014/main" val="1333594118"/>
                  </a:ext>
                </a:extLst>
              </a:tr>
              <a:tr h="701216">
                <a:tc>
                  <a:txBody>
                    <a:bodyPr/>
                    <a:lstStyle/>
                    <a:p>
                      <a:pPr rtl="1"/>
                      <a:r>
                        <a:rPr lang="ar" sz="2000">
                          <a:latin typeface="Sakkal Majalla" panose="02000000000000000000" pitchFamily="2" charset="-78"/>
                          <a:cs typeface="Sakkal Majalla" panose="02000000000000000000" pitchFamily="2" charset="-78"/>
                        </a:rPr>
                        <a:t>تحتوي المحركات الكهربائية على وصلات ميكانيكية لتحريك مفاصل الروبوت.</a:t>
                      </a:r>
                    </a:p>
                  </a:txBody>
                  <a:tcPr/>
                </a:tc>
                <a:tc>
                  <a:txBody>
                    <a:bodyPr/>
                    <a:lstStyle/>
                    <a:p>
                      <a:pPr rtl="1"/>
                      <a:r>
                        <a:rPr lang="ar" sz="2000">
                          <a:latin typeface="Sakkal Majalla" panose="02000000000000000000" pitchFamily="2" charset="-78"/>
                          <a:cs typeface="Sakkal Majalla" panose="02000000000000000000" pitchFamily="2" charset="-78"/>
                        </a:rPr>
                        <a:t>يُستخدم الهواء المضغوط لتحريك الروبوت.</a:t>
                      </a:r>
                    </a:p>
                  </a:txBody>
                  <a:tcPr/>
                </a:tc>
                <a:tc>
                  <a:txBody>
                    <a:bodyPr/>
                    <a:lstStyle/>
                    <a:p>
                      <a:pPr rtl="1"/>
                      <a:r>
                        <a:rPr lang="ar" sz="2000">
                          <a:latin typeface="Sakkal Majalla" panose="02000000000000000000" pitchFamily="2" charset="-78"/>
                          <a:cs typeface="Sakkal Majalla" panose="02000000000000000000" pitchFamily="2" charset="-78"/>
                        </a:rPr>
                        <a:t>يُستخدم السائل الهيدروليكي لتحريك الروبوت.</a:t>
                      </a:r>
                    </a:p>
                  </a:txBody>
                  <a:tcPr/>
                </a:tc>
                <a:extLst>
                  <a:ext uri="{0D108BD9-81ED-4DB2-BD59-A6C34878D82A}">
                    <a16:rowId xmlns:a16="http://schemas.microsoft.com/office/drawing/2014/main" val="273861431"/>
                  </a:ext>
                </a:extLst>
              </a:tr>
            </a:tbl>
          </a:graphicData>
        </a:graphic>
      </p:graphicFrame>
      <p:sp>
        <p:nvSpPr>
          <p:cNvPr id="2" name="Footer Placeholder 2">
            <a:extLst>
              <a:ext uri="{FF2B5EF4-FFF2-40B4-BE49-F238E27FC236}">
                <a16:creationId xmlns:a16="http://schemas.microsoft.com/office/drawing/2014/main" id="{646582F4-1473-3EC5-1CA0-A4B80EC0D99F}"/>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spTree>
    <p:extLst>
      <p:ext uri="{BB962C8B-B14F-4D97-AF65-F5344CB8AC3E}">
        <p14:creationId xmlns:p14="http://schemas.microsoft.com/office/powerpoint/2010/main" val="1308263592"/>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2BA3E-4F6A-36A8-6CB5-7CB9CAB93690}"/>
            </a:ext>
          </a:extLst>
        </p:cNvPr>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7CA53E2B-532B-C48F-207A-F950C085001B}"/>
              </a:ext>
            </a:extLst>
          </p:cNvPr>
          <p:cNvSpPr>
            <a:spLocks noGrp="1" noChangeArrowheads="1"/>
          </p:cNvSpPr>
          <p:nvPr>
            <p:ph sz="half" idx="2"/>
          </p:nvPr>
        </p:nvSpPr>
        <p:spPr bwMode="auto">
          <a:xfrm>
            <a:off x="251520" y="1559245"/>
            <a:ext cx="9443879" cy="244582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endParaRPr lang="en-GB" altLang="en-US" sz="2000">
              <a:latin typeface="Sakkal Majalla" panose="02000000000000000000" pitchFamily="2" charset="-78"/>
              <a:cs typeface="Sakkal Majalla" panose="02000000000000000000" pitchFamily="2" charset="-78"/>
            </a:endParaRPr>
          </a:p>
          <a:p>
            <a:pPr marL="1085850" lvl="1" rtl="1"/>
            <a:r>
              <a:rPr lang="ar" sz="2000">
                <a:latin typeface="Sakkal Majalla" panose="02000000000000000000" pitchFamily="2" charset="-78"/>
                <a:cs typeface="Sakkal Majalla" panose="02000000000000000000" pitchFamily="2" charset="-78"/>
              </a:rPr>
              <a:t>تستخدم جميع الروبوتات التحكم ذو الحلقة المغلقة لمعرفة مكان مفاصلها في الفضاء والسرعة التي تتحرك بها.</a:t>
            </a:r>
          </a:p>
          <a:p>
            <a:pPr marL="1085850" lvl="1" rtl="1"/>
            <a:r>
              <a:rPr lang="ar" sz="2000">
                <a:latin typeface="Sakkal Majalla" panose="02000000000000000000" pitchFamily="2" charset="-78"/>
                <a:cs typeface="Sakkal Majalla" panose="02000000000000000000" pitchFamily="2" charset="-78"/>
              </a:rPr>
              <a:t>يتكون هذا النوع من التحكم من إشارة تحكم تُرسل بواسطة وحدة التحكم وإشارة تغذية راجعة تُرسل بواسطة أجهزة الاستشعار على الروبوت.</a:t>
            </a:r>
          </a:p>
          <a:p>
            <a:pPr marL="1085850" lvl="1" rtl="1"/>
            <a:r>
              <a:rPr lang="ar" sz="2000">
                <a:latin typeface="Sakkal Majalla" panose="02000000000000000000" pitchFamily="2" charset="-78"/>
                <a:cs typeface="Sakkal Majalla" panose="02000000000000000000" pitchFamily="2" charset="-78"/>
              </a:rPr>
              <a:t>يُمكن لوحدة التحكم عندئذٍ مُقارنة إشارة التغذية الراجعة بإشارة التحكم المطلوبة، وتصحيح أي أخطاء.</a:t>
            </a:r>
            <a:endParaRPr lang="en-GB" altLang="en-US" sz="2000">
              <a:latin typeface="Sakkal Majalla" panose="02000000000000000000" pitchFamily="2" charset="-78"/>
              <a:cs typeface="Sakkal Majalla" panose="02000000000000000000" pitchFamily="2" charset="-78"/>
            </a:endParaRPr>
          </a:p>
          <a:p>
            <a:pPr marL="1085850" lvl="1" rtl="1"/>
            <a:endParaRPr lang="en-GB" altLang="en-US" sz="2000">
              <a:latin typeface="Sakkal Majalla" panose="02000000000000000000" pitchFamily="2" charset="-78"/>
              <a:cs typeface="Sakkal Majalla" panose="02000000000000000000" pitchFamily="2" charset="-78"/>
            </a:endParaRPr>
          </a:p>
          <a:p>
            <a:pPr marL="800100" lvl="1" indent="0" rtl="1">
              <a:buNone/>
            </a:pPr>
            <a:endParaRPr lang="en-GB" altLang="en-US" sz="2000">
              <a:latin typeface="Sakkal Majalla" panose="02000000000000000000" pitchFamily="2" charset="-78"/>
              <a:cs typeface="Sakkal Majalla" panose="02000000000000000000" pitchFamily="2" charset="-78"/>
            </a:endParaRPr>
          </a:p>
          <a:p>
            <a:pPr marL="685800" rtl="1"/>
            <a:endParaRPr lang="en-GB" altLang="en-US" sz="200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937EAC63-0E62-7EDF-119F-3F6855211629}"/>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أنظمة التحكم (2)</a:t>
            </a:r>
          </a:p>
        </p:txBody>
      </p:sp>
      <p:sp>
        <p:nvSpPr>
          <p:cNvPr id="2" name="Footer Placeholder 2">
            <a:extLst>
              <a:ext uri="{FF2B5EF4-FFF2-40B4-BE49-F238E27FC236}">
                <a16:creationId xmlns:a16="http://schemas.microsoft.com/office/drawing/2014/main" id="{1AFBE343-D0F4-143B-6D39-77FB66F81A85}"/>
              </a:ext>
            </a:extLst>
          </p:cNvPr>
          <p:cNvSpPr>
            <a:spLocks noGrp="1"/>
          </p:cNvSpPr>
          <p:nvPr>
            <p:ph type="ftr" sz="quarter" idx="10"/>
          </p:nvPr>
        </p:nvSpPr>
        <p:spPr>
          <a:xfrm>
            <a:off x="0" y="6459538"/>
            <a:ext cx="9144000" cy="287337"/>
          </a:xfrm>
        </p:spPr>
        <p:txBody>
          <a:bodyPr wrap="square" rtlCol="1" anchor="t">
            <a:normAutofit/>
          </a:bodyPr>
          <a:lstStyle/>
          <a:p>
            <a:pPr algn="ctr" rtl="1">
              <a:lnSpc>
                <a:spcPct val="90000"/>
              </a:lnSpc>
              <a:spcAft>
                <a:spcPts val="600"/>
              </a:spcAft>
              <a:defRPr/>
            </a:pPr>
            <a:r>
              <a:rPr lang="ar" sz="1200">
                <a:latin typeface="Sakkal Majalla" panose="02000000000000000000" pitchFamily="2" charset="-78"/>
                <a:cs typeface="Sakkal Majalla" panose="02000000000000000000" pitchFamily="2" charset="-78"/>
              </a:rPr>
              <a:t>© حقوق التأليف والنشر لعام 2024 محفوظة لشركة بيرسون إديوكيشن ليمتد. لا يُسمح بالنسخ إلا للمؤسسة المُشترية فقط. </a:t>
            </a:r>
          </a:p>
        </p:txBody>
      </p:sp>
      <p:pic>
        <p:nvPicPr>
          <p:cNvPr id="7" name="Picture 6" descr="A diagram of a computer component&#10;&#10;Description automatically generated">
            <a:extLst>
              <a:ext uri="{FF2B5EF4-FFF2-40B4-BE49-F238E27FC236}">
                <a16:creationId xmlns:a16="http://schemas.microsoft.com/office/drawing/2014/main" id="{495B927C-823C-84BD-AD48-8B58B4E5F67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55576" y="4031206"/>
            <a:ext cx="7344816" cy="2715669"/>
          </a:xfrm>
          <a:prstGeom prst="rect">
            <a:avLst/>
          </a:prstGeom>
        </p:spPr>
      </p:pic>
      <p:sp>
        <p:nvSpPr>
          <p:cNvPr id="3" name="Footer Placeholder 2">
            <a:extLst>
              <a:ext uri="{FF2B5EF4-FFF2-40B4-BE49-F238E27FC236}">
                <a16:creationId xmlns:a16="http://schemas.microsoft.com/office/drawing/2014/main" id="{972C0244-4D5B-1401-D44A-8312BA0206BB}"/>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spTree>
    <p:extLst>
      <p:ext uri="{BB962C8B-B14F-4D97-AF65-F5344CB8AC3E}">
        <p14:creationId xmlns:p14="http://schemas.microsoft.com/office/powerpoint/2010/main" val="146761891"/>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520172" y="1483520"/>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a:latin typeface="Sakkal Majalla" panose="02000000000000000000" pitchFamily="2" charset="-78"/>
                <a:cs typeface="Sakkal Majalla" panose="02000000000000000000" pitchFamily="2" charset="-78"/>
              </a:rPr>
              <a:t>نتاج التعلم ج</a:t>
            </a:r>
            <a:br>
              <a:rPr lang="en-US" altLang="en-US" sz="2600">
                <a:latin typeface="Sakkal Majalla" panose="02000000000000000000" pitchFamily="2" charset="-78"/>
                <a:cs typeface="Sakkal Majalla" panose="02000000000000000000" pitchFamily="2" charset="-78"/>
              </a:rPr>
            </a:br>
            <a:br>
              <a:rPr lang="en-US" altLang="en-US" sz="2600">
                <a:latin typeface="Sakkal Majalla" panose="02000000000000000000" pitchFamily="2" charset="-78"/>
                <a:cs typeface="Sakkal Majalla" panose="02000000000000000000" pitchFamily="2" charset="-78"/>
              </a:rPr>
            </a:br>
            <a:endParaRPr lang="en-GB" altLang="en-US" sz="2600">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187450" y="4437112"/>
            <a:ext cx="6769100" cy="12241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a:latin typeface="Sakkal Majalla" panose="02000000000000000000" pitchFamily="2" charset="-78"/>
                <a:cs typeface="Sakkal Majalla" panose="02000000000000000000" pitchFamily="2" charset="-78"/>
              </a:rPr>
              <a:t>أجهزة الاستشعار</a:t>
            </a:r>
          </a:p>
          <a:p>
            <a:pPr marL="685800" rtl="1"/>
            <a:r>
              <a:rPr lang="ar" sz="2600">
                <a:latin typeface="Sakkal Majalla" panose="02000000000000000000" pitchFamily="2" charset="-78"/>
                <a:cs typeface="Sakkal Majalla" panose="02000000000000000000" pitchFamily="2" charset="-78"/>
              </a:rPr>
              <a:t>أطراف الروبوت العاملة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20172" y="1999758"/>
            <a:ext cx="7991475" cy="2221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بحث تشغيل أجهزة استشعار الروبوتات الصناعية وأطراف الروبوت العاملة</a:t>
            </a:r>
          </a:p>
        </p:txBody>
      </p:sp>
      <p:sp>
        <p:nvSpPr>
          <p:cNvPr id="2" name="Footer Placeholder 2">
            <a:extLst>
              <a:ext uri="{FF2B5EF4-FFF2-40B4-BE49-F238E27FC236}">
                <a16:creationId xmlns:a16="http://schemas.microsoft.com/office/drawing/2014/main" id="{0477AF17-414C-9E2E-B8CC-52DF2D78B08D}"/>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spTree>
    <p:extLst>
      <p:ext uri="{BB962C8B-B14F-4D97-AF65-F5344CB8AC3E}">
        <p14:creationId xmlns:p14="http://schemas.microsoft.com/office/powerpoint/2010/main" val="2005355495"/>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yellow and black sign&#10;&#10;Description automatically generated">
            <a:extLst>
              <a:ext uri="{FF2B5EF4-FFF2-40B4-BE49-F238E27FC236}">
                <a16:creationId xmlns:a16="http://schemas.microsoft.com/office/drawing/2014/main" id="{A5D89EEE-9B7E-341B-83D8-1D6792B2087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376895" y="2492896"/>
            <a:ext cx="6390210" cy="3677992"/>
          </a:xfrm>
          <a:prstGeom prst="rect">
            <a:avLst/>
          </a:prstGeom>
        </p:spPr>
      </p:pic>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07564" y="1725684"/>
            <a:ext cx="8676964" cy="6477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200">
                <a:latin typeface="Sakkal Majalla" panose="02000000000000000000" pitchFamily="2" charset="-78"/>
                <a:cs typeface="Sakkal Majalla" panose="02000000000000000000" pitchFamily="2" charset="-78"/>
              </a:rPr>
              <a:t>تُثبّت أجهزة الاستشعار على الروبوتات لتحديد مختلف خصائص العالم الخارجي.  تحتاج الروبوتات إلى هذه الأجهزة لضمان محاذاتها بشكل صحيح، وأنها تُؤدي المهمة بشكل صحيح. يُمكن أن تشمل هذه الخصائص: </a:t>
            </a:r>
          </a:p>
          <a:p>
            <a:pPr indent="0" algn="ctr" rtl="1">
              <a:buNone/>
            </a:pPr>
            <a:endParaRPr lang="en-GB" altLang="en-US" sz="220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107505" y="1053108"/>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أجهزة الاستشعار (1)</a:t>
            </a:r>
          </a:p>
        </p:txBody>
      </p:sp>
      <p:sp>
        <p:nvSpPr>
          <p:cNvPr id="7" name="TextBox 6">
            <a:extLst>
              <a:ext uri="{FF2B5EF4-FFF2-40B4-BE49-F238E27FC236}">
                <a16:creationId xmlns:a16="http://schemas.microsoft.com/office/drawing/2014/main" id="{7FB66204-59D3-C030-3FAB-6FD307B69956}"/>
              </a:ext>
            </a:extLst>
          </p:cNvPr>
          <p:cNvSpPr txBox="1"/>
          <p:nvPr/>
        </p:nvSpPr>
        <p:spPr>
          <a:xfrm>
            <a:off x="3512428" y="3544917"/>
            <a:ext cx="2232248" cy="1015663"/>
          </a:xfrm>
          <a:prstGeom prst="rect">
            <a:avLst/>
          </a:prstGeom>
          <a:noFill/>
        </p:spPr>
        <p:txBody>
          <a:bodyPr wrap="square" rtlCol="1">
            <a:spAutoFit/>
          </a:bodyPr>
          <a:lstStyle/>
          <a:p>
            <a:pPr algn="ctr" rtl="1"/>
            <a:r>
              <a:rPr lang="ar" sz="2000">
                <a:latin typeface="Sakkal Majalla" panose="02000000000000000000" pitchFamily="2" charset="-78"/>
                <a:cs typeface="Sakkal Majalla" panose="02000000000000000000" pitchFamily="2" charset="-78"/>
              </a:rPr>
              <a:t>الضوء، والصوت، والموضع، والتلامس، ودرجة الحرارة، والميل، والقوة، والضغط</a:t>
            </a:r>
          </a:p>
        </p:txBody>
      </p:sp>
      <p:sp>
        <p:nvSpPr>
          <p:cNvPr id="2" name="Footer Placeholder 2">
            <a:extLst>
              <a:ext uri="{FF2B5EF4-FFF2-40B4-BE49-F238E27FC236}">
                <a16:creationId xmlns:a16="http://schemas.microsoft.com/office/drawing/2014/main" id="{B6BAA5E6-0A2C-1B2E-796D-25A339E0E7CD}"/>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spTree>
    <p:extLst>
      <p:ext uri="{BB962C8B-B14F-4D97-AF65-F5344CB8AC3E}">
        <p14:creationId xmlns:p14="http://schemas.microsoft.com/office/powerpoint/2010/main" val="47175209"/>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5536" y="1844825"/>
            <a:ext cx="8424936" cy="136815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200">
                <a:latin typeface="Sakkal Majalla" panose="02000000000000000000" pitchFamily="2" charset="-78"/>
                <a:cs typeface="Sakkal Majalla" panose="02000000000000000000" pitchFamily="2" charset="-78"/>
              </a:rPr>
              <a:t>إذا كانت أجهزة الاستشعار الفردية لا تعطي معلومات كافية للروبوت - أو إذا كانت هناك حاجة إلى عدد كبير جدًا من المعلومات - فيُمكن تجهيز الروبوتات بكاميرات مرتبطة ببرمجيات مُعالجة الصور.  وهو ما يُعرف باسم أنظمة الرؤية.</a:t>
            </a:r>
          </a:p>
          <a:p>
            <a:pPr indent="0" algn="ctr" rtl="1">
              <a:buNone/>
            </a:pPr>
            <a:endParaRPr lang="en-GB" altLang="en-US" sz="2200">
              <a:latin typeface="Sakkal Majalla" panose="02000000000000000000" pitchFamily="2" charset="-78"/>
              <a:cs typeface="Sakkal Majalla" panose="02000000000000000000" pitchFamily="2" charset="-78"/>
            </a:endParaRPr>
          </a:p>
          <a:p>
            <a:pPr marL="685800" rtl="1"/>
            <a:endParaRPr lang="en-GB" altLang="en-US" sz="220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107505" y="1053108"/>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أجهزة الاستشعار (2)</a:t>
            </a:r>
          </a:p>
        </p:txBody>
      </p:sp>
      <p:sp>
        <p:nvSpPr>
          <p:cNvPr id="2" name="Footer Placeholder 2">
            <a:extLst>
              <a:ext uri="{FF2B5EF4-FFF2-40B4-BE49-F238E27FC236}">
                <a16:creationId xmlns:a16="http://schemas.microsoft.com/office/drawing/2014/main" id="{FA0C025A-102E-B20F-D55C-CF8A69D4F748}"/>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pic>
        <p:nvPicPr>
          <p:cNvPr id="3" name="Picture 2" descr="A close-up of several robotic arms&#10;&#10;AI-generated content may be incorrect.">
            <a:extLst>
              <a:ext uri="{FF2B5EF4-FFF2-40B4-BE49-F238E27FC236}">
                <a16:creationId xmlns:a16="http://schemas.microsoft.com/office/drawing/2014/main" id="{CB5A8155-7884-240D-E292-356AF998654C}"/>
              </a:ext>
            </a:extLst>
          </p:cNvPr>
          <p:cNvPicPr>
            <a:picLocks noChangeAspect="1"/>
          </p:cNvPicPr>
          <p:nvPr/>
        </p:nvPicPr>
        <p:blipFill>
          <a:blip r:embed="rId4"/>
          <a:stretch>
            <a:fillRect/>
          </a:stretch>
        </p:blipFill>
        <p:spPr>
          <a:xfrm>
            <a:off x="388979" y="3217360"/>
            <a:ext cx="8294231" cy="3331647"/>
          </a:xfrm>
          <a:prstGeom prst="rect">
            <a:avLst/>
          </a:prstGeom>
        </p:spPr>
      </p:pic>
    </p:spTree>
    <p:extLst>
      <p:ext uri="{BB962C8B-B14F-4D97-AF65-F5344CB8AC3E}">
        <p14:creationId xmlns:p14="http://schemas.microsoft.com/office/powerpoint/2010/main" val="2928623457"/>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107505" y="1053108"/>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أطراف الروبوت العاملة (1)</a:t>
            </a:r>
          </a:p>
        </p:txBody>
      </p:sp>
      <p:sp>
        <p:nvSpPr>
          <p:cNvPr id="2" name="Content Placeholder 3">
            <a:extLst>
              <a:ext uri="{FF2B5EF4-FFF2-40B4-BE49-F238E27FC236}">
                <a16:creationId xmlns:a16="http://schemas.microsoft.com/office/drawing/2014/main" id="{3BB196F1-974B-5DC1-71D5-14AEEC48E6AE}"/>
              </a:ext>
            </a:extLst>
          </p:cNvPr>
          <p:cNvSpPr txBox="1">
            <a:spLocks noChangeArrowheads="1"/>
          </p:cNvSpPr>
          <p:nvPr/>
        </p:nvSpPr>
        <p:spPr bwMode="auto">
          <a:xfrm>
            <a:off x="179512" y="1989644"/>
            <a:ext cx="8784976" cy="2015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indent="0" rtl="1">
              <a:buNone/>
            </a:pPr>
            <a:r>
              <a:rPr lang="ar" sz="2600" kern="0">
                <a:latin typeface="Sakkal Majalla" panose="02000000000000000000" pitchFamily="2" charset="-78"/>
                <a:cs typeface="Sakkal Majalla" panose="02000000000000000000" pitchFamily="2" charset="-78"/>
              </a:rPr>
              <a:t>يُطلق على جزء الروبوت الذي يتلامس مع العمل الذي يقوم به اسم أدوات نهاية الذراع (EOAT) والمعروفة أيضًا باسم أطراف الروبوت العاملة.</a:t>
            </a:r>
          </a:p>
          <a:p>
            <a:pPr indent="0" rtl="1">
              <a:buNone/>
            </a:pPr>
            <a:r>
              <a:rPr lang="ar" sz="2600" kern="0">
                <a:latin typeface="Sakkal Majalla" panose="02000000000000000000" pitchFamily="2" charset="-78"/>
                <a:cs typeface="Sakkal Majalla" panose="02000000000000000000" pitchFamily="2" charset="-78"/>
              </a:rPr>
              <a:t>يُشبه هذا الأداة التي سيستخدمها مُشغل يدوي للقيام بالمهمة نفسها، ولكنها مُكيّفة لاستخدام الروبوت.</a:t>
            </a:r>
          </a:p>
          <a:p>
            <a:pPr indent="0" algn="ctr" rtl="1">
              <a:buFont typeface="Wingdings" panose="05000000000000000000" pitchFamily="2" charset="2"/>
              <a:buNone/>
            </a:pPr>
            <a:endParaRPr lang="en-GB" altLang="en-US" sz="2600" kern="0">
              <a:latin typeface="Sakkal Majalla" panose="02000000000000000000" pitchFamily="2" charset="-78"/>
              <a:cs typeface="Sakkal Majalla" panose="02000000000000000000" pitchFamily="2" charset="-78"/>
            </a:endParaRPr>
          </a:p>
          <a:p>
            <a:pPr marL="685800" rtl="1"/>
            <a:endParaRPr lang="en-GB" altLang="en-US" sz="2600" kern="0">
              <a:latin typeface="Sakkal Majalla" panose="02000000000000000000" pitchFamily="2" charset="-78"/>
              <a:cs typeface="Sakkal Majalla" panose="02000000000000000000" pitchFamily="2" charset="-78"/>
            </a:endParaRPr>
          </a:p>
        </p:txBody>
      </p:sp>
      <p:sp>
        <p:nvSpPr>
          <p:cNvPr id="3" name="Footer Placeholder 2">
            <a:extLst>
              <a:ext uri="{FF2B5EF4-FFF2-40B4-BE49-F238E27FC236}">
                <a16:creationId xmlns:a16="http://schemas.microsoft.com/office/drawing/2014/main" id="{7FA6FDAD-F020-80AE-4CF8-FD209083F2EB}"/>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pic>
        <p:nvPicPr>
          <p:cNvPr id="4" name="Picture 3" descr="A robot hands holding tools&#10;&#10;AI-generated content may be incorrect.">
            <a:extLst>
              <a:ext uri="{FF2B5EF4-FFF2-40B4-BE49-F238E27FC236}">
                <a16:creationId xmlns:a16="http://schemas.microsoft.com/office/drawing/2014/main" id="{8FBD98C5-6D8D-6FC9-82B1-9728DDAF11C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741429" y="4008851"/>
            <a:ext cx="5655158" cy="2466780"/>
          </a:xfrm>
          <a:prstGeom prst="rect">
            <a:avLst/>
          </a:prstGeom>
        </p:spPr>
      </p:pic>
    </p:spTree>
    <p:extLst>
      <p:ext uri="{BB962C8B-B14F-4D97-AF65-F5344CB8AC3E}">
        <p14:creationId xmlns:p14="http://schemas.microsoft.com/office/powerpoint/2010/main" val="4138826217"/>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4600" b="1">
                <a:latin typeface="Sakkal Majalla" panose="02000000000000000000" pitchFamily="2" charset="-78"/>
                <a:cs typeface="Sakkal Majalla" panose="02000000000000000000" pitchFamily="2" charset="-78"/>
              </a:rPr>
              <a:t>أطراف الروبوت العاملة</a:t>
            </a:r>
            <a:r>
              <a:rPr lang="ar" sz="4600" b="1">
                <a:solidFill>
                  <a:schemeClr val="tx2"/>
                </a:solidFill>
                <a:latin typeface="Sakkal Majalla" panose="02000000000000000000" pitchFamily="2" charset="-78"/>
                <a:cs typeface="Sakkal Majalla" panose="02000000000000000000" pitchFamily="2" charset="-78"/>
              </a:rPr>
              <a:t>(2)</a:t>
            </a:r>
          </a:p>
        </p:txBody>
      </p:sp>
      <p:sp>
        <p:nvSpPr>
          <p:cNvPr id="2" name="Content Placeholder 3">
            <a:extLst>
              <a:ext uri="{FF2B5EF4-FFF2-40B4-BE49-F238E27FC236}">
                <a16:creationId xmlns:a16="http://schemas.microsoft.com/office/drawing/2014/main" id="{3BB196F1-974B-5DC1-71D5-14AEEC48E6AE}"/>
              </a:ext>
            </a:extLst>
          </p:cNvPr>
          <p:cNvSpPr txBox="1">
            <a:spLocks noChangeArrowheads="1"/>
          </p:cNvSpPr>
          <p:nvPr/>
        </p:nvSpPr>
        <p:spPr bwMode="auto">
          <a:xfrm>
            <a:off x="5642163" y="2085945"/>
            <a:ext cx="3027345" cy="3359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2200" kern="0">
                <a:latin typeface="Sakkal Majalla" panose="02000000000000000000" pitchFamily="2" charset="-78"/>
                <a:cs typeface="Sakkal Majalla" panose="02000000000000000000" pitchFamily="2" charset="-78"/>
              </a:rPr>
              <a:t>أطراف الروبوت العاملة الأكثر شيوعًا هي القابض.   يُمكن للقابض أن يأخذ شكل زوج من الكماشات (أصابع)،</a:t>
            </a:r>
          </a:p>
          <a:p>
            <a:pPr marL="0" indent="0" rtl="1">
              <a:buNone/>
            </a:pPr>
            <a:r>
              <a:rPr lang="ar" sz="2200" kern="0">
                <a:latin typeface="Sakkal Majalla" panose="02000000000000000000" pitchFamily="2" charset="-78"/>
                <a:cs typeface="Sakkal Majalla" panose="02000000000000000000" pitchFamily="2" charset="-78"/>
              </a:rPr>
              <a:t>وتُستخدم القوابض الأخرى أيضًا مثل القوابض مُتعددة الأصابع وقوابض الشفط عندما يكون العنصر المراد التقاطه مُعقدًا أو هشًا.
  </a:t>
            </a:r>
          </a:p>
          <a:p>
            <a:pPr rtl="1"/>
            <a:endParaRPr lang="en-US" altLang="en-US" sz="2200" kern="0">
              <a:latin typeface="Sakkal Majalla" panose="02000000000000000000" pitchFamily="2" charset="-78"/>
              <a:cs typeface="Sakkal Majalla" panose="02000000000000000000" pitchFamily="2" charset="-78"/>
            </a:endParaRPr>
          </a:p>
        </p:txBody>
      </p:sp>
      <p:sp>
        <p:nvSpPr>
          <p:cNvPr id="3" name="Footer Placeholder 2">
            <a:extLst>
              <a:ext uri="{FF2B5EF4-FFF2-40B4-BE49-F238E27FC236}">
                <a16:creationId xmlns:a16="http://schemas.microsoft.com/office/drawing/2014/main" id="{A922511D-AF99-0241-D761-E45B93978156}"/>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pic>
        <p:nvPicPr>
          <p:cNvPr id="6" name="Picture 5" descr="A hand holding a drill&#10;&#10;Description automatically generated">
            <a:extLst>
              <a:ext uri="{FF2B5EF4-FFF2-40B4-BE49-F238E27FC236}">
                <a16:creationId xmlns:a16="http://schemas.microsoft.com/office/drawing/2014/main" id="{B385F6C4-ECEF-B8E7-946F-00D32ED0907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23528" y="2420888"/>
            <a:ext cx="2180085" cy="1445022"/>
          </a:xfrm>
          <a:prstGeom prst="rect">
            <a:avLst/>
          </a:prstGeom>
        </p:spPr>
      </p:pic>
      <p:pic>
        <p:nvPicPr>
          <p:cNvPr id="7" name="Picture 6" descr="A white robotic arm with black handles&#10;&#10;Description automatically generated">
            <a:extLst>
              <a:ext uri="{FF2B5EF4-FFF2-40B4-BE49-F238E27FC236}">
                <a16:creationId xmlns:a16="http://schemas.microsoft.com/office/drawing/2014/main" id="{9514DD02-3044-DA66-8D94-6116D223AA92}"/>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2872517" y="2292334"/>
            <a:ext cx="2400742" cy="1782905"/>
          </a:xfrm>
          <a:prstGeom prst="rect">
            <a:avLst/>
          </a:prstGeom>
        </p:spPr>
      </p:pic>
      <p:pic>
        <p:nvPicPr>
          <p:cNvPr id="4" name="Picture 3" descr="A red robotic arm with a black and red handle&#10;&#10;Description automatically generated">
            <a:extLst>
              <a:ext uri="{FF2B5EF4-FFF2-40B4-BE49-F238E27FC236}">
                <a16:creationId xmlns:a16="http://schemas.microsoft.com/office/drawing/2014/main" id="{6A7CD5D7-F2BF-9E05-17FA-2CCDFD7E49CB}"/>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356101" y="4236488"/>
            <a:ext cx="3041543" cy="2036812"/>
          </a:xfrm>
          <a:prstGeom prst="rect">
            <a:avLst/>
          </a:prstGeom>
        </p:spPr>
      </p:pic>
    </p:spTree>
    <p:extLst>
      <p:ext uri="{BB962C8B-B14F-4D97-AF65-F5344CB8AC3E}">
        <p14:creationId xmlns:p14="http://schemas.microsoft.com/office/powerpoint/2010/main" val="3297963513"/>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544" y="1700436"/>
            <a:ext cx="8676456" cy="37447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200">
                <a:latin typeface="Sakkal Majalla" panose="02000000000000000000" pitchFamily="2" charset="-78"/>
                <a:cs typeface="Sakkal Majalla" panose="02000000000000000000" pitchFamily="2" charset="-78"/>
              </a:rPr>
              <a:t>إذا لم تقتصر مهمة الروبوت على مجرد التقاط شيء ما، فسيلزم تزويد الروبوت بأطراف عاملة أكثر تخصصًا.  وتشمل الآتي: </a:t>
            </a:r>
          </a:p>
          <a:p>
            <a:pPr marL="685800" rtl="1"/>
            <a:endParaRPr lang="en-GB" altLang="en-US" sz="2200">
              <a:latin typeface="Sakkal Majalla" panose="02000000000000000000" pitchFamily="2" charset="-78"/>
              <a:cs typeface="Sakkal Majalla" panose="02000000000000000000" pitchFamily="2" charset="-78"/>
            </a:endParaRPr>
          </a:p>
          <a:p>
            <a:pPr marL="685800" rtl="1"/>
            <a:r>
              <a:rPr lang="ar" sz="2200">
                <a:latin typeface="Sakkal Majalla" panose="02000000000000000000" pitchFamily="2" charset="-78"/>
                <a:cs typeface="Sakkal Majalla" panose="02000000000000000000" pitchFamily="2" charset="-78"/>
              </a:rPr>
              <a:t>مسدسات اللحام</a:t>
            </a:r>
          </a:p>
          <a:p>
            <a:pPr marL="685800" rtl="1"/>
            <a:r>
              <a:rPr lang="ar" sz="2200">
                <a:latin typeface="Sakkal Majalla" panose="02000000000000000000" pitchFamily="2" charset="-78"/>
                <a:cs typeface="Sakkal Majalla" panose="02000000000000000000" pitchFamily="2" charset="-78"/>
              </a:rPr>
              <a:t>أدوات التثبيت بالمسامير</a:t>
            </a:r>
          </a:p>
          <a:p>
            <a:pPr marL="685800" rtl="1"/>
            <a:r>
              <a:rPr lang="ar" sz="2200">
                <a:latin typeface="Sakkal Majalla" panose="02000000000000000000" pitchFamily="2" charset="-78"/>
                <a:cs typeface="Sakkal Majalla" panose="02000000000000000000" pitchFamily="2" charset="-78"/>
              </a:rPr>
              <a:t>بخّاخات الطلاء</a:t>
            </a:r>
          </a:p>
          <a:p>
            <a:pPr marL="685800" rtl="1"/>
            <a:r>
              <a:rPr lang="ar" sz="2200">
                <a:latin typeface="Sakkal Majalla" panose="02000000000000000000" pitchFamily="2" charset="-78"/>
                <a:cs typeface="Sakkal Majalla" panose="02000000000000000000" pitchFamily="2" charset="-78"/>
              </a:rPr>
              <a:t>مكواة اللحام</a:t>
            </a:r>
          </a:p>
          <a:p>
            <a:pPr marL="685800" rtl="1"/>
            <a:r>
              <a:rPr lang="ar" sz="2200">
                <a:latin typeface="Sakkal Majalla" panose="02000000000000000000" pitchFamily="2" charset="-78"/>
                <a:cs typeface="Sakkal Majalla" panose="02000000000000000000" pitchFamily="2" charset="-78"/>
              </a:rPr>
              <a:t>مُوزعات الغراء</a:t>
            </a:r>
          </a:p>
          <a:p>
            <a:pPr marL="685800" rtl="1"/>
            <a:r>
              <a:rPr lang="ar" sz="2200">
                <a:latin typeface="Sakkal Majalla" panose="02000000000000000000" pitchFamily="2" charset="-78"/>
                <a:cs typeface="Sakkal Majalla" panose="02000000000000000000" pitchFamily="2" charset="-78"/>
              </a:rPr>
              <a:t>مفكات البراغي</a:t>
            </a:r>
          </a:p>
          <a:p>
            <a:pPr indent="0" rtl="1">
              <a:buNone/>
            </a:pPr>
            <a:endParaRPr lang="en-GB" altLang="en-US" sz="2200">
              <a:latin typeface="Sakkal Majalla" panose="02000000000000000000" pitchFamily="2" charset="-78"/>
              <a:cs typeface="Sakkal Majalla" panose="02000000000000000000" pitchFamily="2" charset="-78"/>
            </a:endParaRPr>
          </a:p>
          <a:p>
            <a:pPr indent="0" rtl="1">
              <a:buNone/>
            </a:pPr>
            <a:r>
              <a:rPr lang="ar" sz="2200">
                <a:latin typeface="Sakkal Majalla" panose="02000000000000000000" pitchFamily="2" charset="-78"/>
                <a:cs typeface="Sakkal Majalla" panose="02000000000000000000" pitchFamily="2" charset="-78"/>
              </a:rPr>
              <a:t>إذا كانت المهمة المراد تنفيذها تتكون من عمليات مُتعددة، فيُمكن استخدام مُغيّر الأدوات، ما يسمح للروبوت بتغيير الطرف العامل تلقائيًا ليناسب العملية.</a:t>
            </a:r>
          </a:p>
          <a:p>
            <a:pPr indent="0" algn="ctr" rtl="1">
              <a:buNone/>
            </a:pPr>
            <a:endParaRPr lang="en-GB" altLang="en-US" sz="2200">
              <a:latin typeface="Sakkal Majalla" panose="02000000000000000000" pitchFamily="2" charset="-78"/>
              <a:cs typeface="Sakkal Majalla" panose="02000000000000000000" pitchFamily="2" charset="-78"/>
            </a:endParaRPr>
          </a:p>
          <a:p>
            <a:pPr marL="685800" rtl="1"/>
            <a:endParaRPr lang="en-GB" altLang="en-US" sz="220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287525" y="1052736"/>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أطراف الروبوت العاملة (3)</a:t>
            </a:r>
          </a:p>
        </p:txBody>
      </p:sp>
      <p:sp>
        <p:nvSpPr>
          <p:cNvPr id="2" name="Footer Placeholder 2">
            <a:extLst>
              <a:ext uri="{FF2B5EF4-FFF2-40B4-BE49-F238E27FC236}">
                <a16:creationId xmlns:a16="http://schemas.microsoft.com/office/drawing/2014/main" id="{100AB8E7-1DAC-3181-5D3F-A4AC419ECA6D}"/>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pic>
        <p:nvPicPr>
          <p:cNvPr id="3" name="Picture 2" descr="A robotic arm welding a piece of metal&#10;&#10;Description automatically generated">
            <a:extLst>
              <a:ext uri="{FF2B5EF4-FFF2-40B4-BE49-F238E27FC236}">
                <a16:creationId xmlns:a16="http://schemas.microsoft.com/office/drawing/2014/main" id="{1973A240-A143-0907-F595-388AA5ACD39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023845" y="2636912"/>
            <a:ext cx="3548155" cy="2361885"/>
          </a:xfrm>
          <a:prstGeom prst="rect">
            <a:avLst/>
          </a:prstGeom>
        </p:spPr>
      </p:pic>
    </p:spTree>
    <p:extLst>
      <p:ext uri="{BB962C8B-B14F-4D97-AF65-F5344CB8AC3E}">
        <p14:creationId xmlns:p14="http://schemas.microsoft.com/office/powerpoint/2010/main" val="4084716573"/>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3D6BB-18BB-3807-6C97-FF20CC2464B6}"/>
            </a:ext>
          </a:extLst>
        </p:cNvPr>
        <p:cNvGrpSpPr/>
        <p:nvPr/>
      </p:nvGrpSpPr>
      <p:grpSpPr>
        <a:xfrm>
          <a:off x="0" y="0"/>
          <a:ext cx="0" cy="0"/>
          <a:chOff x="0" y="0"/>
          <a:chExt cx="0" cy="0"/>
        </a:xfrm>
      </p:grpSpPr>
      <p:sp>
        <p:nvSpPr>
          <p:cNvPr id="34818" name="Title 2">
            <a:extLst>
              <a:ext uri="{FF2B5EF4-FFF2-40B4-BE49-F238E27FC236}">
                <a16:creationId xmlns:a16="http://schemas.microsoft.com/office/drawing/2014/main" id="{5A8DB2FA-6073-4132-F350-9A1580F6EA2C}"/>
              </a:ext>
            </a:extLst>
          </p:cNvPr>
          <p:cNvSpPr>
            <a:spLocks noGrp="1" noChangeArrowheads="1"/>
          </p:cNvSpPr>
          <p:nvPr>
            <p:ph type="title"/>
          </p:nvPr>
        </p:nvSpPr>
        <p:spPr bwMode="auto">
          <a:xfrm>
            <a:off x="520172" y="1483520"/>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a:latin typeface="Sakkal Majalla" panose="02000000000000000000" pitchFamily="2" charset="-78"/>
                <a:cs typeface="Sakkal Majalla" panose="02000000000000000000" pitchFamily="2" charset="-78"/>
              </a:rPr>
              <a:t>نتاج التعلم د</a:t>
            </a:r>
            <a:br>
              <a:rPr lang="en-US" altLang="en-US" sz="2600">
                <a:latin typeface="Sakkal Majalla" panose="02000000000000000000" pitchFamily="2" charset="-78"/>
                <a:cs typeface="Sakkal Majalla" panose="02000000000000000000" pitchFamily="2" charset="-78"/>
              </a:rPr>
            </a:br>
            <a:br>
              <a:rPr lang="en-US" altLang="en-US" sz="2600">
                <a:latin typeface="Sakkal Majalla" panose="02000000000000000000" pitchFamily="2" charset="-78"/>
                <a:cs typeface="Sakkal Majalla" panose="02000000000000000000" pitchFamily="2" charset="-78"/>
              </a:rPr>
            </a:br>
            <a:endParaRPr lang="en-GB" altLang="en-US" sz="2600">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6548D517-27CB-6086-D2A3-22E34808BA7F}"/>
              </a:ext>
            </a:extLst>
          </p:cNvPr>
          <p:cNvSpPr>
            <a:spLocks noGrp="1" noChangeArrowheads="1"/>
          </p:cNvSpPr>
          <p:nvPr>
            <p:ph sz="half" idx="2"/>
          </p:nvPr>
        </p:nvSpPr>
        <p:spPr bwMode="auto">
          <a:xfrm>
            <a:off x="1187450" y="4437112"/>
            <a:ext cx="6769100" cy="12241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a:latin typeface="Sakkal Majalla" panose="02000000000000000000" pitchFamily="2" charset="-78"/>
                <a:cs typeface="Sakkal Majalla" panose="02000000000000000000" pitchFamily="2" charset="-78"/>
              </a:rPr>
              <a:t>بيئة التطوير المتكاملة (IDE)</a:t>
            </a:r>
          </a:p>
          <a:p>
            <a:pPr marL="685800" rtl="1"/>
            <a:r>
              <a:rPr lang="ar" sz="2600">
                <a:latin typeface="Sakkal Majalla" panose="02000000000000000000" pitchFamily="2" charset="-78"/>
                <a:cs typeface="Sakkal Majalla" panose="02000000000000000000" pitchFamily="2" charset="-78"/>
              </a:rPr>
              <a:t>مبادئ البرمجة والتنفيذ</a:t>
            </a:r>
          </a:p>
        </p:txBody>
      </p:sp>
      <p:sp>
        <p:nvSpPr>
          <p:cNvPr id="34820" name="Rectangle 1">
            <a:extLst>
              <a:ext uri="{FF2B5EF4-FFF2-40B4-BE49-F238E27FC236}">
                <a16:creationId xmlns:a16="http://schemas.microsoft.com/office/drawing/2014/main" id="{113F1DFE-5F07-DBD9-3A82-CBAB0B1A4C01}"/>
              </a:ext>
            </a:extLst>
          </p:cNvPr>
          <p:cNvSpPr>
            <a:spLocks noChangeArrowheads="1"/>
          </p:cNvSpPr>
          <p:nvPr/>
        </p:nvSpPr>
        <p:spPr bwMode="auto">
          <a:xfrm>
            <a:off x="520172" y="1999758"/>
            <a:ext cx="7991475" cy="2221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إعداد برنامج لروبوت صناعي بهدف حل مسألة هندسية</a:t>
            </a:r>
            <a:endParaRPr lang="en-GB" altLang="en-US" sz="3800" b="1">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172EA458-C541-7D70-8E97-0B6389DC349B}"/>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spTree>
    <p:extLst>
      <p:ext uri="{BB962C8B-B14F-4D97-AF65-F5344CB8AC3E}">
        <p14:creationId xmlns:p14="http://schemas.microsoft.com/office/powerpoint/2010/main" val="2054735207"/>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46860-F021-B460-8186-8AEC3D6CC5DC}"/>
            </a:ext>
          </a:extLst>
        </p:cNvPr>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B410468A-78CC-DB09-59D4-E167E9E961A8}"/>
              </a:ext>
            </a:extLst>
          </p:cNvPr>
          <p:cNvSpPr>
            <a:spLocks noGrp="1" noChangeArrowheads="1"/>
          </p:cNvSpPr>
          <p:nvPr>
            <p:ph sz="half" idx="2"/>
          </p:nvPr>
        </p:nvSpPr>
        <p:spPr bwMode="auto">
          <a:xfrm>
            <a:off x="575049" y="1807853"/>
            <a:ext cx="8568951" cy="403282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000">
                <a:latin typeface="Sakkal Majalla" panose="02000000000000000000" pitchFamily="2" charset="-78"/>
                <a:cs typeface="Sakkal Majalla" panose="02000000000000000000" pitchFamily="2" charset="-78"/>
              </a:rPr>
              <a:t>بعد تحديد نوع الروبوت وتصميمه واختيار أجهزة الاستشعار والأطراف العاملة واكتمال اعتبارات الصحة والسلامة والصيانة، يبقى على الروبوت بعد ذلك القيام بمهمته!  لكي يحدث هذا، يجب برمجة الروبوت بإحدى الطريقتين:</a:t>
            </a:r>
          </a:p>
          <a:p>
            <a:pPr indent="0" rtl="1">
              <a:buNone/>
            </a:pPr>
            <a:endParaRPr lang="en-GB" altLang="en-US" sz="2000">
              <a:latin typeface="Sakkal Majalla" panose="02000000000000000000" pitchFamily="2" charset="-78"/>
              <a:cs typeface="Sakkal Majalla" panose="02000000000000000000" pitchFamily="2" charset="-78"/>
            </a:endParaRPr>
          </a:p>
          <a:p>
            <a:pPr indent="0" rtl="1">
              <a:buNone/>
            </a:pPr>
            <a:r>
              <a:rPr lang="ar" sz="2000" b="1">
                <a:latin typeface="Sakkal Majalla" panose="02000000000000000000" pitchFamily="2" charset="-78"/>
                <a:cs typeface="Sakkal Majalla" panose="02000000000000000000" pitchFamily="2" charset="-78"/>
              </a:rPr>
              <a:t>البرمجة دون اتصال </a:t>
            </a:r>
            <a:r>
              <a:rPr lang="ar" sz="2000">
                <a:latin typeface="Sakkal Majalla" panose="02000000000000000000" pitchFamily="2" charset="-78"/>
                <a:cs typeface="Sakkal Majalla" panose="02000000000000000000" pitchFamily="2" charset="-78"/>
              </a:rPr>
              <a:t> - يُكتب برنامج الروبوت باستخدام حزمة برامج بعيدًا عن منطقة الإنتاج نفسها.  يُمكن كتابة البرنامج واختباره في بيئة افتراضية، ثم تنزيله على الروبوت للاختبار.</a:t>
            </a:r>
          </a:p>
          <a:p>
            <a:pPr indent="0" rtl="1">
              <a:buNone/>
            </a:pPr>
            <a:r>
              <a:rPr lang="ar" sz="2000" b="1">
                <a:latin typeface="Sakkal Majalla" panose="02000000000000000000" pitchFamily="2" charset="-78"/>
                <a:cs typeface="Sakkal Majalla" panose="02000000000000000000" pitchFamily="2" charset="-78"/>
              </a:rPr>
              <a:t>البرمجة عبر الاتصال </a:t>
            </a:r>
            <a:r>
              <a:rPr lang="ar" sz="2000">
                <a:latin typeface="Sakkal Majalla" panose="02000000000000000000" pitchFamily="2" charset="-78"/>
                <a:cs typeface="Sakkal Majalla" panose="02000000000000000000" pitchFamily="2" charset="-78"/>
              </a:rPr>
              <a:t> - يُبرمج الروبوت في الموقع، إما عن طريق تحريك الروبوت إلى المواقع المطلوبة باستخدام "لوحة تعليم"، وإما بسماح بعض الروبوتات 
للمشغل بتحريكها ماديًا إلى حيث يجب أن تكون.</a:t>
            </a:r>
          </a:p>
          <a:p>
            <a:pPr indent="0" rtl="1">
              <a:buNone/>
            </a:pPr>
            <a:endParaRPr lang="en-GB" altLang="en-US" sz="2000">
              <a:latin typeface="Sakkal Majalla" panose="02000000000000000000" pitchFamily="2" charset="-78"/>
              <a:cs typeface="Sakkal Majalla" panose="02000000000000000000" pitchFamily="2" charset="-78"/>
            </a:endParaRPr>
          </a:p>
          <a:p>
            <a:pPr indent="0" rtl="1">
              <a:buNone/>
            </a:pPr>
            <a:r>
              <a:rPr lang="ar" sz="2000">
                <a:latin typeface="Sakkal Majalla" panose="02000000000000000000" pitchFamily="2" charset="-78"/>
                <a:cs typeface="Sakkal Majalla" panose="02000000000000000000" pitchFamily="2" charset="-78"/>
              </a:rPr>
              <a:t>ما رأيك في مزايا وعيوب كل طريقة؟</a:t>
            </a:r>
          </a:p>
          <a:p>
            <a:pPr indent="0" algn="ctr" rtl="1">
              <a:buNone/>
            </a:pPr>
            <a:endParaRPr lang="en-GB" altLang="en-US" sz="2000">
              <a:latin typeface="Sakkal Majalla" panose="02000000000000000000" pitchFamily="2" charset="-78"/>
              <a:cs typeface="Sakkal Majalla" panose="02000000000000000000" pitchFamily="2" charset="-78"/>
            </a:endParaRPr>
          </a:p>
          <a:p>
            <a:pPr marL="685800" rtl="1"/>
            <a:endParaRPr lang="en-GB" altLang="en-US" sz="200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171ECF59-09A3-AB61-9AD5-5348C0BA0E8C}"/>
              </a:ext>
            </a:extLst>
          </p:cNvPr>
          <p:cNvSpPr>
            <a:spLocks noChangeArrowheads="1"/>
          </p:cNvSpPr>
          <p:nvPr/>
        </p:nvSpPr>
        <p:spPr bwMode="auto">
          <a:xfrm>
            <a:off x="287525" y="1052736"/>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برمجة الروبوت</a:t>
            </a:r>
          </a:p>
        </p:txBody>
      </p:sp>
      <p:sp>
        <p:nvSpPr>
          <p:cNvPr id="2" name="Footer Placeholder 2">
            <a:extLst>
              <a:ext uri="{FF2B5EF4-FFF2-40B4-BE49-F238E27FC236}">
                <a16:creationId xmlns:a16="http://schemas.microsoft.com/office/drawing/2014/main" id="{D7C0F426-E5B2-C6A0-0EBB-19C1B4C85369}"/>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spTree>
    <p:extLst>
      <p:ext uri="{BB962C8B-B14F-4D97-AF65-F5344CB8AC3E}">
        <p14:creationId xmlns:p14="http://schemas.microsoft.com/office/powerpoint/2010/main" val="2155902179"/>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46334-A125-54B1-62A8-290583C34929}"/>
            </a:ext>
          </a:extLst>
        </p:cNvPr>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103FC489-1A93-4C48-01CB-DDF1136D3E51}"/>
              </a:ext>
            </a:extLst>
          </p:cNvPr>
          <p:cNvSpPr>
            <a:spLocks noGrp="1" noChangeArrowheads="1"/>
          </p:cNvSpPr>
          <p:nvPr>
            <p:ph sz="half" idx="2"/>
          </p:nvPr>
        </p:nvSpPr>
        <p:spPr bwMode="auto">
          <a:xfrm>
            <a:off x="4788024" y="1988840"/>
            <a:ext cx="3960440"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a:latin typeface="Sakkal Majalla" panose="02000000000000000000" pitchFamily="2" charset="-78"/>
                <a:cs typeface="Sakkal Majalla" panose="02000000000000000000" pitchFamily="2" charset="-78"/>
              </a:rPr>
              <a:t>لاستخدام البرمجة دون اتصال، تُستخدم حزمة برامج تُسمى بيئة التطوير المُتكاملة.</a:t>
            </a:r>
          </a:p>
          <a:p>
            <a:pPr indent="0" rtl="1">
              <a:buNone/>
            </a:pPr>
            <a:endParaRPr lang="en-GB" altLang="en-US" sz="2600">
              <a:latin typeface="Sakkal Majalla" panose="02000000000000000000" pitchFamily="2" charset="-78"/>
              <a:cs typeface="Sakkal Majalla" panose="02000000000000000000" pitchFamily="2" charset="-78"/>
            </a:endParaRPr>
          </a:p>
          <a:p>
            <a:pPr marL="685800" rtl="1"/>
            <a:endParaRPr lang="en-GB" altLang="en-US" sz="2600">
              <a:latin typeface="Sakkal Majalla" panose="02000000000000000000" pitchFamily="2" charset="-78"/>
              <a:cs typeface="Sakkal Majalla" panose="02000000000000000000" pitchFamily="2" charset="-78"/>
            </a:endParaRPr>
          </a:p>
          <a:p>
            <a:pPr indent="0" rtl="1">
              <a:buNone/>
            </a:pPr>
            <a:endParaRPr lang="en-GB" altLang="en-US" sz="260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3649D8D-2AAD-012E-A3EE-14C07D9C78F3}"/>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بيئة التطوير المتكاملة (IDE)</a:t>
            </a:r>
          </a:p>
        </p:txBody>
      </p:sp>
      <p:sp>
        <p:nvSpPr>
          <p:cNvPr id="5" name="Content Placeholder 3">
            <a:extLst>
              <a:ext uri="{FF2B5EF4-FFF2-40B4-BE49-F238E27FC236}">
                <a16:creationId xmlns:a16="http://schemas.microsoft.com/office/drawing/2014/main" id="{BD1479BB-2331-C8A3-E9E7-CCFDDD6ECE8B}"/>
              </a:ext>
            </a:extLst>
          </p:cNvPr>
          <p:cNvSpPr txBox="1">
            <a:spLocks noChangeArrowheads="1"/>
          </p:cNvSpPr>
          <p:nvPr/>
        </p:nvSpPr>
        <p:spPr bwMode="auto">
          <a:xfrm>
            <a:off x="321233" y="4941168"/>
            <a:ext cx="8416552" cy="1181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indent="0" rtl="1">
              <a:buFont typeface="Wingdings" panose="05000000000000000000" pitchFamily="2" charset="2"/>
              <a:buNone/>
            </a:pPr>
            <a:r>
              <a:rPr lang="ar" sz="2600" kern="0">
                <a:latin typeface="Sakkal Majalla" panose="02000000000000000000" pitchFamily="2" charset="-78"/>
                <a:cs typeface="Sakkal Majalla" panose="02000000000000000000" pitchFamily="2" charset="-78"/>
              </a:rPr>
              <a:t>وهي تسمح بتحرير التعليمات البرمجية والنمذجة الافتراضية والتشغيل المُحاكى والاختبار وتصحيح الأخطاء، كل ذلك دون الحاجة إلى روبوت فعلي.</a:t>
            </a:r>
          </a:p>
          <a:p>
            <a:pPr marL="685800" rtl="1"/>
            <a:endParaRPr lang="en-GB" altLang="en-US" sz="2600" kern="0">
              <a:latin typeface="Sakkal Majalla" panose="02000000000000000000" pitchFamily="2" charset="-78"/>
              <a:cs typeface="Sakkal Majalla" panose="02000000000000000000" pitchFamily="2" charset="-78"/>
            </a:endParaRPr>
          </a:p>
          <a:p>
            <a:pPr indent="0" rtl="1">
              <a:buFont typeface="Wingdings" panose="05000000000000000000" pitchFamily="2" charset="2"/>
              <a:buNone/>
            </a:pPr>
            <a:endParaRPr lang="en-GB" altLang="en-US" sz="2600" kern="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A7FAD488-ECEB-A2D1-41AA-5102DC1F0192}"/>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pic>
        <p:nvPicPr>
          <p:cNvPr id="3" name="Picture 2" descr="A person working on a computer&#10;&#10;Description automatically generated">
            <a:extLst>
              <a:ext uri="{FF2B5EF4-FFF2-40B4-BE49-F238E27FC236}">
                <a16:creationId xmlns:a16="http://schemas.microsoft.com/office/drawing/2014/main" id="{B79B7AEB-E6B9-315E-ABF5-9C5E8E286478}"/>
              </a:ext>
            </a:extLst>
          </p:cNvPr>
          <p:cNvPicPr>
            <a:picLocks noChangeAspect="1"/>
          </p:cNvPicPr>
          <p:nvPr/>
        </p:nvPicPr>
        <p:blipFill>
          <a:blip r:embed="rId4"/>
          <a:stretch>
            <a:fillRect/>
          </a:stretch>
        </p:blipFill>
        <p:spPr>
          <a:xfrm>
            <a:off x="542279" y="2060387"/>
            <a:ext cx="4552950" cy="2524125"/>
          </a:xfrm>
          <a:prstGeom prst="rect">
            <a:avLst/>
          </a:prstGeom>
        </p:spPr>
      </p:pic>
    </p:spTree>
    <p:extLst>
      <p:ext uri="{BB962C8B-B14F-4D97-AF65-F5344CB8AC3E}">
        <p14:creationId xmlns:p14="http://schemas.microsoft.com/office/powerpoint/2010/main" val="3333376596"/>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2AACB-FF59-3695-0464-CC95F981CB3C}"/>
            </a:ext>
          </a:extLst>
        </p:cNvPr>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ACE8CC4E-F46E-26EE-B8D9-D6F115970B93}"/>
              </a:ext>
            </a:extLst>
          </p:cNvPr>
          <p:cNvSpPr>
            <a:spLocks noGrp="1" noChangeArrowheads="1"/>
          </p:cNvSpPr>
          <p:nvPr>
            <p:ph sz="half" idx="2"/>
          </p:nvPr>
        </p:nvSpPr>
        <p:spPr bwMode="auto">
          <a:xfrm>
            <a:off x="4584721" y="2348508"/>
            <a:ext cx="4678758" cy="33127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200">
                <a:latin typeface="Sakkal Majalla" panose="02000000000000000000" pitchFamily="2" charset="-78"/>
                <a:cs typeface="Sakkal Majalla" panose="02000000000000000000" pitchFamily="2" charset="-78"/>
              </a:rPr>
              <a:t>تتطلب البرمجة عبر الاتصال من المُبرمج تحريك الروبوت إلى المواقع التي يجب أن يكون فيها، وتنشيط الأطراف العاملة لأداء المهام المُعطاة.</a:t>
            </a:r>
          </a:p>
          <a:p>
            <a:pPr marL="685800" rtl="1"/>
            <a:r>
              <a:rPr lang="ar" sz="2200">
                <a:latin typeface="Sakkal Majalla" panose="02000000000000000000" pitchFamily="2" charset="-78"/>
                <a:cs typeface="Sakkal Majalla" panose="02000000000000000000" pitchFamily="2" charset="-78"/>
              </a:rPr>
              <a:t>يجري ذلك عادةً عبر لوحة تعليم مُتصلة بوحدة تحكم الروبوت.   تسمح عصا التحكم أو أزرار لوحة المفاتيح أو كليهما للمستخدم بتحريك الروبوت إلى موضعه تدريجيًّا. تسمح نافذة تحرير التعليمات البرمجية للمُبرمج بتنفيذ مهام أكثر تعقيدًا.</a:t>
            </a:r>
          </a:p>
          <a:p>
            <a:pPr marL="685800" rtl="1"/>
            <a:endParaRPr lang="en-GB" altLang="en-US" sz="2200">
              <a:latin typeface="Sakkal Majalla" panose="02000000000000000000" pitchFamily="2" charset="-78"/>
              <a:cs typeface="Sakkal Majalla" panose="02000000000000000000" pitchFamily="2" charset="-78"/>
            </a:endParaRPr>
          </a:p>
          <a:p>
            <a:pPr indent="0" rtl="1">
              <a:buNone/>
            </a:pPr>
            <a:endParaRPr lang="en-GB" altLang="en-US" sz="220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3A0FBAA0-E534-2128-57A4-559D7170BE03}"/>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مبادئ البرمجة (1)</a:t>
            </a:r>
          </a:p>
        </p:txBody>
      </p:sp>
      <p:sp>
        <p:nvSpPr>
          <p:cNvPr id="2" name="Footer Placeholder 2">
            <a:extLst>
              <a:ext uri="{FF2B5EF4-FFF2-40B4-BE49-F238E27FC236}">
                <a16:creationId xmlns:a16="http://schemas.microsoft.com/office/drawing/2014/main" id="{028C882F-A349-D542-ABBA-54D1B1D50B11}"/>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pic>
        <p:nvPicPr>
          <p:cNvPr id="4" name="Picture 3" descr="A hand holding a machine&#10;&#10;Description automatically generated">
            <a:extLst>
              <a:ext uri="{FF2B5EF4-FFF2-40B4-BE49-F238E27FC236}">
                <a16:creationId xmlns:a16="http://schemas.microsoft.com/office/drawing/2014/main" id="{053C6AA1-34C1-5045-D770-BA57AF5D172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19652" y="2666721"/>
            <a:ext cx="4010187" cy="2677242"/>
          </a:xfrm>
          <a:prstGeom prst="rect">
            <a:avLst/>
          </a:prstGeom>
        </p:spPr>
      </p:pic>
    </p:spTree>
    <p:extLst>
      <p:ext uri="{BB962C8B-B14F-4D97-AF65-F5344CB8AC3E}">
        <p14:creationId xmlns:p14="http://schemas.microsoft.com/office/powerpoint/2010/main" val="1500738825"/>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99459-C2FB-01B4-C955-6C9D8B90137A}"/>
            </a:ext>
          </a:extLst>
        </p:cNvPr>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6DBA4E79-2785-975A-2B08-72AAB7CD9D79}"/>
              </a:ext>
            </a:extLst>
          </p:cNvPr>
          <p:cNvSpPr>
            <a:spLocks noGrp="1" noChangeArrowheads="1"/>
          </p:cNvSpPr>
          <p:nvPr>
            <p:ph sz="half" idx="2"/>
          </p:nvPr>
        </p:nvSpPr>
        <p:spPr bwMode="auto">
          <a:xfrm>
            <a:off x="4164488" y="2079937"/>
            <a:ext cx="4979512" cy="33127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000">
                <a:latin typeface="Sakkal Majalla" panose="02000000000000000000" pitchFamily="2" charset="-78"/>
                <a:cs typeface="Sakkal Majalla" panose="02000000000000000000" pitchFamily="2" charset="-78"/>
              </a:rPr>
              <a:t>تشترط المُمارسات الجيدة تصميم البرنامج مُسبقًا قبل إجراء أي برمجة.</a:t>
            </a:r>
          </a:p>
          <a:p>
            <a:pPr marL="685800" rtl="1"/>
            <a:r>
              <a:rPr lang="ar" sz="2000">
                <a:latin typeface="Sakkal Majalla" panose="02000000000000000000" pitchFamily="2" charset="-78"/>
                <a:cs typeface="Sakkal Majalla" panose="02000000000000000000" pitchFamily="2" charset="-78"/>
              </a:rPr>
              <a:t>وتكون نقطة البداية من «مواصفات التصميم».  وهي وثيقة يُعطيها العميل للمُبرمج تشرح بالضبط على ما يحتاج الروبوت إلى تحقيقه.</a:t>
            </a:r>
          </a:p>
          <a:p>
            <a:pPr marL="685800" rtl="1"/>
            <a:r>
              <a:rPr lang="ar" sz="2000">
                <a:latin typeface="Sakkal Majalla" panose="02000000000000000000" pitchFamily="2" charset="-78"/>
                <a:cs typeface="Sakkal Majalla" panose="02000000000000000000" pitchFamily="2" charset="-78"/>
              </a:rPr>
              <a:t>بعد فهم ذلك، سيُصمم المُبرمج البرنامج «على الورق» باستخدام أساليب مثل المخططات الانسيابية أو اللغة الإنجليزية المُهيكلة.</a:t>
            </a:r>
          </a:p>
          <a:p>
            <a:pPr indent="0" rtl="1">
              <a:buNone/>
            </a:pPr>
            <a:endParaRPr lang="en-GB" altLang="en-US" sz="200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F0EC4751-04DA-BED6-41FA-6225873742F9}"/>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مبادئ البرمجة (2)</a:t>
            </a:r>
          </a:p>
        </p:txBody>
      </p:sp>
      <p:sp>
        <p:nvSpPr>
          <p:cNvPr id="5" name="Content Placeholder 3">
            <a:extLst>
              <a:ext uri="{FF2B5EF4-FFF2-40B4-BE49-F238E27FC236}">
                <a16:creationId xmlns:a16="http://schemas.microsoft.com/office/drawing/2014/main" id="{5FA5B9C7-622F-A311-1C1A-E3E26329E424}"/>
              </a:ext>
            </a:extLst>
          </p:cNvPr>
          <p:cNvSpPr txBox="1">
            <a:spLocks noChangeArrowheads="1"/>
          </p:cNvSpPr>
          <p:nvPr/>
        </p:nvSpPr>
        <p:spPr bwMode="auto">
          <a:xfrm>
            <a:off x="134531" y="5532615"/>
            <a:ext cx="8874939" cy="1584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indent="0" rtl="1">
              <a:buNone/>
            </a:pPr>
            <a:endParaRPr lang="en-GB" altLang="en-US" sz="2600" kern="0">
              <a:latin typeface="Sakkal Majalla" panose="02000000000000000000" pitchFamily="2" charset="-78"/>
              <a:cs typeface="Sakkal Majalla" panose="02000000000000000000" pitchFamily="2" charset="-78"/>
            </a:endParaRPr>
          </a:p>
          <a:p>
            <a:pPr indent="0" rtl="1">
              <a:buFont typeface="Wingdings" panose="05000000000000000000" pitchFamily="2" charset="2"/>
              <a:buNone/>
            </a:pPr>
            <a:r>
              <a:rPr lang="ar" sz="2600" kern="0">
                <a:latin typeface="Sakkal Majalla" panose="02000000000000000000" pitchFamily="2" charset="-78"/>
                <a:cs typeface="Sakkal Majalla" panose="02000000000000000000" pitchFamily="2" charset="-78"/>
              </a:rPr>
              <a:t>لا ينبغي أن إجراء أي برمجة فعلية إلا بعد اكتمال هذه الخطوات.</a:t>
            </a:r>
          </a:p>
          <a:p>
            <a:pPr indent="0" rtl="1">
              <a:buFont typeface="Wingdings" panose="05000000000000000000" pitchFamily="2" charset="2"/>
              <a:buNone/>
            </a:pPr>
            <a:endParaRPr lang="en-GB" altLang="en-US" sz="2600" kern="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E859FD4A-FF31-77E2-E4A9-4BFC6462914E}"/>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pic>
        <p:nvPicPr>
          <p:cNvPr id="4" name="Picture 3" descr="A hand drawing a diagram&#10;&#10;Description automatically generated">
            <a:extLst>
              <a:ext uri="{FF2B5EF4-FFF2-40B4-BE49-F238E27FC236}">
                <a16:creationId xmlns:a16="http://schemas.microsoft.com/office/drawing/2014/main" id="{E1DF4F32-0176-10FC-F2AA-FC812620DEA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95536" y="2580588"/>
            <a:ext cx="3689548" cy="2456497"/>
          </a:xfrm>
          <a:prstGeom prst="rect">
            <a:avLst/>
          </a:prstGeom>
        </p:spPr>
      </p:pic>
    </p:spTree>
    <p:extLst>
      <p:ext uri="{BB962C8B-B14F-4D97-AF65-F5344CB8AC3E}">
        <p14:creationId xmlns:p14="http://schemas.microsoft.com/office/powerpoint/2010/main" val="111039826"/>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52878-B7D0-FC65-7AAA-078BE35BBF53}"/>
            </a:ext>
          </a:extLst>
        </p:cNvPr>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091DD261-E7DC-88D1-89D1-78A5612DC0ED}"/>
              </a:ext>
            </a:extLst>
          </p:cNvPr>
          <p:cNvSpPr>
            <a:spLocks noGrp="1" noChangeArrowheads="1"/>
          </p:cNvSpPr>
          <p:nvPr>
            <p:ph sz="half" idx="2"/>
          </p:nvPr>
        </p:nvSpPr>
        <p:spPr bwMode="auto">
          <a:xfrm>
            <a:off x="575050" y="1700436"/>
            <a:ext cx="8568951" cy="31687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endParaRPr lang="en-GB" altLang="en-US" sz="2200">
              <a:latin typeface="Sakkal Majalla" panose="02000000000000000000" pitchFamily="2" charset="-78"/>
              <a:cs typeface="Sakkal Majalla" panose="02000000000000000000" pitchFamily="2" charset="-78"/>
            </a:endParaRPr>
          </a:p>
          <a:p>
            <a:pPr indent="0" rtl="1">
              <a:buNone/>
            </a:pPr>
            <a:r>
              <a:rPr lang="ar" sz="2200" b="1">
                <a:latin typeface="Sakkal Majalla" panose="02000000000000000000" pitchFamily="2" charset="-78"/>
                <a:cs typeface="Sakkal Majalla" panose="02000000000000000000" pitchFamily="2" charset="-78"/>
              </a:rPr>
              <a:t>أوامر الحركة</a:t>
            </a:r>
          </a:p>
          <a:p>
            <a:pPr indent="0" rtl="1">
              <a:buNone/>
            </a:pPr>
            <a:endParaRPr lang="en-GB" altLang="en-US" sz="2200" b="1">
              <a:latin typeface="Sakkal Majalla" panose="02000000000000000000" pitchFamily="2" charset="-78"/>
              <a:cs typeface="Sakkal Majalla" panose="02000000000000000000" pitchFamily="2" charset="-78"/>
            </a:endParaRPr>
          </a:p>
          <a:p>
            <a:pPr indent="0" rtl="1">
              <a:buNone/>
            </a:pPr>
            <a:r>
              <a:rPr lang="ar" sz="2200">
                <a:latin typeface="Sakkal Majalla" panose="02000000000000000000" pitchFamily="2" charset="-78"/>
                <a:cs typeface="Sakkal Majalla" panose="02000000000000000000" pitchFamily="2" charset="-78"/>
              </a:rPr>
              <a:t>لتحريك الروبوت إلى المواضع المطلوبة، سيحتوي برنامج الروبوت على أوامر حركة.</a:t>
            </a:r>
          </a:p>
          <a:p>
            <a:pPr indent="0" rtl="1">
              <a:buNone/>
            </a:pPr>
            <a:r>
              <a:rPr lang="ar" sz="2200">
                <a:latin typeface="Sakkal Majalla" panose="02000000000000000000" pitchFamily="2" charset="-78"/>
                <a:cs typeface="Sakkal Majalla" panose="02000000000000000000" pitchFamily="2" charset="-78"/>
              </a:rPr>
              <a:t>ستتضمن هذه الأوامر معلومات مثل الموضع والسرعة والمسار (على سبيل المثال، خط مستقيم أو مسار دائري وما إلى ذلك.)  تبدو لغة البرمجة لكل مُصنّع روبوت مُختلفة قليلًا، لكن مُحتوى التعليمات متماثل إلى حد كبير. </a:t>
            </a:r>
          </a:p>
          <a:p>
            <a:pPr indent="0" rtl="1">
              <a:buNone/>
            </a:pPr>
            <a:endParaRPr lang="en-GB" altLang="en-US" sz="2200">
              <a:latin typeface="Sakkal Majalla" panose="02000000000000000000" pitchFamily="2" charset="-78"/>
              <a:cs typeface="Sakkal Majalla" panose="02000000000000000000" pitchFamily="2" charset="-78"/>
            </a:endParaRPr>
          </a:p>
          <a:p>
            <a:pPr indent="0" algn="ctr" rtl="1">
              <a:buNone/>
            </a:pPr>
            <a:endParaRPr lang="en-GB" altLang="en-US" sz="2200">
              <a:latin typeface="Sakkal Majalla" panose="02000000000000000000" pitchFamily="2" charset="-78"/>
              <a:cs typeface="Sakkal Majalla" panose="02000000000000000000" pitchFamily="2" charset="-78"/>
            </a:endParaRPr>
          </a:p>
          <a:p>
            <a:pPr marL="685800" rtl="1"/>
            <a:endParaRPr lang="en-GB" altLang="en-US" sz="220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9230A94A-881F-5BF3-5C83-F724186D29FF}"/>
              </a:ext>
            </a:extLst>
          </p:cNvPr>
          <p:cNvSpPr>
            <a:spLocks noChangeArrowheads="1"/>
          </p:cNvSpPr>
          <p:nvPr/>
        </p:nvSpPr>
        <p:spPr bwMode="auto">
          <a:xfrm>
            <a:off x="287525" y="1264457"/>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مبادئ البرمجة (3)</a:t>
            </a:r>
          </a:p>
        </p:txBody>
      </p:sp>
      <p:pic>
        <p:nvPicPr>
          <p:cNvPr id="9" name="Picture 8" descr="A black and white drawing of a device&#10;&#10;Description automatically generated">
            <a:extLst>
              <a:ext uri="{FF2B5EF4-FFF2-40B4-BE49-F238E27FC236}">
                <a16:creationId xmlns:a16="http://schemas.microsoft.com/office/drawing/2014/main" id="{7AC32C67-8DFC-AEC2-0708-EA97F1589B3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89350" y="4981289"/>
            <a:ext cx="7740353" cy="1876711"/>
          </a:xfrm>
          <a:prstGeom prst="rect">
            <a:avLst/>
          </a:prstGeom>
        </p:spPr>
      </p:pic>
      <p:sp>
        <p:nvSpPr>
          <p:cNvPr id="2" name="Footer Placeholder 2">
            <a:extLst>
              <a:ext uri="{FF2B5EF4-FFF2-40B4-BE49-F238E27FC236}">
                <a16:creationId xmlns:a16="http://schemas.microsoft.com/office/drawing/2014/main" id="{3602FF4B-6100-D929-C065-07FD86E7D927}"/>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spTree>
    <p:extLst>
      <p:ext uri="{BB962C8B-B14F-4D97-AF65-F5344CB8AC3E}">
        <p14:creationId xmlns:p14="http://schemas.microsoft.com/office/powerpoint/2010/main" val="2140443859"/>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411EA-8FF6-B21F-8C44-2481E75635AC}"/>
            </a:ext>
          </a:extLst>
        </p:cNvPr>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C63A133E-F41A-2061-4621-548EEDDBE8F7}"/>
              </a:ext>
            </a:extLst>
          </p:cNvPr>
          <p:cNvSpPr>
            <a:spLocks noGrp="1" noChangeArrowheads="1"/>
          </p:cNvSpPr>
          <p:nvPr>
            <p:ph sz="half" idx="2"/>
          </p:nvPr>
        </p:nvSpPr>
        <p:spPr bwMode="auto">
          <a:xfrm>
            <a:off x="575050" y="1700436"/>
            <a:ext cx="8568951" cy="20886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endParaRPr lang="en-GB" altLang="en-US" sz="2200">
              <a:latin typeface="Sakkal Majalla" panose="02000000000000000000" pitchFamily="2" charset="-78"/>
              <a:cs typeface="Sakkal Majalla" panose="02000000000000000000" pitchFamily="2" charset="-78"/>
            </a:endParaRPr>
          </a:p>
          <a:p>
            <a:pPr indent="0" rtl="1">
              <a:buNone/>
            </a:pPr>
            <a:r>
              <a:rPr lang="ar" sz="2200" b="1">
                <a:latin typeface="Sakkal Majalla" panose="02000000000000000000" pitchFamily="2" charset="-78"/>
                <a:cs typeface="Sakkal Majalla" panose="02000000000000000000" pitchFamily="2" charset="-78"/>
              </a:rPr>
              <a:t>أوامر الحركة</a:t>
            </a:r>
          </a:p>
          <a:p>
            <a:pPr indent="0" rtl="1">
              <a:buNone/>
            </a:pPr>
            <a:r>
              <a:rPr lang="ar" sz="2200">
                <a:latin typeface="Sakkal Majalla" panose="02000000000000000000" pitchFamily="2" charset="-78"/>
                <a:cs typeface="Sakkal Majalla" panose="02000000000000000000" pitchFamily="2" charset="-78"/>
              </a:rPr>
              <a:t>في العموم، تُبرمج الروبوتات للتحرك بإحدى طريقتين.</a:t>
            </a:r>
          </a:p>
          <a:p>
            <a:pPr indent="0" rtl="1">
              <a:buNone/>
            </a:pPr>
            <a:r>
              <a:rPr lang="ar" sz="2200">
                <a:latin typeface="Sakkal Majalla" panose="02000000000000000000" pitchFamily="2" charset="-78"/>
                <a:cs typeface="Sakkal Majalla" panose="02000000000000000000" pitchFamily="2" charset="-78"/>
              </a:rPr>
              <a:t>تستخدم الحركة الخطية مفاصل مُتعددة لتحريك الأداة في خط مستقيم.</a:t>
            </a:r>
          </a:p>
          <a:p>
            <a:pPr indent="0" rtl="1">
              <a:buNone/>
            </a:pPr>
            <a:r>
              <a:rPr lang="ar" sz="2200">
                <a:latin typeface="Sakkal Majalla" panose="02000000000000000000" pitchFamily="2" charset="-78"/>
                <a:cs typeface="Sakkal Majalla" panose="02000000000000000000" pitchFamily="2" charset="-78"/>
              </a:rPr>
              <a:t>تحرك الحركة المفصلية مفصلًا واحدًا فقط من مفاصل الروبوت، وتتحرك الأداة في قوس.</a:t>
            </a:r>
          </a:p>
          <a:p>
            <a:pPr indent="0" rtl="1">
              <a:buNone/>
            </a:pPr>
            <a:endParaRPr lang="en-GB" altLang="en-US" sz="2200">
              <a:latin typeface="Sakkal Majalla" panose="02000000000000000000" pitchFamily="2" charset="-78"/>
              <a:cs typeface="Sakkal Majalla" panose="02000000000000000000" pitchFamily="2" charset="-78"/>
            </a:endParaRPr>
          </a:p>
          <a:p>
            <a:pPr indent="0" algn="ctr" rtl="1">
              <a:buNone/>
            </a:pPr>
            <a:endParaRPr lang="en-GB" altLang="en-US" sz="2200">
              <a:latin typeface="Sakkal Majalla" panose="02000000000000000000" pitchFamily="2" charset="-78"/>
              <a:cs typeface="Sakkal Majalla" panose="02000000000000000000" pitchFamily="2" charset="-78"/>
            </a:endParaRPr>
          </a:p>
          <a:p>
            <a:pPr marL="685800" rtl="1"/>
            <a:endParaRPr lang="en-GB" altLang="en-US" sz="220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EDC3A4D5-F5EA-C847-D90D-19FB891FD128}"/>
              </a:ext>
            </a:extLst>
          </p:cNvPr>
          <p:cNvSpPr>
            <a:spLocks noChangeArrowheads="1"/>
          </p:cNvSpPr>
          <p:nvPr/>
        </p:nvSpPr>
        <p:spPr bwMode="auto">
          <a:xfrm>
            <a:off x="287525" y="1052736"/>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مبادئ البرمجة (4)</a:t>
            </a:r>
          </a:p>
        </p:txBody>
      </p:sp>
      <p:sp>
        <p:nvSpPr>
          <p:cNvPr id="3" name="Content Placeholder 3">
            <a:extLst>
              <a:ext uri="{FF2B5EF4-FFF2-40B4-BE49-F238E27FC236}">
                <a16:creationId xmlns:a16="http://schemas.microsoft.com/office/drawing/2014/main" id="{FFBDFD65-CA23-1DE0-6C58-7A94C5EA0EE3}"/>
              </a:ext>
            </a:extLst>
          </p:cNvPr>
          <p:cNvSpPr txBox="1">
            <a:spLocks noChangeArrowheads="1"/>
          </p:cNvSpPr>
          <p:nvPr/>
        </p:nvSpPr>
        <p:spPr bwMode="auto">
          <a:xfrm>
            <a:off x="4211960" y="3535587"/>
            <a:ext cx="4934899" cy="1667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endParaRPr lang="en-GB" altLang="en-US" sz="2200" kern="0">
              <a:latin typeface="Sakkal Majalla" panose="02000000000000000000" pitchFamily="2" charset="-78"/>
              <a:cs typeface="Sakkal Majalla" panose="02000000000000000000" pitchFamily="2" charset="-78"/>
            </a:endParaRPr>
          </a:p>
          <a:p>
            <a:pPr indent="0" rtl="1">
              <a:buFont typeface="Wingdings" panose="05000000000000000000" pitchFamily="2" charset="2"/>
              <a:buNone/>
            </a:pPr>
            <a:r>
              <a:rPr lang="ar" sz="2200" b="1" kern="0">
                <a:latin typeface="Sakkal Majalla" panose="02000000000000000000" pitchFamily="2" charset="-78"/>
                <a:cs typeface="Sakkal Majalla" panose="02000000000000000000" pitchFamily="2" charset="-78"/>
              </a:rPr>
              <a:t>نقاط تفرد الروبوت</a:t>
            </a:r>
          </a:p>
          <a:p>
            <a:pPr indent="0" rtl="1">
              <a:buFont typeface="Wingdings" panose="05000000000000000000" pitchFamily="2" charset="2"/>
              <a:buNone/>
            </a:pPr>
            <a:r>
              <a:rPr lang="ar" sz="2200" kern="0">
                <a:latin typeface="Sakkal Majalla" panose="02000000000000000000" pitchFamily="2" charset="-78"/>
                <a:cs typeface="Sakkal Majalla" panose="02000000000000000000" pitchFamily="2" charset="-78"/>
              </a:rPr>
              <a:t>عندما تجد بعض المفاصل نفسها في خط مستقيم، يُعرف ذلك باسم التفرد الذي لا يستطيع الروبوت التعافي منه.  ولذلك يجب تجنب المواقع التي تشبه الموضع المركزي الموضح هنا. </a:t>
            </a:r>
          </a:p>
          <a:p>
            <a:pPr indent="0" rtl="1">
              <a:buFont typeface="Wingdings" panose="05000000000000000000" pitchFamily="2" charset="2"/>
              <a:buNone/>
            </a:pPr>
            <a:endParaRPr lang="en-GB" altLang="en-US" sz="2200" kern="0">
              <a:latin typeface="Sakkal Majalla" panose="02000000000000000000" pitchFamily="2" charset="-78"/>
              <a:cs typeface="Sakkal Majalla" panose="02000000000000000000" pitchFamily="2" charset="-78"/>
            </a:endParaRPr>
          </a:p>
          <a:p>
            <a:pPr indent="0" algn="ctr" rtl="1">
              <a:buFont typeface="Wingdings" panose="05000000000000000000" pitchFamily="2" charset="2"/>
              <a:buNone/>
            </a:pPr>
            <a:endParaRPr lang="en-GB" altLang="en-US" sz="2200" kern="0">
              <a:latin typeface="Sakkal Majalla" panose="02000000000000000000" pitchFamily="2" charset="-78"/>
              <a:cs typeface="Sakkal Majalla" panose="02000000000000000000" pitchFamily="2" charset="-78"/>
            </a:endParaRPr>
          </a:p>
          <a:p>
            <a:pPr marL="685800" rtl="1"/>
            <a:endParaRPr lang="en-GB" altLang="en-US" sz="2200" kern="0">
              <a:latin typeface="Sakkal Majalla" panose="02000000000000000000" pitchFamily="2" charset="-78"/>
              <a:cs typeface="Sakkal Majalla" panose="02000000000000000000" pitchFamily="2" charset="-78"/>
            </a:endParaRPr>
          </a:p>
        </p:txBody>
      </p:sp>
      <p:pic>
        <p:nvPicPr>
          <p:cNvPr id="5" name="Picture 4" descr="A grey robot arm with four lights&#10;&#10;Description automatically generated">
            <a:extLst>
              <a:ext uri="{FF2B5EF4-FFF2-40B4-BE49-F238E27FC236}">
                <a16:creationId xmlns:a16="http://schemas.microsoft.com/office/drawing/2014/main" id="{83F4A4F1-57C1-CBA9-B5F5-2EF46D36567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55576" y="3861048"/>
            <a:ext cx="2292846" cy="2292846"/>
          </a:xfrm>
          <a:prstGeom prst="rect">
            <a:avLst/>
          </a:prstGeom>
        </p:spPr>
      </p:pic>
      <p:sp>
        <p:nvSpPr>
          <p:cNvPr id="2" name="Footer Placeholder 2">
            <a:extLst>
              <a:ext uri="{FF2B5EF4-FFF2-40B4-BE49-F238E27FC236}">
                <a16:creationId xmlns:a16="http://schemas.microsoft.com/office/drawing/2014/main" id="{F06BB716-E53F-0409-3406-5C818DECC9BD}"/>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spTree>
    <p:extLst>
      <p:ext uri="{BB962C8B-B14F-4D97-AF65-F5344CB8AC3E}">
        <p14:creationId xmlns:p14="http://schemas.microsoft.com/office/powerpoint/2010/main" val="3631823200"/>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15DE7-108C-4F1E-6888-0192E2F7C230}"/>
            </a:ext>
          </a:extLst>
        </p:cNvPr>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93E96D3F-BA6B-1D76-BA72-A9E03CA5CDB7}"/>
              </a:ext>
            </a:extLst>
          </p:cNvPr>
          <p:cNvSpPr>
            <a:spLocks noGrp="1" noChangeArrowheads="1"/>
          </p:cNvSpPr>
          <p:nvPr>
            <p:ph sz="half" idx="2"/>
          </p:nvPr>
        </p:nvSpPr>
        <p:spPr bwMode="auto">
          <a:xfrm>
            <a:off x="4716016" y="1700436"/>
            <a:ext cx="4427985" cy="324073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endParaRPr lang="en-GB" altLang="en-US" sz="2200">
              <a:latin typeface="Sakkal Majalla" panose="02000000000000000000" pitchFamily="2" charset="-78"/>
              <a:cs typeface="Sakkal Majalla" panose="02000000000000000000" pitchFamily="2" charset="-78"/>
            </a:endParaRPr>
          </a:p>
          <a:p>
            <a:pPr indent="0" rtl="1">
              <a:buNone/>
            </a:pPr>
            <a:r>
              <a:rPr lang="ar" sz="2200" b="1">
                <a:latin typeface="Sakkal Majalla" panose="02000000000000000000" pitchFamily="2" charset="-78"/>
                <a:cs typeface="Sakkal Majalla" panose="02000000000000000000" pitchFamily="2" charset="-78"/>
              </a:rPr>
              <a:t>أوامر خلية العمل</a:t>
            </a:r>
          </a:p>
          <a:p>
            <a:pPr indent="0" rtl="1">
              <a:buNone/>
            </a:pPr>
            <a:r>
              <a:rPr lang="ar" sz="2200">
                <a:latin typeface="Sakkal Majalla" panose="02000000000000000000" pitchFamily="2" charset="-78"/>
                <a:cs typeface="Sakkal Majalla" panose="02000000000000000000" pitchFamily="2" charset="-78"/>
              </a:rPr>
              <a:t>بعد أن يكون الروبوت في المكان الصحيح، فإنه يحتاج إلى القيام بشيء ما.   وقد يكون ذلك إغلاق القابض أو بدء عملية اللحام أو التشطيب بالرش أو ببساطة الانتظار حتى يتمكن من المُتابعة.  </a:t>
            </a:r>
          </a:p>
          <a:p>
            <a:pPr indent="0" rtl="1">
              <a:buNone/>
            </a:pPr>
            <a:r>
              <a:rPr lang="ar" sz="2200">
                <a:latin typeface="Sakkal Majalla" panose="02000000000000000000" pitchFamily="2" charset="-78"/>
                <a:cs typeface="Sakkal Majalla" panose="02000000000000000000" pitchFamily="2" charset="-78"/>
              </a:rPr>
              <a:t>تُسمى هذه أوامر خلية العمل، وتختلف قليلًا بحسب مُصنّع الروبوت.</a:t>
            </a:r>
          </a:p>
          <a:p>
            <a:pPr indent="0" rtl="1">
              <a:buNone/>
            </a:pPr>
            <a:r>
              <a:rPr lang="ar" sz="2200">
                <a:latin typeface="Sakkal Majalla" panose="02000000000000000000" pitchFamily="2" charset="-78"/>
                <a:cs typeface="Sakkal Majalla" panose="02000000000000000000" pitchFamily="2" charset="-78"/>
              </a:rPr>
              <a:t>مُقتطف برنامج بلغة ABB RAPID.</a:t>
            </a:r>
          </a:p>
          <a:p>
            <a:pPr indent="0" rtl="1">
              <a:buNone/>
            </a:pPr>
            <a:endParaRPr lang="en-GB" altLang="en-US" sz="2200">
              <a:latin typeface="Sakkal Majalla" panose="02000000000000000000" pitchFamily="2" charset="-78"/>
              <a:cs typeface="Sakkal Majalla" panose="02000000000000000000" pitchFamily="2" charset="-78"/>
            </a:endParaRPr>
          </a:p>
          <a:p>
            <a:pPr indent="0" algn="ctr" rtl="1">
              <a:buNone/>
            </a:pPr>
            <a:endParaRPr lang="en-GB" altLang="en-US" sz="2200">
              <a:latin typeface="Sakkal Majalla" panose="02000000000000000000" pitchFamily="2" charset="-78"/>
              <a:cs typeface="Sakkal Majalla" panose="02000000000000000000" pitchFamily="2" charset="-78"/>
            </a:endParaRPr>
          </a:p>
          <a:p>
            <a:pPr marL="685800" rtl="1"/>
            <a:endParaRPr lang="en-GB" altLang="en-US" sz="220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3167D0E3-AE0E-FDE9-7755-FE36F377CF41}"/>
              </a:ext>
            </a:extLst>
          </p:cNvPr>
          <p:cNvSpPr>
            <a:spLocks noChangeArrowheads="1"/>
          </p:cNvSpPr>
          <p:nvPr/>
        </p:nvSpPr>
        <p:spPr bwMode="auto">
          <a:xfrm>
            <a:off x="287525" y="1052736"/>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مبادئ البرمجة (5)</a:t>
            </a:r>
          </a:p>
        </p:txBody>
      </p:sp>
      <p:sp>
        <p:nvSpPr>
          <p:cNvPr id="3" name="TextBox 2">
            <a:extLst>
              <a:ext uri="{FF2B5EF4-FFF2-40B4-BE49-F238E27FC236}">
                <a16:creationId xmlns:a16="http://schemas.microsoft.com/office/drawing/2014/main" id="{6081E487-1834-8D5C-96B1-94C1E3C91BAF}"/>
              </a:ext>
            </a:extLst>
          </p:cNvPr>
          <p:cNvSpPr txBox="1"/>
          <p:nvPr/>
        </p:nvSpPr>
        <p:spPr>
          <a:xfrm>
            <a:off x="287524" y="2689469"/>
            <a:ext cx="4284475" cy="2362185"/>
          </a:xfrm>
          <a:prstGeom prst="rect">
            <a:avLst/>
          </a:prstGeom>
          <a:noFill/>
          <a:ln>
            <a:solidFill>
              <a:srgbClr val="0070C0"/>
            </a:solidFill>
          </a:ln>
        </p:spPr>
        <p:txBody>
          <a:bodyPr wrap="square" rtlCol="1">
            <a:spAutoFit/>
          </a:bodyPr>
          <a:lstStyle/>
          <a:p>
            <a:pPr algn="l" rtl="0">
              <a:lnSpc>
                <a:spcPct val="150000"/>
              </a:lnSpc>
              <a:spcBef>
                <a:spcPts val="600"/>
              </a:spcBef>
              <a:spcAft>
                <a:spcPts val="600"/>
              </a:spcAft>
            </a:pPr>
            <a:r>
              <a:rPr lang="en-US" sz="2000" b="1">
                <a:solidFill>
                  <a:srgbClr val="000000"/>
                </a:solidFill>
                <a:effectLst/>
                <a:latin typeface="Sakkal Majalla" panose="02000000000000000000" pitchFamily="2" charset="-78"/>
                <a:ea typeface="Times New Roman" panose="02020603050405020304" pitchFamily="18" charset="0"/>
                <a:cs typeface="Sakkal Majalla" panose="02000000000000000000" pitchFamily="2" charset="-78"/>
              </a:rPr>
              <a:t>MOVEJ </a:t>
            </a:r>
            <a:r>
              <a:rPr lang="en-US" sz="2000" b="1" err="1">
                <a:solidFill>
                  <a:srgbClr val="000000"/>
                </a:solidFill>
                <a:effectLst/>
                <a:latin typeface="Sakkal Majalla" panose="02000000000000000000" pitchFamily="2" charset="-78"/>
                <a:ea typeface="Times New Roman" panose="02020603050405020304" pitchFamily="18" charset="0"/>
                <a:cs typeface="Sakkal Majalla" panose="02000000000000000000" pitchFamily="2" charset="-78"/>
              </a:rPr>
              <a:t>bottle_pickup_area</a:t>
            </a:r>
            <a:r>
              <a:rPr lang="en-US" sz="2000" b="1">
                <a:solidFill>
                  <a:srgbClr val="000000"/>
                </a:solidFill>
                <a:effectLst/>
                <a:latin typeface="Sakkal Majalla" panose="02000000000000000000" pitchFamily="2" charset="-78"/>
                <a:ea typeface="Times New Roman" panose="02020603050405020304" pitchFamily="18" charset="0"/>
                <a:cs typeface="Sakkal Majalla" panose="02000000000000000000" pitchFamily="2" charset="-78"/>
              </a:rPr>
              <a:t>, v200, fine, </a:t>
            </a:r>
            <a:r>
              <a:rPr lang="en-US" sz="2000" b="1" err="1">
                <a:solidFill>
                  <a:srgbClr val="000000"/>
                </a:solidFill>
                <a:effectLst/>
                <a:latin typeface="Sakkal Majalla" panose="02000000000000000000" pitchFamily="2" charset="-78"/>
                <a:ea typeface="Times New Roman" panose="02020603050405020304" pitchFamily="18" charset="0"/>
                <a:cs typeface="Sakkal Majalla" panose="02000000000000000000" pitchFamily="2" charset="-78"/>
              </a:rPr>
              <a:t>t_gripper</a:t>
            </a:r>
            <a:r>
              <a:rPr lang="ar" sz="2000" b="1">
                <a:solidFill>
                  <a:srgbClr val="000000"/>
                </a:solidFill>
                <a:effectLst/>
                <a:latin typeface="Sakkal Majalla" panose="02000000000000000000" pitchFamily="2" charset="-78"/>
                <a:ea typeface="Times New Roman" panose="02020603050405020304" pitchFamily="18" charset="0"/>
                <a:cs typeface="Sakkal Majalla" panose="02000000000000000000" pitchFamily="2" charset="-78"/>
              </a:rPr>
              <a:t>;</a:t>
            </a:r>
            <a:endParaRPr lang="en-GB" sz="2000">
              <a:effectLst/>
              <a:latin typeface="Sakkal Majalla" panose="02000000000000000000" pitchFamily="2" charset="-78"/>
              <a:ea typeface="Times New Roman" panose="02020603050405020304" pitchFamily="18" charset="0"/>
              <a:cs typeface="Sakkal Majalla" panose="02000000000000000000" pitchFamily="2" charset="-78"/>
            </a:endParaRPr>
          </a:p>
          <a:p>
            <a:pPr algn="l" rtl="0">
              <a:lnSpc>
                <a:spcPct val="150000"/>
              </a:lnSpc>
              <a:spcBef>
                <a:spcPts val="600"/>
              </a:spcBef>
              <a:spcAft>
                <a:spcPts val="600"/>
              </a:spcAft>
            </a:pPr>
            <a:r>
              <a:rPr lang="ar" sz="2000" b="1">
                <a:effectLst/>
                <a:latin typeface="Sakkal Majalla" panose="02000000000000000000" pitchFamily="2" charset="-78"/>
                <a:ea typeface="Times New Roman" panose="02020603050405020304" pitchFamily="18" charset="0"/>
                <a:cs typeface="Sakkal Majalla" panose="02000000000000000000" pitchFamily="2" charset="-78"/>
              </a:rPr>
              <a:t>MOVEL bottle_height, v200, fine, t_gripper;</a:t>
            </a:r>
            <a:endParaRPr lang="en-GB" sz="2000">
              <a:effectLst/>
              <a:latin typeface="Sakkal Majalla" panose="02000000000000000000" pitchFamily="2" charset="-78"/>
              <a:ea typeface="Times New Roman" panose="02020603050405020304" pitchFamily="18" charset="0"/>
              <a:cs typeface="Sakkal Majalla" panose="02000000000000000000" pitchFamily="2" charset="-78"/>
            </a:endParaRPr>
          </a:p>
          <a:p>
            <a:pPr algn="l" rtl="0">
              <a:lnSpc>
                <a:spcPct val="150000"/>
              </a:lnSpc>
              <a:spcBef>
                <a:spcPts val="600"/>
              </a:spcBef>
              <a:spcAft>
                <a:spcPts val="600"/>
              </a:spcAft>
            </a:pPr>
            <a:r>
              <a:rPr lang="ar" sz="2000" b="1">
                <a:effectLst/>
                <a:latin typeface="Sakkal Majalla" panose="02000000000000000000" pitchFamily="2" charset="-78"/>
                <a:ea typeface="Times New Roman" panose="02020603050405020304" pitchFamily="18" charset="0"/>
                <a:cs typeface="Sakkal Majalla" panose="02000000000000000000" pitchFamily="2" charset="-78"/>
              </a:rPr>
              <a:t>SET d_gripper;</a:t>
            </a:r>
            <a:endParaRPr lang="en-GB" sz="2000">
              <a:effectLst/>
              <a:latin typeface="Sakkal Majalla" panose="02000000000000000000" pitchFamily="2" charset="-78"/>
              <a:ea typeface="Times New Roman" panose="02020603050405020304" pitchFamily="18" charset="0"/>
              <a:cs typeface="Sakkal Majalla" panose="02000000000000000000" pitchFamily="2" charset="-78"/>
            </a:endParaRPr>
          </a:p>
          <a:p>
            <a:pPr algn="l" rtl="0">
              <a:lnSpc>
                <a:spcPct val="150000"/>
              </a:lnSpc>
              <a:spcBef>
                <a:spcPts val="600"/>
              </a:spcBef>
              <a:spcAft>
                <a:spcPts val="600"/>
              </a:spcAft>
            </a:pPr>
            <a:r>
              <a:rPr lang="ar" sz="2000" b="1">
                <a:effectLst/>
                <a:latin typeface="Sakkal Majalla" panose="02000000000000000000" pitchFamily="2" charset="-78"/>
                <a:ea typeface="Times New Roman" panose="02020603050405020304" pitchFamily="18" charset="0"/>
                <a:cs typeface="Sakkal Majalla" panose="02000000000000000000" pitchFamily="2" charset="-78"/>
              </a:rPr>
              <a:t>WAITTIME 1;</a:t>
            </a:r>
            <a:endParaRPr lang="en-GB" sz="2000">
              <a:effectLst/>
              <a:latin typeface="Sakkal Majalla" panose="02000000000000000000" pitchFamily="2" charset="-78"/>
              <a:ea typeface="Times New Roman" panose="02020603050405020304" pitchFamily="18" charset="0"/>
              <a:cs typeface="Sakkal Majalla" panose="02000000000000000000" pitchFamily="2" charset="-78"/>
            </a:endParaRPr>
          </a:p>
        </p:txBody>
      </p:sp>
      <p:sp>
        <p:nvSpPr>
          <p:cNvPr id="2" name="Footer Placeholder 2">
            <a:extLst>
              <a:ext uri="{FF2B5EF4-FFF2-40B4-BE49-F238E27FC236}">
                <a16:creationId xmlns:a16="http://schemas.microsoft.com/office/drawing/2014/main" id="{04988A9C-E712-B649-C9D4-664A5F187C62}"/>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spTree>
    <p:extLst>
      <p:ext uri="{BB962C8B-B14F-4D97-AF65-F5344CB8AC3E}">
        <p14:creationId xmlns:p14="http://schemas.microsoft.com/office/powerpoint/2010/main" val="1562284830"/>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D8BAB-B0D7-BF18-5ED6-1A417857E7B9}"/>
            </a:ext>
          </a:extLst>
        </p:cNvPr>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86110EB9-8F8B-8EB9-59B9-D80B8BFABA5A}"/>
              </a:ext>
            </a:extLst>
          </p:cNvPr>
          <p:cNvSpPr>
            <a:spLocks noGrp="1" noChangeArrowheads="1"/>
          </p:cNvSpPr>
          <p:nvPr>
            <p:ph sz="half" idx="2"/>
          </p:nvPr>
        </p:nvSpPr>
        <p:spPr bwMode="auto">
          <a:xfrm>
            <a:off x="4716016" y="1700436"/>
            <a:ext cx="4427985" cy="439286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endParaRPr lang="en-GB" altLang="en-US" sz="2200">
              <a:latin typeface="Sakkal Majalla" panose="02000000000000000000" pitchFamily="2" charset="-78"/>
              <a:cs typeface="Sakkal Majalla" panose="02000000000000000000" pitchFamily="2" charset="-78"/>
            </a:endParaRPr>
          </a:p>
          <a:p>
            <a:pPr indent="0" rtl="1">
              <a:buNone/>
            </a:pPr>
            <a:r>
              <a:rPr lang="ar" sz="2200" b="1">
                <a:latin typeface="Sakkal Majalla" panose="02000000000000000000" pitchFamily="2" charset="-78"/>
                <a:cs typeface="Sakkal Majalla" panose="02000000000000000000" pitchFamily="2" charset="-78"/>
              </a:rPr>
              <a:t>برمجة مهيكلة</a:t>
            </a:r>
          </a:p>
          <a:p>
            <a:pPr indent="0" rtl="1">
              <a:buNone/>
            </a:pPr>
            <a:r>
              <a:rPr lang="ar" sz="2200">
                <a:latin typeface="Sakkal Majalla" panose="02000000000000000000" pitchFamily="2" charset="-78"/>
                <a:cs typeface="Sakkal Majalla" panose="02000000000000000000" pitchFamily="2" charset="-78"/>
              </a:rPr>
              <a:t>بدلًا من تكرار الأوامر باستمرار داخل البرامج، من المُمارسات الجيدة تجميع هذه الأوامر في برامج فرعية أو روتينات فرعية يُمكن استدعاؤها بعد ذلك.</a:t>
            </a:r>
          </a:p>
          <a:p>
            <a:pPr indent="0" rtl="1">
              <a:buNone/>
            </a:pPr>
            <a:endParaRPr lang="en-GB" altLang="en-US" sz="2200">
              <a:latin typeface="Sakkal Majalla" panose="02000000000000000000" pitchFamily="2" charset="-78"/>
              <a:cs typeface="Sakkal Majalla" panose="02000000000000000000" pitchFamily="2" charset="-78"/>
            </a:endParaRPr>
          </a:p>
          <a:p>
            <a:pPr indent="0" rtl="1">
              <a:buNone/>
            </a:pPr>
            <a:r>
              <a:rPr lang="ar" sz="2200">
                <a:latin typeface="Sakkal Majalla" panose="02000000000000000000" pitchFamily="2" charset="-78"/>
                <a:cs typeface="Sakkal Majalla" panose="02000000000000000000" pitchFamily="2" charset="-78"/>
              </a:rPr>
              <a:t>وهذا التجميع يُبسط الاختبار فلا يلزم اختبار الروتين إلا مرة واحدة، ومن ثم يُمكن الوثوق به عند استدعاؤه.</a:t>
            </a:r>
          </a:p>
          <a:p>
            <a:pPr indent="0" rtl="1">
              <a:buNone/>
            </a:pPr>
            <a:endParaRPr lang="en-GB" altLang="en-US" sz="2200">
              <a:latin typeface="Sakkal Majalla" panose="02000000000000000000" pitchFamily="2" charset="-78"/>
              <a:cs typeface="Sakkal Majalla" panose="02000000000000000000" pitchFamily="2" charset="-78"/>
            </a:endParaRPr>
          </a:p>
          <a:p>
            <a:pPr indent="0" algn="ctr" rtl="1">
              <a:buNone/>
            </a:pPr>
            <a:endParaRPr lang="en-GB" altLang="en-US" sz="2200">
              <a:latin typeface="Sakkal Majalla" panose="02000000000000000000" pitchFamily="2" charset="-78"/>
              <a:cs typeface="Sakkal Majalla" panose="02000000000000000000" pitchFamily="2" charset="-78"/>
            </a:endParaRPr>
          </a:p>
          <a:p>
            <a:pPr marL="685800" rtl="1"/>
            <a:endParaRPr lang="en-GB" altLang="en-US" sz="220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B5365024-CB00-37B1-6CBC-070F24CD7E6A}"/>
              </a:ext>
            </a:extLst>
          </p:cNvPr>
          <p:cNvSpPr>
            <a:spLocks noChangeArrowheads="1"/>
          </p:cNvSpPr>
          <p:nvPr/>
        </p:nvSpPr>
        <p:spPr bwMode="auto">
          <a:xfrm>
            <a:off x="287525" y="1052736"/>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مبادئ البرمجة (6)</a:t>
            </a:r>
          </a:p>
        </p:txBody>
      </p:sp>
      <p:sp>
        <p:nvSpPr>
          <p:cNvPr id="3" name="TextBox 2">
            <a:extLst>
              <a:ext uri="{FF2B5EF4-FFF2-40B4-BE49-F238E27FC236}">
                <a16:creationId xmlns:a16="http://schemas.microsoft.com/office/drawing/2014/main" id="{05DF3DC7-3C83-7AFA-2078-1D34774D2931}"/>
              </a:ext>
            </a:extLst>
          </p:cNvPr>
          <p:cNvSpPr txBox="1"/>
          <p:nvPr/>
        </p:nvSpPr>
        <p:spPr>
          <a:xfrm>
            <a:off x="287525" y="2689469"/>
            <a:ext cx="3877516" cy="2977738"/>
          </a:xfrm>
          <a:prstGeom prst="rect">
            <a:avLst/>
          </a:prstGeom>
          <a:noFill/>
          <a:ln>
            <a:solidFill>
              <a:srgbClr val="0070C0"/>
            </a:solidFill>
          </a:ln>
        </p:spPr>
        <p:txBody>
          <a:bodyPr wrap="square" rtlCol="1">
            <a:spAutoFit/>
          </a:bodyPr>
          <a:lstStyle/>
          <a:p>
            <a:pPr algn="l" rtl="0">
              <a:lnSpc>
                <a:spcPct val="150000"/>
              </a:lnSpc>
              <a:spcBef>
                <a:spcPts val="600"/>
              </a:spcBef>
              <a:spcAft>
                <a:spcPts val="600"/>
              </a:spcAft>
            </a:pPr>
            <a:r>
              <a:rPr lang="en-US" sz="2000" b="1">
                <a:solidFill>
                  <a:schemeClr val="accent6"/>
                </a:solidFill>
                <a:effectLst/>
                <a:latin typeface="Sakkal Majalla" panose="02000000000000000000" pitchFamily="2" charset="-78"/>
                <a:ea typeface="Times New Roman" panose="02020603050405020304" pitchFamily="18" charset="0"/>
                <a:cs typeface="Sakkal Majalla" panose="02000000000000000000" pitchFamily="2" charset="-78"/>
              </a:rPr>
              <a:t>PROC </a:t>
            </a:r>
            <a:r>
              <a:rPr lang="en-US" sz="2000" b="1" err="1">
                <a:solidFill>
                  <a:schemeClr val="accent6"/>
                </a:solidFill>
                <a:effectLst/>
                <a:latin typeface="Sakkal Majalla" panose="02000000000000000000" pitchFamily="2" charset="-78"/>
                <a:ea typeface="Times New Roman" panose="02020603050405020304" pitchFamily="18" charset="0"/>
                <a:cs typeface="Sakkal Majalla" panose="02000000000000000000" pitchFamily="2" charset="-78"/>
              </a:rPr>
              <a:t>pick_bottle</a:t>
            </a:r>
            <a:r>
              <a:rPr lang="en-US" sz="2000" b="1">
                <a:solidFill>
                  <a:schemeClr val="accent6"/>
                </a:solidFill>
                <a:effectLst/>
                <a:latin typeface="Sakkal Majalla" panose="02000000000000000000" pitchFamily="2" charset="-78"/>
                <a:ea typeface="Times New Roman" panose="02020603050405020304" pitchFamily="18" charset="0"/>
                <a:cs typeface="Sakkal Majalla" panose="02000000000000000000" pitchFamily="2" charset="-78"/>
              </a:rPr>
              <a:t>()</a:t>
            </a:r>
            <a:endParaRPr lang="en-US" sz="2000">
              <a:solidFill>
                <a:schemeClr val="accent6"/>
              </a:solidFill>
              <a:effectLst/>
              <a:latin typeface="Sakkal Majalla" panose="02000000000000000000" pitchFamily="2" charset="-78"/>
              <a:ea typeface="Times New Roman" panose="02020603050405020304" pitchFamily="18" charset="0"/>
              <a:cs typeface="Sakkal Majalla" panose="02000000000000000000" pitchFamily="2" charset="-78"/>
            </a:endParaRPr>
          </a:p>
          <a:p>
            <a:pPr algn="l" rtl="0">
              <a:lnSpc>
                <a:spcPct val="150000"/>
              </a:lnSpc>
              <a:spcBef>
                <a:spcPts val="600"/>
              </a:spcBef>
              <a:spcAft>
                <a:spcPts val="600"/>
              </a:spcAft>
            </a:pPr>
            <a:r>
              <a:rPr lang="en-US" sz="2000" b="1">
                <a:solidFill>
                  <a:schemeClr val="accent6"/>
                </a:solidFill>
                <a:effectLst/>
                <a:latin typeface="Sakkal Majalla" panose="02000000000000000000" pitchFamily="2" charset="-78"/>
                <a:ea typeface="Times New Roman" panose="02020603050405020304" pitchFamily="18" charset="0"/>
                <a:cs typeface="Sakkal Majalla" panose="02000000000000000000" pitchFamily="2" charset="-78"/>
              </a:rPr>
              <a:t>MOVEL </a:t>
            </a:r>
            <a:r>
              <a:rPr lang="en-US" sz="2000" b="1" err="1">
                <a:solidFill>
                  <a:schemeClr val="accent6"/>
                </a:solidFill>
                <a:effectLst/>
                <a:latin typeface="Sakkal Majalla" panose="02000000000000000000" pitchFamily="2" charset="-78"/>
                <a:ea typeface="Times New Roman" panose="02020603050405020304" pitchFamily="18" charset="0"/>
                <a:cs typeface="Sakkal Majalla" panose="02000000000000000000" pitchFamily="2" charset="-78"/>
              </a:rPr>
              <a:t>bottle_height</a:t>
            </a:r>
            <a:r>
              <a:rPr lang="en-US" sz="2000" b="1">
                <a:solidFill>
                  <a:schemeClr val="accent6"/>
                </a:solidFill>
                <a:effectLst/>
                <a:latin typeface="Sakkal Majalla" panose="02000000000000000000" pitchFamily="2" charset="-78"/>
                <a:ea typeface="Times New Roman" panose="02020603050405020304" pitchFamily="18" charset="0"/>
                <a:cs typeface="Sakkal Majalla" panose="02000000000000000000" pitchFamily="2" charset="-78"/>
              </a:rPr>
              <a:t>, v200, fine, </a:t>
            </a:r>
            <a:r>
              <a:rPr lang="en-US" sz="2000" b="1" err="1">
                <a:solidFill>
                  <a:schemeClr val="accent6"/>
                </a:solidFill>
                <a:effectLst/>
                <a:latin typeface="Sakkal Majalla" panose="02000000000000000000" pitchFamily="2" charset="-78"/>
                <a:ea typeface="Times New Roman" panose="02020603050405020304" pitchFamily="18" charset="0"/>
                <a:cs typeface="Sakkal Majalla" panose="02000000000000000000" pitchFamily="2" charset="-78"/>
              </a:rPr>
              <a:t>t_gripper</a:t>
            </a:r>
            <a:r>
              <a:rPr lang="ar" sz="2000" b="1">
                <a:solidFill>
                  <a:schemeClr val="accent6"/>
                </a:solidFill>
                <a:effectLst/>
                <a:latin typeface="Sakkal Majalla" panose="02000000000000000000" pitchFamily="2" charset="-78"/>
                <a:ea typeface="Times New Roman" panose="02020603050405020304" pitchFamily="18" charset="0"/>
                <a:cs typeface="Sakkal Majalla" panose="02000000000000000000" pitchFamily="2" charset="-78"/>
              </a:rPr>
              <a:t>;</a:t>
            </a:r>
            <a:endParaRPr lang="en-GB" sz="2000">
              <a:solidFill>
                <a:schemeClr val="accent6"/>
              </a:solidFill>
              <a:effectLst/>
              <a:latin typeface="Sakkal Majalla" panose="02000000000000000000" pitchFamily="2" charset="-78"/>
              <a:ea typeface="Times New Roman" panose="02020603050405020304" pitchFamily="18" charset="0"/>
              <a:cs typeface="Sakkal Majalla" panose="02000000000000000000" pitchFamily="2" charset="-78"/>
            </a:endParaRPr>
          </a:p>
          <a:p>
            <a:pPr algn="l" rtl="0">
              <a:lnSpc>
                <a:spcPct val="150000"/>
              </a:lnSpc>
              <a:spcBef>
                <a:spcPts val="600"/>
              </a:spcBef>
              <a:spcAft>
                <a:spcPts val="600"/>
              </a:spcAft>
            </a:pPr>
            <a:r>
              <a:rPr lang="en-US" sz="2000" b="1">
                <a:solidFill>
                  <a:schemeClr val="accent6"/>
                </a:solidFill>
                <a:effectLst/>
                <a:latin typeface="Sakkal Majalla" panose="02000000000000000000" pitchFamily="2" charset="-78"/>
                <a:ea typeface="Times New Roman" panose="02020603050405020304" pitchFamily="18" charset="0"/>
                <a:cs typeface="Sakkal Majalla" panose="02000000000000000000" pitchFamily="2" charset="-78"/>
              </a:rPr>
              <a:t>SET </a:t>
            </a:r>
            <a:r>
              <a:rPr lang="en-US" sz="2000" b="1" err="1">
                <a:solidFill>
                  <a:schemeClr val="accent6"/>
                </a:solidFill>
                <a:effectLst/>
                <a:latin typeface="Sakkal Majalla" panose="02000000000000000000" pitchFamily="2" charset="-78"/>
                <a:ea typeface="Times New Roman" panose="02020603050405020304" pitchFamily="18" charset="0"/>
                <a:cs typeface="Sakkal Majalla" panose="02000000000000000000" pitchFamily="2" charset="-78"/>
              </a:rPr>
              <a:t>d_gripper</a:t>
            </a:r>
            <a:r>
              <a:rPr lang="en-US" sz="2000" b="1">
                <a:solidFill>
                  <a:schemeClr val="accent6"/>
                </a:solidFill>
                <a:effectLst/>
                <a:latin typeface="Sakkal Majalla" panose="02000000000000000000" pitchFamily="2" charset="-78"/>
                <a:ea typeface="Times New Roman" panose="02020603050405020304" pitchFamily="18" charset="0"/>
                <a:cs typeface="Sakkal Majalla" panose="02000000000000000000" pitchFamily="2" charset="-78"/>
              </a:rPr>
              <a:t>;</a:t>
            </a:r>
            <a:endParaRPr lang="en-US" sz="2000">
              <a:solidFill>
                <a:schemeClr val="accent6"/>
              </a:solidFill>
              <a:effectLst/>
              <a:latin typeface="Sakkal Majalla" panose="02000000000000000000" pitchFamily="2" charset="-78"/>
              <a:ea typeface="Times New Roman" panose="02020603050405020304" pitchFamily="18" charset="0"/>
              <a:cs typeface="Sakkal Majalla" panose="02000000000000000000" pitchFamily="2" charset="-78"/>
            </a:endParaRPr>
          </a:p>
          <a:p>
            <a:pPr algn="l" rtl="0">
              <a:lnSpc>
                <a:spcPct val="150000"/>
              </a:lnSpc>
              <a:spcBef>
                <a:spcPts val="600"/>
              </a:spcBef>
              <a:spcAft>
                <a:spcPts val="600"/>
              </a:spcAft>
            </a:pPr>
            <a:r>
              <a:rPr lang="en-US" sz="2000" b="1">
                <a:solidFill>
                  <a:schemeClr val="accent6"/>
                </a:solidFill>
                <a:effectLst/>
                <a:latin typeface="Sakkal Majalla" panose="02000000000000000000" pitchFamily="2" charset="-78"/>
                <a:ea typeface="Times New Roman" panose="02020603050405020304" pitchFamily="18" charset="0"/>
                <a:cs typeface="Sakkal Majalla" panose="02000000000000000000" pitchFamily="2" charset="-78"/>
              </a:rPr>
              <a:t>WAITTIME 1</a:t>
            </a:r>
            <a:r>
              <a:rPr lang="ar" sz="2000" b="1">
                <a:solidFill>
                  <a:schemeClr val="accent6"/>
                </a:solidFill>
                <a:effectLst/>
                <a:latin typeface="Sakkal Majalla" panose="02000000000000000000" pitchFamily="2" charset="-78"/>
                <a:ea typeface="Times New Roman" panose="02020603050405020304" pitchFamily="18" charset="0"/>
                <a:cs typeface="Sakkal Majalla" panose="02000000000000000000" pitchFamily="2" charset="-78"/>
              </a:rPr>
              <a:t>;</a:t>
            </a:r>
            <a:endParaRPr lang="en-GB" sz="2000">
              <a:solidFill>
                <a:schemeClr val="accent6"/>
              </a:solidFill>
              <a:effectLst/>
              <a:latin typeface="Sakkal Majalla" panose="02000000000000000000" pitchFamily="2" charset="-78"/>
              <a:ea typeface="Times New Roman" panose="02020603050405020304" pitchFamily="18" charset="0"/>
              <a:cs typeface="Sakkal Majalla" panose="02000000000000000000" pitchFamily="2" charset="-78"/>
            </a:endParaRPr>
          </a:p>
          <a:p>
            <a:pPr algn="l" rtl="0">
              <a:lnSpc>
                <a:spcPct val="150000"/>
              </a:lnSpc>
              <a:spcBef>
                <a:spcPts val="600"/>
              </a:spcBef>
              <a:spcAft>
                <a:spcPts val="600"/>
              </a:spcAft>
            </a:pPr>
            <a:r>
              <a:rPr lang="en-US" sz="2000" b="1">
                <a:solidFill>
                  <a:schemeClr val="accent6"/>
                </a:solidFill>
                <a:effectLst/>
                <a:latin typeface="Sakkal Majalla" panose="02000000000000000000" pitchFamily="2" charset="-78"/>
                <a:ea typeface="Times New Roman" panose="02020603050405020304" pitchFamily="18" charset="0"/>
                <a:cs typeface="Sakkal Majalla" panose="02000000000000000000" pitchFamily="2" charset="-78"/>
              </a:rPr>
              <a:t>ENDPROC</a:t>
            </a:r>
            <a:endParaRPr lang="en-US" sz="2000">
              <a:solidFill>
                <a:schemeClr val="accent6"/>
              </a:solidFill>
              <a:effectLst/>
              <a:latin typeface="Sakkal Majalla" panose="02000000000000000000" pitchFamily="2" charset="-78"/>
              <a:ea typeface="Times New Roman" panose="02020603050405020304" pitchFamily="18" charset="0"/>
              <a:cs typeface="Sakkal Majalla" panose="02000000000000000000" pitchFamily="2" charset="-78"/>
            </a:endParaRPr>
          </a:p>
        </p:txBody>
      </p:sp>
      <p:sp>
        <p:nvSpPr>
          <p:cNvPr id="2" name="Footer Placeholder 2">
            <a:extLst>
              <a:ext uri="{FF2B5EF4-FFF2-40B4-BE49-F238E27FC236}">
                <a16:creationId xmlns:a16="http://schemas.microsoft.com/office/drawing/2014/main" id="{8A377561-918F-6AD5-B34B-DCA68D1E3F10}"/>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A103000399237</a:t>
            </a:r>
            <a:endParaRPr lang="ar" sz="1000"/>
          </a:p>
        </p:txBody>
      </p:sp>
    </p:spTree>
    <p:extLst>
      <p:ext uri="{BB962C8B-B14F-4D97-AF65-F5344CB8AC3E}">
        <p14:creationId xmlns:p14="http://schemas.microsoft.com/office/powerpoint/2010/main" val="403951496"/>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FD3CC-6882-F670-6F96-9557EDE7786D}"/>
            </a:ext>
          </a:extLst>
        </p:cNvPr>
        <p:cNvGrpSpPr/>
        <p:nvPr/>
      </p:nvGrpSpPr>
      <p:grpSpPr>
        <a:xfrm>
          <a:off x="0" y="0"/>
          <a:ext cx="0" cy="0"/>
          <a:chOff x="0" y="0"/>
          <a:chExt cx="0" cy="0"/>
        </a:xfrm>
      </p:grpSpPr>
      <p:pic>
        <p:nvPicPr>
          <p:cNvPr id="4" name="Picture 3" descr="A pen writing on a checklist&#10;&#10;Description automatically generated">
            <a:extLst>
              <a:ext uri="{FF2B5EF4-FFF2-40B4-BE49-F238E27FC236}">
                <a16:creationId xmlns:a16="http://schemas.microsoft.com/office/drawing/2014/main" id="{F219DF82-CB6C-265A-A3D3-F3A543D722FB}"/>
              </a:ext>
            </a:extLst>
          </p:cNvPr>
          <p:cNvPicPr>
            <a:picLocks noChangeAspect="1"/>
          </p:cNvPicPr>
          <p:nvPr/>
        </p:nvPicPr>
        <p:blipFill>
          <a:blip r:embed="rId4" cstate="print">
            <a:alphaModFix amt="20000"/>
            <a:extLst>
              <a:ext uri="{28A0092B-C50C-407E-A947-70E740481C1C}">
                <a14:useLocalDpi xmlns:a14="http://schemas.microsoft.com/office/drawing/2010/main"/>
              </a:ext>
            </a:extLst>
          </a:blip>
          <a:stretch>
            <a:fillRect/>
          </a:stretch>
        </p:blipFill>
        <p:spPr>
          <a:xfrm>
            <a:off x="-324544" y="3086422"/>
            <a:ext cx="4444019" cy="3768812"/>
          </a:xfrm>
          <a:prstGeom prst="rect">
            <a:avLst/>
          </a:prstGeom>
        </p:spPr>
      </p:pic>
      <p:sp>
        <p:nvSpPr>
          <p:cNvPr id="34819" name="Content Placeholder 3">
            <a:extLst>
              <a:ext uri="{FF2B5EF4-FFF2-40B4-BE49-F238E27FC236}">
                <a16:creationId xmlns:a16="http://schemas.microsoft.com/office/drawing/2014/main" id="{3952747F-79AB-FCA6-1209-767B4F1FD818}"/>
              </a:ext>
            </a:extLst>
          </p:cNvPr>
          <p:cNvSpPr>
            <a:spLocks noGrp="1" noChangeArrowheads="1"/>
          </p:cNvSpPr>
          <p:nvPr>
            <p:ph sz="half" idx="2"/>
          </p:nvPr>
        </p:nvSpPr>
        <p:spPr bwMode="auto">
          <a:xfrm>
            <a:off x="2845978" y="1988840"/>
            <a:ext cx="6059632" cy="33127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200">
                <a:latin typeface="Sakkal Majalla" panose="02000000000000000000" pitchFamily="2" charset="-78"/>
                <a:cs typeface="Sakkal Majalla" panose="02000000000000000000" pitchFamily="2" charset="-78"/>
              </a:rPr>
              <a:t>بعد اكتمال البرنامج، لا بد من اختباره.   تحتوي بيئات التطوير المُتكاملة دون اتصال على اختبار افتراضي مُدمج، ما يسمح للمُبرمج برؤية أماكن وجود أي أخطاء.</a:t>
            </a:r>
          </a:p>
          <a:p>
            <a:pPr marL="685800" rtl="1"/>
            <a:r>
              <a:rPr lang="ar" sz="2200">
                <a:latin typeface="Sakkal Majalla" panose="02000000000000000000" pitchFamily="2" charset="-78"/>
                <a:cs typeface="Sakkal Majalla" panose="02000000000000000000" pitchFamily="2" charset="-78"/>
              </a:rPr>
              <a:t>يتطلب اختبار البرامج عبر الاتصال مزيدًا من العناية، لأن  الروبوت سيُؤدي مهامه المُبرمجة بالفعل.</a:t>
            </a:r>
          </a:p>
          <a:p>
            <a:pPr marL="685800" rtl="1"/>
            <a:r>
              <a:rPr lang="ar" sz="2200">
                <a:latin typeface="Sakkal Majalla" panose="02000000000000000000" pitchFamily="2" charset="-78"/>
                <a:cs typeface="Sakkal Majalla" panose="02000000000000000000" pitchFamily="2" charset="-78"/>
              </a:rPr>
              <a:t>من المُحتمل ألا يفعل الروبوت ما هو مُتوقع منه في مرحلة الاختبار.  لهذا السبب، غالبًا ما يُجرى الاختبار مع تشغيل الروبوت بشكل أبطأ بكثير مما هو عليه الحال في الإنتاج الكامل، إضافة إلى اتخاذ احتياطات السلامة الأخرى.</a:t>
            </a:r>
          </a:p>
          <a:p>
            <a:pPr marL="685800" rtl="1"/>
            <a:endParaRPr lang="en-GB" altLang="en-US" sz="2200">
              <a:latin typeface="Sakkal Majalla" panose="02000000000000000000" pitchFamily="2" charset="-78"/>
              <a:cs typeface="Sakkal Majalla" panose="02000000000000000000" pitchFamily="2" charset="-78"/>
            </a:endParaRPr>
          </a:p>
          <a:p>
            <a:pPr indent="0" rtl="1">
              <a:buNone/>
            </a:pPr>
            <a:endParaRPr lang="en-GB" altLang="en-US" sz="220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1CB7CE6B-C646-ADDF-63DD-EED434B23D51}"/>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الاختبار </a:t>
            </a:r>
          </a:p>
        </p:txBody>
      </p:sp>
      <p:sp>
        <p:nvSpPr>
          <p:cNvPr id="2" name="Footer Placeholder 2">
            <a:extLst>
              <a:ext uri="{FF2B5EF4-FFF2-40B4-BE49-F238E27FC236}">
                <a16:creationId xmlns:a16="http://schemas.microsoft.com/office/drawing/2014/main" id="{265FB125-F7EE-B777-1D7A-B009AC8600E2}"/>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A103000399237</a:t>
            </a:r>
            <a:endParaRPr lang="ar" sz="1000" dirty="0"/>
          </a:p>
        </p:txBody>
      </p:sp>
    </p:spTree>
    <p:extLst>
      <p:ext uri="{BB962C8B-B14F-4D97-AF65-F5344CB8AC3E}">
        <p14:creationId xmlns:p14="http://schemas.microsoft.com/office/powerpoint/2010/main" val="537915721"/>
      </p:ext>
    </p:extLst>
  </p:cSld>
  <p:clrMapOvr>
    <a:masterClrMapping/>
  </p:clrMapOvr>
  <p:transition>
    <p:sndAc>
      <p:stSnd>
        <p:snd r:embed="rId3"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463FA762-9023-8075-7EFA-66D2BEA654B3}"/>
              </a:ext>
            </a:extLst>
          </p:cNvPr>
          <p:cNvSpPr txBox="1">
            <a:spLocks noChangeArrowheads="1"/>
          </p:cNvSpPr>
          <p:nvPr/>
        </p:nvSpPr>
        <p:spPr bwMode="auto">
          <a:xfrm>
            <a:off x="251520" y="1268760"/>
            <a:ext cx="864096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 sz="4600" kern="0" dirty="0">
                <a:latin typeface="Sakkal Majalla" panose="02000000000000000000" pitchFamily="2" charset="-78"/>
                <a:cs typeface="Sakkal Majalla" panose="02000000000000000000" pitchFamily="2" charset="-78"/>
              </a:rPr>
              <a:t>شكر وتقدير</a:t>
            </a:r>
          </a:p>
        </p:txBody>
      </p:sp>
      <p:sp>
        <p:nvSpPr>
          <p:cNvPr id="5" name="Content Placeholder 1">
            <a:extLst>
              <a:ext uri="{FF2B5EF4-FFF2-40B4-BE49-F238E27FC236}">
                <a16:creationId xmlns:a16="http://schemas.microsoft.com/office/drawing/2014/main" id="{9FA6E9AD-5E58-B78C-95E8-0BA1B8E3BEA7}"/>
              </a:ext>
            </a:extLst>
          </p:cNvPr>
          <p:cNvSpPr txBox="1">
            <a:spLocks/>
          </p:cNvSpPr>
          <p:nvPr/>
        </p:nvSpPr>
        <p:spPr>
          <a:xfrm>
            <a:off x="576262" y="2060848"/>
            <a:ext cx="7991475" cy="3600399"/>
          </a:xfrm>
          <a:prstGeom prst="rect">
            <a:avLst/>
          </a:prstGeom>
        </p:spPr>
        <p:txBody>
          <a:bodyPr rtlCol="1"/>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r>
              <a:rPr lang="ar" sz="2600" kern="0" dirty="0">
                <a:latin typeface="Sakkal Majalla" panose="02000000000000000000" pitchFamily="2" charset="-78"/>
                <a:cs typeface="Sakkal Majalla" panose="02000000000000000000" pitchFamily="2" charset="-78"/>
              </a:rPr>
              <a:t>الصور</a:t>
            </a:r>
          </a:p>
          <a:p>
            <a:pPr marL="0" indent="0" rtl="1">
              <a:buNone/>
            </a:pPr>
            <a:r>
              <a:rPr lang="ar" sz="2000" dirty="0">
                <a:effectLst/>
                <a:latin typeface="Sakkal Majalla" panose="02000000000000000000" pitchFamily="2" charset="-78"/>
                <a:ea typeface="Times New Roman" panose="02020603050405020304" pitchFamily="18" charset="0"/>
                <a:cs typeface="Sakkal Majalla" panose="02000000000000000000" pitchFamily="2" charset="-78"/>
              </a:rPr>
              <a:t>(دليل الاختصارات: l-يسار، r-يمين، c-وسط، t-أعلى، b-أسفل)</a:t>
            </a:r>
          </a:p>
          <a:p>
            <a:pPr marL="0" indent="0" rtl="1">
              <a:lnSpc>
                <a:spcPct val="107000"/>
              </a:lnSpc>
              <a:spcAft>
                <a:spcPts val="800"/>
              </a:spcAft>
              <a:buNone/>
            </a:pPr>
            <a:r>
              <a:rPr lang="ar" sz="2000" b="1" dirty="0">
                <a:effectLst/>
                <a:latin typeface="Sakkal Majalla" panose="02000000000000000000" pitchFamily="2" charset="-78"/>
                <a:ea typeface="Calibri" panose="020F0502020204030204" pitchFamily="34" charset="0"/>
                <a:cs typeface="Sakkal Majalla" panose="02000000000000000000" pitchFamily="2" charset="-78"/>
              </a:rPr>
              <a:t>123 آر إف: </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التيديودفيجوال (الشريحة 5 يسار)، ويكلز (الشريحة 7 أعلى)، ماكرو فيكتور(الشريحة 12)،  ماشثاي (الشريحة 21)، فلينت (الشريحة 29</a:t>
            </a:r>
            <a:r>
              <a:rPr lang="ar" sz="2000" b="1" dirty="0">
                <a:effectLst/>
                <a:latin typeface="Sakkal Majalla" panose="02000000000000000000" pitchFamily="2" charset="-78"/>
                <a:ea typeface="Calibri" panose="020F0502020204030204" pitchFamily="34" charset="0"/>
                <a:cs typeface="Sakkal Majalla" panose="02000000000000000000" pitchFamily="2" charset="-78"/>
              </a:rPr>
              <a:t>)؛ صورة ألامي ستوك:</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 توماس سولنر (الشريحة 20)، أندري بوبوف (الشريحة 22)، جينكور (الشريحة 23 أسفل)، شارفسين (الشريحة 28)؛ </a:t>
            </a:r>
            <a:r>
              <a:rPr lang="ar" sz="2000" b="1" dirty="0">
                <a:effectLst/>
                <a:latin typeface="Sakkal Majalla" panose="02000000000000000000" pitchFamily="2" charset="-78"/>
                <a:ea typeface="Calibri" panose="020F0502020204030204" pitchFamily="34" charset="0"/>
                <a:cs typeface="Sakkal Majalla" panose="02000000000000000000" pitchFamily="2" charset="-78"/>
              </a:rPr>
              <a:t>ميكاديميك</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 "ميكا 500 (ذا روبوت)، "ميكاديميك" (ذا مانيفتكتشرر) (الشريحة 31)؛ </a:t>
            </a:r>
            <a:r>
              <a:rPr lang="ar" sz="2000" b="1" dirty="0">
                <a:effectLst/>
                <a:latin typeface="Sakkal Majalla" panose="02000000000000000000" pitchFamily="2" charset="-78"/>
                <a:ea typeface="Calibri" panose="020F0502020204030204" pitchFamily="34" charset="0"/>
                <a:cs typeface="Sakkal Majalla" panose="02000000000000000000" pitchFamily="2" charset="-78"/>
              </a:rPr>
              <a:t>بيرسون إديوكيشن ليمتد: </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روب جودجز (الشريحة 5 يمين)؛ </a:t>
            </a:r>
            <a:r>
              <a:rPr lang="ar" sz="2000" b="1" dirty="0">
                <a:effectLst/>
                <a:latin typeface="Sakkal Majalla" panose="02000000000000000000" pitchFamily="2" charset="-78"/>
                <a:ea typeface="Calibri" panose="020F0502020204030204" pitchFamily="34" charset="0"/>
                <a:cs typeface="Sakkal Majalla" panose="02000000000000000000" pitchFamily="2" charset="-78"/>
              </a:rPr>
              <a:t>شوترستوك:</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 كوربيكس في أو إف (الشريحة 6)، بيكسل-شوت (الشريحة 7 أسفل)، دوناتاس 1205 (الشريحة 9)،صورة فن فن (الشريحة 11)، صورة فونولامي (الشريحة 13)، أي فيوفايندر (الشريحة 14)، ناتاترافيل (الشريحة 15)، بوريس 15 (الشريحة 16 أعلى)، بوبان 1 (الشريحة 16 أسفل)،  صورة فونولامي (الشريحة 23 أعلى-يسار)، </a:t>
            </a:r>
            <a:r>
              <a:rPr lang="ar" sz="2000" dirty="0">
                <a:solidFill>
                  <a:srgbClr val="000000"/>
                </a:solidFill>
                <a:effectLst/>
                <a:latin typeface="Sakkal Majalla" panose="02000000000000000000" pitchFamily="2" charset="-78"/>
                <a:ea typeface="Calibri" panose="020F0502020204030204" pitchFamily="34" charset="0"/>
                <a:cs typeface="Sakkal Majalla" panose="02000000000000000000" pitchFamily="2" charset="-78"/>
              </a:rPr>
              <a:t> </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 شان_ شان (الشريحة 23 أعلى-يمين)، فاكتوري_ إيزي (الشريحة 24)، فريمستوكفوتوجيز (الشريحة 27)، ميلز21 (الشريحة 34).</a:t>
            </a:r>
            <a:endParaRPr lang="en-GB" sz="2000" dirty="0">
              <a:effectLst/>
              <a:latin typeface="Sakkal Majalla" panose="02000000000000000000" pitchFamily="2" charset="-78"/>
              <a:ea typeface="Calibri" panose="020F0502020204030204" pitchFamily="34" charset="0"/>
              <a:cs typeface="Sakkal Majalla" panose="02000000000000000000" pitchFamily="2" charset="-78"/>
            </a:endParaRPr>
          </a:p>
          <a:p>
            <a:pPr marL="0" indent="0" rtl="1">
              <a:buFont typeface="Wingdings" panose="05000000000000000000" pitchFamily="2" charset="2"/>
              <a:buNone/>
            </a:pPr>
            <a:endParaRPr lang="en-GB" kern="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2A803680-22EA-581D-EEBF-425893052537}"/>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A103000399237</a:t>
            </a:r>
            <a:endParaRPr lang="ar" sz="1000" dirty="0"/>
          </a:p>
        </p:txBody>
      </p:sp>
    </p:spTree>
  </p:cSld>
  <p:clrMapOvr>
    <a:masterClrMapping/>
  </p:clrMapOvr>
  <p:transition>
    <p:sndAc>
      <p:stSnd>
        <p:snd r:embed="rId3" name="click.wav"/>
      </p:stSnd>
    </p:sndAc>
  </p:transition>
</p:sld>
</file>

<file path=ppt/theme/theme1.xml><?xml version="1.0" encoding="utf-8"?>
<a:theme xmlns:a="http://schemas.openxmlformats.org/drawingml/2006/main" name="1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Land-based">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4" ma:contentTypeDescription="Create a new document." ma:contentTypeScope="" ma:versionID="4a6fe28517af40a4350532efd75208a6">
  <xsd:schema xmlns:xsd="http://www.w3.org/2001/XMLSchema" xmlns:xs="http://www.w3.org/2001/XMLSchema" xmlns:p="http://schemas.microsoft.com/office/2006/metadata/properties" xmlns:ns1="http://schemas.microsoft.com/sharepoint/v3" xmlns:ns2="f63d1639-2e8e-4dfe-b2d4-ff2deac92409" xmlns:ns3="7012c9df-7563-46f6-96ee-cebd66fd5577" targetNamespace="http://schemas.microsoft.com/office/2006/metadata/properties" ma:root="true" ma:fieldsID="d17e6436edd79e558b922fed90e52d35" ns1:_="" ns2:_="" ns3:_="">
    <xsd:import namespace="http://schemas.microsoft.com/sharepoint/v3"/>
    <xsd:import namespace="f63d1639-2e8e-4dfe-b2d4-ff2deac92409"/>
    <xsd:import namespace="7012c9df-7563-46f6-96ee-cebd66fd5577"/>
    <xsd:element name="properties">
      <xsd:complexType>
        <xsd:sequence>
          <xsd:element name="documentManagement">
            <xsd:complexType>
              <xsd:all>
                <xsd:element ref="ns2:_Flow_SignoffStatus"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AdditionalInfo"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9" nillable="true" ma:displayName="Unified Compliance Policy Properties" ma:hidden="true" ma:internalName="_ip_UnifiedCompliancePolicyProperties">
      <xsd:simpleType>
        <xsd:restriction base="dms:Note"/>
      </xsd:simpleType>
    </xsd:element>
    <xsd:element name="_ip_UnifiedCompliancePolicyUIAction" ma:index="3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_Flow_SignoffStatus" ma:index="2" nillable="true" ma:displayName="Sign-off status" ma:internalName="Sign_x002d_off_x0020_status" ma:readOnly="false">
      <xsd:simpleType>
        <xsd:restriction base="dms:Text"/>
      </xsd:simple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hidden="true" ma:internalName="MediaServiceKeyPoints" ma:readOnly="true">
      <xsd:simpleType>
        <xsd:restriction base="dms:Note"/>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hidden="true" ma:internalName="MediaServiceAutoTags" ma:readOnly="true">
      <xsd:simpleType>
        <xsd:restriction base="dms:Text"/>
      </xsd:simpleType>
    </xsd:element>
    <xsd:element name="MediaServiceOCR" ma:index="16" nillable="true" ma:displayName="Extracted Text" ma:hidden="true" ma:internalName="MediaServiceOCR" ma:readOnly="true">
      <xsd:simpleType>
        <xsd:restriction base="dms:Note"/>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hidden="true"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hidden="true" ma:internalName="AdditionalInfo" ma:readOnly="fals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hidden="true" ma:internalName="SharedWithDetails" ma:readOnly="true">
      <xsd:simpleType>
        <xsd:restriction base="dms:Note"/>
      </xsd:simpleType>
    </xsd:element>
    <xsd:element name="TaxCatchAll" ma:index="22" nillable="true" ma:displayName="Taxonomy Catch All Column" ma:hidden="true" ma:list="{68bf6128-19fb-458b-8dd6-b174ec593e06}" ma:internalName="TaxCatchAll" ma:readOnly="false"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SharedWithUsers xmlns="7012c9df-7563-46f6-96ee-cebd66fd5577">
      <UserInfo>
        <DisplayName/>
        <AccountId xsi:nil="true"/>
        <AccountType/>
      </UserInfo>
    </SharedWithUsers>
    <MediaLengthInSeconds xmlns="f63d1639-2e8e-4dfe-b2d4-ff2deac92409" xsi:nil="true"/>
    <AdditionalInfo xmlns="f63d1639-2e8e-4dfe-b2d4-ff2deac92409" xsi:nil="true"/>
    <_Flow_SignoffStatus xmlns="f63d1639-2e8e-4dfe-b2d4-ff2deac92409"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49E8A672-65DE-4711-AF1D-F8ACA400F175}"/>
</file>

<file path=customXml/itemProps2.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3.xml><?xml version="1.0" encoding="utf-8"?>
<ds:datastoreItem xmlns:ds="http://schemas.openxmlformats.org/officeDocument/2006/customXml" ds:itemID="{4B700610-39F3-4A35-AAF4-C1E1359C0930}">
  <ds:schemaRefs>
    <ds:schemaRef ds:uri="6125ffc9-2c56-435e-8267-1393444907b2"/>
    <ds:schemaRef ds:uri="http://schemas.microsoft.com/office/2006/documentManagement/types"/>
    <ds:schemaRef ds:uri="http://purl.org/dc/terms/"/>
    <ds:schemaRef ds:uri="http://schemas.microsoft.com/office/infopath/2007/PartnerControls"/>
    <ds:schemaRef ds:uri="7c1bd8dc-4e40-424f-a15f-9ffcd522197f"/>
    <ds:schemaRef ds:uri="http://purl.org/dc/elements/1.1/"/>
    <ds:schemaRef ds:uri="http://purl.org/dc/dcmitype/"/>
    <ds:schemaRef ds:uri="http://schemas.microsoft.com/office/2006/metadata/propertie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TotalTime>
  <Words>1982</Words>
  <Application>Microsoft Office PowerPoint</Application>
  <PresentationFormat>On-screen Show (4:3)</PresentationFormat>
  <Paragraphs>266</Paragraphs>
  <Slides>35</Slides>
  <Notes>35</Notes>
  <HiddenSlides>0</HiddenSlides>
  <MMClips>0</MMClips>
  <ScaleCrop>false</ScaleCrop>
  <HeadingPairs>
    <vt:vector size="6" baseType="variant">
      <vt:variant>
        <vt:lpstr>Fonts Used</vt:lpstr>
      </vt:variant>
      <vt:variant>
        <vt:i4>5</vt:i4>
      </vt:variant>
      <vt:variant>
        <vt:lpstr>Theme</vt:lpstr>
      </vt:variant>
      <vt:variant>
        <vt:i4>10</vt:i4>
      </vt:variant>
      <vt:variant>
        <vt:lpstr>Slide Titles</vt:lpstr>
      </vt:variant>
      <vt:variant>
        <vt:i4>35</vt:i4>
      </vt:variant>
    </vt:vector>
  </HeadingPairs>
  <TitlesOfParts>
    <vt:vector size="50" baseType="lpstr">
      <vt:lpstr>Arial</vt:lpstr>
      <vt:lpstr>Calibri</vt:lpstr>
      <vt:lpstr>Sakkal Majalla</vt:lpstr>
      <vt:lpstr>Verdana</vt:lpstr>
      <vt:lpstr>Wingdings</vt:lpstr>
      <vt:lpstr>1_Art and Design</vt:lpstr>
      <vt:lpstr>2_Beauty Therapy</vt:lpstr>
      <vt:lpstr>3_Business</vt:lpstr>
      <vt:lpstr>4_Construction</vt:lpstr>
      <vt:lpstr>5_Creative Media</vt:lpstr>
      <vt:lpstr>6_Engineering</vt:lpstr>
      <vt:lpstr>7_Hospitality</vt:lpstr>
      <vt:lpstr>8_Information Technology</vt:lpstr>
      <vt:lpstr>9_Land-based</vt:lpstr>
      <vt:lpstr>10_Travel and Tourism</vt:lpstr>
      <vt:lpstr>الوحدة 56  الروبوتات الصناعية  </vt:lpstr>
      <vt:lpstr>الروبوتات الصناعية</vt:lpstr>
      <vt:lpstr>نتاجات التعلم</vt:lpstr>
      <vt:lpstr>نتاج التعلم أ  </vt:lpstr>
      <vt:lpstr>PowerPoint Presentation</vt:lpstr>
      <vt:lpstr>PowerPoint Presentation</vt:lpstr>
      <vt:lpstr>PowerPoint Presentation</vt:lpstr>
      <vt:lpstr>PowerPoint Presentation</vt:lpstr>
      <vt:lpstr>PowerPoint Presentation</vt:lpstr>
      <vt:lpstr>نتاج التعلم ب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ج  </vt:lpstr>
      <vt:lpstr>PowerPoint Presentation</vt:lpstr>
      <vt:lpstr>PowerPoint Presentation</vt:lpstr>
      <vt:lpstr>PowerPoint Presentation</vt:lpstr>
      <vt:lpstr>PowerPoint Presentation</vt:lpstr>
      <vt:lpstr>PowerPoint Presentation</vt:lpstr>
      <vt:lpstr>نتاج التعلم د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1</cp:revision>
  <dcterms:created xsi:type="dcterms:W3CDTF">2020-07-15T07:14:47Z</dcterms:created>
  <dcterms:modified xsi:type="dcterms:W3CDTF">2025-01-23T13:56:04Z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Order">
    <vt:r8>13842000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MediaServiceImageTags">
    <vt:lpwstr/>
  </property>
</Properties>
</file>