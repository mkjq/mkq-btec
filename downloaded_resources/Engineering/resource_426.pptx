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6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7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8.xml" ContentType="application/vnd.openxmlformats-officedocument.theme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9.xml" ContentType="application/vnd.openxmlformats-officedocument.theme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theme/theme10.xml" ContentType="application/vnd.openxmlformats-officedocument.theme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932" r:id="rId4"/>
    <p:sldMasterId id="2147484135" r:id="rId5"/>
    <p:sldMasterId id="2147484148" r:id="rId6"/>
    <p:sldMasterId id="2147484825" r:id="rId7"/>
    <p:sldMasterId id="2147484838" r:id="rId8"/>
    <p:sldMasterId id="2147484851" r:id="rId9"/>
    <p:sldMasterId id="2147484864" r:id="rId10"/>
    <p:sldMasterId id="2147484877" r:id="rId11"/>
    <p:sldMasterId id="2147484890" r:id="rId12"/>
    <p:sldMasterId id="2147484903" r:id="rId13"/>
    <p:sldMasterId id="2147484916" r:id="rId14"/>
  </p:sldMasterIdLst>
  <p:notesMasterIdLst>
    <p:notesMasterId r:id="rId52"/>
  </p:notesMasterIdLst>
  <p:handoutMasterIdLst>
    <p:handoutMasterId r:id="rId53"/>
  </p:handoutMasterIdLst>
  <p:sldIdLst>
    <p:sldId id="256" r:id="rId15"/>
    <p:sldId id="257" r:id="rId16"/>
    <p:sldId id="258" r:id="rId17"/>
    <p:sldId id="272" r:id="rId18"/>
    <p:sldId id="312" r:id="rId19"/>
    <p:sldId id="332" r:id="rId20"/>
    <p:sldId id="333" r:id="rId21"/>
    <p:sldId id="313" r:id="rId22"/>
    <p:sldId id="316" r:id="rId23"/>
    <p:sldId id="315" r:id="rId24"/>
    <p:sldId id="317" r:id="rId25"/>
    <p:sldId id="306" r:id="rId26"/>
    <p:sldId id="318" r:id="rId27"/>
    <p:sldId id="334" r:id="rId28"/>
    <p:sldId id="335" r:id="rId29"/>
    <p:sldId id="319" r:id="rId30"/>
    <p:sldId id="322" r:id="rId31"/>
    <p:sldId id="321" r:id="rId32"/>
    <p:sldId id="320" r:id="rId33"/>
    <p:sldId id="308" r:id="rId34"/>
    <p:sldId id="324" r:id="rId35"/>
    <p:sldId id="325" r:id="rId36"/>
    <p:sldId id="326" r:id="rId37"/>
    <p:sldId id="343" r:id="rId38"/>
    <p:sldId id="342" r:id="rId39"/>
    <p:sldId id="344" r:id="rId40"/>
    <p:sldId id="327" r:id="rId41"/>
    <p:sldId id="345" r:id="rId42"/>
    <p:sldId id="337" r:id="rId43"/>
    <p:sldId id="346" r:id="rId44"/>
    <p:sldId id="347" r:id="rId45"/>
    <p:sldId id="311" r:id="rId46"/>
    <p:sldId id="328" r:id="rId47"/>
    <p:sldId id="329" r:id="rId48"/>
    <p:sldId id="330" r:id="rId49"/>
    <p:sldId id="331" r:id="rId50"/>
    <p:sldId id="348" r:id="rId51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D"/>
    <a:srgbClr val="33B2C3"/>
    <a:srgbClr val="FEFEFE"/>
    <a:srgbClr val="8DD9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F3DE1B-8580-41E7-8EB4-44ADA7C540D1}" v="73" dt="2024-05-28T15:44:19.085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69" autoAdjust="0"/>
    <p:restoredTop sz="91106" autoAdjust="0"/>
  </p:normalViewPr>
  <p:slideViewPr>
    <p:cSldViewPr>
      <p:cViewPr varScale="1">
        <p:scale>
          <a:sx n="111" d="100"/>
          <a:sy n="111" d="100"/>
        </p:scale>
        <p:origin x="1692" y="102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39" Type="http://schemas.openxmlformats.org/officeDocument/2006/relationships/slide" Target="slides/slide25.xml"/><Relationship Id="rId21" Type="http://schemas.openxmlformats.org/officeDocument/2006/relationships/slide" Target="slides/slide7.xml"/><Relationship Id="rId34" Type="http://schemas.openxmlformats.org/officeDocument/2006/relationships/slide" Target="slides/slide20.xml"/><Relationship Id="rId42" Type="http://schemas.openxmlformats.org/officeDocument/2006/relationships/slide" Target="slides/slide28.xml"/><Relationship Id="rId47" Type="http://schemas.openxmlformats.org/officeDocument/2006/relationships/slide" Target="slides/slide33.xml"/><Relationship Id="rId50" Type="http://schemas.openxmlformats.org/officeDocument/2006/relationships/slide" Target="slides/slide36.xml"/><Relationship Id="rId55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2.xml"/><Relationship Id="rId29" Type="http://schemas.openxmlformats.org/officeDocument/2006/relationships/slide" Target="slides/slide15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0.xml"/><Relationship Id="rId32" Type="http://schemas.openxmlformats.org/officeDocument/2006/relationships/slide" Target="slides/slide18.xml"/><Relationship Id="rId37" Type="http://schemas.openxmlformats.org/officeDocument/2006/relationships/slide" Target="slides/slide23.xml"/><Relationship Id="rId40" Type="http://schemas.openxmlformats.org/officeDocument/2006/relationships/slide" Target="slides/slide26.xml"/><Relationship Id="rId45" Type="http://schemas.openxmlformats.org/officeDocument/2006/relationships/slide" Target="slides/slide31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30" Type="http://schemas.openxmlformats.org/officeDocument/2006/relationships/slide" Target="slides/slide16.xml"/><Relationship Id="rId35" Type="http://schemas.openxmlformats.org/officeDocument/2006/relationships/slide" Target="slides/slide21.xml"/><Relationship Id="rId43" Type="http://schemas.openxmlformats.org/officeDocument/2006/relationships/slide" Target="slides/slide29.xml"/><Relationship Id="rId48" Type="http://schemas.openxmlformats.org/officeDocument/2006/relationships/slide" Target="slides/slide34.xml"/><Relationship Id="rId56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51" Type="http://schemas.openxmlformats.org/officeDocument/2006/relationships/slide" Target="slides/slide37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slide" Target="slides/slide19.xml"/><Relationship Id="rId38" Type="http://schemas.openxmlformats.org/officeDocument/2006/relationships/slide" Target="slides/slide24.xml"/><Relationship Id="rId46" Type="http://schemas.openxmlformats.org/officeDocument/2006/relationships/slide" Target="slides/slide32.xml"/><Relationship Id="rId59" Type="http://schemas.microsoft.com/office/2016/11/relationships/changesInfo" Target="changesInfos/changesInfo1.xml"/><Relationship Id="rId20" Type="http://schemas.openxmlformats.org/officeDocument/2006/relationships/slide" Target="slides/slide6.xml"/><Relationship Id="rId41" Type="http://schemas.openxmlformats.org/officeDocument/2006/relationships/slide" Target="slides/slide27.xml"/><Relationship Id="rId54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36" Type="http://schemas.openxmlformats.org/officeDocument/2006/relationships/slide" Target="slides/slide22.xml"/><Relationship Id="rId49" Type="http://schemas.openxmlformats.org/officeDocument/2006/relationships/slide" Target="slides/slide35.xml"/><Relationship Id="rId57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31" Type="http://schemas.openxmlformats.org/officeDocument/2006/relationships/slide" Target="slides/slide17.xml"/><Relationship Id="rId44" Type="http://schemas.openxmlformats.org/officeDocument/2006/relationships/slide" Target="slides/slide30.xml"/><Relationship Id="rId52" Type="http://schemas.openxmlformats.org/officeDocument/2006/relationships/notesMaster" Target="notesMasters/notesMaster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Winser" userId="c3146a91-e6bd-4264-bd86-e164e04bc32d" providerId="ADAL" clId="{74F3DE1B-8580-41E7-8EB4-44ADA7C540D1}"/>
    <pc:docChg chg="undo custSel addSld modSld">
      <pc:chgData name="Paul Winser" userId="c3146a91-e6bd-4264-bd86-e164e04bc32d" providerId="ADAL" clId="{74F3DE1B-8580-41E7-8EB4-44ADA7C540D1}" dt="2024-05-28T15:44:20.658" v="117" actId="478"/>
      <pc:docMkLst>
        <pc:docMk/>
      </pc:docMkLst>
      <pc:sldChg chg="addSp delSp modSp mod">
        <pc:chgData name="Paul Winser" userId="c3146a91-e6bd-4264-bd86-e164e04bc32d" providerId="ADAL" clId="{74F3DE1B-8580-41E7-8EB4-44ADA7C540D1}" dt="2024-05-28T15:43:11.192" v="114" actId="478"/>
        <pc:sldMkLst>
          <pc:docMk/>
          <pc:sldMk cId="0" sldId="256"/>
        </pc:sldMkLst>
        <pc:spChg chg="del">
          <ac:chgData name="Paul Winser" userId="c3146a91-e6bd-4264-bd86-e164e04bc32d" providerId="ADAL" clId="{74F3DE1B-8580-41E7-8EB4-44ADA7C540D1}" dt="2024-05-28T15:43:11.192" v="114" actId="478"/>
          <ac:spMkLst>
            <pc:docMk/>
            <pc:sldMk cId="0" sldId="256"/>
            <ac:spMk id="2" creationId="{7E00A4E6-8934-16EA-C7BA-582364CE69A5}"/>
          </ac:spMkLst>
        </pc:spChg>
        <pc:spChg chg="add mod">
          <ac:chgData name="Paul Winser" userId="c3146a91-e6bd-4264-bd86-e164e04bc32d" providerId="ADAL" clId="{74F3DE1B-8580-41E7-8EB4-44ADA7C540D1}" dt="2024-05-24T17:32:32.345" v="3" actId="20577"/>
          <ac:spMkLst>
            <pc:docMk/>
            <pc:sldMk cId="0" sldId="256"/>
            <ac:spMk id="4" creationId="{D465DE50-3189-2921-43F0-7890BBAA72A2}"/>
          </ac:spMkLst>
        </pc:spChg>
      </pc:sldChg>
      <pc:sldChg chg="addSp modSp">
        <pc:chgData name="Paul Winser" userId="c3146a91-e6bd-4264-bd86-e164e04bc32d" providerId="ADAL" clId="{74F3DE1B-8580-41E7-8EB4-44ADA7C540D1}" dt="2024-05-24T17:32:37.659" v="4"/>
        <pc:sldMkLst>
          <pc:docMk/>
          <pc:sldMk cId="0" sldId="257"/>
        </pc:sldMkLst>
        <pc:spChg chg="add mod">
          <ac:chgData name="Paul Winser" userId="c3146a91-e6bd-4264-bd86-e164e04bc32d" providerId="ADAL" clId="{74F3DE1B-8580-41E7-8EB4-44ADA7C540D1}" dt="2024-05-24T17:32:37.659" v="4"/>
          <ac:spMkLst>
            <pc:docMk/>
            <pc:sldMk cId="0" sldId="257"/>
            <ac:spMk id="2" creationId="{8A725095-BB1E-A10B-ECCE-88B867CF4522}"/>
          </ac:spMkLst>
        </pc:spChg>
      </pc:sldChg>
      <pc:sldChg chg="addSp modSp">
        <pc:chgData name="Paul Winser" userId="c3146a91-e6bd-4264-bd86-e164e04bc32d" providerId="ADAL" clId="{74F3DE1B-8580-41E7-8EB4-44ADA7C540D1}" dt="2024-05-24T17:32:39.422" v="5"/>
        <pc:sldMkLst>
          <pc:docMk/>
          <pc:sldMk cId="0" sldId="258"/>
        </pc:sldMkLst>
        <pc:spChg chg="add mod">
          <ac:chgData name="Paul Winser" userId="c3146a91-e6bd-4264-bd86-e164e04bc32d" providerId="ADAL" clId="{74F3DE1B-8580-41E7-8EB4-44ADA7C540D1}" dt="2024-05-24T17:32:39.422" v="5"/>
          <ac:spMkLst>
            <pc:docMk/>
            <pc:sldMk cId="0" sldId="258"/>
            <ac:spMk id="2" creationId="{D9FA4E78-89E2-6B2D-F11F-C0D3BE7A455D}"/>
          </ac:spMkLst>
        </pc:spChg>
      </pc:sldChg>
      <pc:sldChg chg="addSp modSp">
        <pc:chgData name="Paul Winser" userId="c3146a91-e6bd-4264-bd86-e164e04bc32d" providerId="ADAL" clId="{74F3DE1B-8580-41E7-8EB4-44ADA7C540D1}" dt="2024-05-24T17:32:40.883" v="6"/>
        <pc:sldMkLst>
          <pc:docMk/>
          <pc:sldMk cId="0" sldId="272"/>
        </pc:sldMkLst>
        <pc:spChg chg="add mod">
          <ac:chgData name="Paul Winser" userId="c3146a91-e6bd-4264-bd86-e164e04bc32d" providerId="ADAL" clId="{74F3DE1B-8580-41E7-8EB4-44ADA7C540D1}" dt="2024-05-24T17:32:40.883" v="6"/>
          <ac:spMkLst>
            <pc:docMk/>
            <pc:sldMk cId="0" sldId="272"/>
            <ac:spMk id="2" creationId="{02DDC492-1ACD-6CB4-436A-31589CB131C9}"/>
          </ac:spMkLst>
        </pc:spChg>
      </pc:sldChg>
      <pc:sldChg chg="addSp modSp">
        <pc:chgData name="Paul Winser" userId="c3146a91-e6bd-4264-bd86-e164e04bc32d" providerId="ADAL" clId="{74F3DE1B-8580-41E7-8EB4-44ADA7C540D1}" dt="2024-05-24T17:32:55.108" v="14"/>
        <pc:sldMkLst>
          <pc:docMk/>
          <pc:sldMk cId="588007661" sldId="306"/>
        </pc:sldMkLst>
        <pc:spChg chg="add mod">
          <ac:chgData name="Paul Winser" userId="c3146a91-e6bd-4264-bd86-e164e04bc32d" providerId="ADAL" clId="{74F3DE1B-8580-41E7-8EB4-44ADA7C540D1}" dt="2024-05-24T17:32:55.108" v="14"/>
          <ac:spMkLst>
            <pc:docMk/>
            <pc:sldMk cId="588007661" sldId="306"/>
            <ac:spMk id="2" creationId="{495A60AA-2887-4AE9-FD62-02F9A7D92CC0}"/>
          </ac:spMkLst>
        </pc:spChg>
      </pc:sldChg>
      <pc:sldChg chg="addSp modSp">
        <pc:chgData name="Paul Winser" userId="c3146a91-e6bd-4264-bd86-e164e04bc32d" providerId="ADAL" clId="{74F3DE1B-8580-41E7-8EB4-44ADA7C540D1}" dt="2024-05-24T17:33:09.323" v="24"/>
        <pc:sldMkLst>
          <pc:docMk/>
          <pc:sldMk cId="2005355495" sldId="308"/>
        </pc:sldMkLst>
        <pc:spChg chg="add mod">
          <ac:chgData name="Paul Winser" userId="c3146a91-e6bd-4264-bd86-e164e04bc32d" providerId="ADAL" clId="{74F3DE1B-8580-41E7-8EB4-44ADA7C540D1}" dt="2024-05-24T17:33:09.323" v="24"/>
          <ac:spMkLst>
            <pc:docMk/>
            <pc:sldMk cId="2005355495" sldId="308"/>
            <ac:spMk id="2" creationId="{2EAE4C7F-5B78-44C9-CAAB-C69BA6BC8D41}"/>
          </ac:spMkLst>
        </pc:spChg>
      </pc:sldChg>
      <pc:sldChg chg="addSp modSp">
        <pc:chgData name="Paul Winser" userId="c3146a91-e6bd-4264-bd86-e164e04bc32d" providerId="ADAL" clId="{74F3DE1B-8580-41E7-8EB4-44ADA7C540D1}" dt="2024-05-24T17:33:27.488" v="36"/>
        <pc:sldMkLst>
          <pc:docMk/>
          <pc:sldMk cId="2642088470" sldId="311"/>
        </pc:sldMkLst>
        <pc:spChg chg="add mod">
          <ac:chgData name="Paul Winser" userId="c3146a91-e6bd-4264-bd86-e164e04bc32d" providerId="ADAL" clId="{74F3DE1B-8580-41E7-8EB4-44ADA7C540D1}" dt="2024-05-24T17:33:27.488" v="36"/>
          <ac:spMkLst>
            <pc:docMk/>
            <pc:sldMk cId="2642088470" sldId="311"/>
            <ac:spMk id="2" creationId="{40056A2B-496A-C476-C364-EDDA854F68C0}"/>
          </ac:spMkLst>
        </pc:spChg>
      </pc:sldChg>
      <pc:sldChg chg="addSp delSp modSp mod">
        <pc:chgData name="Paul Winser" userId="c3146a91-e6bd-4264-bd86-e164e04bc32d" providerId="ADAL" clId="{74F3DE1B-8580-41E7-8EB4-44ADA7C540D1}" dt="2024-05-24T18:00:28.323" v="52" actId="478"/>
        <pc:sldMkLst>
          <pc:docMk/>
          <pc:sldMk cId="4251873618" sldId="312"/>
        </pc:sldMkLst>
        <pc:spChg chg="mod">
          <ac:chgData name="Paul Winser" userId="c3146a91-e6bd-4264-bd86-e164e04bc32d" providerId="ADAL" clId="{74F3DE1B-8580-41E7-8EB4-44ADA7C540D1}" dt="2024-05-24T18:00:17.731" v="50" actId="1076"/>
          <ac:spMkLst>
            <pc:docMk/>
            <pc:sldMk cId="4251873618" sldId="312"/>
            <ac:spMk id="4" creationId="{C6E7FE23-9743-F6E3-5BA7-A07AF98D8BEE}"/>
          </ac:spMkLst>
        </pc:spChg>
        <pc:spChg chg="mod">
          <ac:chgData name="Paul Winser" userId="c3146a91-e6bd-4264-bd86-e164e04bc32d" providerId="ADAL" clId="{74F3DE1B-8580-41E7-8EB4-44ADA7C540D1}" dt="2024-05-24T18:00:23.642" v="51" actId="1076"/>
          <ac:spMkLst>
            <pc:docMk/>
            <pc:sldMk cId="4251873618" sldId="312"/>
            <ac:spMk id="5" creationId="{88D49A7C-78A1-2AC3-03D7-89C02D1D39DA}"/>
          </ac:spMkLst>
        </pc:spChg>
        <pc:spChg chg="add mod">
          <ac:chgData name="Paul Winser" userId="c3146a91-e6bd-4264-bd86-e164e04bc32d" providerId="ADAL" clId="{74F3DE1B-8580-41E7-8EB4-44ADA7C540D1}" dt="2024-05-24T17:32:42.690" v="7"/>
          <ac:spMkLst>
            <pc:docMk/>
            <pc:sldMk cId="4251873618" sldId="312"/>
            <ac:spMk id="6" creationId="{B543ADB9-8857-B608-8021-DFBD2DA3750A}"/>
          </ac:spMkLst>
        </pc:spChg>
        <pc:spChg chg="add del mod">
          <ac:chgData name="Paul Winser" userId="c3146a91-e6bd-4264-bd86-e164e04bc32d" providerId="ADAL" clId="{74F3DE1B-8580-41E7-8EB4-44ADA7C540D1}" dt="2024-05-24T17:59:34.547" v="42" actId="478"/>
          <ac:spMkLst>
            <pc:docMk/>
            <pc:sldMk cId="4251873618" sldId="312"/>
            <ac:spMk id="7" creationId="{0C6DD2EC-62A5-EC2D-C9AE-B04FE96A8294}"/>
          </ac:spMkLst>
        </pc:spChg>
        <pc:spChg chg="add del mod">
          <ac:chgData name="Paul Winser" userId="c3146a91-e6bd-4264-bd86-e164e04bc32d" providerId="ADAL" clId="{74F3DE1B-8580-41E7-8EB4-44ADA7C540D1}" dt="2024-05-24T18:00:28.323" v="52" actId="478"/>
          <ac:spMkLst>
            <pc:docMk/>
            <pc:sldMk cId="4251873618" sldId="312"/>
            <ac:spMk id="10" creationId="{7CB0DA72-D32A-1891-6C90-FE69A11D3A56}"/>
          </ac:spMkLst>
        </pc:spChg>
        <pc:picChg chg="add del">
          <ac:chgData name="Paul Winser" userId="c3146a91-e6bd-4264-bd86-e164e04bc32d" providerId="ADAL" clId="{74F3DE1B-8580-41E7-8EB4-44ADA7C540D1}" dt="2024-05-24T18:00:06.897" v="48" actId="478"/>
          <ac:picMkLst>
            <pc:docMk/>
            <pc:sldMk cId="4251873618" sldId="312"/>
            <ac:picMk id="8" creationId="{096099E4-5D67-E92D-8A0D-0C45D9C9B078}"/>
          </ac:picMkLst>
        </pc:picChg>
        <pc:picChg chg="add mod ord">
          <ac:chgData name="Paul Winser" userId="c3146a91-e6bd-4264-bd86-e164e04bc32d" providerId="ADAL" clId="{74F3DE1B-8580-41E7-8EB4-44ADA7C540D1}" dt="2024-05-24T18:00:13.298" v="49" actId="1076"/>
          <ac:picMkLst>
            <pc:docMk/>
            <pc:sldMk cId="4251873618" sldId="312"/>
            <ac:picMk id="9" creationId="{B97DF070-C9F8-5DB9-947F-E0A2CB8D2891}"/>
          </ac:picMkLst>
        </pc:picChg>
      </pc:sldChg>
      <pc:sldChg chg="addSp modSp">
        <pc:chgData name="Paul Winser" userId="c3146a91-e6bd-4264-bd86-e164e04bc32d" providerId="ADAL" clId="{74F3DE1B-8580-41E7-8EB4-44ADA7C540D1}" dt="2024-05-24T17:32:48.152" v="10"/>
        <pc:sldMkLst>
          <pc:docMk/>
          <pc:sldMk cId="2911391619" sldId="313"/>
        </pc:sldMkLst>
        <pc:spChg chg="add mod">
          <ac:chgData name="Paul Winser" userId="c3146a91-e6bd-4264-bd86-e164e04bc32d" providerId="ADAL" clId="{74F3DE1B-8580-41E7-8EB4-44ADA7C540D1}" dt="2024-05-24T17:32:48.152" v="10"/>
          <ac:spMkLst>
            <pc:docMk/>
            <pc:sldMk cId="2911391619" sldId="313"/>
            <ac:spMk id="3" creationId="{C62EAEB9-B52C-BACA-FD64-9B93D8B4518E}"/>
          </ac:spMkLst>
        </pc:spChg>
      </pc:sldChg>
      <pc:sldChg chg="addSp modSp">
        <pc:chgData name="Paul Winser" userId="c3146a91-e6bd-4264-bd86-e164e04bc32d" providerId="ADAL" clId="{74F3DE1B-8580-41E7-8EB4-44ADA7C540D1}" dt="2024-05-24T17:32:51.361" v="12"/>
        <pc:sldMkLst>
          <pc:docMk/>
          <pc:sldMk cId="1605671164" sldId="315"/>
        </pc:sldMkLst>
        <pc:spChg chg="add mod">
          <ac:chgData name="Paul Winser" userId="c3146a91-e6bd-4264-bd86-e164e04bc32d" providerId="ADAL" clId="{74F3DE1B-8580-41E7-8EB4-44ADA7C540D1}" dt="2024-05-24T17:32:51.361" v="12"/>
          <ac:spMkLst>
            <pc:docMk/>
            <pc:sldMk cId="1605671164" sldId="315"/>
            <ac:spMk id="3" creationId="{93671F43-D927-4898-2E69-B0353D2B1494}"/>
          </ac:spMkLst>
        </pc:spChg>
      </pc:sldChg>
      <pc:sldChg chg="addSp modSp">
        <pc:chgData name="Paul Winser" userId="c3146a91-e6bd-4264-bd86-e164e04bc32d" providerId="ADAL" clId="{74F3DE1B-8580-41E7-8EB4-44ADA7C540D1}" dt="2024-05-24T17:32:49.638" v="11"/>
        <pc:sldMkLst>
          <pc:docMk/>
          <pc:sldMk cId="2135114090" sldId="316"/>
        </pc:sldMkLst>
        <pc:spChg chg="add mod">
          <ac:chgData name="Paul Winser" userId="c3146a91-e6bd-4264-bd86-e164e04bc32d" providerId="ADAL" clId="{74F3DE1B-8580-41E7-8EB4-44ADA7C540D1}" dt="2024-05-24T17:32:49.638" v="11"/>
          <ac:spMkLst>
            <pc:docMk/>
            <pc:sldMk cId="2135114090" sldId="316"/>
            <ac:spMk id="3" creationId="{AEFC0A8B-DD1E-2AF7-4C1B-FB6FF1F2EA3D}"/>
          </ac:spMkLst>
        </pc:spChg>
      </pc:sldChg>
      <pc:sldChg chg="addSp delSp modSp mod">
        <pc:chgData name="Paul Winser" userId="c3146a91-e6bd-4264-bd86-e164e04bc32d" providerId="ADAL" clId="{74F3DE1B-8580-41E7-8EB4-44ADA7C540D1}" dt="2024-05-24T18:01:08.362" v="61" actId="1076"/>
        <pc:sldMkLst>
          <pc:docMk/>
          <pc:sldMk cId="1855751034" sldId="317"/>
        </pc:sldMkLst>
        <pc:spChg chg="add mod">
          <ac:chgData name="Paul Winser" userId="c3146a91-e6bd-4264-bd86-e164e04bc32d" providerId="ADAL" clId="{74F3DE1B-8580-41E7-8EB4-44ADA7C540D1}" dt="2024-05-24T17:32:53.006" v="13"/>
          <ac:spMkLst>
            <pc:docMk/>
            <pc:sldMk cId="1855751034" sldId="317"/>
            <ac:spMk id="5" creationId="{53DC1FAF-6A88-E9B8-701B-0ACCCAFB0414}"/>
          </ac:spMkLst>
        </pc:spChg>
        <pc:spChg chg="add mod">
          <ac:chgData name="Paul Winser" userId="c3146a91-e6bd-4264-bd86-e164e04bc32d" providerId="ADAL" clId="{74F3DE1B-8580-41E7-8EB4-44ADA7C540D1}" dt="2024-05-24T18:01:02.653" v="57" actId="478"/>
          <ac:spMkLst>
            <pc:docMk/>
            <pc:sldMk cId="1855751034" sldId="317"/>
            <ac:spMk id="6" creationId="{F1584669-EA29-6C5C-738F-48EE559EBD03}"/>
          </ac:spMkLst>
        </pc:spChg>
        <pc:picChg chg="del">
          <ac:chgData name="Paul Winser" userId="c3146a91-e6bd-4264-bd86-e164e04bc32d" providerId="ADAL" clId="{74F3DE1B-8580-41E7-8EB4-44ADA7C540D1}" dt="2024-05-24T18:01:02.653" v="57" actId="478"/>
          <ac:picMkLst>
            <pc:docMk/>
            <pc:sldMk cId="1855751034" sldId="317"/>
            <ac:picMk id="3" creationId="{CFE579B3-1649-24FD-4454-454E74CCBE36}"/>
          </ac:picMkLst>
        </pc:picChg>
        <pc:picChg chg="add mod ord">
          <ac:chgData name="Paul Winser" userId="c3146a91-e6bd-4264-bd86-e164e04bc32d" providerId="ADAL" clId="{74F3DE1B-8580-41E7-8EB4-44ADA7C540D1}" dt="2024-05-24T18:01:08.362" v="61" actId="1076"/>
          <ac:picMkLst>
            <pc:docMk/>
            <pc:sldMk cId="1855751034" sldId="317"/>
            <ac:picMk id="7" creationId="{0967AD82-F3BE-F2AA-47A4-326892F4574A}"/>
          </ac:picMkLst>
        </pc:picChg>
      </pc:sldChg>
      <pc:sldChg chg="addSp modSp">
        <pc:chgData name="Paul Winser" userId="c3146a91-e6bd-4264-bd86-e164e04bc32d" providerId="ADAL" clId="{74F3DE1B-8580-41E7-8EB4-44ADA7C540D1}" dt="2024-05-24T17:32:56.383" v="15"/>
        <pc:sldMkLst>
          <pc:docMk/>
          <pc:sldMk cId="3740864856" sldId="318"/>
        </pc:sldMkLst>
        <pc:spChg chg="add mod">
          <ac:chgData name="Paul Winser" userId="c3146a91-e6bd-4264-bd86-e164e04bc32d" providerId="ADAL" clId="{74F3DE1B-8580-41E7-8EB4-44ADA7C540D1}" dt="2024-05-24T17:32:56.383" v="15"/>
          <ac:spMkLst>
            <pc:docMk/>
            <pc:sldMk cId="3740864856" sldId="318"/>
            <ac:spMk id="3" creationId="{EAF321EE-AE02-2786-2603-5321F7D29EB0}"/>
          </ac:spMkLst>
        </pc:spChg>
      </pc:sldChg>
      <pc:sldChg chg="addSp delSp modSp mod">
        <pc:chgData name="Paul Winser" userId="c3146a91-e6bd-4264-bd86-e164e04bc32d" providerId="ADAL" clId="{74F3DE1B-8580-41E7-8EB4-44ADA7C540D1}" dt="2024-05-24T18:02:25.642" v="80" actId="478"/>
        <pc:sldMkLst>
          <pc:docMk/>
          <pc:sldMk cId="3055367689" sldId="319"/>
        </pc:sldMkLst>
        <pc:spChg chg="mod">
          <ac:chgData name="Paul Winser" userId="c3146a91-e6bd-4264-bd86-e164e04bc32d" providerId="ADAL" clId="{74F3DE1B-8580-41E7-8EB4-44ADA7C540D1}" dt="2024-05-24T18:01:57.096" v="71" actId="1076"/>
          <ac:spMkLst>
            <pc:docMk/>
            <pc:sldMk cId="3055367689" sldId="319"/>
            <ac:spMk id="7" creationId="{3187AA16-9B40-750F-B21D-29B07F15A5C6}"/>
          </ac:spMkLst>
        </pc:spChg>
        <pc:spChg chg="mod">
          <ac:chgData name="Paul Winser" userId="c3146a91-e6bd-4264-bd86-e164e04bc32d" providerId="ADAL" clId="{74F3DE1B-8580-41E7-8EB4-44ADA7C540D1}" dt="2024-05-24T18:02:17.944" v="78" actId="1076"/>
          <ac:spMkLst>
            <pc:docMk/>
            <pc:sldMk cId="3055367689" sldId="319"/>
            <ac:spMk id="9" creationId="{4AB272F8-7E0D-9DE9-C7A4-6B5D6941C313}"/>
          </ac:spMkLst>
        </pc:spChg>
        <pc:spChg chg="mod">
          <ac:chgData name="Paul Winser" userId="c3146a91-e6bd-4264-bd86-e164e04bc32d" providerId="ADAL" clId="{74F3DE1B-8580-41E7-8EB4-44ADA7C540D1}" dt="2024-05-24T18:02:20.855" v="79" actId="1076"/>
          <ac:spMkLst>
            <pc:docMk/>
            <pc:sldMk cId="3055367689" sldId="319"/>
            <ac:spMk id="11" creationId="{72BDE5B3-7969-A024-C7B5-7D7536DF79FE}"/>
          </ac:spMkLst>
        </pc:spChg>
        <pc:spChg chg="add mod">
          <ac:chgData name="Paul Winser" userId="c3146a91-e6bd-4264-bd86-e164e04bc32d" providerId="ADAL" clId="{74F3DE1B-8580-41E7-8EB4-44ADA7C540D1}" dt="2024-05-24T17:33:00.897" v="18"/>
          <ac:spMkLst>
            <pc:docMk/>
            <pc:sldMk cId="3055367689" sldId="319"/>
            <ac:spMk id="13" creationId="{A7776B94-AA02-F5BA-138F-429B017CD84B}"/>
          </ac:spMkLst>
        </pc:spChg>
        <pc:spChg chg="add del mod">
          <ac:chgData name="Paul Winser" userId="c3146a91-e6bd-4264-bd86-e164e04bc32d" providerId="ADAL" clId="{74F3DE1B-8580-41E7-8EB4-44ADA7C540D1}" dt="2024-05-24T18:02:01.057" v="72" actId="478"/>
          <ac:spMkLst>
            <pc:docMk/>
            <pc:sldMk cId="3055367689" sldId="319"/>
            <ac:spMk id="14" creationId="{594B0D06-C36C-CCBD-2039-79F39C5BC01D}"/>
          </ac:spMkLst>
        </pc:spChg>
        <pc:spChg chg="add del mod">
          <ac:chgData name="Paul Winser" userId="c3146a91-e6bd-4264-bd86-e164e04bc32d" providerId="ADAL" clId="{74F3DE1B-8580-41E7-8EB4-44ADA7C540D1}" dt="2024-05-24T17:33:03.488" v="20"/>
          <ac:spMkLst>
            <pc:docMk/>
            <pc:sldMk cId="3055367689" sldId="319"/>
            <ac:spMk id="14" creationId="{80C015DA-C124-B083-9956-971C9BB03FFF}"/>
          </ac:spMkLst>
        </pc:spChg>
        <pc:spChg chg="add del mod">
          <ac:chgData name="Paul Winser" userId="c3146a91-e6bd-4264-bd86-e164e04bc32d" providerId="ADAL" clId="{74F3DE1B-8580-41E7-8EB4-44ADA7C540D1}" dt="2024-05-24T18:02:25.642" v="80" actId="478"/>
          <ac:spMkLst>
            <pc:docMk/>
            <pc:sldMk cId="3055367689" sldId="319"/>
            <ac:spMk id="16" creationId="{05B00FD3-8A37-07F1-2678-3FB7948EE782}"/>
          </ac:spMkLst>
        </pc:spChg>
        <pc:picChg chg="del">
          <ac:chgData name="Paul Winser" userId="c3146a91-e6bd-4264-bd86-e164e04bc32d" providerId="ADAL" clId="{74F3DE1B-8580-41E7-8EB4-44ADA7C540D1}" dt="2024-05-24T18:02:05.460" v="73" actId="478"/>
          <ac:picMkLst>
            <pc:docMk/>
            <pc:sldMk cId="3055367689" sldId="319"/>
            <ac:picMk id="8" creationId="{2AC443A0-401E-5ACF-C502-478CB2BD215F}"/>
          </ac:picMkLst>
        </pc:picChg>
        <pc:picChg chg="del">
          <ac:chgData name="Paul Winser" userId="c3146a91-e6bd-4264-bd86-e164e04bc32d" providerId="ADAL" clId="{74F3DE1B-8580-41E7-8EB4-44ADA7C540D1}" dt="2024-05-24T18:01:42.203" v="66" actId="478"/>
          <ac:picMkLst>
            <pc:docMk/>
            <pc:sldMk cId="3055367689" sldId="319"/>
            <ac:picMk id="10" creationId="{1AB0847C-5001-921C-7DB3-D03E13A9C4DB}"/>
          </ac:picMkLst>
        </pc:picChg>
        <pc:picChg chg="add mod ord">
          <ac:chgData name="Paul Winser" userId="c3146a91-e6bd-4264-bd86-e164e04bc32d" providerId="ADAL" clId="{74F3DE1B-8580-41E7-8EB4-44ADA7C540D1}" dt="2024-05-24T18:01:53.829" v="70" actId="1076"/>
          <ac:picMkLst>
            <pc:docMk/>
            <pc:sldMk cId="3055367689" sldId="319"/>
            <ac:picMk id="15" creationId="{1817A253-C953-BFF4-0FC3-0DA2818112A1}"/>
          </ac:picMkLst>
        </pc:picChg>
        <pc:picChg chg="add mod ord">
          <ac:chgData name="Paul Winser" userId="c3146a91-e6bd-4264-bd86-e164e04bc32d" providerId="ADAL" clId="{74F3DE1B-8580-41E7-8EB4-44ADA7C540D1}" dt="2024-05-24T18:02:14.485" v="77" actId="1076"/>
          <ac:picMkLst>
            <pc:docMk/>
            <pc:sldMk cId="3055367689" sldId="319"/>
            <ac:picMk id="17" creationId="{7498FB34-08A3-B25A-0047-0AE0B182395C}"/>
          </ac:picMkLst>
        </pc:picChg>
      </pc:sldChg>
      <pc:sldChg chg="addSp modSp">
        <pc:chgData name="Paul Winser" userId="c3146a91-e6bd-4264-bd86-e164e04bc32d" providerId="ADAL" clId="{74F3DE1B-8580-41E7-8EB4-44ADA7C540D1}" dt="2024-05-24T17:33:07.936" v="23"/>
        <pc:sldMkLst>
          <pc:docMk/>
          <pc:sldMk cId="3069731733" sldId="320"/>
        </pc:sldMkLst>
        <pc:spChg chg="add mod">
          <ac:chgData name="Paul Winser" userId="c3146a91-e6bd-4264-bd86-e164e04bc32d" providerId="ADAL" clId="{74F3DE1B-8580-41E7-8EB4-44ADA7C540D1}" dt="2024-05-24T17:33:07.936" v="23"/>
          <ac:spMkLst>
            <pc:docMk/>
            <pc:sldMk cId="3069731733" sldId="320"/>
            <ac:spMk id="3" creationId="{8E7D76F2-36D5-CC41-893B-4EBA4E57FC2C}"/>
          </ac:spMkLst>
        </pc:spChg>
      </pc:sldChg>
      <pc:sldChg chg="addSp delSp modSp">
        <pc:chgData name="Paul Winser" userId="c3146a91-e6bd-4264-bd86-e164e04bc32d" providerId="ADAL" clId="{74F3DE1B-8580-41E7-8EB4-44ADA7C540D1}" dt="2024-05-24T18:02:44.986" v="87" actId="1036"/>
        <pc:sldMkLst>
          <pc:docMk/>
          <pc:sldMk cId="3158193541" sldId="321"/>
        </pc:sldMkLst>
        <pc:spChg chg="add mod">
          <ac:chgData name="Paul Winser" userId="c3146a91-e6bd-4264-bd86-e164e04bc32d" providerId="ADAL" clId="{74F3DE1B-8580-41E7-8EB4-44ADA7C540D1}" dt="2024-05-24T17:33:06.599" v="22"/>
          <ac:spMkLst>
            <pc:docMk/>
            <pc:sldMk cId="3158193541" sldId="321"/>
            <ac:spMk id="8" creationId="{B6869FDC-B439-F844-0E6A-BB071AE4DAE0}"/>
          </ac:spMkLst>
        </pc:spChg>
        <pc:spChg chg="add del mod">
          <ac:chgData name="Paul Winser" userId="c3146a91-e6bd-4264-bd86-e164e04bc32d" providerId="ADAL" clId="{74F3DE1B-8580-41E7-8EB4-44ADA7C540D1}" dt="2024-05-24T18:02:39.854" v="82" actId="478"/>
          <ac:spMkLst>
            <pc:docMk/>
            <pc:sldMk cId="3158193541" sldId="321"/>
            <ac:spMk id="9" creationId="{E8B9E04F-B955-B5A7-C437-4477205B2629}"/>
          </ac:spMkLst>
        </pc:spChg>
        <pc:picChg chg="del">
          <ac:chgData name="Paul Winser" userId="c3146a91-e6bd-4264-bd86-e164e04bc32d" providerId="ADAL" clId="{74F3DE1B-8580-41E7-8EB4-44ADA7C540D1}" dt="2024-05-24T18:02:36.235" v="81" actId="478"/>
          <ac:picMkLst>
            <pc:docMk/>
            <pc:sldMk cId="3158193541" sldId="321"/>
            <ac:picMk id="7" creationId="{9AFC0AF9-FCE4-BB35-2809-6B412F49E09C}"/>
          </ac:picMkLst>
        </pc:picChg>
        <pc:picChg chg="add mod">
          <ac:chgData name="Paul Winser" userId="c3146a91-e6bd-4264-bd86-e164e04bc32d" providerId="ADAL" clId="{74F3DE1B-8580-41E7-8EB4-44ADA7C540D1}" dt="2024-05-24T18:02:44.986" v="87" actId="1036"/>
          <ac:picMkLst>
            <pc:docMk/>
            <pc:sldMk cId="3158193541" sldId="321"/>
            <ac:picMk id="10" creationId="{C6362DF5-8ADD-A702-7530-518D0018855A}"/>
          </ac:picMkLst>
        </pc:picChg>
      </pc:sldChg>
      <pc:sldChg chg="addSp modSp">
        <pc:chgData name="Paul Winser" userId="c3146a91-e6bd-4264-bd86-e164e04bc32d" providerId="ADAL" clId="{74F3DE1B-8580-41E7-8EB4-44ADA7C540D1}" dt="2024-05-24T17:33:04.339" v="21"/>
        <pc:sldMkLst>
          <pc:docMk/>
          <pc:sldMk cId="2812489471" sldId="322"/>
        </pc:sldMkLst>
        <pc:spChg chg="add mod">
          <ac:chgData name="Paul Winser" userId="c3146a91-e6bd-4264-bd86-e164e04bc32d" providerId="ADAL" clId="{74F3DE1B-8580-41E7-8EB4-44ADA7C540D1}" dt="2024-05-24T17:33:04.339" v="21"/>
          <ac:spMkLst>
            <pc:docMk/>
            <pc:sldMk cId="2812489471" sldId="322"/>
            <ac:spMk id="3" creationId="{A5865E3B-EBE0-DF41-0135-6A00F0915009}"/>
          </ac:spMkLst>
        </pc:spChg>
      </pc:sldChg>
      <pc:sldChg chg="addSp modSp">
        <pc:chgData name="Paul Winser" userId="c3146a91-e6bd-4264-bd86-e164e04bc32d" providerId="ADAL" clId="{74F3DE1B-8580-41E7-8EB4-44ADA7C540D1}" dt="2024-05-24T17:33:10.905" v="25"/>
        <pc:sldMkLst>
          <pc:docMk/>
          <pc:sldMk cId="2329970607" sldId="324"/>
        </pc:sldMkLst>
        <pc:spChg chg="add mod">
          <ac:chgData name="Paul Winser" userId="c3146a91-e6bd-4264-bd86-e164e04bc32d" providerId="ADAL" clId="{74F3DE1B-8580-41E7-8EB4-44ADA7C540D1}" dt="2024-05-24T17:33:10.905" v="25"/>
          <ac:spMkLst>
            <pc:docMk/>
            <pc:sldMk cId="2329970607" sldId="324"/>
            <ac:spMk id="3" creationId="{4335CCFF-B6DB-4143-6524-165E2310BD36}"/>
          </ac:spMkLst>
        </pc:spChg>
      </pc:sldChg>
      <pc:sldChg chg="addSp modSp">
        <pc:chgData name="Paul Winser" userId="c3146a91-e6bd-4264-bd86-e164e04bc32d" providerId="ADAL" clId="{74F3DE1B-8580-41E7-8EB4-44ADA7C540D1}" dt="2024-05-24T17:33:12.316" v="26"/>
        <pc:sldMkLst>
          <pc:docMk/>
          <pc:sldMk cId="2135665731" sldId="325"/>
        </pc:sldMkLst>
        <pc:spChg chg="add mod">
          <ac:chgData name="Paul Winser" userId="c3146a91-e6bd-4264-bd86-e164e04bc32d" providerId="ADAL" clId="{74F3DE1B-8580-41E7-8EB4-44ADA7C540D1}" dt="2024-05-24T17:33:12.316" v="26"/>
          <ac:spMkLst>
            <pc:docMk/>
            <pc:sldMk cId="2135665731" sldId="325"/>
            <ac:spMk id="3" creationId="{75ED3D7C-3603-0A4A-ABB7-F3695EF9C085}"/>
          </ac:spMkLst>
        </pc:spChg>
      </pc:sldChg>
      <pc:sldChg chg="addSp modSp">
        <pc:chgData name="Paul Winser" userId="c3146a91-e6bd-4264-bd86-e164e04bc32d" providerId="ADAL" clId="{74F3DE1B-8580-41E7-8EB4-44ADA7C540D1}" dt="2024-05-24T17:33:13.801" v="27"/>
        <pc:sldMkLst>
          <pc:docMk/>
          <pc:sldMk cId="3065346662" sldId="326"/>
        </pc:sldMkLst>
        <pc:spChg chg="add mod">
          <ac:chgData name="Paul Winser" userId="c3146a91-e6bd-4264-bd86-e164e04bc32d" providerId="ADAL" clId="{74F3DE1B-8580-41E7-8EB4-44ADA7C540D1}" dt="2024-05-24T17:33:13.801" v="27"/>
          <ac:spMkLst>
            <pc:docMk/>
            <pc:sldMk cId="3065346662" sldId="326"/>
            <ac:spMk id="3" creationId="{B8ABBAD2-4809-231E-CDF4-4B911BC47433}"/>
          </ac:spMkLst>
        </pc:spChg>
      </pc:sldChg>
      <pc:sldChg chg="addSp modSp">
        <pc:chgData name="Paul Winser" userId="c3146a91-e6bd-4264-bd86-e164e04bc32d" providerId="ADAL" clId="{74F3DE1B-8580-41E7-8EB4-44ADA7C540D1}" dt="2024-05-24T17:33:19.916" v="31"/>
        <pc:sldMkLst>
          <pc:docMk/>
          <pc:sldMk cId="1676464260" sldId="327"/>
        </pc:sldMkLst>
        <pc:spChg chg="add mod">
          <ac:chgData name="Paul Winser" userId="c3146a91-e6bd-4264-bd86-e164e04bc32d" providerId="ADAL" clId="{74F3DE1B-8580-41E7-8EB4-44ADA7C540D1}" dt="2024-05-24T17:33:19.916" v="31"/>
          <ac:spMkLst>
            <pc:docMk/>
            <pc:sldMk cId="1676464260" sldId="327"/>
            <ac:spMk id="3" creationId="{6083463F-21A9-84D6-E2D2-4805365E63E5}"/>
          </ac:spMkLst>
        </pc:spChg>
      </pc:sldChg>
      <pc:sldChg chg="addSp modSp">
        <pc:chgData name="Paul Winser" userId="c3146a91-e6bd-4264-bd86-e164e04bc32d" providerId="ADAL" clId="{74F3DE1B-8580-41E7-8EB4-44ADA7C540D1}" dt="2024-05-24T17:33:29.137" v="37"/>
        <pc:sldMkLst>
          <pc:docMk/>
          <pc:sldMk cId="2557100194" sldId="328"/>
        </pc:sldMkLst>
        <pc:spChg chg="add mod">
          <ac:chgData name="Paul Winser" userId="c3146a91-e6bd-4264-bd86-e164e04bc32d" providerId="ADAL" clId="{74F3DE1B-8580-41E7-8EB4-44ADA7C540D1}" dt="2024-05-24T17:33:29.137" v="37"/>
          <ac:spMkLst>
            <pc:docMk/>
            <pc:sldMk cId="2557100194" sldId="328"/>
            <ac:spMk id="4" creationId="{877C1AF0-9A9B-3B35-F1F0-68C1ED194CF9}"/>
          </ac:spMkLst>
        </pc:spChg>
      </pc:sldChg>
      <pc:sldChg chg="addSp modSp">
        <pc:chgData name="Paul Winser" userId="c3146a91-e6bd-4264-bd86-e164e04bc32d" providerId="ADAL" clId="{74F3DE1B-8580-41E7-8EB4-44ADA7C540D1}" dt="2024-05-24T17:33:30.365" v="38"/>
        <pc:sldMkLst>
          <pc:docMk/>
          <pc:sldMk cId="329191009" sldId="329"/>
        </pc:sldMkLst>
        <pc:spChg chg="add mod">
          <ac:chgData name="Paul Winser" userId="c3146a91-e6bd-4264-bd86-e164e04bc32d" providerId="ADAL" clId="{74F3DE1B-8580-41E7-8EB4-44ADA7C540D1}" dt="2024-05-24T17:33:30.365" v="38"/>
          <ac:spMkLst>
            <pc:docMk/>
            <pc:sldMk cId="329191009" sldId="329"/>
            <ac:spMk id="8" creationId="{B5700343-71F7-C0BD-C363-551AE3FB0CC0}"/>
          </ac:spMkLst>
        </pc:spChg>
      </pc:sldChg>
      <pc:sldChg chg="addSp delSp modSp mod">
        <pc:chgData name="Paul Winser" userId="c3146a91-e6bd-4264-bd86-e164e04bc32d" providerId="ADAL" clId="{74F3DE1B-8580-41E7-8EB4-44ADA7C540D1}" dt="2024-05-24T18:04:19.747" v="113" actId="1038"/>
        <pc:sldMkLst>
          <pc:docMk/>
          <pc:sldMk cId="442393732" sldId="330"/>
        </pc:sldMkLst>
        <pc:spChg chg="mod">
          <ac:chgData name="Paul Winser" userId="c3146a91-e6bd-4264-bd86-e164e04bc32d" providerId="ADAL" clId="{74F3DE1B-8580-41E7-8EB4-44ADA7C540D1}" dt="2024-05-24T18:04:02.935" v="103" actId="14100"/>
          <ac:spMkLst>
            <pc:docMk/>
            <pc:sldMk cId="442393732" sldId="330"/>
            <ac:spMk id="4" creationId="{77A40B0F-1E3B-1489-23E3-BFF76057D65A}"/>
          </ac:spMkLst>
        </pc:spChg>
        <pc:spChg chg="mod">
          <ac:chgData name="Paul Winser" userId="c3146a91-e6bd-4264-bd86-e164e04bc32d" providerId="ADAL" clId="{74F3DE1B-8580-41E7-8EB4-44ADA7C540D1}" dt="2024-05-24T18:04:19.747" v="113" actId="1038"/>
          <ac:spMkLst>
            <pc:docMk/>
            <pc:sldMk cId="442393732" sldId="330"/>
            <ac:spMk id="6" creationId="{720F64EF-FDA2-F5EE-4A8F-67899803AF2E}"/>
          </ac:spMkLst>
        </pc:spChg>
        <pc:spChg chg="add mod">
          <ac:chgData name="Paul Winser" userId="c3146a91-e6bd-4264-bd86-e164e04bc32d" providerId="ADAL" clId="{74F3DE1B-8580-41E7-8EB4-44ADA7C540D1}" dt="2024-05-24T17:33:32.306" v="39"/>
          <ac:spMkLst>
            <pc:docMk/>
            <pc:sldMk cId="442393732" sldId="330"/>
            <ac:spMk id="9" creationId="{C1633D56-087C-5A57-1313-FF0739CA4A1E}"/>
          </ac:spMkLst>
        </pc:spChg>
        <pc:spChg chg="add del mod">
          <ac:chgData name="Paul Winser" userId="c3146a91-e6bd-4264-bd86-e164e04bc32d" providerId="ADAL" clId="{74F3DE1B-8580-41E7-8EB4-44ADA7C540D1}" dt="2024-05-24T18:04:08.485" v="104" actId="478"/>
          <ac:spMkLst>
            <pc:docMk/>
            <pc:sldMk cId="442393732" sldId="330"/>
            <ac:spMk id="10" creationId="{AE8F7760-9503-121A-1B1E-C83D5EA80A09}"/>
          </ac:spMkLst>
        </pc:spChg>
        <pc:picChg chg="add del mod">
          <ac:chgData name="Paul Winser" userId="c3146a91-e6bd-4264-bd86-e164e04bc32d" providerId="ADAL" clId="{74F3DE1B-8580-41E7-8EB4-44ADA7C540D1}" dt="2024-05-24T18:04:10.088" v="105" actId="478"/>
          <ac:picMkLst>
            <pc:docMk/>
            <pc:sldMk cId="442393732" sldId="330"/>
            <ac:picMk id="3" creationId="{B89A9B67-0C38-E8F3-33F0-C87CEBF9B810}"/>
          </ac:picMkLst>
        </pc:picChg>
        <pc:picChg chg="add mod ord">
          <ac:chgData name="Paul Winser" userId="c3146a91-e6bd-4264-bd86-e164e04bc32d" providerId="ADAL" clId="{74F3DE1B-8580-41E7-8EB4-44ADA7C540D1}" dt="2024-05-24T18:04:00.012" v="102" actId="1076"/>
          <ac:picMkLst>
            <pc:docMk/>
            <pc:sldMk cId="442393732" sldId="330"/>
            <ac:picMk id="11" creationId="{2C2DE581-BD14-6A07-0B8E-D4CB5E519459}"/>
          </ac:picMkLst>
        </pc:picChg>
        <pc:picChg chg="del">
          <ac:chgData name="Paul Winser" userId="c3146a91-e6bd-4264-bd86-e164e04bc32d" providerId="ADAL" clId="{74F3DE1B-8580-41E7-8EB4-44ADA7C540D1}" dt="2024-05-24T18:03:41.499" v="97" actId="478"/>
          <ac:picMkLst>
            <pc:docMk/>
            <pc:sldMk cId="442393732" sldId="330"/>
            <ac:picMk id="12" creationId="{7A853B6B-DD2F-EA34-FD67-7D75361E9536}"/>
          </ac:picMkLst>
        </pc:picChg>
      </pc:sldChg>
      <pc:sldChg chg="addSp modSp">
        <pc:chgData name="Paul Winser" userId="c3146a91-e6bd-4264-bd86-e164e04bc32d" providerId="ADAL" clId="{74F3DE1B-8580-41E7-8EB4-44ADA7C540D1}" dt="2024-05-24T17:33:34.437" v="40"/>
        <pc:sldMkLst>
          <pc:docMk/>
          <pc:sldMk cId="542668535" sldId="331"/>
        </pc:sldMkLst>
        <pc:spChg chg="add mod">
          <ac:chgData name="Paul Winser" userId="c3146a91-e6bd-4264-bd86-e164e04bc32d" providerId="ADAL" clId="{74F3DE1B-8580-41E7-8EB4-44ADA7C540D1}" dt="2024-05-24T17:33:34.437" v="40"/>
          <ac:spMkLst>
            <pc:docMk/>
            <pc:sldMk cId="542668535" sldId="331"/>
            <ac:spMk id="3" creationId="{3E6AFAB2-F534-7E72-B543-2DC494F5C8FB}"/>
          </ac:spMkLst>
        </pc:spChg>
      </pc:sldChg>
      <pc:sldChg chg="addSp delSp modSp mod">
        <pc:chgData name="Paul Winser" userId="c3146a91-e6bd-4264-bd86-e164e04bc32d" providerId="ADAL" clId="{74F3DE1B-8580-41E7-8EB4-44ADA7C540D1}" dt="2024-05-24T18:00:41.432" v="56" actId="478"/>
        <pc:sldMkLst>
          <pc:docMk/>
          <pc:sldMk cId="2816245374" sldId="332"/>
        </pc:sldMkLst>
        <pc:spChg chg="add mod">
          <ac:chgData name="Paul Winser" userId="c3146a91-e6bd-4264-bd86-e164e04bc32d" providerId="ADAL" clId="{74F3DE1B-8580-41E7-8EB4-44ADA7C540D1}" dt="2024-05-24T17:32:44.315" v="8"/>
          <ac:spMkLst>
            <pc:docMk/>
            <pc:sldMk cId="2816245374" sldId="332"/>
            <ac:spMk id="3" creationId="{066938FD-7834-0256-C10F-6CF4EC4B1625}"/>
          </ac:spMkLst>
        </pc:spChg>
        <pc:spChg chg="add del mod">
          <ac:chgData name="Paul Winser" userId="c3146a91-e6bd-4264-bd86-e164e04bc32d" providerId="ADAL" clId="{74F3DE1B-8580-41E7-8EB4-44ADA7C540D1}" dt="2024-05-24T18:00:41.432" v="56" actId="478"/>
          <ac:spMkLst>
            <pc:docMk/>
            <pc:sldMk cId="2816245374" sldId="332"/>
            <ac:spMk id="4" creationId="{98361A3A-E9F5-5EA8-F35E-10318C447408}"/>
          </ac:spMkLst>
        </pc:spChg>
        <pc:picChg chg="del">
          <ac:chgData name="Paul Winser" userId="c3146a91-e6bd-4264-bd86-e164e04bc32d" providerId="ADAL" clId="{74F3DE1B-8580-41E7-8EB4-44ADA7C540D1}" dt="2024-05-24T18:00:36.539" v="53" actId="478"/>
          <ac:picMkLst>
            <pc:docMk/>
            <pc:sldMk cId="2816245374" sldId="332"/>
            <ac:picMk id="5" creationId="{1239D874-64FD-6BC9-1238-72EE1F920B4A}"/>
          </ac:picMkLst>
        </pc:picChg>
        <pc:picChg chg="add mod">
          <ac:chgData name="Paul Winser" userId="c3146a91-e6bd-4264-bd86-e164e04bc32d" providerId="ADAL" clId="{74F3DE1B-8580-41E7-8EB4-44ADA7C540D1}" dt="2024-05-24T18:00:39.132" v="55" actId="1076"/>
          <ac:picMkLst>
            <pc:docMk/>
            <pc:sldMk cId="2816245374" sldId="332"/>
            <ac:picMk id="6" creationId="{A0303988-2733-CB38-A089-3AC340B765FB}"/>
          </ac:picMkLst>
        </pc:picChg>
      </pc:sldChg>
      <pc:sldChg chg="addSp modSp">
        <pc:chgData name="Paul Winser" userId="c3146a91-e6bd-4264-bd86-e164e04bc32d" providerId="ADAL" clId="{74F3DE1B-8580-41E7-8EB4-44ADA7C540D1}" dt="2024-05-24T17:32:46.562" v="9"/>
        <pc:sldMkLst>
          <pc:docMk/>
          <pc:sldMk cId="2308088068" sldId="333"/>
        </pc:sldMkLst>
        <pc:spChg chg="add mod">
          <ac:chgData name="Paul Winser" userId="c3146a91-e6bd-4264-bd86-e164e04bc32d" providerId="ADAL" clId="{74F3DE1B-8580-41E7-8EB4-44ADA7C540D1}" dt="2024-05-24T17:32:46.562" v="9"/>
          <ac:spMkLst>
            <pc:docMk/>
            <pc:sldMk cId="2308088068" sldId="333"/>
            <ac:spMk id="3" creationId="{036E5654-D847-B1AF-CC4B-1D32D326E7C6}"/>
          </ac:spMkLst>
        </pc:spChg>
      </pc:sldChg>
      <pc:sldChg chg="addSp delSp modSp mod">
        <pc:chgData name="Paul Winser" userId="c3146a91-e6bd-4264-bd86-e164e04bc32d" providerId="ADAL" clId="{74F3DE1B-8580-41E7-8EB4-44ADA7C540D1}" dt="2024-05-24T18:01:29.160" v="65" actId="1076"/>
        <pc:sldMkLst>
          <pc:docMk/>
          <pc:sldMk cId="1696697254" sldId="334"/>
        </pc:sldMkLst>
        <pc:spChg chg="add mod">
          <ac:chgData name="Paul Winser" userId="c3146a91-e6bd-4264-bd86-e164e04bc32d" providerId="ADAL" clId="{74F3DE1B-8580-41E7-8EB4-44ADA7C540D1}" dt="2024-05-24T17:32:57.663" v="16"/>
          <ac:spMkLst>
            <pc:docMk/>
            <pc:sldMk cId="1696697254" sldId="334"/>
            <ac:spMk id="2" creationId="{EC4FA696-71E4-8F23-E914-DDBBD4F784AC}"/>
          </ac:spMkLst>
        </pc:spChg>
        <pc:spChg chg="add del mod">
          <ac:chgData name="Paul Winser" userId="c3146a91-e6bd-4264-bd86-e164e04bc32d" providerId="ADAL" clId="{74F3DE1B-8580-41E7-8EB4-44ADA7C540D1}" dt="2024-05-24T18:01:25.754" v="64" actId="478"/>
          <ac:spMkLst>
            <pc:docMk/>
            <pc:sldMk cId="1696697254" sldId="334"/>
            <ac:spMk id="3" creationId="{45EFD28B-9AFA-7F8B-1BB9-6F21C6C41B9C}"/>
          </ac:spMkLst>
        </pc:spChg>
        <pc:picChg chg="add mod">
          <ac:chgData name="Paul Winser" userId="c3146a91-e6bd-4264-bd86-e164e04bc32d" providerId="ADAL" clId="{74F3DE1B-8580-41E7-8EB4-44ADA7C540D1}" dt="2024-05-24T18:01:29.160" v="65" actId="1076"/>
          <ac:picMkLst>
            <pc:docMk/>
            <pc:sldMk cId="1696697254" sldId="334"/>
            <ac:picMk id="4" creationId="{5C6AB922-762B-0303-F772-18DAA6D9ECD5}"/>
          </ac:picMkLst>
        </pc:picChg>
        <pc:picChg chg="del">
          <ac:chgData name="Paul Winser" userId="c3146a91-e6bd-4264-bd86-e164e04bc32d" providerId="ADAL" clId="{74F3DE1B-8580-41E7-8EB4-44ADA7C540D1}" dt="2024-05-24T18:01:23.468" v="62" actId="478"/>
          <ac:picMkLst>
            <pc:docMk/>
            <pc:sldMk cId="1696697254" sldId="334"/>
            <ac:picMk id="12" creationId="{3D8D0FFF-BF76-3A77-937B-8AB3DABC4407}"/>
          </ac:picMkLst>
        </pc:picChg>
      </pc:sldChg>
      <pc:sldChg chg="addSp modSp">
        <pc:chgData name="Paul Winser" userId="c3146a91-e6bd-4264-bd86-e164e04bc32d" providerId="ADAL" clId="{74F3DE1B-8580-41E7-8EB4-44ADA7C540D1}" dt="2024-05-24T17:32:59.249" v="17"/>
        <pc:sldMkLst>
          <pc:docMk/>
          <pc:sldMk cId="1828183009" sldId="335"/>
        </pc:sldMkLst>
        <pc:spChg chg="add mod">
          <ac:chgData name="Paul Winser" userId="c3146a91-e6bd-4264-bd86-e164e04bc32d" providerId="ADAL" clId="{74F3DE1B-8580-41E7-8EB4-44ADA7C540D1}" dt="2024-05-24T17:32:59.249" v="17"/>
          <ac:spMkLst>
            <pc:docMk/>
            <pc:sldMk cId="1828183009" sldId="335"/>
            <ac:spMk id="5" creationId="{DC50A38F-B351-4809-D4C9-0893AFC13DCB}"/>
          </ac:spMkLst>
        </pc:spChg>
      </pc:sldChg>
      <pc:sldChg chg="addSp modSp">
        <pc:chgData name="Paul Winser" userId="c3146a91-e6bd-4264-bd86-e164e04bc32d" providerId="ADAL" clId="{74F3DE1B-8580-41E7-8EB4-44ADA7C540D1}" dt="2024-05-24T17:33:22.995" v="33"/>
        <pc:sldMkLst>
          <pc:docMk/>
          <pc:sldMk cId="1251154413" sldId="337"/>
        </pc:sldMkLst>
        <pc:spChg chg="add mod">
          <ac:chgData name="Paul Winser" userId="c3146a91-e6bd-4264-bd86-e164e04bc32d" providerId="ADAL" clId="{74F3DE1B-8580-41E7-8EB4-44ADA7C540D1}" dt="2024-05-24T17:33:22.995" v="33"/>
          <ac:spMkLst>
            <pc:docMk/>
            <pc:sldMk cId="1251154413" sldId="337"/>
            <ac:spMk id="5" creationId="{0BA53889-AAC3-6CFB-9C30-1D6B9D19C2B2}"/>
          </ac:spMkLst>
        </pc:spChg>
      </pc:sldChg>
      <pc:sldChg chg="addSp modSp">
        <pc:chgData name="Paul Winser" userId="c3146a91-e6bd-4264-bd86-e164e04bc32d" providerId="ADAL" clId="{74F3DE1B-8580-41E7-8EB4-44ADA7C540D1}" dt="2024-05-24T17:33:16.408" v="29"/>
        <pc:sldMkLst>
          <pc:docMk/>
          <pc:sldMk cId="939781992" sldId="342"/>
        </pc:sldMkLst>
        <pc:spChg chg="add mod">
          <ac:chgData name="Paul Winser" userId="c3146a91-e6bd-4264-bd86-e164e04bc32d" providerId="ADAL" clId="{74F3DE1B-8580-41E7-8EB4-44ADA7C540D1}" dt="2024-05-24T17:33:16.408" v="29"/>
          <ac:spMkLst>
            <pc:docMk/>
            <pc:sldMk cId="939781992" sldId="342"/>
            <ac:spMk id="3" creationId="{98935C6B-49A0-D7F3-7A93-15D53B96C0EA}"/>
          </ac:spMkLst>
        </pc:spChg>
      </pc:sldChg>
      <pc:sldChg chg="addSp modSp">
        <pc:chgData name="Paul Winser" userId="c3146a91-e6bd-4264-bd86-e164e04bc32d" providerId="ADAL" clId="{74F3DE1B-8580-41E7-8EB4-44ADA7C540D1}" dt="2024-05-24T17:33:15.125" v="28"/>
        <pc:sldMkLst>
          <pc:docMk/>
          <pc:sldMk cId="2937650188" sldId="343"/>
        </pc:sldMkLst>
        <pc:spChg chg="add mod">
          <ac:chgData name="Paul Winser" userId="c3146a91-e6bd-4264-bd86-e164e04bc32d" providerId="ADAL" clId="{74F3DE1B-8580-41E7-8EB4-44ADA7C540D1}" dt="2024-05-24T17:33:15.125" v="28"/>
          <ac:spMkLst>
            <pc:docMk/>
            <pc:sldMk cId="2937650188" sldId="343"/>
            <ac:spMk id="3" creationId="{666AD531-8EF0-5DB7-DD24-EFF7DF18F0C9}"/>
          </ac:spMkLst>
        </pc:spChg>
      </pc:sldChg>
      <pc:sldChg chg="addSp modSp">
        <pc:chgData name="Paul Winser" userId="c3146a91-e6bd-4264-bd86-e164e04bc32d" providerId="ADAL" clId="{74F3DE1B-8580-41E7-8EB4-44ADA7C540D1}" dt="2024-05-24T17:33:17.753" v="30"/>
        <pc:sldMkLst>
          <pc:docMk/>
          <pc:sldMk cId="2557437695" sldId="344"/>
        </pc:sldMkLst>
        <pc:spChg chg="add mod">
          <ac:chgData name="Paul Winser" userId="c3146a91-e6bd-4264-bd86-e164e04bc32d" providerId="ADAL" clId="{74F3DE1B-8580-41E7-8EB4-44ADA7C540D1}" dt="2024-05-24T17:33:17.753" v="30"/>
          <ac:spMkLst>
            <pc:docMk/>
            <pc:sldMk cId="2557437695" sldId="344"/>
            <ac:spMk id="3" creationId="{AFC79E30-F0BB-53C2-3F44-10666C62C155}"/>
          </ac:spMkLst>
        </pc:spChg>
      </pc:sldChg>
      <pc:sldChg chg="addSp modSp">
        <pc:chgData name="Paul Winser" userId="c3146a91-e6bd-4264-bd86-e164e04bc32d" providerId="ADAL" clId="{74F3DE1B-8580-41E7-8EB4-44ADA7C540D1}" dt="2024-05-24T17:33:21.504" v="32"/>
        <pc:sldMkLst>
          <pc:docMk/>
          <pc:sldMk cId="1495873801" sldId="345"/>
        </pc:sldMkLst>
        <pc:spChg chg="add mod">
          <ac:chgData name="Paul Winser" userId="c3146a91-e6bd-4264-bd86-e164e04bc32d" providerId="ADAL" clId="{74F3DE1B-8580-41E7-8EB4-44ADA7C540D1}" dt="2024-05-24T17:33:21.504" v="32"/>
          <ac:spMkLst>
            <pc:docMk/>
            <pc:sldMk cId="1495873801" sldId="345"/>
            <ac:spMk id="3" creationId="{A8FAB961-F5FD-308B-0ECD-F4F82882D787}"/>
          </ac:spMkLst>
        </pc:spChg>
      </pc:sldChg>
      <pc:sldChg chg="addSp modSp">
        <pc:chgData name="Paul Winser" userId="c3146a91-e6bd-4264-bd86-e164e04bc32d" providerId="ADAL" clId="{74F3DE1B-8580-41E7-8EB4-44ADA7C540D1}" dt="2024-05-24T17:33:24.472" v="34"/>
        <pc:sldMkLst>
          <pc:docMk/>
          <pc:sldMk cId="2467464726" sldId="346"/>
        </pc:sldMkLst>
        <pc:spChg chg="add mod">
          <ac:chgData name="Paul Winser" userId="c3146a91-e6bd-4264-bd86-e164e04bc32d" providerId="ADAL" clId="{74F3DE1B-8580-41E7-8EB4-44ADA7C540D1}" dt="2024-05-24T17:33:24.472" v="34"/>
          <ac:spMkLst>
            <pc:docMk/>
            <pc:sldMk cId="2467464726" sldId="346"/>
            <ac:spMk id="5" creationId="{B92792BD-BDFB-769F-95CA-97428CA92F6C}"/>
          </ac:spMkLst>
        </pc:spChg>
      </pc:sldChg>
      <pc:sldChg chg="addSp delSp modSp mod">
        <pc:chgData name="Paul Winser" userId="c3146a91-e6bd-4264-bd86-e164e04bc32d" providerId="ADAL" clId="{74F3DE1B-8580-41E7-8EB4-44ADA7C540D1}" dt="2024-05-24T18:03:14.712" v="91" actId="478"/>
        <pc:sldMkLst>
          <pc:docMk/>
          <pc:sldMk cId="2877927841" sldId="347"/>
        </pc:sldMkLst>
        <pc:spChg chg="add mod">
          <ac:chgData name="Paul Winser" userId="c3146a91-e6bd-4264-bd86-e164e04bc32d" providerId="ADAL" clId="{74F3DE1B-8580-41E7-8EB4-44ADA7C540D1}" dt="2024-05-24T17:33:25.854" v="35"/>
          <ac:spMkLst>
            <pc:docMk/>
            <pc:sldMk cId="2877927841" sldId="347"/>
            <ac:spMk id="3" creationId="{C784A180-5C43-6AD4-38C3-437DD80AA400}"/>
          </ac:spMkLst>
        </pc:spChg>
        <pc:spChg chg="add del mod">
          <ac:chgData name="Paul Winser" userId="c3146a91-e6bd-4264-bd86-e164e04bc32d" providerId="ADAL" clId="{74F3DE1B-8580-41E7-8EB4-44ADA7C540D1}" dt="2024-05-24T18:03:14.712" v="91" actId="478"/>
          <ac:spMkLst>
            <pc:docMk/>
            <pc:sldMk cId="2877927841" sldId="347"/>
            <ac:spMk id="4" creationId="{A64A9FDF-1154-09CE-18F3-01E7951776AF}"/>
          </ac:spMkLst>
        </pc:spChg>
        <pc:picChg chg="add mod">
          <ac:chgData name="Paul Winser" userId="c3146a91-e6bd-4264-bd86-e164e04bc32d" providerId="ADAL" clId="{74F3DE1B-8580-41E7-8EB4-44ADA7C540D1}" dt="2024-05-24T18:03:13.080" v="90" actId="1076"/>
          <ac:picMkLst>
            <pc:docMk/>
            <pc:sldMk cId="2877927841" sldId="347"/>
            <ac:picMk id="5" creationId="{BF3B3F31-4307-DBCB-99DD-9D8AED9ECD93}"/>
          </ac:picMkLst>
        </pc:picChg>
        <pc:picChg chg="del">
          <ac:chgData name="Paul Winser" userId="c3146a91-e6bd-4264-bd86-e164e04bc32d" providerId="ADAL" clId="{74F3DE1B-8580-41E7-8EB4-44ADA7C540D1}" dt="2024-05-24T18:03:09.532" v="88" actId="478"/>
          <ac:picMkLst>
            <pc:docMk/>
            <pc:sldMk cId="2877927841" sldId="347"/>
            <ac:picMk id="6" creationId="{2E433B95-B882-B1AF-CDFD-BC99A6403045}"/>
          </ac:picMkLst>
        </pc:picChg>
      </pc:sldChg>
      <pc:sldChg chg="addSp delSp modSp add mod modTransition">
        <pc:chgData name="Paul Winser" userId="c3146a91-e6bd-4264-bd86-e164e04bc32d" providerId="ADAL" clId="{74F3DE1B-8580-41E7-8EB4-44ADA7C540D1}" dt="2024-05-28T15:44:20.658" v="117" actId="478"/>
        <pc:sldMkLst>
          <pc:docMk/>
          <pc:sldMk cId="0" sldId="348"/>
        </pc:sldMkLst>
        <pc:spChg chg="del">
          <ac:chgData name="Paul Winser" userId="c3146a91-e6bd-4264-bd86-e164e04bc32d" providerId="ADAL" clId="{74F3DE1B-8580-41E7-8EB4-44ADA7C540D1}" dt="2024-05-28T15:44:20.658" v="117" actId="478"/>
          <ac:spMkLst>
            <pc:docMk/>
            <pc:sldMk cId="0" sldId="348"/>
            <ac:spMk id="3" creationId="{E17EAB0C-C605-3356-5F27-1CC0711E9C5F}"/>
          </ac:spMkLst>
        </pc:spChg>
        <pc:spChg chg="add mod">
          <ac:chgData name="Paul Winser" userId="c3146a91-e6bd-4264-bd86-e164e04bc32d" providerId="ADAL" clId="{74F3DE1B-8580-41E7-8EB4-44ADA7C540D1}" dt="2024-05-28T15:44:19.085" v="116"/>
          <ac:spMkLst>
            <pc:docMk/>
            <pc:sldMk cId="0" sldId="348"/>
            <ac:spMk id="4" creationId="{D2FA453D-4162-B3C3-6D60-88AA528D35D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9E165F5-2ABB-6101-5A53-5FABFB4B737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rtl="1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A87E6B-1F16-0E9B-E1EE-F25261B8AC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 rtl="1">
              <a:defRPr sz="1200"/>
            </a:lvl1pPr>
          </a:lstStyle>
          <a:p>
            <a:pPr rtl="1"/>
            <a:fld id="{71D12797-02CA-427E-B4E6-4E7ED422D6D0}" type="datetimeFigureOut">
              <a:rPr lang="en-GB" smtClean="0"/>
              <a:t>28/05/2024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23E3FB-8BA8-042B-BE29-5F0792D00F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rtl="1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6DD1EC-11DD-33DA-1276-4A1D3DE171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 rtl="1">
              <a:defRPr sz="1200"/>
            </a:lvl1pPr>
          </a:lstStyle>
          <a:p>
            <a:pPr rtl="1"/>
            <a:fld id="{52335964-16F3-4C68-BC44-E041F46BACF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13568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/>
              <a:t>Click to edit Master text styles</a:t>
            </a:r>
          </a:p>
          <a:p>
            <a:pPr lvl="1" rtl="1"/>
            <a:r>
              <a:rPr lang="ar" noProof="0"/>
              <a:t>Second level</a:t>
            </a:r>
          </a:p>
          <a:p>
            <a:pPr lvl="2" rtl="1"/>
            <a:r>
              <a:rPr lang="ar" noProof="0"/>
              <a:t>Third level</a:t>
            </a:r>
          </a:p>
          <a:p>
            <a:pPr lvl="3" rtl="1"/>
            <a:r>
              <a:rPr lang="ar" noProof="0"/>
              <a:t>Fourth level</a:t>
            </a:r>
          </a:p>
          <a:p>
            <a:pPr lvl="4" rtl="1"/>
            <a:r>
              <a:rPr lang="ar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fld id="{4D3E6F70-5D4D-4B7F-8590-7D87CFB0B67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/>
              <a:pPr/>
              <a:t>1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marL="0" marR="0" lvl="0" indent="0" algn="l" defTabSz="914400" rtl="1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ar">
                <a:latin typeface="Arial" panose="020B0604020202020204" pitchFamily="34" charset="0"/>
              </a:rPr>
              <a:t>.</a:t>
            </a: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51208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542547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719350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712268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299451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090851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06880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787746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40383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355389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981744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862041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568530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009894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325175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370887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086662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38780-4411-B057-3D11-4E3C2D6FE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D61C759C-23C8-CF7F-31B0-E2CAFB1D77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367C7065-602A-9476-8CB3-D1D9C35E0B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A975DECA-BE9B-E26B-A740-A8188EBA4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 rtl="1"/>
              <a:t>24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612841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3F6F7-A7B3-F921-FF95-DA50BB8A4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226A8F6F-76A7-2F94-26C2-43A349D28A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33628BC5-1E49-A832-3EC5-43E3257D90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23B4EF57-3169-AFC2-8E26-7816674CCC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 rtl="1"/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822078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493D1-1EC3-A4BD-B906-140A1E012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132C7CE-D32E-5857-3A36-9678D7E285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7C3A0436-C93C-8481-BDBD-E589C3C811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9DDF755C-4277-F219-FB02-D72DFCB57E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5839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dirty="0">
              <a:effectLst/>
              <a:latin typeface="Helvetica" pitchFamily="2" charset="0"/>
            </a:endParaRP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318582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BA694-62F3-B418-BB9D-B175EBB2A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88DC06DC-26A3-35AA-4034-48CED93353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728111A0-E6A3-762F-F3AF-9877607F3B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dirty="0">
              <a:effectLst/>
              <a:latin typeface="Helvetica" pitchFamily="2" charset="0"/>
            </a:endParaRP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53068FCA-883C-E68B-0CDF-D2D9ECC91A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966766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dirty="0">
              <a:effectLst/>
              <a:latin typeface="Helvetica" pitchFamily="2" charset="0"/>
            </a:endParaRP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459007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363B4-13B3-D9B7-E969-6AC86CBFB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D5E3F6D0-B924-2F50-4E03-5692EBB2F9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B54120AA-25D6-E694-F233-B2C5B5E4B5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dirty="0">
              <a:effectLst/>
              <a:latin typeface="Helvetica" pitchFamily="2" charset="0"/>
            </a:endParaRP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FD779DA-4C6B-EC3A-A413-415AC89CEA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8232216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80B5C-0649-CCD7-84CE-C82AC803B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A0D1519-C81F-7615-C486-423D122A60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59ED5113-4A53-7679-44F0-E6689ED9E8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dirty="0">
              <a:effectLst/>
              <a:latin typeface="Helvetica" pitchFamily="2" charset="0"/>
            </a:endParaRP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D81A9E34-7ABF-F2B1-096F-91BDB3E86B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062530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182091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3019762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1841266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976149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1837198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 rtl="1"/>
              <a:t>37</a:t>
            </a:fld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1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566010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>
              <a:defRPr sz="4600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9180804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05893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477148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584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236267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7923968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1695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658914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368820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023806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2761643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587655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Unit X: xxxxxxxxxxxxxxxxxxxxx</a:t>
            </a:r>
            <a:endParaRPr lang="en-GB" altLang="en-US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</a:lstStyle>
          <a:p>
            <a:pPr rtl="1"/>
            <a:r>
              <a:rPr lang="ar"/>
              <a:t>Learning aim x</a:t>
            </a:r>
            <a:endParaRPr lang="en-US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  <a:endParaRPr lang="en-GB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 dirty="0"/>
          </a:p>
          <a:p>
            <a:pPr rtl="1"/>
            <a:endParaRPr lang="en-GB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F4DEA5-567C-1067-63C1-8DC05FE04817}"/>
              </a:ext>
            </a:extLst>
          </p:cNvPr>
          <p:cNvSpPr/>
          <p:nvPr userDrawn="1"/>
        </p:nvSpPr>
        <p:spPr>
          <a:xfrm>
            <a:off x="5863096" y="200499"/>
            <a:ext cx="3138123" cy="215689"/>
          </a:xfrm>
          <a:prstGeom prst="rect">
            <a:avLst/>
          </a:prstGeom>
          <a:solidFill>
            <a:srgbClr val="33B2C3"/>
          </a:solidFill>
        </p:spPr>
        <p:txBody>
          <a:bodyPr wrap="none" lIns="0" tIns="0" rIns="0" bIns="0" rtlCol="1">
            <a:noAutofit/>
          </a:bodyPr>
          <a:lstStyle/>
          <a:p>
            <a:pPr indent="0" rtl="1"/>
            <a:r>
              <a:rPr lang="ar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شهادة BTEC International من المستوى 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73F4D8-9F7A-EA55-3958-A88E5E0AB7CC}"/>
              </a:ext>
            </a:extLst>
          </p:cNvPr>
          <p:cNvSpPr/>
          <p:nvPr userDrawn="1"/>
        </p:nvSpPr>
        <p:spPr>
          <a:xfrm>
            <a:off x="142781" y="200499"/>
            <a:ext cx="8893715" cy="708221"/>
          </a:xfrm>
          <a:prstGeom prst="rect">
            <a:avLst/>
          </a:prstGeom>
          <a:solidFill>
            <a:srgbClr val="33B2C3"/>
          </a:solidFill>
        </p:spPr>
        <p:txBody>
          <a:bodyPr wrap="none" lIns="0" tIns="0" rIns="0" bIns="0" rtlCol="1">
            <a:noAutofit/>
          </a:bodyPr>
          <a:lstStyle/>
          <a:p>
            <a:pPr indent="0" algn="l" rtl="1"/>
            <a:r>
              <a:rPr lang="ar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شهادة BTEC International من المستوى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474841-FB40-BA06-9AC8-329022E7F787}"/>
              </a:ext>
            </a:extLst>
          </p:cNvPr>
          <p:cNvSpPr/>
          <p:nvPr userDrawn="1"/>
        </p:nvSpPr>
        <p:spPr>
          <a:xfrm>
            <a:off x="142781" y="634793"/>
            <a:ext cx="1836931" cy="408483"/>
          </a:xfrm>
          <a:prstGeom prst="rect">
            <a:avLst/>
          </a:prstGeom>
          <a:solidFill>
            <a:srgbClr val="33B2C3"/>
          </a:solidFill>
        </p:spPr>
        <p:txBody>
          <a:bodyPr wrap="none" lIns="0" tIns="0" rIns="0" bIns="0" rtlCol="1">
            <a:noAutofit/>
          </a:bodyPr>
          <a:lstStyle/>
          <a:p>
            <a:pPr indent="0" algn="l" rtl="1"/>
            <a:r>
              <a:rPr lang="ar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 مجال الهندسة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9FBFBE-6358-9EC8-EE94-012A6D8F48A6}"/>
              </a:ext>
            </a:extLst>
          </p:cNvPr>
          <p:cNvSpPr/>
          <p:nvPr userDrawn="1"/>
        </p:nvSpPr>
        <p:spPr>
          <a:xfrm>
            <a:off x="5863096" y="200499"/>
            <a:ext cx="3138123" cy="215689"/>
          </a:xfrm>
          <a:prstGeom prst="rect">
            <a:avLst/>
          </a:prstGeom>
          <a:solidFill>
            <a:srgbClr val="33B2C3"/>
          </a:solidFill>
        </p:spPr>
        <p:txBody>
          <a:bodyPr wrap="none" lIns="0" tIns="0" rIns="0" bIns="0" rtlCol="1">
            <a:noAutofit/>
          </a:bodyPr>
          <a:lstStyle/>
          <a:p>
            <a:pPr indent="0" rtl="1"/>
            <a:r>
              <a:rPr lang="ar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شهادة BTEC International من المستوى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E6EE57-7EE0-B03A-F316-0D959D6771ED}"/>
              </a:ext>
            </a:extLst>
          </p:cNvPr>
          <p:cNvSpPr/>
          <p:nvPr userDrawn="1"/>
        </p:nvSpPr>
        <p:spPr>
          <a:xfrm>
            <a:off x="142781" y="200499"/>
            <a:ext cx="8893715" cy="708221"/>
          </a:xfrm>
          <a:prstGeom prst="rect">
            <a:avLst/>
          </a:prstGeom>
          <a:solidFill>
            <a:srgbClr val="33B2C3"/>
          </a:solidFill>
        </p:spPr>
        <p:txBody>
          <a:bodyPr wrap="none" lIns="0" tIns="0" rIns="0" bIns="0" rtlCol="1">
            <a:noAutofit/>
          </a:bodyPr>
          <a:lstStyle/>
          <a:p>
            <a:pPr indent="0" algn="l" rtl="1"/>
            <a:r>
              <a:rPr lang="ar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شهادة BTEC International من المستوى 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C668E4-0425-297D-28BE-68E204AFC13B}"/>
              </a:ext>
            </a:extLst>
          </p:cNvPr>
          <p:cNvSpPr/>
          <p:nvPr userDrawn="1"/>
        </p:nvSpPr>
        <p:spPr>
          <a:xfrm>
            <a:off x="142781" y="634793"/>
            <a:ext cx="1836931" cy="408483"/>
          </a:xfrm>
          <a:prstGeom prst="rect">
            <a:avLst/>
          </a:prstGeom>
          <a:solidFill>
            <a:srgbClr val="33B2C3"/>
          </a:solidFill>
        </p:spPr>
        <p:txBody>
          <a:bodyPr wrap="none" lIns="0" tIns="0" rIns="0" bIns="0" rtlCol="1">
            <a:noAutofit/>
          </a:bodyPr>
          <a:lstStyle/>
          <a:p>
            <a:pPr indent="0" algn="l" rtl="1"/>
            <a:r>
              <a:rPr lang="ar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 مجال الهندسة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302622-E6C6-6E41-6E52-6605AC79F0E6}"/>
              </a:ext>
            </a:extLst>
          </p:cNvPr>
          <p:cNvSpPr/>
          <p:nvPr userDrawn="1"/>
        </p:nvSpPr>
        <p:spPr>
          <a:xfrm>
            <a:off x="142781" y="200499"/>
            <a:ext cx="8893715" cy="708221"/>
          </a:xfrm>
          <a:prstGeom prst="rect">
            <a:avLst/>
          </a:prstGeom>
          <a:solidFill>
            <a:srgbClr val="33B2C3"/>
          </a:solidFill>
        </p:spPr>
        <p:txBody>
          <a:bodyPr wrap="none" lIns="0" tIns="0" rIns="0" bIns="0" rtlCol="1">
            <a:noAutofit/>
          </a:bodyPr>
          <a:lstStyle/>
          <a:p>
            <a:pPr indent="0" algn="l" rtl="1"/>
            <a:r>
              <a:rPr lang="ar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شهادة BTEC International من المستوى 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EF8B9CA-B0A7-CC5F-7A5E-52680C6DB3EA}"/>
              </a:ext>
            </a:extLst>
          </p:cNvPr>
          <p:cNvSpPr/>
          <p:nvPr userDrawn="1"/>
        </p:nvSpPr>
        <p:spPr>
          <a:xfrm>
            <a:off x="142781" y="634793"/>
            <a:ext cx="1836931" cy="408483"/>
          </a:xfrm>
          <a:prstGeom prst="rect">
            <a:avLst/>
          </a:prstGeom>
          <a:solidFill>
            <a:srgbClr val="33B2C3"/>
          </a:solidFill>
        </p:spPr>
        <p:txBody>
          <a:bodyPr wrap="none" lIns="0" tIns="0" rIns="0" bIns="0" rtlCol="1">
            <a:noAutofit/>
          </a:bodyPr>
          <a:lstStyle/>
          <a:p>
            <a:pPr indent="0" algn="l" rtl="1"/>
            <a:r>
              <a:rPr lang="ar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 مجال الهندسة</a:t>
            </a:r>
          </a:p>
        </p:txBody>
      </p:sp>
    </p:spTree>
    <p:extLst>
      <p:ext uri="{BB962C8B-B14F-4D97-AF65-F5344CB8AC3E}">
        <p14:creationId xmlns:p14="http://schemas.microsoft.com/office/powerpoint/2010/main" val="39604850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3.jp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2.emf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audio" Target="../media/audio1.bin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5.jp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image" Target="../media/image6.jpg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audio" Target="../media/audio1.bin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8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1.xml"/><Relationship Id="rId15" Type="http://schemas.openxmlformats.org/officeDocument/2006/relationships/image" Target="../media/image7.jpg"/><Relationship Id="rId10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100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5" Type="http://schemas.openxmlformats.org/officeDocument/2006/relationships/image" Target="../media/image8.jpg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8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3.xml"/><Relationship Id="rId7" Type="http://schemas.openxmlformats.org/officeDocument/2006/relationships/slideLayout" Target="../slideLayouts/slideLayout107.xml"/><Relationship Id="rId12" Type="http://schemas.openxmlformats.org/officeDocument/2006/relationships/slideLayout" Target="../slideLayouts/slideLayout112.xml"/><Relationship Id="rId2" Type="http://schemas.openxmlformats.org/officeDocument/2006/relationships/slideLayout" Target="../slideLayouts/slideLayout102.xml"/><Relationship Id="rId1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6.xml"/><Relationship Id="rId11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05.xml"/><Relationship Id="rId15" Type="http://schemas.openxmlformats.org/officeDocument/2006/relationships/image" Target="../media/image9.jpg"/><Relationship Id="rId10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04.xml"/><Relationship Id="rId9" Type="http://schemas.openxmlformats.org/officeDocument/2006/relationships/slideLayout" Target="../slideLayouts/slideLayout109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0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14.xml"/><Relationship Id="rId1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17.xml"/><Relationship Id="rId15" Type="http://schemas.openxmlformats.org/officeDocument/2006/relationships/image" Target="../media/image10.jpg"/><Relationship Id="rId10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16.xml"/><Relationship Id="rId9" Type="http://schemas.openxmlformats.org/officeDocument/2006/relationships/slideLayout" Target="../slideLayouts/slideLayout121.xml"/><Relationship Id="rId14" Type="http://schemas.openxmlformats.org/officeDocument/2006/relationships/audio" Target="../media/audio1.bin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2.xml"/><Relationship Id="rId13" Type="http://schemas.openxmlformats.org/officeDocument/2006/relationships/theme" Target="../theme/theme11.xml"/><Relationship Id="rId3" Type="http://schemas.openxmlformats.org/officeDocument/2006/relationships/slideLayout" Target="../slideLayouts/slideLayout127.xml"/><Relationship Id="rId7" Type="http://schemas.openxmlformats.org/officeDocument/2006/relationships/slideLayout" Target="../slideLayouts/slideLayout131.xml"/><Relationship Id="rId12" Type="http://schemas.openxmlformats.org/officeDocument/2006/relationships/slideLayout" Target="../slideLayouts/slideLayout136.xml"/><Relationship Id="rId2" Type="http://schemas.openxmlformats.org/officeDocument/2006/relationships/slideLayout" Target="../slideLayouts/slideLayout126.xml"/><Relationship Id="rId1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30.xml"/><Relationship Id="rId11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29.xml"/><Relationship Id="rId15" Type="http://schemas.openxmlformats.org/officeDocument/2006/relationships/image" Target="../media/image11.jpg"/><Relationship Id="rId10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33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1C200F-16E5-59F4-9950-76E841DCC49D}"/>
              </a:ext>
            </a:extLst>
          </p:cNvPr>
          <p:cNvSpPr/>
          <p:nvPr userDrawn="1"/>
        </p:nvSpPr>
        <p:spPr>
          <a:xfrm>
            <a:off x="5863096" y="200499"/>
            <a:ext cx="3138123" cy="215689"/>
          </a:xfrm>
          <a:prstGeom prst="rect">
            <a:avLst/>
          </a:prstGeom>
          <a:solidFill>
            <a:srgbClr val="33B2C3"/>
          </a:solidFill>
        </p:spPr>
        <p:txBody>
          <a:bodyPr wrap="none" lIns="0" tIns="0" rIns="0" bIns="0" rtlCol="1">
            <a:noAutofit/>
          </a:bodyPr>
          <a:lstStyle/>
          <a:p>
            <a:pPr indent="0" rtl="1"/>
            <a:r>
              <a:rPr lang="ar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شهادة BTEC International من المستوى 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65C4DD-1F95-DB67-5F66-FC8048E5DD86}"/>
              </a:ext>
            </a:extLst>
          </p:cNvPr>
          <p:cNvSpPr/>
          <p:nvPr userDrawn="1"/>
        </p:nvSpPr>
        <p:spPr>
          <a:xfrm>
            <a:off x="142781" y="200499"/>
            <a:ext cx="8893715" cy="708221"/>
          </a:xfrm>
          <a:prstGeom prst="rect">
            <a:avLst/>
          </a:prstGeom>
          <a:solidFill>
            <a:srgbClr val="33B2C3"/>
          </a:solidFill>
        </p:spPr>
        <p:txBody>
          <a:bodyPr wrap="none" lIns="0" tIns="0" rIns="0" bIns="0" rtlCol="1">
            <a:noAutofit/>
          </a:bodyPr>
          <a:lstStyle/>
          <a:p>
            <a:pPr indent="0" algn="l" rtl="1"/>
            <a:r>
              <a:rPr lang="ar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شهادة BTEC International من المستوى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B11B77-9F53-AE9C-1A61-1CC290D8CB6E}"/>
              </a:ext>
            </a:extLst>
          </p:cNvPr>
          <p:cNvSpPr/>
          <p:nvPr userDrawn="1"/>
        </p:nvSpPr>
        <p:spPr>
          <a:xfrm>
            <a:off x="142781" y="634793"/>
            <a:ext cx="1836931" cy="408483"/>
          </a:xfrm>
          <a:prstGeom prst="rect">
            <a:avLst/>
          </a:prstGeom>
          <a:solidFill>
            <a:srgbClr val="33B2C3"/>
          </a:solidFill>
        </p:spPr>
        <p:txBody>
          <a:bodyPr wrap="none" lIns="0" tIns="0" rIns="0" bIns="0" rtlCol="1">
            <a:noAutofit/>
          </a:bodyPr>
          <a:lstStyle/>
          <a:p>
            <a:pPr indent="0" algn="l" rtl="1"/>
            <a:r>
              <a:rPr lang="ar" sz="24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في مجال الهندسة</a:t>
            </a:r>
          </a:p>
        </p:txBody>
      </p:sp>
    </p:spTree>
    <p:extLst>
      <p:ext uri="{BB962C8B-B14F-4D97-AF65-F5344CB8AC3E}">
        <p14:creationId xmlns:p14="http://schemas.microsoft.com/office/powerpoint/2010/main" val="1703087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33" r:id="rId1"/>
    <p:sldLayoutId id="2147484934" r:id="rId2"/>
    <p:sldLayoutId id="2147484935" r:id="rId3"/>
    <p:sldLayoutId id="2147484936" r:id="rId4"/>
    <p:sldLayoutId id="2147484937" r:id="rId5"/>
    <p:sldLayoutId id="2147484938" r:id="rId6"/>
    <p:sldLayoutId id="2147484939" r:id="rId7"/>
    <p:sldLayoutId id="2147484940" r:id="rId8"/>
    <p:sldLayoutId id="2147484941" r:id="rId9"/>
    <p:sldLayoutId id="2147484942" r:id="rId10"/>
    <p:sldLayoutId id="2147484943" r:id="rId11"/>
    <p:sldLayoutId id="2147484944" r:id="rId12"/>
    <p:sldLayoutId id="2147484945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8D80B3F0-D285-5E4D-FC8B-81A4E9ACA5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5.xml"/><Relationship Id="rId5" Type="http://schemas.openxmlformats.org/officeDocument/2006/relationships/image" Target="../media/image13.jpe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5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6.xml"/><Relationship Id="rId5" Type="http://schemas.openxmlformats.org/officeDocument/2006/relationships/image" Target="../media/image19.png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5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6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3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5.xml"/><Relationship Id="rId5" Type="http://schemas.openxmlformats.org/officeDocument/2006/relationships/image" Target="../media/image19.jpg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5.xml"/><Relationship Id="rId4" Type="http://schemas.openxmlformats.org/officeDocument/2006/relationships/image" Target="../media/image20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5.xml"/><Relationship Id="rId6" Type="http://schemas.openxmlformats.org/officeDocument/2006/relationships/image" Target="../media/image21.jpeg"/><Relationship Id="rId5" Type="http://schemas.openxmlformats.org/officeDocument/2006/relationships/image" Target="../media/image3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5.xml"/><Relationship Id="rId5" Type="http://schemas.openxmlformats.org/officeDocument/2006/relationships/image" Target="../media/image40.png"/><Relationship Id="rId4" Type="http://schemas.openxmlformats.org/officeDocument/2006/relationships/image" Target="../media/image22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5.xml"/><Relationship Id="rId6" Type="http://schemas.openxmlformats.org/officeDocument/2006/relationships/image" Target="../media/image43.png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5.xml"/><Relationship Id="rId5" Type="http://schemas.openxmlformats.org/officeDocument/2006/relationships/image" Target="../media/image45.png"/><Relationship Id="rId4" Type="http://schemas.openxmlformats.org/officeDocument/2006/relationships/image" Target="../media/image25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2130426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>
                <a:latin typeface="Sakkal Majalla" panose="02000000000000000000" pitchFamily="2" charset="-78"/>
                <a:cs typeface="Sakkal Majalla" panose="02000000000000000000" pitchFamily="2" charset="-78"/>
              </a:rPr>
              <a:t>الوحدة 1</a:t>
            </a:r>
            <a:br>
              <a:rPr lang="en-GB" altLang="en-US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4600">
                <a:latin typeface="Sakkal Majalla" panose="02000000000000000000" pitchFamily="2" charset="-78"/>
                <a:cs typeface="Sakkal Majalla" panose="02000000000000000000" pitchFamily="2" charset="-78"/>
              </a:rPr>
              <a:t>مبادئ الميكانيكا</a:t>
            </a:r>
            <a:br>
              <a:rPr lang="en-GB" altLang="en-US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4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8680" name="Footer Placeholder 2">
            <a:extLst>
              <a:ext uri="{FF2B5EF4-FFF2-40B4-BE49-F238E27FC236}">
                <a16:creationId xmlns:a16="http://schemas.microsoft.com/office/drawing/2014/main" id="{250B1923-7747-07CF-317E-05CAA217C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59538"/>
            <a:ext cx="9144000" cy="287337"/>
          </a:xfrm>
        </p:spPr>
        <p:txBody>
          <a:bodyPr wrap="square" rtlCol="1" anchor="t">
            <a:normAutofit/>
          </a:bodyPr>
          <a:lstStyle/>
          <a:p>
            <a:pPr algn="ctr"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ar" sz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© حقوق التأليف والنشر لعام 2024 محفوظة لشركة بيرسون إديوكيشن ليمتد يُسمح بالنسخ للمؤسسة المشترية فقط. 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465DE50-3189-2921-43F0-7890BBAA72A2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مبادئ الميكانيكا</a:t>
            </a: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8311" y="2196000"/>
            <a:ext cx="8207375" cy="38784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تهدف هذه الوحدة إلى تنمية معرفتك وفهمك العلمي الرياضي والفيزيائي لتمكينك من حل المسائل الهندسية المحددة.</a:t>
            </a:r>
          </a:p>
          <a:p>
            <a:pPr rtl="1"/>
            <a:r>
              <a:rPr lang="ar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ستتعرف على الطرق الرياضية الجبرية والمثلثية المطلوبة لحل المسائل الهندسية وستقوم بتطبيقها.</a:t>
            </a:r>
            <a:endParaRPr lang="en-GB" altLang="en-US" dirty="0">
              <a:solidFill>
                <a:srgbClr val="00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كما ستتعرف على مبادئ العلوم الفيزيائية لحل مسائل أنظمة هندسة الاستاتيكا والديناميكا والموائع وستقوم بتطبيقها.</a:t>
            </a:r>
            <a:endParaRPr lang="en-GB" altLang="en-US" dirty="0">
              <a:solidFill>
                <a:srgbClr val="00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altLang="en-US" dirty="0">
              <a:solidFill>
                <a:srgbClr val="00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A725095-BB1E-A10B-ECCE-88B867CF4522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أهداف التعلم</a:t>
            </a:r>
            <a:endParaRPr lang="en-GB" altLang="en-US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44DFA49F-83B7-E61C-00EB-D6046D571A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8311" y="2196000"/>
            <a:ext cx="8207375" cy="387843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404495" indent="-387350" defTabSz="431800" rtl="1">
              <a:buNone/>
            </a:pP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(أ)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	دراسة كيفية استخدام الطرق الرياضية الجبرية والمثلثية لحل المسائل الهندسية</a:t>
            </a:r>
            <a:endParaRPr lang="en-GB" alt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404495" indent="-404495" defTabSz="431800" rtl="1">
              <a:spcBef>
                <a:spcPts val="1200"/>
              </a:spcBef>
              <a:buNone/>
            </a:pP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(ب)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	دراسة كيفية استخدام أنظمة هندسة الاستاتيكا لحل المسائل الهندسية</a:t>
            </a:r>
            <a:endParaRPr lang="en-GB" alt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404495" indent="-404495" defTabSz="431800" rtl="1">
              <a:spcBef>
                <a:spcPts val="1200"/>
              </a:spcBef>
              <a:buNone/>
            </a:pP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(ج)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 	دراسة كيفية استخدام أنظمة هندسة الديناميكا لحل المسائل الهندسية</a:t>
            </a:r>
            <a:endParaRPr lang="en-GB" alt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404495" indent="-404495" defTabSz="431800" rtl="1">
              <a:spcBef>
                <a:spcPts val="1200"/>
              </a:spcBef>
              <a:buNone/>
            </a:pPr>
            <a:r>
              <a:rPr lang="ar" sz="2200" b="1">
                <a:latin typeface="Sakkal Majalla" panose="02000000000000000000" pitchFamily="2" charset="-78"/>
                <a:cs typeface="Sakkal Majalla" panose="02000000000000000000" pitchFamily="2" charset="-78"/>
              </a:rPr>
              <a:t>(د)</a:t>
            </a: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 	دراسة كيفية استخدام أنظمة هندسة الموائع لحل المسائل الهندسية</a:t>
            </a:r>
            <a:endParaRPr lang="en-GB" alt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sz="22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defTabSz="431800" rtl="1">
              <a:spcBef>
                <a:spcPts val="1200"/>
              </a:spcBef>
              <a:buNone/>
            </a:pPr>
            <a:endParaRPr lang="en-GB" altLang="en-US" sz="22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0" indent="0" defTabSz="431800" rtl="1">
              <a:spcBef>
                <a:spcPts val="1200"/>
              </a:spcBef>
              <a:buFont typeface="Wingdings" panose="05000000000000000000" pitchFamily="2" charset="2"/>
              <a:buNone/>
            </a:pPr>
            <a:br>
              <a:rPr lang="en-GB" altLang="en-US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	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9FA4E78-89E2-6B2D-F11F-C0D3BE7A455D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هدف التعلم (أ)</a:t>
            </a:r>
            <a:br>
              <a:rPr lang="en-US" altLang="en-US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16012" y="4365104"/>
            <a:ext cx="6769100" cy="10779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الطرق الجبرية</a:t>
            </a:r>
          </a:p>
          <a:p>
            <a:pPr marL="685800" rtl="1"/>
            <a:r>
              <a:rPr lang="ar" sz="260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الطرق المثلثية</a:t>
            </a:r>
            <a:endParaRPr lang="en-GB" altLang="en-US" sz="2600" dirty="0">
              <a:solidFill>
                <a:srgbClr val="00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دراسة كيفية استخدام الطرق </a:t>
            </a:r>
            <a:br>
              <a:rPr lang="ar-EG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الرياضية الجبرية والمثلثية </a:t>
            </a:r>
            <a:br>
              <a:rPr lang="ar-EG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لحل المسائل الهندسية</a:t>
            </a:r>
            <a:endParaRPr lang="en-GB" sz="3800" b="1" dirty="0">
              <a:solidFill>
                <a:srgbClr val="80808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altLang="en-US" sz="38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2DDC492-1ACD-6CB4-436A-31589CB131C9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graph paper with a red line and a red line&#10;&#10;Description automatically generated">
            <a:extLst>
              <a:ext uri="{FF2B5EF4-FFF2-40B4-BE49-F238E27FC236}">
                <a16:creationId xmlns:a16="http://schemas.microsoft.com/office/drawing/2014/main" id="{B97DF070-C9F8-5DB9-947F-E0A2CB8D28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608" y="2355810"/>
            <a:ext cx="2748492" cy="4024311"/>
          </a:xfrm>
          <a:prstGeom prst="rect">
            <a:avLst/>
          </a:prstGeom>
        </p:spPr>
      </p:pic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27033" y="2492334"/>
            <a:ext cx="4048653" cy="372776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تنتج المعادلة الخطية دائمًا رسمًا بيانيًا بخط مستقيم.</a:t>
            </a:r>
          </a:p>
          <a:p>
            <a:pPr marL="685800" rtl="1"/>
            <a:endParaRPr lang="en-GB" alt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None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وتتخذ الشكل y=mx+c </a:t>
            </a:r>
          </a:p>
          <a:p>
            <a:pPr indent="0" rtl="1">
              <a:buNone/>
            </a:pPr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حيث إن:</a:t>
            </a:r>
          </a:p>
          <a:p>
            <a:pPr marL="1085850" lvl="1" rtl="1"/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m هو انحدار (التدرج) للخط </a:t>
            </a:r>
          </a:p>
          <a:p>
            <a:pPr marL="1085850" lvl="1" rtl="1"/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x هو المتغير</a:t>
            </a:r>
          </a:p>
          <a:p>
            <a:pPr marL="1085850" lvl="1" rtl="1"/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c هو التقاطع على المحور الرأسي (y)</a:t>
            </a:r>
          </a:p>
          <a:p>
            <a:pPr marL="685800" rtl="1"/>
            <a:endParaRPr lang="en-GB" altLang="en-US" sz="22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96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الطرق الجبرية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04F4C-93EC-0C0F-FDF9-E9EA682B1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30" y="1842335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المعادلات الخطية والرسوم البيانية ذات الخطوط المستقيمة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C1B03C-B9A0-E6F6-FC94-CDE6B9750929}"/>
              </a:ext>
            </a:extLst>
          </p:cNvPr>
          <p:cNvSpPr/>
          <p:nvPr/>
        </p:nvSpPr>
        <p:spPr>
          <a:xfrm>
            <a:off x="1194524" y="2788417"/>
            <a:ext cx="311499" cy="115556"/>
          </a:xfrm>
          <a:prstGeom prst="rect">
            <a:avLst/>
          </a:prstGeom>
          <a:solidFill>
            <a:srgbClr val="D4EFFD"/>
          </a:solidFill>
        </p:spPr>
        <p:txBody>
          <a:bodyPr wrap="none" lIns="0" tIns="0" rIns="0" bIns="0" rtlCol="1">
            <a:noAutofit/>
          </a:bodyPr>
          <a:lstStyle/>
          <a:p>
            <a:pPr indent="0" rtl="1"/>
            <a:r>
              <a:rPr lang="ar" sz="800" b="1" dirty="0">
                <a:solidFill>
                  <a:srgbClr val="32343E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محور 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E7FE23-9743-F6E3-5BA7-A07AF98D8BEE}"/>
              </a:ext>
            </a:extLst>
          </p:cNvPr>
          <p:cNvSpPr/>
          <p:nvPr/>
        </p:nvSpPr>
        <p:spPr>
          <a:xfrm>
            <a:off x="2699792" y="4725144"/>
            <a:ext cx="361741" cy="183383"/>
          </a:xfrm>
          <a:prstGeom prst="rect">
            <a:avLst/>
          </a:prstGeom>
          <a:solidFill>
            <a:srgbClr val="D4EFFD"/>
          </a:solidFill>
        </p:spPr>
        <p:txBody>
          <a:bodyPr wrap="none" lIns="0" tIns="0" rIns="0" bIns="0" rtlCol="1">
            <a:noAutofit/>
          </a:bodyPr>
          <a:lstStyle/>
          <a:p>
            <a:pPr indent="0" algn="r" rtl="1"/>
            <a:r>
              <a:rPr lang="ar" sz="1000" dirty="0">
                <a:solidFill>
                  <a:srgbClr val="32343E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الانحدار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D49A7C-78A1-2AC3-03D7-89C02D1D39DA}"/>
              </a:ext>
            </a:extLst>
          </p:cNvPr>
          <p:cNvSpPr/>
          <p:nvPr/>
        </p:nvSpPr>
        <p:spPr>
          <a:xfrm>
            <a:off x="2915816" y="5661248"/>
            <a:ext cx="319035" cy="140677"/>
          </a:xfrm>
          <a:prstGeom prst="rect">
            <a:avLst/>
          </a:prstGeom>
          <a:solidFill>
            <a:srgbClr val="D4EFFD"/>
          </a:solidFill>
        </p:spPr>
        <p:txBody>
          <a:bodyPr wrap="none" lIns="0" tIns="0" rIns="0" bIns="0" rtlCol="1">
            <a:noAutofit/>
          </a:bodyPr>
          <a:lstStyle/>
          <a:p>
            <a:pPr indent="0" algn="r" rtl="1"/>
            <a:r>
              <a:rPr lang="ar" sz="800" b="1" dirty="0">
                <a:solidFill>
                  <a:srgbClr val="32343E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محور x</a:t>
            </a:r>
          </a:p>
        </p:txBody>
      </p:sp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B543ADB9-8857-B608-8021-DFBD2DA3750A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25187361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819" name="Content Placeholder 3">
                <a:extLst>
                  <a:ext uri="{FF2B5EF4-FFF2-40B4-BE49-F238E27FC236}">
                    <a16:creationId xmlns:a16="http://schemas.microsoft.com/office/drawing/2014/main" id="{453C7683-8588-7ABC-32E0-8A4E68218620}"/>
                  </a:ext>
                </a:extLst>
              </p:cNvPr>
              <p:cNvSpPr>
                <a:spLocks noGrp="1" noChangeArrowheads="1"/>
              </p:cNvSpPr>
              <p:nvPr>
                <p:ph sz="half" idx="1"/>
              </p:nvPr>
            </p:nvSpPr>
            <p:spPr bwMode="auto">
              <a:xfrm>
                <a:off x="4627033" y="2492334"/>
                <a:ext cx="4048653" cy="3727767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1" anchor="t" anchorCtr="0" compatLnSpc="1">
                <a:prstTxWarp prst="textNoShape">
                  <a:avLst/>
                </a:prstTxWarp>
              </a:bodyPr>
              <a:lstStyle/>
              <a:p>
                <a:pPr marL="685800" rtl="1"/>
                <a:r>
                  <a:rPr lang="ar" sz="260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مربع الوتر (أطول ضلع) بمثلث قائم الزاوية يساوي مربع الضلعين الآخرين. </a:t>
                </a:r>
              </a:p>
              <a:p>
                <a:pPr indent="0" rtl="1">
                  <a:buNone/>
                </a:pPr>
                <a:endParaRPr lang="en-GB" altLang="en-US" sz="26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marL="685800" rtl="1"/>
                <a14:m>
                  <m:oMath xmlns:m="http://schemas.openxmlformats.org/officeDocument/2006/math">
                    <m:sSup>
                      <m:sSupPr>
                        <m:ctrlPr>
                          <a:rPr lang="en-GB" altLang="en-US" sz="26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altLang="en-US" sz="2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alt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altLang="en-US" sz="2600" b="0" i="1" smtClean="0">
                        <a:latin typeface="Cambria Math" panose="02040503050406030204" pitchFamily="18" charset="0"/>
                      </a:rPr>
                      <m:t>+ </m:t>
                    </m:r>
                    <m:sSup>
                      <m:sSupPr>
                        <m:ctrlPr>
                          <a:rPr lang="en-GB" alt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altLang="en-US" sz="2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alt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altLang="en-US" sz="2600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GB" alt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altLang="en-US" sz="2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GB" altLang="en-US" sz="2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altLang="en-US" sz="26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algn="ctr" rtl="1">
                  <a:buNone/>
                </a:pPr>
                <a:endParaRPr lang="en-GB" altLang="en-US" sz="26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marL="685800" rtl="1"/>
                <a:endParaRPr lang="en-GB" altLang="en-US" sz="26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mc:Choice>
        <mc:Fallback xmlns="">
          <p:sp>
            <p:nvSpPr>
              <p:cNvPr id="34819" name="Content Placeholder 3">
                <a:extLst>
                  <a:ext uri="{FF2B5EF4-FFF2-40B4-BE49-F238E27FC236}">
                    <a16:creationId xmlns:a16="http://schemas.microsoft.com/office/drawing/2014/main" id="{453C7683-8588-7ABC-32E0-8A4E682186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 bwMode="auto">
              <a:xfrm>
                <a:off x="4627033" y="2492334"/>
                <a:ext cx="4048653" cy="3727767"/>
              </a:xfrm>
              <a:blipFill>
                <a:blip r:embed="rId4"/>
                <a:stretch>
                  <a:fillRect l="-3916" t="-2619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96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الطرق الجبرية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04F4C-93EC-0C0F-FDF9-E9EA682B1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30" y="1842335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نظرية فيثاغورس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6938FD-7834-0256-C10F-6CF4EC4B1625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  <p:pic>
        <p:nvPicPr>
          <p:cNvPr id="6" name="Picture 5" descr="A colorful squares with black text&#10;&#10;Description automatically generated">
            <a:extLst>
              <a:ext uri="{FF2B5EF4-FFF2-40B4-BE49-F238E27FC236}">
                <a16:creationId xmlns:a16="http://schemas.microsoft.com/office/drawing/2014/main" id="{A0303988-2733-CB38-A089-3AC340B765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348" y="2348880"/>
            <a:ext cx="3222026" cy="352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24537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733202" y="2532145"/>
            <a:ext cx="4328945" cy="372776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تسمى المساحة الإجمالية لأوجه الكائن مساحة السطح.</a:t>
            </a:r>
          </a:p>
          <a:p>
            <a:pPr indent="0" rtl="1">
              <a:buNone/>
            </a:pP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حجم الكائن هو مقدار المساحة التي يشغلها الكائن</a:t>
            </a:r>
          </a:p>
          <a:p>
            <a:pPr marL="685800" rtl="1"/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196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الطرق الجبرية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04F4C-93EC-0C0F-FDF9-E9EA682B1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30" y="1842335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المساحة ومساحة السطح والحجم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5A87549F-B4A7-F018-F152-2D79F52D56C0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2344356201"/>
                  </p:ext>
                </p:extLst>
              </p:nvPr>
            </p:nvGraphicFramePr>
            <p:xfrm>
              <a:off x="400282" y="2348880"/>
              <a:ext cx="4010515" cy="4100322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1055401">
                      <a:extLst>
                        <a:ext uri="{9D8B030D-6E8A-4147-A177-3AD203B41FA5}">
                          <a16:colId xmlns:a16="http://schemas.microsoft.com/office/drawing/2014/main" val="30974577"/>
                        </a:ext>
                      </a:extLst>
                    </a:gridCol>
                    <a:gridCol w="941370">
                      <a:extLst>
                        <a:ext uri="{9D8B030D-6E8A-4147-A177-3AD203B41FA5}">
                          <a16:colId xmlns:a16="http://schemas.microsoft.com/office/drawing/2014/main" val="2095460971"/>
                        </a:ext>
                      </a:extLst>
                    </a:gridCol>
                    <a:gridCol w="1006872">
                      <a:extLst>
                        <a:ext uri="{9D8B030D-6E8A-4147-A177-3AD203B41FA5}">
                          <a16:colId xmlns:a16="http://schemas.microsoft.com/office/drawing/2014/main" val="4223326689"/>
                        </a:ext>
                      </a:extLst>
                    </a:gridCol>
                    <a:gridCol w="1006872">
                      <a:extLst>
                        <a:ext uri="{9D8B030D-6E8A-4147-A177-3AD203B41FA5}">
                          <a16:colId xmlns:a16="http://schemas.microsoft.com/office/drawing/2014/main" val="338980307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500" b="0">
                              <a:solidFill>
                                <a:schemeClr val="tx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الشكل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500" b="0">
                              <a:solidFill>
                                <a:schemeClr val="tx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المساحة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500" b="0">
                              <a:solidFill>
                                <a:schemeClr val="tx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مساحة السطح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500" b="0">
                              <a:solidFill>
                                <a:schemeClr val="tx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الحجم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74057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4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مربع/مكعب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60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sSup>
                                  <m:sSupPr>
                                    <m:ctrlPr>
                                      <a:rPr lang="en-GB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60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GB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60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95628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4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مستطيل/متوازي مستطيلات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𝑎𝑏</m:t>
                                </m:r>
                              </m:oMath>
                            </m:oMathPara>
                          </a14:m>
                          <a:endParaRPr lang="en-GB" sz="160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2(</m:t>
                                </m:r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𝑎𝑏</m:t>
                                </m:r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𝑏𝑐</m:t>
                                </m:r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𝑎𝑐</m:t>
                                </m:r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GB" sz="160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𝑎𝑏𝑐</m:t>
                                </m:r>
                              </m:oMath>
                            </m:oMathPara>
                          </a14:m>
                          <a:endParaRPr lang="en-GB" sz="160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46517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400" b="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دائرة/أسطوانة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sz="16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sSup>
                                  <m:sSupPr>
                                    <m:ctrlPr>
                                      <a:rPr lang="en-GB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600" b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𝑟h</m:t>
                                </m:r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sSup>
                                  <m:sSupPr>
                                    <m:ctrlPr>
                                      <a:rPr lang="en-GB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600" b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sSup>
                                  <m:sSupPr>
                                    <m:ctrlPr>
                                      <a:rPr lang="en-GB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oMath>
                            </m:oMathPara>
                          </a14:m>
                          <a:endParaRPr lang="en-GB" sz="1600" b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379182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400" b="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مثلث/ </a:t>
                          </a:r>
                        </a:p>
                        <a:p>
                          <a:pPr rtl="1"/>
                          <a:r>
                            <a:rPr lang="ar" sz="1400" b="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موشور مثلثي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</a:rPr>
                                      <m:t>𝑏h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𝑎𝑏</m:t>
                                </m:r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𝑎𝑑</m:t>
                                </m:r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𝑏𝑑</m:t>
                                </m:r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𝑐𝑑</m:t>
                                </m:r>
                              </m:oMath>
                            </m:oMathPara>
                          </a14:m>
                          <a:endParaRPr lang="en-GB" sz="1600" b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/>
                          <a14:m>
                            <m:oMath xmlns:m="http://schemas.openxmlformats.org/officeDocument/2006/math"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f>
                                <m:f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𝑏h</m:t>
                                  </m:r>
                                </m:num>
                                <m:den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r>
                            <a:rPr lang="ar" sz="1600" b="0" dirty="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)l</a:t>
                          </a:r>
                        </a:p>
                      </a:txBody>
                      <a:tcPr>
                        <a:solidFill>
                          <a:schemeClr val="accent5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369095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400" b="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جسم كروي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en-GB" sz="1600" b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sSup>
                                  <m:sSupPr>
                                    <m:ctrlPr>
                                      <a:rPr lang="en-GB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600" b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  <m:sSup>
                                      <m:sSupPr>
                                        <m:ctrlPr>
                                          <a:rPr lang="en-GB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lang="en-GB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233673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400" b="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مخروط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en-GB" sz="1600" b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GB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𝑟𝑙</m:t>
                                </m:r>
                              </m:oMath>
                            </m:oMathPara>
                          </a14:m>
                          <a:endParaRPr lang="en-GB" sz="1600" b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𝜋</m:t>
                                    </m:r>
                                    <m:sSup>
                                      <m:sSupPr>
                                        <m:ctrlPr>
                                          <a:rPr lang="en-GB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lang="en-GB" sz="16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h</m:t>
                                    </m:r>
                                  </m:num>
                                  <m:den>
                                    <m:r>
                                      <a:rPr lang="en-GB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600" b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040160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5A87549F-B4A7-F018-F152-2D79F52D56C0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2344356201"/>
                  </p:ext>
                </p:extLst>
              </p:nvPr>
            </p:nvGraphicFramePr>
            <p:xfrm>
              <a:off x="400282" y="2348880"/>
              <a:ext cx="4010515" cy="4100322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1055401">
                      <a:extLst>
                        <a:ext uri="{9D8B030D-6E8A-4147-A177-3AD203B41FA5}">
                          <a16:colId xmlns:a16="http://schemas.microsoft.com/office/drawing/2014/main" val="30974577"/>
                        </a:ext>
                      </a:extLst>
                    </a:gridCol>
                    <a:gridCol w="941370">
                      <a:extLst>
                        <a:ext uri="{9D8B030D-6E8A-4147-A177-3AD203B41FA5}">
                          <a16:colId xmlns:a16="http://schemas.microsoft.com/office/drawing/2014/main" val="2095460971"/>
                        </a:ext>
                      </a:extLst>
                    </a:gridCol>
                    <a:gridCol w="1006872">
                      <a:extLst>
                        <a:ext uri="{9D8B030D-6E8A-4147-A177-3AD203B41FA5}">
                          <a16:colId xmlns:a16="http://schemas.microsoft.com/office/drawing/2014/main" val="4223326689"/>
                        </a:ext>
                      </a:extLst>
                    </a:gridCol>
                    <a:gridCol w="1006872">
                      <a:extLst>
                        <a:ext uri="{9D8B030D-6E8A-4147-A177-3AD203B41FA5}">
                          <a16:colId xmlns:a16="http://schemas.microsoft.com/office/drawing/2014/main" val="338980307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500" b="0">
                              <a:solidFill>
                                <a:schemeClr val="tx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الشكل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500" b="0">
                              <a:solidFill>
                                <a:schemeClr val="tx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المساحة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500" b="0">
                              <a:solidFill>
                                <a:schemeClr val="tx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مساحة السطح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500" b="0">
                              <a:solidFill>
                                <a:schemeClr val="tx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الحجم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74057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4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مربع/مكعب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12258" t="-101639" r="-216129" b="-9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8193" t="-101639" r="-101807" b="-9081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101639" r="-2424" b="-9081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9562888"/>
                      </a:ext>
                    </a:extLst>
                  </a:tr>
                  <a:tr h="811784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4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مستطيل/متوازي مستطيلات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12258" t="-92481" r="-216129" b="-3165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8193" t="-92481" r="-101807" b="-3165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92481" r="-2424" b="-3165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4651761"/>
                      </a:ext>
                    </a:extLst>
                  </a:tr>
                  <a:tr h="573532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400" b="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دائرة/أسطوانة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12258" t="-272340" r="-216129" b="-3478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8193" t="-272340" r="-101807" b="-3478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272340" r="-2424" b="-3478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3791824"/>
                      </a:ext>
                    </a:extLst>
                  </a:tr>
                  <a:tr h="811784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400" b="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مثلث/ </a:t>
                          </a:r>
                        </a:p>
                        <a:p>
                          <a:pPr rtl="1"/>
                          <a:r>
                            <a:rPr lang="ar" sz="1400" b="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موشور مثلثي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12258" t="-263158" r="-216129" b="-1458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8193" t="-263158" r="-101807" b="-1458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263158" r="-2424" b="-1458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36909586"/>
                      </a:ext>
                    </a:extLst>
                  </a:tr>
                  <a:tr h="580771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400" b="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جسم كروي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en-GB" sz="1600" b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8193" t="-503125" r="-101807" b="-1020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503125" r="-2424" b="-1020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23367332"/>
                      </a:ext>
                    </a:extLst>
                  </a:tr>
                  <a:tr h="580771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400" b="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مخروط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en-GB" sz="1600" b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8193" t="-609474" r="-101807" b="-31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0000" t="-609474" r="-2424" b="-315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401603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6E5654-D847-B1AF-CC4B-1D32D326E7C6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30808806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819" name="Content Placeholder 3">
                <a:extLst>
                  <a:ext uri="{FF2B5EF4-FFF2-40B4-BE49-F238E27FC236}">
                    <a16:creationId xmlns:a16="http://schemas.microsoft.com/office/drawing/2014/main" id="{453C7683-8588-7ABC-32E0-8A4E68218620}"/>
                  </a:ext>
                </a:extLst>
              </p:cNvPr>
              <p:cNvSpPr>
                <a:spLocks noGrp="1" noChangeArrowheads="1"/>
              </p:cNvSpPr>
              <p:nvPr>
                <p:ph sz="half" idx="2"/>
              </p:nvPr>
            </p:nvSpPr>
            <p:spPr bwMode="auto">
              <a:xfrm>
                <a:off x="431134" y="2490035"/>
                <a:ext cx="8208712" cy="3963301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1" anchor="t" anchorCtr="0" compatLnSpc="1">
                <a:prstTxWarp prst="textNoShape">
                  <a:avLst/>
                </a:prstTxWarp>
              </a:bodyPr>
              <a:lstStyle/>
              <a:p>
                <a:pPr indent="0" rtl="1">
                  <a:buNone/>
                </a:pPr>
                <a:r>
                  <a:rPr lang="ar" sz="26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التحليل إلى عوامل هو عكس ضرب الأقواس. </a:t>
                </a:r>
              </a:p>
              <a:p>
                <a:pPr indent="0" rtl="1">
                  <a:buNone/>
                </a:pPr>
                <a:endParaRPr lang="en-GB" altLang="en-US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rtl="1">
                  <a:buFont typeface="Wingdings" panose="05000000000000000000" pitchFamily="2" charset="2"/>
                  <a:buNone/>
                </a:pPr>
                <a:r>
                  <a:rPr lang="ar" sz="2600" b="1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استخراج المصطلحات الشائعة</a:t>
                </a:r>
              </a:p>
              <a:p>
                <a:pPr marL="1085850" lvl="1" rtl="1"/>
                <a14:m>
                  <m:oMath xmlns:m="http://schemas.openxmlformats.org/officeDocument/2006/math">
                    <m:r>
                      <a:rPr lang="en-GB" altLang="en-US" sz="20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GB" alt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altLang="en-US" sz="2000" b="0" i="1" smtClean="0">
                        <a:latin typeface="Cambria Math" panose="02040503050406030204" pitchFamily="18" charset="0"/>
                      </a:rPr>
                      <m:t>𝑎𝑦</m:t>
                    </m:r>
                    <m:r>
                      <a:rPr lang="en-GB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altLang="en-US" sz="2000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GB" altLang="en-US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alt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alt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sz="22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	</a:t>
                </a:r>
                <a:r>
                  <a:rPr lang="ar" sz="22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هنا هو العامل المشترك</a:t>
                </a:r>
              </a:p>
              <a:p>
                <a:pPr marL="1085850" lvl="1" rtl="1"/>
                <a14:m>
                  <m:oMath xmlns:m="http://schemas.openxmlformats.org/officeDocument/2006/math">
                    <m:r>
                      <a:rPr lang="en-GB" altLang="en-US" sz="20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alt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alt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altLang="en-US" sz="20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GB" alt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altLang="en-US" sz="2000" b="0" i="1" smtClean="0"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ctrlPr>
                          <a:rPr lang="en-GB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alt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alt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alt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alt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ar" sz="2000" b="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 </a:t>
                </a:r>
                <a:r>
                  <a:rPr lang="ar" sz="2200" b="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 </a:t>
                </a:r>
                <a:r>
                  <a:rPr lang="ar-EG" sz="2200" b="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    </a:t>
                </a:r>
                <a:r>
                  <a:rPr lang="ar" sz="2200" b="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حيث إن 3 هي العامل المشترك</a:t>
                </a:r>
              </a:p>
              <a:p>
                <a:pPr indent="0" rtl="1">
                  <a:buNone/>
                </a:pPr>
                <a:endParaRPr lang="en-GB" altLang="en-US" b="1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rtl="1">
                  <a:buNone/>
                </a:pPr>
                <a:r>
                  <a:rPr lang="ar" sz="2600" b="1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الاستخراج بالتجميع</a:t>
                </a:r>
              </a:p>
              <a:p>
                <a:pPr marL="1085850" lvl="1" rtl="1"/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32</m:t>
                    </m:r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18</m:t>
                    </m:r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9</m:t>
                    </m:r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18</m:t>
                    </m:r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9</m:t>
                    </m:r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32</m:t>
                    </m:r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en-US" sz="20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marL="3314700" lvl="6" algn="l" rtl="0"/>
                <a:r>
                  <a:rPr lang="ar-EG" sz="200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  </a:t>
                </a:r>
                <a:r>
                  <a:rPr lang="en-US" sz="200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	</a:t>
                </a:r>
                <a:r>
                  <a:rPr lang="ar-EG" sz="200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   </a:t>
                </a:r>
                <a:r>
                  <a:rPr lang="en-US" sz="200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	        </a:t>
                </a:r>
                <a14:m>
                  <m:oMath xmlns:m="http://schemas.openxmlformats.org/officeDocument/2006/math">
                    <m:r>
                      <a:rPr lang="en-US" altLang="en-US" sz="2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9</m:t>
                    </m:r>
                    <m:sSup>
                      <m:sSup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sz="20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marL="685800" rtl="1"/>
                <a:endParaRPr lang="en-GB" altLang="en-US" b="1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algn="ctr" rtl="1">
                  <a:buNone/>
                </a:pPr>
                <a:endParaRPr lang="en-GB" altLang="en-US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marL="685800" rtl="1"/>
                <a:endParaRPr lang="en-GB" altLang="en-US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mc:Choice>
        <mc:Fallback xmlns="">
          <p:sp>
            <p:nvSpPr>
              <p:cNvPr id="34819" name="Content Placeholder 3">
                <a:extLst>
                  <a:ext uri="{FF2B5EF4-FFF2-40B4-BE49-F238E27FC236}">
                    <a16:creationId xmlns:a16="http://schemas.microsoft.com/office/drawing/2014/main" id="{453C7683-8588-7ABC-32E0-8A4E682186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431134" y="2490035"/>
                <a:ext cx="8208712" cy="3963301"/>
              </a:xfrm>
              <a:blipFill>
                <a:blip r:embed="rId4"/>
                <a:stretch>
                  <a:fillRect t="-1382" b="-307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الطرق الجبرية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04F4C-93EC-0C0F-FDF9-E9EA682B1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30" y="1842335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التحليل إلى عوامل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EAEB9-B52C-BACA-FD64-9B93D8B4518E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91139161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819" name="Content Placeholder 3">
                <a:extLst>
                  <a:ext uri="{FF2B5EF4-FFF2-40B4-BE49-F238E27FC236}">
                    <a16:creationId xmlns:a16="http://schemas.microsoft.com/office/drawing/2014/main" id="{453C7683-8588-7ABC-32E0-8A4E68218620}"/>
                  </a:ext>
                </a:extLst>
              </p:cNvPr>
              <p:cNvSpPr>
                <a:spLocks noGrp="1" noChangeArrowheads="1"/>
              </p:cNvSpPr>
              <p:nvPr>
                <p:ph sz="half" idx="1"/>
              </p:nvPr>
            </p:nvSpPr>
            <p:spPr bwMode="auto">
              <a:xfrm>
                <a:off x="4648199" y="2564903"/>
                <a:ext cx="4027487" cy="3655198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1" anchor="t" anchorCtr="0" compatLnSpc="1">
                <a:prstTxWarp prst="textNoShape">
                  <a:avLst/>
                </a:prstTxWarp>
              </a:bodyPr>
              <a:lstStyle/>
              <a:p>
                <a:pPr marL="685800" rtl="1"/>
                <a:r>
                  <a:rPr lang="ar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تحتوي الدائرة على 360 درجة أو 2π راديان (زاوية نصف قطر)</a:t>
                </a:r>
              </a:p>
              <a:p>
                <a:pPr indent="0" rtl="1">
                  <a:buNone/>
                </a:pPr>
                <a:endParaRPr lang="en-GB" altLang="en-US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marL="685800"/>
                <a:r>
                  <a:rPr lang="en-GB" altLang="en-US" sz="2200" dirty="0"/>
                  <a:t>1 rad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alt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en-US" sz="2200" i="1">
                            <a:latin typeface="Cambria Math" panose="02040503050406030204" pitchFamily="18" charset="0"/>
                          </a:rPr>
                          <m:t>360</m:t>
                        </m:r>
                      </m:num>
                      <m:den>
                        <m:r>
                          <a:rPr lang="en-GB" altLang="en-US" sz="22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alt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</m:oMath>
                </a14:m>
                <a:r>
                  <a:rPr lang="en-GB" altLang="en-US" sz="2200" dirty="0"/>
                  <a:t> </a:t>
                </a:r>
                <a14:m>
                  <m:oMath xmlns:m="http://schemas.openxmlformats.org/officeDocument/2006/math">
                    <m:r>
                      <a:rPr lang="en-GB" alt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GB" altLang="en-US" sz="2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altLang="en-US" sz="2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altLang="en-US" sz="2200" i="1" dirty="0">
                            <a:latin typeface="Cambria Math" panose="02040503050406030204" pitchFamily="18" charset="0"/>
                          </a:rPr>
                          <m:t>57.3</m:t>
                        </m:r>
                      </m:e>
                      <m:sup>
                        <m:r>
                          <a:rPr lang="en-GB" altLang="en-US" sz="2200" i="1" dirty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</m:oMath>
                </a14:m>
                <a:endParaRPr lang="en-GB" altLang="en-US" sz="2200" dirty="0"/>
              </a:p>
              <a:p>
                <a:pPr marL="685800"/>
                <a:endParaRPr lang="en-GB" altLang="en-US" sz="2200" dirty="0"/>
              </a:p>
              <a:p>
                <a:pPr marL="685800"/>
                <a:r>
                  <a:rPr lang="en-GB" altLang="en-US" sz="2200" dirty="0"/>
                  <a:t>1 </a:t>
                </a:r>
                <a:r>
                  <a:rPr lang="en-GB" altLang="en-US" sz="2200" dirty="0" err="1"/>
                  <a:t>deg</a:t>
                </a:r>
                <a:r>
                  <a:rPr lang="en-GB" altLang="en-US" sz="22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alt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en-US" sz="22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alt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GB" altLang="en-US" sz="2200" i="1">
                            <a:latin typeface="Cambria Math" panose="02040503050406030204" pitchFamily="18" charset="0"/>
                          </a:rPr>
                          <m:t>360</m:t>
                        </m:r>
                      </m:den>
                    </m:f>
                    <m:r>
                      <a:rPr lang="en-GB" alt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≈0.0175 </m:t>
                    </m:r>
                    <m:r>
                      <a:rPr lang="en-GB" alt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𝑟𝑎𝑑</m:t>
                    </m:r>
                  </m:oMath>
                </a14:m>
                <a:endParaRPr lang="en-GB" altLang="en-US" sz="2200" dirty="0"/>
              </a:p>
              <a:p>
                <a:pPr indent="0" rtl="1">
                  <a:buFont typeface="Wingdings" panose="05000000000000000000" pitchFamily="2" charset="2"/>
                  <a:buNone/>
                </a:pPr>
                <a:endParaRPr lang="en-GB" altLang="en-US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algn="ctr" rtl="1">
                  <a:buNone/>
                </a:pPr>
                <a:endParaRPr lang="en-GB" altLang="en-US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marL="685800" rtl="1"/>
                <a:endParaRPr lang="en-GB" altLang="en-US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mc:Choice>
        <mc:Fallback xmlns="">
          <p:sp>
            <p:nvSpPr>
              <p:cNvPr id="34819" name="Content Placeholder 3">
                <a:extLst>
                  <a:ext uri="{FF2B5EF4-FFF2-40B4-BE49-F238E27FC236}">
                    <a16:creationId xmlns:a16="http://schemas.microsoft.com/office/drawing/2014/main" id="{453C7683-8588-7ABC-32E0-8A4E682186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 bwMode="auto">
              <a:xfrm>
                <a:off x="4648199" y="2564903"/>
                <a:ext cx="4027487" cy="3655198"/>
              </a:xfrm>
              <a:blipFill>
                <a:blip r:embed="rId4"/>
                <a:stretch>
                  <a:fillRect l="-605" t="-2671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6748B987-ED0B-780B-FB62-D004E2F60EE6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177819723"/>
                  </p:ext>
                </p:extLst>
              </p:nvPr>
            </p:nvGraphicFramePr>
            <p:xfrm>
              <a:off x="468311" y="2924944"/>
              <a:ext cx="4027488" cy="2151825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2013744">
                      <a:extLst>
                        <a:ext uri="{9D8B030D-6E8A-4147-A177-3AD203B41FA5}">
                          <a16:colId xmlns:a16="http://schemas.microsoft.com/office/drawing/2014/main" val="2987537742"/>
                        </a:ext>
                      </a:extLst>
                    </a:gridCol>
                    <a:gridCol w="2013744">
                      <a:extLst>
                        <a:ext uri="{9D8B030D-6E8A-4147-A177-3AD203B41FA5}">
                          <a16:colId xmlns:a16="http://schemas.microsoft.com/office/drawing/2014/main" val="3766645251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 rtl="1"/>
                          <a:r>
                            <a:rPr lang="ar" sz="1800" b="0">
                              <a:solidFill>
                                <a:schemeClr val="tx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صيغة قياس الدائرة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rtl="1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61298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8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طول القوس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oMath>
                            </m:oMathPara>
                          </a14:m>
                          <a:endParaRPr lang="en-GB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250762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8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المحيط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أو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𝑑</m:t>
                                </m:r>
                              </m:oMath>
                            </m:oMathPara>
                          </a14:m>
                          <a:endParaRPr lang="en-GB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75366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8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مساحة القطاع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GB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p>
                                        <m:r>
                                          <a:rPr lang="en-GB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GB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∅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745794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8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مساحة الدائرة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  <m:sSup>
                                  <m:sSupPr>
                                    <m:ctrlPr>
                                      <a:rPr lang="en-GB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3520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6748B987-ED0B-780B-FB62-D004E2F60EE6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177819723"/>
                  </p:ext>
                </p:extLst>
              </p:nvPr>
            </p:nvGraphicFramePr>
            <p:xfrm>
              <a:off x="468311" y="2924944"/>
              <a:ext cx="4027488" cy="2151825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2013744">
                      <a:extLst>
                        <a:ext uri="{9D8B030D-6E8A-4147-A177-3AD203B41FA5}">
                          <a16:colId xmlns:a16="http://schemas.microsoft.com/office/drawing/2014/main" val="2987537742"/>
                        </a:ext>
                      </a:extLst>
                    </a:gridCol>
                    <a:gridCol w="2013744">
                      <a:extLst>
                        <a:ext uri="{9D8B030D-6E8A-4147-A177-3AD203B41FA5}">
                          <a16:colId xmlns:a16="http://schemas.microsoft.com/office/drawing/2014/main" val="3766645251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 rtl="1"/>
                          <a:r>
                            <a:rPr lang="ar" sz="1800" b="0">
                              <a:solidFill>
                                <a:schemeClr val="tx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صيغة قياس الدائرة</a:t>
                          </a:r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rtl="1"/>
                          <a:endParaRPr lang="en-GB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661298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8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طول القوس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302" t="-109836" r="-1208" b="-4032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5076216"/>
                      </a:ext>
                    </a:extLst>
                  </a:tr>
                  <a:tr h="399225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8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المحيط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302" t="-193939" r="-1208" b="-272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753664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8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مساحة القطاع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302" t="-184762" r="-1208" b="-7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45794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8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مساحة الدائرة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00302" t="-490164" r="-1208" b="-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35206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الطرق المثلثية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04F4C-93EC-0C0F-FDF9-E9EA682B1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30" y="1842335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قياس الدائرة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FC0A8B-DD1E-2AF7-4C1B-FB6FF1F2EA3D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13511409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الطرق المثلثية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0DCAB-428E-71C5-51A5-653AE7FFB334}"/>
              </a:ext>
            </a:extLst>
          </p:cNvPr>
          <p:cNvSpPr txBox="1"/>
          <p:nvPr/>
        </p:nvSpPr>
        <p:spPr>
          <a:xfrm>
            <a:off x="7020272" y="2804735"/>
            <a:ext cx="1728191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الضلع المقابل</a:t>
            </a:r>
          </a:p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تُسمى الزاوية المقابلة للضلع الضلع المقابل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CDD2DA-2BE9-4497-463B-D2AF1CB9A251}"/>
              </a:ext>
            </a:extLst>
          </p:cNvPr>
          <p:cNvSpPr txBox="1"/>
          <p:nvPr/>
        </p:nvSpPr>
        <p:spPr>
          <a:xfrm>
            <a:off x="3790827" y="2365550"/>
            <a:ext cx="1512168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الوتر</a:t>
            </a:r>
          </a:p>
          <a:p>
            <a:pPr rtl="1"/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يُطلق على الضلع الأطول اسم </a:t>
            </a:r>
            <a:r>
              <a:rPr lang="ar" sz="2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الوتر</a:t>
            </a:r>
            <a:r>
              <a:rPr lang="ar" sz="20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B90DDF-88ED-5425-58A7-8C8BCFC28AE9}"/>
              </a:ext>
            </a:extLst>
          </p:cNvPr>
          <p:cNvSpPr txBox="1"/>
          <p:nvPr/>
        </p:nvSpPr>
        <p:spPr>
          <a:xfrm>
            <a:off x="4391980" y="4509120"/>
            <a:ext cx="2088233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الضلع المجاور</a:t>
            </a:r>
          </a:p>
          <a:p>
            <a:pPr rtl="1"/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يسمى الضلع المجاور للزاوية </a:t>
            </a:r>
            <a:br>
              <a:rPr lang="en-US" sz="200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الضلع المجاور</a:t>
            </a:r>
            <a:r>
              <a:rPr lang="en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ر</a:t>
            </a: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7F7B9EE3-0585-A595-C014-44A8F1DDD5F2}"/>
              </a:ext>
            </a:extLst>
          </p:cNvPr>
          <p:cNvSpPr/>
          <p:nvPr/>
        </p:nvSpPr>
        <p:spPr>
          <a:xfrm flipH="1">
            <a:off x="3635896" y="2204864"/>
            <a:ext cx="3384376" cy="2304256"/>
          </a:xfrm>
          <a:prstGeom prst="rt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52346B-0921-3B77-150A-8CAD6658D99E}"/>
              </a:ext>
            </a:extLst>
          </p:cNvPr>
          <p:cNvSpPr/>
          <p:nvPr/>
        </p:nvSpPr>
        <p:spPr>
          <a:xfrm>
            <a:off x="6732240" y="4223820"/>
            <a:ext cx="288032" cy="2880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endParaRPr lang="en-GB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5C2E5F-3BC3-214D-FC9A-A208D071BB09}"/>
              </a:ext>
            </a:extLst>
          </p:cNvPr>
          <p:cNvSpPr txBox="1"/>
          <p:nvPr/>
        </p:nvSpPr>
        <p:spPr>
          <a:xfrm>
            <a:off x="2051721" y="3812846"/>
            <a:ext cx="1404156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" sz="2000" b="1">
                <a:latin typeface="Sakkal Majalla" panose="02000000000000000000" pitchFamily="2" charset="-78"/>
                <a:cs typeface="Sakkal Majalla" panose="02000000000000000000" pitchFamily="2" charset="-78"/>
              </a:rPr>
              <a:t>هذه هي أي زاوية غير معروفة والرمز يسمى ثيتا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000631B-B9F4-6F7B-EA38-046B83B86B5A}"/>
              </a:ext>
            </a:extLst>
          </p:cNvPr>
          <p:cNvGrpSpPr/>
          <p:nvPr/>
        </p:nvGrpSpPr>
        <p:grpSpPr>
          <a:xfrm>
            <a:off x="3851920" y="4145813"/>
            <a:ext cx="864096" cy="544706"/>
            <a:chOff x="2699792" y="4399194"/>
            <a:chExt cx="864096" cy="544706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31FE93D-72FB-EC6E-A54C-CC6982CF3BAB}"/>
                </a:ext>
              </a:extLst>
            </p:cNvPr>
            <p:cNvSpPr txBox="1"/>
            <p:nvPr/>
          </p:nvSpPr>
          <p:spPr>
            <a:xfrm>
              <a:off x="2843808" y="4399194"/>
              <a:ext cx="72008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rtl="1"/>
              <a:r>
                <a:rPr lang="ar">
                  <a:latin typeface="Sakkal Majalla" panose="02000000000000000000" pitchFamily="2" charset="-78"/>
                  <a:cs typeface="Sakkal Majalla" panose="02000000000000000000" pitchFamily="2" charset="-78"/>
                </a:rPr>
                <a:t>ϴ</a:t>
              </a:r>
              <a:r>
                <a:rPr lang="ar" baseline="30000">
                  <a:latin typeface="Sakkal Majalla" panose="02000000000000000000" pitchFamily="2" charset="-78"/>
                  <a:cs typeface="Sakkal Majalla" panose="02000000000000000000" pitchFamily="2" charset="-78"/>
                </a:rPr>
                <a:t>o</a:t>
              </a: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78E10AFD-4C0E-1311-B887-2321B925899E}"/>
                </a:ext>
              </a:extLst>
            </p:cNvPr>
            <p:cNvSpPr/>
            <p:nvPr/>
          </p:nvSpPr>
          <p:spPr>
            <a:xfrm>
              <a:off x="2699792" y="4439844"/>
              <a:ext cx="576064" cy="504056"/>
            </a:xfrm>
            <a:prstGeom prst="arc">
              <a:avLst>
                <a:gd name="adj1" fmla="val 16200000"/>
                <a:gd name="adj2" fmla="val 538512"/>
              </a:avLst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 rtl="1"/>
              <a:endParaRPr lang="en-GB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3AD4631-1FF2-22F4-8CAA-626B50705CA0}"/>
                  </a:ext>
                </a:extLst>
              </p:cNvPr>
              <p:cNvSpPr txBox="1"/>
              <p:nvPr/>
            </p:nvSpPr>
            <p:spPr>
              <a:xfrm>
                <a:off x="333154" y="5677289"/>
                <a:ext cx="8496944" cy="1410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𝑜𝑝𝑝𝑜𝑠𝑖𝑡𝑒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𝑦𝑝𝑜𝑡𝑒𝑛𝑢𝑠𝑒</m:t>
                        </m:r>
                      </m:den>
                    </m:f>
                    <m:r>
                      <a:rPr lang="en-GB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/>
                  <a:t>      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𝑎𝑑𝑗𝑎𝑐𝑒𝑛𝑡</m:t>
                        </m:r>
                      </m:num>
                      <m:den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𝑦𝑝𝑜𝑡𝑒𝑛𝑢𝑠𝑒</m:t>
                        </m:r>
                      </m:den>
                    </m:f>
                    <m:r>
                      <a:rPr lang="en-GB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/>
                  <a:t>       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𝑡𝑎𝑛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𝑜𝑝𝑝𝑜𝑠𝑖𝑡𝑒</m:t>
                        </m:r>
                      </m:num>
                      <m:den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𝑎𝑑𝑗𝑎𝑐𝑒𝑛𝑡</m:t>
                        </m:r>
                      </m:den>
                    </m:f>
                    <m:r>
                      <a:rPr lang="en-GB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/>
                  <a:t> </a:t>
                </a:r>
              </a:p>
              <a:p>
                <a:r>
                  <a:rPr lang="en-GB" sz="2400" dirty="0"/>
                  <a:t> </a:t>
                </a:r>
              </a:p>
              <a:p>
                <a:endParaRPr lang="en-GB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B3AD4631-1FF2-22F4-8CAA-626B50705C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154" y="5677289"/>
                <a:ext cx="8496944" cy="14101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671F43-D927-4898-2E69-B0353D2B1494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60567116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riangle with arrows pointing to opposite each other&#10;&#10;Description automatically generated">
            <a:extLst>
              <a:ext uri="{FF2B5EF4-FFF2-40B4-BE49-F238E27FC236}">
                <a16:creationId xmlns:a16="http://schemas.microsoft.com/office/drawing/2014/main" id="{0967AD82-F3BE-F2AA-47A4-326892F4574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9" y="3298953"/>
            <a:ext cx="3871783" cy="2664699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BB3FD-5CED-7696-CA37-2AD80871B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2196000"/>
            <a:ext cx="8229600" cy="417512"/>
          </a:xfrm>
        </p:spPr>
        <p:txBody>
          <a:bodyPr rtlCol="1"/>
          <a:lstStyle/>
          <a:p>
            <a:pPr algn="ctr" rtl="1"/>
            <a:r>
              <a:rPr lang="ar" sz="2600" b="0">
                <a:latin typeface="Sakkal Majalla" panose="02000000000000000000" pitchFamily="2" charset="-78"/>
                <a:cs typeface="Sakkal Majalla" panose="02000000000000000000" pitchFamily="2" charset="-78"/>
              </a:rPr>
              <a:t>قواعد جا وجتا - يمكن استخدامها على أي مثلث</a:t>
            </a:r>
            <a:endParaRPr lang="en-GB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819" name="Content Placeholder 3">
                <a:extLst>
                  <a:ext uri="{FF2B5EF4-FFF2-40B4-BE49-F238E27FC236}">
                    <a16:creationId xmlns:a16="http://schemas.microsoft.com/office/drawing/2014/main" id="{453C7683-8588-7ABC-32E0-8A4E68218620}"/>
                  </a:ext>
                </a:extLst>
              </p:cNvPr>
              <p:cNvSpPr>
                <a:spLocks noGrp="1" noChangeArrowheads="1"/>
              </p:cNvSpPr>
              <p:nvPr>
                <p:ph sz="half" idx="2"/>
              </p:nvPr>
            </p:nvSpPr>
            <p:spPr bwMode="auto">
              <a:xfrm>
                <a:off x="4646611" y="2901560"/>
                <a:ext cx="4040188" cy="3551776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1" anchor="t" anchorCtr="0" compatLnSpc="1">
                <a:prstTxWarp prst="textNoShape">
                  <a:avLst/>
                </a:prstTxWarp>
              </a:bodyPr>
              <a:lstStyle/>
              <a:p>
                <a:pPr indent="0" rtl="1">
                  <a:buFont typeface="Wingdings" panose="05000000000000000000" pitchFamily="2" charset="2"/>
                  <a:buNone/>
                </a:pPr>
                <a:r>
                  <a:rPr lang="ar" sz="2200" b="1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قاعدة جا</a:t>
                </a:r>
              </a:p>
              <a:p>
                <a:pPr indent="0" rtl="1">
                  <a:buFont typeface="Wingdings" panose="05000000000000000000" pitchFamily="2" charset="2"/>
                  <a:buNone/>
                </a:pPr>
                <a:endParaRPr lang="en-GB" altLang="en-US" sz="2000" b="1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rtl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alt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GB" altLang="en-US" sz="2000" b="0" i="1" smtClean="0">
                              <a:latin typeface="Cambria Math" panose="02040503050406030204" pitchFamily="18" charset="0"/>
                            </a:rPr>
                            <m:t>𝑠𝑖𝑛𝐴</m:t>
                          </m:r>
                        </m:den>
                      </m:f>
                      <m:r>
                        <a:rPr lang="en-GB" alt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num>
                        <m:den>
                          <m:func>
                            <m:funcPr>
                              <m:ctrlPr>
                                <a:rPr lang="en-GB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altLang="en-US" sz="2000" b="0" i="0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fName>
                            <m:e>
                              <m:r>
                                <a:rPr lang="en-GB" altLang="en-US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func>
                        </m:den>
                      </m:f>
                      <m:r>
                        <a:rPr lang="en-GB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func>
                            <m:funcPr>
                              <m:ctrlPr>
                                <a:rPr lang="en-GB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altLang="en-US" sz="2000" b="0" i="0" smtClean="0">
                                  <a:latin typeface="Cambria Math" panose="02040503050406030204" pitchFamily="18" charset="0"/>
                                </a:rPr>
                                <m:t>𝑠𝑖𝑛</m:t>
                              </m:r>
                            </m:fName>
                            <m:e>
                              <m:r>
                                <a:rPr lang="en-GB" altLang="en-US" sz="20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func>
                        </m:den>
                      </m:f>
                    </m:oMath>
                  </m:oMathPara>
                </a14:m>
                <a:endParaRPr lang="en-GB" altLang="en-US" sz="2000" b="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rtl="1">
                  <a:buFont typeface="Wingdings" panose="05000000000000000000" pitchFamily="2" charset="2"/>
                  <a:buNone/>
                </a:pPr>
                <a:endParaRPr lang="en-GB" altLang="en-US" sz="2000" b="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rtl="1">
                  <a:buFont typeface="Wingdings" panose="05000000000000000000" pitchFamily="2" charset="2"/>
                  <a:buNone/>
                </a:pPr>
                <a:r>
                  <a:rPr lang="ar" sz="2200" b="1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قاعدة جتا</a:t>
                </a:r>
              </a:p>
              <a:p>
                <a:pPr indent="0" rtl="1">
                  <a:buFont typeface="Wingdings" panose="05000000000000000000" pitchFamily="2" charset="2"/>
                  <a:buNone/>
                </a:pPr>
                <a:endParaRPr lang="en-GB" altLang="en-US" sz="2000" b="1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rtl="1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𝑏𝑐𝑐𝑜𝑠𝐴</m:t>
                      </m:r>
                    </m:oMath>
                  </m:oMathPara>
                </a14:m>
                <a:endParaRPr lang="en-US" altLang="en-US" sz="20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rtl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𝑎𝑐𝑐𝑜𝑠𝑏</m:t>
                      </m:r>
                    </m:oMath>
                  </m:oMathPara>
                </a14:m>
                <a:endParaRPr lang="en-US" altLang="en-US" sz="20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rtl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𝑎𝑏𝑐𝑜𝑠𝑐</m:t>
                      </m:r>
                    </m:oMath>
                  </m:oMathPara>
                </a14:m>
                <a:endParaRPr lang="en-US" altLang="en-US" sz="20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rtl="1">
                  <a:buFont typeface="Wingdings" panose="05000000000000000000" pitchFamily="2" charset="2"/>
                  <a:buNone/>
                </a:pPr>
                <a:endParaRPr lang="en-GB" altLang="en-US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rtl="1">
                  <a:buFont typeface="Wingdings" panose="05000000000000000000" pitchFamily="2" charset="2"/>
                  <a:buNone/>
                </a:pPr>
                <a:endParaRPr lang="en-GB" altLang="en-US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algn="ctr" rtl="1">
                  <a:buNone/>
                </a:pPr>
                <a:endParaRPr lang="en-GB" altLang="en-US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rtl="1">
                  <a:buNone/>
                </a:pPr>
                <a:endParaRPr lang="en-GB" altLang="en-US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mc:Choice>
        <mc:Fallback xmlns="">
          <p:sp>
            <p:nvSpPr>
              <p:cNvPr id="34819" name="Content Placeholder 3">
                <a:extLst>
                  <a:ext uri="{FF2B5EF4-FFF2-40B4-BE49-F238E27FC236}">
                    <a16:creationId xmlns:a16="http://schemas.microsoft.com/office/drawing/2014/main" id="{453C7683-8588-7ABC-32E0-8A4E682186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4646611" y="2901560"/>
                <a:ext cx="4040188" cy="3551776"/>
              </a:xfrm>
              <a:blipFill>
                <a:blip r:embed="rId5"/>
                <a:stretch>
                  <a:fillRect t="-1201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13" y="12602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الطرق المثلثية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C3E6D6-BAC4-247B-B247-A9880BC8F12B}"/>
              </a:ext>
            </a:extLst>
          </p:cNvPr>
          <p:cNvSpPr txBox="1"/>
          <p:nvPr/>
        </p:nvSpPr>
        <p:spPr>
          <a:xfrm>
            <a:off x="2478087" y="4725144"/>
            <a:ext cx="824215" cy="4001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ar" sz="10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مقابل بعضها البعض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53DC1FAF-6A88-E9B8-701B-0ACCCAFB0414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584669-EA29-6C5C-738F-48EE559EBD0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575103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هدف التعلم (ب)</a:t>
            </a:r>
            <a:br>
              <a:rPr lang="en-US" altLang="en-US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16012" y="4653136"/>
            <a:ext cx="6769100" cy="134249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أنظمة هندسة الاستاتيكا</a:t>
            </a:r>
          </a:p>
          <a:p>
            <a:pPr marL="685800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مكونات محملة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3609" y="2493963"/>
            <a:ext cx="7056784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دراسة كيفية استخدام أنظمة </a:t>
            </a:r>
            <a:br>
              <a:rPr lang="en-US" sz="3800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هندسة الاستاتيكا لحل </a:t>
            </a:r>
            <a:br>
              <a:rPr lang="en-US" sz="3800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المسائل الهندسية</a:t>
            </a:r>
            <a:endParaRPr 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95A60AA-2887-4AE9-FD62-02F9A7D92CC0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5880076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708919"/>
            <a:ext cx="4027487" cy="351118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القوى </a:t>
            </a:r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غير المتزامنة</a:t>
            </a: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هي القوى التي لا تعمل جميعها من خلال نفس النقطة.</a:t>
            </a:r>
          </a:p>
          <a:p>
            <a:pPr indent="0" rtl="1">
              <a:buNone/>
            </a:pP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القوى </a:t>
            </a:r>
            <a:r>
              <a:rPr lang="ar" sz="26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متحدة المستوى</a:t>
            </a: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هي القوى التي تعمل في نفس المستوى ثنائي الأبعاد.</a:t>
            </a:r>
          </a:p>
          <a:p>
            <a:pPr indent="0" algn="ctr" rtl="1">
              <a:buNone/>
            </a:pP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5F16B6-D9A6-63DF-2DB2-6A0B6BE1E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" y="2708919"/>
            <a:ext cx="4027488" cy="3511181"/>
          </a:xfrm>
        </p:spPr>
        <p:txBody>
          <a:bodyPr rtlCol="1"/>
          <a:lstStyle/>
          <a:p>
            <a:pPr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القوى هي كميات متجهة. لها 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حجم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(حجم القوة) و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متجه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(الخط الذي تعمل فيه القوة) و</a:t>
            </a:r>
            <a:r>
              <a:rPr lang="ar" sz="2600" b="1">
                <a:latin typeface="Sakkal Majalla" panose="02000000000000000000" pitchFamily="2" charset="-78"/>
                <a:cs typeface="Sakkal Majalla" panose="02000000000000000000" pitchFamily="2" charset="-78"/>
              </a:rPr>
              <a:t>اتجاه</a:t>
            </a: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 (الاتجاه على طول الخط الذي تعمل فيه القوة).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أنظمة هندسة الاستاتيكا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04F4C-93EC-0C0F-FDF9-E9EA682B1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30" y="1842335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القوى متحدة المستوى غير المتزامنة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F321EE-AE02-2786-2603-5321F7D29EB0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74086485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D48B837-1A0E-579D-77A7-613465262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rtlCol="1"/>
          <a:lstStyle/>
          <a:p>
            <a:pPr algn="ctr" rtl="1"/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أنظمة هندسة الاستاتيكا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C7DE74-F5FB-2F5F-49BF-EF9A69A0A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6611" y="2196000"/>
            <a:ext cx="4040188" cy="639762"/>
          </a:xfrm>
        </p:spPr>
        <p:txBody>
          <a:bodyPr rtlCol="1"/>
          <a:lstStyle/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مخطط الفراغ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E487413-F5CC-CD54-EC00-15AEEF52B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1" y="3070898"/>
            <a:ext cx="4114799" cy="3055266"/>
          </a:xfrm>
        </p:spPr>
        <p:txBody>
          <a:bodyPr rtlCol="1"/>
          <a:lstStyle/>
          <a:p>
            <a:pPr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رسم تخطيطي للترتيب المادي للنظام الذي يتم دراسته.</a:t>
            </a:r>
          </a:p>
          <a:p>
            <a:pPr marL="0" indent="0" rtl="1">
              <a:buNone/>
            </a:pPr>
            <a:endParaRPr lang="en-GB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3C13212-6FF9-F5E0-C0BA-3023532158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39776" y="2245168"/>
            <a:ext cx="4041775" cy="639762"/>
          </a:xfrm>
        </p:spPr>
        <p:txBody>
          <a:bodyPr rtlCol="1"/>
          <a:lstStyle/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مخطط الجسم الحر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3DF42E-8F54-F6B2-5AF1-032E3C479EA9}"/>
              </a:ext>
            </a:extLst>
          </p:cNvPr>
          <p:cNvSpPr txBox="1"/>
          <p:nvPr/>
        </p:nvSpPr>
        <p:spPr>
          <a:xfrm>
            <a:off x="457202" y="3070898"/>
            <a:ext cx="4024349" cy="89255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342900" indent="-342900" rtl="1">
              <a:buFont typeface="Wingdings" panose="05000000000000000000" pitchFamily="2" charset="2"/>
              <a:buChar char="§"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رسم تخطيطي يحتوي فقط على القوى المؤثرة على النظام.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184CD57-6A3D-6162-B958-2E5AAFE3BD7B}"/>
              </a:ext>
            </a:extLst>
          </p:cNvPr>
          <p:cNvGrpSpPr/>
          <p:nvPr/>
        </p:nvGrpSpPr>
        <p:grpSpPr>
          <a:xfrm>
            <a:off x="1184340" y="4770153"/>
            <a:ext cx="2520280" cy="373424"/>
            <a:chOff x="5580112" y="5063074"/>
            <a:chExt cx="2520280" cy="373424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C331997-DDB3-8DF5-CBA9-08971EA371A8}"/>
                </a:ext>
              </a:extLst>
            </p:cNvPr>
            <p:cNvSpPr/>
            <p:nvPr/>
          </p:nvSpPr>
          <p:spPr>
            <a:xfrm>
              <a:off x="6550172" y="5104073"/>
              <a:ext cx="266328" cy="287337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1"/>
              <a:endParaRPr lang="en-US" dirty="0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3B1D5E6D-8E21-4B51-A38F-35D6B20DE043}"/>
                </a:ext>
              </a:extLst>
            </p:cNvPr>
            <p:cNvCxnSpPr>
              <a:stCxn id="14" idx="6"/>
            </p:cNvCxnSpPr>
            <p:nvPr/>
          </p:nvCxnSpPr>
          <p:spPr>
            <a:xfrm flipV="1">
              <a:off x="6816500" y="5247741"/>
              <a:ext cx="563812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8492D1C-E8C8-F156-1124-BED148096531}"/>
                </a:ext>
              </a:extLst>
            </p:cNvPr>
            <p:cNvSpPr txBox="1"/>
            <p:nvPr/>
          </p:nvSpPr>
          <p:spPr>
            <a:xfrm>
              <a:off x="7380312" y="5063074"/>
              <a:ext cx="720080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rtl="1"/>
              <a:r>
                <a:rPr lang="en-US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11N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4AA3B16-40BB-6539-A4A1-A72162207A07}"/>
                </a:ext>
              </a:extLst>
            </p:cNvPr>
            <p:cNvCxnSpPr>
              <a:stCxn id="14" idx="2"/>
            </p:cNvCxnSpPr>
            <p:nvPr/>
          </p:nvCxnSpPr>
          <p:spPr>
            <a:xfrm flipH="1" flipV="1">
              <a:off x="6084168" y="5247741"/>
              <a:ext cx="466004" cy="1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E59D603-8652-8A54-449B-B9823A16506E}"/>
                </a:ext>
              </a:extLst>
            </p:cNvPr>
            <p:cNvSpPr txBox="1"/>
            <p:nvPr/>
          </p:nvSpPr>
          <p:spPr>
            <a:xfrm>
              <a:off x="5580112" y="5067166"/>
              <a:ext cx="504056" cy="369332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rtl="1"/>
              <a:r>
                <a:rPr lang="en-US" dirty="0">
                  <a:latin typeface="Sakkal Majalla" panose="02000000000000000000" pitchFamily="2" charset="-78"/>
                  <a:cs typeface="Sakkal Majalla" panose="02000000000000000000" pitchFamily="2" charset="-78"/>
                </a:rPr>
                <a:t>7N</a:t>
              </a:r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C4FA696-71E4-8F23-E914-DDBBD4F784AC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  <p:pic>
        <p:nvPicPr>
          <p:cNvPr id="4" name="Picture 3" descr="A hand holding a book&#10;&#10;Description automatically generated">
            <a:extLst>
              <a:ext uri="{FF2B5EF4-FFF2-40B4-BE49-F238E27FC236}">
                <a16:creationId xmlns:a16="http://schemas.microsoft.com/office/drawing/2014/main" id="{5C6AB922-762B-0303-F772-18DAA6D9EC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5766" y="4005064"/>
            <a:ext cx="2861877" cy="1970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697254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3F70C-1794-CC46-409D-613C6C741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rtlCol="1"/>
          <a:lstStyle/>
          <a:p>
            <a:pPr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أنظمة هندسة الاستاتيكا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E3492-1C09-5114-16FF-DCFFA28765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48199" y="2636911"/>
            <a:ext cx="4027487" cy="3583189"/>
          </a:xfrm>
        </p:spPr>
        <p:txBody>
          <a:bodyPr rtlCol="1"/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يمكن تحليل القوى التي تعمل في أي اتجاه إلى مكونات أفقية وعمودية.</a:t>
            </a:r>
          </a:p>
          <a:p>
            <a:pPr marL="0" indent="0" rtl="1">
              <a:buNone/>
            </a:pP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يمكن إضافة المكونات الأفقية والعمودية لقوى متعددة لإنشاء قوة أفقية وعمودية واحدة شاملة.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65483A8-184B-21C4-59FC-06831E659208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0810" y="2636910"/>
                <a:ext cx="3673158" cy="3822627"/>
              </a:xfrm>
            </p:spPr>
            <p:txBody>
              <a:bodyPr rtlCol="1"/>
              <a:lstStyle/>
              <a:p>
                <a:pPr marL="0" indent="0" rtl="1">
                  <a:buNone/>
                </a:pPr>
                <a:endParaRPr lang="en-US" sz="22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marL="0" indent="0" rtl="1">
                  <a:buNone/>
                </a:pPr>
                <a:endParaRPr lang="en-US" sz="22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marL="0" indent="0" rtl="1">
                  <a:buNone/>
                </a:pPr>
                <a:endParaRPr lang="en-US" sz="22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marL="0" indent="0" rtl="1">
                  <a:buNone/>
                </a:pPr>
                <a:endParaRPr lang="en-US" sz="22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marL="0" indent="0" rtl="1">
                  <a:buNone/>
                </a:pPr>
                <a:endParaRPr lang="en-US" sz="22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marL="0" indent="0" rtl="1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𝐹𝑠𝑖𝑛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sz="22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marL="0" indent="0" rtl="1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𝐹𝑐𝑜𝑠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sz="22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marL="0" indent="0" rtl="1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0" smtClean="0">
                          <a:latin typeface="Cambria Math" panose="02040503050406030204" pitchFamily="18" charset="0"/>
                        </a:rPr>
                        <m:t>𝑡𝑎𝑛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m:oMathPara>
                </a14:m>
                <a:endParaRPr lang="en-US" sz="22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marL="0" indent="0" rtl="1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sz="22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marL="0" indent="0" rtl="1">
                  <a:buNone/>
                </a:pPr>
                <a:endParaRPr lang="en-US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65483A8-184B-21C4-59FC-06831E6592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0810" y="2636910"/>
                <a:ext cx="3673158" cy="3822627"/>
              </a:xfrm>
              <a:blipFill>
                <a:blip r:embed="rId3"/>
                <a:stretch>
                  <a:fillRect l="-1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69406338-B110-8670-5575-1117834CA9F3}"/>
              </a:ext>
            </a:extLst>
          </p:cNvPr>
          <p:cNvSpPr txBox="1"/>
          <p:nvPr/>
        </p:nvSpPr>
        <p:spPr>
          <a:xfrm>
            <a:off x="457200" y="2059200"/>
            <a:ext cx="8240712" cy="49244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تحليل القوى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167A6A4-1503-3CDA-7A49-B0202EBC9BEB}"/>
              </a:ext>
            </a:extLst>
          </p:cNvPr>
          <p:cNvGrpSpPr/>
          <p:nvPr/>
        </p:nvGrpSpPr>
        <p:grpSpPr>
          <a:xfrm>
            <a:off x="1139557" y="2900727"/>
            <a:ext cx="2352323" cy="1525480"/>
            <a:chOff x="5312791" y="3140968"/>
            <a:chExt cx="1542753" cy="1100292"/>
          </a:xfrm>
        </p:grpSpPr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057D95DE-EBE2-73C5-D44E-2B7D2F6A5183}"/>
                </a:ext>
              </a:extLst>
            </p:cNvPr>
            <p:cNvSpPr/>
            <p:nvPr/>
          </p:nvSpPr>
          <p:spPr>
            <a:xfrm>
              <a:off x="5970982" y="3814746"/>
              <a:ext cx="144017" cy="233194"/>
            </a:xfrm>
            <a:prstGeom prst="arc">
              <a:avLst>
                <a:gd name="adj1" fmla="val 16359919"/>
                <a:gd name="adj2" fmla="val 5100917"/>
              </a:avLst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 rtl="1"/>
              <a:endParaRPr lang="en-GB">
                <a:latin typeface="Sakkal Majalla" panose="02000000000000000000" pitchFamily="2" charset="-78"/>
                <a:cs typeface="Sakkal Majalla" panose="02000000000000000000" pitchFamily="2" charset="-78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430B165-ABD9-B30B-A405-86E862384E92}"/>
                </a:ext>
              </a:extLst>
            </p:cNvPr>
            <p:cNvGrpSpPr/>
            <p:nvPr/>
          </p:nvGrpSpPr>
          <p:grpSpPr>
            <a:xfrm>
              <a:off x="5312791" y="3140968"/>
              <a:ext cx="1542753" cy="1100292"/>
              <a:chOff x="5351564" y="3163034"/>
              <a:chExt cx="1542753" cy="1100292"/>
            </a:xfrm>
          </p:grpSpPr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383152BB-ACFE-EE69-AF8B-B1F339CA8F7D}"/>
                  </a:ext>
                </a:extLst>
              </p:cNvPr>
              <p:cNvCxnSpPr/>
              <p:nvPr/>
            </p:nvCxnSpPr>
            <p:spPr>
              <a:xfrm>
                <a:off x="5796643" y="3212976"/>
                <a:ext cx="0" cy="86409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7F8EA32E-0859-B4FA-50E0-DC2F0AB7D02B}"/>
                  </a:ext>
                </a:extLst>
              </p:cNvPr>
              <p:cNvCxnSpPr/>
              <p:nvPr/>
            </p:nvCxnSpPr>
            <p:spPr>
              <a:xfrm>
                <a:off x="5796136" y="4077072"/>
                <a:ext cx="93610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0BEB6624-1239-525C-5F89-EB510E40B813}"/>
                  </a:ext>
                </a:extLst>
              </p:cNvPr>
              <p:cNvCxnSpPr/>
              <p:nvPr/>
            </p:nvCxnSpPr>
            <p:spPr>
              <a:xfrm flipV="1">
                <a:off x="5796136" y="3356992"/>
                <a:ext cx="864096" cy="72008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8788751-7232-3582-8684-4C98B0229A7E}"/>
                  </a:ext>
                </a:extLst>
              </p:cNvPr>
              <p:cNvSpPr txBox="1"/>
              <p:nvPr/>
            </p:nvSpPr>
            <p:spPr>
              <a:xfrm>
                <a:off x="6127568" y="3397400"/>
                <a:ext cx="144009" cy="26639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rtl="1"/>
                <a:r>
                  <a:rPr lang="ar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F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9B29432-88C4-A9DE-63AF-D2C5762B9172}"/>
                  </a:ext>
                </a:extLst>
              </p:cNvPr>
              <p:cNvSpPr txBox="1"/>
              <p:nvPr/>
            </p:nvSpPr>
            <p:spPr>
              <a:xfrm>
                <a:off x="5351564" y="3163034"/>
                <a:ext cx="533401" cy="26639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:r>
                  <a:rPr lang="ar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F</a:t>
                </a:r>
                <a:r>
                  <a:rPr lang="ar" baseline="-250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v</a:t>
                </a:r>
                <a:endParaRPr lang="en-GB" baseline="-250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1B479FF-E9B4-5928-E793-2F3C3071D975}"/>
                  </a:ext>
                </a:extLst>
              </p:cNvPr>
              <p:cNvSpPr txBox="1"/>
              <p:nvPr/>
            </p:nvSpPr>
            <p:spPr>
              <a:xfrm>
                <a:off x="6390261" y="3996936"/>
                <a:ext cx="504056" cy="26639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l" rtl="0"/>
                <a:r>
                  <a:rPr lang="ar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F</a:t>
                </a:r>
                <a:r>
                  <a:rPr lang="ar" baseline="-250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h</a:t>
                </a:r>
                <a:endParaRPr lang="en-GB" baseline="-250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C9504566-762B-366C-18E6-46907C46FD3A}"/>
                      </a:ext>
                    </a:extLst>
                  </p:cNvPr>
                  <p:cNvSpPr txBox="1"/>
                  <p:nvPr/>
                </p:nvSpPr>
                <p:spPr>
                  <a:xfrm>
                    <a:off x="5915263" y="3783138"/>
                    <a:ext cx="112087" cy="266390"/>
                  </a:xfrm>
                  <a:prstGeom prst="rect">
                    <a:avLst/>
                  </a:prstGeom>
                  <a:noFill/>
                </p:spPr>
                <p:txBody>
                  <a:bodyPr wrap="square" rtlCol="1">
                    <a:spAutoFit/>
                  </a:bodyPr>
                  <a:lstStyle/>
                  <a:p>
                    <a:pPr rtl="1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oMath>
                      </m:oMathPara>
                    </a14:m>
                    <a:endParaRPr lang="en-GB" dirty="0">
                      <a:latin typeface="Sakkal Majalla" panose="02000000000000000000" pitchFamily="2" charset="-78"/>
                      <a:cs typeface="Sakkal Majalla" panose="02000000000000000000" pitchFamily="2" charset="-78"/>
                    </a:endParaRPr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C9504566-762B-366C-18E6-46907C46FD3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15263" y="3783138"/>
                    <a:ext cx="112087" cy="26639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7143" r="-8928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C50A38F-B351-4809-D4C9-0893AFC13DCB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828183009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diagram of a reaction&#10;&#10;Description automatically generated">
            <a:extLst>
              <a:ext uri="{FF2B5EF4-FFF2-40B4-BE49-F238E27FC236}">
                <a16:creationId xmlns:a16="http://schemas.microsoft.com/office/drawing/2014/main" id="{7498FB34-08A3-B25A-0047-0AE0B18239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0848" y="3135618"/>
            <a:ext cx="3768039" cy="26708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817A253-C953-BFF4-0FC3-0DA2818112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525" y="3135618"/>
            <a:ext cx="3973984" cy="280472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75C9A5-C53E-E7F8-C48F-30BC87A56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6611" y="2196000"/>
            <a:ext cx="4040188" cy="639762"/>
          </a:xfrm>
        </p:spPr>
        <p:txBody>
          <a:bodyPr rtlCol="1"/>
          <a:lstStyle/>
          <a:p>
            <a:pPr algn="ctr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الأحمال المركزة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A66825-0478-9BAA-FAD7-85F74A4007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7199" y="2196000"/>
            <a:ext cx="4041775" cy="639762"/>
          </a:xfrm>
        </p:spPr>
        <p:txBody>
          <a:bodyPr rtlCol="1"/>
          <a:lstStyle/>
          <a:p>
            <a:pPr algn="ctr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الأحمال الموزعة المنتظمة (UDL)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أنظمة هندسة الاستاتيكا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04F4C-93EC-0C0F-FDF9-E9EA682B1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30" y="1842335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الكمرات بسيطة الارتكاز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7AE03C-4996-205C-E008-0D06F978AAF7}"/>
              </a:ext>
            </a:extLst>
          </p:cNvPr>
          <p:cNvSpPr/>
          <p:nvPr/>
        </p:nvSpPr>
        <p:spPr>
          <a:xfrm>
            <a:off x="1701478" y="3686158"/>
            <a:ext cx="1514078" cy="174890"/>
          </a:xfrm>
          <a:prstGeom prst="rect">
            <a:avLst/>
          </a:prstGeom>
          <a:solidFill>
            <a:srgbClr val="84DAFD"/>
          </a:solidFill>
        </p:spPr>
        <p:txBody>
          <a:bodyPr wrap="none" lIns="0" tIns="0" rIns="0" bIns="0" rtlCol="1" anchor="ctr" anchorCtr="0">
            <a:noAutofit/>
          </a:bodyPr>
          <a:lstStyle/>
          <a:p>
            <a:pPr indent="0" algn="ctr" rtl="1"/>
            <a:r>
              <a:rPr lang="ar" sz="1000" dirty="0">
                <a:solidFill>
                  <a:srgbClr val="1F2123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أحمال موزعة منتظمة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33ECAA-F241-87E0-64F6-6478A8516A60}"/>
              </a:ext>
            </a:extLst>
          </p:cNvPr>
          <p:cNvSpPr/>
          <p:nvPr/>
        </p:nvSpPr>
        <p:spPr>
          <a:xfrm>
            <a:off x="929556" y="4966823"/>
            <a:ext cx="608758" cy="335954"/>
          </a:xfrm>
          <a:prstGeom prst="rect">
            <a:avLst/>
          </a:prstGeom>
          <a:solidFill>
            <a:srgbClr val="84DAFD"/>
          </a:solidFill>
        </p:spPr>
        <p:txBody>
          <a:bodyPr lIns="0" tIns="0" rIns="0" bIns="0" rtlCol="1" anchor="ctr" anchorCtr="0">
            <a:noAutofit/>
          </a:bodyPr>
          <a:lstStyle/>
          <a:p>
            <a:pPr indent="0" algn="ctr" rtl="1">
              <a:lnSpc>
                <a:spcPct val="121000"/>
              </a:lnSpc>
            </a:pPr>
            <a:r>
              <a:rPr lang="ar" sz="1000" dirty="0">
                <a:solidFill>
                  <a:srgbClr val="1F2123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رد فعل أيمن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87AA16-9B40-750F-B21D-29B07F15A5C6}"/>
              </a:ext>
            </a:extLst>
          </p:cNvPr>
          <p:cNvSpPr/>
          <p:nvPr/>
        </p:nvSpPr>
        <p:spPr>
          <a:xfrm>
            <a:off x="3384682" y="4937928"/>
            <a:ext cx="608758" cy="351110"/>
          </a:xfrm>
          <a:prstGeom prst="rect">
            <a:avLst/>
          </a:prstGeom>
          <a:solidFill>
            <a:srgbClr val="84DAFD"/>
          </a:solidFill>
        </p:spPr>
        <p:txBody>
          <a:bodyPr lIns="0" tIns="0" rIns="0" bIns="0" rtlCol="1" anchor="ctr" anchorCtr="0">
            <a:noAutofit/>
          </a:bodyPr>
          <a:lstStyle/>
          <a:p>
            <a:pPr indent="0" algn="ctr" rtl="1">
              <a:lnSpc>
                <a:spcPct val="121000"/>
              </a:lnSpc>
            </a:pPr>
            <a:r>
              <a:rPr lang="ar" sz="1000" dirty="0">
                <a:solidFill>
                  <a:srgbClr val="1F2123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رد فعل أيسر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B272F8-7E0D-9DE9-C7A4-6B5D6941C313}"/>
              </a:ext>
            </a:extLst>
          </p:cNvPr>
          <p:cNvSpPr/>
          <p:nvPr/>
        </p:nvSpPr>
        <p:spPr>
          <a:xfrm>
            <a:off x="5220072" y="5120907"/>
            <a:ext cx="580972" cy="363739"/>
          </a:xfrm>
          <a:prstGeom prst="rect">
            <a:avLst/>
          </a:prstGeom>
          <a:solidFill>
            <a:srgbClr val="84DAFD"/>
          </a:solidFill>
        </p:spPr>
        <p:txBody>
          <a:bodyPr lIns="0" tIns="0" rIns="0" bIns="0" rtlCol="1" anchor="ctr" anchorCtr="0">
            <a:noAutofit/>
          </a:bodyPr>
          <a:lstStyle/>
          <a:p>
            <a:pPr indent="0" algn="ctr" rtl="1">
              <a:lnSpc>
                <a:spcPct val="118000"/>
              </a:lnSpc>
            </a:pPr>
            <a:r>
              <a:rPr lang="ar" sz="1000" dirty="0">
                <a:solidFill>
                  <a:srgbClr val="1F2123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رد فعل أيمن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BDE5B3-7969-A024-C7B5-7D7536DF79FE}"/>
              </a:ext>
            </a:extLst>
          </p:cNvPr>
          <p:cNvSpPr/>
          <p:nvPr/>
        </p:nvSpPr>
        <p:spPr>
          <a:xfrm>
            <a:off x="7524328" y="5113483"/>
            <a:ext cx="594789" cy="335954"/>
          </a:xfrm>
          <a:prstGeom prst="rect">
            <a:avLst/>
          </a:prstGeom>
          <a:solidFill>
            <a:srgbClr val="84DAFD"/>
          </a:solidFill>
        </p:spPr>
        <p:txBody>
          <a:bodyPr lIns="0" tIns="0" rIns="0" bIns="0" rtlCol="1" anchor="ctr" anchorCtr="0">
            <a:noAutofit/>
          </a:bodyPr>
          <a:lstStyle/>
          <a:p>
            <a:pPr indent="0" algn="ctr" rtl="1">
              <a:lnSpc>
                <a:spcPct val="119000"/>
              </a:lnSpc>
            </a:pPr>
            <a:r>
              <a:rPr lang="ar" sz="1000" dirty="0">
                <a:solidFill>
                  <a:srgbClr val="1F2123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رد فعل أيسر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C26803-E7DF-950D-F2DE-322ABF1F9021}"/>
              </a:ext>
            </a:extLst>
          </p:cNvPr>
          <p:cNvSpPr/>
          <p:nvPr/>
        </p:nvSpPr>
        <p:spPr>
          <a:xfrm>
            <a:off x="6362911" y="3458821"/>
            <a:ext cx="623914" cy="194499"/>
          </a:xfrm>
          <a:prstGeom prst="rect">
            <a:avLst/>
          </a:prstGeom>
          <a:solidFill>
            <a:srgbClr val="84DAFD"/>
          </a:solidFill>
        </p:spPr>
        <p:txBody>
          <a:bodyPr wrap="none" lIns="0" tIns="0" rIns="0" bIns="0" rtlCol="1" anchor="ctr" anchorCtr="0">
            <a:noAutofit/>
          </a:bodyPr>
          <a:lstStyle/>
          <a:p>
            <a:pPr indent="0" algn="ctr" rtl="1"/>
            <a:r>
              <a:rPr lang="ar" sz="1000" dirty="0">
                <a:solidFill>
                  <a:srgbClr val="1F2123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أحمال مركزة</a:t>
            </a: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A7776B94-AA02-F5BA-138F-429B017CD84B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05536768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564903"/>
            <a:ext cx="4027487" cy="365519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 sz="23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الإجهاد </a:t>
            </a:r>
            <a:r>
              <a:rPr lang="ar" sz="23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هو مقياس لتوزيع الأحمال داخل المادة.</a:t>
            </a:r>
          </a:p>
          <a:p>
            <a:pPr indent="0" rtl="1">
              <a:buNone/>
            </a:pPr>
            <a:endParaRPr lang="en-GB" altLang="en-US" sz="23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r>
              <a:rPr lang="ar" sz="23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الانفعال</a:t>
            </a:r>
            <a:r>
              <a:rPr lang="ar" sz="23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 يزيد من تشوه الجسم الذي يتعرض للتحميل.</a:t>
            </a:r>
          </a:p>
          <a:p>
            <a:pPr indent="0" rtl="1">
              <a:buNone/>
            </a:pPr>
            <a:endParaRPr lang="en-GB" altLang="en-US" sz="23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r>
              <a:rPr lang="ar" sz="23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الأحمال المباشرة </a:t>
            </a:r>
            <a:r>
              <a:rPr lang="ar" sz="23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هي القوى التي تميل إلى تفكيك المواد أو ضغطها.</a:t>
            </a:r>
            <a:endParaRPr lang="en-GB" altLang="en-US" sz="23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sz="23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00CF1-26A0-7619-3F03-44DDFFD08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" y="2564903"/>
            <a:ext cx="4027488" cy="3655197"/>
          </a:xfrm>
        </p:spPr>
        <p:txBody>
          <a:bodyPr rtlCol="1"/>
          <a:lstStyle/>
          <a:p>
            <a:pPr rtl="1"/>
            <a:r>
              <a:rPr lang="ar" sz="2300">
                <a:latin typeface="Sakkal Majalla" panose="02000000000000000000" pitchFamily="2" charset="-78"/>
                <a:cs typeface="Sakkal Majalla" panose="02000000000000000000" pitchFamily="2" charset="-78"/>
              </a:rPr>
              <a:t>أحمال القص هي القوى التي تمر عبر المادة وتقطعها.</a:t>
            </a:r>
          </a:p>
          <a:p>
            <a:pPr rtl="1"/>
            <a:endParaRPr lang="en-GB" sz="23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endParaRPr lang="en-GB" sz="23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مكونات محملة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04F4C-93EC-0C0F-FDF9-E9EA682B1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30" y="1842335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الإجهاد والانفعال والقص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9FF1371-7320-9F70-9640-4899F06C97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3555491"/>
                  </p:ext>
                </p:extLst>
              </p:nvPr>
            </p:nvGraphicFramePr>
            <p:xfrm>
              <a:off x="468315" y="3717032"/>
              <a:ext cx="4103685" cy="2357748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1367895">
                      <a:extLst>
                        <a:ext uri="{9D8B030D-6E8A-4147-A177-3AD203B41FA5}">
                          <a16:colId xmlns:a16="http://schemas.microsoft.com/office/drawing/2014/main" val="3231722706"/>
                        </a:ext>
                      </a:extLst>
                    </a:gridCol>
                    <a:gridCol w="1367895">
                      <a:extLst>
                        <a:ext uri="{9D8B030D-6E8A-4147-A177-3AD203B41FA5}">
                          <a16:colId xmlns:a16="http://schemas.microsoft.com/office/drawing/2014/main" val="147518727"/>
                        </a:ext>
                      </a:extLst>
                    </a:gridCol>
                    <a:gridCol w="1367895">
                      <a:extLst>
                        <a:ext uri="{9D8B030D-6E8A-4147-A177-3AD203B41FA5}">
                          <a16:colId xmlns:a16="http://schemas.microsoft.com/office/drawing/2014/main" val="1606873899"/>
                        </a:ext>
                      </a:extLst>
                    </a:gridCol>
                  </a:tblGrid>
                  <a:tr h="54006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800" b="1">
                              <a:solidFill>
                                <a:schemeClr val="tx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التشغيل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800" b="1">
                              <a:solidFill>
                                <a:schemeClr val="tx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تحميل مباشر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800" b="1" dirty="0">
                              <a:solidFill>
                                <a:schemeClr val="tx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تحميل القص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5990337"/>
                      </a:ext>
                    </a:extLst>
                  </a:tr>
                  <a:tr h="54006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20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الانفعال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𝐹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𝐹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4246514"/>
                      </a:ext>
                    </a:extLst>
                  </a:tr>
                  <a:tr h="54006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20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الانفعال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𝜀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𝑙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𝑏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13401001"/>
                      </a:ext>
                    </a:extLst>
                  </a:tr>
                  <a:tr h="54006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20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ثوابت المرونة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𝜀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𝜏</m:t>
                                    </m:r>
                                  </m:num>
                                  <m:den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02206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59FF1371-7320-9F70-9640-4899F06C97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3555491"/>
                  </p:ext>
                </p:extLst>
              </p:nvPr>
            </p:nvGraphicFramePr>
            <p:xfrm>
              <a:off x="468315" y="3717032"/>
              <a:ext cx="4103685" cy="2357748"/>
            </p:xfrm>
            <a:graphic>
              <a:graphicData uri="http://schemas.openxmlformats.org/drawingml/2006/table">
                <a:tbl>
                  <a:tblPr rtl="1" firstRow="1" bandRow="1">
                    <a:tableStyleId>{5C22544A-7EE6-4342-B048-85BDC9FD1C3A}</a:tableStyleId>
                  </a:tblPr>
                  <a:tblGrid>
                    <a:gridCol w="1367895">
                      <a:extLst>
                        <a:ext uri="{9D8B030D-6E8A-4147-A177-3AD203B41FA5}">
                          <a16:colId xmlns:a16="http://schemas.microsoft.com/office/drawing/2014/main" val="3231722706"/>
                        </a:ext>
                      </a:extLst>
                    </a:gridCol>
                    <a:gridCol w="1367895">
                      <a:extLst>
                        <a:ext uri="{9D8B030D-6E8A-4147-A177-3AD203B41FA5}">
                          <a16:colId xmlns:a16="http://schemas.microsoft.com/office/drawing/2014/main" val="147518727"/>
                        </a:ext>
                      </a:extLst>
                    </a:gridCol>
                    <a:gridCol w="1367895">
                      <a:extLst>
                        <a:ext uri="{9D8B030D-6E8A-4147-A177-3AD203B41FA5}">
                          <a16:colId xmlns:a16="http://schemas.microsoft.com/office/drawing/2014/main" val="1606873899"/>
                        </a:ext>
                      </a:extLst>
                    </a:gridCol>
                  </a:tblGrid>
                  <a:tr h="54006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800" b="1">
                              <a:solidFill>
                                <a:schemeClr val="tx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التشغيل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800" b="1">
                              <a:solidFill>
                                <a:schemeClr val="tx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تحميل مباشر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800" b="1" dirty="0">
                              <a:solidFill>
                                <a:schemeClr val="tx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تحميل القص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45990337"/>
                      </a:ext>
                    </a:extLst>
                  </a:tr>
                  <a:tr h="603187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20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الانفعال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893" t="-95960" r="-102679" b="-2040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95960" r="-2222" b="-2040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4246514"/>
                      </a:ext>
                    </a:extLst>
                  </a:tr>
                  <a:tr h="612267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20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الانفعال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893" t="-192079" r="-10267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192079" r="-2222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3401001"/>
                      </a:ext>
                    </a:extLst>
                  </a:tr>
                  <a:tr h="602234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20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ثوابت المرونة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893" t="-297980" r="-102679" b="-202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0000" t="-297980" r="-2222" b="-20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02206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865E3B-EBE0-DF41-0135-6A00F0915009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81248947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5" descr="A diagram of a car and shear force&#10;&#10;Description automatically generated">
            <a:extLst>
              <a:ext uri="{FF2B5EF4-FFF2-40B4-BE49-F238E27FC236}">
                <a16:creationId xmlns:a16="http://schemas.microsoft.com/office/drawing/2014/main" id="{C6362DF5-8ADD-A702-7530-518D0018855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2025726" y="2555329"/>
            <a:ext cx="5102502" cy="3609975"/>
          </a:xfrm>
        </p:spPr>
      </p:pic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مكونات محملة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04F4C-93EC-0C0F-FDF9-E9EA682B1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30" y="1842335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القوى المباشرة والقص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963DC9-CF96-1343-B575-E8F87556408D}"/>
              </a:ext>
            </a:extLst>
          </p:cNvPr>
          <p:cNvSpPr/>
          <p:nvPr/>
        </p:nvSpPr>
        <p:spPr>
          <a:xfrm>
            <a:off x="6035040" y="3316224"/>
            <a:ext cx="512064" cy="164592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1200" dirty="0">
                <a:solidFill>
                  <a:srgbClr val="1F2123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قوة القص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FB356D-7B16-D44A-F2F1-F080123503B7}"/>
              </a:ext>
            </a:extLst>
          </p:cNvPr>
          <p:cNvSpPr/>
          <p:nvPr/>
        </p:nvSpPr>
        <p:spPr>
          <a:xfrm>
            <a:off x="4492752" y="3331464"/>
            <a:ext cx="576072" cy="149352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1200">
                <a:solidFill>
                  <a:srgbClr val="1F2123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قوة الشد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193017-B39A-92D4-99F0-8AF861FD5393}"/>
              </a:ext>
            </a:extLst>
          </p:cNvPr>
          <p:cNvSpPr/>
          <p:nvPr/>
        </p:nvSpPr>
        <p:spPr>
          <a:xfrm>
            <a:off x="2706624" y="3307080"/>
            <a:ext cx="844296" cy="176784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1200">
                <a:solidFill>
                  <a:srgbClr val="1F2123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قوة ضاغطة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8C1293-5E80-572E-ED4B-664FC66D1FA5}"/>
              </a:ext>
            </a:extLst>
          </p:cNvPr>
          <p:cNvSpPr/>
          <p:nvPr/>
        </p:nvSpPr>
        <p:spPr>
          <a:xfrm>
            <a:off x="6010656" y="4447093"/>
            <a:ext cx="438912" cy="234696"/>
          </a:xfrm>
          <a:prstGeom prst="rect">
            <a:avLst/>
          </a:prstGeom>
          <a:solidFill>
            <a:srgbClr val="FFFFFF"/>
          </a:solidFill>
        </p:spPr>
        <p:txBody>
          <a:bodyPr lIns="0" tIns="0" rIns="0" bIns="0" rtlCol="1">
            <a:noAutofit/>
          </a:bodyPr>
          <a:lstStyle/>
          <a:p>
            <a:pPr indent="0" algn="ctr" rtl="1">
              <a:lnSpc>
                <a:spcPct val="80000"/>
              </a:lnSpc>
            </a:pPr>
            <a:r>
              <a:rPr lang="ar" sz="1200" dirty="0">
                <a:solidFill>
                  <a:srgbClr val="1F2123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شفرة المقص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B6869FDC-B439-F844-0E6A-BB071AE4DAE0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15819354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46611" y="2490035"/>
            <a:ext cx="4040188" cy="363612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عندما يتم تحميل مادة ما، يحدث الانفعال. إذا تمت إزالة الحمل لاحقًا </a:t>
            </a: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و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عاد الانفعال إلى الصفر. يقال إنه يتصرف </a:t>
            </a:r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بمرونة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. </a:t>
            </a:r>
          </a:p>
          <a:p>
            <a:pPr marL="685800"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إذا لم يعد الانفعال إلى الصفر، فقد تعرضت المادة لتشوه مرن</a:t>
            </a:r>
            <a:r>
              <a:rPr lang="en" b="1">
                <a:latin typeface="Sakkal Majalla" panose="02000000000000000000" pitchFamily="2" charset="-78"/>
                <a:cs typeface="Sakkal Majalla" panose="02000000000000000000" pitchFamily="2" charset="-78"/>
              </a:rPr>
              <a:t>.</a:t>
            </a:r>
          </a:p>
          <a:p>
            <a:pPr indent="0" algn="ctr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718B0B-17AB-0895-4C30-552D3BC5A5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7199" y="2564904"/>
            <a:ext cx="4041775" cy="3561260"/>
          </a:xfrm>
        </p:spPr>
        <p:txBody>
          <a:bodyPr rtlCol="1"/>
          <a:lstStyle/>
          <a:p>
            <a:pPr rtl="1"/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معامل المرونة (E)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هو مقياس لصلابة المادة عند قوعها تحت قوى</a:t>
            </a:r>
            <a:r>
              <a:rPr lang="en" b="1">
                <a:latin typeface="Sakkal Majalla" panose="02000000000000000000" pitchFamily="2" charset="-78"/>
                <a:cs typeface="Sakkal Majalla" panose="02000000000000000000" pitchFamily="2" charset="-78"/>
              </a:rPr>
              <a:t> مباشرة.</a:t>
            </a:r>
          </a:p>
          <a:p>
            <a:pPr marL="0" indent="0" rtl="1">
              <a:buNone/>
            </a:pPr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rtl="1"/>
            <a:r>
              <a:rPr lang="ar" b="1">
                <a:latin typeface="Sakkal Majalla" panose="02000000000000000000" pitchFamily="2" charset="-78"/>
                <a:cs typeface="Sakkal Majalla" panose="02000000000000000000" pitchFamily="2" charset="-78"/>
              </a:rPr>
              <a:t>معامل الجساءة (G)</a:t>
            </a: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 هو مقياس لصلابة المادة عند وقوعها تحت قوى</a:t>
            </a:r>
            <a:r>
              <a:rPr lang="en" b="1">
                <a:latin typeface="Sakkal Majalla" panose="02000000000000000000" pitchFamily="2" charset="-78"/>
                <a:cs typeface="Sakkal Majalla" panose="02000000000000000000" pitchFamily="2" charset="-78"/>
              </a:rPr>
              <a:t> القص.</a:t>
            </a:r>
            <a:r>
              <a:rPr lang="en">
                <a:latin typeface="Sakkal Majalla" panose="02000000000000000000" pitchFamily="2" charset="-78"/>
                <a:cs typeface="Sakkal Majalla" panose="02000000000000000000" pitchFamily="2" charset="-78"/>
              </a:rPr>
              <a:t> </a:t>
            </a:r>
            <a:endParaRPr lang="en-GB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27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مكونات محملة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04F4C-93EC-0C0F-FDF9-E9EA682B1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30" y="1842335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ثوابت المرونة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7D76F2-36D5-CC41-893B-4EBA4E57FC2C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06973173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هدف التعلم (ج)</a:t>
            </a:r>
            <a:br>
              <a:rPr lang="en-US" altLang="en-US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16012" y="3789040"/>
            <a:ext cx="6769100" cy="170232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المعلمات الحركية</a:t>
            </a:r>
          </a:p>
          <a:p>
            <a:pPr marL="685800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المعلمات الديناميكية</a:t>
            </a:r>
          </a:p>
          <a:p>
            <a:pPr marL="685800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المعلمات الزاوية</a:t>
            </a:r>
          </a:p>
          <a:p>
            <a:pPr marL="685800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آلات الرفع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دراسة كيفية استخدام أنظمة هندسة </a:t>
            </a:r>
            <a:br>
              <a:rPr lang="en-US" sz="3800" b="1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الديناميكا لحل المسائل الهندسية</a:t>
            </a:r>
            <a:endParaRPr lang="en-GB" sz="3800" b="1" dirty="0">
              <a:solidFill>
                <a:srgbClr val="80808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en-GB" altLang="en-US" sz="38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EAE4C7F-5B78-44C9-CAAB-C69BA6BC8D41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00535549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490035"/>
            <a:ext cx="8208712" cy="410731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تصف المعلمات الحركية الحركة الخطية المنتظمة لجسم ما بمرور الوقت.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1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Font typeface="Wingdings" panose="05000000000000000000" pitchFamily="2" charset="2"/>
              <a:buNone/>
            </a:pPr>
            <a:r>
              <a:rPr lang="ar" sz="2200" b="1" u="sng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المصطلحات الرئيسية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1000" b="1" u="sng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Font typeface="Wingdings" panose="05000000000000000000" pitchFamily="2" charset="2"/>
              <a:buNone/>
            </a:pPr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الإزاحة </a:t>
            </a: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- مسافة الخط المستقيم بين مواضع البداية والنهاية لجسم متحرك.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1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Font typeface="Wingdings" panose="05000000000000000000" pitchFamily="2" charset="2"/>
              <a:buNone/>
            </a:pPr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السرعة </a:t>
            </a: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- معدل تغير الإزاحة بمرور الوقت.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1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Font typeface="Wingdings" panose="05000000000000000000" pitchFamily="2" charset="2"/>
              <a:buNone/>
            </a:pPr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التسارع </a:t>
            </a: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- معدل تغير السرعة بمرور الوقت.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1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Font typeface="Wingdings" panose="05000000000000000000" pitchFamily="2" charset="2"/>
              <a:buNone/>
            </a:pPr>
            <a:r>
              <a:rPr lang="ar" sz="22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الوقت </a:t>
            </a:r>
            <a:r>
              <a:rPr lang="ar" sz="2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- الفترة الزمنية التي يتم خلالها مراقبة حركة الجسم. </a:t>
            </a:r>
            <a:endParaRPr lang="en-GB" altLang="en-US" sz="22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المعلمات الحركية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04F4C-93EC-0C0F-FDF9-E9EA682B1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30" y="1842335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المعلمات والمبادئ الحركية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35CCFF-B6DB-4143-6524-165E2310BD36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32997060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799145"/>
            <a:ext cx="4027487" cy="372619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يتم تحديد العلاقات بين المعلمات الحركية للإزاحة والتسارع والسرعة والوقت باستخدام مجموعة من المعادلات.</a:t>
            </a:r>
          </a:p>
          <a:p>
            <a:pPr indent="0" rtl="1">
              <a:buNone/>
            </a:pPr>
            <a:endParaRPr lang="en-GB" alt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r>
              <a:rPr lang="ar" sz="2200">
                <a:latin typeface="Sakkal Majalla" panose="02000000000000000000" pitchFamily="2" charset="-78"/>
                <a:cs typeface="Sakkal Majalla" panose="02000000000000000000" pitchFamily="2" charset="-78"/>
              </a:rPr>
              <a:t>غالبًا ما يشار إليها باسم معادلات SUVAT.</a:t>
            </a: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421C7AF-FA1A-8048-00D2-F65D8A0A65F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8314" y="2833900"/>
                <a:ext cx="4027488" cy="3691444"/>
              </a:xfrm>
            </p:spPr>
            <p:txBody>
              <a:bodyPr rtlCol="1"/>
              <a:lstStyle/>
              <a:p>
                <a:pPr rtl="1"/>
                <a:r>
                  <a:rPr lang="ar" sz="26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معادلات SUVAT للحركة هي:</a:t>
                </a:r>
              </a:p>
              <a:p>
                <a:pPr rtl="1"/>
                <a:endParaRPr lang="en-GB" sz="10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lvl="1" rt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lvl="1" rtl="1"/>
                <a:endParaRPr lang="en-US" sz="10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lvl="1" rt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marL="457200" lvl="1" indent="0" rtl="1">
                  <a:buNone/>
                </a:pPr>
                <a:endParaRPr lang="en-US" sz="10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lvl="1" rt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</m:oMath>
                </a14:m>
                <a:endParaRPr lang="en-US" b="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marL="457200" lvl="1" indent="0" rtl="1">
                  <a:buNone/>
                </a:pPr>
                <a:endParaRPr lang="en-US" sz="1000" b="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lvl="1" rtl="1"/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𝑎𝑠</m:t>
                    </m:r>
                  </m:oMath>
                </a14:m>
                <a:endParaRPr lang="en-US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421C7AF-FA1A-8048-00D2-F65D8A0A65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8314" y="2833900"/>
                <a:ext cx="4027488" cy="3691444"/>
              </a:xfrm>
              <a:blipFill>
                <a:blip r:embed="rId4"/>
                <a:stretch>
                  <a:fillRect t="-2645" r="-2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المعلمات الحركية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04F4C-93EC-0C0F-FDF9-E9EA682B1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30" y="1842335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معادلات SUVAT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ED3D7C-3603-0A4A-ABB7-F3695EF9C085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13566573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المعلمات الديناميكية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04F4C-93EC-0C0F-FDF9-E9EA682B1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986144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المعلمات الديناميكية ومبادئ الحركة الخطية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1DE61C-61D3-A8AC-F8FC-7EE395C56816}"/>
              </a:ext>
            </a:extLst>
          </p:cNvPr>
          <p:cNvSpPr txBox="1"/>
          <p:nvPr/>
        </p:nvSpPr>
        <p:spPr>
          <a:xfrm>
            <a:off x="359533" y="2492896"/>
            <a:ext cx="8424936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b="1" u="sng">
                <a:latin typeface="Sakkal Majalla" panose="02000000000000000000" pitchFamily="2" charset="-78"/>
                <a:cs typeface="Sakkal Majalla" panose="02000000000000000000" pitchFamily="2" charset="-78"/>
              </a:rPr>
              <a:t>المعادلات الرئيسية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6F9A913E-0B8D-3FC3-A4CD-882C41ADE2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6562199"/>
                  </p:ext>
                </p:extLst>
              </p:nvPr>
            </p:nvGraphicFramePr>
            <p:xfrm>
              <a:off x="395537" y="2996952"/>
              <a:ext cx="8352927" cy="3098527"/>
            </p:xfrm>
            <a:graphic>
              <a:graphicData uri="http://schemas.openxmlformats.org/drawingml/2006/table">
                <a:tbl>
                  <a:tblPr rtl="1" firstRow="1" bandRow="1">
                    <a:tableStyleId>{21E4AEA4-8DFA-4A89-87EB-49C32662AFE0}</a:tableStyleId>
                  </a:tblPr>
                  <a:tblGrid>
                    <a:gridCol w="2448272">
                      <a:extLst>
                        <a:ext uri="{9D8B030D-6E8A-4147-A177-3AD203B41FA5}">
                          <a16:colId xmlns:a16="http://schemas.microsoft.com/office/drawing/2014/main" val="3081055783"/>
                        </a:ext>
                      </a:extLst>
                    </a:gridCol>
                    <a:gridCol w="4464496">
                      <a:extLst>
                        <a:ext uri="{9D8B030D-6E8A-4147-A177-3AD203B41FA5}">
                          <a16:colId xmlns:a16="http://schemas.microsoft.com/office/drawing/2014/main" val="3349774459"/>
                        </a:ext>
                      </a:extLst>
                    </a:gridCol>
                    <a:gridCol w="1440159">
                      <a:extLst>
                        <a:ext uri="{9D8B030D-6E8A-4147-A177-3AD203B41FA5}">
                          <a16:colId xmlns:a16="http://schemas.microsoft.com/office/drawing/2014/main" val="26214167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ar" sz="2000">
                              <a:solidFill>
                                <a:schemeClr val="bg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المعلمة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ar" sz="2000">
                              <a:solidFill>
                                <a:schemeClr val="bg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الوصف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ar" sz="2000">
                              <a:solidFill>
                                <a:schemeClr val="bg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المعادلة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55639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القوة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الضغط أو السحب على جسم.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en-GB" sz="140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7347791"/>
                      </a:ext>
                    </a:extLst>
                  </a:tr>
                  <a:tr h="357232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قوة احتكاك ثابتة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قوة تقاوم الحركة الأولية للجسم.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b="0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GB" sz="1400" b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en-GB" sz="14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b="0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sz="1400" b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en-GB" sz="1400" b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en-GB" sz="140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2979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قوة الاحتكاك الكينماتيكي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قوة تقاوم حركة الجسم.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b="0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GB" sz="1400" b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GB" sz="14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b="0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GB" sz="1400" b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GB" sz="1400" b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oMath>
                            </m:oMathPara>
                          </a14:m>
                          <a:endParaRPr lang="en-GB" sz="140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254288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قوة القصور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مقاومة الجسم للتغيير في حالة حركته.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b="0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GB" sz="1400" b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GB" sz="14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400" b="0" smtClean="0">
                                    <a:latin typeface="Cambria Math" panose="02040503050406030204" pitchFamily="18" charset="0"/>
                                  </a:rPr>
                                  <m:t>𝑚𝑎</m:t>
                                </m:r>
                              </m:oMath>
                            </m:oMathPara>
                          </a14:m>
                          <a:endParaRPr lang="en-GB" sz="140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9635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الزخم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حاصل ضرب كتلة الجسم وسرعته.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r>
                                  <a:rPr lang="en-GB" sz="14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400" b="0" smtClean="0">
                                    <a:latin typeface="Cambria Math" panose="02040503050406030204" pitchFamily="18" charset="0"/>
                                  </a:rPr>
                                  <m:t>𝑚𝑣</m:t>
                                </m:r>
                              </m:oMath>
                            </m:oMathPara>
                          </a14:m>
                          <a:endParaRPr lang="en-GB" sz="140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2837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الشغل المبذول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الطاقة المستخدمة عندما تحرك القوة جسمًا.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en-GB" sz="14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400" b="0" smtClean="0">
                                    <a:latin typeface="Cambria Math" panose="02040503050406030204" pitchFamily="18" charset="0"/>
                                  </a:rPr>
                                  <m:t>𝐹𝑠</m:t>
                                </m:r>
                              </m:oMath>
                            </m:oMathPara>
                          </a14:m>
                          <a:endParaRPr lang="en-GB" sz="140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259229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القدرة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معدل بذل الشغل.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GB" sz="14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smtClean="0"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</m:num>
                                  <m:den>
                                    <m:r>
                                      <a:rPr lang="en-GB" sz="14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  <m:r>
                                  <a:rPr lang="en-GB" sz="1400" b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GB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smtClean="0">
                                        <a:latin typeface="Cambria Math" panose="02040503050406030204" pitchFamily="18" charset="0"/>
                                      </a:rPr>
                                      <m:t>𝐹𝑠</m:t>
                                    </m:r>
                                  </m:num>
                                  <m:den>
                                    <m:r>
                                      <a:rPr lang="en-GB" sz="14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1989593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6F9A913E-0B8D-3FC3-A4CD-882C41ADE2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26562199"/>
                  </p:ext>
                </p:extLst>
              </p:nvPr>
            </p:nvGraphicFramePr>
            <p:xfrm>
              <a:off x="395537" y="2996952"/>
              <a:ext cx="8352927" cy="3098527"/>
            </p:xfrm>
            <a:graphic>
              <a:graphicData uri="http://schemas.openxmlformats.org/drawingml/2006/table">
                <a:tbl>
                  <a:tblPr rtl="1" firstRow="1" bandRow="1">
                    <a:tableStyleId>{21E4AEA4-8DFA-4A89-87EB-49C32662AFE0}</a:tableStyleId>
                  </a:tblPr>
                  <a:tblGrid>
                    <a:gridCol w="2448272">
                      <a:extLst>
                        <a:ext uri="{9D8B030D-6E8A-4147-A177-3AD203B41FA5}">
                          <a16:colId xmlns:a16="http://schemas.microsoft.com/office/drawing/2014/main" val="3081055783"/>
                        </a:ext>
                      </a:extLst>
                    </a:gridCol>
                    <a:gridCol w="4464496">
                      <a:extLst>
                        <a:ext uri="{9D8B030D-6E8A-4147-A177-3AD203B41FA5}">
                          <a16:colId xmlns:a16="http://schemas.microsoft.com/office/drawing/2014/main" val="3349774459"/>
                        </a:ext>
                      </a:extLst>
                    </a:gridCol>
                    <a:gridCol w="1440159">
                      <a:extLst>
                        <a:ext uri="{9D8B030D-6E8A-4147-A177-3AD203B41FA5}">
                          <a16:colId xmlns:a16="http://schemas.microsoft.com/office/drawing/2014/main" val="2621416734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ar" sz="2000">
                              <a:solidFill>
                                <a:schemeClr val="bg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المعلمة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ar" sz="2000">
                              <a:solidFill>
                                <a:schemeClr val="bg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الوصف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ar" sz="2000">
                              <a:solidFill>
                                <a:schemeClr val="bg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المعادلة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55639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القوة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الضغط أو السحب على جسم.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en-GB" sz="140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7347791"/>
                      </a:ext>
                    </a:extLst>
                  </a:tr>
                  <a:tr h="357232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قوة احتكاك ثابتة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قوة تقاوم الحركة الأولية للجسم.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9325" t="-220339" r="-1688" b="-5525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2979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قوة الاحتكاك الكينماتيكي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قوة تقاوم حركة الجسم.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9325" t="-309836" r="-1688" b="-4344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54288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قوة القصور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مقاومة الجسم للتغيير في حالة حركته.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9325" t="-409836" r="-1688" b="-3344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9635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الزخم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حاصل ضرب كتلة الجسم وسرعته.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9325" t="-518333" r="-1688" b="-24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628371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الشغل المبذول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الطاقة المستخدمة عندما تحرك القوة جسمًا.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9325" t="-608197" r="-1688" b="-13606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5922900"/>
                      </a:ext>
                    </a:extLst>
                  </a:tr>
                  <a:tr h="490855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القدرة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معدل بذل الشغل.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9325" t="-533333" r="-1688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89593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ABBAD2-4809-231E-CDF4-4B911BC47433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06534666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FCC98-2C53-3445-7D8D-F07E34013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6A43C47B-4FD6-4C5F-D53C-6F245AEDC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المعلمات الديناميكية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759E89A-76A4-A7FE-E3FA-F22D98323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918076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المعلمات الديناميكية ومبادئ الحركة الدورانية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C25F3B-C505-3470-4DF0-4FE801ED74C9}"/>
              </a:ext>
            </a:extLst>
          </p:cNvPr>
          <p:cNvSpPr txBox="1"/>
          <p:nvPr/>
        </p:nvSpPr>
        <p:spPr>
          <a:xfrm>
            <a:off x="395537" y="2639401"/>
            <a:ext cx="8424936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b="1" u="sng">
                <a:latin typeface="Sakkal Majalla" panose="02000000000000000000" pitchFamily="2" charset="-78"/>
                <a:cs typeface="Sakkal Majalla" panose="02000000000000000000" pitchFamily="2" charset="-78"/>
              </a:rPr>
              <a:t>المعادلات الرئيسية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9128E19-3E6F-AAF2-81FF-5C3D2AEF04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6758051"/>
                  </p:ext>
                </p:extLst>
              </p:nvPr>
            </p:nvGraphicFramePr>
            <p:xfrm>
              <a:off x="395537" y="3284984"/>
              <a:ext cx="8352927" cy="2384089"/>
            </p:xfrm>
            <a:graphic>
              <a:graphicData uri="http://schemas.openxmlformats.org/drawingml/2006/table">
                <a:tbl>
                  <a:tblPr rtl="1" firstRow="1" bandRow="1">
                    <a:tableStyleId>{21E4AEA4-8DFA-4A89-87EB-49C32662AFE0}</a:tableStyleId>
                  </a:tblPr>
                  <a:tblGrid>
                    <a:gridCol w="2448272">
                      <a:extLst>
                        <a:ext uri="{9D8B030D-6E8A-4147-A177-3AD203B41FA5}">
                          <a16:colId xmlns:a16="http://schemas.microsoft.com/office/drawing/2014/main" val="3081055783"/>
                        </a:ext>
                      </a:extLst>
                    </a:gridCol>
                    <a:gridCol w="4464496">
                      <a:extLst>
                        <a:ext uri="{9D8B030D-6E8A-4147-A177-3AD203B41FA5}">
                          <a16:colId xmlns:a16="http://schemas.microsoft.com/office/drawing/2014/main" val="3349774459"/>
                        </a:ext>
                      </a:extLst>
                    </a:gridCol>
                    <a:gridCol w="1440159">
                      <a:extLst>
                        <a:ext uri="{9D8B030D-6E8A-4147-A177-3AD203B41FA5}">
                          <a16:colId xmlns:a16="http://schemas.microsoft.com/office/drawing/2014/main" val="26214167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ar" sz="2000">
                              <a:solidFill>
                                <a:schemeClr val="bg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المعلمة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ar" sz="2000">
                              <a:solidFill>
                                <a:schemeClr val="bg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الوصف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ar" sz="2000">
                              <a:solidFill>
                                <a:schemeClr val="bg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المعادلة/الرمز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55639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الإزاحة الزاوية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الزاوية (نصف القطرية) التي تدور من خلالها نقطة حول مركز الدوران.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𝜃</m:t>
                                </m:r>
                              </m:oMath>
                            </m:oMathPara>
                          </a14:m>
                          <a:endParaRPr lang="en-GB" sz="1400" noProof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5216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السرعة الزاوية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معدل تغير الإزاحة الزاوية.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oMath>
                            </m:oMathPara>
                          </a14:m>
                          <a:endParaRPr lang="en-GB" sz="1400" noProof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7347791"/>
                      </a:ext>
                    </a:extLst>
                  </a:tr>
                  <a:tr h="357232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التسارع الزاوي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معدل تغير السرعة الزاوية.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𝛼</m:t>
                                </m:r>
                              </m:oMath>
                            </m:oMathPara>
                          </a14:m>
                          <a:endParaRPr lang="en-GB" sz="1400" noProof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2979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السرعة العرضية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السرعة الخطية لنقطة تتحرك في مسار دائري.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𝑟</m:t>
                                </m:r>
                              </m:oMath>
                            </m:oMathPara>
                          </a14:m>
                          <a:endParaRPr lang="en-GB" sz="1400" noProof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254288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تسارع الجاذبية المركزية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التسارع الخطي الذي يعمل على جسم دوار باتجاه مركز دورانه.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p>
                                    <m: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GB" sz="1400" b="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GB" sz="1400" b="0" i="1" noProof="0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p>
                                        <m:r>
                                          <a:rPr lang="en-GB" sz="1400" b="0" i="1" noProof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1400" noProof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963540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59128E19-3E6F-AAF2-81FF-5C3D2AEF04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6758051"/>
                  </p:ext>
                </p:extLst>
              </p:nvPr>
            </p:nvGraphicFramePr>
            <p:xfrm>
              <a:off x="395537" y="3284984"/>
              <a:ext cx="8352927" cy="2384089"/>
            </p:xfrm>
            <a:graphic>
              <a:graphicData uri="http://schemas.openxmlformats.org/drawingml/2006/table">
                <a:tbl>
                  <a:tblPr rtl="1" firstRow="1" bandRow="1">
                    <a:tableStyleId>{21E4AEA4-8DFA-4A89-87EB-49C32662AFE0}</a:tableStyleId>
                  </a:tblPr>
                  <a:tblGrid>
                    <a:gridCol w="2448272">
                      <a:extLst>
                        <a:ext uri="{9D8B030D-6E8A-4147-A177-3AD203B41FA5}">
                          <a16:colId xmlns:a16="http://schemas.microsoft.com/office/drawing/2014/main" val="3081055783"/>
                        </a:ext>
                      </a:extLst>
                    </a:gridCol>
                    <a:gridCol w="4464496">
                      <a:extLst>
                        <a:ext uri="{9D8B030D-6E8A-4147-A177-3AD203B41FA5}">
                          <a16:colId xmlns:a16="http://schemas.microsoft.com/office/drawing/2014/main" val="3349774459"/>
                        </a:ext>
                      </a:extLst>
                    </a:gridCol>
                    <a:gridCol w="1440159">
                      <a:extLst>
                        <a:ext uri="{9D8B030D-6E8A-4147-A177-3AD203B41FA5}">
                          <a16:colId xmlns:a16="http://schemas.microsoft.com/office/drawing/2014/main" val="2621416734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ar" sz="2000">
                              <a:solidFill>
                                <a:schemeClr val="bg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المعلمة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ar" sz="2000">
                              <a:solidFill>
                                <a:schemeClr val="bg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الوصف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ar" sz="2000">
                              <a:solidFill>
                                <a:schemeClr val="bg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المعادلة/الرمز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55639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الإزاحة الزاوية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الزاوية (نصف القطرية) التي تدور من خلالها نقطة حول مركز الدوران.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9325" t="-113115" r="-1688" b="-4409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5216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السرعة الزاوية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معدل تغير الإزاحة الزاوية.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9325" t="-213115" r="-1688" b="-3409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7347791"/>
                      </a:ext>
                    </a:extLst>
                  </a:tr>
                  <a:tr h="357232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التسارع الزاوي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معدل تغير السرعة الزاوية.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9325" t="-323729" r="-1688" b="-2525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2979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السرعة العرضية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السرعة الخطية لنقطة تتحرك في مسار دائري.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9325" t="-409836" r="-1688" b="-1442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5428870"/>
                      </a:ext>
                    </a:extLst>
                  </a:tr>
                  <a:tr h="518097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تسارع الجاذبية المركزية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التسارع الخطي الذي يعمل على جسم دوار باتجاه مركز دورانه.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9325" t="-365882" r="-1688" b="-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963540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6AD531-8EF0-5DB7-DD24-EFF7DF18F0C9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93765018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C768B-0E01-4784-29BC-AE64738AF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44CB666-AB42-EBAE-785E-93F5CF6E4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المعلمات الديناميكية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D6B1B8-4E92-F8BC-D106-49101AA46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918076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المعلمات الديناميكية ومبادئ الحركة الخطية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10AD6F-5B71-052D-2854-482E3612D5F6}"/>
              </a:ext>
            </a:extLst>
          </p:cNvPr>
          <p:cNvSpPr txBox="1"/>
          <p:nvPr/>
        </p:nvSpPr>
        <p:spPr>
          <a:xfrm>
            <a:off x="395537" y="2492896"/>
            <a:ext cx="8424936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b="1" u="sng">
                <a:latin typeface="Sakkal Majalla" panose="02000000000000000000" pitchFamily="2" charset="-78"/>
                <a:cs typeface="Sakkal Majalla" panose="02000000000000000000" pitchFamily="2" charset="-78"/>
              </a:rPr>
              <a:t>المعادلات الرئيسية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1E0F603-BAD6-1D9F-7175-2D69ED38B0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2222892"/>
                  </p:ext>
                </p:extLst>
              </p:nvPr>
            </p:nvGraphicFramePr>
            <p:xfrm>
              <a:off x="395537" y="2996952"/>
              <a:ext cx="8352927" cy="2727687"/>
            </p:xfrm>
            <a:graphic>
              <a:graphicData uri="http://schemas.openxmlformats.org/drawingml/2006/table">
                <a:tbl>
                  <a:tblPr rtl="1" firstRow="1" bandRow="1">
                    <a:tableStyleId>{21E4AEA4-8DFA-4A89-87EB-49C32662AFE0}</a:tableStyleId>
                  </a:tblPr>
                  <a:tblGrid>
                    <a:gridCol w="2448272">
                      <a:extLst>
                        <a:ext uri="{9D8B030D-6E8A-4147-A177-3AD203B41FA5}">
                          <a16:colId xmlns:a16="http://schemas.microsoft.com/office/drawing/2014/main" val="3081055783"/>
                        </a:ext>
                      </a:extLst>
                    </a:gridCol>
                    <a:gridCol w="4464496">
                      <a:extLst>
                        <a:ext uri="{9D8B030D-6E8A-4147-A177-3AD203B41FA5}">
                          <a16:colId xmlns:a16="http://schemas.microsoft.com/office/drawing/2014/main" val="3349774459"/>
                        </a:ext>
                      </a:extLst>
                    </a:gridCol>
                    <a:gridCol w="1440159">
                      <a:extLst>
                        <a:ext uri="{9D8B030D-6E8A-4147-A177-3AD203B41FA5}">
                          <a16:colId xmlns:a16="http://schemas.microsoft.com/office/drawing/2014/main" val="26214167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ar" sz="2000">
                              <a:solidFill>
                                <a:schemeClr val="bg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المعلمة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ar" sz="2000">
                              <a:solidFill>
                                <a:schemeClr val="bg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الوصف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ar" sz="2000" dirty="0">
                              <a:solidFill>
                                <a:schemeClr val="bg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المعادلة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55639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قدرة لحظية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حاصل ضرب القوة والسرعة.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b="0" noProof="0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GB" sz="1400" b="0" noProof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GB" sz="1400" b="0" noProof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400" b="0" noProof="0" smtClean="0">
                                    <a:latin typeface="Cambria Math" panose="02040503050406030204" pitchFamily="18" charset="0"/>
                                  </a:rPr>
                                  <m:t>𝐹𝑣</m:t>
                                </m:r>
                              </m:oMath>
                            </m:oMathPara>
                          </a14:m>
                          <a:endParaRPr lang="en-GB" sz="1400" noProof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5216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الوزن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القوة الناتجة عن مجال الجاذبية.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b="0" noProof="0" smtClean="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GB" sz="1400" b="0" noProof="0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  <m:r>
                                  <a:rPr lang="en-GB" sz="1400" b="0" noProof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400" b="0" noProof="0" smtClean="0">
                                    <a:latin typeface="Cambria Math" panose="02040503050406030204" pitchFamily="18" charset="0"/>
                                  </a:rPr>
                                  <m:t>𝑚𝑔</m:t>
                                </m:r>
                              </m:oMath>
                            </m:oMathPara>
                          </a14:m>
                          <a:endParaRPr lang="en-GB" sz="1400" noProof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7347791"/>
                      </a:ext>
                    </a:extLst>
                  </a:tr>
                  <a:tr h="357232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طاقة الوضع التثاقلية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طاقة الوضع الكامنة بالجسم عند رفعه إلى ارتفاع.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b="0" noProof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GB" sz="1400" b="0" noProof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GB" sz="1400" b="0" noProof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400" b="0" noProof="0" smtClean="0">
                                    <a:latin typeface="Cambria Math" panose="02040503050406030204" pitchFamily="18" charset="0"/>
                                  </a:rPr>
                                  <m:t>𝑚𝑔h</m:t>
                                </m:r>
                              </m:oMath>
                            </m:oMathPara>
                          </a14:m>
                          <a:endParaRPr lang="en-GB" sz="1400" noProof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2979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الطاقة الحركية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طاقة الجسم المتحرك.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b="0" noProof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GB" sz="1400" b="0" noProof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GB" sz="1400" b="0" noProof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400" b="0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GB" sz="1400" b="0" noProof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sSup>
                                  <m:sSupPr>
                                    <m:ctrlP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noProof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GB" sz="1400" b="0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noProof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254288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الحفاظ على الزخم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يظل المقدار الإجمالي للزخم في النظام ثابتًا ما لم تؤثر عليه قوة خارجية.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b="0" noProof="0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GB" sz="1400" b="0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sz="14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b="0" noProof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GB" sz="1400" b="0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GB" sz="1400" b="0" noProof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b="0" noProof="0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GB" sz="1400" b="0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b="0" noProof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GB" sz="1400" b="0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sz="1400" noProof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39635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الحفاظ على الطاقة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لا يمكن استحداث الطاقة أو تدميرها ولكن يمكن تغييرها من شكل إلى آخر.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en-GB" sz="140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28371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11E0F603-BAD6-1D9F-7175-2D69ED38B0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82222892"/>
                  </p:ext>
                </p:extLst>
              </p:nvPr>
            </p:nvGraphicFramePr>
            <p:xfrm>
              <a:off x="395537" y="2996952"/>
              <a:ext cx="8352927" cy="2727687"/>
            </p:xfrm>
            <a:graphic>
              <a:graphicData uri="http://schemas.openxmlformats.org/drawingml/2006/table">
                <a:tbl>
                  <a:tblPr rtl="1" firstRow="1" bandRow="1">
                    <a:tableStyleId>{21E4AEA4-8DFA-4A89-87EB-49C32662AFE0}</a:tableStyleId>
                  </a:tblPr>
                  <a:tblGrid>
                    <a:gridCol w="2448272">
                      <a:extLst>
                        <a:ext uri="{9D8B030D-6E8A-4147-A177-3AD203B41FA5}">
                          <a16:colId xmlns:a16="http://schemas.microsoft.com/office/drawing/2014/main" val="3081055783"/>
                        </a:ext>
                      </a:extLst>
                    </a:gridCol>
                    <a:gridCol w="4464496">
                      <a:extLst>
                        <a:ext uri="{9D8B030D-6E8A-4147-A177-3AD203B41FA5}">
                          <a16:colId xmlns:a16="http://schemas.microsoft.com/office/drawing/2014/main" val="3349774459"/>
                        </a:ext>
                      </a:extLst>
                    </a:gridCol>
                    <a:gridCol w="1440159">
                      <a:extLst>
                        <a:ext uri="{9D8B030D-6E8A-4147-A177-3AD203B41FA5}">
                          <a16:colId xmlns:a16="http://schemas.microsoft.com/office/drawing/2014/main" val="2621416734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ar" sz="2000">
                              <a:solidFill>
                                <a:schemeClr val="bg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المعلمة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ar" sz="2000">
                              <a:solidFill>
                                <a:schemeClr val="bg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الوصف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ar" sz="2000" dirty="0">
                              <a:solidFill>
                                <a:schemeClr val="bg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المعادلة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55639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قدرة لحظية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حاصل ضرب القوة والسرعة.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9325" t="-113115" r="-1688" b="-5393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5216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الوزن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القوة الناتجة عن مجال الجاذبية.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9325" t="-213115" r="-1688" b="-4393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7347791"/>
                      </a:ext>
                    </a:extLst>
                  </a:tr>
                  <a:tr h="357232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طاقة الوضع التثاقلية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طاقة الوضع الكامنة بالجسم عند رفعه إلى ارتفاع.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9325" t="-323729" r="-1688" b="-3542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2979182"/>
                      </a:ext>
                    </a:extLst>
                  </a:tr>
                  <a:tr h="490855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الطاقة الحركية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طاقة الجسم المتحرك.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9325" t="-308642" r="-1688" b="-1580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54288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الحفاظ على الزخم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يظل المقدار الإجمالي للزخم في النظام ثابتًا ما لم تؤثر عليه قوة خارجية.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9325" t="-542623" r="-1688" b="-1098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39635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الحفاظ على الطاقة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لا يمكن استحداث الطاقة أو تدميرها ولكن يمكن تغييرها من شكل إلى آخر.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endParaRPr lang="en-GB" sz="140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628371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935C6B-49A0-D7F3-7A93-15D53B96C0EA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93978199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E2812-6589-2DDE-96E7-683C17D18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7BC163A6-F361-2D60-466E-253B1621B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المعلمات الديناميكية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A39242-0FDD-5781-885C-F26216CA3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918076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المعلمات الديناميكية ومبادئ الحركة الدورانية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BE771B-D590-0E4F-DEE7-8C6B8C00BBD3}"/>
              </a:ext>
            </a:extLst>
          </p:cNvPr>
          <p:cNvSpPr txBox="1"/>
          <p:nvPr/>
        </p:nvSpPr>
        <p:spPr>
          <a:xfrm>
            <a:off x="395537" y="2639401"/>
            <a:ext cx="8424936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 sz="2000" b="1" u="sng">
                <a:latin typeface="Sakkal Majalla" panose="02000000000000000000" pitchFamily="2" charset="-78"/>
                <a:cs typeface="Sakkal Majalla" panose="02000000000000000000" pitchFamily="2" charset="-78"/>
              </a:rPr>
              <a:t>المعادلات الرئيسية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059D6DD-6DFF-7CD9-8CB1-9AED1B276E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6976950"/>
                  </p:ext>
                </p:extLst>
              </p:nvPr>
            </p:nvGraphicFramePr>
            <p:xfrm>
              <a:off x="395537" y="3284984"/>
              <a:ext cx="8352927" cy="2356847"/>
            </p:xfrm>
            <a:graphic>
              <a:graphicData uri="http://schemas.openxmlformats.org/drawingml/2006/table">
                <a:tbl>
                  <a:tblPr rtl="1" firstRow="1" bandRow="1">
                    <a:tableStyleId>{21E4AEA4-8DFA-4A89-87EB-49C32662AFE0}</a:tableStyleId>
                  </a:tblPr>
                  <a:tblGrid>
                    <a:gridCol w="2448272">
                      <a:extLst>
                        <a:ext uri="{9D8B030D-6E8A-4147-A177-3AD203B41FA5}">
                          <a16:colId xmlns:a16="http://schemas.microsoft.com/office/drawing/2014/main" val="3081055783"/>
                        </a:ext>
                      </a:extLst>
                    </a:gridCol>
                    <a:gridCol w="4464496">
                      <a:extLst>
                        <a:ext uri="{9D8B030D-6E8A-4147-A177-3AD203B41FA5}">
                          <a16:colId xmlns:a16="http://schemas.microsoft.com/office/drawing/2014/main" val="3349774459"/>
                        </a:ext>
                      </a:extLst>
                    </a:gridCol>
                    <a:gridCol w="1440159">
                      <a:extLst>
                        <a:ext uri="{9D8B030D-6E8A-4147-A177-3AD203B41FA5}">
                          <a16:colId xmlns:a16="http://schemas.microsoft.com/office/drawing/2014/main" val="262141673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ar" sz="2000">
                              <a:solidFill>
                                <a:schemeClr val="bg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المعلمة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ar" sz="2000">
                              <a:solidFill>
                                <a:schemeClr val="bg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الوصف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ar" sz="2000" dirty="0">
                              <a:solidFill>
                                <a:schemeClr val="bg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المعادلة/الرمز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55639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العزم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عزم التحول الذي يميل إلى التسبب في حركة دورانية.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𝐹𝑟</m:t>
                                </m:r>
                              </m:oMath>
                            </m:oMathPara>
                          </a14:m>
                          <a:endParaRPr lang="en-GB" sz="1400" noProof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6986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الشغل المبذول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الشغل المبذول بواسطة عزم يتحرك عبر إزاحة زاوية.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𝜏𝜃</m:t>
                                </m:r>
                              </m:oMath>
                            </m:oMathPara>
                          </a14:m>
                          <a:endParaRPr lang="en-GB" sz="1400" noProof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5216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القدرة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معدل تغيير الشغل المبذول.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𝜏𝜔</m:t>
                                </m:r>
                              </m:oMath>
                            </m:oMathPara>
                          </a14:m>
                          <a:endParaRPr lang="en-GB" sz="1400" noProof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7347791"/>
                      </a:ext>
                    </a:extLst>
                  </a:tr>
                  <a:tr h="357232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عزم القصور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العزم الثاني للكتلة - تسمى أحيانًا الكتلة الزاوية.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oMath>
                            </m:oMathPara>
                          </a14:m>
                          <a:endParaRPr lang="en-GB" sz="1400" noProof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29791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الطاقة الحركية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طاقة الجسم الدوار.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sz="14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GB" sz="1400" b="0" i="1" noProof="0" smtClean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  <m:sSup>
                                  <m:sSupPr>
                                    <m:ctrlP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GB" sz="1400" b="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400" noProof="0" dirty="0">
                            <a:latin typeface="Sakkal Majalla" panose="02000000000000000000" pitchFamily="2" charset="-78"/>
                            <a:cs typeface="Sakkal Majalla" panose="02000000000000000000" pitchFamily="2" charset="-78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254288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3059D6DD-6DFF-7CD9-8CB1-9AED1B276E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6976950"/>
                  </p:ext>
                </p:extLst>
              </p:nvPr>
            </p:nvGraphicFramePr>
            <p:xfrm>
              <a:off x="395537" y="3284984"/>
              <a:ext cx="8352927" cy="2356847"/>
            </p:xfrm>
            <a:graphic>
              <a:graphicData uri="http://schemas.openxmlformats.org/drawingml/2006/table">
                <a:tbl>
                  <a:tblPr rtl="1" firstRow="1" bandRow="1">
                    <a:tableStyleId>{21E4AEA4-8DFA-4A89-87EB-49C32662AFE0}</a:tableStyleId>
                  </a:tblPr>
                  <a:tblGrid>
                    <a:gridCol w="2448272">
                      <a:extLst>
                        <a:ext uri="{9D8B030D-6E8A-4147-A177-3AD203B41FA5}">
                          <a16:colId xmlns:a16="http://schemas.microsoft.com/office/drawing/2014/main" val="3081055783"/>
                        </a:ext>
                      </a:extLst>
                    </a:gridCol>
                    <a:gridCol w="4464496">
                      <a:extLst>
                        <a:ext uri="{9D8B030D-6E8A-4147-A177-3AD203B41FA5}">
                          <a16:colId xmlns:a16="http://schemas.microsoft.com/office/drawing/2014/main" val="3349774459"/>
                        </a:ext>
                      </a:extLst>
                    </a:gridCol>
                    <a:gridCol w="1440159">
                      <a:extLst>
                        <a:ext uri="{9D8B030D-6E8A-4147-A177-3AD203B41FA5}">
                          <a16:colId xmlns:a16="http://schemas.microsoft.com/office/drawing/2014/main" val="2621416734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ar" sz="2000">
                              <a:solidFill>
                                <a:schemeClr val="bg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المعلمة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ar" sz="2000">
                              <a:solidFill>
                                <a:schemeClr val="bg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الوصف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ar" sz="2000" dirty="0">
                              <a:solidFill>
                                <a:schemeClr val="bg1"/>
                              </a:solidFill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المعادلة/الرمز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55639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العزم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عزم التحول الذي يميل إلى التسبب في حركة دورانية.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9325" t="-113115" r="-1688" b="-4327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69865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الشغل المبذول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الشغل المبذول بواسطة عزم يتحرك عبر إزاحة زاوية.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9325" t="-213115" r="-1688" b="-3327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52167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القدرة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معدل تغيير الشغل المبذول.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9325" t="-313115" r="-1688" b="-2327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7347791"/>
                      </a:ext>
                    </a:extLst>
                  </a:tr>
                  <a:tr h="357232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عزم القصور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العزم الثاني للكتلة - تسمى أحيانًا الكتلة الزاوية.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9325" t="-427119" r="-1688" b="-1406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2979182"/>
                      </a:ext>
                    </a:extLst>
                  </a:tr>
                  <a:tr h="490855"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الطاقة الحركية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rtl="1"/>
                          <a:r>
                            <a:rPr lang="ar" sz="1600">
                              <a:latin typeface="Sakkal Majalla" panose="02000000000000000000" pitchFamily="2" charset="-78"/>
                              <a:cs typeface="Sakkal Majalla" panose="02000000000000000000" pitchFamily="2" charset="-78"/>
                            </a:rPr>
                            <a:t>طاقة الجسم الدوار.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79325" t="-383951" r="-1688" b="-2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2542887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C79E30-F0BB-53C2-3F44-10666C62C155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55743769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819" name="Content Placeholder 3">
                <a:extLst>
                  <a:ext uri="{FF2B5EF4-FFF2-40B4-BE49-F238E27FC236}">
                    <a16:creationId xmlns:a16="http://schemas.microsoft.com/office/drawing/2014/main" id="{453C7683-8588-7ABC-32E0-8A4E68218620}"/>
                  </a:ext>
                </a:extLst>
              </p:cNvPr>
              <p:cNvSpPr>
                <a:spLocks noGrp="1" noChangeArrowheads="1"/>
              </p:cNvSpPr>
              <p:nvPr>
                <p:ph sz="half" idx="2"/>
              </p:nvPr>
            </p:nvSpPr>
            <p:spPr bwMode="auto">
              <a:xfrm>
                <a:off x="323530" y="2492896"/>
                <a:ext cx="8316316" cy="3888432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1" anchor="t" anchorCtr="0" compatLnSpc="1">
                <a:prstTxWarp prst="textNoShape">
                  <a:avLst/>
                </a:prstTxWarp>
              </a:bodyPr>
              <a:lstStyle/>
              <a:p>
                <a:pPr indent="0" rtl="1">
                  <a:buFont typeface="Wingdings" panose="05000000000000000000" pitchFamily="2" charset="2"/>
                  <a:buNone/>
                </a:pPr>
                <a:r>
                  <a:rPr lang="ar" sz="26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تسمح آلات الرفع للقوى الصغيرة نسبيًا برفع الأشياء الثقيلة. وهي تشمل الأسطح المائلة والبكرات والرافعات المقصية التي تستخدم لرفع السيارة من أجل تغيير العجلة.</a:t>
                </a:r>
              </a:p>
              <a:p>
                <a:pPr indent="0" rtl="1">
                  <a:buFont typeface="Wingdings" panose="05000000000000000000" pitchFamily="2" charset="2"/>
                  <a:buNone/>
                </a:pPr>
                <a:endParaRPr lang="en-GB" altLang="en-US" sz="26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rtl="1">
                  <a:buFont typeface="Wingdings" panose="05000000000000000000" pitchFamily="2" charset="2"/>
                  <a:buNone/>
                </a:pPr>
                <a:r>
                  <a:rPr lang="ar" sz="2600" b="1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الفائدة الميكانيكية (الآلية)</a:t>
                </a:r>
                <a:r>
                  <a:rPr lang="ar" sz="26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 هي النسبة بين قوة الإخراج (تسمى الحمل) وقوة الإدخال (تسمى الجهد)</a:t>
                </a:r>
              </a:p>
              <a:p>
                <a:pPr indent="0" rtl="1">
                  <a:buFont typeface="Wingdings" panose="05000000000000000000" pitchFamily="2" charset="2"/>
                  <a:buNone/>
                </a:pPr>
                <a:endParaRPr lang="en-GB" altLang="en-US" sz="20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lvl="1" indent="0" algn="l" rtl="0"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b="0" i="1" smtClean="0">
                          <a:latin typeface="Cambria Math" panose="02040503050406030204" pitchFamily="18" charset="0"/>
                        </a:rPr>
                        <m:t>𝑀𝐴</m:t>
                      </m:r>
                      <m:r>
                        <a:rPr lang="en-GB" alt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alt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b="0" i="1" smtClean="0">
                              <a:latin typeface="Cambria Math" panose="02040503050406030204" pitchFamily="18" charset="0"/>
                            </a:rPr>
                            <m:t>𝑙𝑜𝑎𝑑</m:t>
                          </m:r>
                        </m:num>
                        <m:den>
                          <m:r>
                            <a:rPr lang="en-GB" altLang="en-US" b="0" i="1" smtClean="0">
                              <a:latin typeface="Cambria Math" panose="02040503050406030204" pitchFamily="18" charset="0"/>
                            </a:rPr>
                            <m:t>𝑒𝑓𝑓𝑜𝑟𝑡</m:t>
                          </m:r>
                        </m:den>
                      </m:f>
                      <m:r>
                        <a:rPr lang="en-GB" alt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alt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GB" altLang="en-US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en-US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GB" alt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altLang="en-US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algn="ctr" rtl="1">
                  <a:buNone/>
                </a:pPr>
                <a:endParaRPr lang="en-GB" altLang="en-US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marL="685800" rtl="1"/>
                <a:endParaRPr lang="en-GB" altLang="en-US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mc:Choice>
        <mc:Fallback xmlns="">
          <p:sp>
            <p:nvSpPr>
              <p:cNvPr id="34819" name="Content Placeholder 3">
                <a:extLst>
                  <a:ext uri="{FF2B5EF4-FFF2-40B4-BE49-F238E27FC236}">
                    <a16:creationId xmlns:a16="http://schemas.microsoft.com/office/drawing/2014/main" id="{453C7683-8588-7ABC-32E0-8A4E682186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323530" y="2492896"/>
                <a:ext cx="8316316" cy="3888432"/>
              </a:xfrm>
              <a:blipFill>
                <a:blip r:embed="rId4"/>
                <a:stretch>
                  <a:fillRect l="-513" t="-1411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آلات الرفع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04F4C-93EC-0C0F-FDF9-E9EA682B1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30" y="1842335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آلات الرفع والفائدة الميكانيكية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83463F-21A9-84D6-E2D2-4805365E63E5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67646426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68E3C-DDB4-9F1B-2713-8CB0DB0CE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819" name="Content Placeholder 3">
                <a:extLst>
                  <a:ext uri="{FF2B5EF4-FFF2-40B4-BE49-F238E27FC236}">
                    <a16:creationId xmlns:a16="http://schemas.microsoft.com/office/drawing/2014/main" id="{7B61FBF9-06A5-7371-6431-D0A2FA3DC43B}"/>
                  </a:ext>
                </a:extLst>
              </p:cNvPr>
              <p:cNvSpPr>
                <a:spLocks noGrp="1" noChangeArrowheads="1"/>
              </p:cNvSpPr>
              <p:nvPr>
                <p:ph sz="half" idx="2"/>
              </p:nvPr>
            </p:nvSpPr>
            <p:spPr bwMode="auto">
              <a:xfrm>
                <a:off x="431134" y="2418027"/>
                <a:ext cx="8208712" cy="4251333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1" anchor="t" anchorCtr="0" compatLnSpc="1">
                <a:prstTxWarp prst="textNoShape">
                  <a:avLst/>
                </a:prstTxWarp>
              </a:bodyPr>
              <a:lstStyle/>
              <a:p>
                <a:pPr indent="0" rtl="1">
                  <a:buNone/>
                </a:pPr>
                <a:r>
                  <a:rPr lang="ar" sz="2200" b="1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نسبة السرعة</a:t>
                </a:r>
                <a:r>
                  <a:rPr lang="ar" sz="22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 هي النسبة بين المسافة التي قطعها الجهد والمسافة التي قطعتها الحمولة. إنها أيضًا النسبة بين السرعة التي يتحرك بها الجهد والسرعة التي يتحرك بها الحمل.</a:t>
                </a:r>
              </a:p>
              <a:p>
                <a:pPr indent="0" rtl="1">
                  <a:buNone/>
                </a:pPr>
                <a:endParaRPr lang="en-GB" altLang="en-US" sz="1800" b="1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2000" b="0" i="1" smtClean="0">
                          <a:latin typeface="Cambria Math" panose="02040503050406030204" pitchFamily="18" charset="0"/>
                        </a:rPr>
                        <m:t>𝑉𝑅</m:t>
                      </m:r>
                      <m:r>
                        <a:rPr lang="en-GB" altLang="en-US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altLang="en-US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en-US" sz="20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GB" altLang="en-US" sz="20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  <m:r>
                        <a:rPr lang="en-GB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alt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en-US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altLang="en-US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alt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altLang="en-US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GB" altLang="en-US" sz="20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altLang="en-US" sz="20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rtl="1">
                  <a:buNone/>
                </a:pPr>
                <a:endParaRPr lang="en-GB" altLang="en-US" sz="18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rtl="1">
                  <a:buNone/>
                </a:pPr>
                <a:r>
                  <a:rPr lang="ar" sz="2200" b="1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كفاءة</a:t>
                </a:r>
                <a:r>
                  <a:rPr lang="ar" sz="22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 آلة الرفع هي نسبة خرج الشغل إلى دخل </a:t>
                </a:r>
                <a:r>
                  <a:rPr lang="ar" sz="220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الشغل.</a:t>
                </a:r>
                <a:endParaRPr lang="en-US" sz="220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rtl="1">
                  <a:buNone/>
                </a:pPr>
                <a:endParaRPr lang="ar" sz="14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alt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GB" alt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𝑚𝑒𝑐</m:t>
                          </m:r>
                          <m:r>
                            <a:rPr lang="en-GB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r>
                            <a:rPr lang="en-GB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𝑎𝑛𝑖𝑐𝑎𝑙</m:t>
                          </m:r>
                          <m:r>
                            <a:rPr lang="en-GB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GB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𝑎𝑑𝑣𝑎𝑛𝑡𝑎𝑔𝑒</m:t>
                          </m:r>
                        </m:num>
                        <m:den>
                          <m:r>
                            <a:rPr lang="en-GB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𝑣𝑒𝑙𝑜𝑐𝑖𝑡𝑦</m:t>
                          </m:r>
                          <m:r>
                            <a:rPr lang="en-GB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GB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𝑟𝑎𝑡𝑖𝑜</m:t>
                          </m:r>
                        </m:den>
                      </m:f>
                      <m:r>
                        <a:rPr lang="en-GB" alt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𝑀𝐴</m:t>
                          </m:r>
                        </m:num>
                        <m:den>
                          <m:r>
                            <a:rPr lang="en-GB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𝑉𝑅</m:t>
                          </m:r>
                        </m:den>
                      </m:f>
                    </m:oMath>
                  </m:oMathPara>
                </a14:m>
                <a:endParaRPr lang="en-GB" altLang="en-US" sz="20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mc:Choice>
        <mc:Fallback xmlns="">
          <p:sp>
            <p:nvSpPr>
              <p:cNvPr id="34819" name="Content Placeholder 3">
                <a:extLst>
                  <a:ext uri="{FF2B5EF4-FFF2-40B4-BE49-F238E27FC236}">
                    <a16:creationId xmlns:a16="http://schemas.microsoft.com/office/drawing/2014/main" id="{7B61FBF9-06A5-7371-6431-D0A2FA3DC4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431134" y="2418027"/>
                <a:ext cx="8208712" cy="4251333"/>
              </a:xfrm>
              <a:blipFill>
                <a:blip r:embed="rId4"/>
                <a:stretch>
                  <a:fillRect t="-1004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20" name="Rectangle 1">
            <a:extLst>
              <a:ext uri="{FF2B5EF4-FFF2-40B4-BE49-F238E27FC236}">
                <a16:creationId xmlns:a16="http://schemas.microsoft.com/office/drawing/2014/main" id="{0EFB8838-29D7-BDD6-1FA0-02587F14E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آلات الرفع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9423D4-5CFA-B72F-FFBF-FBC09EB76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30" y="1842335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نسبة السرعة والكفاءة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FAB961-F5FD-308B-0ECD-F4F82882D787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49587380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819" name="Content Placeholder 3">
                <a:extLst>
                  <a:ext uri="{FF2B5EF4-FFF2-40B4-BE49-F238E27FC236}">
                    <a16:creationId xmlns:a16="http://schemas.microsoft.com/office/drawing/2014/main" id="{453C7683-8588-7ABC-32E0-8A4E68218620}"/>
                  </a:ext>
                </a:extLst>
              </p:cNvPr>
              <p:cNvSpPr>
                <a:spLocks noGrp="1" noChangeArrowheads="1"/>
              </p:cNvSpPr>
              <p:nvPr>
                <p:ph sz="half" idx="1"/>
              </p:nvPr>
            </p:nvSpPr>
            <p:spPr bwMode="auto">
              <a:xfrm>
                <a:off x="4648199" y="2490035"/>
                <a:ext cx="4027487" cy="3730066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1" anchor="t" anchorCtr="0" compatLnSpc="1">
                <a:prstTxWarp prst="textNoShape">
                  <a:avLst/>
                </a:prstTxWarp>
              </a:bodyPr>
              <a:lstStyle/>
              <a:p>
                <a:pPr indent="0" rtl="1">
                  <a:buNone/>
                </a:pPr>
                <a:r>
                  <a:rPr lang="ar" sz="26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عند سحب الحمولة إلى أعلى منحدر، يتحرك الجهد عبر مسافة، a، أثناء رفع الحمل من خلال ارتفاع عمودي، b.</a:t>
                </a:r>
              </a:p>
              <a:p>
                <a:pPr indent="0" rtl="1">
                  <a:buNone/>
                </a:pPr>
                <a:endParaRPr lang="en-GB" altLang="en-US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rtl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𝑉𝑅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𝑎𝑠𝑖𝑛</m:t>
                          </m:r>
                          <m:r>
                            <a:rPr lang="en-US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endParaRPr lang="en-US" altLang="en-US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mc:Choice>
        <mc:Fallback xmlns="">
          <p:sp>
            <p:nvSpPr>
              <p:cNvPr id="34819" name="Content Placeholder 3">
                <a:extLst>
                  <a:ext uri="{FF2B5EF4-FFF2-40B4-BE49-F238E27FC236}">
                    <a16:creationId xmlns:a16="http://schemas.microsoft.com/office/drawing/2014/main" id="{453C7683-8588-7ABC-32E0-8A4E682186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 bwMode="auto">
              <a:xfrm>
                <a:off x="4648199" y="2490035"/>
                <a:ext cx="4027487" cy="3730066"/>
              </a:xfrm>
              <a:blipFill>
                <a:blip r:embed="rId4"/>
                <a:stretch>
                  <a:fillRect l="-2421" t="-1471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Content Placeholder 7" descr="A diagram of a slope&#10;&#10;Description automatically generated">
            <a:extLst>
              <a:ext uri="{FF2B5EF4-FFF2-40B4-BE49-F238E27FC236}">
                <a16:creationId xmlns:a16="http://schemas.microsoft.com/office/drawing/2014/main" id="{02B73394-65C6-AF68-F5FB-0FCBEAEE8F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311" y="3297399"/>
            <a:ext cx="4027488" cy="2141134"/>
          </a:xfrm>
        </p:spPr>
      </p:pic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آلات الرفع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04F4C-93EC-0C0F-FDF9-E9EA682B1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30" y="1842335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أسطح مائلة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70E089-CE38-6159-84C8-41B5AA0312A2}"/>
              </a:ext>
            </a:extLst>
          </p:cNvPr>
          <p:cNvSpPr/>
          <p:nvPr/>
        </p:nvSpPr>
        <p:spPr>
          <a:xfrm>
            <a:off x="2120294" y="5230368"/>
            <a:ext cx="755904" cy="161544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r" rtl="1"/>
            <a:r>
              <a:rPr lang="ar" sz="1600">
                <a:latin typeface="Sakkal Majalla" panose="02000000000000000000" pitchFamily="2" charset="-78"/>
                <a:cs typeface="Sakkal Majalla" panose="02000000000000000000" pitchFamily="2" charset="-78"/>
              </a:rPr>
              <a:t>حمل </a:t>
            </a:r>
            <a:r>
              <a:rPr lang="ar" sz="1600">
                <a:solidFill>
                  <a:srgbClr val="1F2123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= </a:t>
            </a:r>
            <a:r>
              <a:rPr lang="ar" sz="1600" i="1">
                <a:latin typeface="Sakkal Majalla" panose="02000000000000000000" pitchFamily="2" charset="-78"/>
                <a:cs typeface="Sakkal Majalla" panose="02000000000000000000" pitchFamily="2" charset="-78"/>
              </a:rPr>
              <a:t>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5480CA-8150-65E0-55E3-52BBB56AE725}"/>
              </a:ext>
            </a:extLst>
          </p:cNvPr>
          <p:cNvSpPr/>
          <p:nvPr/>
        </p:nvSpPr>
        <p:spPr>
          <a:xfrm>
            <a:off x="2249082" y="3729362"/>
            <a:ext cx="768096" cy="179832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1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مجهود </a:t>
            </a:r>
            <a:r>
              <a:rPr lang="ar" sz="1600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= E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BA53889-AAC3-6CFB-9C30-1D6B9D19C2B2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25115441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CD234-2AF3-E4D0-4F58-AF1EBB18C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E7C413E0-404E-BA25-6F3C-04FA225E24C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348879"/>
            <a:ext cx="4027487" cy="387122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VR = عدد البكرات التي تدعم الحمل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Font typeface="Wingdings" panose="05000000000000000000" pitchFamily="2" charset="2"/>
              <a:buNone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أو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Font typeface="Wingdings" panose="05000000000000000000" pitchFamily="2" charset="2"/>
              <a:buNone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VR = عدد أقسام الحبل بين البكرات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Font typeface="Wingdings" panose="05000000000000000000" pitchFamily="2" charset="2"/>
              <a:buNone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وبالتالي، فإن VR لهذا النظام هو 4.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6" name="Content Placeholder 5" descr="A diagram of a mechanical arm&#10;&#10;Description automatically generated">
            <a:extLst>
              <a:ext uri="{FF2B5EF4-FFF2-40B4-BE49-F238E27FC236}">
                <a16:creationId xmlns:a16="http://schemas.microsoft.com/office/drawing/2014/main" id="{6B301827-F497-236F-6399-31C6594A7C0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949" y="2349500"/>
            <a:ext cx="3102214" cy="3870325"/>
          </a:xfrm>
        </p:spPr>
      </p:pic>
      <p:sp>
        <p:nvSpPr>
          <p:cNvPr id="34820" name="Rectangle 1">
            <a:extLst>
              <a:ext uri="{FF2B5EF4-FFF2-40B4-BE49-F238E27FC236}">
                <a16:creationId xmlns:a16="http://schemas.microsoft.com/office/drawing/2014/main" id="{5B4CA420-B390-EAA1-C826-67C18872E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آلات الرفع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5691B5-7EA8-19BF-EB8D-BEF8B0A9A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30" y="1842335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البكرات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08F337F-BC44-44F4-52F8-6C9118181110}"/>
              </a:ext>
            </a:extLst>
          </p:cNvPr>
          <p:cNvSpPr/>
          <p:nvPr/>
        </p:nvSpPr>
        <p:spPr>
          <a:xfrm>
            <a:off x="3166682" y="4520184"/>
            <a:ext cx="886968" cy="256032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r" rtl="1"/>
            <a:r>
              <a:rPr lang="ar" sz="19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مجهود </a:t>
            </a:r>
            <a:r>
              <a:rPr lang="ar" sz="1900" i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=E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5BABB1-D0A3-38C5-1476-4105BEAE6219}"/>
              </a:ext>
            </a:extLst>
          </p:cNvPr>
          <p:cNvSpPr/>
          <p:nvPr/>
        </p:nvSpPr>
        <p:spPr>
          <a:xfrm>
            <a:off x="850202" y="5373624"/>
            <a:ext cx="969264" cy="271272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rtl="1"/>
            <a:r>
              <a:rPr lang="ar" sz="1900">
                <a:latin typeface="Sakkal Majalla" panose="02000000000000000000" pitchFamily="2" charset="-78"/>
                <a:cs typeface="Sakkal Majalla" panose="02000000000000000000" pitchFamily="2" charset="-78"/>
              </a:rPr>
              <a:t>حمل = </a:t>
            </a:r>
            <a:r>
              <a:rPr lang="ar" sz="1900" i="1">
                <a:latin typeface="Sakkal Majalla" panose="02000000000000000000" pitchFamily="2" charset="-78"/>
                <a:cs typeface="Sakkal Majalla" panose="02000000000000000000" pitchFamily="2" charset="-78"/>
              </a:rPr>
              <a:t>W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92792BD-BDFB-769F-95CA-97428CA92F6C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46746472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F1876-D4F6-CB08-C349-322BF655E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AD83D488-8469-3AC9-1F29-F5B46491C9B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276872"/>
            <a:ext cx="4027487" cy="43924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Font typeface="Wingdings" panose="05000000000000000000" pitchFamily="2" charset="2"/>
              <a:buNone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تُظهر الصورة رافعة مقصية. يشتمل على برغي لولبي يتم تدويره بمقبض لتشغيل آلية المقص. 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20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Font typeface="Wingdings" panose="05000000000000000000" pitchFamily="2" charset="2"/>
              <a:buNone/>
            </a:pPr>
            <a:r>
              <a:rPr lang="ar" sz="2000">
                <a:latin typeface="Sakkal Majalla" panose="02000000000000000000" pitchFamily="2" charset="-78"/>
                <a:cs typeface="Sakkal Majalla" panose="02000000000000000000" pitchFamily="2" charset="-78"/>
              </a:rPr>
              <a:t>في كل دورة للبرغي، تتحرك آلية المقص الأفقي إلى الداخل بمسافة مكافئة لميل المداس (P)، مما يتسبب في تحرك آلية المقص الرأسي لأعلى بنفس المقدار من خلال زاوية (θ). </a:t>
            </a:r>
          </a:p>
          <a:p>
            <a:pPr indent="0" rtl="1">
              <a:buFont typeface="Wingdings" panose="05000000000000000000" pitchFamily="2" charset="2"/>
              <a:buNone/>
            </a:pPr>
            <a:endParaRPr lang="en-GB" altLang="en-US" sz="18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algn="ctr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1BA504C9-55C8-3688-6747-EA226E2C96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آلات الرفع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90E1A1-4A5F-7989-9A5D-F572E3C6C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30" y="1842335"/>
            <a:ext cx="8568951" cy="43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رافعات مقصية 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293503-5ACF-B007-2644-58C5B8501861}"/>
                  </a:ext>
                </a:extLst>
              </p:cNvPr>
              <p:cNvSpPr txBox="1"/>
              <p:nvPr/>
            </p:nvSpPr>
            <p:spPr>
              <a:xfrm>
                <a:off x="468314" y="2319904"/>
                <a:ext cx="3963089" cy="150534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rtl="1"/>
                <a:r>
                  <a:rPr lang="ar" sz="20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نسبة سرعة الرافعة المقصية هي VR المجمعة لآلية المقص والبرغي. </a:t>
                </a:r>
              </a:p>
              <a:p>
                <a:pPr rtl="1"/>
                <a:endParaRPr lang="en-GB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𝑉𝑅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𝑡𝑎𝑛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𝑃𝑡𝑎𝑛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endParaRPr lang="en-GB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293503-5ACF-B007-2644-58C5B8501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314" y="2319904"/>
                <a:ext cx="3963089" cy="1505348"/>
              </a:xfrm>
              <a:prstGeom prst="rect">
                <a:avLst/>
              </a:prstGeom>
              <a:blipFill>
                <a:blip r:embed="rId5"/>
                <a:stretch>
                  <a:fillRect t="-2024" r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84A180-5C43-6AD4-38C3-437DD80AA400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  <p:pic>
        <p:nvPicPr>
          <p:cNvPr id="5" name="Picture 4" descr="A car jack with tools&#10;&#10;Description automatically generated">
            <a:extLst>
              <a:ext uri="{FF2B5EF4-FFF2-40B4-BE49-F238E27FC236}">
                <a16:creationId xmlns:a16="http://schemas.microsoft.com/office/drawing/2014/main" id="{BF3B3F31-4307-DBCB-99DD-9D8AED9ECD9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7025" y="4044438"/>
            <a:ext cx="3552568" cy="236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92784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843088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>
              <a:spcBef>
                <a:spcPts val="1200"/>
              </a:spcBef>
              <a:spcAft>
                <a:spcPts val="1500"/>
              </a:spcAft>
            </a:pPr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هدف التعلم (د)</a:t>
            </a:r>
            <a:br>
              <a:rPr lang="en-US" altLang="en-US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br>
              <a:rPr lang="en-US" altLang="en-US" sz="2400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دراسة كيفية استخدام أنظمة هندسة </a:t>
            </a:r>
            <a:br>
              <a:rPr lang="en-US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 sz="3800" b="1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الموائع لحل المسائل الهندسية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16012" y="4293096"/>
            <a:ext cx="6769100" cy="119433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685800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أنظمة الموائع</a:t>
            </a:r>
          </a:p>
          <a:p>
            <a:pPr marL="685800"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الأجسام المغمورة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endParaRPr lang="en-GB" sz="3600" b="1" dirty="0">
              <a:solidFill>
                <a:srgbClr val="000000"/>
              </a:solidFill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algn="ctr" rtl="1"/>
            <a:endParaRPr lang="en-GB" altLang="en-US" sz="3600" b="1" dirty="0">
              <a:highlight>
                <a:srgbClr val="FFFF00"/>
              </a:highlight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0056A2B-496A-C476-C364-EDDA854F68C0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64208847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704783"/>
            <a:ext cx="4027487" cy="351531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algn="ctr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marL="685800" rtl="1"/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pic>
        <p:nvPicPr>
          <p:cNvPr id="8" name="Content Placeholder 7" descr="A diagram of a square with lines and arrows&#10;&#10;Description automatically generated">
            <a:extLst>
              <a:ext uri="{FF2B5EF4-FFF2-40B4-BE49-F238E27FC236}">
                <a16:creationId xmlns:a16="http://schemas.microsoft.com/office/drawing/2014/main" id="{B8C7747B-DAF9-9193-1434-A99E4773FB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63" t="14394" r="21436" b="23583"/>
          <a:stretch/>
        </p:blipFill>
        <p:spPr>
          <a:xfrm>
            <a:off x="323530" y="2989842"/>
            <a:ext cx="3887662" cy="2945199"/>
          </a:xfrm>
        </p:spPr>
      </p:pic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أنظمة الموائع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04F4C-93EC-0C0F-FDF9-E9EA682B1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30" y="1842335"/>
            <a:ext cx="8568951" cy="785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الضغط الهيدروستاتيكي والدفع الهيدروستاتيكي على سطح مستوٍ مغمور</a:t>
            </a:r>
            <a:endParaRPr lang="en-GB" altLang="en-US" sz="2600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F50FF0-B648-E078-71E2-51341CA067D2}"/>
                  </a:ext>
                </a:extLst>
              </p:cNvPr>
              <p:cNvSpPr txBox="1"/>
              <p:nvPr/>
            </p:nvSpPr>
            <p:spPr>
              <a:xfrm>
                <a:off x="4572000" y="2636912"/>
                <a:ext cx="4248472" cy="271766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rtl="1">
                  <a:lnSpc>
                    <a:spcPct val="110000"/>
                  </a:lnSpc>
                </a:pPr>
                <a:r>
                  <a:rPr lang="ar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الدفع الهيدروستاتيكي على سطح مغمور يساوي الضغط في مركز ضغط المائع x مساحة سطح السطح المغمور الملامس للمائع. </a:t>
                </a:r>
              </a:p>
              <a:p>
                <a:pPr rtl="1">
                  <a:lnSpc>
                    <a:spcPct val="110000"/>
                  </a:lnSpc>
                </a:pPr>
                <a:r>
                  <a:rPr lang="ar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يكون توزيع ضغط السائل على السطح المغمور مثلثًا في الشكل ويعمل مركز ضغط المائع عند ثلثي عمق المائع من سطحه الحر. </a:t>
                </a:r>
              </a:p>
              <a:p>
                <a:pPr rtl="1">
                  <a:lnSpc>
                    <a:spcPct val="110000"/>
                  </a:lnSpc>
                </a:pPr>
                <a:endParaRPr lang="en-GB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rtl="1">
                  <a:lnSpc>
                    <a:spcPct val="110000"/>
                  </a:lnSpc>
                </a:pPr>
                <a:r>
                  <a:rPr lang="ar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يتم الحصول على قوة الدفع المنقولة على السطح المغمور من خلال:</a:t>
                </a:r>
              </a:p>
              <a:p>
                <a:pPr rtl="1"/>
                <a:endParaRPr lang="en-GB" sz="16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𝑔𝐴</m:t>
                      </m:r>
                      <m:sSub>
                        <m:sSubPr>
                          <m:ctrlP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GB" sz="16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5F50FF0-B648-E078-71E2-51341CA067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636912"/>
                <a:ext cx="4248472" cy="2717667"/>
              </a:xfrm>
              <a:prstGeom prst="rect">
                <a:avLst/>
              </a:prstGeom>
              <a:blipFill>
                <a:blip r:embed="rId5"/>
                <a:stretch>
                  <a:fillRect l="-430" t="-449" r="-1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D19C240-0586-92AA-AAC7-CADAA3CB01D4}"/>
              </a:ext>
            </a:extLst>
          </p:cNvPr>
          <p:cNvSpPr txBox="1"/>
          <p:nvPr/>
        </p:nvSpPr>
        <p:spPr>
          <a:xfrm>
            <a:off x="493925" y="5522748"/>
            <a:ext cx="216024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 algn="ctr" rtl="1"/>
            <a:r>
              <a:rPr lang="ar" sz="14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توزيع ضغط المائع على سطح اللوحة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99665E-5829-E616-32C7-A1A566C6D266}"/>
              </a:ext>
            </a:extLst>
          </p:cNvPr>
          <p:cNvSpPr txBox="1"/>
          <p:nvPr/>
        </p:nvSpPr>
        <p:spPr>
          <a:xfrm>
            <a:off x="3665780" y="3872081"/>
            <a:ext cx="648072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 algn="l" rtl="1"/>
            <a:r>
              <a:rPr lang="ar" sz="12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لوحة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877C1AF0-9A9B-3B35-F1F0-68C1ED194CF9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55710019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196001"/>
            <a:ext cx="4027487" cy="40241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  <a:p>
            <a:pPr indent="0" rtl="1">
              <a:buNone/>
            </a:pPr>
            <a:endParaRPr lang="en-GB" altLang="en-US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أنظمة الموائع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04F4C-93EC-0C0F-FDF9-E9EA682B1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30" y="1842335"/>
            <a:ext cx="8568951" cy="785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تدفق الموائع في أنبوب مستدق تدريجيًا</a:t>
            </a:r>
          </a:p>
        </p:txBody>
      </p:sp>
      <p:pic>
        <p:nvPicPr>
          <p:cNvPr id="9" name="Content Placeholder 8" descr="A diagram of 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1117C642-6F4F-A238-9725-DECDE8E196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52" t="35080" r="35550" b="28821"/>
          <a:stretch/>
        </p:blipFill>
        <p:spPr>
          <a:xfrm>
            <a:off x="5245122" y="2373101"/>
            <a:ext cx="3214641" cy="1631963"/>
          </a:xfrm>
        </p:spPr>
      </p:pic>
      <p:pic>
        <p:nvPicPr>
          <p:cNvPr id="11" name="Picture 10" descr="A diagram of a diagram of a flow&#10;&#10;Description automatically generated">
            <a:extLst>
              <a:ext uri="{FF2B5EF4-FFF2-40B4-BE49-F238E27FC236}">
                <a16:creationId xmlns:a16="http://schemas.microsoft.com/office/drawing/2014/main" id="{48DB4E3B-C396-767A-E079-E3E572616A8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61" t="34438" r="24401" b="29257"/>
          <a:stretch/>
        </p:blipFill>
        <p:spPr>
          <a:xfrm>
            <a:off x="735614" y="2373101"/>
            <a:ext cx="3528392" cy="159168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B9C45C-0F73-78E6-1718-8C4D62F5A28C}"/>
                  </a:ext>
                </a:extLst>
              </p:cNvPr>
              <p:cNvSpPr txBox="1"/>
              <p:nvPr/>
            </p:nvSpPr>
            <p:spPr>
              <a:xfrm>
                <a:off x="4648199" y="3933056"/>
                <a:ext cx="4158798" cy="203132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rtl="1"/>
                <a:r>
                  <a:rPr lang="ar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إذا كان مائع غير قابل للضغط يتدفق عبر أنبوب مستقيم في وقت معين، فيجب أن تكون سرعة وكثافة المائع عند النقطتين 1</a:t>
                </a:r>
                <a:r>
                  <a:rPr lang="ar-EG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 و</a:t>
                </a:r>
                <a:r>
                  <a:rPr lang="ar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2 متساوية لأن مساحة المقطع العرضي للأنبوب ثابتة. وبالتالي، يجب أن يكون معدل تدفق الكتلة للمائع عند النقطتين 1</a:t>
                </a:r>
                <a:r>
                  <a:rPr lang="ar-EG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 و</a:t>
                </a:r>
                <a:r>
                  <a:rPr lang="ar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2 متطابقًا أيضًا.</a:t>
                </a:r>
              </a:p>
              <a:p>
                <a:pPr rtl="1"/>
                <a:endParaRPr lang="en-GB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rtl="1"/>
                <a:r>
                  <a:rPr lang="ar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وبالتالي فإن: </a:t>
                </a:r>
                <a14:m>
                  <m:oMath xmlns:m="http://schemas.openxmlformats.org/officeDocument/2006/math">
                    <m:r>
                      <a:rPr lang="en-GB" sz="17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sz="17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GB" sz="17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sz="17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sz="1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sz="17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GB" sz="17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GB" sz="17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BB9C45C-0F73-78E6-1718-8C4D62F5A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199" y="3933056"/>
                <a:ext cx="4158798" cy="2031325"/>
              </a:xfrm>
              <a:prstGeom prst="rect">
                <a:avLst/>
              </a:prstGeom>
              <a:blipFill>
                <a:blip r:embed="rId6"/>
                <a:stretch>
                  <a:fillRect l="-1757" t="-1802" r="-1171" b="-4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8B7577-9C79-C48A-F0E3-A6CAD1ADC481}"/>
              </a:ext>
            </a:extLst>
          </p:cNvPr>
          <p:cNvSpPr txBox="1"/>
          <p:nvPr/>
        </p:nvSpPr>
        <p:spPr>
          <a:xfrm>
            <a:off x="304680" y="3928988"/>
            <a:ext cx="4108746" cy="175432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إذا كان المائع يتدفق الآن عبر أنبوب مستدق، فإن كثافة المائع تظل ثابتة بينما تختلف المنطقة والسرعة عند المدخل والمخرج. ومع ذلك، يجب أن يظل معدل تدفق الكتلة ثابتًا أيضًا - </a:t>
            </a:r>
            <a:br>
              <a:rPr lang="ar-EG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ما يدخل يجب أن يخرج. </a:t>
            </a:r>
          </a:p>
          <a:p>
            <a:pPr rtl="1"/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باستخدام معادلة تدفق الكتلة، يمكن حساب التغييرات في </a:t>
            </a:r>
            <a:br>
              <a:rPr lang="ar-EG">
                <a:latin typeface="Sakkal Majalla" panose="02000000000000000000" pitchFamily="2" charset="-78"/>
                <a:cs typeface="Sakkal Majalla" panose="02000000000000000000" pitchFamily="2" charset="-78"/>
              </a:rPr>
            </a:br>
            <a:r>
              <a:rPr lang="ar">
                <a:latin typeface="Sakkal Majalla" panose="02000000000000000000" pitchFamily="2" charset="-78"/>
                <a:cs typeface="Sakkal Majalla" panose="02000000000000000000" pitchFamily="2" charset="-78"/>
              </a:rPr>
              <a:t>قيم المتغيرات.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2329F0-8218-C855-C962-BD693177F27F}"/>
              </a:ext>
            </a:extLst>
          </p:cNvPr>
          <p:cNvSpPr/>
          <p:nvPr/>
        </p:nvSpPr>
        <p:spPr>
          <a:xfrm>
            <a:off x="5436096" y="2682240"/>
            <a:ext cx="332232" cy="94488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1050">
                <a:solidFill>
                  <a:srgbClr val="53494C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نقطة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F647C6-02B5-51F4-BC7D-6B736C1AE30C}"/>
              </a:ext>
            </a:extLst>
          </p:cNvPr>
          <p:cNvSpPr/>
          <p:nvPr/>
        </p:nvSpPr>
        <p:spPr>
          <a:xfrm>
            <a:off x="7965936" y="2688336"/>
            <a:ext cx="332232" cy="94488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1050" dirty="0">
                <a:solidFill>
                  <a:srgbClr val="53494C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نقطة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622319-5D26-DA23-4D35-DFC6A2E75F6D}"/>
              </a:ext>
            </a:extLst>
          </p:cNvPr>
          <p:cNvSpPr/>
          <p:nvPr/>
        </p:nvSpPr>
        <p:spPr>
          <a:xfrm>
            <a:off x="1259632" y="2508504"/>
            <a:ext cx="1375784" cy="173736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1050" dirty="0">
                <a:solidFill>
                  <a:srgbClr val="53494C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اتجاه تدفق السوائل</a:t>
            </a:r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B5700343-71F7-C0BD-C363-551AE3FB0CC0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2919100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diagram of a scale and a scale&#10;&#10;Description automatically generated">
            <a:extLst>
              <a:ext uri="{FF2B5EF4-FFF2-40B4-BE49-F238E27FC236}">
                <a16:creationId xmlns:a16="http://schemas.microsoft.com/office/drawing/2014/main" id="{2C2DE581-BD14-6A07-0B8E-D4CB5E5194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4011" y="3726642"/>
            <a:ext cx="3784032" cy="2796954"/>
          </a:xfrm>
          <a:prstGeom prst="rect">
            <a:avLst/>
          </a:prstGeom>
        </p:spPr>
      </p:pic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490035"/>
            <a:ext cx="4027487" cy="373006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indent="0" rtl="1">
              <a:buNone/>
            </a:pPr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وزن المائع الذي يزيحه الجسم المغمور جزئيًا أو كليًا في مائع يساوي قوة الدفع (القوة الصاعدة) التي ينقلها المائع إلى الجسم.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325" y="1124744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الأجسام المغمورة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04F4C-93EC-0C0F-FDF9-E9EA682B1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30" y="1842335"/>
            <a:ext cx="8568951" cy="785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مبدأ أرخميدس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7548109-C317-7097-F25C-E29937025C04}"/>
                  </a:ext>
                </a:extLst>
              </p:cNvPr>
              <p:cNvSpPr txBox="1"/>
              <p:nvPr/>
            </p:nvSpPr>
            <p:spPr>
              <a:xfrm>
                <a:off x="539552" y="2624468"/>
                <a:ext cx="3600400" cy="97667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rtl="1"/>
                <a:r>
                  <a:rPr lang="ar" sz="200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وبالتالي،</a:t>
                </a:r>
              </a:p>
              <a:p>
                <a:pPr rtl="1"/>
                <a:endParaRPr lang="en-GB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rt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𝑢𝑝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7548109-C317-7097-F25C-E29937025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624468"/>
                <a:ext cx="3600400" cy="976678"/>
              </a:xfrm>
              <a:prstGeom prst="rect">
                <a:avLst/>
              </a:prstGeom>
              <a:blipFill>
                <a:blip r:embed="rId5"/>
                <a:stretch>
                  <a:fillRect t="-3125" r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77A40B0F-1E3B-1489-23E3-BFF76057D65A}"/>
              </a:ext>
            </a:extLst>
          </p:cNvPr>
          <p:cNvSpPr/>
          <p:nvPr/>
        </p:nvSpPr>
        <p:spPr>
          <a:xfrm>
            <a:off x="1832482" y="4005064"/>
            <a:ext cx="1046657" cy="407315"/>
          </a:xfrm>
          <a:prstGeom prst="rect">
            <a:avLst/>
          </a:prstGeom>
          <a:solidFill>
            <a:srgbClr val="F8F8F8"/>
          </a:solidFill>
        </p:spPr>
        <p:txBody>
          <a:bodyPr lIns="0" tIns="0" rIns="0" bIns="0" rtlCol="1">
            <a:noAutofit/>
          </a:bodyPr>
          <a:lstStyle/>
          <a:p>
            <a:pPr indent="0" algn="ctr" rtl="1"/>
            <a:r>
              <a:rPr lang="ar" sz="1400" b="1" dirty="0">
                <a:solidFill>
                  <a:srgbClr val="32343E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مبدأ</a:t>
            </a:r>
          </a:p>
          <a:p>
            <a:pPr indent="0" algn="ctr" rtl="1"/>
            <a:r>
              <a:rPr lang="ar" sz="1400" b="1" dirty="0">
                <a:solidFill>
                  <a:srgbClr val="32343E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أرخميدس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21A2FD-6F07-A88F-0C4A-3965B74EA78C}"/>
              </a:ext>
            </a:extLst>
          </p:cNvPr>
          <p:cNvSpPr/>
          <p:nvPr/>
        </p:nvSpPr>
        <p:spPr>
          <a:xfrm>
            <a:off x="2651109" y="6042793"/>
            <a:ext cx="590597" cy="159620"/>
          </a:xfrm>
          <a:prstGeom prst="rect">
            <a:avLst/>
          </a:prstGeom>
          <a:solidFill>
            <a:srgbClr val="4BD5F1"/>
          </a:solidFill>
        </p:spPr>
        <p:txBody>
          <a:bodyPr lIns="0" tIns="0" rIns="0" bIns="0" rtlCol="1">
            <a:noAutofit/>
          </a:bodyPr>
          <a:lstStyle/>
          <a:p>
            <a:pPr indent="0" algn="ctr" rtl="1">
              <a:lnSpc>
                <a:spcPct val="82000"/>
              </a:lnSpc>
            </a:pPr>
            <a:r>
              <a:rPr lang="ar" sz="800" dirty="0">
                <a:solidFill>
                  <a:srgbClr val="04212B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قوة الطفو </a:t>
            </a:r>
            <a:r>
              <a:rPr lang="ar" sz="800" b="1" dirty="0">
                <a:solidFill>
                  <a:srgbClr val="04212B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2 كجم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0F64EF-FDA2-F5EE-4A8F-67899803AF2E}"/>
              </a:ext>
            </a:extLst>
          </p:cNvPr>
          <p:cNvSpPr/>
          <p:nvPr/>
        </p:nvSpPr>
        <p:spPr>
          <a:xfrm>
            <a:off x="3583343" y="5689346"/>
            <a:ext cx="237151" cy="132257"/>
          </a:xfrm>
          <a:prstGeom prst="rect">
            <a:avLst/>
          </a:prstGeom>
          <a:solidFill>
            <a:srgbClr val="4BD5F1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800" b="1">
                <a:solidFill>
                  <a:srgbClr val="043546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2 كجم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B64E66-1701-037F-1503-A94CE97EB27A}"/>
              </a:ext>
            </a:extLst>
          </p:cNvPr>
          <p:cNvSpPr/>
          <p:nvPr/>
        </p:nvSpPr>
        <p:spPr>
          <a:xfrm>
            <a:off x="2844934" y="5668823"/>
            <a:ext cx="253114" cy="145940"/>
          </a:xfrm>
          <a:prstGeom prst="rect">
            <a:avLst/>
          </a:prstGeom>
          <a:solidFill>
            <a:srgbClr val="53666C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650" b="1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7 كجم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753C99-CBD2-618B-CBE2-F955DB692148}"/>
              </a:ext>
            </a:extLst>
          </p:cNvPr>
          <p:cNvSpPr/>
          <p:nvPr/>
        </p:nvSpPr>
        <p:spPr>
          <a:xfrm>
            <a:off x="1207680" y="5317657"/>
            <a:ext cx="280476" cy="152780"/>
          </a:xfrm>
          <a:prstGeom prst="rect">
            <a:avLst/>
          </a:prstGeom>
          <a:solidFill>
            <a:srgbClr val="53666B"/>
          </a:solidFill>
        </p:spPr>
        <p:txBody>
          <a:bodyPr wrap="none" lIns="0" tIns="0" rIns="0" bIns="0" rtlCol="1">
            <a:noAutofit/>
          </a:bodyPr>
          <a:lstStyle/>
          <a:p>
            <a:pPr indent="0" algn="ctr" rtl="1"/>
            <a:r>
              <a:rPr lang="ar" sz="800" b="1">
                <a:solidFill>
                  <a:srgbClr val="FFFFFF"/>
                </a:solidFill>
                <a:latin typeface="Sakkal Majalla" panose="02000000000000000000" pitchFamily="2" charset="-78"/>
                <a:cs typeface="Sakkal Majalla" panose="02000000000000000000" pitchFamily="2" charset="-78"/>
              </a:rPr>
              <a:t>7 كجم</a:t>
            </a: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C1633D56-087C-5A57-1313-FF0739CA4A1E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4239373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4819" name="Content Placeholder 3">
                <a:extLst>
                  <a:ext uri="{FF2B5EF4-FFF2-40B4-BE49-F238E27FC236}">
                    <a16:creationId xmlns:a16="http://schemas.microsoft.com/office/drawing/2014/main" id="{453C7683-8588-7ABC-32E0-8A4E68218620}"/>
                  </a:ext>
                </a:extLst>
              </p:cNvPr>
              <p:cNvSpPr>
                <a:spLocks noGrp="1" noChangeArrowheads="1"/>
              </p:cNvSpPr>
              <p:nvPr>
                <p:ph sz="half" idx="2"/>
              </p:nvPr>
            </p:nvSpPr>
            <p:spPr bwMode="auto">
              <a:xfrm>
                <a:off x="431134" y="2490035"/>
                <a:ext cx="8208712" cy="3819285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rtlCol="1" anchor="t" anchorCtr="0" compatLnSpc="1">
                <a:prstTxWarp prst="textNoShape">
                  <a:avLst/>
                </a:prstTxWarp>
              </a:bodyPr>
              <a:lstStyle/>
              <a:p>
                <a:pPr indent="0" rtl="1">
                  <a:buFont typeface="Wingdings" panose="05000000000000000000" pitchFamily="2" charset="2"/>
                  <a:buNone/>
                </a:pPr>
                <a:r>
                  <a:rPr lang="ar" sz="22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فكر في كتلة من الخشب طولها 2.0 متر وعرضها 0.4 متر وسمكها 0.3 متر في مياه البحر التي تبلغ كثافتها 1020 كجم/م3. يقع 0.15 متر من الكتلة تحت سطح الماء. احسب كثافة الخشب.</a:t>
                </a:r>
              </a:p>
              <a:p>
                <a:pPr indent="0" rtl="1">
                  <a:buFont typeface="Wingdings" panose="05000000000000000000" pitchFamily="2" charset="2"/>
                  <a:buNone/>
                </a:pPr>
                <a:endParaRPr lang="en-GB" altLang="en-US" sz="1600" baseline="300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algn="l" rtl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𝑤𝑜𝑜𝑑</m:t>
                        </m:r>
                      </m:sub>
                    </m:sSub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0.24m</a:t>
                </a:r>
                <a:r>
                  <a:rPr lang="en-US" sz="2000" baseline="300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3</a:t>
                </a:r>
              </a:p>
              <a:p>
                <a:pPr indent="0" algn="l" rtl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en-US" sz="2000" b="0" i="1" smtClean="0">
                            <a:latin typeface="Cambria Math" panose="02040503050406030204" pitchFamily="18" charset="0"/>
                          </a:rPr>
                          <m:t>𝑓𝑙𝑢𝑖𝑑</m:t>
                        </m:r>
                      </m:sub>
                    </m:sSub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15</m:t>
                    </m:r>
                    <m:r>
                      <a:rPr lang="en-US" altLang="en-US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sz="20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0.12m</a:t>
                </a:r>
                <a:r>
                  <a:rPr lang="en-US" sz="2000" baseline="30000" dirty="0">
                    <a:latin typeface="Sakkal Majalla" panose="02000000000000000000" pitchFamily="2" charset="-78"/>
                    <a:cs typeface="Sakkal Majalla" panose="02000000000000000000" pitchFamily="2" charset="-78"/>
                  </a:rPr>
                  <a:t>3</a:t>
                </a:r>
              </a:p>
              <a:p>
                <a:pPr indent="0" algn="l" rtl="0">
                  <a:buNone/>
                </a:pPr>
                <a:endParaRPr lang="en-US" altLang="en-US" sz="2000" baseline="300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𝑤𝑜𝑜𝑑</m:t>
                          </m:r>
                        </m:sub>
                      </m:sSub>
                      <m:sSub>
                        <m:sSubPr>
                          <m:ctrlPr>
                            <a:rPr lang="en-US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𝑤𝑜𝑜𝑑</m:t>
                          </m:r>
                        </m:sub>
                      </m:sSub>
                      <m:r>
                        <a:rPr lang="en-US" alt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𝑓𝑙𝑢𝑖𝑑</m:t>
                          </m:r>
                        </m:sub>
                      </m:sSub>
                      <m:sSub>
                        <m:sSubPr>
                          <m:ctrlPr>
                            <a:rPr lang="en-US" alt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000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en-US" sz="2000" b="0" i="1" smtClean="0">
                              <a:latin typeface="Cambria Math" panose="02040503050406030204" pitchFamily="18" charset="0"/>
                            </a:rPr>
                            <m:t>𝑓𝑙𝑢𝑖𝑑</m:t>
                          </m:r>
                        </m:sub>
                      </m:sSub>
                    </m:oMath>
                  </m:oMathPara>
                </a14:m>
                <a:endParaRPr lang="en-US" altLang="en-US" sz="2000" baseline="300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algn="l" rtl="0">
                  <a:buNone/>
                </a:pPr>
                <a:endParaRPr lang="en-US" altLang="en-US" sz="2000" baseline="300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  <a:p>
                <a:pPr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𝑤𝑜𝑜𝑑</m:t>
                          </m:r>
                        </m:sub>
                      </m:sSub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𝑓𝑙𝑢𝑖𝑑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𝑓𝑙𝑢𝑖𝑑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en-US" sz="2400" b="0" i="1" smtClean="0">
                                  <a:latin typeface="Cambria Math" panose="02040503050406030204" pitchFamily="18" charset="0"/>
                                </a:rPr>
                                <m:t>𝑤𝑜𝑜𝑑</m:t>
                              </m:r>
                            </m:sub>
                          </m:sSub>
                        </m:den>
                      </m:f>
                      <m:r>
                        <a:rPr lang="en-US" altLang="en-US" sz="2400" b="0" i="0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1020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den>
                      </m:f>
                      <m:r>
                        <a:rPr lang="en-US" alt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en-US" sz="2400" b="0" i="0" smtClean="0">
                          <a:latin typeface="Cambria Math" panose="02040503050406030204" pitchFamily="18" charset="0"/>
                        </a:rPr>
                        <m:t>510</m:t>
                      </m:r>
                      <m:r>
                        <a:rPr lang="en-US" alt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en-US" sz="2400" b="0" i="0" smtClean="0">
                          <a:latin typeface="Cambria Math" panose="02040503050406030204" pitchFamily="18" charset="0"/>
                        </a:rPr>
                        <m:t>𝑘𝑔</m:t>
                      </m:r>
                      <m:sSup>
                        <m:sSupPr>
                          <m:ctrlP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altLang="en-US" baseline="30000" dirty="0">
                  <a:latin typeface="Sakkal Majalla" panose="02000000000000000000" pitchFamily="2" charset="-78"/>
                  <a:cs typeface="Sakkal Majalla" panose="02000000000000000000" pitchFamily="2" charset="-78"/>
                </a:endParaRPr>
              </a:p>
            </p:txBody>
          </p:sp>
        </mc:Choice>
        <mc:Fallback xmlns="">
          <p:sp>
            <p:nvSpPr>
              <p:cNvPr id="34819" name="Content Placeholder 3">
                <a:extLst>
                  <a:ext uri="{FF2B5EF4-FFF2-40B4-BE49-F238E27FC236}">
                    <a16:creationId xmlns:a16="http://schemas.microsoft.com/office/drawing/2014/main" id="{453C7683-8588-7ABC-32E0-8A4E682186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 bwMode="auto">
              <a:xfrm>
                <a:off x="431134" y="2490035"/>
                <a:ext cx="8208712" cy="3819285"/>
              </a:xfrm>
              <a:blipFill>
                <a:blip r:embed="rId4"/>
                <a:stretch>
                  <a:fillRect t="-957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3800" b="1">
                <a:latin typeface="Sakkal Majalla" panose="02000000000000000000" pitchFamily="2" charset="-78"/>
                <a:cs typeface="Sakkal Majalla" panose="02000000000000000000" pitchFamily="2" charset="-78"/>
              </a:rPr>
              <a:t>الأجسام المغمورة</a:t>
            </a:r>
            <a:endParaRPr lang="en-GB" altLang="en-US" sz="3800" b="1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804F4C-93EC-0C0F-FDF9-E9EA682B1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30" y="1842335"/>
            <a:ext cx="8568951" cy="785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rtlCol="1" anchor="t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" sz="2600">
                <a:latin typeface="Sakkal Majalla" panose="02000000000000000000" pitchFamily="2" charset="-78"/>
                <a:cs typeface="Sakkal Majalla" panose="02000000000000000000" pitchFamily="2" charset="-78"/>
              </a:rPr>
              <a:t>تحديد الكثافة باستخدام طرق التعويم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6AFAB2-F534-7E72-B543-2DC494F5C8FB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54266853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1520" y="1268760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" sz="4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شكر وتقدير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1ED6DB-1193-D7D6-14BD-76307D6EBF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" y="2195513"/>
            <a:ext cx="7991475" cy="1881559"/>
          </a:xfrm>
        </p:spPr>
        <p:txBody>
          <a:bodyPr rtlCol="1"/>
          <a:lstStyle/>
          <a:p>
            <a:pPr rtl="1"/>
            <a:r>
              <a:rPr lang="ar" sz="2600" dirty="0">
                <a:latin typeface="Sakkal Majalla" panose="02000000000000000000" pitchFamily="2" charset="-78"/>
                <a:cs typeface="Sakkal Majalla" panose="02000000000000000000" pitchFamily="2" charset="-78"/>
              </a:rPr>
              <a:t>الصور</a:t>
            </a:r>
          </a:p>
          <a:p>
            <a:pPr marL="0" indent="0" rtl="1">
              <a:buNone/>
            </a:pPr>
            <a:r>
              <a:rPr lang="ar" sz="2000" b="1" dirty="0"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تشارلز جيبسون: </a:t>
            </a:r>
            <a:r>
              <a:rPr lang="ar" sz="2000" dirty="0"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(الشريحة 14 -يمين، الشريحة 15، الشريحة 29، الشريحة 30، الشريحة 33، الشريحة 34)؛ </a:t>
            </a:r>
            <a:r>
              <a:rPr lang="ar" sz="2000" b="1" dirty="0"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شركة بيرسون إيديوكيشن ليمتد: </a:t>
            </a:r>
            <a:r>
              <a:rPr lang="ar" sz="2000" dirty="0"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اتش ال استوديوز (الشريحة 5، الشريحة 10، الشريحة 11، الشريحة 16-اليسار، الشريحة 16-يمين والشريحة 18)، أكسفورد ديزاينرز الاستراتورز ليمتد (الشريحة 14-اليسار)؛ </a:t>
            </a:r>
            <a:r>
              <a:rPr lang="ar" sz="2000" b="1" dirty="0"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شوترستوك</a:t>
            </a:r>
            <a:r>
              <a:rPr lang="ar" sz="2000" dirty="0">
                <a:effectLst/>
                <a:latin typeface="Sakkal Majalla" panose="02000000000000000000" pitchFamily="2" charset="-78"/>
                <a:ea typeface="Calibri" panose="020F0502020204030204" pitchFamily="34" charset="0"/>
                <a:cs typeface="Sakkal Majalla" panose="02000000000000000000" pitchFamily="2" charset="-78"/>
              </a:rPr>
              <a:t>: كلاوديو ديفيزيا (الشريحة 6)، ويناي تيبسوتينون (الشريحة 31)، أوزانت (الشريحة 35).</a:t>
            </a:r>
            <a:endParaRPr lang="en-GB" sz="2000" dirty="0">
              <a:effectLst/>
              <a:latin typeface="Sakkal Majalla" panose="02000000000000000000" pitchFamily="2" charset="-78"/>
              <a:ea typeface="Calibri" panose="020F0502020204030204" pitchFamily="34" charset="0"/>
              <a:cs typeface="Sakkal Majalla" panose="02000000000000000000" pitchFamily="2" charset="-78"/>
            </a:endParaRPr>
          </a:p>
          <a:p>
            <a:pPr rtl="1"/>
            <a:endParaRPr lang="en-GB" dirty="0">
              <a:latin typeface="Sakkal Majalla" panose="02000000000000000000" pitchFamily="2" charset="-78"/>
              <a:cs typeface="Sakkal Majalla" panose="02000000000000000000" pitchFamily="2" charset="-78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2FA453D-4162-B3C3-6D60-88AA528D35DA}"/>
              </a:ext>
            </a:extLst>
          </p:cNvPr>
          <p:cNvSpPr txBox="1">
            <a:spLocks/>
          </p:cNvSpPr>
          <p:nvPr/>
        </p:nvSpPr>
        <p:spPr bwMode="auto">
          <a:xfrm>
            <a:off x="35496" y="6649093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fontScale="92500" lnSpcReduction="10000"/>
          </a:bodyPr>
          <a:lstStyle>
            <a:defPPr algn="r" rtl="1">
              <a:defRPr lang="ar-MA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  <a:defRPr sz="1800" kern="1200">
                <a:solidFill>
                  <a:schemeClr val="tx1"/>
                </a:solidFill>
                <a:latin typeface="Sakkal Majalla" panose="02000000000000000000" pitchFamily="2" charset="-78"/>
                <a:ea typeface="+mn-ea"/>
                <a:cs typeface="Sakkal Majalla" panose="02000000000000000000" pitchFamily="2" charset="-78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r" defTabSz="914400" rtl="1" eaLnBrk="0" fontAlgn="base" latinLnBrk="0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 kern="120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A103000399199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theme/theme1.xml><?xml version="1.0" encoding="utf-8"?>
<a:theme xmlns:a="http://schemas.openxmlformats.org/drawingml/2006/main" name="6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20" ma:contentTypeDescription="Create a new document." ma:contentTypeScope="" ma:versionID="7d267daa26e24eee3a5f4b0eb9224b47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144a094b618d5dc1a3294a7bede64c09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  <xsd:element ref="ns2:AdditionalInf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dditionalInfo" ma:index="27" nillable="true" ma:displayName="Additional Info" ma:format="Dropdown" ma:internalName="AdditionalInfo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_Flow_SignoffStatus xmlns="f63d1639-2e8e-4dfe-b2d4-ff2deac92409" xsi:nil="true"/>
    <AdditionalInfo xmlns="f63d1639-2e8e-4dfe-b2d4-ff2deac92409" xsi:nil="true"/>
  </documentManagement>
</p:properties>
</file>

<file path=customXml/itemProps1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0351E8A-A9FD-4BEA-B636-2CF0D46474CC}"/>
</file>

<file path=customXml/itemProps3.xml><?xml version="1.0" encoding="utf-8"?>
<ds:datastoreItem xmlns:ds="http://schemas.openxmlformats.org/officeDocument/2006/customXml" ds:itemID="{EF286CB0-C986-4E37-84A9-8712DC6B123A}">
  <ds:schemaRefs>
    <ds:schemaRef ds:uri="6125ffc9-2c56-435e-8267-1393444907b2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7c1bd8dc-4e40-424f-a15f-9ffcd522197f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10104</TotalTime>
  <Words>2135</Words>
  <Application>Microsoft Office PowerPoint</Application>
  <PresentationFormat>On-screen Show (4:3)</PresentationFormat>
  <Paragraphs>488</Paragraphs>
  <Slides>37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11</vt:i4>
      </vt:variant>
      <vt:variant>
        <vt:lpstr>Slide Titles</vt:lpstr>
      </vt:variant>
      <vt:variant>
        <vt:i4>37</vt:i4>
      </vt:variant>
    </vt:vector>
  </HeadingPairs>
  <TitlesOfParts>
    <vt:vector size="55" baseType="lpstr">
      <vt:lpstr>Arial</vt:lpstr>
      <vt:lpstr>Calibri</vt:lpstr>
      <vt:lpstr>Cambria Math</vt:lpstr>
      <vt:lpstr>Helvetica</vt:lpstr>
      <vt:lpstr>Sakkal Majalla</vt:lpstr>
      <vt:lpstr>Verdana</vt:lpstr>
      <vt:lpstr>Wingdings</vt:lpstr>
      <vt:lpstr>6_Engineering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الوحدة 1 مبادئ الميكانيكا  </vt:lpstr>
      <vt:lpstr>مبادئ الميكانيكا</vt:lpstr>
      <vt:lpstr>أهداف التعلم</vt:lpstr>
      <vt:lpstr>هدف التعلم (أ)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هدف التعلم (ب)  </vt:lpstr>
      <vt:lpstr>PowerPoint Presentation</vt:lpstr>
      <vt:lpstr>أنظمة هندسة الاستاتيكا</vt:lpstr>
      <vt:lpstr>أنظمة هندسة الاستاتيكا</vt:lpstr>
      <vt:lpstr>PowerPoint Presentation</vt:lpstr>
      <vt:lpstr>PowerPoint Presentation</vt:lpstr>
      <vt:lpstr>PowerPoint Presentation</vt:lpstr>
      <vt:lpstr>PowerPoint Presentation</vt:lpstr>
      <vt:lpstr>هدف التعلم (ج)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هدف التعلم (د)  دراسة كيفية استخدام أنظمة هندسة  الموائع لحل المسائل الهندسية</vt:lpstr>
      <vt:lpstr>PowerPoint Presentation</vt:lpstr>
      <vt:lpstr>PowerPoint Presentation</vt:lpstr>
      <vt:lpstr>PowerPoint Presentation</vt:lpstr>
      <vt:lpstr>PowerPoint Presentation</vt:lpstr>
      <vt:lpstr>شكر وتقدير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513</cp:revision>
  <dcterms:created xsi:type="dcterms:W3CDTF">2020-07-15T07:14:47Z</dcterms:created>
  <dcterms:modified xsi:type="dcterms:W3CDTF">2024-05-28T15:44:21Z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MediaServiceImageTags">
    <vt:lpwstr/>
  </property>
</Properties>
</file>