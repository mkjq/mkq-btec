
<file path=[Content_Types].xml><?xml version="1.0" encoding="utf-8"?>
<Types xmlns="http://schemas.openxmlformats.org/package/2006/content-types">
  <Default Extension="bin" ContentType="audio/unknown"/>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4.xml" ContentType="application/vnd.openxmlformats-officedocument.theme+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5.xml" ContentType="application/vnd.openxmlformats-officedocument.theme+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theme/theme6.xml" ContentType="application/vnd.openxmlformats-officedocument.theme+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theme/theme7.xml" ContentType="application/vnd.openxmlformats-officedocument.theme+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theme/theme8.xml" ContentType="application/vnd.openxmlformats-officedocument.theme+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theme/theme9.xml" ContentType="application/vnd.openxmlformats-officedocument.theme+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heme/themeOverride1.xml" ContentType="application/vnd.openxmlformats-officedocument.themeOverr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135" r:id="rId4"/>
    <p:sldMasterId id="2147484148" r:id="rId5"/>
    <p:sldMasterId id="2147484825" r:id="rId6"/>
    <p:sldMasterId id="2147484838" r:id="rId7"/>
    <p:sldMasterId id="2147484851" r:id="rId8"/>
    <p:sldMasterId id="2147484864" r:id="rId9"/>
    <p:sldMasterId id="2147484877" r:id="rId10"/>
    <p:sldMasterId id="2147484890" r:id="rId11"/>
    <p:sldMasterId id="2147484903" r:id="rId12"/>
    <p:sldMasterId id="2147484916" r:id="rId13"/>
  </p:sldMasterIdLst>
  <p:notesMasterIdLst>
    <p:notesMasterId r:id="rId50"/>
  </p:notesMasterIdLst>
  <p:handoutMasterIdLst>
    <p:handoutMasterId r:id="rId51"/>
  </p:handoutMasterIdLst>
  <p:sldIdLst>
    <p:sldId id="310" r:id="rId14"/>
    <p:sldId id="311" r:id="rId15"/>
    <p:sldId id="312" r:id="rId16"/>
    <p:sldId id="313" r:id="rId17"/>
    <p:sldId id="314" r:id="rId18"/>
    <p:sldId id="352" r:id="rId19"/>
    <p:sldId id="315" r:id="rId20"/>
    <p:sldId id="375" r:id="rId21"/>
    <p:sldId id="316" r:id="rId22"/>
    <p:sldId id="351" r:id="rId23"/>
    <p:sldId id="353" r:id="rId24"/>
    <p:sldId id="317" r:id="rId25"/>
    <p:sldId id="354" r:id="rId26"/>
    <p:sldId id="319" r:id="rId27"/>
    <p:sldId id="355" r:id="rId28"/>
    <p:sldId id="320" r:id="rId29"/>
    <p:sldId id="356" r:id="rId30"/>
    <p:sldId id="366" r:id="rId31"/>
    <p:sldId id="367" r:id="rId32"/>
    <p:sldId id="368" r:id="rId33"/>
    <p:sldId id="369" r:id="rId34"/>
    <p:sldId id="357" r:id="rId35"/>
    <p:sldId id="321" r:id="rId36"/>
    <p:sldId id="358" r:id="rId37"/>
    <p:sldId id="322" r:id="rId38"/>
    <p:sldId id="361" r:id="rId39"/>
    <p:sldId id="362" r:id="rId40"/>
    <p:sldId id="359" r:id="rId41"/>
    <p:sldId id="360" r:id="rId42"/>
    <p:sldId id="363" r:id="rId43"/>
    <p:sldId id="364" r:id="rId44"/>
    <p:sldId id="365" r:id="rId45"/>
    <p:sldId id="370" r:id="rId46"/>
    <p:sldId id="371" r:id="rId47"/>
    <p:sldId id="372" r:id="rId48"/>
    <p:sldId id="373" r:id="rId49"/>
  </p:sldIdLst>
  <p:sldSz cx="9144000" cy="6858000" type="screen4x3"/>
  <p:notesSz cx="6858000" cy="9144000"/>
  <p:defaultTex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1933">
          <p15:clr>
            <a:srgbClr val="A4A3A4"/>
          </p15:clr>
        </p15:guide>
        <p15:guide id="2" pos="2880">
          <p15:clr>
            <a:srgbClr val="A4A3A4"/>
          </p15:clr>
        </p15:guide>
        <p15:guide id="3" pos="1791">
          <p15:clr>
            <a:srgbClr val="A4A3A4"/>
          </p15:clr>
        </p15:guide>
        <p15:guide id="4" orient="horz" pos="3657">
          <p15:clr>
            <a:srgbClr val="A4A3A4"/>
          </p15:clr>
        </p15:guide>
        <p15:guide id="5" pos="1066">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Office" lastIdx="1" clrIdx="0"/>
  <p:cmAuthor id="2" name="Microsoft Office User" initials="Office [2]" lastIdx="1" clrIdx="1"/>
  <p:cmAuthor id="3" name="Microsoft Office User" initials="Office [3]" lastIdx="1" clrIdx="2"/>
  <p:cmAuthor id="4" name="Microsoft Office User" initials="Office [4]" lastIdx="1" clrIdx="3"/>
  <p:cmAuthor id="5" name="Microsoft Office User" initials="Office [5]" lastIdx="1" clrIdx="4"/>
  <p:cmAuthor id="6" name="Susan Leaper" initials="" lastIdx="2" clrIdx="5"/>
  <p:cmAuthor id="7" name="Microsoft Office User" initials="Office [8]" lastIdx="1" clrIdx="6"/>
  <p:cmAuthor id="8" name="Microsoft Office User" initials="Office [7]" lastIdx="1" clrIdx="7"/>
  <p:cmAuthor id="9" name="Microsoft Office User" initials="Office [9]" lastIdx="1" clrIdx="8"/>
  <p:cmAuthor id="10" name="Microsoft Office User" initials="Office [10]" lastIdx="1" clrIdx="9"/>
  <p:cmAuthor id="11" name="Microsoft Office User" initials="" lastIdx="1" clrIdx="10"/>
  <p:cmAuthor id="12" name="Unknown User1" initials="Unknown User1" lastIdx="1" clrIdx="11"/>
  <p:cmAuthor id="13" name="Unknown User2" initials="Unknown User2" lastIdx="1" clrIdx="12"/>
  <p:cmAuthor id="14" name="Chetna Somaiya" initials="CS" lastIdx="3" clrIdx="13">
    <p:extLst>
      <p:ext uri="{19B8F6BF-5375-455C-9EA6-DF929625EA0E}">
        <p15:presenceInfo xmlns:p15="http://schemas.microsoft.com/office/powerpoint/2012/main" userId="S::Chetna.Somaiya@pearson.com::beb44317-2430-4ffc-a211-c5eaf33a942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F3ECF37-1DA1-4BD7-BADD-B9CC0700992C}" v="310" dt="2023-09-27T12:08:16.082"/>
  </p1510:revLst>
</p1510:revInfo>
</file>

<file path=ppt/tableStyles.xml><?xml version="1.0" encoding="utf-8"?>
<a:tblStyleLst xmlns:a="http://schemas.openxmlformats.org/drawingml/2006/main" def="{5C22544A-7EE6-4342-B048-85BDC9FD1C3A}">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029" autoAdjust="0"/>
    <p:restoredTop sz="94249" autoAdjust="0"/>
  </p:normalViewPr>
  <p:slideViewPr>
    <p:cSldViewPr>
      <p:cViewPr varScale="1">
        <p:scale>
          <a:sx n="162" d="100"/>
          <a:sy n="162" d="100"/>
        </p:scale>
        <p:origin x="2118" y="144"/>
      </p:cViewPr>
      <p:guideLst>
        <p:guide orient="horz" pos="1933"/>
        <p:guide pos="2880"/>
        <p:guide pos="1791"/>
        <p:guide orient="horz" pos="3657"/>
        <p:guide pos="106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200" d="100"/>
        <a:sy n="200" d="100"/>
      </p:scale>
      <p:origin x="0" y="-126"/>
    </p:cViewPr>
  </p:sorterViewPr>
  <p:notesViewPr>
    <p:cSldViewPr>
      <p:cViewPr varScale="1">
        <p:scale>
          <a:sx n="81" d="100"/>
          <a:sy n="81" d="100"/>
        </p:scale>
        <p:origin x="3894" y="10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0.xml"/><Relationship Id="rId18" Type="http://schemas.openxmlformats.org/officeDocument/2006/relationships/slide" Target="slides/slide5.xml"/><Relationship Id="rId26" Type="http://schemas.openxmlformats.org/officeDocument/2006/relationships/slide" Target="slides/slide13.xml"/><Relationship Id="rId39" Type="http://schemas.openxmlformats.org/officeDocument/2006/relationships/slide" Target="slides/slide26.xml"/><Relationship Id="rId21" Type="http://schemas.openxmlformats.org/officeDocument/2006/relationships/slide" Target="slides/slide8.xml"/><Relationship Id="rId34" Type="http://schemas.openxmlformats.org/officeDocument/2006/relationships/slide" Target="slides/slide21.xml"/><Relationship Id="rId42" Type="http://schemas.openxmlformats.org/officeDocument/2006/relationships/slide" Target="slides/slide29.xml"/><Relationship Id="rId47" Type="http://schemas.openxmlformats.org/officeDocument/2006/relationships/slide" Target="slides/slide34.xml"/><Relationship Id="rId50" Type="http://schemas.openxmlformats.org/officeDocument/2006/relationships/notesMaster" Target="notesMasters/notesMaster1.xml"/><Relationship Id="rId55" Type="http://schemas.openxmlformats.org/officeDocument/2006/relationships/theme" Target="theme/theme1.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3.xml"/><Relationship Id="rId29" Type="http://schemas.openxmlformats.org/officeDocument/2006/relationships/slide" Target="slides/slide16.xml"/><Relationship Id="rId11" Type="http://schemas.openxmlformats.org/officeDocument/2006/relationships/slideMaster" Target="slideMasters/slideMaster8.xml"/><Relationship Id="rId24" Type="http://schemas.openxmlformats.org/officeDocument/2006/relationships/slide" Target="slides/slide11.xml"/><Relationship Id="rId32" Type="http://schemas.openxmlformats.org/officeDocument/2006/relationships/slide" Target="slides/slide19.xml"/><Relationship Id="rId37" Type="http://schemas.openxmlformats.org/officeDocument/2006/relationships/slide" Target="slides/slide24.xml"/><Relationship Id="rId40" Type="http://schemas.openxmlformats.org/officeDocument/2006/relationships/slide" Target="slides/slide27.xml"/><Relationship Id="rId45" Type="http://schemas.openxmlformats.org/officeDocument/2006/relationships/slide" Target="slides/slide32.xml"/><Relationship Id="rId53" Type="http://schemas.openxmlformats.org/officeDocument/2006/relationships/presProps" Target="presProps.xml"/><Relationship Id="rId5" Type="http://schemas.openxmlformats.org/officeDocument/2006/relationships/slideMaster" Target="slideMasters/slideMaster2.xml"/><Relationship Id="rId19"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1.xml"/><Relationship Id="rId22" Type="http://schemas.openxmlformats.org/officeDocument/2006/relationships/slide" Target="slides/slide9.xml"/><Relationship Id="rId27" Type="http://schemas.openxmlformats.org/officeDocument/2006/relationships/slide" Target="slides/slide14.xml"/><Relationship Id="rId30" Type="http://schemas.openxmlformats.org/officeDocument/2006/relationships/slide" Target="slides/slide17.xml"/><Relationship Id="rId35" Type="http://schemas.openxmlformats.org/officeDocument/2006/relationships/slide" Target="slides/slide22.xml"/><Relationship Id="rId43" Type="http://schemas.openxmlformats.org/officeDocument/2006/relationships/slide" Target="slides/slide30.xml"/><Relationship Id="rId48" Type="http://schemas.openxmlformats.org/officeDocument/2006/relationships/slide" Target="slides/slide35.xml"/><Relationship Id="rId56" Type="http://schemas.openxmlformats.org/officeDocument/2006/relationships/tableStyles" Target="tableStyles.xml"/><Relationship Id="rId8" Type="http://schemas.openxmlformats.org/officeDocument/2006/relationships/slideMaster" Target="slideMasters/slideMaster5.xml"/><Relationship Id="rId51" Type="http://schemas.openxmlformats.org/officeDocument/2006/relationships/handoutMaster" Target="handoutMasters/handoutMaster1.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 Target="slides/slide4.xml"/><Relationship Id="rId25" Type="http://schemas.openxmlformats.org/officeDocument/2006/relationships/slide" Target="slides/slide12.xml"/><Relationship Id="rId33" Type="http://schemas.openxmlformats.org/officeDocument/2006/relationships/slide" Target="slides/slide20.xml"/><Relationship Id="rId38" Type="http://schemas.openxmlformats.org/officeDocument/2006/relationships/slide" Target="slides/slide25.xml"/><Relationship Id="rId46" Type="http://schemas.openxmlformats.org/officeDocument/2006/relationships/slide" Target="slides/slide33.xml"/><Relationship Id="rId20" Type="http://schemas.openxmlformats.org/officeDocument/2006/relationships/slide" Target="slides/slide7.xml"/><Relationship Id="rId41" Type="http://schemas.openxmlformats.org/officeDocument/2006/relationships/slide" Target="slides/slide28.xml"/><Relationship Id="rId54"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2.xml"/><Relationship Id="rId23" Type="http://schemas.openxmlformats.org/officeDocument/2006/relationships/slide" Target="slides/slide10.xml"/><Relationship Id="rId28" Type="http://schemas.openxmlformats.org/officeDocument/2006/relationships/slide" Target="slides/slide15.xml"/><Relationship Id="rId36" Type="http://schemas.openxmlformats.org/officeDocument/2006/relationships/slide" Target="slides/slide23.xml"/><Relationship Id="rId49" Type="http://schemas.openxmlformats.org/officeDocument/2006/relationships/slide" Target="slides/slide36.xml"/><Relationship Id="rId57" Type="http://schemas.microsoft.com/office/2015/10/relationships/revisionInfo" Target="revisionInfo.xml"/><Relationship Id="rId10" Type="http://schemas.openxmlformats.org/officeDocument/2006/relationships/slideMaster" Target="slideMasters/slideMaster7.xml"/><Relationship Id="rId31" Type="http://schemas.openxmlformats.org/officeDocument/2006/relationships/slide" Target="slides/slide18.xml"/><Relationship Id="rId44" Type="http://schemas.openxmlformats.org/officeDocument/2006/relationships/slide" Target="slides/slide31.xml"/><Relationship Id="rId52"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67B518F-82A1-B008-43FC-631CA1BC5070}"/>
              </a:ext>
            </a:extLst>
          </p:cNvPr>
          <p:cNvSpPr>
            <a:spLocks noGrp="1"/>
          </p:cNvSpPr>
          <p:nvPr>
            <p:ph type="hdr" sz="quarter"/>
          </p:nvPr>
        </p:nvSpPr>
        <p:spPr>
          <a:xfrm>
            <a:off x="0" y="0"/>
            <a:ext cx="2971800" cy="458788"/>
          </a:xfrm>
          <a:prstGeom prst="rect">
            <a:avLst/>
          </a:prstGeom>
        </p:spPr>
        <p:txBody>
          <a:bodyPr vert="horz" lIns="91440" tIns="45720" rIns="91440" bIns="45720" rtlCol="1"/>
          <a:lstStyle>
            <a:lvl1pPr algn="r" rtl="1">
              <a:defRPr sz="1200"/>
            </a:lvl1pPr>
          </a:lstStyle>
          <a:p>
            <a:pPr rtl="1"/>
            <a:endParaRPr lang="en-AE" dirty="0"/>
          </a:p>
        </p:txBody>
      </p:sp>
      <p:sp>
        <p:nvSpPr>
          <p:cNvPr id="3" name="Date Placeholder 2">
            <a:extLst>
              <a:ext uri="{FF2B5EF4-FFF2-40B4-BE49-F238E27FC236}">
                <a16:creationId xmlns:a16="http://schemas.microsoft.com/office/drawing/2014/main" id="{E5745E7B-1BAF-223B-CC99-BD9E26532DB2}"/>
              </a:ext>
            </a:extLst>
          </p:cNvPr>
          <p:cNvSpPr>
            <a:spLocks noGrp="1"/>
          </p:cNvSpPr>
          <p:nvPr>
            <p:ph type="dt" sz="quarter" idx="1"/>
          </p:nvPr>
        </p:nvSpPr>
        <p:spPr>
          <a:xfrm>
            <a:off x="3884613" y="0"/>
            <a:ext cx="2971800" cy="458788"/>
          </a:xfrm>
          <a:prstGeom prst="rect">
            <a:avLst/>
          </a:prstGeom>
        </p:spPr>
        <p:txBody>
          <a:bodyPr vert="horz" lIns="91440" tIns="45720" rIns="91440" bIns="45720" rtlCol="1"/>
          <a:lstStyle>
            <a:lvl1pPr algn="r" rtl="1">
              <a:defRPr sz="1200"/>
            </a:lvl1pPr>
          </a:lstStyle>
          <a:p>
            <a:pPr rtl="1"/>
            <a:fld id="{95807B04-EB16-4C0D-90ED-6FD8A8E709F3}" type="datetimeFigureOut">
              <a:rPr lang="en-AE" smtClean="0"/>
              <a:t>21/11/2023</a:t>
            </a:fld>
            <a:endParaRPr lang="en-AE" dirty="0"/>
          </a:p>
        </p:txBody>
      </p:sp>
      <p:sp>
        <p:nvSpPr>
          <p:cNvPr id="4" name="Footer Placeholder 3">
            <a:extLst>
              <a:ext uri="{FF2B5EF4-FFF2-40B4-BE49-F238E27FC236}">
                <a16:creationId xmlns:a16="http://schemas.microsoft.com/office/drawing/2014/main" id="{0E4E6A34-462F-4479-29D8-6E6F9FDD2C36}"/>
              </a:ext>
            </a:extLst>
          </p:cNvPr>
          <p:cNvSpPr>
            <a:spLocks noGrp="1"/>
          </p:cNvSpPr>
          <p:nvPr>
            <p:ph type="ftr" sz="quarter" idx="2"/>
          </p:nvPr>
        </p:nvSpPr>
        <p:spPr>
          <a:xfrm>
            <a:off x="0" y="8685213"/>
            <a:ext cx="2971800" cy="458787"/>
          </a:xfrm>
          <a:prstGeom prst="rect">
            <a:avLst/>
          </a:prstGeom>
        </p:spPr>
        <p:txBody>
          <a:bodyPr vert="horz" lIns="91440" tIns="45720" rIns="91440" bIns="45720" rtlCol="1" anchor="b"/>
          <a:lstStyle>
            <a:lvl1pPr algn="r" rtl="1">
              <a:defRPr sz="1200"/>
            </a:lvl1pPr>
          </a:lstStyle>
          <a:p>
            <a:pPr rtl="1"/>
            <a:endParaRPr lang="en-AE" dirty="0"/>
          </a:p>
        </p:txBody>
      </p:sp>
    </p:spTree>
    <p:extLst>
      <p:ext uri="{BB962C8B-B14F-4D97-AF65-F5344CB8AC3E}">
        <p14:creationId xmlns:p14="http://schemas.microsoft.com/office/powerpoint/2010/main" val="389256942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93AB728B-EDDE-A6C5-D196-B3077ECC9741}"/>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vl1pPr>
          </a:lstStyle>
          <a:p>
            <a:pPr rtl="1">
              <a:defRPr/>
            </a:pPr>
            <a:endParaRPr lang="en-US" altLang="en-US" dirty="0"/>
          </a:p>
        </p:txBody>
      </p:sp>
      <p:sp>
        <p:nvSpPr>
          <p:cNvPr id="4099" name="Rectangle 3">
            <a:extLst>
              <a:ext uri="{FF2B5EF4-FFF2-40B4-BE49-F238E27FC236}">
                <a16:creationId xmlns:a16="http://schemas.microsoft.com/office/drawing/2014/main" id="{C1A56322-4069-E1FA-88E7-034F66FE7B8C}"/>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vl1pPr>
          </a:lstStyle>
          <a:p>
            <a:pPr rtl="1">
              <a:defRPr/>
            </a:pPr>
            <a:endParaRPr lang="en-US" altLang="en-US" dirty="0"/>
          </a:p>
        </p:txBody>
      </p:sp>
      <p:sp>
        <p:nvSpPr>
          <p:cNvPr id="27652" name="Rectangle 4">
            <a:extLst>
              <a:ext uri="{FF2B5EF4-FFF2-40B4-BE49-F238E27FC236}">
                <a16:creationId xmlns:a16="http://schemas.microsoft.com/office/drawing/2014/main" id="{C5D99386-CD4E-9616-9887-3542DB3323EA}"/>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a:extLst>
              <a:ext uri="{FF2B5EF4-FFF2-40B4-BE49-F238E27FC236}">
                <a16:creationId xmlns:a16="http://schemas.microsoft.com/office/drawing/2014/main" id="{A535B185-CC76-5645-CC21-C267467C34E3}"/>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p>
            <a:pPr lvl="0" rtl="1"/>
            <a:r>
              <a:rPr lang="ar" noProof="0"/>
              <a:t>Click to edit Master text styles</a:t>
            </a:r>
          </a:p>
          <a:p>
            <a:pPr lvl="1" rtl="1"/>
            <a:r>
              <a:rPr lang="ar" noProof="0"/>
              <a:t>Second level</a:t>
            </a:r>
          </a:p>
          <a:p>
            <a:pPr lvl="2" rtl="1"/>
            <a:r>
              <a:rPr lang="ar" noProof="0"/>
              <a:t>Third level</a:t>
            </a:r>
          </a:p>
          <a:p>
            <a:pPr lvl="3" rtl="1"/>
            <a:r>
              <a:rPr lang="ar" noProof="0"/>
              <a:t>Fourth level</a:t>
            </a:r>
          </a:p>
          <a:p>
            <a:pPr lvl="4" rtl="1"/>
            <a:r>
              <a:rPr lang="ar" noProof="0"/>
              <a:t>Fifth level</a:t>
            </a:r>
          </a:p>
        </p:txBody>
      </p:sp>
      <p:sp>
        <p:nvSpPr>
          <p:cNvPr id="4102" name="Rectangle 6">
            <a:extLst>
              <a:ext uri="{FF2B5EF4-FFF2-40B4-BE49-F238E27FC236}">
                <a16:creationId xmlns:a16="http://schemas.microsoft.com/office/drawing/2014/main" id="{C151C7C9-7DD8-CB43-3488-140DE9ADA703}"/>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vl1pPr>
          </a:lstStyle>
          <a:p>
            <a:pPr rtl="1">
              <a:defRPr/>
            </a:pPr>
            <a:endParaRPr lang="en-US" altLang="en-US" dirty="0"/>
          </a:p>
        </p:txBody>
      </p:sp>
      <p:sp>
        <p:nvSpPr>
          <p:cNvPr id="4103" name="Rectangle 7">
            <a:extLst>
              <a:ext uri="{FF2B5EF4-FFF2-40B4-BE49-F238E27FC236}">
                <a16:creationId xmlns:a16="http://schemas.microsoft.com/office/drawing/2014/main" id="{0EA804D7-B145-B6C4-EAF9-FBA810DF6588}"/>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vl1pPr>
          </a:lstStyle>
          <a:p>
            <a:pPr rtl="1">
              <a:defRPr/>
            </a:pPr>
            <a:fld id="{4D3E6F70-5D4D-4B7F-8590-7D87CFB0B671}" type="slidenum">
              <a:rPr lang="en-GB" altLang="en-US"/>
              <a:pPr>
                <a:defRPr/>
              </a:pPr>
              <a:t>‹#›</a:t>
            </a:fld>
            <a:endParaRPr lang="en-GB" altLang="en-US" dirty="0"/>
          </a:p>
        </p:txBody>
      </p:sp>
    </p:spTree>
  </p:cSld>
  <p:clrMap bg1="lt1" tx1="dk1" bg2="lt2" tx2="dk2" accent1="accent1" accent2="accent2" accent3="accent3" accent4="accent4" accent5="accent5" accent6="accent6" hlink="hlink" folHlink="folHlink"/>
  <p:notesStyle>
    <a:lvl1pPr algn="r" rtl="1" eaLnBrk="0" fontAlgn="base" hangingPunct="0">
      <a:spcBef>
        <a:spcPct val="30000"/>
      </a:spcBef>
      <a:spcAft>
        <a:spcPct val="0"/>
      </a:spcAft>
      <a:defRPr sz="1200" kern="1200">
        <a:solidFill>
          <a:schemeClr val="tx1"/>
        </a:solidFill>
        <a:latin typeface="Arial" charset="0"/>
        <a:ea typeface="+mn-ea"/>
        <a:cs typeface="+mn-cs"/>
      </a:defRPr>
    </a:lvl1pPr>
    <a:lvl2pPr marL="457200" algn="r" rtl="1" eaLnBrk="0" fontAlgn="base" hangingPunct="0">
      <a:spcBef>
        <a:spcPct val="30000"/>
      </a:spcBef>
      <a:spcAft>
        <a:spcPct val="0"/>
      </a:spcAft>
      <a:defRPr sz="1200" kern="1200">
        <a:solidFill>
          <a:schemeClr val="tx1"/>
        </a:solidFill>
        <a:latin typeface="Arial" charset="0"/>
        <a:ea typeface="+mn-ea"/>
        <a:cs typeface="+mn-cs"/>
      </a:defRPr>
    </a:lvl2pPr>
    <a:lvl3pPr marL="914400" algn="r" rtl="1" eaLnBrk="0" fontAlgn="base" hangingPunct="0">
      <a:spcBef>
        <a:spcPct val="30000"/>
      </a:spcBef>
      <a:spcAft>
        <a:spcPct val="0"/>
      </a:spcAft>
      <a:defRPr sz="1200" kern="1200">
        <a:solidFill>
          <a:schemeClr val="tx1"/>
        </a:solidFill>
        <a:latin typeface="Arial" charset="0"/>
        <a:ea typeface="+mn-ea"/>
        <a:cs typeface="+mn-cs"/>
      </a:defRPr>
    </a:lvl3pPr>
    <a:lvl4pPr marL="1371600" algn="r" rtl="1" eaLnBrk="0" fontAlgn="base" hangingPunct="0">
      <a:spcBef>
        <a:spcPct val="30000"/>
      </a:spcBef>
      <a:spcAft>
        <a:spcPct val="0"/>
      </a:spcAft>
      <a:defRPr sz="1200" kern="1200">
        <a:solidFill>
          <a:schemeClr val="tx1"/>
        </a:solidFill>
        <a:latin typeface="Arial" charset="0"/>
        <a:ea typeface="+mn-ea"/>
        <a:cs typeface="+mn-cs"/>
      </a:defRPr>
    </a:lvl4pPr>
    <a:lvl5pPr marL="1828800" algn="r" rtl="1" eaLnBrk="0" fontAlgn="base" hangingPunct="0">
      <a:spcBef>
        <a:spcPct val="30000"/>
      </a:spcBef>
      <a:spcAft>
        <a:spcPct val="0"/>
      </a:spcAft>
      <a:defRPr sz="1200" kern="1200">
        <a:solidFill>
          <a:schemeClr val="tx1"/>
        </a:solidFill>
        <a:latin typeface="Arial" charset="0"/>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Image Placeholder 1">
            <a:extLst>
              <a:ext uri="{FF2B5EF4-FFF2-40B4-BE49-F238E27FC236}">
                <a16:creationId xmlns:a16="http://schemas.microsoft.com/office/drawing/2014/main" id="{F5058D73-7FD6-09C5-76B9-3C505DF2D389}"/>
              </a:ext>
            </a:extLst>
          </p:cNvPr>
          <p:cNvSpPr>
            <a:spLocks noGrp="1" noRot="1" noChangeAspect="1" noChangeArrowheads="1" noTextEdit="1"/>
          </p:cNvSpPr>
          <p:nvPr>
            <p:ph type="sldImg"/>
          </p:nvPr>
        </p:nvSpPr>
        <p:spPr>
          <a:ln/>
        </p:spPr>
      </p:sp>
      <p:sp>
        <p:nvSpPr>
          <p:cNvPr id="29698" name="Notes Placeholder 2">
            <a:extLst>
              <a:ext uri="{FF2B5EF4-FFF2-40B4-BE49-F238E27FC236}">
                <a16:creationId xmlns:a16="http://schemas.microsoft.com/office/drawing/2014/main" id="{12D40D7A-D6BB-CE8D-DF00-54DBA2F5CD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US" altLang="en-US" dirty="0">
              <a:latin typeface="Arial" panose="020B0604020202020204" pitchFamily="34" charset="0"/>
            </a:endParaRPr>
          </a:p>
        </p:txBody>
      </p:sp>
      <p:sp>
        <p:nvSpPr>
          <p:cNvPr id="29699" name="Slide Number Placeholder 3">
            <a:extLst>
              <a:ext uri="{FF2B5EF4-FFF2-40B4-BE49-F238E27FC236}">
                <a16:creationId xmlns:a16="http://schemas.microsoft.com/office/drawing/2014/main" id="{3E420995-9E0A-E982-F791-9C9605CD7F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9D6F72BC-0F0F-4CC6-9390-4A76262B3721}" type="slidenum">
              <a:rPr lang="en-GB" altLang="en-US" smtClean="0"/>
              <a:pPr/>
              <a:t>1</a:t>
            </a:fld>
            <a:endParaRPr lang="en-GB"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3D8168B1-514D-B744-0AB4-18F401D0F2E3}"/>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2808C18D-CFC6-93E5-A579-22B817EE692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1747" name="Slide Number Placeholder 3">
            <a:extLst>
              <a:ext uri="{FF2B5EF4-FFF2-40B4-BE49-F238E27FC236}">
                <a16:creationId xmlns:a16="http://schemas.microsoft.com/office/drawing/2014/main" id="{D87B04DE-239C-3B08-3E65-22AF4B195E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pPr/>
              <a:t>2</a:t>
            </a:fld>
            <a:endParaRPr lang="en-GB"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Image Placeholder 1">
            <a:extLst>
              <a:ext uri="{FF2B5EF4-FFF2-40B4-BE49-F238E27FC236}">
                <a16:creationId xmlns:a16="http://schemas.microsoft.com/office/drawing/2014/main" id="{067531E3-7725-4BFC-6978-A4907F202606}"/>
              </a:ext>
            </a:extLst>
          </p:cNvPr>
          <p:cNvSpPr>
            <a:spLocks noGrp="1" noRot="1" noChangeAspect="1" noChangeArrowheads="1" noTextEdit="1"/>
          </p:cNvSpPr>
          <p:nvPr>
            <p:ph type="sldImg"/>
          </p:nvPr>
        </p:nvSpPr>
        <p:spPr>
          <a:ln/>
        </p:spPr>
      </p:sp>
      <p:sp>
        <p:nvSpPr>
          <p:cNvPr id="33794" name="Notes Placeholder 2">
            <a:extLst>
              <a:ext uri="{FF2B5EF4-FFF2-40B4-BE49-F238E27FC236}">
                <a16:creationId xmlns:a16="http://schemas.microsoft.com/office/drawing/2014/main" id="{77188842-F5EB-8E4E-C61A-E4F41BF1A3C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3795" name="Slide Number Placeholder 3">
            <a:extLst>
              <a:ext uri="{FF2B5EF4-FFF2-40B4-BE49-F238E27FC236}">
                <a16:creationId xmlns:a16="http://schemas.microsoft.com/office/drawing/2014/main" id="{415CA19B-7BA9-BBB0-E62C-1C0DA5306B0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196034ED-D7F7-483D-8544-ED89FE784A02}" type="slidenum">
              <a:rPr lang="en-GB" altLang="en-US" smtClean="0"/>
              <a:pPr/>
              <a:t>3</a:t>
            </a:fld>
            <a:endParaRPr lang="en-GB"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4</a:t>
            </a:fld>
            <a:endParaRPr lang="en-GB"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Slide Image Placeholder 1">
            <a:extLst>
              <a:ext uri="{FF2B5EF4-FFF2-40B4-BE49-F238E27FC236}">
                <a16:creationId xmlns:a16="http://schemas.microsoft.com/office/drawing/2014/main" id="{055A731A-D624-FD12-FF81-AE36FBF5289B}"/>
              </a:ext>
            </a:extLst>
          </p:cNvPr>
          <p:cNvSpPr>
            <a:spLocks noGrp="1" noRot="1" noChangeAspect="1" noChangeArrowheads="1" noTextEdit="1"/>
          </p:cNvSpPr>
          <p:nvPr>
            <p:ph type="sldImg"/>
          </p:nvPr>
        </p:nvSpPr>
        <p:spPr>
          <a:ln/>
        </p:spPr>
      </p:sp>
      <p:sp>
        <p:nvSpPr>
          <p:cNvPr id="54274" name="Notes Placeholder 2">
            <a:extLst>
              <a:ext uri="{FF2B5EF4-FFF2-40B4-BE49-F238E27FC236}">
                <a16:creationId xmlns:a16="http://schemas.microsoft.com/office/drawing/2014/main" id="{042B69CB-DABD-4F00-8CA4-55D41497474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dirty="0"/>
          </a:p>
        </p:txBody>
      </p:sp>
      <p:sp>
        <p:nvSpPr>
          <p:cNvPr id="54275" name="Slide Number Placeholder 3">
            <a:extLst>
              <a:ext uri="{FF2B5EF4-FFF2-40B4-BE49-F238E27FC236}">
                <a16:creationId xmlns:a16="http://schemas.microsoft.com/office/drawing/2014/main" id="{27E66CE8-908D-7937-1DA6-8168BCE32B7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18971044-0946-44E6-A504-96B88B3A9222}" type="slidenum">
              <a:rPr lang="en-GB" altLang="en-US" smtClean="0"/>
              <a:pPr/>
              <a:t>5</a:t>
            </a:fld>
            <a:endParaRPr lang="en-GB" altLang="en-US" dirty="0"/>
          </a:p>
        </p:txBody>
      </p:sp>
    </p:spTree>
    <p:extLst>
      <p:ext uri="{BB962C8B-B14F-4D97-AF65-F5344CB8AC3E}">
        <p14:creationId xmlns:p14="http://schemas.microsoft.com/office/powerpoint/2010/main" val="22245478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Slide Image Placeholder 1">
            <a:extLst>
              <a:ext uri="{FF2B5EF4-FFF2-40B4-BE49-F238E27FC236}">
                <a16:creationId xmlns:a16="http://schemas.microsoft.com/office/drawing/2014/main" id="{055A731A-D624-FD12-FF81-AE36FBF5289B}"/>
              </a:ext>
            </a:extLst>
          </p:cNvPr>
          <p:cNvSpPr>
            <a:spLocks noGrp="1" noRot="1" noChangeAspect="1" noChangeArrowheads="1" noTextEdit="1"/>
          </p:cNvSpPr>
          <p:nvPr>
            <p:ph type="sldImg"/>
          </p:nvPr>
        </p:nvSpPr>
        <p:spPr>
          <a:ln/>
        </p:spPr>
      </p:sp>
      <p:sp>
        <p:nvSpPr>
          <p:cNvPr id="54274" name="Notes Placeholder 2">
            <a:extLst>
              <a:ext uri="{FF2B5EF4-FFF2-40B4-BE49-F238E27FC236}">
                <a16:creationId xmlns:a16="http://schemas.microsoft.com/office/drawing/2014/main" id="{042B69CB-DABD-4F00-8CA4-55D41497474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dirty="0"/>
          </a:p>
        </p:txBody>
      </p:sp>
      <p:sp>
        <p:nvSpPr>
          <p:cNvPr id="54275" name="Slide Number Placeholder 3">
            <a:extLst>
              <a:ext uri="{FF2B5EF4-FFF2-40B4-BE49-F238E27FC236}">
                <a16:creationId xmlns:a16="http://schemas.microsoft.com/office/drawing/2014/main" id="{27E66CE8-908D-7937-1DA6-8168BCE32B7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18971044-0946-44E6-A504-96B88B3A9222}" type="slidenum">
              <a:rPr lang="en-GB" altLang="en-US" smtClean="0"/>
              <a:pPr/>
              <a:t>6</a:t>
            </a:fld>
            <a:endParaRPr lang="en-GB" altLang="en-US" dirty="0"/>
          </a:p>
        </p:txBody>
      </p:sp>
    </p:spTree>
    <p:extLst>
      <p:ext uri="{BB962C8B-B14F-4D97-AF65-F5344CB8AC3E}">
        <p14:creationId xmlns:p14="http://schemas.microsoft.com/office/powerpoint/2010/main" val="8950628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Slide Image Placeholder 1">
            <a:extLst>
              <a:ext uri="{FF2B5EF4-FFF2-40B4-BE49-F238E27FC236}">
                <a16:creationId xmlns:a16="http://schemas.microsoft.com/office/drawing/2014/main" id="{055A731A-D624-FD12-FF81-AE36FBF5289B}"/>
              </a:ext>
            </a:extLst>
          </p:cNvPr>
          <p:cNvSpPr>
            <a:spLocks noGrp="1" noRot="1" noChangeAspect="1" noChangeArrowheads="1" noTextEdit="1"/>
          </p:cNvSpPr>
          <p:nvPr>
            <p:ph type="sldImg"/>
          </p:nvPr>
        </p:nvSpPr>
        <p:spPr>
          <a:ln/>
        </p:spPr>
      </p:sp>
      <p:sp>
        <p:nvSpPr>
          <p:cNvPr id="54274" name="Notes Placeholder 2">
            <a:extLst>
              <a:ext uri="{FF2B5EF4-FFF2-40B4-BE49-F238E27FC236}">
                <a16:creationId xmlns:a16="http://schemas.microsoft.com/office/drawing/2014/main" id="{042B69CB-DABD-4F00-8CA4-55D41497474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baseline="0" dirty="0">
              <a:latin typeface="Arial" panose="020B0604020202020204" pitchFamily="34" charset="0"/>
            </a:endParaRPr>
          </a:p>
        </p:txBody>
      </p:sp>
      <p:sp>
        <p:nvSpPr>
          <p:cNvPr id="54275" name="Slide Number Placeholder 3">
            <a:extLst>
              <a:ext uri="{FF2B5EF4-FFF2-40B4-BE49-F238E27FC236}">
                <a16:creationId xmlns:a16="http://schemas.microsoft.com/office/drawing/2014/main" id="{27E66CE8-908D-7937-1DA6-8168BCE32B7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18971044-0946-44E6-A504-96B88B3A9222}" type="slidenum">
              <a:rPr lang="en-GB" altLang="en-US" smtClean="0"/>
              <a:pPr/>
              <a:t>7</a:t>
            </a:fld>
            <a:endParaRPr lang="en-GB" altLang="en-US" dirty="0"/>
          </a:p>
        </p:txBody>
      </p:sp>
    </p:spTree>
    <p:extLst>
      <p:ext uri="{BB962C8B-B14F-4D97-AF65-F5344CB8AC3E}">
        <p14:creationId xmlns:p14="http://schemas.microsoft.com/office/powerpoint/2010/main" val="822832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Slide Image Placeholder 1">
            <a:extLst>
              <a:ext uri="{FF2B5EF4-FFF2-40B4-BE49-F238E27FC236}">
                <a16:creationId xmlns:a16="http://schemas.microsoft.com/office/drawing/2014/main" id="{055A731A-D624-FD12-FF81-AE36FBF5289B}"/>
              </a:ext>
            </a:extLst>
          </p:cNvPr>
          <p:cNvSpPr>
            <a:spLocks noGrp="1" noRot="1" noChangeAspect="1" noChangeArrowheads="1" noTextEdit="1"/>
          </p:cNvSpPr>
          <p:nvPr>
            <p:ph type="sldImg"/>
          </p:nvPr>
        </p:nvSpPr>
        <p:spPr>
          <a:ln/>
        </p:spPr>
      </p:sp>
      <p:sp>
        <p:nvSpPr>
          <p:cNvPr id="54274" name="Notes Placeholder 2">
            <a:extLst>
              <a:ext uri="{FF2B5EF4-FFF2-40B4-BE49-F238E27FC236}">
                <a16:creationId xmlns:a16="http://schemas.microsoft.com/office/drawing/2014/main" id="{042B69CB-DABD-4F00-8CA4-55D41497474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baseline="0" dirty="0">
              <a:latin typeface="Arial" panose="020B0604020202020204" pitchFamily="34" charset="0"/>
            </a:endParaRPr>
          </a:p>
        </p:txBody>
      </p:sp>
      <p:sp>
        <p:nvSpPr>
          <p:cNvPr id="54275" name="Slide Number Placeholder 3">
            <a:extLst>
              <a:ext uri="{FF2B5EF4-FFF2-40B4-BE49-F238E27FC236}">
                <a16:creationId xmlns:a16="http://schemas.microsoft.com/office/drawing/2014/main" id="{27E66CE8-908D-7937-1DA6-8168BCE32B7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18971044-0946-44E6-A504-96B88B3A9222}" type="slidenum">
              <a:rPr lang="en-GB" altLang="en-US" smtClean="0"/>
              <a:pPr/>
              <a:t>8</a:t>
            </a:fld>
            <a:endParaRPr lang="en-GB" altLang="en-US" dirty="0"/>
          </a:p>
        </p:txBody>
      </p:sp>
    </p:spTree>
    <p:extLst>
      <p:ext uri="{BB962C8B-B14F-4D97-AF65-F5344CB8AC3E}">
        <p14:creationId xmlns:p14="http://schemas.microsoft.com/office/powerpoint/2010/main" val="3035664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Slide Image Placeholder 1">
            <a:extLst>
              <a:ext uri="{FF2B5EF4-FFF2-40B4-BE49-F238E27FC236}">
                <a16:creationId xmlns:a16="http://schemas.microsoft.com/office/drawing/2014/main" id="{055A731A-D624-FD12-FF81-AE36FBF5289B}"/>
              </a:ext>
            </a:extLst>
          </p:cNvPr>
          <p:cNvSpPr>
            <a:spLocks noGrp="1" noRot="1" noChangeAspect="1" noChangeArrowheads="1" noTextEdit="1"/>
          </p:cNvSpPr>
          <p:nvPr>
            <p:ph type="sldImg"/>
          </p:nvPr>
        </p:nvSpPr>
        <p:spPr>
          <a:ln/>
        </p:spPr>
      </p:sp>
      <p:sp>
        <p:nvSpPr>
          <p:cNvPr id="54274" name="Notes Placeholder 2">
            <a:extLst>
              <a:ext uri="{FF2B5EF4-FFF2-40B4-BE49-F238E27FC236}">
                <a16:creationId xmlns:a16="http://schemas.microsoft.com/office/drawing/2014/main" id="{042B69CB-DABD-4F00-8CA4-55D41497474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marL="0" marR="0" lvl="0" indent="0" algn="l" defTabSz="914400" rtl="1" eaLnBrk="0" fontAlgn="base" latinLnBrk="0" hangingPunct="0">
              <a:lnSpc>
                <a:spcPct val="100000"/>
              </a:lnSpc>
              <a:spcBef>
                <a:spcPct val="30000"/>
              </a:spcBef>
              <a:spcAft>
                <a:spcPct val="0"/>
              </a:spcAft>
              <a:buClrTx/>
              <a:buSzTx/>
              <a:buFontTx/>
              <a:buNone/>
              <a:tabLst/>
              <a:defRPr/>
            </a:pPr>
            <a:endParaRPr lang="en-GB" altLang="en-US" sz="1200" dirty="0"/>
          </a:p>
        </p:txBody>
      </p:sp>
      <p:sp>
        <p:nvSpPr>
          <p:cNvPr id="54275" name="Slide Number Placeholder 3">
            <a:extLst>
              <a:ext uri="{FF2B5EF4-FFF2-40B4-BE49-F238E27FC236}">
                <a16:creationId xmlns:a16="http://schemas.microsoft.com/office/drawing/2014/main" id="{27E66CE8-908D-7937-1DA6-8168BCE32B7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18971044-0946-44E6-A504-96B88B3A9222}" type="slidenum">
              <a:rPr lang="en-GB" altLang="en-US" smtClean="0"/>
              <a:pPr/>
              <a:t>9</a:t>
            </a:fld>
            <a:endParaRPr lang="en-GB" altLang="en-US" dirty="0"/>
          </a:p>
        </p:txBody>
      </p:sp>
    </p:spTree>
    <p:extLst>
      <p:ext uri="{BB962C8B-B14F-4D97-AF65-F5344CB8AC3E}">
        <p14:creationId xmlns:p14="http://schemas.microsoft.com/office/powerpoint/2010/main" val="35671832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11</a:t>
            </a:fld>
            <a:endParaRPr lang="en-GB" altLang="en-US" dirty="0"/>
          </a:p>
        </p:txBody>
      </p:sp>
    </p:spTree>
    <p:extLst>
      <p:ext uri="{BB962C8B-B14F-4D97-AF65-F5344CB8AC3E}">
        <p14:creationId xmlns:p14="http://schemas.microsoft.com/office/powerpoint/2010/main" val="3532408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Slide Image Placeholder 1">
            <a:extLst>
              <a:ext uri="{FF2B5EF4-FFF2-40B4-BE49-F238E27FC236}">
                <a16:creationId xmlns:a16="http://schemas.microsoft.com/office/drawing/2014/main" id="{055A731A-D624-FD12-FF81-AE36FBF5289B}"/>
              </a:ext>
            </a:extLst>
          </p:cNvPr>
          <p:cNvSpPr>
            <a:spLocks noGrp="1" noRot="1" noChangeAspect="1" noChangeArrowheads="1" noTextEdit="1"/>
          </p:cNvSpPr>
          <p:nvPr>
            <p:ph type="sldImg"/>
          </p:nvPr>
        </p:nvSpPr>
        <p:spPr>
          <a:ln/>
        </p:spPr>
      </p:sp>
      <p:sp>
        <p:nvSpPr>
          <p:cNvPr id="54274" name="Notes Placeholder 2">
            <a:extLst>
              <a:ext uri="{FF2B5EF4-FFF2-40B4-BE49-F238E27FC236}">
                <a16:creationId xmlns:a16="http://schemas.microsoft.com/office/drawing/2014/main" id="{042B69CB-DABD-4F00-8CA4-55D41497474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marL="0" marR="0" indent="0" algn="l" defTabSz="914400" rtl="1" eaLnBrk="0" fontAlgn="base" latinLnBrk="0" hangingPunct="0">
              <a:lnSpc>
                <a:spcPct val="100000"/>
              </a:lnSpc>
              <a:spcBef>
                <a:spcPct val="30000"/>
              </a:spcBef>
              <a:spcAft>
                <a:spcPct val="0"/>
              </a:spcAft>
              <a:buClrTx/>
              <a:buSzTx/>
              <a:buFontTx/>
              <a:buNone/>
              <a:tabLst/>
              <a:defRPr/>
            </a:pPr>
            <a:endParaRPr lang="en-GB" altLang="en-US" dirty="0">
              <a:latin typeface="Arial" panose="020B0604020202020204" pitchFamily="34" charset="0"/>
            </a:endParaRPr>
          </a:p>
        </p:txBody>
      </p:sp>
      <p:sp>
        <p:nvSpPr>
          <p:cNvPr id="54275" name="Slide Number Placeholder 3">
            <a:extLst>
              <a:ext uri="{FF2B5EF4-FFF2-40B4-BE49-F238E27FC236}">
                <a16:creationId xmlns:a16="http://schemas.microsoft.com/office/drawing/2014/main" id="{27E66CE8-908D-7937-1DA6-8168BCE32B7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18971044-0946-44E6-A504-96B88B3A9222}" type="slidenum">
              <a:rPr lang="en-GB" altLang="en-US" smtClean="0"/>
              <a:pPr/>
              <a:t>12</a:t>
            </a:fld>
            <a:endParaRPr lang="en-GB" altLang="en-US" dirty="0"/>
          </a:p>
        </p:txBody>
      </p:sp>
    </p:spTree>
    <p:extLst>
      <p:ext uri="{BB962C8B-B14F-4D97-AF65-F5344CB8AC3E}">
        <p14:creationId xmlns:p14="http://schemas.microsoft.com/office/powerpoint/2010/main" val="28824376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Slide Image Placeholder 1">
            <a:extLst>
              <a:ext uri="{FF2B5EF4-FFF2-40B4-BE49-F238E27FC236}">
                <a16:creationId xmlns:a16="http://schemas.microsoft.com/office/drawing/2014/main" id="{055A731A-D624-FD12-FF81-AE36FBF5289B}"/>
              </a:ext>
            </a:extLst>
          </p:cNvPr>
          <p:cNvSpPr>
            <a:spLocks noGrp="1" noRot="1" noChangeAspect="1" noChangeArrowheads="1" noTextEdit="1"/>
          </p:cNvSpPr>
          <p:nvPr>
            <p:ph type="sldImg"/>
          </p:nvPr>
        </p:nvSpPr>
        <p:spPr>
          <a:ln/>
        </p:spPr>
      </p:sp>
      <p:sp>
        <p:nvSpPr>
          <p:cNvPr id="54274" name="Notes Placeholder 2">
            <a:extLst>
              <a:ext uri="{FF2B5EF4-FFF2-40B4-BE49-F238E27FC236}">
                <a16:creationId xmlns:a16="http://schemas.microsoft.com/office/drawing/2014/main" id="{042B69CB-DABD-4F00-8CA4-55D41497474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marL="0" marR="0" indent="0" algn="l" defTabSz="914400" rtl="1" eaLnBrk="0" fontAlgn="base" latinLnBrk="0" hangingPunct="0">
              <a:lnSpc>
                <a:spcPct val="100000"/>
              </a:lnSpc>
              <a:spcBef>
                <a:spcPct val="30000"/>
              </a:spcBef>
              <a:spcAft>
                <a:spcPct val="0"/>
              </a:spcAft>
              <a:buClrTx/>
              <a:buSzTx/>
              <a:buFontTx/>
              <a:buNone/>
              <a:tabLst/>
              <a:defRPr/>
            </a:pPr>
            <a:endParaRPr lang="en-GB" altLang="en-US" dirty="0">
              <a:latin typeface="Arial" panose="020B0604020202020204" pitchFamily="34" charset="0"/>
            </a:endParaRPr>
          </a:p>
        </p:txBody>
      </p:sp>
      <p:sp>
        <p:nvSpPr>
          <p:cNvPr id="54275" name="Slide Number Placeholder 3">
            <a:extLst>
              <a:ext uri="{FF2B5EF4-FFF2-40B4-BE49-F238E27FC236}">
                <a16:creationId xmlns:a16="http://schemas.microsoft.com/office/drawing/2014/main" id="{27E66CE8-908D-7937-1DA6-8168BCE32B7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18971044-0946-44E6-A504-96B88B3A9222}" type="slidenum">
              <a:rPr lang="en-GB" altLang="en-US" smtClean="0"/>
              <a:pPr/>
              <a:t>13</a:t>
            </a:fld>
            <a:endParaRPr lang="en-GB" altLang="en-US" dirty="0"/>
          </a:p>
        </p:txBody>
      </p:sp>
    </p:spTree>
    <p:extLst>
      <p:ext uri="{BB962C8B-B14F-4D97-AF65-F5344CB8AC3E}">
        <p14:creationId xmlns:p14="http://schemas.microsoft.com/office/powerpoint/2010/main" val="18967357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Slide Image Placeholder 1">
            <a:extLst>
              <a:ext uri="{FF2B5EF4-FFF2-40B4-BE49-F238E27FC236}">
                <a16:creationId xmlns:a16="http://schemas.microsoft.com/office/drawing/2014/main" id="{055A731A-D624-FD12-FF81-AE36FBF5289B}"/>
              </a:ext>
            </a:extLst>
          </p:cNvPr>
          <p:cNvSpPr>
            <a:spLocks noGrp="1" noRot="1" noChangeAspect="1" noChangeArrowheads="1" noTextEdit="1"/>
          </p:cNvSpPr>
          <p:nvPr>
            <p:ph type="sldImg"/>
          </p:nvPr>
        </p:nvSpPr>
        <p:spPr>
          <a:ln/>
        </p:spPr>
      </p:sp>
      <p:sp>
        <p:nvSpPr>
          <p:cNvPr id="54274" name="Notes Placeholder 2">
            <a:extLst>
              <a:ext uri="{FF2B5EF4-FFF2-40B4-BE49-F238E27FC236}">
                <a16:creationId xmlns:a16="http://schemas.microsoft.com/office/drawing/2014/main" id="{042B69CB-DABD-4F00-8CA4-55D41497474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54275" name="Slide Number Placeholder 3">
            <a:extLst>
              <a:ext uri="{FF2B5EF4-FFF2-40B4-BE49-F238E27FC236}">
                <a16:creationId xmlns:a16="http://schemas.microsoft.com/office/drawing/2014/main" id="{27E66CE8-908D-7937-1DA6-8168BCE32B7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18971044-0946-44E6-A504-96B88B3A9222}" type="slidenum">
              <a:rPr lang="en-GB" altLang="en-US" smtClean="0"/>
              <a:pPr/>
              <a:t>14</a:t>
            </a:fld>
            <a:endParaRPr lang="en-GB" altLang="en-US" dirty="0"/>
          </a:p>
        </p:txBody>
      </p:sp>
    </p:spTree>
    <p:extLst>
      <p:ext uri="{BB962C8B-B14F-4D97-AF65-F5344CB8AC3E}">
        <p14:creationId xmlns:p14="http://schemas.microsoft.com/office/powerpoint/2010/main" val="15419267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Slide Image Placeholder 1">
            <a:extLst>
              <a:ext uri="{FF2B5EF4-FFF2-40B4-BE49-F238E27FC236}">
                <a16:creationId xmlns:a16="http://schemas.microsoft.com/office/drawing/2014/main" id="{055A731A-D624-FD12-FF81-AE36FBF5289B}"/>
              </a:ext>
            </a:extLst>
          </p:cNvPr>
          <p:cNvSpPr>
            <a:spLocks noGrp="1" noRot="1" noChangeAspect="1" noChangeArrowheads="1" noTextEdit="1"/>
          </p:cNvSpPr>
          <p:nvPr>
            <p:ph type="sldImg"/>
          </p:nvPr>
        </p:nvSpPr>
        <p:spPr>
          <a:ln/>
        </p:spPr>
      </p:sp>
      <p:sp>
        <p:nvSpPr>
          <p:cNvPr id="54274" name="Notes Placeholder 2">
            <a:extLst>
              <a:ext uri="{FF2B5EF4-FFF2-40B4-BE49-F238E27FC236}">
                <a16:creationId xmlns:a16="http://schemas.microsoft.com/office/drawing/2014/main" id="{042B69CB-DABD-4F00-8CA4-55D41497474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54275" name="Slide Number Placeholder 3">
            <a:extLst>
              <a:ext uri="{FF2B5EF4-FFF2-40B4-BE49-F238E27FC236}">
                <a16:creationId xmlns:a16="http://schemas.microsoft.com/office/drawing/2014/main" id="{27E66CE8-908D-7937-1DA6-8168BCE32B7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18971044-0946-44E6-A504-96B88B3A9222}" type="slidenum">
              <a:rPr lang="en-GB" altLang="en-US" smtClean="0"/>
              <a:pPr/>
              <a:t>15</a:t>
            </a:fld>
            <a:endParaRPr lang="en-GB" altLang="en-US" dirty="0"/>
          </a:p>
        </p:txBody>
      </p:sp>
    </p:spTree>
    <p:extLst>
      <p:ext uri="{BB962C8B-B14F-4D97-AF65-F5344CB8AC3E}">
        <p14:creationId xmlns:p14="http://schemas.microsoft.com/office/powerpoint/2010/main" val="5119547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Slide Image Placeholder 1">
            <a:extLst>
              <a:ext uri="{FF2B5EF4-FFF2-40B4-BE49-F238E27FC236}">
                <a16:creationId xmlns:a16="http://schemas.microsoft.com/office/drawing/2014/main" id="{055A731A-D624-FD12-FF81-AE36FBF5289B}"/>
              </a:ext>
            </a:extLst>
          </p:cNvPr>
          <p:cNvSpPr>
            <a:spLocks noGrp="1" noRot="1" noChangeAspect="1" noChangeArrowheads="1" noTextEdit="1"/>
          </p:cNvSpPr>
          <p:nvPr>
            <p:ph type="sldImg"/>
          </p:nvPr>
        </p:nvSpPr>
        <p:spPr>
          <a:ln/>
        </p:spPr>
      </p:sp>
      <p:sp>
        <p:nvSpPr>
          <p:cNvPr id="54274" name="Notes Placeholder 2">
            <a:extLst>
              <a:ext uri="{FF2B5EF4-FFF2-40B4-BE49-F238E27FC236}">
                <a16:creationId xmlns:a16="http://schemas.microsoft.com/office/drawing/2014/main" id="{042B69CB-DABD-4F00-8CA4-55D41497474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54275" name="Slide Number Placeholder 3">
            <a:extLst>
              <a:ext uri="{FF2B5EF4-FFF2-40B4-BE49-F238E27FC236}">
                <a16:creationId xmlns:a16="http://schemas.microsoft.com/office/drawing/2014/main" id="{27E66CE8-908D-7937-1DA6-8168BCE32B7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18971044-0946-44E6-A504-96B88B3A9222}" type="slidenum">
              <a:rPr lang="en-GB" altLang="en-US" smtClean="0"/>
              <a:pPr/>
              <a:t>16</a:t>
            </a:fld>
            <a:endParaRPr lang="en-GB" altLang="en-US" dirty="0"/>
          </a:p>
        </p:txBody>
      </p:sp>
    </p:spTree>
    <p:extLst>
      <p:ext uri="{BB962C8B-B14F-4D97-AF65-F5344CB8AC3E}">
        <p14:creationId xmlns:p14="http://schemas.microsoft.com/office/powerpoint/2010/main" val="20139693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Slide Image Placeholder 1">
            <a:extLst>
              <a:ext uri="{FF2B5EF4-FFF2-40B4-BE49-F238E27FC236}">
                <a16:creationId xmlns:a16="http://schemas.microsoft.com/office/drawing/2014/main" id="{055A731A-D624-FD12-FF81-AE36FBF5289B}"/>
              </a:ext>
            </a:extLst>
          </p:cNvPr>
          <p:cNvSpPr>
            <a:spLocks noGrp="1" noRot="1" noChangeAspect="1" noChangeArrowheads="1" noTextEdit="1"/>
          </p:cNvSpPr>
          <p:nvPr>
            <p:ph type="sldImg"/>
          </p:nvPr>
        </p:nvSpPr>
        <p:spPr>
          <a:ln/>
        </p:spPr>
      </p:sp>
      <p:sp>
        <p:nvSpPr>
          <p:cNvPr id="54274" name="Notes Placeholder 2">
            <a:extLst>
              <a:ext uri="{FF2B5EF4-FFF2-40B4-BE49-F238E27FC236}">
                <a16:creationId xmlns:a16="http://schemas.microsoft.com/office/drawing/2014/main" id="{042B69CB-DABD-4F00-8CA4-55D41497474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54275" name="Slide Number Placeholder 3">
            <a:extLst>
              <a:ext uri="{FF2B5EF4-FFF2-40B4-BE49-F238E27FC236}">
                <a16:creationId xmlns:a16="http://schemas.microsoft.com/office/drawing/2014/main" id="{27E66CE8-908D-7937-1DA6-8168BCE32B7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18971044-0946-44E6-A504-96B88B3A9222}" type="slidenum">
              <a:rPr lang="en-GB" altLang="en-US" smtClean="0"/>
              <a:pPr/>
              <a:t>17</a:t>
            </a:fld>
            <a:endParaRPr lang="en-GB" altLang="en-US" dirty="0"/>
          </a:p>
        </p:txBody>
      </p:sp>
    </p:spTree>
    <p:extLst>
      <p:ext uri="{BB962C8B-B14F-4D97-AF65-F5344CB8AC3E}">
        <p14:creationId xmlns:p14="http://schemas.microsoft.com/office/powerpoint/2010/main" val="178531688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Slide Image Placeholder 1">
            <a:extLst>
              <a:ext uri="{FF2B5EF4-FFF2-40B4-BE49-F238E27FC236}">
                <a16:creationId xmlns:a16="http://schemas.microsoft.com/office/drawing/2014/main" id="{055A731A-D624-FD12-FF81-AE36FBF5289B}"/>
              </a:ext>
            </a:extLst>
          </p:cNvPr>
          <p:cNvSpPr>
            <a:spLocks noGrp="1" noRot="1" noChangeAspect="1" noChangeArrowheads="1" noTextEdit="1"/>
          </p:cNvSpPr>
          <p:nvPr>
            <p:ph type="sldImg"/>
          </p:nvPr>
        </p:nvSpPr>
        <p:spPr>
          <a:ln/>
        </p:spPr>
      </p:sp>
      <p:sp>
        <p:nvSpPr>
          <p:cNvPr id="54274" name="Notes Placeholder 2">
            <a:extLst>
              <a:ext uri="{FF2B5EF4-FFF2-40B4-BE49-F238E27FC236}">
                <a16:creationId xmlns:a16="http://schemas.microsoft.com/office/drawing/2014/main" id="{042B69CB-DABD-4F00-8CA4-55D41497474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54275" name="Slide Number Placeholder 3">
            <a:extLst>
              <a:ext uri="{FF2B5EF4-FFF2-40B4-BE49-F238E27FC236}">
                <a16:creationId xmlns:a16="http://schemas.microsoft.com/office/drawing/2014/main" id="{27E66CE8-908D-7937-1DA6-8168BCE32B7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18971044-0946-44E6-A504-96B88B3A9222}" type="slidenum">
              <a:rPr lang="en-GB" altLang="en-US" smtClean="0"/>
              <a:pPr/>
              <a:t>18</a:t>
            </a:fld>
            <a:endParaRPr lang="en-GB" altLang="en-US" dirty="0"/>
          </a:p>
        </p:txBody>
      </p:sp>
    </p:spTree>
    <p:extLst>
      <p:ext uri="{BB962C8B-B14F-4D97-AF65-F5344CB8AC3E}">
        <p14:creationId xmlns:p14="http://schemas.microsoft.com/office/powerpoint/2010/main" val="368476040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Slide Image Placeholder 1">
            <a:extLst>
              <a:ext uri="{FF2B5EF4-FFF2-40B4-BE49-F238E27FC236}">
                <a16:creationId xmlns:a16="http://schemas.microsoft.com/office/drawing/2014/main" id="{055A731A-D624-FD12-FF81-AE36FBF5289B}"/>
              </a:ext>
            </a:extLst>
          </p:cNvPr>
          <p:cNvSpPr>
            <a:spLocks noGrp="1" noRot="1" noChangeAspect="1" noChangeArrowheads="1" noTextEdit="1"/>
          </p:cNvSpPr>
          <p:nvPr>
            <p:ph type="sldImg"/>
          </p:nvPr>
        </p:nvSpPr>
        <p:spPr>
          <a:ln/>
        </p:spPr>
      </p:sp>
      <p:sp>
        <p:nvSpPr>
          <p:cNvPr id="54274" name="Notes Placeholder 2">
            <a:extLst>
              <a:ext uri="{FF2B5EF4-FFF2-40B4-BE49-F238E27FC236}">
                <a16:creationId xmlns:a16="http://schemas.microsoft.com/office/drawing/2014/main" id="{042B69CB-DABD-4F00-8CA4-55D41497474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54275" name="Slide Number Placeholder 3">
            <a:extLst>
              <a:ext uri="{FF2B5EF4-FFF2-40B4-BE49-F238E27FC236}">
                <a16:creationId xmlns:a16="http://schemas.microsoft.com/office/drawing/2014/main" id="{27E66CE8-908D-7937-1DA6-8168BCE32B7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18971044-0946-44E6-A504-96B88B3A9222}" type="slidenum">
              <a:rPr lang="en-GB" altLang="en-US" smtClean="0"/>
              <a:pPr/>
              <a:t>19</a:t>
            </a:fld>
            <a:endParaRPr lang="en-GB" altLang="en-US" dirty="0"/>
          </a:p>
        </p:txBody>
      </p:sp>
    </p:spTree>
    <p:extLst>
      <p:ext uri="{BB962C8B-B14F-4D97-AF65-F5344CB8AC3E}">
        <p14:creationId xmlns:p14="http://schemas.microsoft.com/office/powerpoint/2010/main" val="18249332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Slide Image Placeholder 1">
            <a:extLst>
              <a:ext uri="{FF2B5EF4-FFF2-40B4-BE49-F238E27FC236}">
                <a16:creationId xmlns:a16="http://schemas.microsoft.com/office/drawing/2014/main" id="{055A731A-D624-FD12-FF81-AE36FBF5289B}"/>
              </a:ext>
            </a:extLst>
          </p:cNvPr>
          <p:cNvSpPr>
            <a:spLocks noGrp="1" noRot="1" noChangeAspect="1" noChangeArrowheads="1" noTextEdit="1"/>
          </p:cNvSpPr>
          <p:nvPr>
            <p:ph type="sldImg"/>
          </p:nvPr>
        </p:nvSpPr>
        <p:spPr>
          <a:ln/>
        </p:spPr>
      </p:sp>
      <p:sp>
        <p:nvSpPr>
          <p:cNvPr id="54274" name="Notes Placeholder 2">
            <a:extLst>
              <a:ext uri="{FF2B5EF4-FFF2-40B4-BE49-F238E27FC236}">
                <a16:creationId xmlns:a16="http://schemas.microsoft.com/office/drawing/2014/main" id="{042B69CB-DABD-4F00-8CA4-55D41497474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54275" name="Slide Number Placeholder 3">
            <a:extLst>
              <a:ext uri="{FF2B5EF4-FFF2-40B4-BE49-F238E27FC236}">
                <a16:creationId xmlns:a16="http://schemas.microsoft.com/office/drawing/2014/main" id="{27E66CE8-908D-7937-1DA6-8168BCE32B7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18971044-0946-44E6-A504-96B88B3A9222}" type="slidenum">
              <a:rPr lang="en-GB" altLang="en-US" smtClean="0"/>
              <a:pPr/>
              <a:t>20</a:t>
            </a:fld>
            <a:endParaRPr lang="en-GB" altLang="en-US" dirty="0"/>
          </a:p>
        </p:txBody>
      </p:sp>
    </p:spTree>
    <p:extLst>
      <p:ext uri="{BB962C8B-B14F-4D97-AF65-F5344CB8AC3E}">
        <p14:creationId xmlns:p14="http://schemas.microsoft.com/office/powerpoint/2010/main" val="39305875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Slide Image Placeholder 1">
            <a:extLst>
              <a:ext uri="{FF2B5EF4-FFF2-40B4-BE49-F238E27FC236}">
                <a16:creationId xmlns:a16="http://schemas.microsoft.com/office/drawing/2014/main" id="{055A731A-D624-FD12-FF81-AE36FBF5289B}"/>
              </a:ext>
            </a:extLst>
          </p:cNvPr>
          <p:cNvSpPr>
            <a:spLocks noGrp="1" noRot="1" noChangeAspect="1" noChangeArrowheads="1" noTextEdit="1"/>
          </p:cNvSpPr>
          <p:nvPr>
            <p:ph type="sldImg"/>
          </p:nvPr>
        </p:nvSpPr>
        <p:spPr>
          <a:ln/>
        </p:spPr>
      </p:sp>
      <p:sp>
        <p:nvSpPr>
          <p:cNvPr id="54274" name="Notes Placeholder 2">
            <a:extLst>
              <a:ext uri="{FF2B5EF4-FFF2-40B4-BE49-F238E27FC236}">
                <a16:creationId xmlns:a16="http://schemas.microsoft.com/office/drawing/2014/main" id="{042B69CB-DABD-4F00-8CA4-55D41497474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54275" name="Slide Number Placeholder 3">
            <a:extLst>
              <a:ext uri="{FF2B5EF4-FFF2-40B4-BE49-F238E27FC236}">
                <a16:creationId xmlns:a16="http://schemas.microsoft.com/office/drawing/2014/main" id="{27E66CE8-908D-7937-1DA6-8168BCE32B7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18971044-0946-44E6-A504-96B88B3A9222}" type="slidenum">
              <a:rPr lang="en-GB" altLang="en-US" smtClean="0"/>
              <a:pPr/>
              <a:t>21</a:t>
            </a:fld>
            <a:endParaRPr lang="en-GB" altLang="en-US" dirty="0"/>
          </a:p>
        </p:txBody>
      </p:sp>
    </p:spTree>
    <p:extLst>
      <p:ext uri="{BB962C8B-B14F-4D97-AF65-F5344CB8AC3E}">
        <p14:creationId xmlns:p14="http://schemas.microsoft.com/office/powerpoint/2010/main" val="173717234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22</a:t>
            </a:fld>
            <a:endParaRPr lang="en-GB" altLang="en-US" dirty="0"/>
          </a:p>
        </p:txBody>
      </p:sp>
    </p:spTree>
    <p:extLst>
      <p:ext uri="{BB962C8B-B14F-4D97-AF65-F5344CB8AC3E}">
        <p14:creationId xmlns:p14="http://schemas.microsoft.com/office/powerpoint/2010/main" val="30611380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Slide Image Placeholder 1">
            <a:extLst>
              <a:ext uri="{FF2B5EF4-FFF2-40B4-BE49-F238E27FC236}">
                <a16:creationId xmlns:a16="http://schemas.microsoft.com/office/drawing/2014/main" id="{055A731A-D624-FD12-FF81-AE36FBF5289B}"/>
              </a:ext>
            </a:extLst>
          </p:cNvPr>
          <p:cNvSpPr>
            <a:spLocks noGrp="1" noRot="1" noChangeAspect="1" noChangeArrowheads="1" noTextEdit="1"/>
          </p:cNvSpPr>
          <p:nvPr>
            <p:ph type="sldImg"/>
          </p:nvPr>
        </p:nvSpPr>
        <p:spPr>
          <a:ln/>
        </p:spPr>
      </p:sp>
      <p:sp>
        <p:nvSpPr>
          <p:cNvPr id="54274" name="Notes Placeholder 2">
            <a:extLst>
              <a:ext uri="{FF2B5EF4-FFF2-40B4-BE49-F238E27FC236}">
                <a16:creationId xmlns:a16="http://schemas.microsoft.com/office/drawing/2014/main" id="{042B69CB-DABD-4F00-8CA4-55D41497474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54275" name="Slide Number Placeholder 3">
            <a:extLst>
              <a:ext uri="{FF2B5EF4-FFF2-40B4-BE49-F238E27FC236}">
                <a16:creationId xmlns:a16="http://schemas.microsoft.com/office/drawing/2014/main" id="{27E66CE8-908D-7937-1DA6-8168BCE32B7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18971044-0946-44E6-A504-96B88B3A9222}" type="slidenum">
              <a:rPr lang="en-GB" altLang="en-US" smtClean="0"/>
              <a:pPr/>
              <a:t>23</a:t>
            </a:fld>
            <a:endParaRPr lang="en-GB" altLang="en-US" dirty="0"/>
          </a:p>
        </p:txBody>
      </p:sp>
    </p:spTree>
    <p:extLst>
      <p:ext uri="{BB962C8B-B14F-4D97-AF65-F5344CB8AC3E}">
        <p14:creationId xmlns:p14="http://schemas.microsoft.com/office/powerpoint/2010/main" val="205201037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Slide Image Placeholder 1">
            <a:extLst>
              <a:ext uri="{FF2B5EF4-FFF2-40B4-BE49-F238E27FC236}">
                <a16:creationId xmlns:a16="http://schemas.microsoft.com/office/drawing/2014/main" id="{055A731A-D624-FD12-FF81-AE36FBF5289B}"/>
              </a:ext>
            </a:extLst>
          </p:cNvPr>
          <p:cNvSpPr>
            <a:spLocks noGrp="1" noRot="1" noChangeAspect="1" noChangeArrowheads="1" noTextEdit="1"/>
          </p:cNvSpPr>
          <p:nvPr>
            <p:ph type="sldImg"/>
          </p:nvPr>
        </p:nvSpPr>
        <p:spPr>
          <a:ln/>
        </p:spPr>
      </p:sp>
      <p:sp>
        <p:nvSpPr>
          <p:cNvPr id="54274" name="Notes Placeholder 2">
            <a:extLst>
              <a:ext uri="{FF2B5EF4-FFF2-40B4-BE49-F238E27FC236}">
                <a16:creationId xmlns:a16="http://schemas.microsoft.com/office/drawing/2014/main" id="{042B69CB-DABD-4F00-8CA4-55D41497474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54275" name="Slide Number Placeholder 3">
            <a:extLst>
              <a:ext uri="{FF2B5EF4-FFF2-40B4-BE49-F238E27FC236}">
                <a16:creationId xmlns:a16="http://schemas.microsoft.com/office/drawing/2014/main" id="{27E66CE8-908D-7937-1DA6-8168BCE32B7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18971044-0946-44E6-A504-96B88B3A9222}" type="slidenum">
              <a:rPr lang="en-GB" altLang="en-US" smtClean="0"/>
              <a:pPr/>
              <a:t>24</a:t>
            </a:fld>
            <a:endParaRPr lang="en-GB" altLang="en-US" dirty="0"/>
          </a:p>
        </p:txBody>
      </p:sp>
    </p:spTree>
    <p:extLst>
      <p:ext uri="{BB962C8B-B14F-4D97-AF65-F5344CB8AC3E}">
        <p14:creationId xmlns:p14="http://schemas.microsoft.com/office/powerpoint/2010/main" val="147949492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Slide Image Placeholder 1">
            <a:extLst>
              <a:ext uri="{FF2B5EF4-FFF2-40B4-BE49-F238E27FC236}">
                <a16:creationId xmlns:a16="http://schemas.microsoft.com/office/drawing/2014/main" id="{055A731A-D624-FD12-FF81-AE36FBF5289B}"/>
              </a:ext>
            </a:extLst>
          </p:cNvPr>
          <p:cNvSpPr>
            <a:spLocks noGrp="1" noRot="1" noChangeAspect="1" noChangeArrowheads="1" noTextEdit="1"/>
          </p:cNvSpPr>
          <p:nvPr>
            <p:ph type="sldImg"/>
          </p:nvPr>
        </p:nvSpPr>
        <p:spPr>
          <a:ln/>
        </p:spPr>
      </p:sp>
      <p:sp>
        <p:nvSpPr>
          <p:cNvPr id="54274" name="Notes Placeholder 2">
            <a:extLst>
              <a:ext uri="{FF2B5EF4-FFF2-40B4-BE49-F238E27FC236}">
                <a16:creationId xmlns:a16="http://schemas.microsoft.com/office/drawing/2014/main" id="{042B69CB-DABD-4F00-8CA4-55D41497474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54275" name="Slide Number Placeholder 3">
            <a:extLst>
              <a:ext uri="{FF2B5EF4-FFF2-40B4-BE49-F238E27FC236}">
                <a16:creationId xmlns:a16="http://schemas.microsoft.com/office/drawing/2014/main" id="{27E66CE8-908D-7937-1DA6-8168BCE32B7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18971044-0946-44E6-A504-96B88B3A9222}" type="slidenum">
              <a:rPr lang="en-GB" altLang="en-US" smtClean="0"/>
              <a:pPr/>
              <a:t>25</a:t>
            </a:fld>
            <a:endParaRPr lang="en-GB" altLang="en-US" dirty="0"/>
          </a:p>
        </p:txBody>
      </p:sp>
    </p:spTree>
    <p:extLst>
      <p:ext uri="{BB962C8B-B14F-4D97-AF65-F5344CB8AC3E}">
        <p14:creationId xmlns:p14="http://schemas.microsoft.com/office/powerpoint/2010/main" val="132584994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Slide Image Placeholder 1">
            <a:extLst>
              <a:ext uri="{FF2B5EF4-FFF2-40B4-BE49-F238E27FC236}">
                <a16:creationId xmlns:a16="http://schemas.microsoft.com/office/drawing/2014/main" id="{055A731A-D624-FD12-FF81-AE36FBF5289B}"/>
              </a:ext>
            </a:extLst>
          </p:cNvPr>
          <p:cNvSpPr>
            <a:spLocks noGrp="1" noRot="1" noChangeAspect="1" noChangeArrowheads="1" noTextEdit="1"/>
          </p:cNvSpPr>
          <p:nvPr>
            <p:ph type="sldImg"/>
          </p:nvPr>
        </p:nvSpPr>
        <p:spPr>
          <a:ln/>
        </p:spPr>
      </p:sp>
      <p:sp>
        <p:nvSpPr>
          <p:cNvPr id="54274" name="Notes Placeholder 2">
            <a:extLst>
              <a:ext uri="{FF2B5EF4-FFF2-40B4-BE49-F238E27FC236}">
                <a16:creationId xmlns:a16="http://schemas.microsoft.com/office/drawing/2014/main" id="{042B69CB-DABD-4F00-8CA4-55D41497474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54275" name="Slide Number Placeholder 3">
            <a:extLst>
              <a:ext uri="{FF2B5EF4-FFF2-40B4-BE49-F238E27FC236}">
                <a16:creationId xmlns:a16="http://schemas.microsoft.com/office/drawing/2014/main" id="{27E66CE8-908D-7937-1DA6-8168BCE32B7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18971044-0946-44E6-A504-96B88B3A9222}" type="slidenum">
              <a:rPr lang="en-GB" altLang="en-US" smtClean="0"/>
              <a:pPr/>
              <a:t>26</a:t>
            </a:fld>
            <a:endParaRPr lang="en-GB" altLang="en-US" dirty="0"/>
          </a:p>
        </p:txBody>
      </p:sp>
    </p:spTree>
    <p:extLst>
      <p:ext uri="{BB962C8B-B14F-4D97-AF65-F5344CB8AC3E}">
        <p14:creationId xmlns:p14="http://schemas.microsoft.com/office/powerpoint/2010/main" val="20467208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Slide Image Placeholder 1">
            <a:extLst>
              <a:ext uri="{FF2B5EF4-FFF2-40B4-BE49-F238E27FC236}">
                <a16:creationId xmlns:a16="http://schemas.microsoft.com/office/drawing/2014/main" id="{055A731A-D624-FD12-FF81-AE36FBF5289B}"/>
              </a:ext>
            </a:extLst>
          </p:cNvPr>
          <p:cNvSpPr>
            <a:spLocks noGrp="1" noRot="1" noChangeAspect="1" noChangeArrowheads="1" noTextEdit="1"/>
          </p:cNvSpPr>
          <p:nvPr>
            <p:ph type="sldImg"/>
          </p:nvPr>
        </p:nvSpPr>
        <p:spPr>
          <a:ln/>
        </p:spPr>
      </p:sp>
      <p:sp>
        <p:nvSpPr>
          <p:cNvPr id="54274" name="Notes Placeholder 2">
            <a:extLst>
              <a:ext uri="{FF2B5EF4-FFF2-40B4-BE49-F238E27FC236}">
                <a16:creationId xmlns:a16="http://schemas.microsoft.com/office/drawing/2014/main" id="{042B69CB-DABD-4F00-8CA4-55D41497474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54275" name="Slide Number Placeholder 3">
            <a:extLst>
              <a:ext uri="{FF2B5EF4-FFF2-40B4-BE49-F238E27FC236}">
                <a16:creationId xmlns:a16="http://schemas.microsoft.com/office/drawing/2014/main" id="{27E66CE8-908D-7937-1DA6-8168BCE32B7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18971044-0946-44E6-A504-96B88B3A9222}" type="slidenum">
              <a:rPr lang="en-GB" altLang="en-US" smtClean="0"/>
              <a:pPr/>
              <a:t>27</a:t>
            </a:fld>
            <a:endParaRPr lang="en-GB" altLang="en-US" dirty="0"/>
          </a:p>
        </p:txBody>
      </p:sp>
    </p:spTree>
    <p:extLst>
      <p:ext uri="{BB962C8B-B14F-4D97-AF65-F5344CB8AC3E}">
        <p14:creationId xmlns:p14="http://schemas.microsoft.com/office/powerpoint/2010/main" val="200919607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Slide Image Placeholder 1">
            <a:extLst>
              <a:ext uri="{FF2B5EF4-FFF2-40B4-BE49-F238E27FC236}">
                <a16:creationId xmlns:a16="http://schemas.microsoft.com/office/drawing/2014/main" id="{055A731A-D624-FD12-FF81-AE36FBF5289B}"/>
              </a:ext>
            </a:extLst>
          </p:cNvPr>
          <p:cNvSpPr>
            <a:spLocks noGrp="1" noRot="1" noChangeAspect="1" noChangeArrowheads="1" noTextEdit="1"/>
          </p:cNvSpPr>
          <p:nvPr>
            <p:ph type="sldImg"/>
          </p:nvPr>
        </p:nvSpPr>
        <p:spPr>
          <a:ln/>
        </p:spPr>
      </p:sp>
      <p:sp>
        <p:nvSpPr>
          <p:cNvPr id="54274" name="Notes Placeholder 2">
            <a:extLst>
              <a:ext uri="{FF2B5EF4-FFF2-40B4-BE49-F238E27FC236}">
                <a16:creationId xmlns:a16="http://schemas.microsoft.com/office/drawing/2014/main" id="{042B69CB-DABD-4F00-8CA4-55D41497474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54275" name="Slide Number Placeholder 3">
            <a:extLst>
              <a:ext uri="{FF2B5EF4-FFF2-40B4-BE49-F238E27FC236}">
                <a16:creationId xmlns:a16="http://schemas.microsoft.com/office/drawing/2014/main" id="{27E66CE8-908D-7937-1DA6-8168BCE32B7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18971044-0946-44E6-A504-96B88B3A9222}" type="slidenum">
              <a:rPr lang="en-GB" altLang="en-US" smtClean="0"/>
              <a:pPr/>
              <a:t>28</a:t>
            </a:fld>
            <a:endParaRPr lang="en-GB" altLang="en-US" dirty="0"/>
          </a:p>
        </p:txBody>
      </p:sp>
    </p:spTree>
    <p:extLst>
      <p:ext uri="{BB962C8B-B14F-4D97-AF65-F5344CB8AC3E}">
        <p14:creationId xmlns:p14="http://schemas.microsoft.com/office/powerpoint/2010/main" val="357794610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Slide Image Placeholder 1">
            <a:extLst>
              <a:ext uri="{FF2B5EF4-FFF2-40B4-BE49-F238E27FC236}">
                <a16:creationId xmlns:a16="http://schemas.microsoft.com/office/drawing/2014/main" id="{055A731A-D624-FD12-FF81-AE36FBF5289B}"/>
              </a:ext>
            </a:extLst>
          </p:cNvPr>
          <p:cNvSpPr>
            <a:spLocks noGrp="1" noRot="1" noChangeAspect="1" noChangeArrowheads="1" noTextEdit="1"/>
          </p:cNvSpPr>
          <p:nvPr>
            <p:ph type="sldImg"/>
          </p:nvPr>
        </p:nvSpPr>
        <p:spPr>
          <a:ln/>
        </p:spPr>
      </p:sp>
      <p:sp>
        <p:nvSpPr>
          <p:cNvPr id="54274" name="Notes Placeholder 2">
            <a:extLst>
              <a:ext uri="{FF2B5EF4-FFF2-40B4-BE49-F238E27FC236}">
                <a16:creationId xmlns:a16="http://schemas.microsoft.com/office/drawing/2014/main" id="{042B69CB-DABD-4F00-8CA4-55D41497474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54275" name="Slide Number Placeholder 3">
            <a:extLst>
              <a:ext uri="{FF2B5EF4-FFF2-40B4-BE49-F238E27FC236}">
                <a16:creationId xmlns:a16="http://schemas.microsoft.com/office/drawing/2014/main" id="{27E66CE8-908D-7937-1DA6-8168BCE32B7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18971044-0946-44E6-A504-96B88B3A9222}" type="slidenum">
              <a:rPr lang="en-GB" altLang="en-US" smtClean="0"/>
              <a:pPr/>
              <a:t>29</a:t>
            </a:fld>
            <a:endParaRPr lang="en-GB" altLang="en-US" dirty="0"/>
          </a:p>
        </p:txBody>
      </p:sp>
    </p:spTree>
    <p:extLst>
      <p:ext uri="{BB962C8B-B14F-4D97-AF65-F5344CB8AC3E}">
        <p14:creationId xmlns:p14="http://schemas.microsoft.com/office/powerpoint/2010/main" val="201917754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Slide Image Placeholder 1">
            <a:extLst>
              <a:ext uri="{FF2B5EF4-FFF2-40B4-BE49-F238E27FC236}">
                <a16:creationId xmlns:a16="http://schemas.microsoft.com/office/drawing/2014/main" id="{055A731A-D624-FD12-FF81-AE36FBF5289B}"/>
              </a:ext>
            </a:extLst>
          </p:cNvPr>
          <p:cNvSpPr>
            <a:spLocks noGrp="1" noRot="1" noChangeAspect="1" noChangeArrowheads="1" noTextEdit="1"/>
          </p:cNvSpPr>
          <p:nvPr>
            <p:ph type="sldImg"/>
          </p:nvPr>
        </p:nvSpPr>
        <p:spPr>
          <a:ln/>
        </p:spPr>
      </p:sp>
      <p:sp>
        <p:nvSpPr>
          <p:cNvPr id="54274" name="Notes Placeholder 2">
            <a:extLst>
              <a:ext uri="{FF2B5EF4-FFF2-40B4-BE49-F238E27FC236}">
                <a16:creationId xmlns:a16="http://schemas.microsoft.com/office/drawing/2014/main" id="{042B69CB-DABD-4F00-8CA4-55D41497474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54275" name="Slide Number Placeholder 3">
            <a:extLst>
              <a:ext uri="{FF2B5EF4-FFF2-40B4-BE49-F238E27FC236}">
                <a16:creationId xmlns:a16="http://schemas.microsoft.com/office/drawing/2014/main" id="{27E66CE8-908D-7937-1DA6-8168BCE32B7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18971044-0946-44E6-A504-96B88B3A9222}" type="slidenum">
              <a:rPr lang="en-GB" altLang="en-US" smtClean="0"/>
              <a:pPr/>
              <a:t>30</a:t>
            </a:fld>
            <a:endParaRPr lang="en-GB" altLang="en-US" dirty="0"/>
          </a:p>
        </p:txBody>
      </p:sp>
    </p:spTree>
    <p:extLst>
      <p:ext uri="{BB962C8B-B14F-4D97-AF65-F5344CB8AC3E}">
        <p14:creationId xmlns:p14="http://schemas.microsoft.com/office/powerpoint/2010/main" val="146402505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Slide Image Placeholder 1">
            <a:extLst>
              <a:ext uri="{FF2B5EF4-FFF2-40B4-BE49-F238E27FC236}">
                <a16:creationId xmlns:a16="http://schemas.microsoft.com/office/drawing/2014/main" id="{055A731A-D624-FD12-FF81-AE36FBF5289B}"/>
              </a:ext>
            </a:extLst>
          </p:cNvPr>
          <p:cNvSpPr>
            <a:spLocks noGrp="1" noRot="1" noChangeAspect="1" noChangeArrowheads="1" noTextEdit="1"/>
          </p:cNvSpPr>
          <p:nvPr>
            <p:ph type="sldImg"/>
          </p:nvPr>
        </p:nvSpPr>
        <p:spPr>
          <a:ln/>
        </p:spPr>
      </p:sp>
      <p:sp>
        <p:nvSpPr>
          <p:cNvPr id="54274" name="Notes Placeholder 2">
            <a:extLst>
              <a:ext uri="{FF2B5EF4-FFF2-40B4-BE49-F238E27FC236}">
                <a16:creationId xmlns:a16="http://schemas.microsoft.com/office/drawing/2014/main" id="{042B69CB-DABD-4F00-8CA4-55D41497474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54275" name="Slide Number Placeholder 3">
            <a:extLst>
              <a:ext uri="{FF2B5EF4-FFF2-40B4-BE49-F238E27FC236}">
                <a16:creationId xmlns:a16="http://schemas.microsoft.com/office/drawing/2014/main" id="{27E66CE8-908D-7937-1DA6-8168BCE32B7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18971044-0946-44E6-A504-96B88B3A9222}" type="slidenum">
              <a:rPr lang="en-GB" altLang="en-US" smtClean="0"/>
              <a:pPr/>
              <a:t>31</a:t>
            </a:fld>
            <a:endParaRPr lang="en-GB" altLang="en-US" dirty="0"/>
          </a:p>
        </p:txBody>
      </p:sp>
    </p:spTree>
    <p:extLst>
      <p:ext uri="{BB962C8B-B14F-4D97-AF65-F5344CB8AC3E}">
        <p14:creationId xmlns:p14="http://schemas.microsoft.com/office/powerpoint/2010/main" val="229310447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Slide Image Placeholder 1">
            <a:extLst>
              <a:ext uri="{FF2B5EF4-FFF2-40B4-BE49-F238E27FC236}">
                <a16:creationId xmlns:a16="http://schemas.microsoft.com/office/drawing/2014/main" id="{055A731A-D624-FD12-FF81-AE36FBF5289B}"/>
              </a:ext>
            </a:extLst>
          </p:cNvPr>
          <p:cNvSpPr>
            <a:spLocks noGrp="1" noRot="1" noChangeAspect="1" noChangeArrowheads="1" noTextEdit="1"/>
          </p:cNvSpPr>
          <p:nvPr>
            <p:ph type="sldImg"/>
          </p:nvPr>
        </p:nvSpPr>
        <p:spPr>
          <a:ln/>
        </p:spPr>
      </p:sp>
      <p:sp>
        <p:nvSpPr>
          <p:cNvPr id="54274" name="Notes Placeholder 2">
            <a:extLst>
              <a:ext uri="{FF2B5EF4-FFF2-40B4-BE49-F238E27FC236}">
                <a16:creationId xmlns:a16="http://schemas.microsoft.com/office/drawing/2014/main" id="{042B69CB-DABD-4F00-8CA4-55D41497474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54275" name="Slide Number Placeholder 3">
            <a:extLst>
              <a:ext uri="{FF2B5EF4-FFF2-40B4-BE49-F238E27FC236}">
                <a16:creationId xmlns:a16="http://schemas.microsoft.com/office/drawing/2014/main" id="{27E66CE8-908D-7937-1DA6-8168BCE32B7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18971044-0946-44E6-A504-96B88B3A9222}" type="slidenum">
              <a:rPr lang="en-GB" altLang="en-US" smtClean="0"/>
              <a:pPr/>
              <a:t>32</a:t>
            </a:fld>
            <a:endParaRPr lang="en-GB" altLang="en-US" dirty="0"/>
          </a:p>
        </p:txBody>
      </p:sp>
    </p:spTree>
    <p:extLst>
      <p:ext uri="{BB962C8B-B14F-4D97-AF65-F5344CB8AC3E}">
        <p14:creationId xmlns:p14="http://schemas.microsoft.com/office/powerpoint/2010/main" val="270190744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Slide Image Placeholder 1">
            <a:extLst>
              <a:ext uri="{FF2B5EF4-FFF2-40B4-BE49-F238E27FC236}">
                <a16:creationId xmlns:a16="http://schemas.microsoft.com/office/drawing/2014/main" id="{055A731A-D624-FD12-FF81-AE36FBF5289B}"/>
              </a:ext>
            </a:extLst>
          </p:cNvPr>
          <p:cNvSpPr>
            <a:spLocks noGrp="1" noRot="1" noChangeAspect="1" noChangeArrowheads="1" noTextEdit="1"/>
          </p:cNvSpPr>
          <p:nvPr>
            <p:ph type="sldImg"/>
          </p:nvPr>
        </p:nvSpPr>
        <p:spPr>
          <a:ln/>
        </p:spPr>
      </p:sp>
      <p:sp>
        <p:nvSpPr>
          <p:cNvPr id="54274" name="Notes Placeholder 2">
            <a:extLst>
              <a:ext uri="{FF2B5EF4-FFF2-40B4-BE49-F238E27FC236}">
                <a16:creationId xmlns:a16="http://schemas.microsoft.com/office/drawing/2014/main" id="{042B69CB-DABD-4F00-8CA4-55D41497474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54275" name="Slide Number Placeholder 3">
            <a:extLst>
              <a:ext uri="{FF2B5EF4-FFF2-40B4-BE49-F238E27FC236}">
                <a16:creationId xmlns:a16="http://schemas.microsoft.com/office/drawing/2014/main" id="{27E66CE8-908D-7937-1DA6-8168BCE32B7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18971044-0946-44E6-A504-96B88B3A9222}" type="slidenum">
              <a:rPr lang="en-GB" altLang="en-US" smtClean="0"/>
              <a:pPr/>
              <a:t>33</a:t>
            </a:fld>
            <a:endParaRPr lang="en-GB" altLang="en-US" dirty="0"/>
          </a:p>
        </p:txBody>
      </p:sp>
    </p:spTree>
    <p:extLst>
      <p:ext uri="{BB962C8B-B14F-4D97-AF65-F5344CB8AC3E}">
        <p14:creationId xmlns:p14="http://schemas.microsoft.com/office/powerpoint/2010/main" val="418189746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Slide Image Placeholder 1">
            <a:extLst>
              <a:ext uri="{FF2B5EF4-FFF2-40B4-BE49-F238E27FC236}">
                <a16:creationId xmlns:a16="http://schemas.microsoft.com/office/drawing/2014/main" id="{055A731A-D624-FD12-FF81-AE36FBF5289B}"/>
              </a:ext>
            </a:extLst>
          </p:cNvPr>
          <p:cNvSpPr>
            <a:spLocks noGrp="1" noRot="1" noChangeAspect="1" noChangeArrowheads="1" noTextEdit="1"/>
          </p:cNvSpPr>
          <p:nvPr>
            <p:ph type="sldImg"/>
          </p:nvPr>
        </p:nvSpPr>
        <p:spPr>
          <a:ln/>
        </p:spPr>
      </p:sp>
      <p:sp>
        <p:nvSpPr>
          <p:cNvPr id="54274" name="Notes Placeholder 2">
            <a:extLst>
              <a:ext uri="{FF2B5EF4-FFF2-40B4-BE49-F238E27FC236}">
                <a16:creationId xmlns:a16="http://schemas.microsoft.com/office/drawing/2014/main" id="{042B69CB-DABD-4F00-8CA4-55D41497474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54275" name="Slide Number Placeholder 3">
            <a:extLst>
              <a:ext uri="{FF2B5EF4-FFF2-40B4-BE49-F238E27FC236}">
                <a16:creationId xmlns:a16="http://schemas.microsoft.com/office/drawing/2014/main" id="{27E66CE8-908D-7937-1DA6-8168BCE32B7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18971044-0946-44E6-A504-96B88B3A9222}" type="slidenum">
              <a:rPr lang="en-GB" altLang="en-US" smtClean="0"/>
              <a:pPr/>
              <a:t>34</a:t>
            </a:fld>
            <a:endParaRPr lang="en-GB" altLang="en-US" dirty="0"/>
          </a:p>
        </p:txBody>
      </p:sp>
    </p:spTree>
    <p:extLst>
      <p:ext uri="{BB962C8B-B14F-4D97-AF65-F5344CB8AC3E}">
        <p14:creationId xmlns:p14="http://schemas.microsoft.com/office/powerpoint/2010/main" val="55505462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Slide Image Placeholder 1">
            <a:extLst>
              <a:ext uri="{FF2B5EF4-FFF2-40B4-BE49-F238E27FC236}">
                <a16:creationId xmlns:a16="http://schemas.microsoft.com/office/drawing/2014/main" id="{055A731A-D624-FD12-FF81-AE36FBF5289B}"/>
              </a:ext>
            </a:extLst>
          </p:cNvPr>
          <p:cNvSpPr>
            <a:spLocks noGrp="1" noRot="1" noChangeAspect="1" noChangeArrowheads="1" noTextEdit="1"/>
          </p:cNvSpPr>
          <p:nvPr>
            <p:ph type="sldImg"/>
          </p:nvPr>
        </p:nvSpPr>
        <p:spPr>
          <a:ln/>
        </p:spPr>
      </p:sp>
      <p:sp>
        <p:nvSpPr>
          <p:cNvPr id="54274" name="Notes Placeholder 2">
            <a:extLst>
              <a:ext uri="{FF2B5EF4-FFF2-40B4-BE49-F238E27FC236}">
                <a16:creationId xmlns:a16="http://schemas.microsoft.com/office/drawing/2014/main" id="{042B69CB-DABD-4F00-8CA4-55D41497474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54275" name="Slide Number Placeholder 3">
            <a:extLst>
              <a:ext uri="{FF2B5EF4-FFF2-40B4-BE49-F238E27FC236}">
                <a16:creationId xmlns:a16="http://schemas.microsoft.com/office/drawing/2014/main" id="{27E66CE8-908D-7937-1DA6-8168BCE32B7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18971044-0946-44E6-A504-96B88B3A9222}" type="slidenum">
              <a:rPr lang="en-GB" altLang="en-US" smtClean="0"/>
              <a:pPr/>
              <a:t>35</a:t>
            </a:fld>
            <a:endParaRPr lang="en-GB" altLang="en-US" dirty="0"/>
          </a:p>
        </p:txBody>
      </p:sp>
    </p:spTree>
    <p:extLst>
      <p:ext uri="{BB962C8B-B14F-4D97-AF65-F5344CB8AC3E}">
        <p14:creationId xmlns:p14="http://schemas.microsoft.com/office/powerpoint/2010/main" val="320451185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Slide Image Placeholder 1">
            <a:extLst>
              <a:ext uri="{FF2B5EF4-FFF2-40B4-BE49-F238E27FC236}">
                <a16:creationId xmlns:a16="http://schemas.microsoft.com/office/drawing/2014/main" id="{055A731A-D624-FD12-FF81-AE36FBF5289B}"/>
              </a:ext>
            </a:extLst>
          </p:cNvPr>
          <p:cNvSpPr>
            <a:spLocks noGrp="1" noRot="1" noChangeAspect="1" noChangeArrowheads="1" noTextEdit="1"/>
          </p:cNvSpPr>
          <p:nvPr>
            <p:ph type="sldImg"/>
          </p:nvPr>
        </p:nvSpPr>
        <p:spPr>
          <a:ln/>
        </p:spPr>
      </p:sp>
      <p:sp>
        <p:nvSpPr>
          <p:cNvPr id="54274" name="Notes Placeholder 2">
            <a:extLst>
              <a:ext uri="{FF2B5EF4-FFF2-40B4-BE49-F238E27FC236}">
                <a16:creationId xmlns:a16="http://schemas.microsoft.com/office/drawing/2014/main" id="{042B69CB-DABD-4F00-8CA4-55D41497474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54275" name="Slide Number Placeholder 3">
            <a:extLst>
              <a:ext uri="{FF2B5EF4-FFF2-40B4-BE49-F238E27FC236}">
                <a16:creationId xmlns:a16="http://schemas.microsoft.com/office/drawing/2014/main" id="{27E66CE8-908D-7937-1DA6-8168BCE32B7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18971044-0946-44E6-A504-96B88B3A9222}" type="slidenum">
              <a:rPr lang="en-GB" altLang="en-US" smtClean="0"/>
              <a:pPr/>
              <a:t>36</a:t>
            </a:fld>
            <a:endParaRPr lang="en-GB" altLang="en-US" dirty="0"/>
          </a:p>
        </p:txBody>
      </p:sp>
    </p:spTree>
    <p:extLst>
      <p:ext uri="{BB962C8B-B14F-4D97-AF65-F5344CB8AC3E}">
        <p14:creationId xmlns:p14="http://schemas.microsoft.com/office/powerpoint/2010/main" val="269851166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1.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4.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5.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2.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4.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5.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6.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7.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8.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4.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5.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7.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8.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9.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0.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1.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4.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5.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6.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7.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9.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0.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1.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2.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3.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4.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5.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6.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77.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78.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79.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1.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2.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3.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4.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5.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6.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7.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8.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89.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0.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1.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3.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4.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5.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6.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7.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8.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9.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0.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1.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2.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3.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5.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6.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7.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8.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9.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0.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1.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2.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3.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4.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5.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7.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8.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9.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0.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1.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2.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3.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5" name="Title 1"/>
          <p:cNvSpPr>
            <a:spLocks noGrp="1"/>
          </p:cNvSpPr>
          <p:nvPr>
            <p:ph type="ctrTitle" hasCustomPrompt="1"/>
          </p:nvPr>
        </p:nvSpPr>
        <p:spPr>
          <a:xfrm>
            <a:off x="0" y="2130425"/>
            <a:ext cx="9144000" cy="1470025"/>
          </a:xfrm>
          <a:prstGeom prst="rect">
            <a:avLst/>
          </a:prstGeom>
        </p:spPr>
        <p:txBody>
          <a:bodyPr rtlCol="1"/>
          <a:lstStyle>
            <a:lvl1pPr algn="r" rtl="1">
              <a:defRPr/>
            </a:lvl1pPr>
          </a:lstStyle>
          <a:p>
            <a:pPr rtl="1"/>
            <a:r>
              <a:rPr lang="ar"/>
              <a:t>Unit 22: Electrical and Electronic Circuit Construction and Testing</a:t>
            </a:r>
          </a:p>
        </p:txBody>
      </p:sp>
      <p:sp>
        <p:nvSpPr>
          <p:cNvPr id="7"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stStyle>
          <a:p>
            <a:pPr rtl="1"/>
            <a:r>
              <a:rPr lang="ar"/>
              <a:t>Learning aim x</a:t>
            </a:r>
            <a:endParaRPr lang="en-US" altLang="en-US" dirty="0"/>
          </a:p>
        </p:txBody>
      </p:sp>
      <p:sp>
        <p:nvSpPr>
          <p:cNvPr id="2" name="Footer Placeholder 4">
            <a:extLst>
              <a:ext uri="{FF2B5EF4-FFF2-40B4-BE49-F238E27FC236}">
                <a16:creationId xmlns:a16="http://schemas.microsoft.com/office/drawing/2014/main" id="{C6EB150E-6A8C-9996-298D-28DD3D2ABEF4}"/>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9227754"/>
      </p:ext>
    </p:extLst>
  </p:cSld>
  <p:clrMapOvr>
    <a:masterClrMapping/>
  </p:clrMapOvr>
  <p:transition>
    <p:sndAc>
      <p:stSnd>
        <p:snd r:embed="rId1" name="click.wav"/>
      </p:stSnd>
    </p:sndAc>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6" name="Content Placeholder 6"/>
          <p:cNvSpPr>
            <a:spLocks noGrp="1"/>
          </p:cNvSpPr>
          <p:nvPr>
            <p:ph sz="half" idx="1"/>
          </p:nvPr>
        </p:nvSpPr>
        <p:spPr>
          <a:xfrm>
            <a:off x="468313" y="2212975"/>
            <a:ext cx="2303462" cy="3592513"/>
          </a:xfrm>
          <a:prstGeom prst="rect">
            <a:avLst/>
          </a:prstGeom>
        </p:spPr>
        <p:txBody>
          <a:bodyPr rtlCol="1"/>
          <a:lstStyle/>
          <a:p>
            <a:pPr rtl="1"/>
            <a:r>
              <a:rPr lang="ar"/>
              <a:t>Subhead</a:t>
            </a:r>
          </a:p>
          <a:p>
            <a:pPr rtl="1"/>
            <a:r>
              <a:rPr lang="ar"/>
              <a:t>Bullet text</a:t>
            </a:r>
          </a:p>
          <a:p>
            <a:pPr rtl="1"/>
            <a:endParaRPr lang="en-GB" dirty="0"/>
          </a:p>
        </p:txBody>
      </p:sp>
      <p:sp>
        <p:nvSpPr>
          <p:cNvPr id="7" name="Content Placeholder 6"/>
          <p:cNvSpPr>
            <a:spLocks noGrp="1"/>
          </p:cNvSpPr>
          <p:nvPr>
            <p:ph sz="half" idx="10"/>
          </p:nvPr>
        </p:nvSpPr>
        <p:spPr>
          <a:xfrm>
            <a:off x="3421063" y="2212975"/>
            <a:ext cx="2303462" cy="3449638"/>
          </a:xfrm>
          <a:prstGeom prst="rect">
            <a:avLst/>
          </a:prstGeom>
        </p:spPr>
        <p:txBody>
          <a:bodyPr rtlCol="1"/>
          <a:lstStyle/>
          <a:p>
            <a:pPr rtl="1"/>
            <a:r>
              <a:rPr lang="ar"/>
              <a:t>Subhead</a:t>
            </a:r>
          </a:p>
          <a:p>
            <a:pPr rtl="1"/>
            <a:r>
              <a:rPr lang="ar"/>
              <a:t>Bullet text</a:t>
            </a:r>
          </a:p>
          <a:p>
            <a:pPr rtl="1"/>
            <a:endParaRPr lang="en-GB" dirty="0"/>
          </a:p>
        </p:txBody>
      </p:sp>
      <p:sp>
        <p:nvSpPr>
          <p:cNvPr id="8" name="Content Placeholder 6"/>
          <p:cNvSpPr>
            <a:spLocks noGrp="1"/>
          </p:cNvSpPr>
          <p:nvPr>
            <p:ph sz="half" idx="11"/>
          </p:nvPr>
        </p:nvSpPr>
        <p:spPr>
          <a:xfrm>
            <a:off x="6156325" y="2212975"/>
            <a:ext cx="2592388" cy="3736975"/>
          </a:xfrm>
          <a:prstGeom prst="rect">
            <a:avLst/>
          </a:prstGeom>
        </p:spPr>
        <p:txBody>
          <a:bodyPr rtlCol="1"/>
          <a:lstStyle/>
          <a:p>
            <a:pPr rtl="1"/>
            <a:r>
              <a:rPr lang="ar"/>
              <a:t>Subhead</a:t>
            </a:r>
          </a:p>
          <a:p>
            <a:pPr rtl="1"/>
            <a:r>
              <a:rPr lang="ar"/>
              <a:t>Bullet text</a:t>
            </a:r>
          </a:p>
        </p:txBody>
      </p:sp>
      <p:sp>
        <p:nvSpPr>
          <p:cNvPr id="2" name="Footer Placeholder 4">
            <a:extLst>
              <a:ext uri="{FF2B5EF4-FFF2-40B4-BE49-F238E27FC236}">
                <a16:creationId xmlns:a16="http://schemas.microsoft.com/office/drawing/2014/main" id="{5AD71432-24B0-8453-1747-48D9C9A162AD}"/>
              </a:ext>
            </a:extLst>
          </p:cNvPr>
          <p:cNvSpPr>
            <a:spLocks noGrp="1" noChangeArrowheads="1"/>
          </p:cNvSpPr>
          <p:nvPr>
            <p:ph type="ftr" sz="quarter" idx="12"/>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48556434"/>
      </p:ext>
    </p:extLst>
  </p:cSld>
  <p:clrMapOvr>
    <a:masterClrMapping/>
  </p:clrMapOvr>
  <p:transition>
    <p:sndAc>
      <p:stSnd>
        <p:snd r:embed="rId1" name="click.wav"/>
      </p:stSnd>
    </p:sndAc>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Title 1"/>
          <p:cNvSpPr>
            <a:spLocks noGrp="1"/>
          </p:cNvSpPr>
          <p:nvPr>
            <p:ph type="title"/>
          </p:nvPr>
        </p:nvSpPr>
        <p:spPr>
          <a:xfrm>
            <a:off x="0" y="1195388"/>
            <a:ext cx="9144000" cy="863600"/>
          </a:xfrm>
          <a:prstGeom prst="rect">
            <a:avLst/>
          </a:prstGeom>
        </p:spPr>
        <p:txBody>
          <a:bodyPr rtlCol="1"/>
          <a:lstStyle/>
          <a:p>
            <a:pPr rtl="1"/>
            <a:r>
              <a:rPr lang="ar"/>
              <a:t>Heading</a:t>
            </a:r>
          </a:p>
        </p:txBody>
      </p:sp>
      <p:sp>
        <p:nvSpPr>
          <p:cNvPr id="2" name="Footer Placeholder 4">
            <a:extLst>
              <a:ext uri="{FF2B5EF4-FFF2-40B4-BE49-F238E27FC236}">
                <a16:creationId xmlns:a16="http://schemas.microsoft.com/office/drawing/2014/main" id="{280AFA65-534B-3AE4-50A7-9C86BDCF1EA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72408841"/>
      </p:ext>
    </p:extLst>
  </p:cSld>
  <p:clrMapOvr>
    <a:masterClrMapping/>
  </p:clrMapOvr>
  <p:transition>
    <p:sndAc>
      <p:stSnd>
        <p:snd r:embed="rId1" name="click.wav"/>
      </p:stSnd>
    </p:sndAc>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48910311"/>
      </p:ext>
    </p:extLst>
  </p:cSld>
  <p:clrMapOvr>
    <a:masterClrMapping/>
  </p:clrMapOvr>
  <p:transition>
    <p:sndAc>
      <p:stSnd>
        <p:snd r:embed="rId1" name="click.wav"/>
      </p:stSnd>
    </p:sndAc>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2" name="Picture 5" descr="Always Learning">
            <a:extLst>
              <a:ext uri="{FF2B5EF4-FFF2-40B4-BE49-F238E27FC236}">
                <a16:creationId xmlns:a16="http://schemas.microsoft.com/office/drawing/2014/main" id="{9444950F-E59A-A8D3-7314-C784866DE21B}"/>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itle 1"/>
          <p:cNvSpPr>
            <a:spLocks noGrp="1"/>
          </p:cNvSpPr>
          <p:nvPr>
            <p:ph type="title"/>
          </p:nvPr>
        </p:nvSpPr>
        <p:spPr>
          <a:xfrm>
            <a:off x="457200" y="1195388"/>
            <a:ext cx="8229600" cy="863600"/>
          </a:xfrm>
          <a:prstGeom prst="rect">
            <a:avLst/>
          </a:prstGeom>
        </p:spPr>
        <p:txBody>
          <a:bodyPr rtlCol="1"/>
          <a:lstStyle/>
          <a:p>
            <a:pPr rtl="1"/>
            <a:r>
              <a:rPr lang="ar"/>
              <a:t>Heading</a:t>
            </a:r>
            <a:endParaRPr lang="en-GB" altLang="en-US" dirty="0"/>
          </a:p>
        </p:txBody>
      </p:sp>
      <p:sp>
        <p:nvSpPr>
          <p:cNvPr id="10" name="Content Placeholder 2"/>
          <p:cNvSpPr>
            <a:spLocks noGrp="1"/>
          </p:cNvSpPr>
          <p:nvPr>
            <p:ph sz="half" idx="1"/>
          </p:nvPr>
        </p:nvSpPr>
        <p:spPr>
          <a:xfrm>
            <a:off x="468313" y="2195513"/>
            <a:ext cx="4027487" cy="3681412"/>
          </a:xfrm>
          <a:prstGeom prst="rect">
            <a:avLst/>
          </a:prstGeom>
        </p:spPr>
        <p:txBody>
          <a:bodyPr rtlCol="1"/>
          <a:lstStyle/>
          <a:p>
            <a:pPr rtl="1"/>
            <a:r>
              <a:rPr lang="ar"/>
              <a:t>Blue subhead</a:t>
            </a:r>
          </a:p>
          <a:p>
            <a:pPr rtl="1"/>
            <a:r>
              <a:rPr lang="ar"/>
              <a:t>Bullet text</a:t>
            </a:r>
          </a:p>
          <a:p>
            <a:pPr rtl="1"/>
            <a:endParaRPr lang="en-GB" dirty="0"/>
          </a:p>
          <a:p>
            <a:pPr rtl="1"/>
            <a:endParaRPr lang="en-GB" dirty="0"/>
          </a:p>
        </p:txBody>
      </p:sp>
      <p:sp>
        <p:nvSpPr>
          <p:cNvPr id="11" name="Content Placeholder 3"/>
          <p:cNvSpPr>
            <a:spLocks noGrp="1"/>
          </p:cNvSpPr>
          <p:nvPr>
            <p:ph sz="half" idx="2"/>
          </p:nvPr>
        </p:nvSpPr>
        <p:spPr>
          <a:xfrm>
            <a:off x="4648200" y="2195512"/>
            <a:ext cx="4027488" cy="3681411"/>
          </a:xfrm>
          <a:prstGeom prst="rect">
            <a:avLst/>
          </a:prstGeom>
        </p:spPr>
        <p:txBody>
          <a:bodyPr rtlCol="1"/>
          <a:lstStyle/>
          <a:p>
            <a:pPr rtl="1"/>
            <a:r>
              <a:rPr lang="ar"/>
              <a:t>Blue subhead</a:t>
            </a:r>
          </a:p>
          <a:p>
            <a:pPr rtl="1"/>
            <a:r>
              <a:rPr lang="ar"/>
              <a:t>Bullet text</a:t>
            </a:r>
          </a:p>
        </p:txBody>
      </p:sp>
      <p:sp>
        <p:nvSpPr>
          <p:cNvPr id="3" name="Footer Placeholder 4">
            <a:extLst>
              <a:ext uri="{FF2B5EF4-FFF2-40B4-BE49-F238E27FC236}">
                <a16:creationId xmlns:a16="http://schemas.microsoft.com/office/drawing/2014/main" id="{6D75EA28-7A23-3108-7470-D2312D0B43D6}"/>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36553943"/>
      </p:ext>
    </p:extLst>
  </p:cSld>
  <p:clrMapOvr>
    <a:masterClrMapping/>
  </p:clrMapOvr>
  <p:transition>
    <p:sndAc>
      <p:stSnd>
        <p:snd r:embed="rId1" name="click.wav"/>
      </p:stSnd>
    </p:sndAc>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7AF04B97-CC31-299F-C1D9-4AD1810429B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16933327"/>
      </p:ext>
    </p:extLst>
  </p:cSld>
  <p:clrMapOvr>
    <a:masterClrMapping/>
  </p:clrMapOvr>
  <p:transition>
    <p:sndAc>
      <p:stSnd>
        <p:snd r:embed="rId1" name="click.wav"/>
      </p:stSnd>
    </p:sndAc>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0B917A8A-EC74-8439-7D0C-B004E910A772}"/>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67544793"/>
      </p:ext>
    </p:extLst>
  </p:cSld>
  <p:clrMapOvr>
    <a:masterClrMapping/>
  </p:clrMapOvr>
  <p:transition>
    <p:sndAc>
      <p:stSnd>
        <p:snd r:embed="rId1" name="click.wav"/>
      </p:stSnd>
    </p:sndAc>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9D85122E-CC0D-DE46-E6F4-AAE67430FCE8}"/>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91056867"/>
      </p:ext>
    </p:extLst>
  </p:cSld>
  <p:clrMapOvr>
    <a:masterClrMapping/>
  </p:clrMapOvr>
  <p:transition>
    <p:sndAc>
      <p:stSnd>
        <p:snd r:embed="rId1" name="click.wav"/>
      </p:stSnd>
    </p:sndAc>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78A1D94B-CB73-9993-AEF0-ECDA613327D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7654215"/>
      </p:ext>
    </p:extLst>
  </p:cSld>
  <p:clrMapOvr>
    <a:masterClrMapping/>
  </p:clrMapOvr>
  <p:transition>
    <p:sndAc>
      <p:stSnd>
        <p:snd r:embed="rId1" name="click.wav"/>
      </p:stSnd>
    </p:sndAc>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136979FB-E9CD-4D7F-ABCE-40BC623DD6ED}"/>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1891796"/>
      </p:ext>
    </p:extLst>
  </p:cSld>
  <p:clrMapOvr>
    <a:masterClrMapping/>
  </p:clrMapOvr>
  <p:transition>
    <p:sndAc>
      <p:stSnd>
        <p:snd r:embed="rId1" name="click.wav"/>
      </p:stSnd>
    </p:sndAc>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1D78BFAD-CC17-3CA0-DBB1-5C8C41D9126F}"/>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14355495"/>
      </p:ext>
    </p:extLst>
  </p:cSld>
  <p:clrMapOvr>
    <a:masterClrMapping/>
  </p:clrMapOvr>
  <p:transition>
    <p:sndAc>
      <p:stSnd>
        <p:snd r:embed="rId1" name="click.wav"/>
      </p:stSnd>
    </p:sndAc>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C91736A9-B278-442F-0C6C-537088E454BA}"/>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14637879"/>
      </p:ext>
    </p:extLst>
  </p:cSld>
  <p:clrMapOvr>
    <a:masterClrMapping/>
  </p:clrMapOvr>
  <p:transition>
    <p:sndAc>
      <p:stSnd>
        <p:snd r:embed="rId1" name="click.wav"/>
      </p:stSnd>
    </p:sndAc>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dirty="0"/>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55076227"/>
      </p:ext>
    </p:extLst>
  </p:cSld>
  <p:clrMapOvr>
    <a:masterClrMapping/>
  </p:clrMapOvr>
  <p:transition>
    <p:sndAc>
      <p:stSnd>
        <p:snd r:embed="rId1" name="click.wav"/>
      </p:stSnd>
    </p:sndAc>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45252892"/>
      </p:ext>
    </p:extLst>
  </p:cSld>
  <p:clrMapOvr>
    <a:masterClrMapping/>
  </p:clrMapOvr>
  <p:transition>
    <p:sndAc>
      <p:stSnd>
        <p:snd r:embed="rId1" name="click.wav"/>
      </p:stSnd>
    </p:sndAc>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44169651"/>
      </p:ext>
    </p:extLst>
  </p:cSld>
  <p:clrMapOvr>
    <a:masterClrMapping/>
  </p:clrMapOvr>
  <p:transition>
    <p:sndAc>
      <p:stSnd>
        <p:snd r:embed="rId1" name="click.wav"/>
      </p:stSnd>
    </p:sndAc>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94646058"/>
      </p:ext>
    </p:extLst>
  </p:cSld>
  <p:clrMapOvr>
    <a:masterClrMapping/>
  </p:clrMapOvr>
  <p:transition>
    <p:sndAc>
      <p:stSnd>
        <p:snd r:embed="rId1" name="click.wav"/>
      </p:stSnd>
    </p:sndAc>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63733425"/>
      </p:ext>
    </p:extLst>
  </p:cSld>
  <p:clrMapOvr>
    <a:masterClrMapping/>
  </p:clrMapOvr>
  <p:transition>
    <p:sndAc>
      <p:stSnd>
        <p:snd r:embed="rId1" name="click.wav"/>
      </p:stSnd>
    </p:sndAc>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40833500"/>
      </p:ext>
    </p:extLst>
  </p:cSld>
  <p:clrMapOvr>
    <a:masterClrMapping/>
  </p:clrMapOvr>
  <p:transition>
    <p:sndAc>
      <p:stSnd>
        <p:snd r:embed="rId1" name="click.wav"/>
      </p:stSnd>
    </p:sndAc>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81025921"/>
      </p:ext>
    </p:extLst>
  </p:cSld>
  <p:clrMapOvr>
    <a:masterClrMapping/>
  </p:clrMapOvr>
  <p:transition>
    <p:sndAc>
      <p:stSnd>
        <p:snd r:embed="rId1" name="click.wav"/>
      </p:stSnd>
    </p:sndAc>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501610419"/>
      </p:ext>
    </p:extLst>
  </p:cSld>
  <p:clrMapOvr>
    <a:masterClrMapping/>
  </p:clrMapOvr>
  <p:transition>
    <p:sndAc>
      <p:stSnd>
        <p:snd r:embed="rId1" name="click.wav"/>
      </p:stSnd>
    </p:sndAc>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293118933"/>
      </p:ext>
    </p:extLst>
  </p:cSld>
  <p:clrMapOvr>
    <a:masterClrMapping/>
  </p:clrMapOvr>
  <p:transition>
    <p:sndAc>
      <p:stSnd>
        <p:snd r:embed="rId1" name="click.wav"/>
      </p:stSnd>
    </p:sndAc>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89113301"/>
      </p:ext>
    </p:extLst>
  </p:cSld>
  <p:clrMapOvr>
    <a:masterClrMapping/>
  </p:clrMapOvr>
  <p:transition>
    <p:sndAc>
      <p:stSnd>
        <p:snd r:embed="rId1" name="click.wav"/>
      </p:stSnd>
    </p:sndAc>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96988904"/>
      </p:ext>
    </p:extLst>
  </p:cSld>
  <p:clrMapOvr>
    <a:masterClrMapping/>
  </p:clrMapOvr>
  <p:transition>
    <p:sndAc>
      <p:stSnd>
        <p:snd r:embed="rId1" name="click.wav"/>
      </p:stSnd>
    </p:sndAc>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716333174"/>
      </p:ext>
    </p:extLst>
  </p:cSld>
  <p:clrMapOvr>
    <a:masterClrMapping/>
  </p:clrMapOvr>
  <p:transition>
    <p:sndAc>
      <p:stSnd>
        <p:snd r:embed="rId1" name="click.wav"/>
      </p:stSnd>
    </p:sndAc>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149077198"/>
      </p:ext>
    </p:extLst>
  </p:cSld>
  <p:clrMapOvr>
    <a:masterClrMapping/>
  </p:clrMapOvr>
  <p:transition>
    <p:sndAc>
      <p:stSnd>
        <p:snd r:embed="rId1" name="click.wav"/>
      </p:stSnd>
    </p:sndAc>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3548499"/>
      </p:ext>
    </p:extLst>
  </p:cSld>
  <p:clrMapOvr>
    <a:masterClrMapping/>
  </p:clrMapOvr>
  <p:transition>
    <p:sndAc>
      <p:stSnd>
        <p:snd r:embed="rId1" name="click.wav"/>
      </p:stSnd>
    </p:sndAc>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30926481"/>
      </p:ext>
    </p:extLst>
  </p:cSld>
  <p:clrMapOvr>
    <a:masterClrMapping/>
  </p:clrMapOvr>
  <p:transition>
    <p:sndAc>
      <p:stSnd>
        <p:snd r:embed="rId1" name="click.wav"/>
      </p:stSnd>
    </p:sndAc>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62895208"/>
      </p:ext>
    </p:extLst>
  </p:cSld>
  <p:clrMapOvr>
    <a:masterClrMapping/>
  </p:clrMapOvr>
  <p:transition>
    <p:sndAc>
      <p:stSnd>
        <p:snd r:embed="rId1" name="click.wav"/>
      </p:stSnd>
    </p:sndAc>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38668001"/>
      </p:ext>
    </p:extLst>
  </p:cSld>
  <p:clrMapOvr>
    <a:masterClrMapping/>
  </p:clrMapOvr>
  <p:transition>
    <p:sndAc>
      <p:stSnd>
        <p:snd r:embed="rId1" name="click.wav"/>
      </p:stSnd>
    </p:sndAc>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87064660"/>
      </p:ext>
    </p:extLst>
  </p:cSld>
  <p:clrMapOvr>
    <a:masterClrMapping/>
  </p:clrMapOvr>
  <p:transition>
    <p:sndAc>
      <p:stSnd>
        <p:snd r:embed="rId1" name="click.wav"/>
      </p:stSnd>
    </p:sndAc>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1649288"/>
      </p:ext>
    </p:extLst>
  </p:cSld>
  <p:clrMapOvr>
    <a:masterClrMapping/>
  </p:clrMapOvr>
  <p:transition>
    <p:sndAc>
      <p:stSnd>
        <p:snd r:embed="rId1" name="click.wav"/>
      </p:stSnd>
    </p:sndAc>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15931093"/>
      </p:ext>
    </p:extLst>
  </p:cSld>
  <p:clrMapOvr>
    <a:masterClrMapping/>
  </p:clrMapOvr>
  <p:transition>
    <p:sndAc>
      <p:stSnd>
        <p:snd r:embed="rId1" name="click.wav"/>
      </p:stSnd>
    </p:sndAc>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23151177"/>
      </p:ext>
    </p:extLst>
  </p:cSld>
  <p:clrMapOvr>
    <a:masterClrMapping/>
  </p:clrMapOvr>
  <p:transition>
    <p:sndAc>
      <p:stSnd>
        <p:snd r:embed="rId1" name="click.wav"/>
      </p:stSnd>
    </p:sndAc>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3903308"/>
      </p:ext>
    </p:extLst>
  </p:cSld>
  <p:clrMapOvr>
    <a:masterClrMapping/>
  </p:clrMapOvr>
  <p:transition>
    <p:sndAc>
      <p:stSnd>
        <p:snd r:embed="rId1" name="click.wav"/>
      </p:stSnd>
    </p:sndAc>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955720740"/>
      </p:ext>
    </p:extLst>
  </p:cSld>
  <p:clrMapOvr>
    <a:masterClrMapping/>
  </p:clrMapOvr>
  <p:transition>
    <p:sndAc>
      <p:stSnd>
        <p:snd r:embed="rId1" name="click.wav"/>
      </p:stSnd>
    </p:sndAc>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61559906"/>
      </p:ext>
    </p:extLst>
  </p:cSld>
  <p:clrMapOvr>
    <a:masterClrMapping/>
  </p:clrMapOvr>
  <p:transition>
    <p:sndAc>
      <p:stSnd>
        <p:snd r:embed="rId1" name="click.wav"/>
      </p:stSnd>
    </p:sndAc>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68163601"/>
      </p:ext>
    </p:extLst>
  </p:cSld>
  <p:clrMapOvr>
    <a:masterClrMapping/>
  </p:clrMapOvr>
  <p:transition>
    <p:sndAc>
      <p:stSnd>
        <p:snd r:embed="rId1" name="click.wav"/>
      </p:stSnd>
    </p:sndAc>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62400972"/>
      </p:ext>
    </p:extLst>
  </p:cSld>
  <p:clrMapOvr>
    <a:masterClrMapping/>
  </p:clrMapOvr>
  <p:transition>
    <p:sndAc>
      <p:stSnd>
        <p:snd r:embed="rId1" name="click.wav"/>
      </p:stSnd>
    </p:sndAc>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738746869"/>
      </p:ext>
    </p:extLst>
  </p:cSld>
  <p:clrMapOvr>
    <a:masterClrMapping/>
  </p:clrMapOvr>
  <p:transition>
    <p:sndAc>
      <p:stSnd>
        <p:snd r:embed="rId1" name="click.wav"/>
      </p:stSnd>
    </p:sndAc>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27097283"/>
      </p:ext>
    </p:extLst>
  </p:cSld>
  <p:clrMapOvr>
    <a:masterClrMapping/>
  </p:clrMapOvr>
  <p:transition>
    <p:sndAc>
      <p:stSnd>
        <p:snd r:embed="rId1" name="click.wav"/>
      </p:stSnd>
    </p:sndAc>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15920013"/>
      </p:ext>
    </p:extLst>
  </p:cSld>
  <p:clrMapOvr>
    <a:masterClrMapping/>
  </p:clrMapOvr>
  <p:transition>
    <p:sndAc>
      <p:stSnd>
        <p:snd r:embed="rId1" name="click.wav"/>
      </p:stSnd>
    </p:sndAc>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38145163"/>
      </p:ext>
    </p:extLst>
  </p:cSld>
  <p:clrMapOvr>
    <a:masterClrMapping/>
  </p:clrMapOvr>
  <p:transition>
    <p:sndAc>
      <p:stSnd>
        <p:snd r:embed="rId1" name="click.wav"/>
      </p:stSnd>
    </p:sndAc>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621403508"/>
      </p:ext>
    </p:extLst>
  </p:cSld>
  <p:clrMapOvr>
    <a:masterClrMapping/>
  </p:clrMapOvr>
  <p:transition>
    <p:sndAc>
      <p:stSnd>
        <p:snd r:embed="rId1" name="click.wav"/>
      </p:stSnd>
    </p:sndAc>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74939897"/>
      </p:ext>
    </p:extLst>
  </p:cSld>
  <p:clrMapOvr>
    <a:masterClrMapping/>
  </p:clrMapOvr>
  <p:transition>
    <p:sndAc>
      <p:stSnd>
        <p:snd r:embed="rId1" name="click.wav"/>
      </p:stSnd>
    </p:sndAc>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3246867"/>
      </p:ext>
    </p:extLst>
  </p:cSld>
  <p:clrMapOvr>
    <a:masterClrMapping/>
  </p:clrMapOvr>
  <p:transition>
    <p:sndAc>
      <p:stSnd>
        <p:snd r:embed="rId1" name="click.wav"/>
      </p:stSnd>
    </p:sndAc>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88662026"/>
      </p:ext>
    </p:extLst>
  </p:cSld>
  <p:clrMapOvr>
    <a:masterClrMapping/>
  </p:clrMapOvr>
  <p:transition>
    <p:sndAc>
      <p:stSnd>
        <p:snd r:embed="rId1" name="click.wav"/>
      </p:stSnd>
    </p:sndAc>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18030653"/>
      </p:ext>
    </p:extLst>
  </p:cSld>
  <p:clrMapOvr>
    <a:masterClrMapping/>
  </p:clrMapOvr>
  <p:transition>
    <p:sndAc>
      <p:stSnd>
        <p:snd r:embed="rId1" name="click.wav"/>
      </p:stSnd>
    </p:sndAc>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06472387"/>
      </p:ext>
    </p:extLst>
  </p:cSld>
  <p:clrMapOvr>
    <a:masterClrMapping/>
  </p:clrMapOvr>
  <p:transition>
    <p:sndAc>
      <p:stSnd>
        <p:snd r:embed="rId1" name="click.wav"/>
      </p:stSnd>
    </p:sndAc>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02101404"/>
      </p:ext>
    </p:extLst>
  </p:cSld>
  <p:clrMapOvr>
    <a:masterClrMapping/>
  </p:clrMapOvr>
  <p:transition>
    <p:sndAc>
      <p:stSnd>
        <p:snd r:embed="rId1" name="click.wav"/>
      </p:stSnd>
    </p:sndAc>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37547387"/>
      </p:ext>
    </p:extLst>
  </p:cSld>
  <p:clrMapOvr>
    <a:masterClrMapping/>
  </p:clrMapOvr>
  <p:transition>
    <p:sndAc>
      <p:stSnd>
        <p:snd r:embed="rId1" name="click.wav"/>
      </p:stSnd>
    </p:sndAc>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78197279"/>
      </p:ext>
    </p:extLst>
  </p:cSld>
  <p:clrMapOvr>
    <a:masterClrMapping/>
  </p:clrMapOvr>
  <p:transition>
    <p:sndAc>
      <p:stSnd>
        <p:snd r:embed="rId1" name="click.wav"/>
      </p:stSnd>
    </p:sndAc>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78492034"/>
      </p:ext>
    </p:extLst>
  </p:cSld>
  <p:clrMapOvr>
    <a:masterClrMapping/>
  </p:clrMapOvr>
  <p:transition>
    <p:sndAc>
      <p:stSnd>
        <p:snd r:embed="rId1" name="click.wav"/>
      </p:stSnd>
    </p:sndAc>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281896993"/>
      </p:ext>
    </p:extLst>
  </p:cSld>
  <p:clrMapOvr>
    <a:masterClrMapping/>
  </p:clrMapOvr>
  <p:transition>
    <p:sndAc>
      <p:stSnd>
        <p:snd r:embed="rId1" name="click.wav"/>
      </p:stSnd>
    </p:sndAc>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13610"/>
      </p:ext>
    </p:extLst>
  </p:cSld>
  <p:clrMapOvr>
    <a:masterClrMapping/>
  </p:clrMapOvr>
  <p:transition>
    <p:sndAc>
      <p:stSnd>
        <p:snd r:embed="rId1" name="click.wav"/>
      </p:stSnd>
    </p:sndAc>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3682717"/>
      </p:ext>
    </p:extLst>
  </p:cSld>
  <p:clrMapOvr>
    <a:masterClrMapping/>
  </p:clrMapOvr>
  <p:transition>
    <p:sndAc>
      <p:stSnd>
        <p:snd r:embed="rId1" name="click.wav"/>
      </p:stSnd>
    </p:sndAc>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26679024"/>
      </p:ext>
    </p:extLst>
  </p:cSld>
  <p:clrMapOvr>
    <a:masterClrMapping/>
  </p:clrMapOvr>
  <p:transition>
    <p:sndAc>
      <p:stSnd>
        <p:snd r:embed="rId1" name="click.wav"/>
      </p:stSnd>
    </p:sndAc>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04154800"/>
      </p:ext>
    </p:extLst>
  </p:cSld>
  <p:clrMapOvr>
    <a:masterClrMapping/>
  </p:clrMapOvr>
  <p:transition>
    <p:sndAc>
      <p:stSnd>
        <p:snd r:embed="rId1" name="click.wav"/>
      </p:stSnd>
    </p:sndAc>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69375378"/>
      </p:ext>
    </p:extLst>
  </p:cSld>
  <p:clrMapOvr>
    <a:masterClrMapping/>
  </p:clrMapOvr>
  <p:transition>
    <p:sndAc>
      <p:stSnd>
        <p:snd r:embed="rId1" name="click.wav"/>
      </p:stSnd>
    </p:sndAc>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24329815"/>
      </p:ext>
    </p:extLst>
  </p:cSld>
  <p:clrMapOvr>
    <a:masterClrMapping/>
  </p:clrMapOvr>
  <p:transition>
    <p:sndAc>
      <p:stSnd>
        <p:snd r:embed="rId1" name="click.wav"/>
      </p:stSnd>
    </p:sndAc>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97252715"/>
      </p:ext>
    </p:extLst>
  </p:cSld>
  <p:clrMapOvr>
    <a:masterClrMapping/>
  </p:clrMapOvr>
  <p:transition>
    <p:sndAc>
      <p:stSnd>
        <p:snd r:embed="rId1" name="click.wav"/>
      </p:stSnd>
    </p:sndAc>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02301705"/>
      </p:ext>
    </p:extLst>
  </p:cSld>
  <p:clrMapOvr>
    <a:masterClrMapping/>
  </p:clrMapOvr>
  <p:transition>
    <p:sndAc>
      <p:stSnd>
        <p:snd r:embed="rId1" name="click.wav"/>
      </p:stSnd>
    </p:sndAc>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62829507"/>
      </p:ext>
    </p:extLst>
  </p:cSld>
  <p:clrMapOvr>
    <a:masterClrMapping/>
  </p:clrMapOvr>
  <p:transition>
    <p:sndAc>
      <p:stSnd>
        <p:snd r:embed="rId1" name="click.wav"/>
      </p:stSnd>
    </p:sndAc>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655251152"/>
      </p:ext>
    </p:extLst>
  </p:cSld>
  <p:clrMapOvr>
    <a:masterClrMapping/>
  </p:clrMapOvr>
  <p:transition>
    <p:sndAc>
      <p:stSnd>
        <p:snd r:embed="rId1" name="click.wav"/>
      </p:stSnd>
    </p:sndAc>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9930832"/>
      </p:ext>
    </p:extLst>
  </p:cSld>
  <p:clrMapOvr>
    <a:masterClrMapping/>
  </p:clrMapOvr>
  <p:transition>
    <p:sndAc>
      <p:stSnd>
        <p:snd r:embed="rId1" name="click.wav"/>
      </p:stSnd>
    </p:sndAc>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50784113"/>
      </p:ext>
    </p:extLst>
  </p:cSld>
  <p:clrMapOvr>
    <a:masterClrMapping/>
  </p:clrMapOvr>
  <p:transition>
    <p:sndAc>
      <p:stSnd>
        <p:snd r:embed="rId1" name="click.wav"/>
      </p:stSnd>
    </p:sndAc>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65460214"/>
      </p:ext>
    </p:extLst>
  </p:cSld>
  <p:clrMapOvr>
    <a:masterClrMapping/>
  </p:clrMapOvr>
  <p:transition>
    <p:sndAc>
      <p:stSnd>
        <p:snd r:embed="rId1" name="click.wav"/>
      </p:stSnd>
    </p:sndAc>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75168846"/>
      </p:ext>
    </p:extLst>
  </p:cSld>
  <p:clrMapOvr>
    <a:masterClrMapping/>
  </p:clrMapOvr>
  <p:transition>
    <p:sndAc>
      <p:stSnd>
        <p:snd r:embed="rId1" name="click.wav"/>
      </p:stSnd>
    </p:sndAc>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25248049"/>
      </p:ext>
    </p:extLst>
  </p:cSld>
  <p:clrMapOvr>
    <a:masterClrMapping/>
  </p:clrMapOvr>
  <p:transition>
    <p:sndAc>
      <p:stSnd>
        <p:snd r:embed="rId1" name="click.wav"/>
      </p:stSnd>
    </p:sndAc>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80291505"/>
      </p:ext>
    </p:extLst>
  </p:cSld>
  <p:clrMapOvr>
    <a:masterClrMapping/>
  </p:clrMapOvr>
  <p:transition>
    <p:sndAc>
      <p:stSnd>
        <p:snd r:embed="rId1" name="click.wav"/>
      </p:stSnd>
    </p:sndAc>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112143027"/>
      </p:ext>
    </p:extLst>
  </p:cSld>
  <p:clrMapOvr>
    <a:masterClrMapping/>
  </p:clrMapOvr>
  <p:transition>
    <p:sndAc>
      <p:stSnd>
        <p:snd r:embed="rId1" name="click.wav"/>
      </p:stSnd>
    </p:sndAc>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26944765"/>
      </p:ext>
    </p:extLst>
  </p:cSld>
  <p:clrMapOvr>
    <a:masterClrMapping/>
  </p:clrMapOvr>
  <p:transition>
    <p:sndAc>
      <p:stSnd>
        <p:snd r:embed="rId1" name="click.wav"/>
      </p:stSnd>
    </p:sndAc>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46126300"/>
      </p:ext>
    </p:extLst>
  </p:cSld>
  <p:clrMapOvr>
    <a:masterClrMapping/>
  </p:clrMapOvr>
  <p:transition>
    <p:sndAc>
      <p:stSnd>
        <p:snd r:embed="rId1" name="click.wav"/>
      </p:stSnd>
    </p:sndAc>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91287960"/>
      </p:ext>
    </p:extLst>
  </p:cSld>
  <p:clrMapOvr>
    <a:masterClrMapping/>
  </p:clrMapOvr>
  <p:transition>
    <p:sndAc>
      <p:stSnd>
        <p:snd r:embed="rId1" name="click.wav"/>
      </p:stSnd>
    </p:sndAc>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2540367"/>
      </p:ext>
    </p:extLst>
  </p:cSld>
  <p:clrMapOvr>
    <a:masterClrMapping/>
  </p:clrMapOvr>
  <p:transition>
    <p:sndAc>
      <p:stSnd>
        <p:snd r:embed="rId1" name="click.wav"/>
      </p:stSnd>
    </p:sndAc>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31894227"/>
      </p:ext>
    </p:extLst>
  </p:cSld>
  <p:clrMapOvr>
    <a:masterClrMapping/>
  </p:clrMapOvr>
  <p:transition>
    <p:sndAc>
      <p:stSnd>
        <p:snd r:embed="rId1" name="click.wav"/>
      </p:stSnd>
    </p:sndAc>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01847582"/>
      </p:ext>
    </p:extLst>
  </p:cSld>
  <p:clrMapOvr>
    <a:masterClrMapping/>
  </p:clrMapOvr>
  <p:transition>
    <p:sndAc>
      <p:stSnd>
        <p:snd r:embed="rId1" name="click.wav"/>
      </p:stSnd>
    </p:sndAc>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99058961"/>
      </p:ext>
    </p:extLst>
  </p:cSld>
  <p:clrMapOvr>
    <a:masterClrMapping/>
  </p:clrMapOvr>
  <p:transition>
    <p:sndAc>
      <p:stSnd>
        <p:snd r:embed="rId1" name="click.wav"/>
      </p:stSnd>
    </p:sndAc>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75318916"/>
      </p:ext>
    </p:extLst>
  </p:cSld>
  <p:clrMapOvr>
    <a:masterClrMapping/>
  </p:clrMapOvr>
  <p:transition>
    <p:sndAc>
      <p:stSnd>
        <p:snd r:embed="rId1" name="click.wav"/>
      </p:stSnd>
    </p:sndAc>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23595971"/>
      </p:ext>
    </p:extLst>
  </p:cSld>
  <p:clrMapOvr>
    <a:masterClrMapping/>
  </p:clrMapOvr>
  <p:transition>
    <p:sndAc>
      <p:stSnd>
        <p:snd r:embed="rId1" name="click.wav"/>
      </p:stSnd>
    </p:sndAc>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55960792"/>
      </p:ext>
    </p:extLst>
  </p:cSld>
  <p:clrMapOvr>
    <a:masterClrMapping/>
  </p:clrMapOvr>
  <p:transition>
    <p:sndAc>
      <p:stSnd>
        <p:snd r:embed="rId1" name="click.wav"/>
      </p:stSnd>
    </p:sndAc>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13342623"/>
      </p:ext>
    </p:extLst>
  </p:cSld>
  <p:clrMapOvr>
    <a:masterClrMapping/>
  </p:clrMapOvr>
  <p:transition>
    <p:sndAc>
      <p:stSnd>
        <p:snd r:embed="rId1" name="click.wav"/>
      </p:stSnd>
    </p:sndAc>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960858420"/>
      </p:ext>
    </p:extLst>
  </p:cSld>
  <p:clrMapOvr>
    <a:masterClrMapping/>
  </p:clrMapOvr>
  <p:transition>
    <p:sndAc>
      <p:stSnd>
        <p:snd r:embed="rId1" name="click.wav"/>
      </p:stSnd>
    </p:sndAc>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743606057"/>
      </p:ext>
    </p:extLst>
  </p:cSld>
  <p:clrMapOvr>
    <a:masterClrMapping/>
  </p:clrMapOvr>
  <p:transition>
    <p:sndAc>
      <p:stSnd>
        <p:snd r:embed="rId1" name="click.wav"/>
      </p:stSnd>
    </p:sndAc>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9427717"/>
      </p:ext>
    </p:extLst>
  </p:cSld>
  <p:clrMapOvr>
    <a:masterClrMapping/>
  </p:clrMapOvr>
  <p:transition>
    <p:sndAc>
      <p:stSnd>
        <p:snd r:embed="rId1" name="click.wav"/>
      </p:stSnd>
    </p:sndAc>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88434800"/>
      </p:ext>
    </p:extLst>
  </p:cSld>
  <p:clrMapOvr>
    <a:masterClrMapping/>
  </p:clrMapOvr>
  <p:transition>
    <p:sndAc>
      <p:stSnd>
        <p:snd r:embed="rId1" name="click.wav"/>
      </p:stSnd>
    </p:sndAc>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630658497"/>
      </p:ext>
    </p:extLst>
  </p:cSld>
  <p:clrMapOvr>
    <a:masterClrMapping/>
  </p:clrMapOvr>
  <p:transition>
    <p:sndAc>
      <p:stSnd>
        <p:snd r:embed="rId1" name="click.wav"/>
      </p:stSnd>
    </p:sndAc>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268846901"/>
      </p:ext>
    </p:extLst>
  </p:cSld>
  <p:clrMapOvr>
    <a:masterClrMapping/>
  </p:clrMapOvr>
  <p:transition>
    <p:sndAc>
      <p:stSnd>
        <p:snd r:embed="rId1" name="click.wav"/>
      </p:stSnd>
    </p:sndAc>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109822718"/>
      </p:ext>
    </p:extLst>
  </p:cSld>
  <p:clrMapOvr>
    <a:masterClrMapping/>
  </p:clrMapOvr>
  <p:transition>
    <p:sndAc>
      <p:stSnd>
        <p:snd r:embed="rId1" name="click.wav"/>
      </p:stSnd>
    </p:sndAc>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07335033"/>
      </p:ext>
    </p:extLst>
  </p:cSld>
  <p:clrMapOvr>
    <a:masterClrMapping/>
  </p:clrMapOvr>
  <p:transition>
    <p:sndAc>
      <p:stSnd>
        <p:snd r:embed="rId1" name="click.wav"/>
      </p:stSnd>
    </p:sndAc>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86721700"/>
      </p:ext>
    </p:extLst>
  </p:cSld>
  <p:clrMapOvr>
    <a:masterClrMapping/>
  </p:clrMapOvr>
  <p:transition>
    <p:sndAc>
      <p:stSnd>
        <p:snd r:embed="rId1" name="click.wav"/>
      </p:stSnd>
    </p:sndAc>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28012029"/>
      </p:ext>
    </p:extLst>
  </p:cSld>
  <p:clrMapOvr>
    <a:masterClrMapping/>
  </p:clrMapOvr>
  <p:transition>
    <p:sndAc>
      <p:stSnd>
        <p:snd r:embed="rId1" name="click.wav"/>
      </p:stSnd>
    </p:sndAc>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61434473"/>
      </p:ext>
    </p:extLst>
  </p:cSld>
  <p:clrMapOvr>
    <a:masterClrMapping/>
  </p:clrMapOvr>
  <p:transition>
    <p:sndAc>
      <p:stSnd>
        <p:snd r:embed="rId1" name="click.wav"/>
      </p:stSnd>
    </p:sndAc>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93639158"/>
      </p:ext>
    </p:extLst>
  </p:cSld>
  <p:clrMapOvr>
    <a:masterClrMapping/>
  </p:clrMapOvr>
  <p:transition>
    <p:sndAc>
      <p:stSnd>
        <p:snd r:embed="rId1" name="click.wav"/>
      </p:stSnd>
    </p:sndAc>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3145481"/>
      </p:ext>
    </p:extLst>
  </p:cSld>
  <p:clrMapOvr>
    <a:masterClrMapping/>
  </p:clrMapOvr>
  <p:transition>
    <p:sndAc>
      <p:stSnd>
        <p:snd r:embed="rId1" name="click.wav"/>
      </p:stSnd>
    </p:sndAc>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226803515"/>
      </p:ext>
    </p:extLst>
  </p:cSld>
  <p:clrMapOvr>
    <a:masterClrMapping/>
  </p:clrMapOvr>
  <p:transition>
    <p:sndAc>
      <p:stSnd>
        <p:snd r:embed="rId1" name="click.wav"/>
      </p:stSnd>
    </p:sndAc>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5366165"/>
      </p:ext>
    </p:extLst>
  </p:cSld>
  <p:clrMapOvr>
    <a:masterClrMapping/>
  </p:clrMapOvr>
  <p:transition>
    <p:sndAc>
      <p:stSnd>
        <p:snd r:embed="rId1" name="click.wav"/>
      </p:stSnd>
    </p:sndAc>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35448282"/>
      </p:ext>
    </p:extLst>
  </p:cSld>
  <p:clrMapOvr>
    <a:masterClrMapping/>
  </p:clrMapOvr>
  <p:transition>
    <p:sndAc>
      <p:stSnd>
        <p:snd r:embed="rId1" name="click.wav"/>
      </p:stSnd>
    </p:sndAc>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95563674"/>
      </p:ext>
    </p:extLst>
  </p:cSld>
  <p:clrMapOvr>
    <a:masterClrMapping/>
  </p:clrMapOvr>
  <p:transition>
    <p:sndAc>
      <p:stSnd>
        <p:snd r:embed="rId1" name="click.wav"/>
      </p:stSnd>
    </p:sndAc>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60918910"/>
      </p:ext>
    </p:extLst>
  </p:cSld>
  <p:clrMapOvr>
    <a:masterClrMapping/>
  </p:clrMapOvr>
  <p:transition>
    <p:sndAc>
      <p:stSnd>
        <p:snd r:embed="rId1" name="click.wav"/>
      </p:stSnd>
    </p:sndAc>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76465437"/>
      </p:ext>
    </p:extLst>
  </p:cSld>
  <p:clrMapOvr>
    <a:masterClrMapping/>
  </p:clrMapOvr>
  <p:transition>
    <p:sndAc>
      <p:stSnd>
        <p:snd r:embed="rId1" name="click.wav"/>
      </p:stSnd>
    </p:sndAc>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01326388"/>
      </p:ext>
    </p:extLst>
  </p:cSld>
  <p:clrMapOvr>
    <a:masterClrMapping/>
  </p:clrMapOvr>
  <p:transition>
    <p:sndAc>
      <p:stSnd>
        <p:snd r:embed="rId1" name="click.wav"/>
      </p:stSnd>
    </p:sndAc>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6057598"/>
      </p:ext>
    </p:extLst>
  </p:cSld>
  <p:clrMapOvr>
    <a:masterClrMapping/>
  </p:clrMapOvr>
  <p:transition>
    <p:sndAc>
      <p:stSnd>
        <p:snd r:embed="rId1" name="click.wav"/>
      </p:stSnd>
    </p:sndAc>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53603133"/>
      </p:ext>
    </p:extLst>
  </p:cSld>
  <p:clrMapOvr>
    <a:masterClrMapping/>
  </p:clrMapOvr>
  <p:transition>
    <p:sndAc>
      <p:stSnd>
        <p:snd r:embed="rId1" name="click.wav"/>
      </p:stSnd>
    </p:sndAc>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71658195"/>
      </p:ext>
    </p:extLst>
  </p:cSld>
  <p:clrMapOvr>
    <a:masterClrMapping/>
  </p:clrMapOvr>
  <p:transition>
    <p:sndAc>
      <p:stSnd>
        <p:snd r:embed="rId1" name="click.wav"/>
      </p:stSnd>
    </p:sndAc>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68121723"/>
      </p:ext>
    </p:extLst>
  </p:cSld>
  <p:clrMapOvr>
    <a:masterClrMapping/>
  </p:clrMapOvr>
  <p:transition>
    <p:sndAc>
      <p:stSnd>
        <p:snd r:embed="rId1" name="click.wav"/>
      </p:stSnd>
    </p:sndAc>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54667162"/>
      </p:ext>
    </p:extLst>
  </p:cSld>
  <p:clrMapOvr>
    <a:masterClrMapping/>
  </p:clrMapOvr>
  <p:transition>
    <p:sndAc>
      <p:stSnd>
        <p:snd r:embed="rId1" name="click.wav"/>
      </p:stSnd>
    </p:sndAc>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3827590"/>
      </p:ext>
    </p:extLst>
  </p:cSld>
  <p:clrMapOvr>
    <a:masterClrMapping/>
  </p:clrMapOvr>
  <p:transition>
    <p:sndAc>
      <p:stSnd>
        <p:snd r:embed="rId1" name="click.wav"/>
      </p:stSnd>
    </p:sndAc>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341031474"/>
      </p:ext>
    </p:extLst>
  </p:cSld>
  <p:clrMapOvr>
    <a:masterClrMapping/>
  </p:clrMapOvr>
  <p:transition>
    <p:sndAc>
      <p:stSnd>
        <p:snd r:embed="rId1" name="click.wav"/>
      </p:stSnd>
    </p:sndAc>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4650275"/>
      </p:ext>
    </p:extLst>
  </p:cSld>
  <p:clrMapOvr>
    <a:masterClrMapping/>
  </p:clrMapOvr>
  <p:transition>
    <p:sndAc>
      <p:stSnd>
        <p:snd r:embed="rId1" name="click.wav"/>
      </p:stSnd>
    </p:sndAc>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9184944"/>
      </p:ext>
    </p:extLst>
  </p:cSld>
  <p:clrMapOvr>
    <a:masterClrMapping/>
  </p:clrMapOvr>
  <p:transition>
    <p:sndAc>
      <p:stSnd>
        <p:snd r:embed="rId1" name="click.wav"/>
      </p:stSnd>
    </p:sndAc>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2670965"/>
      </p:ext>
    </p:extLst>
  </p:cSld>
  <p:clrMapOvr>
    <a:masterClrMapping/>
  </p:clrMapOvr>
  <p:transition>
    <p:sndAc>
      <p:stSnd>
        <p:snd r:embed="rId1" name="click.wav"/>
      </p:stSnd>
    </p:sndAc>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26593935"/>
      </p:ext>
    </p:extLst>
  </p:cSld>
  <p:clrMapOvr>
    <a:masterClrMapping/>
  </p:clrMapOvr>
  <p:transition>
    <p:sndAc>
      <p:stSnd>
        <p:snd r:embed="rId1" name="click.wav"/>
      </p:stSnd>
    </p:sndAc>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653959227"/>
      </p:ext>
    </p:extLst>
  </p:cSld>
  <p:clrMapOvr>
    <a:masterClrMapping/>
  </p:clrMapOvr>
  <p:transition>
    <p:sndAc>
      <p:stSnd>
        <p:snd r:embed="rId1" name="click.wav"/>
      </p:stSnd>
    </p:sndAc>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950943351"/>
      </p:ext>
    </p:extLst>
  </p:cSld>
  <p:clrMapOvr>
    <a:masterClrMapping/>
  </p:clrMapOvr>
  <p:transition>
    <p:sndAc>
      <p:stSnd>
        <p:snd r:embed="rId1" name="click.wav"/>
      </p:stSnd>
    </p:sndAc>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37093022"/>
      </p:ext>
    </p:extLst>
  </p:cSld>
  <p:clrMapOvr>
    <a:masterClrMapping/>
  </p:clrMapOvr>
  <p:transition>
    <p:sndAc>
      <p:stSnd>
        <p:snd r:embed="rId1" name="click.wav"/>
      </p:stSnd>
    </p:sndAc>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94167900"/>
      </p:ext>
    </p:extLst>
  </p:cSld>
  <p:clrMapOvr>
    <a:masterClrMapping/>
  </p:clrMapOvr>
  <p:transition>
    <p:sndAc>
      <p:stSnd>
        <p:snd r:embed="rId1" name="click.wav"/>
      </p:stSnd>
    </p:sndAc>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725762673"/>
      </p:ext>
    </p:extLst>
  </p:cSld>
  <p:clrMapOvr>
    <a:masterClrMapping/>
  </p:clrMapOvr>
  <p:transition>
    <p:sndAc>
      <p:stSnd>
        <p:snd r:embed="rId1" name="click.wav"/>
      </p:stSnd>
    </p:sndAc>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7380344"/>
      </p:ext>
    </p:extLst>
  </p:cSld>
  <p:clrMapOvr>
    <a:masterClrMapping/>
  </p:clrMapOvr>
  <p:transition>
    <p:sndAc>
      <p:stSnd>
        <p:snd r:embed="rId1" name="click.wav"/>
      </p:stSnd>
    </p:sndAc>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71960959"/>
      </p:ext>
    </p:extLst>
  </p:cSld>
  <p:clrMapOvr>
    <a:masterClrMapping/>
  </p:clrMapOvr>
  <p:transition>
    <p:sndAc>
      <p:stSnd>
        <p:snd r:embed="rId1" name="click.wav"/>
      </p:stSnd>
    </p:sndAc>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9628512"/>
      </p:ext>
    </p:extLst>
  </p:cSld>
  <p:clrMapOvr>
    <a:masterClrMapping/>
  </p:clrMapOvr>
  <p:transition>
    <p:sndAc>
      <p:stSnd>
        <p:snd r:embed="rId1" name="click.wav"/>
      </p:stSnd>
    </p:sndAc>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98744335"/>
      </p:ext>
    </p:extLst>
  </p:cSld>
  <p:clrMapOvr>
    <a:masterClrMapping/>
  </p:clrMapOvr>
  <p:transition>
    <p:sndAc>
      <p:stSnd>
        <p:snd r:embed="rId1" name="click.wav"/>
      </p:stSnd>
    </p:sndAc>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960670145"/>
      </p:ext>
    </p:extLst>
  </p:cSld>
  <p:clrMapOvr>
    <a:masterClrMapping/>
  </p:clrMapOvr>
  <p:transition>
    <p:sndAc>
      <p:stSnd>
        <p:snd r:embed="rId1" name="click.wav"/>
      </p:stSnd>
    </p:sndAc>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49478109"/>
      </p:ext>
    </p:extLst>
  </p:cSld>
  <p:clrMapOvr>
    <a:masterClrMapping/>
  </p:clrMapOvr>
  <p:transition>
    <p:sndAc>
      <p:stSnd>
        <p:snd r:embed="rId1" name="click.wav"/>
      </p:stSnd>
    </p:sndAc>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audio" Target="../media/audio1.bin"/></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image" Target="../media/image3.jpeg"/><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audio" Target="../media/audio1.bin"/><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6" Type="http://schemas.openxmlformats.org/officeDocument/2006/relationships/image" Target="../media/image4.jpeg"/><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audio" Target="../media/audio1.bin"/><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slideLayout" Target="../slideLayouts/slideLayout51.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2" Type="http://schemas.openxmlformats.org/officeDocument/2006/relationships/slideLayout" Target="../slideLayouts/slideLayout40.xml"/><Relationship Id="rId16" Type="http://schemas.openxmlformats.org/officeDocument/2006/relationships/image" Target="../media/image5.jpeg"/><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audio" Target="../media/audio1.bin"/><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9.xml"/><Relationship Id="rId13" Type="http://schemas.openxmlformats.org/officeDocument/2006/relationships/theme" Target="../theme/theme5.xml"/><Relationship Id="rId3" Type="http://schemas.openxmlformats.org/officeDocument/2006/relationships/slideLayout" Target="../slideLayouts/slideLayout54.xml"/><Relationship Id="rId7" Type="http://schemas.openxmlformats.org/officeDocument/2006/relationships/slideLayout" Target="../slideLayouts/slideLayout58.xml"/><Relationship Id="rId12" Type="http://schemas.openxmlformats.org/officeDocument/2006/relationships/slideLayout" Target="../slideLayouts/slideLayout63.xml"/><Relationship Id="rId2" Type="http://schemas.openxmlformats.org/officeDocument/2006/relationships/slideLayout" Target="../slideLayouts/slideLayout53.xml"/><Relationship Id="rId1" Type="http://schemas.openxmlformats.org/officeDocument/2006/relationships/slideLayout" Target="../slideLayouts/slideLayout52.xml"/><Relationship Id="rId6" Type="http://schemas.openxmlformats.org/officeDocument/2006/relationships/slideLayout" Target="../slideLayouts/slideLayout57.xml"/><Relationship Id="rId11" Type="http://schemas.openxmlformats.org/officeDocument/2006/relationships/slideLayout" Target="../slideLayouts/slideLayout62.xml"/><Relationship Id="rId5" Type="http://schemas.openxmlformats.org/officeDocument/2006/relationships/slideLayout" Target="../slideLayouts/slideLayout56.xml"/><Relationship Id="rId15" Type="http://schemas.openxmlformats.org/officeDocument/2006/relationships/image" Target="../media/image6.jpeg"/><Relationship Id="rId10" Type="http://schemas.openxmlformats.org/officeDocument/2006/relationships/slideLayout" Target="../slideLayouts/slideLayout61.xml"/><Relationship Id="rId4" Type="http://schemas.openxmlformats.org/officeDocument/2006/relationships/slideLayout" Target="../slideLayouts/slideLayout55.xml"/><Relationship Id="rId9" Type="http://schemas.openxmlformats.org/officeDocument/2006/relationships/slideLayout" Target="../slideLayouts/slideLayout60.xml"/><Relationship Id="rId14" Type="http://schemas.openxmlformats.org/officeDocument/2006/relationships/audio" Target="../media/audio1.bin"/></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1.xml"/><Relationship Id="rId13" Type="http://schemas.openxmlformats.org/officeDocument/2006/relationships/theme" Target="../theme/theme6.xml"/><Relationship Id="rId3" Type="http://schemas.openxmlformats.org/officeDocument/2006/relationships/slideLayout" Target="../slideLayouts/slideLayout66.xml"/><Relationship Id="rId7" Type="http://schemas.openxmlformats.org/officeDocument/2006/relationships/slideLayout" Target="../slideLayouts/slideLayout70.xml"/><Relationship Id="rId12" Type="http://schemas.openxmlformats.org/officeDocument/2006/relationships/slideLayout" Target="../slideLayouts/slideLayout75.xml"/><Relationship Id="rId2" Type="http://schemas.openxmlformats.org/officeDocument/2006/relationships/slideLayout" Target="../slideLayouts/slideLayout65.xml"/><Relationship Id="rId1" Type="http://schemas.openxmlformats.org/officeDocument/2006/relationships/slideLayout" Target="../slideLayouts/slideLayout64.xml"/><Relationship Id="rId6" Type="http://schemas.openxmlformats.org/officeDocument/2006/relationships/slideLayout" Target="../slideLayouts/slideLayout69.xml"/><Relationship Id="rId11" Type="http://schemas.openxmlformats.org/officeDocument/2006/relationships/slideLayout" Target="../slideLayouts/slideLayout74.xml"/><Relationship Id="rId5" Type="http://schemas.openxmlformats.org/officeDocument/2006/relationships/slideLayout" Target="../slideLayouts/slideLayout68.xml"/><Relationship Id="rId15" Type="http://schemas.openxmlformats.org/officeDocument/2006/relationships/image" Target="../media/image7.jpeg"/><Relationship Id="rId10" Type="http://schemas.openxmlformats.org/officeDocument/2006/relationships/slideLayout" Target="../slideLayouts/slideLayout73.xml"/><Relationship Id="rId4" Type="http://schemas.openxmlformats.org/officeDocument/2006/relationships/slideLayout" Target="../slideLayouts/slideLayout67.xml"/><Relationship Id="rId9" Type="http://schemas.openxmlformats.org/officeDocument/2006/relationships/slideLayout" Target="../slideLayouts/slideLayout72.xml"/><Relationship Id="rId14" Type="http://schemas.openxmlformats.org/officeDocument/2006/relationships/audio" Target="../media/audio1.bin"/></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3.xml"/><Relationship Id="rId13" Type="http://schemas.openxmlformats.org/officeDocument/2006/relationships/theme" Target="../theme/theme7.xml"/><Relationship Id="rId3" Type="http://schemas.openxmlformats.org/officeDocument/2006/relationships/slideLayout" Target="../slideLayouts/slideLayout78.xml"/><Relationship Id="rId7" Type="http://schemas.openxmlformats.org/officeDocument/2006/relationships/slideLayout" Target="../slideLayouts/slideLayout82.xml"/><Relationship Id="rId12" Type="http://schemas.openxmlformats.org/officeDocument/2006/relationships/slideLayout" Target="../slideLayouts/slideLayout87.xml"/><Relationship Id="rId2" Type="http://schemas.openxmlformats.org/officeDocument/2006/relationships/slideLayout" Target="../slideLayouts/slideLayout77.xml"/><Relationship Id="rId1" Type="http://schemas.openxmlformats.org/officeDocument/2006/relationships/slideLayout" Target="../slideLayouts/slideLayout76.xml"/><Relationship Id="rId6" Type="http://schemas.openxmlformats.org/officeDocument/2006/relationships/slideLayout" Target="../slideLayouts/slideLayout81.xml"/><Relationship Id="rId11" Type="http://schemas.openxmlformats.org/officeDocument/2006/relationships/slideLayout" Target="../slideLayouts/slideLayout86.xml"/><Relationship Id="rId5" Type="http://schemas.openxmlformats.org/officeDocument/2006/relationships/slideLayout" Target="../slideLayouts/slideLayout80.xml"/><Relationship Id="rId15" Type="http://schemas.openxmlformats.org/officeDocument/2006/relationships/image" Target="../media/image8.jpeg"/><Relationship Id="rId10" Type="http://schemas.openxmlformats.org/officeDocument/2006/relationships/slideLayout" Target="../slideLayouts/slideLayout85.xml"/><Relationship Id="rId4" Type="http://schemas.openxmlformats.org/officeDocument/2006/relationships/slideLayout" Target="../slideLayouts/slideLayout79.xml"/><Relationship Id="rId9" Type="http://schemas.openxmlformats.org/officeDocument/2006/relationships/slideLayout" Target="../slideLayouts/slideLayout84.xml"/><Relationship Id="rId14" Type="http://schemas.openxmlformats.org/officeDocument/2006/relationships/audio" Target="../media/audio1.bin"/></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95.xml"/><Relationship Id="rId13" Type="http://schemas.openxmlformats.org/officeDocument/2006/relationships/theme" Target="../theme/theme8.xml"/><Relationship Id="rId3" Type="http://schemas.openxmlformats.org/officeDocument/2006/relationships/slideLayout" Target="../slideLayouts/slideLayout90.xml"/><Relationship Id="rId7" Type="http://schemas.openxmlformats.org/officeDocument/2006/relationships/slideLayout" Target="../slideLayouts/slideLayout94.xml"/><Relationship Id="rId12" Type="http://schemas.openxmlformats.org/officeDocument/2006/relationships/slideLayout" Target="../slideLayouts/slideLayout99.xml"/><Relationship Id="rId2" Type="http://schemas.openxmlformats.org/officeDocument/2006/relationships/slideLayout" Target="../slideLayouts/slideLayout89.xml"/><Relationship Id="rId1" Type="http://schemas.openxmlformats.org/officeDocument/2006/relationships/slideLayout" Target="../slideLayouts/slideLayout88.xml"/><Relationship Id="rId6" Type="http://schemas.openxmlformats.org/officeDocument/2006/relationships/slideLayout" Target="../slideLayouts/slideLayout93.xml"/><Relationship Id="rId11" Type="http://schemas.openxmlformats.org/officeDocument/2006/relationships/slideLayout" Target="../slideLayouts/slideLayout98.xml"/><Relationship Id="rId5" Type="http://schemas.openxmlformats.org/officeDocument/2006/relationships/slideLayout" Target="../slideLayouts/slideLayout92.xml"/><Relationship Id="rId15" Type="http://schemas.openxmlformats.org/officeDocument/2006/relationships/image" Target="../media/image9.jpeg"/><Relationship Id="rId10" Type="http://schemas.openxmlformats.org/officeDocument/2006/relationships/slideLayout" Target="../slideLayouts/slideLayout97.xml"/><Relationship Id="rId4" Type="http://schemas.openxmlformats.org/officeDocument/2006/relationships/slideLayout" Target="../slideLayouts/slideLayout91.xml"/><Relationship Id="rId9" Type="http://schemas.openxmlformats.org/officeDocument/2006/relationships/slideLayout" Target="../slideLayouts/slideLayout96.xml"/><Relationship Id="rId14" Type="http://schemas.openxmlformats.org/officeDocument/2006/relationships/audio" Target="../media/audio1.bin"/></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07.xml"/><Relationship Id="rId13" Type="http://schemas.openxmlformats.org/officeDocument/2006/relationships/theme" Target="../theme/theme9.xml"/><Relationship Id="rId3" Type="http://schemas.openxmlformats.org/officeDocument/2006/relationships/slideLayout" Target="../slideLayouts/slideLayout102.xml"/><Relationship Id="rId7" Type="http://schemas.openxmlformats.org/officeDocument/2006/relationships/slideLayout" Target="../slideLayouts/slideLayout106.xml"/><Relationship Id="rId12" Type="http://schemas.openxmlformats.org/officeDocument/2006/relationships/slideLayout" Target="../slideLayouts/slideLayout111.xml"/><Relationship Id="rId2" Type="http://schemas.openxmlformats.org/officeDocument/2006/relationships/slideLayout" Target="../slideLayouts/slideLayout101.xml"/><Relationship Id="rId1" Type="http://schemas.openxmlformats.org/officeDocument/2006/relationships/slideLayout" Target="../slideLayouts/slideLayout100.xml"/><Relationship Id="rId6" Type="http://schemas.openxmlformats.org/officeDocument/2006/relationships/slideLayout" Target="../slideLayouts/slideLayout105.xml"/><Relationship Id="rId11" Type="http://schemas.openxmlformats.org/officeDocument/2006/relationships/slideLayout" Target="../slideLayouts/slideLayout110.xml"/><Relationship Id="rId5" Type="http://schemas.openxmlformats.org/officeDocument/2006/relationships/slideLayout" Target="../slideLayouts/slideLayout104.xml"/><Relationship Id="rId15" Type="http://schemas.openxmlformats.org/officeDocument/2006/relationships/image" Target="../media/image10.jpeg"/><Relationship Id="rId10" Type="http://schemas.openxmlformats.org/officeDocument/2006/relationships/slideLayout" Target="../slideLayouts/slideLayout109.xml"/><Relationship Id="rId4" Type="http://schemas.openxmlformats.org/officeDocument/2006/relationships/slideLayout" Target="../slideLayouts/slideLayout103.xml"/><Relationship Id="rId9" Type="http://schemas.openxmlformats.org/officeDocument/2006/relationships/slideLayout" Target="../slideLayouts/slideLayout108.xml"/><Relationship Id="rId14" Type="http://schemas.openxmlformats.org/officeDocument/2006/relationships/audio" Target="../media/audio1.bin"/></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19.xml"/><Relationship Id="rId13" Type="http://schemas.openxmlformats.org/officeDocument/2006/relationships/theme" Target="../theme/theme10.xml"/><Relationship Id="rId3" Type="http://schemas.openxmlformats.org/officeDocument/2006/relationships/slideLayout" Target="../slideLayouts/slideLayout114.xml"/><Relationship Id="rId7" Type="http://schemas.openxmlformats.org/officeDocument/2006/relationships/slideLayout" Target="../slideLayouts/slideLayout118.xml"/><Relationship Id="rId12" Type="http://schemas.openxmlformats.org/officeDocument/2006/relationships/slideLayout" Target="../slideLayouts/slideLayout123.xml"/><Relationship Id="rId2" Type="http://schemas.openxmlformats.org/officeDocument/2006/relationships/slideLayout" Target="../slideLayouts/slideLayout113.xml"/><Relationship Id="rId1" Type="http://schemas.openxmlformats.org/officeDocument/2006/relationships/slideLayout" Target="../slideLayouts/slideLayout112.xml"/><Relationship Id="rId6" Type="http://schemas.openxmlformats.org/officeDocument/2006/relationships/slideLayout" Target="../slideLayouts/slideLayout117.xml"/><Relationship Id="rId11" Type="http://schemas.openxmlformats.org/officeDocument/2006/relationships/slideLayout" Target="../slideLayouts/slideLayout122.xml"/><Relationship Id="rId5" Type="http://schemas.openxmlformats.org/officeDocument/2006/relationships/slideLayout" Target="../slideLayouts/slideLayout116.xml"/><Relationship Id="rId15" Type="http://schemas.openxmlformats.org/officeDocument/2006/relationships/image" Target="../media/image11.jpeg"/><Relationship Id="rId10" Type="http://schemas.openxmlformats.org/officeDocument/2006/relationships/slideLayout" Target="../slideLayouts/slideLayout121.xml"/><Relationship Id="rId4" Type="http://schemas.openxmlformats.org/officeDocument/2006/relationships/slideLayout" Target="../slideLayouts/slideLayout115.xml"/><Relationship Id="rId9" Type="http://schemas.openxmlformats.org/officeDocument/2006/relationships/slideLayout" Target="../slideLayouts/slideLayout120.xml"/><Relationship Id="rId14" Type="http://schemas.openxmlformats.org/officeDocument/2006/relationships/audio" Target="../media/audio1.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5" descr="Always Learning">
            <a:extLst>
              <a:ext uri="{FF2B5EF4-FFF2-40B4-BE49-F238E27FC236}">
                <a16:creationId xmlns:a16="http://schemas.microsoft.com/office/drawing/2014/main" id="{3B94A5EC-21A3-C7EE-ADC3-348E4DF7A17A}"/>
              </a:ext>
            </a:extLst>
          </p:cNvPr>
          <p:cNvPicPr>
            <a:picLocks noChangeAspect="1" noChangeArrowheads="1"/>
          </p:cNvPicPr>
          <p:nvPr/>
        </p:nvPicPr>
        <p:blipFill>
          <a:blip r:embed="rId15" cstate="screen">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3C16AA13-905D-5202-1E26-68E3C21E253B}"/>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pic>
        <p:nvPicPr>
          <p:cNvPr id="1028" name="Picture 2">
            <a:extLst>
              <a:ext uri="{FF2B5EF4-FFF2-40B4-BE49-F238E27FC236}">
                <a16:creationId xmlns:a16="http://schemas.microsoft.com/office/drawing/2014/main" id="{96A689FF-8B47-679F-73A4-A5EFC0190457}"/>
              </a:ext>
            </a:extLst>
          </p:cNvPr>
          <p:cNvPicPr>
            <a:picLocks noChangeAspect="1" noChangeArrowheads="1"/>
          </p:cNvPicPr>
          <p:nvPr userDrawn="1"/>
        </p:nvPicPr>
        <p:blipFill>
          <a:blip r:embed="rId16" cstate="screen">
            <a:extLst>
              <a:ext uri="{28A0092B-C50C-407E-A947-70E740481C1C}">
                <a14:useLocalDpi xmlns:a14="http://schemas.microsoft.com/office/drawing/2010/main"/>
              </a:ext>
            </a:extLst>
          </a:blip>
          <a:srcRect/>
          <a:stretch/>
        </p:blipFill>
        <p:spPr bwMode="auto">
          <a:xfrm>
            <a:off x="-1390" y="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801" r:id="rId1"/>
    <p:sldLayoutId id="2147484802" r:id="rId2"/>
    <p:sldLayoutId id="2147484803" r:id="rId3"/>
    <p:sldLayoutId id="2147484804" r:id="rId4"/>
    <p:sldLayoutId id="2147484805" r:id="rId5"/>
    <p:sldLayoutId id="2147484806" r:id="rId6"/>
    <p:sldLayoutId id="2147484807" r:id="rId7"/>
    <p:sldLayoutId id="2147484808" r:id="rId8"/>
    <p:sldLayoutId id="2147484809" r:id="rId9"/>
    <p:sldLayoutId id="2147484810" r:id="rId10"/>
    <p:sldLayoutId id="2147484811" r:id="rId11"/>
    <p:sldLayoutId id="214748481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screen">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cSld>
  <p:clrMap bg1="lt1" tx1="dk1" bg2="lt2" tx2="dk2" accent1="accent1" accent2="accent2" accent3="accent3" accent4="accent4" accent5="accent5" accent6="accent6" hlink="hlink" folHlink="folHlink"/>
  <p:sldLayoutIdLst>
    <p:sldLayoutId id="2147484813" r:id="rId1"/>
    <p:sldLayoutId id="2147484814" r:id="rId2"/>
    <p:sldLayoutId id="2147484815" r:id="rId3"/>
    <p:sldLayoutId id="2147484816" r:id="rId4"/>
    <p:sldLayoutId id="2147484817" r:id="rId5"/>
    <p:sldLayoutId id="2147484818" r:id="rId6"/>
    <p:sldLayoutId id="2147484819" r:id="rId7"/>
    <p:sldLayoutId id="2147484820" r:id="rId8"/>
    <p:sldLayoutId id="2147484821" r:id="rId9"/>
    <p:sldLayoutId id="2147484822" r:id="rId10"/>
    <p:sldLayoutId id="2147484823" r:id="rId11"/>
    <p:sldLayoutId id="2147484824" r:id="rId12"/>
    <p:sldLayoutId id="2147484929"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screen">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55103762"/>
      </p:ext>
    </p:extLst>
  </p:cSld>
  <p:clrMap bg1="lt1" tx1="dk1" bg2="lt2" tx2="dk2" accent1="accent1" accent2="accent2" accent3="accent3" accent4="accent4" accent5="accent5" accent6="accent6" hlink="hlink" folHlink="folHlink"/>
  <p:sldLayoutIdLst>
    <p:sldLayoutId id="2147484826" r:id="rId1"/>
    <p:sldLayoutId id="2147484827" r:id="rId2"/>
    <p:sldLayoutId id="2147484828" r:id="rId3"/>
    <p:sldLayoutId id="2147484829" r:id="rId4"/>
    <p:sldLayoutId id="2147484830" r:id="rId5"/>
    <p:sldLayoutId id="2147484831" r:id="rId6"/>
    <p:sldLayoutId id="2147484832" r:id="rId7"/>
    <p:sldLayoutId id="2147484833" r:id="rId8"/>
    <p:sldLayoutId id="2147484834" r:id="rId9"/>
    <p:sldLayoutId id="2147484835" r:id="rId10"/>
    <p:sldLayoutId id="2147484836" r:id="rId11"/>
    <p:sldLayoutId id="2147484837" r:id="rId12"/>
    <p:sldLayoutId id="2147484930"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pic>
        <p:nvPicPr>
          <p:cNvPr id="2" name="Picture 8">
            <a:extLst>
              <a:ext uri="{FF2B5EF4-FFF2-40B4-BE49-F238E27FC236}">
                <a16:creationId xmlns:a16="http://schemas.microsoft.com/office/drawing/2014/main" id="{DAC12838-FA74-541C-8E1F-B99D24216657}"/>
              </a:ext>
            </a:extLst>
          </p:cNvPr>
          <p:cNvPicPr>
            <a:picLocks noChangeAspect="1" noChangeArrowheads="1"/>
          </p:cNvPicPr>
          <p:nvPr userDrawn="1"/>
        </p:nvPicPr>
        <p:blipFill>
          <a:blip r:embed="rId16" cstate="screen">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70692123"/>
      </p:ext>
    </p:extLst>
  </p:cSld>
  <p:clrMap bg1="lt1" tx1="dk1" bg2="lt2" tx2="dk2" accent1="accent1" accent2="accent2" accent3="accent3" accent4="accent4" accent5="accent5" accent6="accent6" hlink="hlink" folHlink="folHlink"/>
  <p:sldLayoutIdLst>
    <p:sldLayoutId id="2147484839" r:id="rId1"/>
    <p:sldLayoutId id="2147484840" r:id="rId2"/>
    <p:sldLayoutId id="2147484841" r:id="rId3"/>
    <p:sldLayoutId id="2147484842" r:id="rId4"/>
    <p:sldLayoutId id="2147484843" r:id="rId5"/>
    <p:sldLayoutId id="2147484844" r:id="rId6"/>
    <p:sldLayoutId id="2147484845" r:id="rId7"/>
    <p:sldLayoutId id="2147484846" r:id="rId8"/>
    <p:sldLayoutId id="2147484847" r:id="rId9"/>
    <p:sldLayoutId id="2147484848" r:id="rId10"/>
    <p:sldLayoutId id="2147484849" r:id="rId11"/>
    <p:sldLayoutId id="2147484850" r:id="rId12"/>
    <p:sldLayoutId id="2147484931"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screen">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909356872"/>
      </p:ext>
    </p:extLst>
  </p:cSld>
  <p:clrMap bg1="lt1" tx1="dk1" bg2="lt2" tx2="dk2" accent1="accent1" accent2="accent2" accent3="accent3" accent4="accent4" accent5="accent5" accent6="accent6" hlink="hlink" folHlink="folHlink"/>
  <p:sldLayoutIdLst>
    <p:sldLayoutId id="2147484852" r:id="rId1"/>
    <p:sldLayoutId id="2147484853" r:id="rId2"/>
    <p:sldLayoutId id="2147484854" r:id="rId3"/>
    <p:sldLayoutId id="2147484855" r:id="rId4"/>
    <p:sldLayoutId id="2147484856" r:id="rId5"/>
    <p:sldLayoutId id="2147484857" r:id="rId6"/>
    <p:sldLayoutId id="2147484858" r:id="rId7"/>
    <p:sldLayoutId id="2147484859" r:id="rId8"/>
    <p:sldLayoutId id="2147484860" r:id="rId9"/>
    <p:sldLayoutId id="2147484861" r:id="rId10"/>
    <p:sldLayoutId id="2147484862" r:id="rId11"/>
    <p:sldLayoutId id="2147484863"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screen">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28825263"/>
      </p:ext>
    </p:extLst>
  </p:cSld>
  <p:clrMap bg1="lt1" tx1="dk1" bg2="lt2" tx2="dk2" accent1="accent1" accent2="accent2" accent3="accent3" accent4="accent4" accent5="accent5" accent6="accent6" hlink="hlink" folHlink="folHlink"/>
  <p:sldLayoutIdLst>
    <p:sldLayoutId id="2147484865" r:id="rId1"/>
    <p:sldLayoutId id="2147484866" r:id="rId2"/>
    <p:sldLayoutId id="2147484867" r:id="rId3"/>
    <p:sldLayoutId id="2147484868" r:id="rId4"/>
    <p:sldLayoutId id="2147484869" r:id="rId5"/>
    <p:sldLayoutId id="2147484870" r:id="rId6"/>
    <p:sldLayoutId id="2147484871" r:id="rId7"/>
    <p:sldLayoutId id="2147484872" r:id="rId8"/>
    <p:sldLayoutId id="2147484873" r:id="rId9"/>
    <p:sldLayoutId id="2147484874" r:id="rId10"/>
    <p:sldLayoutId id="2147484875" r:id="rId11"/>
    <p:sldLayoutId id="2147484876"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screen">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701897197"/>
      </p:ext>
    </p:extLst>
  </p:cSld>
  <p:clrMap bg1="lt1" tx1="dk1" bg2="lt2" tx2="dk2" accent1="accent1" accent2="accent2" accent3="accent3" accent4="accent4" accent5="accent5" accent6="accent6" hlink="hlink" folHlink="folHlink"/>
  <p:sldLayoutIdLst>
    <p:sldLayoutId id="2147484878" r:id="rId1"/>
    <p:sldLayoutId id="2147484879" r:id="rId2"/>
    <p:sldLayoutId id="2147484880" r:id="rId3"/>
    <p:sldLayoutId id="2147484881" r:id="rId4"/>
    <p:sldLayoutId id="2147484882" r:id="rId5"/>
    <p:sldLayoutId id="2147484883" r:id="rId6"/>
    <p:sldLayoutId id="2147484884" r:id="rId7"/>
    <p:sldLayoutId id="2147484885" r:id="rId8"/>
    <p:sldLayoutId id="2147484886" r:id="rId9"/>
    <p:sldLayoutId id="2147484887" r:id="rId10"/>
    <p:sldLayoutId id="2147484888" r:id="rId11"/>
    <p:sldLayoutId id="2147484889"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screen">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82471028"/>
      </p:ext>
    </p:extLst>
  </p:cSld>
  <p:clrMap bg1="lt1" tx1="dk1" bg2="lt2" tx2="dk2" accent1="accent1" accent2="accent2" accent3="accent3" accent4="accent4" accent5="accent5" accent6="accent6" hlink="hlink" folHlink="folHlink"/>
  <p:sldLayoutIdLst>
    <p:sldLayoutId id="2147484891" r:id="rId1"/>
    <p:sldLayoutId id="2147484892" r:id="rId2"/>
    <p:sldLayoutId id="2147484893" r:id="rId3"/>
    <p:sldLayoutId id="2147484894" r:id="rId4"/>
    <p:sldLayoutId id="2147484895" r:id="rId5"/>
    <p:sldLayoutId id="2147484896" r:id="rId6"/>
    <p:sldLayoutId id="2147484897" r:id="rId7"/>
    <p:sldLayoutId id="2147484898" r:id="rId8"/>
    <p:sldLayoutId id="2147484899" r:id="rId9"/>
    <p:sldLayoutId id="2147484900" r:id="rId10"/>
    <p:sldLayoutId id="2147484901" r:id="rId11"/>
    <p:sldLayoutId id="214748490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screen">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310322001"/>
      </p:ext>
    </p:extLst>
  </p:cSld>
  <p:clrMap bg1="lt1" tx1="dk1" bg2="lt2" tx2="dk2" accent1="accent1" accent2="accent2" accent3="accent3" accent4="accent4" accent5="accent5" accent6="accent6" hlink="hlink" folHlink="folHlink"/>
  <p:sldLayoutIdLst>
    <p:sldLayoutId id="2147484904" r:id="rId1"/>
    <p:sldLayoutId id="2147484905" r:id="rId2"/>
    <p:sldLayoutId id="2147484906" r:id="rId3"/>
    <p:sldLayoutId id="2147484907" r:id="rId4"/>
    <p:sldLayoutId id="2147484908" r:id="rId5"/>
    <p:sldLayoutId id="2147484909" r:id="rId6"/>
    <p:sldLayoutId id="2147484910" r:id="rId7"/>
    <p:sldLayoutId id="2147484911" r:id="rId8"/>
    <p:sldLayoutId id="2147484912" r:id="rId9"/>
    <p:sldLayoutId id="2147484913" r:id="rId10"/>
    <p:sldLayoutId id="2147484914" r:id="rId11"/>
    <p:sldLayoutId id="2147484915"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screen">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12674478"/>
      </p:ext>
    </p:extLst>
  </p:cSld>
  <p:clrMap bg1="lt1" tx1="dk1" bg2="lt2" tx2="dk2" accent1="accent1" accent2="accent2" accent3="accent3" accent4="accent4" accent5="accent5" accent6="accent6" hlink="hlink" folHlink="folHlink"/>
  <p:sldLayoutIdLst>
    <p:sldLayoutId id="2147484917" r:id="rId1"/>
    <p:sldLayoutId id="2147484918" r:id="rId2"/>
    <p:sldLayoutId id="2147484919" r:id="rId3"/>
    <p:sldLayoutId id="2147484920" r:id="rId4"/>
    <p:sldLayoutId id="2147484921" r:id="rId5"/>
    <p:sldLayoutId id="2147484922" r:id="rId6"/>
    <p:sldLayoutId id="2147484923" r:id="rId7"/>
    <p:sldLayoutId id="2147484924" r:id="rId8"/>
    <p:sldLayoutId id="2147484925" r:id="rId9"/>
    <p:sldLayoutId id="2147484926" r:id="rId10"/>
    <p:sldLayoutId id="2147484927" r:id="rId11"/>
    <p:sldLayoutId id="2147484928"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xml"/><Relationship Id="rId1" Type="http://schemas.openxmlformats.org/officeDocument/2006/relationships/slideLayout" Target="../slideLayouts/slideLayout39.xml"/></Relationships>
</file>

<file path=ppt/slides/_rels/slide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xml"/><Relationship Id="rId1" Type="http://schemas.openxmlformats.org/officeDocument/2006/relationships/slideLayout" Target="../slideLayouts/slideLayout51.xml"/></Relationships>
</file>

<file path=ppt/slides/_rels/slide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xml"/><Relationship Id="rId1" Type="http://schemas.openxmlformats.org/officeDocument/2006/relationships/slideLayout" Target="../slideLayouts/slideLayout51.xml"/></Relationships>
</file>

<file path=ppt/slides/_rels/slide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4.xml"/><Relationship Id="rId1" Type="http://schemas.openxmlformats.org/officeDocument/2006/relationships/slideLayout" Target="../slideLayouts/slideLayout51.xml"/></Relationships>
</file>

<file path=ppt/slides/_rels/slide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5.xml"/><Relationship Id="rId1" Type="http://schemas.openxmlformats.org/officeDocument/2006/relationships/slideLayout" Target="../slideLayouts/slideLayout51.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6.xml"/><Relationship Id="rId1" Type="http://schemas.openxmlformats.org/officeDocument/2006/relationships/slideLayout" Target="../slideLayouts/slideLayout51.xml"/></Relationships>
</file>

<file path=ppt/slides/_rels/slide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7.xml"/><Relationship Id="rId1" Type="http://schemas.openxmlformats.org/officeDocument/2006/relationships/slideLayout" Target="../slideLayouts/slideLayout51.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8.xml"/><Relationship Id="rId1" Type="http://schemas.openxmlformats.org/officeDocument/2006/relationships/slideLayout" Target="../slideLayouts/slideLayout51.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9.xml"/><Relationship Id="rId1" Type="http://schemas.openxmlformats.org/officeDocument/2006/relationships/slideLayout" Target="../slideLayouts/slideLayout51.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slideLayout" Target="../slideLayouts/slideLayout44.xml"/><Relationship Id="rId1" Type="http://schemas.openxmlformats.org/officeDocument/2006/relationships/themeOverride" Target="../theme/themeOverride1.xml"/><Relationship Id="rId5" Type="http://schemas.openxmlformats.org/officeDocument/2006/relationships/image" Target="../media/image17.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0.xml"/><Relationship Id="rId1" Type="http://schemas.openxmlformats.org/officeDocument/2006/relationships/slideLayout" Target="../slideLayouts/slideLayout51.xml"/></Relationships>
</file>

<file path=ppt/slides/_rels/slide1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1.xml"/><Relationship Id="rId1" Type="http://schemas.openxmlformats.org/officeDocument/2006/relationships/slideLayout" Target="../slideLayouts/slideLayout51.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2.xml"/><Relationship Id="rId1" Type="http://schemas.openxmlformats.org/officeDocument/2006/relationships/slideLayout" Target="../slideLayouts/slideLayout51.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3.xml"/><Relationship Id="rId1" Type="http://schemas.openxmlformats.org/officeDocument/2006/relationships/slideLayout" Target="../slideLayouts/slideLayout43.xm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4.xml"/><Relationship Id="rId1" Type="http://schemas.openxmlformats.org/officeDocument/2006/relationships/slideLayout" Target="../slideLayouts/slideLayout43.xml"/><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5.xml"/><Relationship Id="rId1" Type="http://schemas.openxmlformats.org/officeDocument/2006/relationships/slideLayout" Target="../slideLayouts/slideLayout51.xml"/><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6.xml"/><Relationship Id="rId1" Type="http://schemas.openxmlformats.org/officeDocument/2006/relationships/slideLayout" Target="../slideLayouts/slideLayout51.xml"/><Relationship Id="rId5" Type="http://schemas.openxmlformats.org/officeDocument/2006/relationships/image" Target="../media/image24.png"/><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7.xml"/><Relationship Id="rId1" Type="http://schemas.openxmlformats.org/officeDocument/2006/relationships/slideLayout" Target="../slideLayouts/slideLayout51.xml"/></Relationships>
</file>

<file path=ppt/slides/_rels/slide1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8.xml"/><Relationship Id="rId1" Type="http://schemas.openxmlformats.org/officeDocument/2006/relationships/slideLayout" Target="../slideLayouts/slideLayout51.xml"/></Relationships>
</file>

<file path=ppt/slides/_rels/slide2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9.xml"/><Relationship Id="rId1" Type="http://schemas.openxmlformats.org/officeDocument/2006/relationships/slideLayout" Target="../slideLayouts/slideLayout51.xml"/></Relationships>
</file>

<file path=ppt/slides/_rels/slide2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0.xml"/><Relationship Id="rId1" Type="http://schemas.openxmlformats.org/officeDocument/2006/relationships/slideLayout" Target="../slideLayouts/slideLayout51.xml"/></Relationships>
</file>

<file path=ppt/slides/_rels/slide2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1.xml"/><Relationship Id="rId1" Type="http://schemas.openxmlformats.org/officeDocument/2006/relationships/slideLayout" Target="../slideLayouts/slideLayout51.xml"/></Relationships>
</file>

<file path=ppt/slides/_rels/slide2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2.xml"/><Relationship Id="rId1" Type="http://schemas.openxmlformats.org/officeDocument/2006/relationships/slideLayout" Target="../slideLayouts/slideLayout51.xml"/><Relationship Id="rId5" Type="http://schemas.openxmlformats.org/officeDocument/2006/relationships/image" Target="../media/image26.png"/><Relationship Id="rId4" Type="http://schemas.openxmlformats.org/officeDocument/2006/relationships/image" Target="../media/image25.png"/></Relationships>
</file>

<file path=ppt/slides/_rels/slide2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3.xml"/><Relationship Id="rId1" Type="http://schemas.openxmlformats.org/officeDocument/2006/relationships/slideLayout" Target="../slideLayouts/slideLayout51.xml"/><Relationship Id="rId4" Type="http://schemas.openxmlformats.org/officeDocument/2006/relationships/image" Target="../media/image27.png"/></Relationships>
</file>

<file path=ppt/slides/_rels/slide2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4.xml"/><Relationship Id="rId1" Type="http://schemas.openxmlformats.org/officeDocument/2006/relationships/slideLayout" Target="../slideLayouts/slideLayout51.xml"/><Relationship Id="rId4" Type="http://schemas.openxmlformats.org/officeDocument/2006/relationships/image" Target="../media/image28.png"/></Relationships>
</file>

<file path=ppt/slides/_rels/slide2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5.xml"/><Relationship Id="rId1" Type="http://schemas.openxmlformats.org/officeDocument/2006/relationships/slideLayout" Target="../slideLayouts/slideLayout51.xml"/><Relationship Id="rId4" Type="http://schemas.openxmlformats.org/officeDocument/2006/relationships/image" Target="../media/image29.png"/></Relationships>
</file>

<file path=ppt/slides/_rels/slide2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6.xml"/><Relationship Id="rId1" Type="http://schemas.openxmlformats.org/officeDocument/2006/relationships/slideLayout" Target="../slideLayouts/slideLayout51.xml"/></Relationships>
</file>

<file path=ppt/slides/_rels/slide2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7.xml"/><Relationship Id="rId1" Type="http://schemas.openxmlformats.org/officeDocument/2006/relationships/slideLayout" Target="../slideLayouts/slideLayout51.xml"/><Relationship Id="rId4" Type="http://schemas.openxmlformats.org/officeDocument/2006/relationships/image" Target="../media/image30.png"/></Relationships>
</file>

<file path=ppt/slides/_rels/slide2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8.xml"/><Relationship Id="rId1" Type="http://schemas.openxmlformats.org/officeDocument/2006/relationships/slideLayout" Target="../slideLayouts/slideLayout51.xml"/><Relationship Id="rId4" Type="http://schemas.openxmlformats.org/officeDocument/2006/relationships/image" Target="../media/image31.png"/></Relationships>
</file>

<file path=ppt/slides/_rels/slide3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9.xml"/><Relationship Id="rId1" Type="http://schemas.openxmlformats.org/officeDocument/2006/relationships/slideLayout" Target="../slideLayouts/slideLayout51.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3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0.xml"/><Relationship Id="rId1" Type="http://schemas.openxmlformats.org/officeDocument/2006/relationships/slideLayout" Target="../slideLayouts/slideLayout51.xml"/><Relationship Id="rId5" Type="http://schemas.openxmlformats.org/officeDocument/2006/relationships/image" Target="../media/image36.png"/><Relationship Id="rId4" Type="http://schemas.openxmlformats.org/officeDocument/2006/relationships/image" Target="../media/image35.png"/></Relationships>
</file>

<file path=ppt/slides/_rels/slide3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1.xml"/><Relationship Id="rId1" Type="http://schemas.openxmlformats.org/officeDocument/2006/relationships/slideLayout" Target="../slideLayouts/slideLayout51.xml"/></Relationships>
</file>

<file path=ppt/slides/_rels/slide3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2.xml"/><Relationship Id="rId1" Type="http://schemas.openxmlformats.org/officeDocument/2006/relationships/slideLayout" Target="../slideLayouts/slideLayout51.xml"/></Relationships>
</file>

<file path=ppt/slides/_rels/slide3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3.xml"/><Relationship Id="rId1" Type="http://schemas.openxmlformats.org/officeDocument/2006/relationships/slideLayout" Target="../slideLayouts/slideLayout51.xml"/><Relationship Id="rId4" Type="http://schemas.openxmlformats.org/officeDocument/2006/relationships/image" Target="../media/image37.png"/></Relationships>
</file>

<file path=ppt/slides/_rels/slide3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4.xml"/><Relationship Id="rId1" Type="http://schemas.openxmlformats.org/officeDocument/2006/relationships/slideLayout" Target="../slideLayouts/slideLayout51.xml"/></Relationships>
</file>

<file path=ppt/slides/_rels/slide3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5.xml"/><Relationship Id="rId1" Type="http://schemas.openxmlformats.org/officeDocument/2006/relationships/slideLayout" Target="../slideLayouts/slideLayout5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Title 1">
            <a:extLst>
              <a:ext uri="{FF2B5EF4-FFF2-40B4-BE49-F238E27FC236}">
                <a16:creationId xmlns:a16="http://schemas.microsoft.com/office/drawing/2014/main" id="{0012F91A-CE7E-F9D0-49A0-525DD2185BAB}"/>
              </a:ext>
            </a:extLst>
          </p:cNvPr>
          <p:cNvSpPr>
            <a:spLocks noGrp="1" noChangeArrowheads="1"/>
          </p:cNvSpPr>
          <p:nvPr>
            <p:ph type="ctrTitle"/>
          </p:nvPr>
        </p:nvSpPr>
        <p:spPr bwMode="auto">
          <a:xfrm>
            <a:off x="341784" y="1843608"/>
            <a:ext cx="8460432" cy="317078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dirty="0">
                <a:latin typeface="Sakkal Majalla" panose="02000000000000000000" pitchFamily="2" charset="-78"/>
                <a:cs typeface="Sakkal Majalla" panose="02000000000000000000" pitchFamily="2" charset="-78"/>
              </a:rPr>
              <a:t>الوحدة 22</a:t>
            </a:r>
            <a:br>
              <a:rPr lang="en-GB" altLang="en-US" dirty="0">
                <a:latin typeface="Sakkal Majalla" panose="02000000000000000000" pitchFamily="2" charset="-78"/>
                <a:cs typeface="Sakkal Majalla" panose="02000000000000000000" pitchFamily="2" charset="-78"/>
              </a:rPr>
            </a:br>
            <a:br>
              <a:rPr lang="en-GB" altLang="en-US" dirty="0">
                <a:latin typeface="Sakkal Majalla" panose="02000000000000000000" pitchFamily="2" charset="-78"/>
                <a:cs typeface="Sakkal Majalla" panose="02000000000000000000" pitchFamily="2" charset="-78"/>
              </a:rPr>
            </a:br>
            <a:r>
              <a:rPr lang="ar" dirty="0">
                <a:latin typeface="Sakkal Majalla" panose="02000000000000000000" pitchFamily="2" charset="-78"/>
                <a:cs typeface="Sakkal Majalla" panose="02000000000000000000" pitchFamily="2" charset="-78"/>
              </a:rPr>
              <a:t>إنشاء الدوائر الكهربائية والإلكترونية واختبارها</a:t>
            </a:r>
            <a:br>
              <a:rPr lang="en-US" altLang="en-US" dirty="0">
                <a:latin typeface="Sakkal Majalla" panose="02000000000000000000" pitchFamily="2" charset="-78"/>
                <a:cs typeface="Sakkal Majalla" panose="02000000000000000000" pitchFamily="2" charset="-78"/>
              </a:rPr>
            </a:br>
            <a:endParaRPr lang="en-GB" altLang="en-US"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6E01DCC5-21AA-C4B0-6126-B08921D41FE2}"/>
              </a:ext>
            </a:extLst>
          </p:cNvPr>
          <p:cNvSpPr>
            <a:spLocks noGrp="1"/>
          </p:cNvSpPr>
          <p:nvPr>
            <p:ph type="ftr" sz="quarter" idx="10"/>
          </p:nvPr>
        </p:nvSpPr>
        <p:spPr>
          <a:xfrm>
            <a:off x="33503" y="6453336"/>
            <a:ext cx="9144000" cy="287337"/>
          </a:xfrm>
        </p:spPr>
        <p:txBody>
          <a:bodyPr wrap="square" rtlCol="1" anchor="t">
            <a:normAutofit lnSpcReduction="10000"/>
          </a:bodyPr>
          <a:lstStyle/>
          <a:p>
            <a:pPr algn="ctr" rtl="1">
              <a:lnSpc>
                <a:spcPct val="90000"/>
              </a:lnSpc>
              <a:spcAft>
                <a:spcPts val="600"/>
              </a:spcAft>
              <a:defRPr/>
            </a:pPr>
            <a:r>
              <a:rPr lang="ar" sz="1400" dirty="0">
                <a:latin typeface="Sakkal Majalla" panose="02000000000000000000" pitchFamily="2" charset="-78"/>
                <a:cs typeface="Sakkal Majalla" panose="02000000000000000000" pitchFamily="2" charset="-78"/>
              </a:rPr>
              <a:t>© حقوق التأليف والنشر لعام 2023 محفوظة لشركة بيرسون إديوكيشن ليمتد </a:t>
            </a:r>
          </a:p>
        </p:txBody>
      </p:sp>
      <p:sp>
        <p:nvSpPr>
          <p:cNvPr id="3" name="Footer Placeholder 2">
            <a:extLst>
              <a:ext uri="{FF2B5EF4-FFF2-40B4-BE49-F238E27FC236}">
                <a16:creationId xmlns:a16="http://schemas.microsoft.com/office/drawing/2014/main" id="{64631BD3-B5F0-2877-FF1D-3E7A46D91CF8}"/>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A103000360233</a:t>
            </a:r>
            <a:endParaRPr lang="ar" sz="1000" dirty="0"/>
          </a:p>
        </p:txBody>
      </p:sp>
    </p:spTree>
  </p:cSld>
  <p:clrMapOvr>
    <a:masterClrMapping/>
  </p:clrMapOvr>
  <p:transition>
    <p:sndAc>
      <p:stSnd>
        <p:snd r:embed="rId3" name="click.wav"/>
      </p:stSnd>
    </p:sndAc>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2">
            <a:extLst>
              <a:ext uri="{FF2B5EF4-FFF2-40B4-BE49-F238E27FC236}">
                <a16:creationId xmlns:a16="http://schemas.microsoft.com/office/drawing/2014/main" id="{FC4F7FC9-2CE9-41A9-0CEE-4C8BD93B5782}"/>
              </a:ext>
            </a:extLst>
          </p:cNvPr>
          <p:cNvSpPr>
            <a:spLocks noGrp="1" noChangeArrowheads="1"/>
          </p:cNvSpPr>
          <p:nvPr>
            <p:ph type="title"/>
          </p:nvPr>
        </p:nvSpPr>
        <p:spPr bwMode="auto">
          <a:xfrm>
            <a:off x="457200" y="1331913"/>
            <a:ext cx="8229600" cy="863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a:latin typeface="Sakkal Majalla" panose="02000000000000000000" pitchFamily="2" charset="-78"/>
                <a:cs typeface="Sakkal Majalla" panose="02000000000000000000" pitchFamily="2" charset="-78"/>
              </a:rPr>
              <a:t>إنشاء الدوائر الكهربائية والإلكترونية واختبارها</a:t>
            </a:r>
          </a:p>
        </p:txBody>
      </p:sp>
      <p:sp>
        <p:nvSpPr>
          <p:cNvPr id="30723" name="Content Placeholder 3">
            <a:extLst>
              <a:ext uri="{FF2B5EF4-FFF2-40B4-BE49-F238E27FC236}">
                <a16:creationId xmlns:a16="http://schemas.microsoft.com/office/drawing/2014/main" id="{3C79F714-332C-AB63-03D9-E6D0CAE0623F}"/>
              </a:ext>
            </a:extLst>
          </p:cNvPr>
          <p:cNvSpPr>
            <a:spLocks noGrp="1" noChangeArrowheads="1"/>
          </p:cNvSpPr>
          <p:nvPr>
            <p:ph sz="half" idx="2"/>
          </p:nvPr>
        </p:nvSpPr>
        <p:spPr bwMode="auto">
          <a:xfrm>
            <a:off x="457200" y="3274218"/>
            <a:ext cx="7991475" cy="277653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a:latin typeface="Sakkal Majalla" panose="02000000000000000000" pitchFamily="2" charset="-78"/>
                <a:cs typeface="Sakkal Majalla" panose="02000000000000000000" pitchFamily="2" charset="-78"/>
              </a:rPr>
              <a:t>في هذه الوحدة، سيدرس المتعلمون الدوائر الكهربائية والإلكترونية وكيفية عملها.</a:t>
            </a:r>
          </a:p>
          <a:p>
            <a:pPr rtl="1"/>
            <a:r>
              <a:rPr lang="ar">
                <a:latin typeface="Sakkal Majalla" panose="02000000000000000000" pitchFamily="2" charset="-78"/>
                <a:cs typeface="Sakkal Majalla" panose="02000000000000000000" pitchFamily="2" charset="-78"/>
              </a:rPr>
              <a:t>كما سيتعلمون كيفية إنشاء دوائر كهربائية وإلكترونية بأمان. </a:t>
            </a:r>
          </a:p>
          <a:p>
            <a:pPr rtl="1"/>
            <a:r>
              <a:rPr lang="ar">
                <a:latin typeface="Sakkal Majalla" panose="02000000000000000000" pitchFamily="2" charset="-78"/>
                <a:cs typeface="Sakkal Majalla" panose="02000000000000000000" pitchFamily="2" charset="-78"/>
              </a:rPr>
              <a:t>سوف يتعلمون كيفية استخدام الأدوات لإجراء القياسات والاختبارات للعثور على أعطال في الدوائر الكهربائية والإلكترونية.</a:t>
            </a:r>
          </a:p>
        </p:txBody>
      </p:sp>
      <p:sp>
        <p:nvSpPr>
          <p:cNvPr id="2" name="Footer Placeholder 2">
            <a:extLst>
              <a:ext uri="{FF2B5EF4-FFF2-40B4-BE49-F238E27FC236}">
                <a16:creationId xmlns:a16="http://schemas.microsoft.com/office/drawing/2014/main" id="{69500A03-B477-F0F0-6EF2-CCB959FF2B34}"/>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A103000360233</a:t>
            </a:r>
            <a:endParaRPr lang="ar" sz="1000" dirty="0"/>
          </a:p>
        </p:txBody>
      </p:sp>
    </p:spTree>
  </p:cSld>
  <p:clrMapOvr>
    <a:masterClrMapping/>
  </p:clrMapOvr>
  <p:transition>
    <p:sndAc>
      <p:stSnd>
        <p:snd r:embed="rId3" name="click.wav"/>
      </p:stSnd>
    </p:sndAc>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2">
            <a:extLst>
              <a:ext uri="{FF2B5EF4-FFF2-40B4-BE49-F238E27FC236}">
                <a16:creationId xmlns:a16="http://schemas.microsoft.com/office/drawing/2014/main" id="{CD9316BF-B3CE-8341-5A0A-249747D6C6E1}"/>
              </a:ext>
            </a:extLst>
          </p:cNvPr>
          <p:cNvSpPr>
            <a:spLocks noGrp="1" noChangeArrowheads="1"/>
          </p:cNvSpPr>
          <p:nvPr>
            <p:ph type="title"/>
          </p:nvPr>
        </p:nvSpPr>
        <p:spPr bwMode="auto">
          <a:xfrm>
            <a:off x="468312" y="1484784"/>
            <a:ext cx="8229600" cy="863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a:latin typeface="Sakkal Majalla" panose="02000000000000000000" pitchFamily="2" charset="-78"/>
                <a:cs typeface="Sakkal Majalla" panose="02000000000000000000" pitchFamily="2" charset="-78"/>
              </a:rPr>
              <a:t>أهداف التعلم</a:t>
            </a:r>
            <a:endParaRPr lang="en-GB" altLang="en-US" dirty="0">
              <a:latin typeface="Sakkal Majalla" panose="02000000000000000000" pitchFamily="2" charset="-78"/>
              <a:cs typeface="Sakkal Majalla" panose="02000000000000000000" pitchFamily="2" charset="-78"/>
            </a:endParaRPr>
          </a:p>
        </p:txBody>
      </p:sp>
      <p:sp>
        <p:nvSpPr>
          <p:cNvPr id="32771" name="Content Placeholder 3">
            <a:extLst>
              <a:ext uri="{FF2B5EF4-FFF2-40B4-BE49-F238E27FC236}">
                <a16:creationId xmlns:a16="http://schemas.microsoft.com/office/drawing/2014/main" id="{44DFA49F-83B7-E61C-00EB-D6046D571A05}"/>
              </a:ext>
            </a:extLst>
          </p:cNvPr>
          <p:cNvSpPr>
            <a:spLocks noGrp="1" noChangeArrowheads="1"/>
          </p:cNvSpPr>
          <p:nvPr>
            <p:ph sz="half" idx="2"/>
          </p:nvPr>
        </p:nvSpPr>
        <p:spPr bwMode="auto">
          <a:xfrm>
            <a:off x="468312" y="2627313"/>
            <a:ext cx="7991475" cy="36099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449263" indent="-449263" defTabSz="431800" rtl="1">
              <a:buFont typeface="Wingdings" panose="05000000000000000000" pitchFamily="2" charset="2"/>
              <a:buNone/>
            </a:pPr>
            <a:r>
              <a:rPr lang="ar" b="1">
                <a:latin typeface="Sakkal Majalla" panose="02000000000000000000" pitchFamily="2" charset="-78"/>
                <a:cs typeface="Sakkal Majalla" panose="02000000000000000000" pitchFamily="2" charset="-78"/>
              </a:rPr>
              <a:t>(أ)	</a:t>
            </a:r>
            <a:r>
              <a:rPr lang="ar">
                <a:latin typeface="Sakkal Majalla" panose="02000000000000000000" pitchFamily="2" charset="-78"/>
                <a:cs typeface="Sakkal Majalla" panose="02000000000000000000" pitchFamily="2" charset="-78"/>
              </a:rPr>
              <a:t>فهم مبادئ تشغيل الدوائر الكهربائية والإلكترونية الرئيسية باستخدام ممارسات العمل الآمنة.</a:t>
            </a:r>
          </a:p>
          <a:p>
            <a:pPr marL="449263" indent="-449263" defTabSz="431800" rtl="1">
              <a:spcBef>
                <a:spcPts val="1200"/>
              </a:spcBef>
              <a:buFont typeface="Wingdings" panose="05000000000000000000" pitchFamily="2" charset="2"/>
              <a:buNone/>
            </a:pPr>
            <a:r>
              <a:rPr lang="ar" b="1">
                <a:latin typeface="Sakkal Majalla" panose="02000000000000000000" pitchFamily="2" charset="-78"/>
                <a:cs typeface="Sakkal Majalla" panose="02000000000000000000" pitchFamily="2" charset="-78"/>
              </a:rPr>
              <a:t>(ب)	</a:t>
            </a:r>
            <a:r>
              <a:rPr lang="ar">
                <a:latin typeface="Sakkal Majalla" panose="02000000000000000000" pitchFamily="2" charset="-78"/>
                <a:cs typeface="Sakkal Majalla" panose="02000000000000000000" pitchFamily="2" charset="-78"/>
              </a:rPr>
              <a:t>استخدم المكونات لإنشاء دوائر كهربائية وإلكترونية بأمان</a:t>
            </a:r>
          </a:p>
          <a:p>
            <a:pPr marL="449263" indent="-449263" defTabSz="431800" rtl="1">
              <a:spcBef>
                <a:spcPts val="1200"/>
              </a:spcBef>
              <a:buFont typeface="Wingdings" panose="05000000000000000000" pitchFamily="2" charset="2"/>
              <a:buNone/>
            </a:pPr>
            <a:r>
              <a:rPr lang="ar" b="1">
                <a:latin typeface="Sakkal Majalla" panose="02000000000000000000" pitchFamily="2" charset="-78"/>
                <a:cs typeface="Sakkal Majalla" panose="02000000000000000000" pitchFamily="2" charset="-78"/>
              </a:rPr>
              <a:t>(ج)	</a:t>
            </a:r>
            <a:r>
              <a:rPr lang="ar">
                <a:latin typeface="Sakkal Majalla" panose="02000000000000000000" pitchFamily="2" charset="-78"/>
                <a:cs typeface="Sakkal Majalla" panose="02000000000000000000" pitchFamily="2" charset="-78"/>
              </a:rPr>
              <a:t>إجراء القياسات والاختبارات للعثور على الأعطال في الدائرة الكهربائية أو الإلكترونية.</a:t>
            </a:r>
          </a:p>
        </p:txBody>
      </p:sp>
      <p:sp>
        <p:nvSpPr>
          <p:cNvPr id="2" name="Footer Placeholder 2">
            <a:extLst>
              <a:ext uri="{FF2B5EF4-FFF2-40B4-BE49-F238E27FC236}">
                <a16:creationId xmlns:a16="http://schemas.microsoft.com/office/drawing/2014/main" id="{A2B57B46-151B-B016-2626-9ADBE0F1FE14}"/>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A103000360233</a:t>
            </a:r>
            <a:endParaRPr lang="ar" sz="1000" dirty="0"/>
          </a:p>
        </p:txBody>
      </p:sp>
    </p:spTree>
  </p:cSld>
  <p:clrMapOvr>
    <a:masterClrMapping/>
  </p:clrMapOvr>
  <p:transition>
    <p:sndAc>
      <p:stSnd>
        <p:snd r:embed="rId3" name="click.wav"/>
      </p:stSnd>
    </p:sndAc>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273224" y="134076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kern="1200">
                <a:latin typeface="Sakkal Majalla" panose="02000000000000000000" pitchFamily="2" charset="-78"/>
                <a:ea typeface="+mn-ea"/>
                <a:cs typeface="Sakkal Majalla" panose="02000000000000000000" pitchFamily="2" charset="-78"/>
              </a:rPr>
              <a:t>هدف التعلم (أ)</a:t>
            </a:r>
            <a:br>
              <a:rPr lang="en-US" altLang="en-US" sz="2400" dirty="0">
                <a:latin typeface="Sakkal Majalla" panose="02000000000000000000" pitchFamily="2" charset="-78"/>
                <a:cs typeface="Sakkal Majalla" panose="02000000000000000000" pitchFamily="2" charset="-78"/>
              </a:rPr>
            </a:br>
            <a:br>
              <a:rPr lang="en-US" altLang="en-US" sz="2400" dirty="0">
                <a:latin typeface="Sakkal Majalla" panose="02000000000000000000" pitchFamily="2" charset="-78"/>
                <a:cs typeface="Sakkal Majalla" panose="02000000000000000000" pitchFamily="2" charset="-78"/>
              </a:rPr>
            </a:br>
            <a:endParaRPr lang="en-GB" altLang="en-US" sz="3600"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76263" y="1988840"/>
            <a:ext cx="7991475" cy="4608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4400">
                <a:solidFill>
                  <a:schemeClr val="tx2"/>
                </a:solidFill>
                <a:latin typeface="Sakkal Majalla" panose="02000000000000000000" pitchFamily="2" charset="-78"/>
                <a:cs typeface="Sakkal Majalla" panose="02000000000000000000" pitchFamily="2" charset="-78"/>
              </a:rPr>
              <a:t>فهم مبادئ تشغيل الدوائر الكهربائية والإلكترونية الرئيسية باستخدام ممارسات العمل الآمنة.</a:t>
            </a:r>
          </a:p>
          <a:p>
            <a:pPr algn="ctr" rtl="1"/>
            <a:endParaRPr lang="en-GB" altLang="en-US" sz="4400" dirty="0">
              <a:solidFill>
                <a:schemeClr val="tx2"/>
              </a:solidFill>
              <a:latin typeface="Sakkal Majalla" panose="02000000000000000000" pitchFamily="2" charset="-78"/>
              <a:cs typeface="Sakkal Majalla" panose="02000000000000000000" pitchFamily="2" charset="-78"/>
            </a:endParaRPr>
          </a:p>
          <a:p>
            <a:pPr marL="1028700" indent="-342900" rtl="1">
              <a:buFont typeface="Arial" panose="020B0604020202020204" pitchFamily="34" charset="0"/>
              <a:buChar char="•"/>
            </a:pPr>
            <a:r>
              <a:rPr lang="ar" sz="2200">
                <a:latin typeface="Sakkal Majalla" panose="02000000000000000000" pitchFamily="2" charset="-78"/>
                <a:cs typeface="Sakkal Majalla" panose="02000000000000000000" pitchFamily="2" charset="-78"/>
              </a:rPr>
              <a:t>ممارسات العمل الآمنة</a:t>
            </a:r>
          </a:p>
          <a:p>
            <a:pPr marL="1028700" indent="-342900" rtl="1">
              <a:buFont typeface="Arial" panose="020B0604020202020204" pitchFamily="34" charset="0"/>
              <a:buChar char="•"/>
            </a:pPr>
            <a:r>
              <a:rPr lang="ar" sz="2200">
                <a:latin typeface="Sakkal Majalla" panose="02000000000000000000" pitchFamily="2" charset="-78"/>
                <a:cs typeface="Sakkal Majalla" panose="02000000000000000000" pitchFamily="2" charset="-78"/>
              </a:rPr>
              <a:t>المبادئ الكهربائية والإلكترونية</a:t>
            </a:r>
          </a:p>
          <a:p>
            <a:pPr marL="1028700" indent="-342900" rtl="1">
              <a:buFont typeface="Arial" panose="020B0604020202020204" pitchFamily="34" charset="0"/>
              <a:buChar char="•"/>
            </a:pPr>
            <a:r>
              <a:rPr lang="ar" sz="2200">
                <a:latin typeface="Sakkal Majalla" panose="02000000000000000000" pitchFamily="2" charset="-78"/>
                <a:cs typeface="Sakkal Majalla" panose="02000000000000000000" pitchFamily="2" charset="-78"/>
              </a:rPr>
              <a:t>الدوائر</a:t>
            </a:r>
          </a:p>
          <a:p>
            <a:pPr rtl="1"/>
            <a:br>
              <a:rPr lang="en-US" altLang="en-US" sz="3600" b="1" dirty="0">
                <a:latin typeface="Sakkal Majalla" panose="02000000000000000000" pitchFamily="2" charset="-78"/>
                <a:cs typeface="Sakkal Majalla" panose="02000000000000000000" pitchFamily="2" charset="-78"/>
              </a:rPr>
            </a:br>
            <a:endParaRPr lang="en-GB" altLang="en-US" sz="3600" b="1"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43FF001C-BF10-C048-8616-5A9DEA4B606D}"/>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A103000360233</a:t>
            </a:r>
            <a:endParaRPr lang="ar" sz="1000" dirty="0"/>
          </a:p>
        </p:txBody>
      </p:sp>
    </p:spTree>
  </p:cSld>
  <p:clrMapOvr>
    <a:masterClrMapping/>
  </p:clrMapOvr>
  <p:transition>
    <p:sndAc>
      <p:stSnd>
        <p:snd r:embed="rId3" name="click.wav"/>
      </p:stSnd>
    </p:sndAc>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yellow warning sign with black lightning bolt&#10;&#10;Description automatically generated">
            <a:extLst>
              <a:ext uri="{FF2B5EF4-FFF2-40B4-BE49-F238E27FC236}">
                <a16:creationId xmlns:a16="http://schemas.microsoft.com/office/drawing/2014/main" id="{7EB63B78-2B81-AA03-7B6E-852BA96A671D}"/>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96095" y="3809904"/>
            <a:ext cx="2059681" cy="2787448"/>
          </a:xfrm>
          <a:prstGeom prst="rect">
            <a:avLst/>
          </a:prstGeom>
        </p:spPr>
      </p:pic>
      <p:sp>
        <p:nvSpPr>
          <p:cNvPr id="53250" name="Title 2">
            <a:extLst>
              <a:ext uri="{FF2B5EF4-FFF2-40B4-BE49-F238E27FC236}">
                <a16:creationId xmlns:a16="http://schemas.microsoft.com/office/drawing/2014/main" id="{AFF27A1B-CCBA-375B-8A71-3E2B4B342C9F}"/>
              </a:ext>
            </a:extLst>
          </p:cNvPr>
          <p:cNvSpPr>
            <a:spLocks noGrp="1" noChangeArrowheads="1"/>
          </p:cNvSpPr>
          <p:nvPr>
            <p:ph type="title"/>
          </p:nvPr>
        </p:nvSpPr>
        <p:spPr bwMode="auto">
          <a:xfrm>
            <a:off x="435963" y="1268760"/>
            <a:ext cx="8229600" cy="208438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b="0">
                <a:latin typeface="Sakkal Majalla" panose="02000000000000000000" pitchFamily="2" charset="-78"/>
                <a:cs typeface="Sakkal Majalla" panose="02000000000000000000" pitchFamily="2" charset="-78"/>
              </a:rPr>
              <a:t>ممارسات العمل الآمنة (1)</a:t>
            </a:r>
          </a:p>
        </p:txBody>
      </p:sp>
      <p:sp>
        <p:nvSpPr>
          <p:cNvPr id="53251" name="Content Placeholder 3">
            <a:extLst>
              <a:ext uri="{FF2B5EF4-FFF2-40B4-BE49-F238E27FC236}">
                <a16:creationId xmlns:a16="http://schemas.microsoft.com/office/drawing/2014/main" id="{3851987A-2DDD-99C5-8149-4A695933F18F}"/>
              </a:ext>
            </a:extLst>
          </p:cNvPr>
          <p:cNvSpPr>
            <a:spLocks noGrp="1" noChangeArrowheads="1"/>
          </p:cNvSpPr>
          <p:nvPr>
            <p:ph sz="half" idx="2"/>
          </p:nvPr>
        </p:nvSpPr>
        <p:spPr bwMode="auto">
          <a:xfrm>
            <a:off x="359532" y="2237023"/>
            <a:ext cx="8424936" cy="223224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2200" dirty="0">
                <a:latin typeface="Sakkal Majalla" panose="02000000000000000000" pitchFamily="2" charset="-78"/>
                <a:cs typeface="Sakkal Majalla" panose="02000000000000000000" pitchFamily="2" charset="-78"/>
              </a:rPr>
              <a:t>قد تشكل الأنظمة الكهربائية والإلكترونية خطورة. من المهم أن يطبق المتعلمون دائمًا ممارسات العمل الآمنة.</a:t>
            </a:r>
          </a:p>
          <a:p>
            <a:pPr marL="0" lvl="1" indent="0" rtl="1">
              <a:buNone/>
            </a:pPr>
            <a:r>
              <a:rPr lang="ar" sz="2200" dirty="0">
                <a:latin typeface="Sakkal Majalla" panose="02000000000000000000" pitchFamily="2" charset="-78"/>
                <a:cs typeface="Sakkal Majalla" panose="02000000000000000000" pitchFamily="2" charset="-78"/>
              </a:rPr>
              <a:t>حيث يجب أن يكونوا قادرين على:</a:t>
            </a:r>
          </a:p>
          <a:p>
            <a:pPr lvl="1" rtl="1"/>
            <a:r>
              <a:rPr lang="ar" sz="2200" b="1" dirty="0">
                <a:latin typeface="Sakkal Majalla" panose="02000000000000000000" pitchFamily="2" charset="-78"/>
                <a:cs typeface="Sakkal Majalla" panose="02000000000000000000" pitchFamily="2" charset="-78"/>
              </a:rPr>
              <a:t>ت</a:t>
            </a:r>
            <a:r>
              <a:rPr lang="en" sz="2200" b="1" dirty="0">
                <a:latin typeface="Sakkal Majalla" panose="02000000000000000000" pitchFamily="2" charset="-78"/>
                <a:cs typeface="Sakkal Majalla" panose="02000000000000000000" pitchFamily="2" charset="-78"/>
              </a:rPr>
              <a:t>حديد المخاطر</a:t>
            </a:r>
            <a:r>
              <a:rPr lang="en" sz="2200" dirty="0">
                <a:latin typeface="Sakkal Majalla" panose="02000000000000000000" pitchFamily="2" charset="-78"/>
                <a:cs typeface="Sakkal Majalla" panose="02000000000000000000" pitchFamily="2" charset="-78"/>
              </a:rPr>
              <a:t> - مثل الصعق بالكهرباء والحروق والمواد الكيميائية والأدخنة.</a:t>
            </a:r>
          </a:p>
          <a:p>
            <a:pPr lvl="1" rtl="1"/>
            <a:endParaRPr lang="en-GB" sz="2200" dirty="0">
              <a:latin typeface="Sakkal Majalla" panose="02000000000000000000" pitchFamily="2" charset="-78"/>
              <a:cs typeface="Sakkal Majalla" panose="02000000000000000000" pitchFamily="2" charset="-78"/>
            </a:endParaRPr>
          </a:p>
          <a:p>
            <a:pPr lvl="1" rtl="1"/>
            <a:endParaRPr lang="en-GB" sz="2200" dirty="0">
              <a:latin typeface="Sakkal Majalla" panose="02000000000000000000" pitchFamily="2" charset="-78"/>
              <a:cs typeface="Sakkal Majalla" panose="02000000000000000000" pitchFamily="2" charset="-78"/>
            </a:endParaRPr>
          </a:p>
        </p:txBody>
      </p:sp>
      <p:sp>
        <p:nvSpPr>
          <p:cNvPr id="4" name="TextBox 3">
            <a:extLst>
              <a:ext uri="{FF2B5EF4-FFF2-40B4-BE49-F238E27FC236}">
                <a16:creationId xmlns:a16="http://schemas.microsoft.com/office/drawing/2014/main" id="{B69C43F7-7CAB-AD57-0851-5F95BCD50986}"/>
              </a:ext>
            </a:extLst>
          </p:cNvPr>
          <p:cNvSpPr txBox="1"/>
          <p:nvPr/>
        </p:nvSpPr>
        <p:spPr>
          <a:xfrm>
            <a:off x="3131840" y="4293096"/>
            <a:ext cx="5533723" cy="1477328"/>
          </a:xfrm>
          <a:prstGeom prst="rect">
            <a:avLst/>
          </a:prstGeom>
          <a:noFill/>
        </p:spPr>
        <p:txBody>
          <a:bodyPr wrap="square" rtlCol="1">
            <a:spAutoFit/>
          </a:bodyPr>
          <a:lstStyle/>
          <a:p>
            <a:pPr rtl="1"/>
            <a:r>
              <a:rPr lang="ar">
                <a:latin typeface="Sakkal Majalla" panose="02000000000000000000" pitchFamily="2" charset="-78"/>
                <a:cs typeface="Sakkal Majalla" panose="02000000000000000000" pitchFamily="2" charset="-78"/>
              </a:rPr>
              <a:t>يؤكد نموذج مخطط العمل (SoW) على أهمية بدء تدريس الوحدة بأمان في مكان العمل.</a:t>
            </a:r>
          </a:p>
          <a:p>
            <a:pPr rtl="1"/>
            <a:r>
              <a:rPr lang="ar">
                <a:latin typeface="Sakkal Majalla" panose="02000000000000000000" pitchFamily="2" charset="-78"/>
                <a:cs typeface="Sakkal Majalla" panose="02000000000000000000" pitchFamily="2" charset="-78"/>
              </a:rPr>
              <a:t>يجب أن يفهم المتعلمون ما هو الخطر والفرق بين الأخطار والمخاطر.</a:t>
            </a:r>
          </a:p>
          <a:p>
            <a:pPr rtl="1"/>
            <a:r>
              <a:rPr lang="ar">
                <a:latin typeface="Sakkal Majalla" panose="02000000000000000000" pitchFamily="2" charset="-78"/>
                <a:cs typeface="Sakkal Majalla" panose="02000000000000000000" pitchFamily="2" charset="-78"/>
              </a:rPr>
              <a:t>يجب تعليم المتعلمين ممارسات العمل الآمنة وفهم الحاجة إلى اتباع التعليمات في جميع الأوقات.</a:t>
            </a:r>
            <a:endParaRPr lang="en-AE" dirty="0">
              <a:latin typeface="Sakkal Majalla" panose="02000000000000000000" pitchFamily="2" charset="-78"/>
              <a:cs typeface="Sakkal Majalla" panose="02000000000000000000" pitchFamily="2" charset="-78"/>
            </a:endParaRPr>
          </a:p>
        </p:txBody>
      </p:sp>
      <p:sp>
        <p:nvSpPr>
          <p:cNvPr id="2" name="Rectangle 1">
            <a:extLst>
              <a:ext uri="{FF2B5EF4-FFF2-40B4-BE49-F238E27FC236}">
                <a16:creationId xmlns:a16="http://schemas.microsoft.com/office/drawing/2014/main" id="{959491F0-A86B-FA79-CC07-A0F9C6FA64B2}"/>
              </a:ext>
            </a:extLst>
          </p:cNvPr>
          <p:cNvSpPr/>
          <p:nvPr/>
        </p:nvSpPr>
        <p:spPr>
          <a:xfrm>
            <a:off x="665871" y="3915359"/>
            <a:ext cx="1728192" cy="360040"/>
          </a:xfrm>
          <a:prstGeom prst="rect">
            <a:avLst/>
          </a:prstGeom>
          <a:solidFill>
            <a:srgbClr val="18140F"/>
          </a:solidFill>
        </p:spPr>
        <p:txBody>
          <a:bodyPr wrap="none" lIns="0" tIns="0" rIns="0" bIns="0" rtlCol="1">
            <a:noAutofit/>
          </a:bodyPr>
          <a:lstStyle/>
          <a:p>
            <a:pPr algn="ctr" rtl="1"/>
            <a:r>
              <a:rPr lang="ar" sz="2800" b="1" dirty="0">
                <a:solidFill>
                  <a:srgbClr val="FAD00E"/>
                </a:solidFill>
                <a:latin typeface="Sakkal Majalla" panose="02000000000000000000" pitchFamily="2" charset="-78"/>
                <a:cs typeface="Sakkal Majalla" panose="02000000000000000000" pitchFamily="2" charset="-78"/>
              </a:rPr>
              <a:t>خطر</a:t>
            </a:r>
          </a:p>
        </p:txBody>
      </p:sp>
      <p:sp>
        <p:nvSpPr>
          <p:cNvPr id="5" name="Rectangle 4">
            <a:extLst>
              <a:ext uri="{FF2B5EF4-FFF2-40B4-BE49-F238E27FC236}">
                <a16:creationId xmlns:a16="http://schemas.microsoft.com/office/drawing/2014/main" id="{4209BF86-B4B0-C116-EC1B-2A01EFF1D885}"/>
              </a:ext>
            </a:extLst>
          </p:cNvPr>
          <p:cNvSpPr/>
          <p:nvPr/>
        </p:nvSpPr>
        <p:spPr>
          <a:xfrm>
            <a:off x="692678" y="5907588"/>
            <a:ext cx="1609905" cy="504056"/>
          </a:xfrm>
          <a:prstGeom prst="rect">
            <a:avLst/>
          </a:prstGeom>
          <a:solidFill>
            <a:srgbClr val="FBD10D"/>
          </a:solidFill>
        </p:spPr>
        <p:txBody>
          <a:bodyPr lIns="0" tIns="0" rIns="0" bIns="0" rtlCol="1">
            <a:noAutofit/>
          </a:bodyPr>
          <a:lstStyle/>
          <a:p>
            <a:pPr algn="ctr" rtl="1">
              <a:lnSpc>
                <a:spcPct val="75000"/>
              </a:lnSpc>
            </a:pPr>
            <a:r>
              <a:rPr lang="ar" sz="2000" b="1" dirty="0">
                <a:latin typeface="Sakkal Majalla" panose="02000000000000000000" pitchFamily="2" charset="-78"/>
                <a:cs typeface="Sakkal Majalla" panose="02000000000000000000" pitchFamily="2" charset="-78"/>
              </a:rPr>
              <a:t>خطر </a:t>
            </a:r>
            <a:br>
              <a:rPr lang="en-US" sz="2000" b="1" dirty="0">
                <a:latin typeface="Sakkal Majalla" panose="02000000000000000000" pitchFamily="2" charset="-78"/>
                <a:cs typeface="Sakkal Majalla" panose="02000000000000000000" pitchFamily="2" charset="-78"/>
              </a:rPr>
            </a:br>
            <a:r>
              <a:rPr lang="ar" sz="2000" b="1" dirty="0">
                <a:latin typeface="Sakkal Majalla" panose="02000000000000000000" pitchFamily="2" charset="-78"/>
                <a:cs typeface="Sakkal Majalla" panose="02000000000000000000" pitchFamily="2" charset="-78"/>
              </a:rPr>
              <a:t>كهربائي</a:t>
            </a:r>
          </a:p>
        </p:txBody>
      </p:sp>
      <p:sp>
        <p:nvSpPr>
          <p:cNvPr id="6" name="Footer Placeholder 2">
            <a:extLst>
              <a:ext uri="{FF2B5EF4-FFF2-40B4-BE49-F238E27FC236}">
                <a16:creationId xmlns:a16="http://schemas.microsoft.com/office/drawing/2014/main" id="{6853144D-9B2F-9AD5-7764-737D12CFF7BE}"/>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A103000360233</a:t>
            </a:r>
            <a:endParaRPr lang="ar" sz="1000" dirty="0"/>
          </a:p>
        </p:txBody>
      </p:sp>
    </p:spTree>
    <p:extLst>
      <p:ext uri="{BB962C8B-B14F-4D97-AF65-F5344CB8AC3E}">
        <p14:creationId xmlns:p14="http://schemas.microsoft.com/office/powerpoint/2010/main" val="1645150420"/>
      </p:ext>
    </p:extLst>
  </p:cSld>
  <p:clrMapOvr>
    <a:masterClrMapping/>
  </p:clrMapOvr>
  <p:transition>
    <p:sndAc>
      <p:stSnd>
        <p:snd r:embed="rId3" name="click.wav"/>
      </p:stSnd>
    </p:sndAc>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2">
            <a:extLst>
              <a:ext uri="{FF2B5EF4-FFF2-40B4-BE49-F238E27FC236}">
                <a16:creationId xmlns:a16="http://schemas.microsoft.com/office/drawing/2014/main" id="{AFF27A1B-CCBA-375B-8A71-3E2B4B342C9F}"/>
              </a:ext>
            </a:extLst>
          </p:cNvPr>
          <p:cNvSpPr>
            <a:spLocks noGrp="1" noChangeArrowheads="1"/>
          </p:cNvSpPr>
          <p:nvPr>
            <p:ph type="title"/>
          </p:nvPr>
        </p:nvSpPr>
        <p:spPr bwMode="auto">
          <a:xfrm>
            <a:off x="435963" y="1268760"/>
            <a:ext cx="8229600" cy="208438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b="0">
                <a:latin typeface="Sakkal Majalla" panose="02000000000000000000" pitchFamily="2" charset="-78"/>
                <a:cs typeface="Sakkal Majalla" panose="02000000000000000000" pitchFamily="2" charset="-78"/>
              </a:rPr>
              <a:t>ممارسات العمل الآمنة (2)</a:t>
            </a:r>
          </a:p>
        </p:txBody>
      </p:sp>
      <p:sp>
        <p:nvSpPr>
          <p:cNvPr id="53251" name="Content Placeholder 3">
            <a:extLst>
              <a:ext uri="{FF2B5EF4-FFF2-40B4-BE49-F238E27FC236}">
                <a16:creationId xmlns:a16="http://schemas.microsoft.com/office/drawing/2014/main" id="{3851987A-2DDD-99C5-8149-4A695933F18F}"/>
              </a:ext>
            </a:extLst>
          </p:cNvPr>
          <p:cNvSpPr>
            <a:spLocks noGrp="1" noChangeArrowheads="1"/>
          </p:cNvSpPr>
          <p:nvPr>
            <p:ph sz="half" idx="2"/>
          </p:nvPr>
        </p:nvSpPr>
        <p:spPr bwMode="auto">
          <a:xfrm>
            <a:off x="253291" y="2310953"/>
            <a:ext cx="8412272" cy="403244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1" rtl="1"/>
            <a:r>
              <a:rPr lang="ar" sz="2200" b="1">
                <a:latin typeface="Sakkal Majalla" panose="02000000000000000000" pitchFamily="2" charset="-78"/>
                <a:cs typeface="Sakkal Majalla" panose="02000000000000000000" pitchFamily="2" charset="-78"/>
              </a:rPr>
              <a:t>استخدم المعدات بأمان</a:t>
            </a:r>
            <a:r>
              <a:rPr lang="ar" sz="2200">
                <a:latin typeface="Sakkal Majalla" panose="02000000000000000000" pitchFamily="2" charset="-78"/>
                <a:cs typeface="Sakkal Majalla" panose="02000000000000000000" pitchFamily="2" charset="-78"/>
              </a:rPr>
              <a:t> - مثل مكواة اللحام والأدوات اليدوية والأجهزة المحمولة. يجب تقييم مخاطر كل عملية ويجب على المتعلمين الامتثال الكامل لمتطلبات تقييم المخاطر.</a:t>
            </a:r>
          </a:p>
          <a:p>
            <a:pPr lvl="1" rtl="1"/>
            <a:r>
              <a:rPr lang="ar" sz="2200" b="1">
                <a:latin typeface="Sakkal Majalla" panose="02000000000000000000" pitchFamily="2" charset="-78"/>
                <a:cs typeface="Sakkal Majalla" panose="02000000000000000000" pitchFamily="2" charset="-78"/>
              </a:rPr>
              <a:t>التحكم في المخاطر</a:t>
            </a:r>
            <a:r>
              <a:rPr lang="ar" sz="2200">
                <a:latin typeface="Sakkal Majalla" panose="02000000000000000000" pitchFamily="2" charset="-78"/>
                <a:cs typeface="Sakkal Majalla" panose="02000000000000000000" pitchFamily="2" charset="-78"/>
              </a:rPr>
              <a:t> - على سبيل المثال لمنع الصعق بالكهرباء، يجب استخدام العزل وأجهزة الحماية من الأعطال وقواطع الدائرة. يجب أن يفهم المتعلمون أهمية استخدام أجهزة الحماية المناسبة.</a:t>
            </a:r>
          </a:p>
          <a:p>
            <a:pPr lvl="1" rtl="1"/>
            <a:r>
              <a:rPr lang="ar" sz="2200" b="1">
                <a:latin typeface="Sakkal Majalla" panose="02000000000000000000" pitchFamily="2" charset="-78"/>
                <a:cs typeface="Sakkal Majalla" panose="02000000000000000000" pitchFamily="2" charset="-78"/>
              </a:rPr>
              <a:t>معدات مؤرضة غير معزولة بشكل فعال</a:t>
            </a:r>
            <a:r>
              <a:rPr lang="ar" sz="2200">
                <a:latin typeface="Sakkal Majalla" panose="02000000000000000000" pitchFamily="2" charset="-78"/>
                <a:cs typeface="Sakkal Majalla" panose="02000000000000000000" pitchFamily="2" charset="-78"/>
              </a:rPr>
              <a:t> - مثل تأريض الحاويات المعدنية.</a:t>
            </a:r>
          </a:p>
          <a:p>
            <a:pPr marL="0" lvl="1" indent="0" rtl="1">
              <a:buNone/>
              <a:tabLst>
                <a:tab pos="0" algn="l"/>
              </a:tabLst>
            </a:pPr>
            <a:endParaRPr lang="en-GB" sz="2200"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988A99EC-103A-046A-EC5A-4F80AB237622}"/>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A103000360233</a:t>
            </a:r>
            <a:endParaRPr lang="ar" sz="1000" dirty="0"/>
          </a:p>
        </p:txBody>
      </p:sp>
    </p:spTree>
    <p:extLst>
      <p:ext uri="{BB962C8B-B14F-4D97-AF65-F5344CB8AC3E}">
        <p14:creationId xmlns:p14="http://schemas.microsoft.com/office/powerpoint/2010/main" val="1209448642"/>
      </p:ext>
    </p:extLst>
  </p:cSld>
  <p:clrMapOvr>
    <a:masterClrMapping/>
  </p:clrMapOvr>
  <p:transition>
    <p:sndAc>
      <p:stSnd>
        <p:snd r:embed="rId3" name="click.wav"/>
      </p:stSnd>
    </p:sndAc>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2">
            <a:extLst>
              <a:ext uri="{FF2B5EF4-FFF2-40B4-BE49-F238E27FC236}">
                <a16:creationId xmlns:a16="http://schemas.microsoft.com/office/drawing/2014/main" id="{AFF27A1B-CCBA-375B-8A71-3E2B4B342C9F}"/>
              </a:ext>
            </a:extLst>
          </p:cNvPr>
          <p:cNvSpPr>
            <a:spLocks noGrp="1" noChangeArrowheads="1"/>
          </p:cNvSpPr>
          <p:nvPr>
            <p:ph type="title"/>
          </p:nvPr>
        </p:nvSpPr>
        <p:spPr bwMode="auto">
          <a:xfrm>
            <a:off x="488657" y="1268760"/>
            <a:ext cx="8229600" cy="208438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a:latin typeface="Sakkal Majalla" panose="02000000000000000000" pitchFamily="2" charset="-78"/>
                <a:cs typeface="Sakkal Majalla" panose="02000000000000000000" pitchFamily="2" charset="-78"/>
              </a:rPr>
              <a:t>المبادئ الكهربائية والإلكترونية (1)</a:t>
            </a:r>
            <a:endParaRPr lang="en-GB" altLang="en-US" b="0" dirty="0">
              <a:latin typeface="Sakkal Majalla" panose="02000000000000000000" pitchFamily="2" charset="-78"/>
              <a:cs typeface="Sakkal Majalla" panose="02000000000000000000" pitchFamily="2" charset="-78"/>
            </a:endParaRPr>
          </a:p>
        </p:txBody>
      </p:sp>
      <p:sp>
        <p:nvSpPr>
          <p:cNvPr id="53251" name="Content Placeholder 3">
            <a:extLst>
              <a:ext uri="{FF2B5EF4-FFF2-40B4-BE49-F238E27FC236}">
                <a16:creationId xmlns:a16="http://schemas.microsoft.com/office/drawing/2014/main" id="{3851987A-2DDD-99C5-8149-4A695933F18F}"/>
              </a:ext>
            </a:extLst>
          </p:cNvPr>
          <p:cNvSpPr>
            <a:spLocks noGrp="1" noChangeArrowheads="1"/>
          </p:cNvSpPr>
          <p:nvPr>
            <p:ph sz="half" idx="2"/>
          </p:nvPr>
        </p:nvSpPr>
        <p:spPr bwMode="auto">
          <a:xfrm>
            <a:off x="3923927" y="2708920"/>
            <a:ext cx="4896544" cy="388843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2000">
                <a:latin typeface="Sakkal Majalla" panose="02000000000000000000" pitchFamily="2" charset="-78"/>
                <a:cs typeface="Sakkal Majalla" panose="02000000000000000000" pitchFamily="2" charset="-78"/>
              </a:rPr>
              <a:t>يجب أن يكون المتعلمون قادرين على تطبيق المبادئ الكهربائية والإلكترونية المتعلقة بما يلي:</a:t>
            </a:r>
          </a:p>
          <a:p>
            <a:pPr rtl="1"/>
            <a:r>
              <a:rPr lang="ar" sz="2000" b="1">
                <a:latin typeface="Sakkal Majalla" panose="02000000000000000000" pitchFamily="2" charset="-78"/>
                <a:cs typeface="Sakkal Majalla" panose="02000000000000000000" pitchFamily="2" charset="-78"/>
              </a:rPr>
              <a:t>الوحدات الكهربائية - وحدات</a:t>
            </a:r>
            <a:r>
              <a:rPr lang="ar" sz="2000">
                <a:latin typeface="Sakkal Majalla" panose="02000000000000000000" pitchFamily="2" charset="-78"/>
                <a:cs typeface="Sakkal Majalla" panose="02000000000000000000" pitchFamily="2" charset="-78"/>
              </a:rPr>
              <a:t> المعيار الدولي (SI) مثل الشحنة (كولوم، C)، التيار (الأمبير، A)، الجهد (فولت، V)، المقاومة (أوم، W)</a:t>
            </a:r>
          </a:p>
          <a:p>
            <a:pPr rtl="1"/>
            <a:r>
              <a:rPr lang="ar" sz="2000" b="1">
                <a:latin typeface="Sakkal Majalla" panose="02000000000000000000" pitchFamily="2" charset="-78"/>
                <a:cs typeface="Sakkal Majalla" panose="02000000000000000000" pitchFamily="2" charset="-78"/>
              </a:rPr>
              <a:t>الدوائر المتصلة بالتسلسل والتوازي والمختلطة</a:t>
            </a:r>
            <a:r>
              <a:rPr lang="ar" sz="2000">
                <a:latin typeface="Sakkal Majalla" panose="02000000000000000000" pitchFamily="2" charset="-78"/>
                <a:cs typeface="Sakkal Majalla" panose="02000000000000000000" pitchFamily="2" charset="-78"/>
              </a:rPr>
              <a:t> - احسب المقاومة والتيار والجهد (فرق الجهد) وتبديد الطاقة (واط، W) في دوائر التيار المستمر (DC).</a:t>
            </a:r>
          </a:p>
        </p:txBody>
      </p:sp>
      <p:sp>
        <p:nvSpPr>
          <p:cNvPr id="2" name="Footer Placeholder 2">
            <a:extLst>
              <a:ext uri="{FF2B5EF4-FFF2-40B4-BE49-F238E27FC236}">
                <a16:creationId xmlns:a16="http://schemas.microsoft.com/office/drawing/2014/main" id="{1B9ACD7C-3B8E-27AA-AF38-785E5392404B}"/>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A103000360233</a:t>
            </a:r>
            <a:endParaRPr lang="ar" sz="1000" dirty="0"/>
          </a:p>
        </p:txBody>
      </p:sp>
      <p:pic>
        <p:nvPicPr>
          <p:cNvPr id="4" name="Picture 3" descr="A diagram of a circuit&#10;&#10;Description automatically generated">
            <a:extLst>
              <a:ext uri="{FF2B5EF4-FFF2-40B4-BE49-F238E27FC236}">
                <a16:creationId xmlns:a16="http://schemas.microsoft.com/office/drawing/2014/main" id="{EA5B9483-EDFA-A23B-5E6A-7F2DDE3D29B8}"/>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88657" y="2924944"/>
            <a:ext cx="3358677" cy="2376264"/>
          </a:xfrm>
          <a:prstGeom prst="rect">
            <a:avLst/>
          </a:prstGeom>
          <a:noFill/>
        </p:spPr>
      </p:pic>
    </p:spTree>
    <p:extLst>
      <p:ext uri="{BB962C8B-B14F-4D97-AF65-F5344CB8AC3E}">
        <p14:creationId xmlns:p14="http://schemas.microsoft.com/office/powerpoint/2010/main" val="3094430153"/>
      </p:ext>
    </p:extLst>
  </p:cSld>
  <p:clrMapOvr>
    <a:masterClrMapping/>
  </p:clrMapOvr>
  <p:transition>
    <p:sndAc>
      <p:stSnd>
        <p:snd r:embed="rId3" name="click.wav"/>
      </p:stSnd>
    </p:sndAc>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diagram of a wave&#10;&#10;Description automatically generated">
            <a:extLst>
              <a:ext uri="{FF2B5EF4-FFF2-40B4-BE49-F238E27FC236}">
                <a16:creationId xmlns:a16="http://schemas.microsoft.com/office/drawing/2014/main" id="{C957A203-2CFD-F54F-DB38-D2C993608A3B}"/>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68314" y="2783327"/>
            <a:ext cx="4027487" cy="2849448"/>
          </a:xfrm>
          <a:prstGeom prst="rect">
            <a:avLst/>
          </a:prstGeom>
          <a:noFill/>
        </p:spPr>
      </p:pic>
      <p:sp>
        <p:nvSpPr>
          <p:cNvPr id="53250" name="Title 2">
            <a:extLst>
              <a:ext uri="{FF2B5EF4-FFF2-40B4-BE49-F238E27FC236}">
                <a16:creationId xmlns:a16="http://schemas.microsoft.com/office/drawing/2014/main" id="{AFF27A1B-CCBA-375B-8A71-3E2B4B342C9F}"/>
              </a:ext>
            </a:extLst>
          </p:cNvPr>
          <p:cNvSpPr>
            <a:spLocks noGrp="1" noChangeArrowheads="1"/>
          </p:cNvSpPr>
          <p:nvPr>
            <p:ph type="title"/>
          </p:nvPr>
        </p:nvSpPr>
        <p:spPr bwMode="auto">
          <a:xfrm>
            <a:off x="488657" y="1268760"/>
            <a:ext cx="8229600" cy="208438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a:latin typeface="Sakkal Majalla" panose="02000000000000000000" pitchFamily="2" charset="-78"/>
                <a:cs typeface="Sakkal Majalla" panose="02000000000000000000" pitchFamily="2" charset="-78"/>
              </a:rPr>
              <a:t>المبادئ الكهربائية والإلكترونية (2)</a:t>
            </a:r>
            <a:endParaRPr lang="en-GB" altLang="en-US" b="0" dirty="0">
              <a:latin typeface="Sakkal Majalla" panose="02000000000000000000" pitchFamily="2" charset="-78"/>
              <a:cs typeface="Sakkal Majalla" panose="02000000000000000000" pitchFamily="2" charset="-78"/>
            </a:endParaRPr>
          </a:p>
        </p:txBody>
      </p:sp>
      <p:sp>
        <p:nvSpPr>
          <p:cNvPr id="53251" name="Content Placeholder 3">
            <a:extLst>
              <a:ext uri="{FF2B5EF4-FFF2-40B4-BE49-F238E27FC236}">
                <a16:creationId xmlns:a16="http://schemas.microsoft.com/office/drawing/2014/main" id="{3851987A-2DDD-99C5-8149-4A695933F18F}"/>
              </a:ext>
            </a:extLst>
          </p:cNvPr>
          <p:cNvSpPr>
            <a:spLocks noGrp="1" noChangeArrowheads="1"/>
          </p:cNvSpPr>
          <p:nvPr>
            <p:ph sz="half" idx="2"/>
          </p:nvPr>
        </p:nvSpPr>
        <p:spPr bwMode="auto">
          <a:xfrm>
            <a:off x="4932040" y="2780929"/>
            <a:ext cx="3723303" cy="28083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2000" b="1" dirty="0">
                <a:latin typeface="Sakkal Majalla" panose="02000000000000000000" pitchFamily="2" charset="-78"/>
                <a:cs typeface="Sakkal Majalla" panose="02000000000000000000" pitchFamily="2" charset="-78"/>
              </a:rPr>
              <a:t>معلمات التيار المتردد (AC) أحادي الطور </a:t>
            </a:r>
          </a:p>
          <a:p>
            <a:pPr marL="0" indent="0" rtl="1">
              <a:buNone/>
            </a:pPr>
            <a:endParaRPr lang="en-GB" sz="2000" b="1" dirty="0">
              <a:latin typeface="Sakkal Majalla" panose="02000000000000000000" pitchFamily="2" charset="-78"/>
              <a:cs typeface="Sakkal Majalla" panose="02000000000000000000" pitchFamily="2" charset="-78"/>
            </a:endParaRPr>
          </a:p>
          <a:p>
            <a:pPr rtl="1"/>
            <a:r>
              <a:rPr lang="ar" sz="2000" dirty="0">
                <a:latin typeface="Sakkal Majalla" panose="02000000000000000000" pitchFamily="2" charset="-78"/>
                <a:cs typeface="Sakkal Majalla" panose="02000000000000000000" pitchFamily="2" charset="-78"/>
              </a:rPr>
              <a:t>التردد، </a:t>
            </a:r>
          </a:p>
          <a:p>
            <a:pPr rtl="1"/>
            <a:r>
              <a:rPr lang="ar" sz="2000" dirty="0">
                <a:latin typeface="Sakkal Majalla" panose="02000000000000000000" pitchFamily="2" charset="-78"/>
                <a:cs typeface="Sakkal Majalla" panose="02000000000000000000" pitchFamily="2" charset="-78"/>
              </a:rPr>
              <a:t>الفترة الزمنية، </a:t>
            </a:r>
          </a:p>
          <a:p>
            <a:pPr rtl="1"/>
            <a:r>
              <a:rPr lang="ar" sz="2000" dirty="0">
                <a:latin typeface="Sakkal Majalla" panose="02000000000000000000" pitchFamily="2" charset="-78"/>
                <a:cs typeface="Sakkal Majalla" panose="02000000000000000000" pitchFamily="2" charset="-78"/>
              </a:rPr>
              <a:t>السعة (ذروة الجهد)</a:t>
            </a:r>
          </a:p>
          <a:p>
            <a:pPr rtl="1"/>
            <a:r>
              <a:rPr lang="ar" sz="2000" dirty="0">
                <a:latin typeface="Sakkal Majalla" panose="02000000000000000000" pitchFamily="2" charset="-78"/>
                <a:cs typeface="Sakkal Majalla" panose="02000000000000000000" pitchFamily="2" charset="-78"/>
              </a:rPr>
              <a:t> الجهد من الذروة إلى الذروة</a:t>
            </a:r>
          </a:p>
          <a:p>
            <a:pPr rtl="1"/>
            <a:r>
              <a:rPr lang="ar" sz="2000" dirty="0">
                <a:latin typeface="Sakkal Majalla" panose="02000000000000000000" pitchFamily="2" charset="-78"/>
                <a:cs typeface="Sakkal Majalla" panose="02000000000000000000" pitchFamily="2" charset="-78"/>
              </a:rPr>
              <a:t>جهد الجذر المتوسط المربع (RMS). </a:t>
            </a:r>
            <a:endParaRPr lang="en-GB" sz="2000" b="1" dirty="0">
              <a:latin typeface="Sakkal Majalla" panose="02000000000000000000" pitchFamily="2" charset="-78"/>
              <a:cs typeface="Sakkal Majalla" panose="02000000000000000000" pitchFamily="2" charset="-78"/>
            </a:endParaRPr>
          </a:p>
        </p:txBody>
      </p:sp>
      <p:sp>
        <p:nvSpPr>
          <p:cNvPr id="4" name="Rectangle 3">
            <a:extLst>
              <a:ext uri="{FF2B5EF4-FFF2-40B4-BE49-F238E27FC236}">
                <a16:creationId xmlns:a16="http://schemas.microsoft.com/office/drawing/2014/main" id="{19D2C970-B7BB-FFE8-D19B-96BC99E3CE15}"/>
              </a:ext>
            </a:extLst>
          </p:cNvPr>
          <p:cNvSpPr/>
          <p:nvPr/>
        </p:nvSpPr>
        <p:spPr>
          <a:xfrm>
            <a:off x="1531238" y="5147480"/>
            <a:ext cx="1656743" cy="257378"/>
          </a:xfrm>
          <a:prstGeom prst="rect">
            <a:avLst/>
          </a:prstGeom>
          <a:solidFill>
            <a:srgbClr val="FFFFFF"/>
          </a:solidFill>
        </p:spPr>
        <p:txBody>
          <a:bodyPr wrap="none" lIns="0" tIns="0" rIns="0" bIns="0" rtlCol="1">
            <a:noAutofit/>
          </a:bodyPr>
          <a:lstStyle/>
          <a:p>
            <a:pPr indent="0" algn="ctr" rtl="1"/>
            <a:r>
              <a:rPr lang="ar" sz="1500" dirty="0">
                <a:latin typeface="Sakkal Majalla" panose="02000000000000000000" pitchFamily="2" charset="-78"/>
                <a:cs typeface="Sakkal Majalla" panose="02000000000000000000" pitchFamily="2" charset="-78"/>
              </a:rPr>
              <a:t>دورة واحدة</a:t>
            </a:r>
          </a:p>
        </p:txBody>
      </p:sp>
      <p:sp>
        <p:nvSpPr>
          <p:cNvPr id="5" name="Rectangle 4">
            <a:extLst>
              <a:ext uri="{FF2B5EF4-FFF2-40B4-BE49-F238E27FC236}">
                <a16:creationId xmlns:a16="http://schemas.microsoft.com/office/drawing/2014/main" id="{F1A6A06B-4893-F4FD-DD22-D9B67442A795}"/>
              </a:ext>
            </a:extLst>
          </p:cNvPr>
          <p:cNvSpPr/>
          <p:nvPr/>
        </p:nvSpPr>
        <p:spPr>
          <a:xfrm>
            <a:off x="1450193" y="3140968"/>
            <a:ext cx="930613" cy="188069"/>
          </a:xfrm>
          <a:prstGeom prst="rect">
            <a:avLst/>
          </a:prstGeom>
          <a:solidFill>
            <a:srgbClr val="FFFFFF"/>
          </a:solidFill>
        </p:spPr>
        <p:txBody>
          <a:bodyPr wrap="none" lIns="0" tIns="0" rIns="0" bIns="0" rtlCol="1">
            <a:noAutofit/>
          </a:bodyPr>
          <a:lstStyle/>
          <a:p>
            <a:pPr indent="0" algn="ctr" rtl="1"/>
            <a:r>
              <a:rPr lang="ar" sz="1500" dirty="0">
                <a:latin typeface="Sakkal Majalla" panose="02000000000000000000" pitchFamily="2" charset="-78"/>
                <a:cs typeface="Sakkal Majalla" panose="02000000000000000000" pitchFamily="2" charset="-78"/>
              </a:rPr>
              <a:t>الطول الموجي</a:t>
            </a:r>
          </a:p>
        </p:txBody>
      </p:sp>
      <p:sp>
        <p:nvSpPr>
          <p:cNvPr id="6" name="Rectangle 5">
            <a:extLst>
              <a:ext uri="{FF2B5EF4-FFF2-40B4-BE49-F238E27FC236}">
                <a16:creationId xmlns:a16="http://schemas.microsoft.com/office/drawing/2014/main" id="{5C311309-8C7F-42D5-815F-D3CD89F4F251}"/>
              </a:ext>
            </a:extLst>
          </p:cNvPr>
          <p:cNvSpPr/>
          <p:nvPr/>
        </p:nvSpPr>
        <p:spPr>
          <a:xfrm>
            <a:off x="3228956" y="3504854"/>
            <a:ext cx="813881" cy="262647"/>
          </a:xfrm>
          <a:prstGeom prst="rect">
            <a:avLst/>
          </a:prstGeom>
          <a:solidFill>
            <a:srgbClr val="FFFFFF"/>
          </a:solidFill>
        </p:spPr>
        <p:txBody>
          <a:bodyPr wrap="none" lIns="0" tIns="0" rIns="0" bIns="0" rtlCol="1">
            <a:noAutofit/>
          </a:bodyPr>
          <a:lstStyle/>
          <a:p>
            <a:pPr indent="0" algn="ctr" rtl="1"/>
            <a:r>
              <a:rPr lang="ar" sz="1500" dirty="0">
                <a:latin typeface="Sakkal Majalla" panose="02000000000000000000" pitchFamily="2" charset="-78"/>
                <a:cs typeface="Sakkal Majalla" panose="02000000000000000000" pitchFamily="2" charset="-78"/>
              </a:rPr>
              <a:t>السعة</a:t>
            </a:r>
          </a:p>
        </p:txBody>
      </p:sp>
      <p:sp>
        <p:nvSpPr>
          <p:cNvPr id="7" name="Footer Placeholder 2">
            <a:extLst>
              <a:ext uri="{FF2B5EF4-FFF2-40B4-BE49-F238E27FC236}">
                <a16:creationId xmlns:a16="http://schemas.microsoft.com/office/drawing/2014/main" id="{E4C74850-C1B3-0C57-BC0F-0A336687CD16}"/>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A103000360233</a:t>
            </a:r>
            <a:endParaRPr lang="ar" sz="1000" dirty="0"/>
          </a:p>
        </p:txBody>
      </p:sp>
    </p:spTree>
    <p:extLst>
      <p:ext uri="{BB962C8B-B14F-4D97-AF65-F5344CB8AC3E}">
        <p14:creationId xmlns:p14="http://schemas.microsoft.com/office/powerpoint/2010/main" val="3615258008"/>
      </p:ext>
    </p:extLst>
  </p:cSld>
  <p:clrMapOvr>
    <a:masterClrMapping/>
  </p:clrMapOvr>
  <p:transition>
    <p:sndAc>
      <p:stSnd>
        <p:snd r:embed="rId3" name="click.wav"/>
      </p:stSnd>
    </p:sndAc>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descr="A diagram of electrical components&#10;&#10;Description automatically generated">
            <a:extLst>
              <a:ext uri="{FF2B5EF4-FFF2-40B4-BE49-F238E27FC236}">
                <a16:creationId xmlns:a16="http://schemas.microsoft.com/office/drawing/2014/main" id="{E05C1844-4B04-769F-64BD-F722675ED4EA}"/>
              </a:ext>
            </a:extLst>
          </p:cNvPr>
          <p:cNvPicPr>
            <a:picLocks noChangeAspect="1"/>
          </p:cNvPicPr>
          <p:nvPr/>
        </p:nvPicPr>
        <p:blipFill>
          <a:blip r:embed="rId4"/>
          <a:stretch>
            <a:fillRect/>
          </a:stretch>
        </p:blipFill>
        <p:spPr>
          <a:xfrm>
            <a:off x="354107" y="2966080"/>
            <a:ext cx="4686852" cy="3320377"/>
          </a:xfrm>
          <a:prstGeom prst="rect">
            <a:avLst/>
          </a:prstGeom>
        </p:spPr>
      </p:pic>
      <p:sp>
        <p:nvSpPr>
          <p:cNvPr id="53250" name="Title 2">
            <a:extLst>
              <a:ext uri="{FF2B5EF4-FFF2-40B4-BE49-F238E27FC236}">
                <a16:creationId xmlns:a16="http://schemas.microsoft.com/office/drawing/2014/main" id="{AFF27A1B-CCBA-375B-8A71-3E2B4B342C9F}"/>
              </a:ext>
            </a:extLst>
          </p:cNvPr>
          <p:cNvSpPr>
            <a:spLocks noGrp="1" noChangeArrowheads="1"/>
          </p:cNvSpPr>
          <p:nvPr>
            <p:ph type="title"/>
          </p:nvPr>
        </p:nvSpPr>
        <p:spPr bwMode="auto">
          <a:xfrm>
            <a:off x="457200" y="1195389"/>
            <a:ext cx="8229600" cy="79345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a:latin typeface="Sakkal Majalla" panose="02000000000000000000" pitchFamily="2" charset="-78"/>
                <a:cs typeface="Sakkal Majalla" panose="02000000000000000000" pitchFamily="2" charset="-78"/>
              </a:rPr>
              <a:t>الدوائر (1)</a:t>
            </a:r>
            <a:endParaRPr lang="en-GB" altLang="en-US" b="0" dirty="0">
              <a:latin typeface="Sakkal Majalla" panose="02000000000000000000" pitchFamily="2" charset="-78"/>
              <a:cs typeface="Sakkal Majalla" panose="02000000000000000000" pitchFamily="2" charset="-78"/>
            </a:endParaRPr>
          </a:p>
        </p:txBody>
      </p:sp>
      <p:sp>
        <p:nvSpPr>
          <p:cNvPr id="53251" name="Content Placeholder 3">
            <a:extLst>
              <a:ext uri="{FF2B5EF4-FFF2-40B4-BE49-F238E27FC236}">
                <a16:creationId xmlns:a16="http://schemas.microsoft.com/office/drawing/2014/main" id="{3851987A-2DDD-99C5-8149-4A695933F18F}"/>
              </a:ext>
            </a:extLst>
          </p:cNvPr>
          <p:cNvSpPr>
            <a:spLocks noGrp="1" noChangeArrowheads="1"/>
          </p:cNvSpPr>
          <p:nvPr>
            <p:ph sz="half" idx="2"/>
          </p:nvPr>
        </p:nvSpPr>
        <p:spPr bwMode="auto">
          <a:xfrm>
            <a:off x="457200" y="2204865"/>
            <a:ext cx="8229600" cy="115212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2200">
                <a:latin typeface="Sakkal Majalla" panose="02000000000000000000" pitchFamily="2" charset="-78"/>
                <a:cs typeface="Sakkal Majalla" panose="02000000000000000000" pitchFamily="2" charset="-78"/>
              </a:rPr>
              <a:t>مخططات الدوائر</a:t>
            </a:r>
          </a:p>
          <a:p>
            <a:pPr rtl="1"/>
            <a:r>
              <a:rPr lang="ar" sz="2200" b="1">
                <a:latin typeface="Sakkal Majalla" panose="02000000000000000000" pitchFamily="2" charset="-78"/>
                <a:cs typeface="Sakkal Majalla" panose="02000000000000000000" pitchFamily="2" charset="-78"/>
              </a:rPr>
              <a:t>الرموز الرسومية</a:t>
            </a:r>
            <a:endParaRPr lang="en-GB" altLang="en-US" sz="2200" dirty="0">
              <a:latin typeface="Sakkal Majalla" panose="02000000000000000000" pitchFamily="2" charset="-78"/>
              <a:cs typeface="Sakkal Majalla" panose="02000000000000000000" pitchFamily="2" charset="-78"/>
            </a:endParaRPr>
          </a:p>
          <a:p>
            <a:pPr marL="0" indent="0" rtl="1">
              <a:buNone/>
            </a:pPr>
            <a:r>
              <a:rPr lang="ar" sz="2200" b="1">
                <a:latin typeface="Sakkal Majalla" panose="02000000000000000000" pitchFamily="2" charset="-78"/>
                <a:cs typeface="Sakkal Majalla" panose="02000000000000000000" pitchFamily="2" charset="-78"/>
              </a:rPr>
              <a:t> </a:t>
            </a:r>
            <a:endParaRPr lang="en-GB" altLang="en-US" sz="2200" dirty="0">
              <a:latin typeface="Sakkal Majalla" panose="02000000000000000000" pitchFamily="2" charset="-78"/>
              <a:cs typeface="Sakkal Majalla" panose="02000000000000000000" pitchFamily="2" charset="-78"/>
            </a:endParaRPr>
          </a:p>
          <a:p>
            <a:pPr marL="0" indent="0" rtl="1">
              <a:buNone/>
            </a:pPr>
            <a:endParaRPr lang="en-GB" altLang="en-US" sz="2200" dirty="0">
              <a:latin typeface="Sakkal Majalla" panose="02000000000000000000" pitchFamily="2" charset="-78"/>
              <a:cs typeface="Sakkal Majalla" panose="02000000000000000000" pitchFamily="2" charset="-78"/>
            </a:endParaRPr>
          </a:p>
          <a:p>
            <a:pPr marL="0" indent="0" rtl="1">
              <a:buNone/>
            </a:pPr>
            <a:endParaRPr lang="en-GB" altLang="en-US" sz="2200" dirty="0">
              <a:latin typeface="Sakkal Majalla" panose="02000000000000000000" pitchFamily="2" charset="-78"/>
              <a:cs typeface="Sakkal Majalla" panose="02000000000000000000" pitchFamily="2" charset="-78"/>
            </a:endParaRPr>
          </a:p>
          <a:p>
            <a:pPr marL="0" indent="0" rtl="1">
              <a:buNone/>
            </a:pPr>
            <a:endParaRPr lang="en-GB" altLang="en-US" sz="2200" dirty="0">
              <a:latin typeface="Sakkal Majalla" panose="02000000000000000000" pitchFamily="2" charset="-78"/>
              <a:cs typeface="Sakkal Majalla" panose="02000000000000000000" pitchFamily="2" charset="-78"/>
            </a:endParaRPr>
          </a:p>
          <a:p>
            <a:pPr rtl="1"/>
            <a:endParaRPr lang="en-GB" altLang="en-US" sz="2200" b="1" dirty="0">
              <a:latin typeface="Sakkal Majalla" panose="02000000000000000000" pitchFamily="2" charset="-78"/>
              <a:cs typeface="Sakkal Majalla" panose="02000000000000000000" pitchFamily="2" charset="-78"/>
            </a:endParaRPr>
          </a:p>
          <a:p>
            <a:pPr rtl="1"/>
            <a:endParaRPr lang="en-GB" altLang="en-US" sz="2200" dirty="0">
              <a:latin typeface="Sakkal Majalla" panose="02000000000000000000" pitchFamily="2" charset="-78"/>
              <a:cs typeface="Sakkal Majalla" panose="02000000000000000000" pitchFamily="2" charset="-78"/>
            </a:endParaRPr>
          </a:p>
        </p:txBody>
      </p:sp>
      <p:sp>
        <p:nvSpPr>
          <p:cNvPr id="8" name="TextBox 7">
            <a:extLst>
              <a:ext uri="{FF2B5EF4-FFF2-40B4-BE49-F238E27FC236}">
                <a16:creationId xmlns:a16="http://schemas.microsoft.com/office/drawing/2014/main" id="{CDE1FC3C-CC42-0AA9-5A82-03E51D3B5F26}"/>
              </a:ext>
            </a:extLst>
          </p:cNvPr>
          <p:cNvSpPr txBox="1"/>
          <p:nvPr/>
        </p:nvSpPr>
        <p:spPr>
          <a:xfrm>
            <a:off x="5261501" y="3356993"/>
            <a:ext cx="3528392" cy="1754326"/>
          </a:xfrm>
          <a:prstGeom prst="rect">
            <a:avLst/>
          </a:prstGeom>
          <a:noFill/>
        </p:spPr>
        <p:txBody>
          <a:bodyPr wrap="square" rtlCol="1">
            <a:spAutoFit/>
          </a:bodyPr>
          <a:lstStyle/>
          <a:p>
            <a:pPr rtl="1"/>
            <a:r>
              <a:rPr lang="ar">
                <a:latin typeface="Sakkal Majalla" panose="02000000000000000000" pitchFamily="2" charset="-78"/>
                <a:cs typeface="Sakkal Majalla" panose="02000000000000000000" pitchFamily="2" charset="-78"/>
              </a:rPr>
              <a:t>يجب أن يكون المتعلمون قادرين على التعرف على الرموز الرسومية القياسية للمكونات الكهربائية والإلكترونية الشائعة.</a:t>
            </a:r>
          </a:p>
          <a:p>
            <a:pPr rtl="1"/>
            <a:r>
              <a:rPr lang="ar">
                <a:latin typeface="Sakkal Majalla" panose="02000000000000000000" pitchFamily="2" charset="-78"/>
                <a:cs typeface="Sakkal Majalla" panose="02000000000000000000" pitchFamily="2" charset="-78"/>
              </a:rPr>
              <a:t>يجب أن يدرك المتعلمون أن هناك عددًا من المعايير الدولية. يجب عليهم استخدام المعيار الذي سيلبونه بشكل متكرر على سبيل المثال IEC60617.</a:t>
            </a:r>
            <a:endParaRPr lang="en-AE" dirty="0">
              <a:latin typeface="Sakkal Majalla" panose="02000000000000000000" pitchFamily="2" charset="-78"/>
              <a:cs typeface="Sakkal Majalla" panose="02000000000000000000" pitchFamily="2" charset="-78"/>
            </a:endParaRPr>
          </a:p>
        </p:txBody>
      </p:sp>
      <p:sp>
        <p:nvSpPr>
          <p:cNvPr id="3" name="Rectangle 2">
            <a:extLst>
              <a:ext uri="{FF2B5EF4-FFF2-40B4-BE49-F238E27FC236}">
                <a16:creationId xmlns:a16="http://schemas.microsoft.com/office/drawing/2014/main" id="{8FD3B479-23E5-6FFE-7DB7-F0017B67D3C1}"/>
              </a:ext>
            </a:extLst>
          </p:cNvPr>
          <p:cNvSpPr/>
          <p:nvPr/>
        </p:nvSpPr>
        <p:spPr>
          <a:xfrm>
            <a:off x="453012" y="3595880"/>
            <a:ext cx="827741" cy="334683"/>
          </a:xfrm>
          <a:prstGeom prst="rect">
            <a:avLst/>
          </a:prstGeom>
          <a:solidFill>
            <a:srgbClr val="FFFFFF"/>
          </a:solidFill>
        </p:spPr>
        <p:txBody>
          <a:bodyPr lIns="0" tIns="0" rIns="0" bIns="0" rtlCol="1">
            <a:noAutofit/>
          </a:bodyPr>
          <a:lstStyle/>
          <a:p>
            <a:pPr indent="0" algn="l" rtl="1"/>
            <a:r>
              <a:rPr lang="ar" sz="1200" dirty="0">
                <a:latin typeface="Sakkal Majalla" panose="02000000000000000000" pitchFamily="2" charset="-78"/>
                <a:cs typeface="Sakkal Majalla" panose="02000000000000000000" pitchFamily="2" charset="-78"/>
              </a:rPr>
              <a:t>تقاطع الوصلات</a:t>
            </a:r>
          </a:p>
        </p:txBody>
      </p:sp>
      <p:sp>
        <p:nvSpPr>
          <p:cNvPr id="4" name="Rectangle 3">
            <a:extLst>
              <a:ext uri="{FF2B5EF4-FFF2-40B4-BE49-F238E27FC236}">
                <a16:creationId xmlns:a16="http://schemas.microsoft.com/office/drawing/2014/main" id="{CCB2EE7B-D3A8-9191-960E-D2147FF12C00}"/>
              </a:ext>
            </a:extLst>
          </p:cNvPr>
          <p:cNvSpPr/>
          <p:nvPr/>
        </p:nvSpPr>
        <p:spPr>
          <a:xfrm>
            <a:off x="472658" y="4243294"/>
            <a:ext cx="262965" cy="152400"/>
          </a:xfrm>
          <a:prstGeom prst="rect">
            <a:avLst/>
          </a:prstGeom>
          <a:solidFill>
            <a:srgbClr val="FFFFFF"/>
          </a:solidFill>
        </p:spPr>
        <p:txBody>
          <a:bodyPr wrap="none" lIns="0" tIns="0" rIns="0" bIns="0" rtlCol="1">
            <a:noAutofit/>
          </a:bodyPr>
          <a:lstStyle/>
          <a:p>
            <a:pPr indent="0" algn="l" rtl="1"/>
            <a:r>
              <a:rPr lang="ar" sz="1200">
                <a:latin typeface="Sakkal Majalla" panose="02000000000000000000" pitchFamily="2" charset="-78"/>
                <a:cs typeface="Sakkal Majalla" panose="02000000000000000000" pitchFamily="2" charset="-78"/>
              </a:rPr>
              <a:t>خلية</a:t>
            </a:r>
          </a:p>
        </p:txBody>
      </p:sp>
      <p:sp>
        <p:nvSpPr>
          <p:cNvPr id="5" name="Rectangle 4">
            <a:extLst>
              <a:ext uri="{FF2B5EF4-FFF2-40B4-BE49-F238E27FC236}">
                <a16:creationId xmlns:a16="http://schemas.microsoft.com/office/drawing/2014/main" id="{042700AA-710F-DD21-C02D-E0473585AD58}"/>
              </a:ext>
            </a:extLst>
          </p:cNvPr>
          <p:cNvSpPr/>
          <p:nvPr/>
        </p:nvSpPr>
        <p:spPr>
          <a:xfrm>
            <a:off x="457200" y="5190564"/>
            <a:ext cx="831246" cy="337671"/>
          </a:xfrm>
          <a:prstGeom prst="rect">
            <a:avLst/>
          </a:prstGeom>
          <a:solidFill>
            <a:srgbClr val="FFFFFF"/>
          </a:solidFill>
        </p:spPr>
        <p:txBody>
          <a:bodyPr lIns="0" tIns="0" rIns="0" bIns="0" rtlCol="1">
            <a:noAutofit/>
          </a:bodyPr>
          <a:lstStyle/>
          <a:p>
            <a:pPr indent="0" algn="l" rtl="1">
              <a:lnSpc>
                <a:spcPct val="106000"/>
              </a:lnSpc>
            </a:pPr>
            <a:r>
              <a:rPr lang="ar" sz="1200" dirty="0">
                <a:latin typeface="Sakkal Majalla" panose="02000000000000000000" pitchFamily="2" charset="-78"/>
                <a:cs typeface="Sakkal Majalla" panose="02000000000000000000" pitchFamily="2" charset="-78"/>
              </a:rPr>
              <a:t>بطارية خلايا</a:t>
            </a:r>
          </a:p>
        </p:txBody>
      </p:sp>
      <p:sp>
        <p:nvSpPr>
          <p:cNvPr id="6" name="Rectangle 5">
            <a:extLst>
              <a:ext uri="{FF2B5EF4-FFF2-40B4-BE49-F238E27FC236}">
                <a16:creationId xmlns:a16="http://schemas.microsoft.com/office/drawing/2014/main" id="{E8EFF29B-6FB3-1D78-5AB8-F42430BD55DA}"/>
              </a:ext>
            </a:extLst>
          </p:cNvPr>
          <p:cNvSpPr/>
          <p:nvPr/>
        </p:nvSpPr>
        <p:spPr>
          <a:xfrm>
            <a:off x="1547664" y="5259294"/>
            <a:ext cx="233841" cy="170329"/>
          </a:xfrm>
          <a:prstGeom prst="rect">
            <a:avLst/>
          </a:prstGeom>
          <a:solidFill>
            <a:srgbClr val="FFFFFF"/>
          </a:solidFill>
        </p:spPr>
        <p:txBody>
          <a:bodyPr wrap="none" lIns="0" tIns="0" rIns="0" bIns="0" rtlCol="1">
            <a:noAutofit/>
          </a:bodyPr>
          <a:lstStyle/>
          <a:p>
            <a:pPr indent="0" algn="l" rtl="1"/>
            <a:r>
              <a:rPr lang="ar" sz="1200" dirty="0">
                <a:latin typeface="Sakkal Majalla" panose="02000000000000000000" pitchFamily="2" charset="-78"/>
                <a:cs typeface="Sakkal Majalla" panose="02000000000000000000" pitchFamily="2" charset="-78"/>
              </a:rPr>
              <a:t>أو</a:t>
            </a:r>
          </a:p>
        </p:txBody>
      </p:sp>
      <p:sp>
        <p:nvSpPr>
          <p:cNvPr id="9" name="Rectangle 8">
            <a:extLst>
              <a:ext uri="{FF2B5EF4-FFF2-40B4-BE49-F238E27FC236}">
                <a16:creationId xmlns:a16="http://schemas.microsoft.com/office/drawing/2014/main" id="{867E495A-04B4-4450-CB8B-AB2CAFC90363}"/>
              </a:ext>
            </a:extLst>
          </p:cNvPr>
          <p:cNvSpPr/>
          <p:nvPr/>
        </p:nvSpPr>
        <p:spPr>
          <a:xfrm>
            <a:off x="2843809" y="3573017"/>
            <a:ext cx="775892" cy="360290"/>
          </a:xfrm>
          <a:prstGeom prst="rect">
            <a:avLst/>
          </a:prstGeom>
          <a:solidFill>
            <a:srgbClr val="FFFFFF"/>
          </a:solidFill>
        </p:spPr>
        <p:txBody>
          <a:bodyPr wrap="none" lIns="0" tIns="0" rIns="0" bIns="0" rtlCol="1">
            <a:noAutofit/>
          </a:bodyPr>
          <a:lstStyle/>
          <a:p>
            <a:pPr indent="0" algn="l" rtl="1"/>
            <a:r>
              <a:rPr lang="ar" sz="1200" dirty="0">
                <a:latin typeface="Sakkal Majalla" panose="02000000000000000000" pitchFamily="2" charset="-78"/>
                <a:cs typeface="Sakkal Majalla" panose="02000000000000000000" pitchFamily="2" charset="-78"/>
              </a:rPr>
              <a:t>مقياس التيار</a:t>
            </a:r>
            <a:br>
              <a:rPr lang="en-US" sz="1200" dirty="0">
                <a:latin typeface="Sakkal Majalla" panose="02000000000000000000" pitchFamily="2" charset="-78"/>
                <a:cs typeface="Sakkal Majalla" panose="02000000000000000000" pitchFamily="2" charset="-78"/>
              </a:rPr>
            </a:br>
            <a:r>
              <a:rPr lang="ar" sz="1200" dirty="0">
                <a:latin typeface="Sakkal Majalla" panose="02000000000000000000" pitchFamily="2" charset="-78"/>
                <a:cs typeface="Sakkal Majalla" panose="02000000000000000000" pitchFamily="2" charset="-78"/>
              </a:rPr>
              <a:t> الكهربائي</a:t>
            </a:r>
          </a:p>
        </p:txBody>
      </p:sp>
      <p:sp>
        <p:nvSpPr>
          <p:cNvPr id="10" name="Rectangle 9">
            <a:extLst>
              <a:ext uri="{FF2B5EF4-FFF2-40B4-BE49-F238E27FC236}">
                <a16:creationId xmlns:a16="http://schemas.microsoft.com/office/drawing/2014/main" id="{B28250E2-D6ED-C030-DD9E-B0C80144A4B0}"/>
              </a:ext>
            </a:extLst>
          </p:cNvPr>
          <p:cNvSpPr/>
          <p:nvPr/>
        </p:nvSpPr>
        <p:spPr>
          <a:xfrm>
            <a:off x="2947347" y="4368800"/>
            <a:ext cx="672353" cy="152400"/>
          </a:xfrm>
          <a:prstGeom prst="rect">
            <a:avLst/>
          </a:prstGeom>
          <a:solidFill>
            <a:srgbClr val="FFFFFF"/>
          </a:solidFill>
        </p:spPr>
        <p:txBody>
          <a:bodyPr wrap="none" lIns="0" tIns="0" rIns="0" bIns="0" rtlCol="1">
            <a:noAutofit/>
          </a:bodyPr>
          <a:lstStyle/>
          <a:p>
            <a:pPr indent="0" algn="l" rtl="1"/>
            <a:r>
              <a:rPr lang="ar" sz="1200">
                <a:latin typeface="Sakkal Majalla" panose="02000000000000000000" pitchFamily="2" charset="-78"/>
                <a:cs typeface="Sakkal Majalla" panose="02000000000000000000" pitchFamily="2" charset="-78"/>
              </a:rPr>
              <a:t>مقياس الفولتية</a:t>
            </a:r>
          </a:p>
        </p:txBody>
      </p:sp>
      <p:sp>
        <p:nvSpPr>
          <p:cNvPr id="11" name="Rectangle 10">
            <a:extLst>
              <a:ext uri="{FF2B5EF4-FFF2-40B4-BE49-F238E27FC236}">
                <a16:creationId xmlns:a16="http://schemas.microsoft.com/office/drawing/2014/main" id="{47C3CFE0-5570-1478-2DE7-76A1C8F797BF}"/>
              </a:ext>
            </a:extLst>
          </p:cNvPr>
          <p:cNvSpPr/>
          <p:nvPr/>
        </p:nvSpPr>
        <p:spPr>
          <a:xfrm>
            <a:off x="2843808" y="5017247"/>
            <a:ext cx="480057" cy="185270"/>
          </a:xfrm>
          <a:prstGeom prst="rect">
            <a:avLst/>
          </a:prstGeom>
          <a:solidFill>
            <a:srgbClr val="D4D4D4"/>
          </a:solidFill>
        </p:spPr>
        <p:txBody>
          <a:bodyPr wrap="none" lIns="0" tIns="0" rIns="0" bIns="0" rtlCol="1">
            <a:noAutofit/>
          </a:bodyPr>
          <a:lstStyle/>
          <a:p>
            <a:pPr indent="0" algn="l" rtl="1"/>
            <a:r>
              <a:rPr lang="ar" sz="1200" dirty="0">
                <a:latin typeface="Sakkal Majalla" panose="02000000000000000000" pitchFamily="2" charset="-78"/>
                <a:cs typeface="Sakkal Majalla" panose="02000000000000000000" pitchFamily="2" charset="-78"/>
              </a:rPr>
              <a:t>مصباح</a:t>
            </a:r>
          </a:p>
        </p:txBody>
      </p:sp>
      <p:sp>
        <p:nvSpPr>
          <p:cNvPr id="12" name="Footer Placeholder 2">
            <a:extLst>
              <a:ext uri="{FF2B5EF4-FFF2-40B4-BE49-F238E27FC236}">
                <a16:creationId xmlns:a16="http://schemas.microsoft.com/office/drawing/2014/main" id="{E2EC3560-114C-616F-3248-06BFA4FF7ABF}"/>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A103000360233</a:t>
            </a:r>
            <a:endParaRPr lang="ar" sz="1000" dirty="0"/>
          </a:p>
        </p:txBody>
      </p:sp>
    </p:spTree>
    <p:extLst>
      <p:ext uri="{BB962C8B-B14F-4D97-AF65-F5344CB8AC3E}">
        <p14:creationId xmlns:p14="http://schemas.microsoft.com/office/powerpoint/2010/main" val="2983185471"/>
      </p:ext>
    </p:extLst>
  </p:cSld>
  <p:clrMapOvr>
    <a:masterClrMapping/>
  </p:clrMapOvr>
  <p:transition>
    <p:sndAc>
      <p:stSnd>
        <p:snd r:embed="rId3" name="click.wav"/>
      </p:stSnd>
    </p:sndAc>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6F883-E725-4DD0-1823-88AC320ADC63}"/>
              </a:ext>
            </a:extLst>
          </p:cNvPr>
          <p:cNvSpPr>
            <a:spLocks noGrp="1"/>
          </p:cNvSpPr>
          <p:nvPr>
            <p:ph type="title"/>
          </p:nvPr>
        </p:nvSpPr>
        <p:spPr>
          <a:xfrm>
            <a:off x="457200" y="1052736"/>
            <a:ext cx="8229600" cy="864000"/>
          </a:xfrm>
        </p:spPr>
        <p:txBody>
          <a:bodyPr rtlCol="1"/>
          <a:lstStyle/>
          <a:p>
            <a:pPr rtl="1"/>
            <a:r>
              <a:rPr lang="ar">
                <a:latin typeface="Sakkal Majalla" panose="02000000000000000000" pitchFamily="2" charset="-78"/>
                <a:cs typeface="Sakkal Majalla" panose="02000000000000000000" pitchFamily="2" charset="-78"/>
              </a:rPr>
              <a:t>الدوائر (2)</a:t>
            </a:r>
            <a:endParaRPr lang="en-AE" dirty="0">
              <a:latin typeface="Sakkal Majalla" panose="02000000000000000000" pitchFamily="2" charset="-78"/>
              <a:cs typeface="Sakkal Majalla" panose="02000000000000000000" pitchFamily="2" charset="-78"/>
            </a:endParaRPr>
          </a:p>
        </p:txBody>
      </p:sp>
      <p:sp>
        <p:nvSpPr>
          <p:cNvPr id="5" name="Content Placeholder 3">
            <a:extLst>
              <a:ext uri="{FF2B5EF4-FFF2-40B4-BE49-F238E27FC236}">
                <a16:creationId xmlns:a16="http://schemas.microsoft.com/office/drawing/2014/main" id="{035AA33F-2639-A03B-0BA2-EC3D8A77F5D5}"/>
              </a:ext>
            </a:extLst>
          </p:cNvPr>
          <p:cNvSpPr txBox="1">
            <a:spLocks noChangeArrowheads="1"/>
          </p:cNvSpPr>
          <p:nvPr/>
        </p:nvSpPr>
        <p:spPr bwMode="auto">
          <a:xfrm>
            <a:off x="469726" y="1988840"/>
            <a:ext cx="8229600" cy="105468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0" indent="0" rtl="1">
              <a:buNone/>
            </a:pPr>
            <a:r>
              <a:rPr lang="ar" sz="2400">
                <a:latin typeface="Sakkal Majalla" panose="02000000000000000000" pitchFamily="2" charset="-78"/>
                <a:cs typeface="Sakkal Majalla" panose="02000000000000000000" pitchFamily="2" charset="-78"/>
              </a:rPr>
              <a:t>وظيفة وتشغيل التطبيقات النموذجية.</a:t>
            </a:r>
          </a:p>
          <a:p>
            <a:pPr marL="0" indent="0" rtl="1">
              <a:buNone/>
            </a:pPr>
            <a:r>
              <a:rPr lang="ar" sz="1800">
                <a:latin typeface="Sakkal Majalla" panose="02000000000000000000" pitchFamily="2" charset="-78"/>
                <a:ea typeface="+mn-ea"/>
                <a:cs typeface="Sakkal Majalla" panose="02000000000000000000" pitchFamily="2" charset="-78"/>
              </a:rPr>
              <a:t>يجب على المتعلمين فحص عدد من الدوائر الكهربائية ودائرة إلكترونية واحدة.</a:t>
            </a:r>
          </a:p>
          <a:p>
            <a:pPr rtl="1"/>
            <a:endParaRPr lang="en-GB" altLang="en-US" sz="2400" b="1" dirty="0">
              <a:latin typeface="Sakkal Majalla" panose="02000000000000000000" pitchFamily="2" charset="-78"/>
              <a:cs typeface="Sakkal Majalla" panose="02000000000000000000" pitchFamily="2" charset="-78"/>
            </a:endParaRPr>
          </a:p>
          <a:p>
            <a:pPr rtl="1"/>
            <a:endParaRPr lang="en-GB" altLang="en-US" b="1" dirty="0">
              <a:latin typeface="Sakkal Majalla" panose="02000000000000000000" pitchFamily="2" charset="-78"/>
              <a:cs typeface="Sakkal Majalla" panose="02000000000000000000" pitchFamily="2" charset="-78"/>
            </a:endParaRPr>
          </a:p>
          <a:p>
            <a:pPr marL="0" indent="0" rtl="1">
              <a:buNone/>
            </a:pPr>
            <a:endParaRPr lang="en-GB" altLang="en-US" sz="2400" b="1" dirty="0">
              <a:latin typeface="Sakkal Majalla" panose="02000000000000000000" pitchFamily="2" charset="-78"/>
              <a:cs typeface="Sakkal Majalla" panose="02000000000000000000" pitchFamily="2" charset="-78"/>
            </a:endParaRPr>
          </a:p>
          <a:p>
            <a:pPr marL="0" indent="0" rtl="1">
              <a:buFont typeface="Wingdings" panose="05000000000000000000" pitchFamily="2" charset="2"/>
              <a:buNone/>
            </a:pPr>
            <a:r>
              <a:rPr lang="ar" sz="2200" b="1" kern="0">
                <a:latin typeface="Sakkal Majalla" panose="02000000000000000000" pitchFamily="2" charset="-78"/>
                <a:cs typeface="Sakkal Majalla" panose="02000000000000000000" pitchFamily="2" charset="-78"/>
              </a:rPr>
              <a:t> </a:t>
            </a:r>
            <a:endParaRPr lang="en-GB" altLang="en-US" sz="2200" kern="0" dirty="0">
              <a:latin typeface="Sakkal Majalla" panose="02000000000000000000" pitchFamily="2" charset="-78"/>
              <a:cs typeface="Sakkal Majalla" panose="02000000000000000000" pitchFamily="2" charset="-78"/>
            </a:endParaRPr>
          </a:p>
          <a:p>
            <a:pPr marL="0" indent="0" rtl="1">
              <a:buFont typeface="Wingdings" panose="05000000000000000000" pitchFamily="2" charset="2"/>
              <a:buNone/>
            </a:pPr>
            <a:endParaRPr lang="en-GB" altLang="en-US" sz="2200" kern="0" dirty="0">
              <a:latin typeface="Sakkal Majalla" panose="02000000000000000000" pitchFamily="2" charset="-78"/>
              <a:cs typeface="Sakkal Majalla" panose="02000000000000000000" pitchFamily="2" charset="-78"/>
            </a:endParaRPr>
          </a:p>
          <a:p>
            <a:pPr marL="0" indent="0" rtl="1">
              <a:buFont typeface="Wingdings" panose="05000000000000000000" pitchFamily="2" charset="2"/>
              <a:buNone/>
            </a:pPr>
            <a:endParaRPr lang="en-GB" altLang="en-US" sz="2200" kern="0" dirty="0">
              <a:latin typeface="Sakkal Majalla" panose="02000000000000000000" pitchFamily="2" charset="-78"/>
              <a:cs typeface="Sakkal Majalla" panose="02000000000000000000" pitchFamily="2" charset="-78"/>
            </a:endParaRPr>
          </a:p>
          <a:p>
            <a:pPr marL="0" indent="0" rtl="1">
              <a:buFont typeface="Wingdings" panose="05000000000000000000" pitchFamily="2" charset="2"/>
              <a:buNone/>
            </a:pPr>
            <a:endParaRPr lang="en-GB" altLang="en-US" sz="2200" kern="0" dirty="0">
              <a:latin typeface="Sakkal Majalla" panose="02000000000000000000" pitchFamily="2" charset="-78"/>
              <a:cs typeface="Sakkal Majalla" panose="02000000000000000000" pitchFamily="2" charset="-78"/>
            </a:endParaRPr>
          </a:p>
          <a:p>
            <a:pPr rtl="1"/>
            <a:endParaRPr lang="en-GB" altLang="en-US" sz="2200" b="1" kern="0" dirty="0">
              <a:latin typeface="Sakkal Majalla" panose="02000000000000000000" pitchFamily="2" charset="-78"/>
              <a:cs typeface="Sakkal Majalla" panose="02000000000000000000" pitchFamily="2" charset="-78"/>
            </a:endParaRPr>
          </a:p>
          <a:p>
            <a:pPr rtl="1"/>
            <a:endParaRPr lang="en-GB" altLang="en-US" sz="2200" kern="0" dirty="0">
              <a:latin typeface="Sakkal Majalla" panose="02000000000000000000" pitchFamily="2" charset="-78"/>
              <a:cs typeface="Sakkal Majalla" panose="02000000000000000000" pitchFamily="2" charset="-78"/>
            </a:endParaRPr>
          </a:p>
        </p:txBody>
      </p:sp>
      <p:sp>
        <p:nvSpPr>
          <p:cNvPr id="8" name="TextBox 7">
            <a:extLst>
              <a:ext uri="{FF2B5EF4-FFF2-40B4-BE49-F238E27FC236}">
                <a16:creationId xmlns:a16="http://schemas.microsoft.com/office/drawing/2014/main" id="{C8C1A85A-5DC5-494B-213F-A05A49EA8BF2}"/>
              </a:ext>
            </a:extLst>
          </p:cNvPr>
          <p:cNvSpPr txBox="1"/>
          <p:nvPr/>
        </p:nvSpPr>
        <p:spPr>
          <a:xfrm>
            <a:off x="5230416" y="3105105"/>
            <a:ext cx="3456384" cy="923330"/>
          </a:xfrm>
          <a:prstGeom prst="rect">
            <a:avLst/>
          </a:prstGeom>
          <a:noFill/>
        </p:spPr>
        <p:txBody>
          <a:bodyPr wrap="square" rtlCol="1">
            <a:spAutoFit/>
          </a:bodyPr>
          <a:lstStyle/>
          <a:p>
            <a:pPr rtl="1"/>
            <a:r>
              <a:rPr lang="ar">
                <a:latin typeface="Sakkal Majalla" panose="02000000000000000000" pitchFamily="2" charset="-78"/>
                <a:cs typeface="Sakkal Majalla" panose="02000000000000000000" pitchFamily="2" charset="-78"/>
              </a:rPr>
              <a:t>الدوائر المتصلة ب</a:t>
            </a:r>
            <a:r>
              <a:rPr lang="ar" b="1">
                <a:latin typeface="Sakkal Majalla" panose="02000000000000000000" pitchFamily="2" charset="-78"/>
                <a:cs typeface="Sakkal Majalla" panose="02000000000000000000" pitchFamily="2" charset="-78"/>
              </a:rPr>
              <a:t>التسلسل والتوازي</a:t>
            </a:r>
            <a:r>
              <a:rPr lang="ar">
                <a:latin typeface="Sakkal Majalla" panose="02000000000000000000" pitchFamily="2" charset="-78"/>
                <a:cs typeface="Sakkal Majalla" panose="02000000000000000000" pitchFamily="2" charset="-78"/>
              </a:rPr>
              <a:t> </a:t>
            </a:r>
            <a:r>
              <a:rPr lang="ar" b="1">
                <a:latin typeface="Sakkal Majalla" panose="02000000000000000000" pitchFamily="2" charset="-78"/>
                <a:cs typeface="Sakkal Majalla" panose="02000000000000000000" pitchFamily="2" charset="-78"/>
              </a:rPr>
              <a:t>والمختلطة بالتسلسل/التوازي</a:t>
            </a:r>
          </a:p>
          <a:p>
            <a:pPr rtl="1"/>
            <a:endParaRPr lang="en-AE" dirty="0">
              <a:latin typeface="Sakkal Majalla" panose="02000000000000000000" pitchFamily="2" charset="-78"/>
              <a:cs typeface="Sakkal Majalla" panose="02000000000000000000" pitchFamily="2" charset="-78"/>
            </a:endParaRPr>
          </a:p>
        </p:txBody>
      </p:sp>
      <p:sp>
        <p:nvSpPr>
          <p:cNvPr id="11" name="TextBox 10">
            <a:extLst>
              <a:ext uri="{FF2B5EF4-FFF2-40B4-BE49-F238E27FC236}">
                <a16:creationId xmlns:a16="http://schemas.microsoft.com/office/drawing/2014/main" id="{8FF21BCE-E483-1FF5-1D0A-6900974E7291}"/>
              </a:ext>
            </a:extLst>
          </p:cNvPr>
          <p:cNvSpPr txBox="1"/>
          <p:nvPr/>
        </p:nvSpPr>
        <p:spPr>
          <a:xfrm>
            <a:off x="621615" y="3068960"/>
            <a:ext cx="3944306" cy="923330"/>
          </a:xfrm>
          <a:prstGeom prst="rect">
            <a:avLst/>
          </a:prstGeom>
          <a:noFill/>
        </p:spPr>
        <p:txBody>
          <a:bodyPr wrap="square" rtlCol="1">
            <a:spAutoFit/>
          </a:bodyPr>
          <a:lstStyle/>
          <a:p>
            <a:pPr rtl="1"/>
            <a:r>
              <a:rPr lang="ar" sz="1800" b="1">
                <a:latin typeface="Sakkal Majalla" panose="02000000000000000000" pitchFamily="2" charset="-78"/>
                <a:cs typeface="Sakkal Majalla" panose="02000000000000000000" pitchFamily="2" charset="-78"/>
              </a:rPr>
              <a:t>الدوائر الإلكترونية</a:t>
            </a:r>
            <a:r>
              <a:rPr lang="ar" sz="1800">
                <a:latin typeface="Sakkal Majalla" panose="02000000000000000000" pitchFamily="2" charset="-78"/>
                <a:cs typeface="Sakkal Majalla" panose="02000000000000000000" pitchFamily="2" charset="-78"/>
              </a:rPr>
              <a:t>  </a:t>
            </a:r>
          </a:p>
          <a:p>
            <a:pPr rtl="1"/>
            <a:r>
              <a:rPr lang="ar">
                <a:latin typeface="Sakkal Majalla" panose="02000000000000000000" pitchFamily="2" charset="-78"/>
                <a:cs typeface="Sakkal Majalla" panose="02000000000000000000" pitchFamily="2" charset="-78"/>
              </a:rPr>
              <a:t>مثال</a:t>
            </a:r>
          </a:p>
          <a:p>
            <a:pPr rtl="1"/>
            <a:r>
              <a:rPr lang="ar" sz="1800">
                <a:latin typeface="Sakkal Majalla" panose="02000000000000000000" pitchFamily="2" charset="-78"/>
                <a:cs typeface="Sakkal Majalla" panose="02000000000000000000" pitchFamily="2" charset="-78"/>
              </a:rPr>
              <a:t>المكبر العملياتي العكسي</a:t>
            </a:r>
            <a:r>
              <a:rPr lang="ar">
                <a:latin typeface="Sakkal Majalla" panose="02000000000000000000" pitchFamily="2" charset="-78"/>
                <a:cs typeface="Sakkal Majalla" panose="02000000000000000000" pitchFamily="2" charset="-78"/>
              </a:rPr>
              <a:t>.</a:t>
            </a:r>
            <a:endParaRPr lang="en-GB" altLang="en-US" sz="1800" b="1" dirty="0">
              <a:latin typeface="Sakkal Majalla" panose="02000000000000000000" pitchFamily="2" charset="-78"/>
              <a:cs typeface="Sakkal Majalla" panose="02000000000000000000" pitchFamily="2" charset="-78"/>
            </a:endParaRPr>
          </a:p>
        </p:txBody>
      </p:sp>
      <p:pic>
        <p:nvPicPr>
          <p:cNvPr id="13" name="Picture 12" descr="A diagram of a circuit&#10;&#10;Description automatically generated">
            <a:extLst>
              <a:ext uri="{FF2B5EF4-FFF2-40B4-BE49-F238E27FC236}">
                <a16:creationId xmlns:a16="http://schemas.microsoft.com/office/drawing/2014/main" id="{C2D593FD-B4D6-B6DA-9C6C-C6333F3F29AA}"/>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788024" y="4008751"/>
            <a:ext cx="4000000" cy="2476190"/>
          </a:xfrm>
          <a:prstGeom prst="rect">
            <a:avLst/>
          </a:prstGeom>
        </p:spPr>
      </p:pic>
      <p:sp>
        <p:nvSpPr>
          <p:cNvPr id="4" name="Footer Placeholder 2">
            <a:extLst>
              <a:ext uri="{FF2B5EF4-FFF2-40B4-BE49-F238E27FC236}">
                <a16:creationId xmlns:a16="http://schemas.microsoft.com/office/drawing/2014/main" id="{EE502998-3714-4DA7-4475-0CC4FB60A36A}"/>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A103000360233</a:t>
            </a:r>
            <a:endParaRPr lang="ar" sz="1000" dirty="0"/>
          </a:p>
        </p:txBody>
      </p:sp>
      <p:pic>
        <p:nvPicPr>
          <p:cNvPr id="6" name="Picture 5" descr="A diagram of a circuit&#10;&#10;Description automatically generated">
            <a:extLst>
              <a:ext uri="{FF2B5EF4-FFF2-40B4-BE49-F238E27FC236}">
                <a16:creationId xmlns:a16="http://schemas.microsoft.com/office/drawing/2014/main" id="{F1A6E818-2BDE-3413-E152-8D113CBEF9A1}"/>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5292080" y="3861048"/>
            <a:ext cx="3162852" cy="2225968"/>
          </a:xfrm>
          <a:prstGeom prst="rect">
            <a:avLst/>
          </a:prstGeom>
        </p:spPr>
      </p:pic>
    </p:spTree>
    <p:extLst>
      <p:ext uri="{BB962C8B-B14F-4D97-AF65-F5344CB8AC3E}">
        <p14:creationId xmlns:p14="http://schemas.microsoft.com/office/powerpoint/2010/main" val="3821441531"/>
      </p:ext>
    </p:extLst>
  </p:cSld>
  <p:clrMapOvr>
    <a:overrideClrMapping bg1="lt1" tx1="dk1" bg2="lt2" tx2="dk2" accent1="accent1" accent2="accent2" accent3="accent3" accent4="accent4" accent5="accent5" accent6="accent6" hlink="hlink" folHlink="folHlink"/>
  </p:clrMapOvr>
  <p:transition>
    <p:sndAc>
      <p:stSnd>
        <p:snd r:embed="rId3" name="click.wav"/>
      </p:stSnd>
    </p:sndAc>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273224" y="134076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kern="1200">
                <a:latin typeface="Sakkal Majalla" panose="02000000000000000000" pitchFamily="2" charset="-78"/>
                <a:ea typeface="+mn-ea"/>
                <a:cs typeface="Sakkal Majalla" panose="02000000000000000000" pitchFamily="2" charset="-78"/>
              </a:rPr>
              <a:t>هدف التعلم (ب)</a:t>
            </a:r>
            <a:br>
              <a:rPr lang="en-US" altLang="en-US" sz="2400" dirty="0">
                <a:latin typeface="Sakkal Majalla" panose="02000000000000000000" pitchFamily="2" charset="-78"/>
                <a:cs typeface="Sakkal Majalla" panose="02000000000000000000" pitchFamily="2" charset="-78"/>
              </a:rPr>
            </a:br>
            <a:br>
              <a:rPr lang="en-US" altLang="en-US" sz="2400" dirty="0">
                <a:latin typeface="Sakkal Majalla" panose="02000000000000000000" pitchFamily="2" charset="-78"/>
                <a:cs typeface="Sakkal Majalla" panose="02000000000000000000" pitchFamily="2" charset="-78"/>
              </a:rPr>
            </a:br>
            <a:endParaRPr lang="en-GB" altLang="en-US" sz="3600" dirty="0">
              <a:latin typeface="Sakkal Majalla" panose="02000000000000000000" pitchFamily="2" charset="-78"/>
              <a:cs typeface="Sakkal Majalla" panose="02000000000000000000" pitchFamily="2" charset="-78"/>
            </a:endParaRPr>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297220" y="4149080"/>
            <a:ext cx="8435280" cy="155858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 dirty="0">
                <a:latin typeface="Sakkal Majalla" panose="02000000000000000000" pitchFamily="2" charset="-78"/>
                <a:cs typeface="Sakkal Majalla" panose="02000000000000000000" pitchFamily="2" charset="-78"/>
              </a:rPr>
              <a:t>المكونات</a:t>
            </a:r>
          </a:p>
          <a:p>
            <a:pPr marL="685800" rtl="1"/>
            <a:r>
              <a:rPr lang="ar" dirty="0">
                <a:latin typeface="Sakkal Majalla" panose="02000000000000000000" pitchFamily="2" charset="-78"/>
                <a:cs typeface="Sakkal Majalla" panose="02000000000000000000" pitchFamily="2" charset="-78"/>
              </a:rPr>
              <a:t>إنشاء الدوائر</a:t>
            </a:r>
          </a:p>
          <a:p>
            <a:pPr marL="685800" rtl="1"/>
            <a:r>
              <a:rPr lang="ar" dirty="0">
                <a:latin typeface="Sakkal Majalla" panose="02000000000000000000" pitchFamily="2" charset="-78"/>
                <a:cs typeface="Sakkal Majalla" panose="02000000000000000000" pitchFamily="2" charset="-78"/>
              </a:rPr>
              <a:t>تشغيل الدائرة</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76263" y="2102267"/>
            <a:ext cx="7991475" cy="2653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4400">
                <a:solidFill>
                  <a:schemeClr val="tx2"/>
                </a:solidFill>
                <a:latin typeface="Sakkal Majalla" panose="02000000000000000000" pitchFamily="2" charset="-78"/>
                <a:cs typeface="Sakkal Majalla" panose="02000000000000000000" pitchFamily="2" charset="-78"/>
              </a:rPr>
              <a:t>استخدم المكونات لإنشاء دوائر كهربائية وإلكترونية بأمان</a:t>
            </a:r>
          </a:p>
          <a:p>
            <a:pPr algn="ctr" rtl="1"/>
            <a:br>
              <a:rPr lang="en-US" altLang="en-US" sz="3600" b="1" dirty="0">
                <a:latin typeface="Sakkal Majalla" panose="02000000000000000000" pitchFamily="2" charset="-78"/>
                <a:cs typeface="Sakkal Majalla" panose="02000000000000000000" pitchFamily="2" charset="-78"/>
              </a:rPr>
            </a:br>
            <a:endParaRPr lang="en-GB" altLang="en-US" sz="3600" b="1"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BF2B427B-0167-1F2C-7ADE-8D0D3DEF480A}"/>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A103000360233</a:t>
            </a:r>
            <a:endParaRPr lang="ar" sz="1000" dirty="0"/>
          </a:p>
        </p:txBody>
      </p:sp>
    </p:spTree>
    <p:extLst>
      <p:ext uri="{BB962C8B-B14F-4D97-AF65-F5344CB8AC3E}">
        <p14:creationId xmlns:p14="http://schemas.microsoft.com/office/powerpoint/2010/main" val="4061933516"/>
      </p:ext>
    </p:extLst>
  </p:cSld>
  <p:clrMapOvr>
    <a:masterClrMapping/>
  </p:clrMapOvr>
  <p:transition>
    <p:sndAc>
      <p:stSnd>
        <p:snd r:embed="rId3" name="click.wav"/>
      </p:stSnd>
    </p:sndAc>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2">
            <a:extLst>
              <a:ext uri="{FF2B5EF4-FFF2-40B4-BE49-F238E27FC236}">
                <a16:creationId xmlns:a16="http://schemas.microsoft.com/office/drawing/2014/main" id="{AFF27A1B-CCBA-375B-8A71-3E2B4B342C9F}"/>
              </a:ext>
            </a:extLst>
          </p:cNvPr>
          <p:cNvSpPr>
            <a:spLocks noGrp="1" noChangeArrowheads="1"/>
          </p:cNvSpPr>
          <p:nvPr>
            <p:ph type="title"/>
          </p:nvPr>
        </p:nvSpPr>
        <p:spPr bwMode="auto">
          <a:xfrm>
            <a:off x="457200" y="1195389"/>
            <a:ext cx="8229600" cy="72144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a:latin typeface="Sakkal Majalla" panose="02000000000000000000" pitchFamily="2" charset="-78"/>
                <a:cs typeface="Sakkal Majalla" panose="02000000000000000000" pitchFamily="2" charset="-78"/>
              </a:rPr>
              <a:t>المكونات (1)</a:t>
            </a:r>
            <a:endParaRPr lang="en-GB" altLang="en-US" b="0" dirty="0">
              <a:latin typeface="Sakkal Majalla" panose="02000000000000000000" pitchFamily="2" charset="-78"/>
              <a:cs typeface="Sakkal Majalla" panose="02000000000000000000" pitchFamily="2" charset="-78"/>
            </a:endParaRPr>
          </a:p>
        </p:txBody>
      </p:sp>
      <p:sp>
        <p:nvSpPr>
          <p:cNvPr id="53251" name="Content Placeholder 3">
            <a:extLst>
              <a:ext uri="{FF2B5EF4-FFF2-40B4-BE49-F238E27FC236}">
                <a16:creationId xmlns:a16="http://schemas.microsoft.com/office/drawing/2014/main" id="{3851987A-2DDD-99C5-8149-4A695933F18F}"/>
              </a:ext>
            </a:extLst>
          </p:cNvPr>
          <p:cNvSpPr>
            <a:spLocks noGrp="1" noChangeArrowheads="1"/>
          </p:cNvSpPr>
          <p:nvPr>
            <p:ph sz="half" idx="2"/>
          </p:nvPr>
        </p:nvSpPr>
        <p:spPr bwMode="auto">
          <a:xfrm>
            <a:off x="4644008" y="1940794"/>
            <a:ext cx="4042792" cy="487258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2000">
                <a:latin typeface="Sakkal Majalla" panose="02000000000000000000" pitchFamily="2" charset="-78"/>
                <a:cs typeface="Sakkal Majalla" panose="02000000000000000000" pitchFamily="2" charset="-78"/>
              </a:rPr>
              <a:t>يجب على المتعلمين التعرف على مجموعة من المكونات.</a:t>
            </a:r>
          </a:p>
          <a:p>
            <a:pPr rtl="1"/>
            <a:r>
              <a:rPr lang="ar" sz="2000">
                <a:latin typeface="Sakkal Majalla" panose="02000000000000000000" pitchFamily="2" charset="-78"/>
                <a:cs typeface="Sakkal Majalla" panose="02000000000000000000" pitchFamily="2" charset="-78"/>
              </a:rPr>
              <a:t>الخلايا والبطاريات</a:t>
            </a:r>
          </a:p>
          <a:p>
            <a:pPr rtl="1"/>
            <a:r>
              <a:rPr lang="ar" sz="2000">
                <a:latin typeface="Sakkal Majalla" panose="02000000000000000000" pitchFamily="2" charset="-78"/>
                <a:cs typeface="Sakkal Majalla" panose="02000000000000000000" pitchFamily="2" charset="-78"/>
              </a:rPr>
              <a:t>مكبرات الصوت والصفارات</a:t>
            </a:r>
          </a:p>
          <a:p>
            <a:pPr rtl="1"/>
            <a:r>
              <a:rPr lang="ar" sz="2000">
                <a:latin typeface="Sakkal Majalla" panose="02000000000000000000" pitchFamily="2" charset="-78"/>
                <a:cs typeface="Sakkal Majalla" panose="02000000000000000000" pitchFamily="2" charset="-78"/>
              </a:rPr>
              <a:t>الموصلات</a:t>
            </a:r>
          </a:p>
          <a:p>
            <a:pPr rtl="1"/>
            <a:r>
              <a:rPr lang="ar" sz="2000">
                <a:latin typeface="Sakkal Majalla" panose="02000000000000000000" pitchFamily="2" charset="-78"/>
                <a:cs typeface="Sakkal Majalla" panose="02000000000000000000" pitchFamily="2" charset="-78"/>
              </a:rPr>
              <a:t>المكثفات</a:t>
            </a:r>
          </a:p>
          <a:p>
            <a:pPr rtl="1"/>
            <a:r>
              <a:rPr lang="ar" sz="2000">
                <a:latin typeface="Sakkal Majalla" panose="02000000000000000000" pitchFamily="2" charset="-78"/>
                <a:cs typeface="Sakkal Majalla" panose="02000000000000000000" pitchFamily="2" charset="-78"/>
              </a:rPr>
              <a:t>المقاومات</a:t>
            </a:r>
          </a:p>
          <a:p>
            <a:pPr rtl="1"/>
            <a:r>
              <a:rPr lang="ar" sz="2000">
                <a:latin typeface="Sakkal Majalla" panose="02000000000000000000" pitchFamily="2" charset="-78"/>
                <a:cs typeface="Sakkal Majalla" panose="02000000000000000000" pitchFamily="2" charset="-78"/>
              </a:rPr>
              <a:t>محثات</a:t>
            </a:r>
          </a:p>
          <a:p>
            <a:pPr rtl="1"/>
            <a:r>
              <a:rPr lang="ar" sz="2000">
                <a:latin typeface="Sakkal Majalla" panose="02000000000000000000" pitchFamily="2" charset="-78"/>
                <a:cs typeface="Sakkal Majalla" panose="02000000000000000000" pitchFamily="2" charset="-78"/>
              </a:rPr>
              <a:t>موحد التيار</a:t>
            </a:r>
          </a:p>
          <a:p>
            <a:pPr rtl="1"/>
            <a:r>
              <a:rPr lang="ar" sz="2000">
                <a:latin typeface="Sakkal Majalla" panose="02000000000000000000" pitchFamily="2" charset="-78"/>
                <a:cs typeface="Sakkal Majalla" panose="02000000000000000000" pitchFamily="2" charset="-78"/>
              </a:rPr>
              <a:t>ترانزستور</a:t>
            </a:r>
          </a:p>
          <a:p>
            <a:pPr rtl="1"/>
            <a:r>
              <a:rPr lang="ar" sz="2000">
                <a:latin typeface="Sakkal Majalla" panose="02000000000000000000" pitchFamily="2" charset="-78"/>
                <a:cs typeface="Sakkal Majalla" panose="02000000000000000000" pitchFamily="2" charset="-78"/>
              </a:rPr>
              <a:t>الدوائر المتكاملة</a:t>
            </a:r>
          </a:p>
          <a:p>
            <a:pPr rtl="1"/>
            <a:r>
              <a:rPr lang="ar" sz="2000">
                <a:latin typeface="Sakkal Majalla" panose="02000000000000000000" pitchFamily="2" charset="-78"/>
                <a:cs typeface="Sakkal Majalla" panose="02000000000000000000" pitchFamily="2" charset="-78"/>
              </a:rPr>
              <a:t>مفاتيح التبديل</a:t>
            </a:r>
          </a:p>
          <a:p>
            <a:pPr rtl="1"/>
            <a:r>
              <a:rPr lang="ar" sz="2000">
                <a:latin typeface="Sakkal Majalla" panose="02000000000000000000" pitchFamily="2" charset="-78"/>
                <a:cs typeface="Sakkal Majalla" panose="02000000000000000000" pitchFamily="2" charset="-78"/>
              </a:rPr>
              <a:t>المحولات</a:t>
            </a:r>
          </a:p>
          <a:p>
            <a:pPr marL="0" indent="0" rtl="1">
              <a:buNone/>
            </a:pPr>
            <a:endParaRPr lang="en-GB" altLang="en-US" sz="2000" dirty="0">
              <a:latin typeface="Sakkal Majalla" panose="02000000000000000000" pitchFamily="2" charset="-78"/>
              <a:cs typeface="Sakkal Majalla" panose="02000000000000000000" pitchFamily="2" charset="-78"/>
            </a:endParaRPr>
          </a:p>
          <a:p>
            <a:pPr marL="0" indent="0" rtl="1">
              <a:buNone/>
            </a:pPr>
            <a:endParaRPr lang="en-GB" altLang="en-US" sz="2000" dirty="0">
              <a:latin typeface="Sakkal Majalla" panose="02000000000000000000" pitchFamily="2" charset="-78"/>
              <a:cs typeface="Sakkal Majalla" panose="02000000000000000000" pitchFamily="2" charset="-78"/>
            </a:endParaRPr>
          </a:p>
          <a:p>
            <a:pPr marL="0" indent="0" rtl="1">
              <a:buNone/>
            </a:pPr>
            <a:endParaRPr lang="en-GB" altLang="en-US" sz="2200" dirty="0">
              <a:latin typeface="Sakkal Majalla" panose="02000000000000000000" pitchFamily="2" charset="-78"/>
              <a:cs typeface="Sakkal Majalla" panose="02000000000000000000" pitchFamily="2" charset="-78"/>
            </a:endParaRPr>
          </a:p>
          <a:p>
            <a:pPr marL="0" indent="0" rtl="1">
              <a:buNone/>
            </a:pPr>
            <a:endParaRPr lang="en-GB" altLang="en-US" sz="2200"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E9028EC7-5BC4-D085-D446-608C182ECD55}"/>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A103000360233</a:t>
            </a:r>
            <a:endParaRPr lang="ar" sz="1000" dirty="0"/>
          </a:p>
        </p:txBody>
      </p:sp>
      <p:pic>
        <p:nvPicPr>
          <p:cNvPr id="4" name="Picture 3" descr="A group of different electronic components&#10;&#10;Description automatically generated">
            <a:extLst>
              <a:ext uri="{FF2B5EF4-FFF2-40B4-BE49-F238E27FC236}">
                <a16:creationId xmlns:a16="http://schemas.microsoft.com/office/drawing/2014/main" id="{936C3B9E-8E2C-36AC-CD33-B418EF9D039B}"/>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99421" y="2492896"/>
            <a:ext cx="4086637" cy="3492549"/>
          </a:xfrm>
          <a:prstGeom prst="rect">
            <a:avLst/>
          </a:prstGeom>
        </p:spPr>
      </p:pic>
    </p:spTree>
    <p:extLst>
      <p:ext uri="{BB962C8B-B14F-4D97-AF65-F5344CB8AC3E}">
        <p14:creationId xmlns:p14="http://schemas.microsoft.com/office/powerpoint/2010/main" val="2873069974"/>
      </p:ext>
    </p:extLst>
  </p:cSld>
  <p:clrMapOvr>
    <a:masterClrMapping/>
  </p:clrMapOvr>
  <p:transition>
    <p:sndAc>
      <p:stSnd>
        <p:snd r:embed="rId3" name="click.wav"/>
      </p:stSnd>
    </p:sndAc>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2">
            <a:extLst>
              <a:ext uri="{FF2B5EF4-FFF2-40B4-BE49-F238E27FC236}">
                <a16:creationId xmlns:a16="http://schemas.microsoft.com/office/drawing/2014/main" id="{AFF27A1B-CCBA-375B-8A71-3E2B4B342C9F}"/>
              </a:ext>
            </a:extLst>
          </p:cNvPr>
          <p:cNvSpPr>
            <a:spLocks noGrp="1" noChangeArrowheads="1"/>
          </p:cNvSpPr>
          <p:nvPr>
            <p:ph type="title"/>
          </p:nvPr>
        </p:nvSpPr>
        <p:spPr bwMode="auto">
          <a:xfrm>
            <a:off x="457200" y="1195389"/>
            <a:ext cx="8229600" cy="72144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a:latin typeface="Sakkal Majalla" panose="02000000000000000000" pitchFamily="2" charset="-78"/>
                <a:cs typeface="Sakkal Majalla" panose="02000000000000000000" pitchFamily="2" charset="-78"/>
              </a:rPr>
              <a:t>المكونات (2)</a:t>
            </a:r>
            <a:endParaRPr lang="en-GB" altLang="en-US" b="0" dirty="0">
              <a:latin typeface="Sakkal Majalla" panose="02000000000000000000" pitchFamily="2" charset="-78"/>
              <a:cs typeface="Sakkal Majalla" panose="02000000000000000000" pitchFamily="2" charset="-78"/>
            </a:endParaRPr>
          </a:p>
        </p:txBody>
      </p:sp>
      <p:sp>
        <p:nvSpPr>
          <p:cNvPr id="53251" name="Content Placeholder 3">
            <a:extLst>
              <a:ext uri="{FF2B5EF4-FFF2-40B4-BE49-F238E27FC236}">
                <a16:creationId xmlns:a16="http://schemas.microsoft.com/office/drawing/2014/main" id="{3851987A-2DDD-99C5-8149-4A695933F18F}"/>
              </a:ext>
            </a:extLst>
          </p:cNvPr>
          <p:cNvSpPr>
            <a:spLocks noGrp="1" noChangeArrowheads="1"/>
          </p:cNvSpPr>
          <p:nvPr>
            <p:ph sz="half" idx="2"/>
          </p:nvPr>
        </p:nvSpPr>
        <p:spPr bwMode="auto">
          <a:xfrm>
            <a:off x="3491880" y="2132857"/>
            <a:ext cx="5020394" cy="367240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2000">
                <a:latin typeface="Sakkal Majalla" panose="02000000000000000000" pitchFamily="2" charset="-78"/>
                <a:cs typeface="Sakkal Majalla" panose="02000000000000000000" pitchFamily="2" charset="-78"/>
              </a:rPr>
              <a:t>يجب أن يكون المتعلمون قادرين على اختيار المكونات الكهربائية والإلكترونية المناسبة:</a:t>
            </a:r>
          </a:p>
          <a:p>
            <a:pPr rtl="1"/>
            <a:r>
              <a:rPr lang="ar" sz="2000" b="1">
                <a:latin typeface="Sakkal Majalla" panose="02000000000000000000" pitchFamily="2" charset="-78"/>
                <a:cs typeface="Sakkal Majalla" panose="02000000000000000000" pitchFamily="2" charset="-78"/>
              </a:rPr>
              <a:t>عن طريق الحساب</a:t>
            </a:r>
            <a:r>
              <a:rPr lang="ar" sz="2000">
                <a:latin typeface="Sakkal Majalla" panose="02000000000000000000" pitchFamily="2" charset="-78"/>
                <a:cs typeface="Sakkal Majalla" panose="02000000000000000000" pitchFamily="2" charset="-78"/>
              </a:rPr>
              <a:t> - على سبيل المثال استخدام الجهد والتيار وتصنيف الطاقة</a:t>
            </a:r>
          </a:p>
          <a:p>
            <a:pPr rtl="1"/>
            <a:r>
              <a:rPr lang="ar" sz="2000" b="1">
                <a:latin typeface="Sakkal Majalla" panose="02000000000000000000" pitchFamily="2" charset="-78"/>
                <a:cs typeface="Sakkal Majalla" panose="02000000000000000000" pitchFamily="2" charset="-78"/>
              </a:rPr>
              <a:t>من مخطط الدائرة</a:t>
            </a:r>
            <a:r>
              <a:rPr lang="ar" sz="2000">
                <a:latin typeface="Sakkal Majalla" panose="02000000000000000000" pitchFamily="2" charset="-78"/>
                <a:cs typeface="Sakkal Majalla" panose="02000000000000000000" pitchFamily="2" charset="-78"/>
              </a:rPr>
              <a:t> - باستخدام الرموز الرسومية.</a:t>
            </a:r>
          </a:p>
          <a:p>
            <a:pPr rtl="1"/>
            <a:r>
              <a:rPr lang="ar" sz="2000" b="1">
                <a:latin typeface="Sakkal Majalla" panose="02000000000000000000" pitchFamily="2" charset="-78"/>
                <a:cs typeface="Sakkal Majalla" panose="02000000000000000000" pitchFamily="2" charset="-78"/>
              </a:rPr>
              <a:t>بصريًا</a:t>
            </a:r>
            <a:r>
              <a:rPr lang="ar" sz="2000">
                <a:latin typeface="Sakkal Majalla" panose="02000000000000000000" pitchFamily="2" charset="-78"/>
                <a:cs typeface="Sakkal Majalla" panose="02000000000000000000" pitchFamily="2" charset="-78"/>
              </a:rPr>
              <a:t> - على سبيل المثال من خلال شكلها وحجمها</a:t>
            </a:r>
          </a:p>
          <a:p>
            <a:pPr rtl="1"/>
            <a:r>
              <a:rPr lang="ar" sz="2000" b="1">
                <a:latin typeface="Sakkal Majalla" panose="02000000000000000000" pitchFamily="2" charset="-78"/>
                <a:cs typeface="Sakkal Majalla" panose="02000000000000000000" pitchFamily="2" charset="-78"/>
              </a:rPr>
              <a:t>استخدام كود اللون</a:t>
            </a:r>
            <a:r>
              <a:rPr lang="ar" sz="2000">
                <a:latin typeface="Sakkal Majalla" panose="02000000000000000000" pitchFamily="2" charset="-78"/>
                <a:cs typeface="Sakkal Majalla" panose="02000000000000000000" pitchFamily="2" charset="-78"/>
              </a:rPr>
              <a:t> - على سبيل المثال القيمة والتفاوت المسموح وتصنيف الجهد.</a:t>
            </a:r>
          </a:p>
          <a:p>
            <a:pPr rtl="1"/>
            <a:endParaRPr lang="en-GB" altLang="en-US" sz="2000" b="1" dirty="0">
              <a:latin typeface="Sakkal Majalla" panose="02000000000000000000" pitchFamily="2" charset="-78"/>
              <a:cs typeface="Sakkal Majalla" panose="02000000000000000000" pitchFamily="2" charset="-78"/>
            </a:endParaRPr>
          </a:p>
          <a:p>
            <a:pPr marL="0" indent="0" rtl="1">
              <a:buNone/>
            </a:pPr>
            <a:endParaRPr lang="en-GB" altLang="en-US" sz="2000" b="1" dirty="0">
              <a:latin typeface="Sakkal Majalla" panose="02000000000000000000" pitchFamily="2" charset="-78"/>
              <a:cs typeface="Sakkal Majalla" panose="02000000000000000000" pitchFamily="2" charset="-78"/>
            </a:endParaRPr>
          </a:p>
          <a:p>
            <a:pPr marL="0" indent="0" rtl="1">
              <a:buNone/>
            </a:pPr>
            <a:endParaRPr lang="en-GB" altLang="en-US" sz="2200" dirty="0">
              <a:latin typeface="Sakkal Majalla" panose="02000000000000000000" pitchFamily="2" charset="-78"/>
              <a:cs typeface="Sakkal Majalla" panose="02000000000000000000" pitchFamily="2" charset="-78"/>
            </a:endParaRPr>
          </a:p>
          <a:p>
            <a:pPr marL="0" indent="0" rtl="1">
              <a:buNone/>
            </a:pPr>
            <a:endParaRPr lang="en-GB" altLang="en-US" sz="2200"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B4E5E007-D36B-15BF-5367-255D2691601F}"/>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A103000360233</a:t>
            </a:r>
            <a:endParaRPr lang="ar" sz="1000" dirty="0"/>
          </a:p>
        </p:txBody>
      </p:sp>
      <p:pic>
        <p:nvPicPr>
          <p:cNvPr id="4" name="Picture 3" descr="A close-up of a circuit board&#10;&#10;Description automatically generated">
            <a:extLst>
              <a:ext uri="{FF2B5EF4-FFF2-40B4-BE49-F238E27FC236}">
                <a16:creationId xmlns:a16="http://schemas.microsoft.com/office/drawing/2014/main" id="{DCD632C4-3730-3356-6B46-65043B79C0B0}"/>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827584" y="2203501"/>
            <a:ext cx="2394236" cy="3601763"/>
          </a:xfrm>
          <a:prstGeom prst="rect">
            <a:avLst/>
          </a:prstGeom>
        </p:spPr>
      </p:pic>
    </p:spTree>
    <p:extLst>
      <p:ext uri="{BB962C8B-B14F-4D97-AF65-F5344CB8AC3E}">
        <p14:creationId xmlns:p14="http://schemas.microsoft.com/office/powerpoint/2010/main" val="2882224126"/>
      </p:ext>
    </p:extLst>
  </p:cSld>
  <p:clrMapOvr>
    <a:masterClrMapping/>
  </p:clrMapOvr>
  <p:transition>
    <p:sndAc>
      <p:stSnd>
        <p:snd r:embed="rId3" name="click.wav"/>
      </p:stSnd>
    </p:sndAc>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2">
            <a:extLst>
              <a:ext uri="{FF2B5EF4-FFF2-40B4-BE49-F238E27FC236}">
                <a16:creationId xmlns:a16="http://schemas.microsoft.com/office/drawing/2014/main" id="{AFF27A1B-CCBA-375B-8A71-3E2B4B342C9F}"/>
              </a:ext>
            </a:extLst>
          </p:cNvPr>
          <p:cNvSpPr>
            <a:spLocks noGrp="1" noChangeArrowheads="1"/>
          </p:cNvSpPr>
          <p:nvPr>
            <p:ph type="title"/>
          </p:nvPr>
        </p:nvSpPr>
        <p:spPr bwMode="auto">
          <a:xfrm>
            <a:off x="457200" y="1195389"/>
            <a:ext cx="8229600" cy="86546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p>
            <a:pPr rtl="1"/>
            <a:r>
              <a:rPr lang="ar" b="0">
                <a:latin typeface="Sakkal Majalla" panose="02000000000000000000" pitchFamily="2" charset="-78"/>
                <a:cs typeface="Sakkal Majalla" panose="02000000000000000000" pitchFamily="2" charset="-78"/>
              </a:rPr>
              <a:t>إنشاء الدوائر (1)</a:t>
            </a:r>
          </a:p>
        </p:txBody>
      </p:sp>
      <p:sp>
        <p:nvSpPr>
          <p:cNvPr id="53251" name="Content Placeholder 3">
            <a:extLst>
              <a:ext uri="{FF2B5EF4-FFF2-40B4-BE49-F238E27FC236}">
                <a16:creationId xmlns:a16="http://schemas.microsoft.com/office/drawing/2014/main" id="{3851987A-2DDD-99C5-8149-4A695933F18F}"/>
              </a:ext>
            </a:extLst>
          </p:cNvPr>
          <p:cNvSpPr>
            <a:spLocks noGrp="1" noChangeArrowheads="1"/>
          </p:cNvSpPr>
          <p:nvPr>
            <p:ph sz="half" idx="2"/>
          </p:nvPr>
        </p:nvSpPr>
        <p:spPr bwMode="auto">
          <a:xfrm>
            <a:off x="4708276" y="1988840"/>
            <a:ext cx="4040188" cy="4392487"/>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rmAutofit fontScale="92500" lnSpcReduction="20000"/>
          </a:bodyPr>
          <a:lstStyle/>
          <a:p>
            <a:pPr marL="0" indent="0" rtl="1">
              <a:lnSpc>
                <a:spcPct val="90000"/>
              </a:lnSpc>
              <a:buNone/>
            </a:pPr>
            <a:r>
              <a:rPr lang="ar" sz="2900">
                <a:latin typeface="Sakkal Majalla" panose="02000000000000000000" pitchFamily="2" charset="-78"/>
                <a:cs typeface="Sakkal Majalla" panose="02000000000000000000" pitchFamily="2" charset="-78"/>
              </a:rPr>
              <a:t>يجب على المتعلمين اختيار الطرق المناسبة لإنشاء دوائر كهربائية ودائرة إلكترونية </a:t>
            </a:r>
            <a:r>
              <a:rPr lang="ar" sz="2900" b="1">
                <a:latin typeface="Sakkal Majalla" panose="02000000000000000000" pitchFamily="2" charset="-78"/>
                <a:cs typeface="Sakkal Majalla" panose="02000000000000000000" pitchFamily="2" charset="-78"/>
              </a:rPr>
              <a:t>واحدة</a:t>
            </a:r>
            <a:r>
              <a:rPr lang="ar" sz="2900">
                <a:latin typeface="Sakkal Majalla" panose="02000000000000000000" pitchFamily="2" charset="-78"/>
                <a:cs typeface="Sakkal Majalla" panose="02000000000000000000" pitchFamily="2" charset="-78"/>
              </a:rPr>
              <a:t> </a:t>
            </a:r>
            <a:r>
              <a:rPr lang="ar" sz="2900" b="1">
                <a:latin typeface="Sakkal Majalla" panose="02000000000000000000" pitchFamily="2" charset="-78"/>
                <a:cs typeface="Sakkal Majalla" panose="02000000000000000000" pitchFamily="2" charset="-78"/>
              </a:rPr>
              <a:t>بأمان</a:t>
            </a:r>
            <a:r>
              <a:rPr lang="ar" sz="2900">
                <a:latin typeface="Sakkal Majalla" panose="02000000000000000000" pitchFamily="2" charset="-78"/>
                <a:cs typeface="Sakkal Majalla" panose="02000000000000000000" pitchFamily="2" charset="-78"/>
              </a:rPr>
              <a:t>.</a:t>
            </a:r>
          </a:p>
          <a:p>
            <a:pPr marL="0" indent="0" rtl="1">
              <a:lnSpc>
                <a:spcPct val="90000"/>
              </a:lnSpc>
              <a:buNone/>
            </a:pPr>
            <a:r>
              <a:rPr lang="ar" sz="2900">
                <a:latin typeface="Sakkal Majalla" panose="02000000000000000000" pitchFamily="2" charset="-78"/>
                <a:cs typeface="Sakkal Majalla" panose="02000000000000000000" pitchFamily="2" charset="-78"/>
              </a:rPr>
              <a:t>يجب أن تتاح لهم فرصة إنشاء نماذج دوائر باستخدام مجموعة متنوعة من </a:t>
            </a:r>
            <a:r>
              <a:rPr lang="ar" sz="2900" b="1">
                <a:latin typeface="Sakkal Majalla" panose="02000000000000000000" pitchFamily="2" charset="-78"/>
                <a:cs typeface="Sakkal Majalla" panose="02000000000000000000" pitchFamily="2" charset="-78"/>
              </a:rPr>
              <a:t>أساليب الإنشاء.</a:t>
            </a:r>
          </a:p>
          <a:p>
            <a:pPr marL="0" indent="0" rtl="1">
              <a:lnSpc>
                <a:spcPct val="90000"/>
              </a:lnSpc>
              <a:buNone/>
            </a:pPr>
            <a:endParaRPr lang="en-GB" altLang="en-US" sz="2600" b="1" dirty="0">
              <a:latin typeface="Sakkal Majalla" panose="02000000000000000000" pitchFamily="2" charset="-78"/>
              <a:cs typeface="Sakkal Majalla" panose="02000000000000000000" pitchFamily="2" charset="-78"/>
            </a:endParaRPr>
          </a:p>
          <a:p>
            <a:pPr lvl="1" rtl="1">
              <a:lnSpc>
                <a:spcPct val="90000"/>
              </a:lnSpc>
            </a:pPr>
            <a:r>
              <a:rPr lang="ar" sz="2600" b="1">
                <a:latin typeface="Sakkal Majalla" panose="02000000000000000000" pitchFamily="2" charset="-78"/>
                <a:cs typeface="Sakkal Majalla" panose="02000000000000000000" pitchFamily="2" charset="-78"/>
              </a:rPr>
              <a:t>التوصيل القبسي</a:t>
            </a:r>
          </a:p>
          <a:p>
            <a:pPr lvl="1" rtl="1">
              <a:lnSpc>
                <a:spcPct val="90000"/>
              </a:lnSpc>
            </a:pPr>
            <a:r>
              <a:rPr lang="ar" sz="2600" b="1">
                <a:latin typeface="Sakkal Majalla" panose="02000000000000000000" pitchFamily="2" charset="-78"/>
                <a:cs typeface="Sakkal Majalla" panose="02000000000000000000" pitchFamily="2" charset="-78"/>
              </a:rPr>
              <a:t>لوح التجارب</a:t>
            </a:r>
          </a:p>
          <a:p>
            <a:pPr lvl="1" rtl="1">
              <a:lnSpc>
                <a:spcPct val="90000"/>
              </a:lnSpc>
            </a:pPr>
            <a:r>
              <a:rPr lang="ar" sz="2600" b="1">
                <a:latin typeface="Sakkal Majalla" panose="02000000000000000000" pitchFamily="2" charset="-78"/>
                <a:cs typeface="Sakkal Majalla" panose="02000000000000000000" pitchFamily="2" charset="-78"/>
              </a:rPr>
              <a:t>لوح المصفوفة</a:t>
            </a:r>
          </a:p>
          <a:p>
            <a:pPr lvl="1" rtl="1">
              <a:lnSpc>
                <a:spcPct val="90000"/>
              </a:lnSpc>
            </a:pPr>
            <a:r>
              <a:rPr lang="ar" sz="2600" b="1">
                <a:latin typeface="Sakkal Majalla" panose="02000000000000000000" pitchFamily="2" charset="-78"/>
                <a:cs typeface="Sakkal Majalla" panose="02000000000000000000" pitchFamily="2" charset="-78"/>
              </a:rPr>
              <a:t>لوحة التوصيل فيرو</a:t>
            </a:r>
          </a:p>
          <a:p>
            <a:pPr lvl="1" rtl="1">
              <a:lnSpc>
                <a:spcPct val="90000"/>
              </a:lnSpc>
            </a:pPr>
            <a:r>
              <a:rPr lang="ar" sz="2600" b="1">
                <a:latin typeface="Sakkal Majalla" panose="02000000000000000000" pitchFamily="2" charset="-78"/>
                <a:cs typeface="Sakkal Majalla" panose="02000000000000000000" pitchFamily="2" charset="-78"/>
              </a:rPr>
              <a:t>اللحام بالقصدير</a:t>
            </a:r>
          </a:p>
          <a:p>
            <a:pPr lvl="1" rtl="1">
              <a:lnSpc>
                <a:spcPct val="90000"/>
              </a:lnSpc>
            </a:pPr>
            <a:r>
              <a:rPr lang="ar" sz="2600" b="1">
                <a:latin typeface="Sakkal Majalla" panose="02000000000000000000" pitchFamily="2" charset="-78"/>
                <a:cs typeface="Sakkal Majalla" panose="02000000000000000000" pitchFamily="2" charset="-78"/>
              </a:rPr>
              <a:t>لوحة الدائرة المطبوعة (PCB)</a:t>
            </a:r>
          </a:p>
          <a:p>
            <a:pPr marL="457200" lvl="1" indent="0" rtl="1">
              <a:lnSpc>
                <a:spcPct val="90000"/>
              </a:lnSpc>
              <a:buNone/>
            </a:pPr>
            <a:endParaRPr lang="en-GB" altLang="en-US" sz="1900" b="1" dirty="0">
              <a:latin typeface="Sakkal Majalla" panose="02000000000000000000" pitchFamily="2" charset="-78"/>
              <a:cs typeface="Sakkal Majalla" panose="02000000000000000000" pitchFamily="2" charset="-78"/>
            </a:endParaRPr>
          </a:p>
          <a:p>
            <a:pPr lvl="1" rtl="1">
              <a:lnSpc>
                <a:spcPct val="90000"/>
              </a:lnSpc>
            </a:pPr>
            <a:endParaRPr lang="en-GB" altLang="en-US" sz="1900"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9A8FD05C-FBD9-3CF8-85DB-AABC1A98E092}"/>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A103000360233</a:t>
            </a:r>
            <a:endParaRPr lang="ar" sz="1000" dirty="0"/>
          </a:p>
        </p:txBody>
      </p:sp>
      <p:pic>
        <p:nvPicPr>
          <p:cNvPr id="4" name="Picture 3" descr="A close up of a circuit board&#10;&#10;Description automatically generated">
            <a:extLst>
              <a:ext uri="{FF2B5EF4-FFF2-40B4-BE49-F238E27FC236}">
                <a16:creationId xmlns:a16="http://schemas.microsoft.com/office/drawing/2014/main" id="{27478CE3-9D02-A34C-BBAC-68149ED8AD8E}"/>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b="-5"/>
          <a:stretch/>
        </p:blipFill>
        <p:spPr>
          <a:xfrm>
            <a:off x="683568" y="2204864"/>
            <a:ext cx="3599630" cy="3596603"/>
          </a:xfrm>
          <a:prstGeom prst="rect">
            <a:avLst/>
          </a:prstGeom>
          <a:noFill/>
        </p:spPr>
      </p:pic>
    </p:spTree>
    <p:extLst>
      <p:ext uri="{BB962C8B-B14F-4D97-AF65-F5344CB8AC3E}">
        <p14:creationId xmlns:p14="http://schemas.microsoft.com/office/powerpoint/2010/main" val="2427285947"/>
      </p:ext>
    </p:extLst>
  </p:cSld>
  <p:clrMapOvr>
    <a:masterClrMapping/>
  </p:clrMapOvr>
  <p:transition>
    <p:sndAc>
      <p:stSnd>
        <p:snd r:embed="rId3" name="click.wav"/>
      </p:stSnd>
    </p:sndAc>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2">
            <a:extLst>
              <a:ext uri="{FF2B5EF4-FFF2-40B4-BE49-F238E27FC236}">
                <a16:creationId xmlns:a16="http://schemas.microsoft.com/office/drawing/2014/main" id="{AFF27A1B-CCBA-375B-8A71-3E2B4B342C9F}"/>
              </a:ext>
            </a:extLst>
          </p:cNvPr>
          <p:cNvSpPr>
            <a:spLocks noGrp="1" noChangeArrowheads="1"/>
          </p:cNvSpPr>
          <p:nvPr>
            <p:ph type="title"/>
          </p:nvPr>
        </p:nvSpPr>
        <p:spPr bwMode="auto">
          <a:xfrm>
            <a:off x="457200" y="1195389"/>
            <a:ext cx="8229600" cy="86546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p>
            <a:pPr rtl="1"/>
            <a:r>
              <a:rPr lang="ar" b="0">
                <a:latin typeface="Sakkal Majalla" panose="02000000000000000000" pitchFamily="2" charset="-78"/>
                <a:cs typeface="Sakkal Majalla" panose="02000000000000000000" pitchFamily="2" charset="-78"/>
              </a:rPr>
              <a:t>إنشاء الدوائر (2)</a:t>
            </a:r>
          </a:p>
        </p:txBody>
      </p:sp>
      <p:sp>
        <p:nvSpPr>
          <p:cNvPr id="53251" name="Content Placeholder 3">
            <a:extLst>
              <a:ext uri="{FF2B5EF4-FFF2-40B4-BE49-F238E27FC236}">
                <a16:creationId xmlns:a16="http://schemas.microsoft.com/office/drawing/2014/main" id="{3851987A-2DDD-99C5-8149-4A695933F18F}"/>
              </a:ext>
            </a:extLst>
          </p:cNvPr>
          <p:cNvSpPr>
            <a:spLocks noGrp="1" noChangeArrowheads="1"/>
          </p:cNvSpPr>
          <p:nvPr>
            <p:ph sz="half" idx="2"/>
          </p:nvPr>
        </p:nvSpPr>
        <p:spPr bwMode="auto">
          <a:xfrm>
            <a:off x="4644008" y="2276871"/>
            <a:ext cx="4104456" cy="3672409"/>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rmAutofit/>
          </a:bodyPr>
          <a:lstStyle/>
          <a:p>
            <a:pPr marL="0" indent="0" rtl="1">
              <a:lnSpc>
                <a:spcPct val="90000"/>
              </a:lnSpc>
              <a:buNone/>
            </a:pPr>
            <a:r>
              <a:rPr lang="ar" sz="2000">
                <a:latin typeface="Sakkal Majalla" panose="02000000000000000000" pitchFamily="2" charset="-78"/>
                <a:cs typeface="Sakkal Majalla" panose="02000000000000000000" pitchFamily="2" charset="-78"/>
              </a:rPr>
              <a:t>يجب على المتعلمين عرض </a:t>
            </a:r>
            <a:r>
              <a:rPr lang="ar" sz="2000" b="1">
                <a:latin typeface="Sakkal Majalla" panose="02000000000000000000" pitchFamily="2" charset="-78"/>
                <a:cs typeface="Sakkal Majalla" panose="02000000000000000000" pitchFamily="2" charset="-78"/>
              </a:rPr>
              <a:t>الاستخدام الآمن</a:t>
            </a:r>
            <a:r>
              <a:rPr lang="ar" sz="2000">
                <a:latin typeface="Sakkal Majalla" panose="02000000000000000000" pitchFamily="2" charset="-78"/>
                <a:cs typeface="Sakkal Majalla" panose="02000000000000000000" pitchFamily="2" charset="-78"/>
              </a:rPr>
              <a:t> </a:t>
            </a:r>
            <a:r>
              <a:rPr lang="ar" sz="2000" b="1">
                <a:latin typeface="Sakkal Majalla" panose="02000000000000000000" pitchFamily="2" charset="-78"/>
                <a:cs typeface="Sakkal Majalla" panose="02000000000000000000" pitchFamily="2" charset="-78"/>
              </a:rPr>
              <a:t>للغرض الصحيح</a:t>
            </a:r>
            <a:r>
              <a:rPr lang="ar" sz="2000">
                <a:latin typeface="Sakkal Majalla" panose="02000000000000000000" pitchFamily="2" charset="-78"/>
                <a:cs typeface="Sakkal Majalla" panose="02000000000000000000" pitchFamily="2" charset="-78"/>
              </a:rPr>
              <a:t>، من:</a:t>
            </a:r>
          </a:p>
          <a:p>
            <a:pPr marL="0" indent="0" rtl="1">
              <a:lnSpc>
                <a:spcPct val="90000"/>
              </a:lnSpc>
              <a:buNone/>
            </a:pPr>
            <a:endParaRPr lang="en-GB" altLang="en-US" sz="2000" dirty="0">
              <a:latin typeface="Sakkal Majalla" panose="02000000000000000000" pitchFamily="2" charset="-78"/>
              <a:cs typeface="Sakkal Majalla" panose="02000000000000000000" pitchFamily="2" charset="-78"/>
            </a:endParaRPr>
          </a:p>
          <a:p>
            <a:pPr rtl="1">
              <a:lnSpc>
                <a:spcPct val="90000"/>
              </a:lnSpc>
            </a:pPr>
            <a:r>
              <a:rPr lang="ar" sz="2000" b="1">
                <a:latin typeface="Sakkal Majalla" panose="02000000000000000000" pitchFamily="2" charset="-78"/>
                <a:cs typeface="Sakkal Majalla" panose="02000000000000000000" pitchFamily="2" charset="-78"/>
              </a:rPr>
              <a:t>معدات الحماية الشخصية (PPE):</a:t>
            </a:r>
          </a:p>
          <a:p>
            <a:pPr rtl="1">
              <a:lnSpc>
                <a:spcPct val="90000"/>
              </a:lnSpc>
            </a:pPr>
            <a:r>
              <a:rPr lang="ar" sz="2000" b="1">
                <a:latin typeface="Sakkal Majalla" panose="02000000000000000000" pitchFamily="2" charset="-78"/>
                <a:cs typeface="Sakkal Majalla" panose="02000000000000000000" pitchFamily="2" charset="-78"/>
              </a:rPr>
              <a:t>الأدوات اليدوية</a:t>
            </a:r>
          </a:p>
          <a:p>
            <a:pPr rtl="1">
              <a:lnSpc>
                <a:spcPct val="90000"/>
              </a:lnSpc>
            </a:pPr>
            <a:r>
              <a:rPr lang="ar" sz="2000" b="1">
                <a:latin typeface="Sakkal Majalla" panose="02000000000000000000" pitchFamily="2" charset="-78"/>
                <a:cs typeface="Sakkal Majalla" panose="02000000000000000000" pitchFamily="2" charset="-78"/>
              </a:rPr>
              <a:t>معدات اللحام</a:t>
            </a:r>
          </a:p>
          <a:p>
            <a:pPr rtl="1">
              <a:lnSpc>
                <a:spcPct val="90000"/>
              </a:lnSpc>
            </a:pPr>
            <a:r>
              <a:rPr lang="ar" sz="2000" b="1">
                <a:latin typeface="Sakkal Majalla" panose="02000000000000000000" pitchFamily="2" charset="-78"/>
                <a:cs typeface="Sakkal Majalla" panose="02000000000000000000" pitchFamily="2" charset="-78"/>
              </a:rPr>
              <a:t>أدوات ومعدات تصنيع لوحة الدائرة المطبوعة</a:t>
            </a:r>
          </a:p>
          <a:p>
            <a:pPr marL="457200" lvl="1" indent="0" rtl="1">
              <a:lnSpc>
                <a:spcPct val="90000"/>
              </a:lnSpc>
              <a:buNone/>
            </a:pPr>
            <a:endParaRPr lang="en-GB" altLang="en-US" sz="1900" b="1" dirty="0">
              <a:latin typeface="Sakkal Majalla" panose="02000000000000000000" pitchFamily="2" charset="-78"/>
              <a:cs typeface="Sakkal Majalla" panose="02000000000000000000" pitchFamily="2" charset="-78"/>
            </a:endParaRPr>
          </a:p>
          <a:p>
            <a:pPr lvl="1" rtl="1">
              <a:lnSpc>
                <a:spcPct val="90000"/>
              </a:lnSpc>
            </a:pPr>
            <a:endParaRPr lang="en-GB" altLang="en-US" sz="1900"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15432D00-2225-8A20-23D2-38522E95FD6C}"/>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A103000360233</a:t>
            </a:r>
            <a:endParaRPr lang="ar" sz="1000" dirty="0"/>
          </a:p>
        </p:txBody>
      </p:sp>
      <p:pic>
        <p:nvPicPr>
          <p:cNvPr id="3" name="Picture 2" descr="A person working on a robot&#10;&#10;Description automatically generated">
            <a:extLst>
              <a:ext uri="{FF2B5EF4-FFF2-40B4-BE49-F238E27FC236}">
                <a16:creationId xmlns:a16="http://schemas.microsoft.com/office/drawing/2014/main" id="{40955F8C-593C-217D-7EE8-F71FBE6DC126}"/>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1043608" y="2420888"/>
            <a:ext cx="3098952" cy="3096344"/>
          </a:xfrm>
          <a:prstGeom prst="rect">
            <a:avLst/>
          </a:prstGeom>
          <a:noFill/>
        </p:spPr>
      </p:pic>
    </p:spTree>
    <p:extLst>
      <p:ext uri="{BB962C8B-B14F-4D97-AF65-F5344CB8AC3E}">
        <p14:creationId xmlns:p14="http://schemas.microsoft.com/office/powerpoint/2010/main" val="76496824"/>
      </p:ext>
    </p:extLst>
  </p:cSld>
  <p:clrMapOvr>
    <a:masterClrMapping/>
  </p:clrMapOvr>
  <p:transition>
    <p:sndAc>
      <p:stSnd>
        <p:snd r:embed="rId3" name="click.wav"/>
      </p:stSnd>
    </p:sndAc>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2">
            <a:extLst>
              <a:ext uri="{FF2B5EF4-FFF2-40B4-BE49-F238E27FC236}">
                <a16:creationId xmlns:a16="http://schemas.microsoft.com/office/drawing/2014/main" id="{AFF27A1B-CCBA-375B-8A71-3E2B4B342C9F}"/>
              </a:ext>
            </a:extLst>
          </p:cNvPr>
          <p:cNvSpPr>
            <a:spLocks noGrp="1" noChangeArrowheads="1"/>
          </p:cNvSpPr>
          <p:nvPr>
            <p:ph type="title"/>
          </p:nvPr>
        </p:nvSpPr>
        <p:spPr bwMode="auto">
          <a:xfrm>
            <a:off x="457200" y="1217143"/>
            <a:ext cx="8229600" cy="77169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a:latin typeface="Sakkal Majalla" panose="02000000000000000000" pitchFamily="2" charset="-78"/>
                <a:cs typeface="Sakkal Majalla" panose="02000000000000000000" pitchFamily="2" charset="-78"/>
              </a:rPr>
              <a:t>تشغيل الدائرة (1)</a:t>
            </a:r>
            <a:endParaRPr lang="en-GB" altLang="en-US" b="0" dirty="0">
              <a:latin typeface="Sakkal Majalla" panose="02000000000000000000" pitchFamily="2" charset="-78"/>
              <a:cs typeface="Sakkal Majalla" panose="02000000000000000000" pitchFamily="2" charset="-78"/>
            </a:endParaRPr>
          </a:p>
        </p:txBody>
      </p:sp>
      <p:sp>
        <p:nvSpPr>
          <p:cNvPr id="53251" name="Content Placeholder 3">
            <a:extLst>
              <a:ext uri="{FF2B5EF4-FFF2-40B4-BE49-F238E27FC236}">
                <a16:creationId xmlns:a16="http://schemas.microsoft.com/office/drawing/2014/main" id="{3851987A-2DDD-99C5-8149-4A695933F18F}"/>
              </a:ext>
            </a:extLst>
          </p:cNvPr>
          <p:cNvSpPr>
            <a:spLocks noGrp="1" noChangeArrowheads="1"/>
          </p:cNvSpPr>
          <p:nvPr>
            <p:ph sz="half" idx="2"/>
          </p:nvPr>
        </p:nvSpPr>
        <p:spPr bwMode="auto">
          <a:xfrm>
            <a:off x="3851920" y="1988840"/>
            <a:ext cx="4968552" cy="417646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2200">
                <a:latin typeface="Sakkal Majalla" panose="02000000000000000000" pitchFamily="2" charset="-78"/>
                <a:cs typeface="Sakkal Majalla" panose="02000000000000000000" pitchFamily="2" charset="-78"/>
              </a:rPr>
              <a:t>يجب أن يتعلم المتعلمون كيفية التحقق من دوائرهم المنشأة.</a:t>
            </a:r>
          </a:p>
          <a:p>
            <a:pPr marL="0" indent="0" rtl="1">
              <a:buNone/>
            </a:pPr>
            <a:r>
              <a:rPr lang="ar" sz="2200" b="1">
                <a:latin typeface="Sakkal Majalla" panose="02000000000000000000" pitchFamily="2" charset="-78"/>
                <a:cs typeface="Sakkal Majalla" panose="02000000000000000000" pitchFamily="2" charset="-78"/>
              </a:rPr>
              <a:t>الفحص البصري</a:t>
            </a:r>
          </a:p>
          <a:p>
            <a:pPr lvl="1" rtl="1"/>
            <a:r>
              <a:rPr lang="ar" sz="2200">
                <a:latin typeface="Sakkal Majalla" panose="02000000000000000000" pitchFamily="2" charset="-78"/>
                <a:cs typeface="Sakkal Majalla" panose="02000000000000000000" pitchFamily="2" charset="-78"/>
              </a:rPr>
              <a:t>المقارنة مع مخطط الدائرة. </a:t>
            </a:r>
          </a:p>
          <a:p>
            <a:pPr lvl="1" rtl="1"/>
            <a:r>
              <a:rPr lang="ar" sz="2200">
                <a:latin typeface="Sakkal Majalla" panose="02000000000000000000" pitchFamily="2" charset="-78"/>
                <a:cs typeface="Sakkal Majalla" panose="02000000000000000000" pitchFamily="2" charset="-78"/>
              </a:rPr>
              <a:t>التحقق من صحة قيم المكونات. </a:t>
            </a:r>
          </a:p>
          <a:p>
            <a:pPr lvl="1" rtl="1"/>
            <a:r>
              <a:rPr lang="ar" sz="2200">
                <a:latin typeface="Sakkal Majalla" panose="02000000000000000000" pitchFamily="2" charset="-78"/>
                <a:cs typeface="Sakkal Majalla" panose="02000000000000000000" pitchFamily="2" charset="-78"/>
              </a:rPr>
              <a:t>تحقق من وضع المكونات وتوجيهها بشكل صحيح مثل موحد التيار والمكثفات الإلكتروليتية.</a:t>
            </a:r>
          </a:p>
          <a:p>
            <a:pPr rtl="1"/>
            <a:endParaRPr lang="en-GB" altLang="en-US" sz="2200" dirty="0">
              <a:latin typeface="Sakkal Majalla" panose="02000000000000000000" pitchFamily="2" charset="-78"/>
              <a:cs typeface="Sakkal Majalla" panose="02000000000000000000" pitchFamily="2" charset="-78"/>
            </a:endParaRPr>
          </a:p>
          <a:p>
            <a:pPr marL="0" indent="0" rtl="1">
              <a:buNone/>
            </a:pPr>
            <a:endParaRPr lang="en-GB" altLang="en-US" sz="2200"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21D995D4-A6F4-E6FE-CDFB-FAB57F96FA08}"/>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A103000360233</a:t>
            </a:r>
            <a:endParaRPr lang="ar" sz="1000" dirty="0"/>
          </a:p>
        </p:txBody>
      </p:sp>
      <p:pic>
        <p:nvPicPr>
          <p:cNvPr id="4" name="Picture 3" descr="A cartoon character holding a magnifying glass&#10;&#10;Description automatically generated">
            <a:extLst>
              <a:ext uri="{FF2B5EF4-FFF2-40B4-BE49-F238E27FC236}">
                <a16:creationId xmlns:a16="http://schemas.microsoft.com/office/drawing/2014/main" id="{9F1D5B63-6A1C-5C07-46B0-6C37C0591D29}"/>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827584" y="2780928"/>
            <a:ext cx="2753117" cy="2753117"/>
          </a:xfrm>
          <a:prstGeom prst="rect">
            <a:avLst/>
          </a:prstGeom>
          <a:noFill/>
        </p:spPr>
      </p:pic>
    </p:spTree>
    <p:extLst>
      <p:ext uri="{BB962C8B-B14F-4D97-AF65-F5344CB8AC3E}">
        <p14:creationId xmlns:p14="http://schemas.microsoft.com/office/powerpoint/2010/main" val="4036989851"/>
      </p:ext>
    </p:extLst>
  </p:cSld>
  <p:clrMapOvr>
    <a:masterClrMapping/>
  </p:clrMapOvr>
  <p:transition>
    <p:sndAc>
      <p:stSnd>
        <p:snd r:embed="rId3" name="click.wav"/>
      </p:stSnd>
    </p:sndAc>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2">
            <a:extLst>
              <a:ext uri="{FF2B5EF4-FFF2-40B4-BE49-F238E27FC236}">
                <a16:creationId xmlns:a16="http://schemas.microsoft.com/office/drawing/2014/main" id="{AFF27A1B-CCBA-375B-8A71-3E2B4B342C9F}"/>
              </a:ext>
            </a:extLst>
          </p:cNvPr>
          <p:cNvSpPr>
            <a:spLocks noGrp="1" noChangeArrowheads="1"/>
          </p:cNvSpPr>
          <p:nvPr>
            <p:ph type="title"/>
          </p:nvPr>
        </p:nvSpPr>
        <p:spPr bwMode="auto">
          <a:xfrm>
            <a:off x="457200" y="1217143"/>
            <a:ext cx="8229600" cy="77169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a:latin typeface="Sakkal Majalla" panose="02000000000000000000" pitchFamily="2" charset="-78"/>
                <a:cs typeface="Sakkal Majalla" panose="02000000000000000000" pitchFamily="2" charset="-78"/>
              </a:rPr>
              <a:t>تشغيل الدائرة (2)</a:t>
            </a:r>
            <a:endParaRPr lang="en-GB" altLang="en-US" b="0" dirty="0">
              <a:latin typeface="Sakkal Majalla" panose="02000000000000000000" pitchFamily="2" charset="-78"/>
              <a:cs typeface="Sakkal Majalla" panose="02000000000000000000" pitchFamily="2" charset="-78"/>
            </a:endParaRPr>
          </a:p>
        </p:txBody>
      </p:sp>
      <p:sp>
        <p:nvSpPr>
          <p:cNvPr id="3" name="Content Placeholder 3">
            <a:extLst>
              <a:ext uri="{FF2B5EF4-FFF2-40B4-BE49-F238E27FC236}">
                <a16:creationId xmlns:a16="http://schemas.microsoft.com/office/drawing/2014/main" id="{D210DF28-8722-C7FC-DE59-17FD0FD167D9}"/>
              </a:ext>
            </a:extLst>
          </p:cNvPr>
          <p:cNvSpPr>
            <a:spLocks noGrp="1" noChangeArrowheads="1"/>
          </p:cNvSpPr>
          <p:nvPr>
            <p:ph sz="half" idx="2"/>
          </p:nvPr>
        </p:nvSpPr>
        <p:spPr bwMode="auto">
          <a:xfrm>
            <a:off x="4283968" y="1988840"/>
            <a:ext cx="4536504" cy="403244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2200">
                <a:latin typeface="Sakkal Majalla" panose="02000000000000000000" pitchFamily="2" charset="-78"/>
                <a:cs typeface="Sakkal Majalla" panose="02000000000000000000" pitchFamily="2" charset="-78"/>
              </a:rPr>
              <a:t>يجب أن يتعلم المتعلمون كيفية التحقق من دوائرهم المنشأة (تتمة).</a:t>
            </a:r>
          </a:p>
          <a:p>
            <a:pPr marL="0" indent="0" rtl="1">
              <a:buNone/>
            </a:pPr>
            <a:endParaRPr lang="en-GB" altLang="en-US" sz="2200" dirty="0">
              <a:latin typeface="Sakkal Majalla" panose="02000000000000000000" pitchFamily="2" charset="-78"/>
              <a:cs typeface="Sakkal Majalla" panose="02000000000000000000" pitchFamily="2" charset="-78"/>
            </a:endParaRPr>
          </a:p>
          <a:p>
            <a:pPr marL="0" indent="0" rtl="1">
              <a:buNone/>
            </a:pPr>
            <a:r>
              <a:rPr lang="ar" sz="2200" b="1">
                <a:latin typeface="Sakkal Majalla" panose="02000000000000000000" pitchFamily="2" charset="-78"/>
                <a:cs typeface="Sakkal Majalla" panose="02000000000000000000" pitchFamily="2" charset="-78"/>
              </a:rPr>
              <a:t>فحوصات تشغيلية بسيطة</a:t>
            </a:r>
          </a:p>
          <a:p>
            <a:pPr lvl="1" rtl="1"/>
            <a:r>
              <a:rPr lang="ar" sz="2200">
                <a:latin typeface="Sakkal Majalla" panose="02000000000000000000" pitchFamily="2" charset="-78"/>
                <a:cs typeface="Sakkal Majalla" panose="02000000000000000000" pitchFamily="2" charset="-78"/>
              </a:rPr>
              <a:t>نقطة اختبار الجهد </a:t>
            </a:r>
          </a:p>
          <a:p>
            <a:pPr lvl="1" rtl="1"/>
            <a:r>
              <a:rPr lang="ar" sz="2200">
                <a:latin typeface="Sakkal Majalla" panose="02000000000000000000" pitchFamily="2" charset="-78"/>
                <a:cs typeface="Sakkal Majalla" panose="02000000000000000000" pitchFamily="2" charset="-78"/>
              </a:rPr>
              <a:t>سمات الشكل الموجي</a:t>
            </a:r>
          </a:p>
          <a:p>
            <a:pPr lvl="1" rtl="1"/>
            <a:r>
              <a:rPr lang="ar" sz="2200">
                <a:latin typeface="Sakkal Majalla" panose="02000000000000000000" pitchFamily="2" charset="-78"/>
                <a:cs typeface="Sakkal Majalla" panose="02000000000000000000" pitchFamily="2" charset="-78"/>
              </a:rPr>
              <a:t>الكسب</a:t>
            </a:r>
          </a:p>
          <a:p>
            <a:pPr rtl="1"/>
            <a:endParaRPr lang="en-GB" altLang="en-US" sz="2200" dirty="0">
              <a:latin typeface="Sakkal Majalla" panose="02000000000000000000" pitchFamily="2" charset="-78"/>
              <a:cs typeface="Sakkal Majalla" panose="02000000000000000000" pitchFamily="2" charset="-78"/>
            </a:endParaRPr>
          </a:p>
          <a:p>
            <a:pPr marL="0" indent="0" rtl="1">
              <a:buNone/>
            </a:pPr>
            <a:endParaRPr lang="en-GB" altLang="en-US" sz="2200"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A7BB4BEF-F5AA-BAB8-21CD-CB566717425F}"/>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A103000360233</a:t>
            </a:r>
            <a:endParaRPr lang="ar" sz="1000" dirty="0"/>
          </a:p>
        </p:txBody>
      </p:sp>
      <p:pic>
        <p:nvPicPr>
          <p:cNvPr id="4" name="Picture 3" descr="A close-up of a hand holding a red pen&#10;&#10;Description automatically generated">
            <a:extLst>
              <a:ext uri="{FF2B5EF4-FFF2-40B4-BE49-F238E27FC236}">
                <a16:creationId xmlns:a16="http://schemas.microsoft.com/office/drawing/2014/main" id="{D92C3B2A-AD9C-4D82-3E13-750E35C571F9}"/>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810540" y="2172186"/>
            <a:ext cx="2694112" cy="1797720"/>
          </a:xfrm>
          <a:prstGeom prst="rect">
            <a:avLst/>
          </a:prstGeom>
        </p:spPr>
      </p:pic>
      <p:pic>
        <p:nvPicPr>
          <p:cNvPr id="5" name="Picture 4" descr="A close-up of a device&#10;&#10;Description automatically generated">
            <a:extLst>
              <a:ext uri="{FF2B5EF4-FFF2-40B4-BE49-F238E27FC236}">
                <a16:creationId xmlns:a16="http://schemas.microsoft.com/office/drawing/2014/main" id="{3E7DD18D-5438-01D7-42AF-894B06F38E0D}"/>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810540" y="4163315"/>
            <a:ext cx="2694112" cy="2022911"/>
          </a:xfrm>
          <a:prstGeom prst="rect">
            <a:avLst/>
          </a:prstGeom>
        </p:spPr>
      </p:pic>
    </p:spTree>
    <p:extLst>
      <p:ext uri="{BB962C8B-B14F-4D97-AF65-F5344CB8AC3E}">
        <p14:creationId xmlns:p14="http://schemas.microsoft.com/office/powerpoint/2010/main" val="3008213765"/>
      </p:ext>
    </p:extLst>
  </p:cSld>
  <p:clrMapOvr>
    <a:masterClrMapping/>
  </p:clrMapOvr>
  <p:transition>
    <p:sndAc>
      <p:stSnd>
        <p:snd r:embed="rId3" name="click.wav"/>
      </p:stSnd>
    </p:sndAc>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2">
            <a:extLst>
              <a:ext uri="{FF2B5EF4-FFF2-40B4-BE49-F238E27FC236}">
                <a16:creationId xmlns:a16="http://schemas.microsoft.com/office/drawing/2014/main" id="{AFF27A1B-CCBA-375B-8A71-3E2B4B342C9F}"/>
              </a:ext>
            </a:extLst>
          </p:cNvPr>
          <p:cNvSpPr>
            <a:spLocks noGrp="1" noChangeArrowheads="1"/>
          </p:cNvSpPr>
          <p:nvPr>
            <p:ph type="title"/>
          </p:nvPr>
        </p:nvSpPr>
        <p:spPr bwMode="auto">
          <a:xfrm>
            <a:off x="457200" y="1217143"/>
            <a:ext cx="8229600" cy="77169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a:latin typeface="Sakkal Majalla" panose="02000000000000000000" pitchFamily="2" charset="-78"/>
                <a:cs typeface="Sakkal Majalla" panose="02000000000000000000" pitchFamily="2" charset="-78"/>
              </a:rPr>
              <a:t>تقييم </a:t>
            </a:r>
            <a:br>
              <a:rPr lang="en-GB" altLang="en-US" dirty="0">
                <a:latin typeface="Sakkal Majalla" panose="02000000000000000000" pitchFamily="2" charset="-78"/>
                <a:cs typeface="Sakkal Majalla" panose="02000000000000000000" pitchFamily="2" charset="-78"/>
              </a:rPr>
            </a:br>
            <a:r>
              <a:rPr lang="ar">
                <a:latin typeface="Sakkal Majalla" panose="02000000000000000000" pitchFamily="2" charset="-78"/>
                <a:cs typeface="Sakkal Majalla" panose="02000000000000000000" pitchFamily="2" charset="-78"/>
              </a:rPr>
              <a:t>أهداف التعلم (أ) و(ب) (1)</a:t>
            </a:r>
            <a:endParaRPr lang="en-GB" altLang="en-US" b="0" dirty="0">
              <a:latin typeface="Sakkal Majalla" panose="02000000000000000000" pitchFamily="2" charset="-78"/>
              <a:cs typeface="Sakkal Majalla" panose="02000000000000000000" pitchFamily="2" charset="-78"/>
            </a:endParaRPr>
          </a:p>
        </p:txBody>
      </p:sp>
      <p:sp>
        <p:nvSpPr>
          <p:cNvPr id="3" name="Content Placeholder 3">
            <a:extLst>
              <a:ext uri="{FF2B5EF4-FFF2-40B4-BE49-F238E27FC236}">
                <a16:creationId xmlns:a16="http://schemas.microsoft.com/office/drawing/2014/main" id="{D210DF28-8722-C7FC-DE59-17FD0FD167D9}"/>
              </a:ext>
            </a:extLst>
          </p:cNvPr>
          <p:cNvSpPr>
            <a:spLocks noGrp="1" noChangeArrowheads="1"/>
          </p:cNvSpPr>
          <p:nvPr>
            <p:ph sz="half" idx="2"/>
          </p:nvPr>
        </p:nvSpPr>
        <p:spPr bwMode="auto">
          <a:xfrm>
            <a:off x="179513" y="2708920"/>
            <a:ext cx="8648773" cy="403244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2200" b="1">
                <a:latin typeface="Sakkal Majalla" panose="02000000000000000000" pitchFamily="2" charset="-78"/>
                <a:cs typeface="Sakkal Majalla" panose="02000000000000000000" pitchFamily="2" charset="-78"/>
              </a:rPr>
              <a:t>الجزء 1 الدوائر الكهربائية</a:t>
            </a:r>
          </a:p>
          <a:p>
            <a:pPr marL="0" indent="0" rtl="1">
              <a:buNone/>
            </a:pPr>
            <a:r>
              <a:rPr lang="ar" sz="2200">
                <a:latin typeface="Sakkal Majalla" panose="02000000000000000000" pitchFamily="2" charset="-78"/>
                <a:cs typeface="Sakkal Majalla" panose="02000000000000000000" pitchFamily="2" charset="-78"/>
              </a:rPr>
              <a:t>يجب على المتعلمين إنشاء دوائر تحتوي على مكونات متصلة </a:t>
            </a:r>
          </a:p>
          <a:p>
            <a:pPr rtl="1"/>
            <a:r>
              <a:rPr lang="ar" sz="2200">
                <a:latin typeface="Sakkal Majalla" panose="02000000000000000000" pitchFamily="2" charset="-78"/>
                <a:cs typeface="Sakkal Majalla" panose="02000000000000000000" pitchFamily="2" charset="-78"/>
              </a:rPr>
              <a:t>بالتسلسل أو </a:t>
            </a:r>
          </a:p>
          <a:p>
            <a:pPr rtl="1"/>
            <a:r>
              <a:rPr lang="ar" sz="2200">
                <a:latin typeface="Sakkal Majalla" panose="02000000000000000000" pitchFamily="2" charset="-78"/>
                <a:cs typeface="Sakkal Majalla" panose="02000000000000000000" pitchFamily="2" charset="-78"/>
              </a:rPr>
              <a:t>بالتوازي </a:t>
            </a:r>
          </a:p>
          <a:p>
            <a:pPr rtl="1"/>
            <a:r>
              <a:rPr lang="ar" sz="2200">
                <a:latin typeface="Sakkal Majalla" panose="02000000000000000000" pitchFamily="2" charset="-78"/>
                <a:cs typeface="Sakkal Majalla" panose="02000000000000000000" pitchFamily="2" charset="-78"/>
              </a:rPr>
              <a:t>أو مختلطة بالتسلسل/بالتوازي </a:t>
            </a:r>
          </a:p>
          <a:p>
            <a:pPr marL="0" indent="0" rtl="1">
              <a:buNone/>
            </a:pPr>
            <a:r>
              <a:rPr lang="ar" sz="2200">
                <a:latin typeface="Sakkal Majalla" panose="02000000000000000000" pitchFamily="2" charset="-78"/>
                <a:cs typeface="Sakkal Majalla" panose="02000000000000000000" pitchFamily="2" charset="-78"/>
              </a:rPr>
              <a:t>يجب عليهم قياس التيارات والفروق المحتملة.</a:t>
            </a:r>
          </a:p>
          <a:p>
            <a:pPr marL="0" indent="0" rtl="1">
              <a:buNone/>
            </a:pPr>
            <a:endParaRPr lang="en-GB" altLang="en-US" sz="2200" dirty="0">
              <a:latin typeface="Sakkal Majalla" panose="02000000000000000000" pitchFamily="2" charset="-78"/>
              <a:cs typeface="Sakkal Majalla" panose="02000000000000000000" pitchFamily="2" charset="-78"/>
            </a:endParaRPr>
          </a:p>
          <a:p>
            <a:pPr marL="0" indent="0" rtl="1">
              <a:buNone/>
            </a:pPr>
            <a:r>
              <a:rPr lang="ar" sz="2200">
                <a:latin typeface="Sakkal Majalla" panose="02000000000000000000" pitchFamily="2" charset="-78"/>
                <a:cs typeface="Sakkal Majalla" panose="02000000000000000000" pitchFamily="2" charset="-78"/>
              </a:rPr>
              <a:t>يعد هذا الجزء من التقييم مناسبًا لطريقة إنشاء توصيل قبسي لتسهيل إزالة الروابط لقياس التيارات.</a:t>
            </a:r>
          </a:p>
          <a:p>
            <a:pPr rtl="1"/>
            <a:endParaRPr lang="en-GB" altLang="en-US" sz="2200" dirty="0">
              <a:latin typeface="Sakkal Majalla" panose="02000000000000000000" pitchFamily="2" charset="-78"/>
              <a:cs typeface="Sakkal Majalla" panose="02000000000000000000" pitchFamily="2" charset="-78"/>
            </a:endParaRPr>
          </a:p>
          <a:p>
            <a:pPr marL="0" indent="0" rtl="1">
              <a:buNone/>
            </a:pPr>
            <a:endParaRPr lang="en-GB" altLang="en-US" sz="2200"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2EE473B0-6C23-ABFA-EB4B-323CB1F28312}"/>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A103000360233</a:t>
            </a:r>
            <a:endParaRPr lang="ar" sz="1000" dirty="0"/>
          </a:p>
        </p:txBody>
      </p:sp>
    </p:spTree>
    <p:extLst>
      <p:ext uri="{BB962C8B-B14F-4D97-AF65-F5344CB8AC3E}">
        <p14:creationId xmlns:p14="http://schemas.microsoft.com/office/powerpoint/2010/main" val="4082238416"/>
      </p:ext>
    </p:extLst>
  </p:cSld>
  <p:clrMapOvr>
    <a:masterClrMapping/>
  </p:clrMapOvr>
  <p:transition>
    <p:sndAc>
      <p:stSnd>
        <p:snd r:embed="rId3" name="click.wav"/>
      </p:stSnd>
    </p:sndAc>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2">
            <a:extLst>
              <a:ext uri="{FF2B5EF4-FFF2-40B4-BE49-F238E27FC236}">
                <a16:creationId xmlns:a16="http://schemas.microsoft.com/office/drawing/2014/main" id="{AFF27A1B-CCBA-375B-8A71-3E2B4B342C9F}"/>
              </a:ext>
            </a:extLst>
          </p:cNvPr>
          <p:cNvSpPr>
            <a:spLocks noGrp="1" noChangeArrowheads="1"/>
          </p:cNvSpPr>
          <p:nvPr>
            <p:ph type="title"/>
          </p:nvPr>
        </p:nvSpPr>
        <p:spPr bwMode="auto">
          <a:xfrm>
            <a:off x="457200" y="1217143"/>
            <a:ext cx="8229600" cy="77169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a:latin typeface="Sakkal Majalla" panose="02000000000000000000" pitchFamily="2" charset="-78"/>
                <a:cs typeface="Sakkal Majalla" panose="02000000000000000000" pitchFamily="2" charset="-78"/>
              </a:rPr>
              <a:t>تقييم </a:t>
            </a:r>
            <a:br>
              <a:rPr lang="en-GB" altLang="en-US" dirty="0">
                <a:latin typeface="Sakkal Majalla" panose="02000000000000000000" pitchFamily="2" charset="-78"/>
                <a:cs typeface="Sakkal Majalla" panose="02000000000000000000" pitchFamily="2" charset="-78"/>
              </a:rPr>
            </a:br>
            <a:r>
              <a:rPr lang="ar">
                <a:latin typeface="Sakkal Majalla" panose="02000000000000000000" pitchFamily="2" charset="-78"/>
                <a:cs typeface="Sakkal Majalla" panose="02000000000000000000" pitchFamily="2" charset="-78"/>
              </a:rPr>
              <a:t>أهداف التعلم (أ) و(ب) (2)</a:t>
            </a:r>
            <a:endParaRPr lang="en-GB" altLang="en-US" b="0" dirty="0">
              <a:latin typeface="Sakkal Majalla" panose="02000000000000000000" pitchFamily="2" charset="-78"/>
              <a:cs typeface="Sakkal Majalla" panose="02000000000000000000" pitchFamily="2" charset="-78"/>
            </a:endParaRPr>
          </a:p>
        </p:txBody>
      </p:sp>
      <p:sp>
        <p:nvSpPr>
          <p:cNvPr id="3" name="Content Placeholder 3">
            <a:extLst>
              <a:ext uri="{FF2B5EF4-FFF2-40B4-BE49-F238E27FC236}">
                <a16:creationId xmlns:a16="http://schemas.microsoft.com/office/drawing/2014/main" id="{D210DF28-8722-C7FC-DE59-17FD0FD167D9}"/>
              </a:ext>
            </a:extLst>
          </p:cNvPr>
          <p:cNvSpPr>
            <a:spLocks noGrp="1" noChangeArrowheads="1"/>
          </p:cNvSpPr>
          <p:nvPr>
            <p:ph sz="half" idx="2"/>
          </p:nvPr>
        </p:nvSpPr>
        <p:spPr bwMode="auto">
          <a:xfrm>
            <a:off x="179513" y="2708920"/>
            <a:ext cx="8648773" cy="381642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2200" b="1">
                <a:latin typeface="Sakkal Majalla" panose="02000000000000000000" pitchFamily="2" charset="-78"/>
                <a:cs typeface="Sakkal Majalla" panose="02000000000000000000" pitchFamily="2" charset="-78"/>
              </a:rPr>
              <a:t>الجزء 1 الدوائر الكهربائية</a:t>
            </a:r>
            <a:r>
              <a:rPr lang="ar" sz="2200">
                <a:latin typeface="Sakkal Majalla" panose="02000000000000000000" pitchFamily="2" charset="-78"/>
                <a:cs typeface="Sakkal Majalla" panose="02000000000000000000" pitchFamily="2" charset="-78"/>
              </a:rPr>
              <a:t> (تتمة)</a:t>
            </a:r>
          </a:p>
          <a:p>
            <a:pPr marL="0" indent="0" rtl="1">
              <a:buNone/>
            </a:pPr>
            <a:r>
              <a:rPr lang="ar" sz="2200">
                <a:latin typeface="Sakkal Majalla" panose="02000000000000000000" pitchFamily="2" charset="-78"/>
                <a:cs typeface="Sakkal Majalla" panose="02000000000000000000" pitchFamily="2" charset="-78"/>
              </a:rPr>
              <a:t>يجب على المتعلمين كتابة تقرير يتناول الدوائر الثلاث.</a:t>
            </a:r>
          </a:p>
          <a:p>
            <a:pPr marL="0" indent="0" rtl="1">
              <a:buNone/>
            </a:pPr>
            <a:r>
              <a:rPr lang="ar" sz="2200">
                <a:latin typeface="Sakkal Majalla" panose="02000000000000000000" pitchFamily="2" charset="-78"/>
                <a:cs typeface="Sakkal Majalla" panose="02000000000000000000" pitchFamily="2" charset="-78"/>
              </a:rPr>
              <a:t>توفر «المعلومات الأساسية لقرارات التقييم» (EIAD) الخاصة بمواصفات الوحدة تفاصيل حول كيفية تفسير محتوى الوحدة للتقييم. على سبيل المثال، «يجب أن يتضمن التقييم مخططات الدوائر وتسويغ طرق الإنشاء المستخدمة...» (صفحة 258)</a:t>
            </a:r>
          </a:p>
          <a:p>
            <a:pPr marL="0" indent="0" rtl="1">
              <a:buNone/>
            </a:pPr>
            <a:r>
              <a:rPr lang="ar" sz="2200">
                <a:latin typeface="Sakkal Majalla" panose="02000000000000000000" pitchFamily="2" charset="-78"/>
                <a:cs typeface="Sakkal Majalla" panose="02000000000000000000" pitchFamily="2" charset="-78"/>
              </a:rPr>
              <a:t>يفصل قسم المعلومات الأساسية لقرارات التقييم (EIAD) الأدلة التي يجب على المتعلمين تقديمها لتحقيق معايير التميز أو التفوق أو النجاح. وتساعد هذه المعلومات في مضاعفة محتوى الوحدة ومعايير التقييم.</a:t>
            </a:r>
          </a:p>
          <a:p>
            <a:pPr marL="0" indent="0" rtl="1">
              <a:buNone/>
            </a:pPr>
            <a:endParaRPr lang="en-GB" altLang="en-US" sz="2200" dirty="0">
              <a:latin typeface="Sakkal Majalla" panose="02000000000000000000" pitchFamily="2" charset="-78"/>
              <a:cs typeface="Sakkal Majalla" panose="02000000000000000000" pitchFamily="2" charset="-78"/>
            </a:endParaRPr>
          </a:p>
          <a:p>
            <a:pPr marL="0" indent="0" rtl="1">
              <a:buNone/>
            </a:pPr>
            <a:endParaRPr lang="en-GB" altLang="en-US" sz="2200"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86DC11FA-CCB8-B0EC-9032-0DBC74C6176B}"/>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A103000360233</a:t>
            </a:r>
            <a:endParaRPr lang="ar" sz="1000" dirty="0"/>
          </a:p>
        </p:txBody>
      </p:sp>
    </p:spTree>
    <p:extLst>
      <p:ext uri="{BB962C8B-B14F-4D97-AF65-F5344CB8AC3E}">
        <p14:creationId xmlns:p14="http://schemas.microsoft.com/office/powerpoint/2010/main" val="4188863484"/>
      </p:ext>
    </p:extLst>
  </p:cSld>
  <p:clrMapOvr>
    <a:masterClrMapping/>
  </p:clrMapOvr>
  <p:transition>
    <p:sndAc>
      <p:stSnd>
        <p:snd r:embed="rId3" name="click.wav"/>
      </p:stSnd>
    </p:sndAc>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2">
            <a:extLst>
              <a:ext uri="{FF2B5EF4-FFF2-40B4-BE49-F238E27FC236}">
                <a16:creationId xmlns:a16="http://schemas.microsoft.com/office/drawing/2014/main" id="{AFF27A1B-CCBA-375B-8A71-3E2B4B342C9F}"/>
              </a:ext>
            </a:extLst>
          </p:cNvPr>
          <p:cNvSpPr>
            <a:spLocks noGrp="1" noChangeArrowheads="1"/>
          </p:cNvSpPr>
          <p:nvPr>
            <p:ph type="title"/>
          </p:nvPr>
        </p:nvSpPr>
        <p:spPr bwMode="auto">
          <a:xfrm>
            <a:off x="457200" y="1217143"/>
            <a:ext cx="8229600" cy="77169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a:latin typeface="Sakkal Majalla" panose="02000000000000000000" pitchFamily="2" charset="-78"/>
                <a:cs typeface="Sakkal Majalla" panose="02000000000000000000" pitchFamily="2" charset="-78"/>
              </a:rPr>
              <a:t>تقييم </a:t>
            </a:r>
            <a:br>
              <a:rPr lang="en-GB" altLang="en-US" dirty="0">
                <a:latin typeface="Sakkal Majalla" panose="02000000000000000000" pitchFamily="2" charset="-78"/>
                <a:cs typeface="Sakkal Majalla" panose="02000000000000000000" pitchFamily="2" charset="-78"/>
              </a:rPr>
            </a:br>
            <a:r>
              <a:rPr lang="ar">
                <a:latin typeface="Sakkal Majalla" panose="02000000000000000000" pitchFamily="2" charset="-78"/>
                <a:cs typeface="Sakkal Majalla" panose="02000000000000000000" pitchFamily="2" charset="-78"/>
              </a:rPr>
              <a:t>أهداف التعلم (أ) و(ب) (3)</a:t>
            </a:r>
            <a:endParaRPr lang="en-GB" altLang="en-US" b="0" dirty="0">
              <a:latin typeface="Sakkal Majalla" panose="02000000000000000000" pitchFamily="2" charset="-78"/>
              <a:cs typeface="Sakkal Majalla" panose="02000000000000000000" pitchFamily="2" charset="-78"/>
            </a:endParaRPr>
          </a:p>
        </p:txBody>
      </p:sp>
      <p:sp>
        <p:nvSpPr>
          <p:cNvPr id="3" name="Content Placeholder 3">
            <a:extLst>
              <a:ext uri="{FF2B5EF4-FFF2-40B4-BE49-F238E27FC236}">
                <a16:creationId xmlns:a16="http://schemas.microsoft.com/office/drawing/2014/main" id="{D210DF28-8722-C7FC-DE59-17FD0FD167D9}"/>
              </a:ext>
            </a:extLst>
          </p:cNvPr>
          <p:cNvSpPr>
            <a:spLocks noGrp="1" noChangeArrowheads="1"/>
          </p:cNvSpPr>
          <p:nvPr>
            <p:ph sz="half" idx="2"/>
          </p:nvPr>
        </p:nvSpPr>
        <p:spPr bwMode="auto">
          <a:xfrm>
            <a:off x="247614" y="2636912"/>
            <a:ext cx="8648773" cy="410445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2200" b="1">
                <a:latin typeface="Sakkal Majalla" panose="02000000000000000000" pitchFamily="2" charset="-78"/>
                <a:cs typeface="Sakkal Majalla" panose="02000000000000000000" pitchFamily="2" charset="-78"/>
              </a:rPr>
              <a:t>الجزء 2 الدائرة الإلكترونية</a:t>
            </a:r>
          </a:p>
          <a:p>
            <a:pPr marL="0" indent="0" rtl="1">
              <a:buNone/>
            </a:pPr>
            <a:r>
              <a:rPr lang="ar" sz="2200">
                <a:latin typeface="Sakkal Majalla" panose="02000000000000000000" pitchFamily="2" charset="-78"/>
                <a:cs typeface="Sakkal Majalla" panose="02000000000000000000" pitchFamily="2" charset="-78"/>
              </a:rPr>
              <a:t>يجب على المتعلمين إنشاء دائرة إلكترونية </a:t>
            </a:r>
            <a:r>
              <a:rPr lang="ar" sz="2200" b="1">
                <a:latin typeface="Sakkal Majalla" panose="02000000000000000000" pitchFamily="2" charset="-78"/>
                <a:cs typeface="Sakkal Majalla" panose="02000000000000000000" pitchFamily="2" charset="-78"/>
              </a:rPr>
              <a:t>واحدة</a:t>
            </a:r>
            <a:r>
              <a:rPr lang="ar" sz="2200">
                <a:latin typeface="Sakkal Majalla" panose="02000000000000000000" pitchFamily="2" charset="-78"/>
                <a:cs typeface="Sakkal Majalla" panose="02000000000000000000" pitchFamily="2" charset="-78"/>
              </a:rPr>
              <a:t> باستخدام طرق الإنشاء الآمنة. </a:t>
            </a:r>
          </a:p>
          <a:p>
            <a:pPr marL="0" indent="0" rtl="1">
              <a:buNone/>
            </a:pPr>
            <a:r>
              <a:rPr lang="ar" sz="2200">
                <a:latin typeface="Sakkal Majalla" panose="02000000000000000000" pitchFamily="2" charset="-78"/>
                <a:cs typeface="Sakkal Majalla" panose="02000000000000000000" pitchFamily="2" charset="-78"/>
              </a:rPr>
              <a:t>توفر مواصفات الوحدة بضعة أمثلة لتحديد المستوى المناسب من التعقيد. ومن الجيد توفير بضعة بدائل لتلبية الاهتمامات المختلفة، على سبيل المثال، إنذار ينشط بالضوء أو درجة الحرارة، ومكبر عكسي.</a:t>
            </a:r>
          </a:p>
          <a:p>
            <a:pPr marL="0" indent="0" rtl="1">
              <a:buNone/>
            </a:pPr>
            <a:r>
              <a:rPr lang="ar" sz="2200">
                <a:latin typeface="Sakkal Majalla" panose="02000000000000000000" pitchFamily="2" charset="-78"/>
                <a:cs typeface="Sakkal Majalla" panose="02000000000000000000" pitchFamily="2" charset="-78"/>
              </a:rPr>
              <a:t>يجب تزويد المتعلمين بما يلي:</a:t>
            </a:r>
          </a:p>
          <a:p>
            <a:pPr rtl="1"/>
            <a:r>
              <a:rPr lang="ar" sz="2200">
                <a:latin typeface="Sakkal Majalla" panose="02000000000000000000" pitchFamily="2" charset="-78"/>
                <a:cs typeface="Sakkal Majalla" panose="02000000000000000000" pitchFamily="2" charset="-78"/>
              </a:rPr>
              <a:t>مخطط الدائرة</a:t>
            </a:r>
          </a:p>
          <a:p>
            <a:pPr rtl="1"/>
            <a:r>
              <a:rPr lang="ar" sz="2200">
                <a:latin typeface="Sakkal Majalla" panose="02000000000000000000" pitchFamily="2" charset="-78"/>
                <a:cs typeface="Sakkal Majalla" panose="02000000000000000000" pitchFamily="2" charset="-78"/>
              </a:rPr>
              <a:t>مخطط (مخططات) التخطيط على سبيل المثال للوحة المصفوفة وموحد التيار للسماح للمتعلمين بتحديد طريقة الإنشاء المفضلة لديهم.</a:t>
            </a:r>
          </a:p>
          <a:p>
            <a:pPr rtl="1"/>
            <a:endParaRPr lang="en-GB" altLang="en-US" sz="2200" dirty="0">
              <a:latin typeface="Sakkal Majalla" panose="02000000000000000000" pitchFamily="2" charset="-78"/>
              <a:cs typeface="Sakkal Majalla" panose="02000000000000000000" pitchFamily="2" charset="-78"/>
            </a:endParaRPr>
          </a:p>
          <a:p>
            <a:pPr marL="0" indent="0" rtl="1">
              <a:buNone/>
            </a:pPr>
            <a:endParaRPr lang="en-GB" altLang="en-US" sz="2200"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8F1F2602-03F9-4DF1-3E8F-187B17105C45}"/>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A103000360233</a:t>
            </a:r>
            <a:endParaRPr lang="ar" sz="1000" dirty="0"/>
          </a:p>
        </p:txBody>
      </p:sp>
    </p:spTree>
    <p:extLst>
      <p:ext uri="{BB962C8B-B14F-4D97-AF65-F5344CB8AC3E}">
        <p14:creationId xmlns:p14="http://schemas.microsoft.com/office/powerpoint/2010/main" val="218061053"/>
      </p:ext>
    </p:extLst>
  </p:cSld>
  <p:clrMapOvr>
    <a:masterClrMapping/>
  </p:clrMapOvr>
  <p:transition>
    <p:sndAc>
      <p:stSnd>
        <p:snd r:embed="rId3" name="click.wav"/>
      </p:stSnd>
    </p:sndAc>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2">
            <a:extLst>
              <a:ext uri="{FF2B5EF4-FFF2-40B4-BE49-F238E27FC236}">
                <a16:creationId xmlns:a16="http://schemas.microsoft.com/office/drawing/2014/main" id="{AFF27A1B-CCBA-375B-8A71-3E2B4B342C9F}"/>
              </a:ext>
            </a:extLst>
          </p:cNvPr>
          <p:cNvSpPr>
            <a:spLocks noGrp="1" noChangeArrowheads="1"/>
          </p:cNvSpPr>
          <p:nvPr>
            <p:ph type="title"/>
          </p:nvPr>
        </p:nvSpPr>
        <p:spPr bwMode="auto">
          <a:xfrm>
            <a:off x="457200" y="1217143"/>
            <a:ext cx="8229600" cy="77169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a:latin typeface="Sakkal Majalla" panose="02000000000000000000" pitchFamily="2" charset="-78"/>
                <a:cs typeface="Sakkal Majalla" panose="02000000000000000000" pitchFamily="2" charset="-78"/>
              </a:rPr>
              <a:t>تقييم </a:t>
            </a:r>
            <a:br>
              <a:rPr lang="en-GB" altLang="en-US" dirty="0">
                <a:latin typeface="Sakkal Majalla" panose="02000000000000000000" pitchFamily="2" charset="-78"/>
                <a:cs typeface="Sakkal Majalla" panose="02000000000000000000" pitchFamily="2" charset="-78"/>
              </a:rPr>
            </a:br>
            <a:r>
              <a:rPr lang="ar">
                <a:latin typeface="Sakkal Majalla" panose="02000000000000000000" pitchFamily="2" charset="-78"/>
                <a:cs typeface="Sakkal Majalla" panose="02000000000000000000" pitchFamily="2" charset="-78"/>
              </a:rPr>
              <a:t>أهداف التعلم (أ) و(ب) (4)</a:t>
            </a:r>
            <a:endParaRPr lang="en-GB" altLang="en-US" b="0" dirty="0">
              <a:latin typeface="Sakkal Majalla" panose="02000000000000000000" pitchFamily="2" charset="-78"/>
              <a:cs typeface="Sakkal Majalla" panose="02000000000000000000" pitchFamily="2" charset="-78"/>
            </a:endParaRPr>
          </a:p>
        </p:txBody>
      </p:sp>
      <p:sp>
        <p:nvSpPr>
          <p:cNvPr id="3" name="Content Placeholder 3">
            <a:extLst>
              <a:ext uri="{FF2B5EF4-FFF2-40B4-BE49-F238E27FC236}">
                <a16:creationId xmlns:a16="http://schemas.microsoft.com/office/drawing/2014/main" id="{D210DF28-8722-C7FC-DE59-17FD0FD167D9}"/>
              </a:ext>
            </a:extLst>
          </p:cNvPr>
          <p:cNvSpPr>
            <a:spLocks noGrp="1" noChangeArrowheads="1"/>
          </p:cNvSpPr>
          <p:nvPr>
            <p:ph sz="half" idx="2"/>
          </p:nvPr>
        </p:nvSpPr>
        <p:spPr bwMode="auto">
          <a:xfrm>
            <a:off x="179513" y="2708920"/>
            <a:ext cx="8648773" cy="410445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2200" b="1">
                <a:latin typeface="Sakkal Majalla" panose="02000000000000000000" pitchFamily="2" charset="-78"/>
                <a:cs typeface="Sakkal Majalla" panose="02000000000000000000" pitchFamily="2" charset="-78"/>
              </a:rPr>
              <a:t>الجزء 2 الدائرة الإلكترونية</a:t>
            </a:r>
            <a:r>
              <a:rPr lang="ar" sz="2200">
                <a:latin typeface="Sakkal Majalla" panose="02000000000000000000" pitchFamily="2" charset="-78"/>
                <a:cs typeface="Sakkal Majalla" panose="02000000000000000000" pitchFamily="2" charset="-78"/>
              </a:rPr>
              <a:t> (تتمة)</a:t>
            </a:r>
          </a:p>
          <a:p>
            <a:pPr marL="0" indent="0" rtl="1">
              <a:buNone/>
            </a:pPr>
            <a:r>
              <a:rPr lang="ar" sz="2200">
                <a:latin typeface="Sakkal Majalla" panose="02000000000000000000" pitchFamily="2" charset="-78"/>
                <a:cs typeface="Sakkal Majalla" panose="02000000000000000000" pitchFamily="2" charset="-78"/>
              </a:rPr>
              <a:t>يجب على المتعلمين فحص دائرتهم التي أنشأوها وإجراء القياسات للتحقق من أنها تعمل كما هو متوقع. </a:t>
            </a:r>
          </a:p>
          <a:p>
            <a:pPr marL="0" indent="0" rtl="1">
              <a:buNone/>
            </a:pPr>
            <a:r>
              <a:rPr lang="ar" sz="2200">
                <a:latin typeface="Sakkal Majalla" panose="02000000000000000000" pitchFamily="2" charset="-78"/>
                <a:cs typeface="Sakkal Majalla" panose="02000000000000000000" pitchFamily="2" charset="-78"/>
              </a:rPr>
              <a:t>لاحظ أن معايير النجاح تركز على الإنشاء الآمن للدائرة الإلكترونية بدلاً من تشغيلها.</a:t>
            </a:r>
          </a:p>
          <a:p>
            <a:pPr marL="0" indent="0" rtl="1">
              <a:buNone/>
            </a:pPr>
            <a:r>
              <a:rPr lang="ar" sz="2200">
                <a:latin typeface="Sakkal Majalla" panose="02000000000000000000" pitchFamily="2" charset="-78"/>
                <a:cs typeface="Sakkal Majalla" panose="02000000000000000000" pitchFamily="2" charset="-78"/>
              </a:rPr>
              <a:t>ويجب على كل متعلم كتابة تقرير يشمل إنشاء دائرته الإلكترونية واختبارها.</a:t>
            </a:r>
          </a:p>
          <a:p>
            <a:pPr marL="0" indent="0" rtl="1">
              <a:buNone/>
            </a:pPr>
            <a:r>
              <a:rPr lang="ar" sz="2200">
                <a:latin typeface="Sakkal Majalla" panose="02000000000000000000" pitchFamily="2" charset="-78"/>
                <a:cs typeface="Sakkal Majalla" panose="02000000000000000000" pitchFamily="2" charset="-78"/>
              </a:rPr>
              <a:t>يسرد موجز الواجب المعتمد الأدلة التي يجب على المتعلمين تقديمها لتلبية معايير التقييم. </a:t>
            </a:r>
          </a:p>
          <a:p>
            <a:pPr marL="0" indent="0" rtl="1">
              <a:buNone/>
            </a:pPr>
            <a:r>
              <a:rPr lang="ar" sz="2200">
                <a:latin typeface="Sakkal Majalla" panose="02000000000000000000" pitchFamily="2" charset="-78"/>
                <a:cs typeface="Sakkal Majalla" panose="02000000000000000000" pitchFamily="2" charset="-78"/>
              </a:rPr>
              <a:t>يجب التحقق من الأدلة باعتبارها عمل المتعلم الفردي.</a:t>
            </a:r>
          </a:p>
          <a:p>
            <a:pPr marL="0" indent="0" rtl="1">
              <a:buNone/>
            </a:pPr>
            <a:endParaRPr lang="en-GB" altLang="en-US" sz="2200"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15B402D4-171A-B20B-D661-79F5CD43C5C6}"/>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A103000360233</a:t>
            </a:r>
            <a:endParaRPr lang="ar" sz="1000" dirty="0"/>
          </a:p>
        </p:txBody>
      </p:sp>
    </p:spTree>
    <p:extLst>
      <p:ext uri="{BB962C8B-B14F-4D97-AF65-F5344CB8AC3E}">
        <p14:creationId xmlns:p14="http://schemas.microsoft.com/office/powerpoint/2010/main" val="3378584223"/>
      </p:ext>
    </p:extLst>
  </p:cSld>
  <p:clrMapOvr>
    <a:masterClrMapping/>
  </p:clrMapOvr>
  <p:transition>
    <p:sndAc>
      <p:stSnd>
        <p:snd r:embed="rId3" name="click.wav"/>
      </p:stSnd>
    </p:sndAc>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273224" y="134076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kern="1200">
                <a:latin typeface="Sakkal Majalla" panose="02000000000000000000" pitchFamily="2" charset="-78"/>
                <a:ea typeface="+mn-ea"/>
                <a:cs typeface="Sakkal Majalla" panose="02000000000000000000" pitchFamily="2" charset="-78"/>
              </a:rPr>
              <a:t>هدف التعلم (ج)</a:t>
            </a:r>
            <a:br>
              <a:rPr lang="en-US" altLang="en-US" sz="2400" dirty="0">
                <a:latin typeface="Sakkal Majalla" panose="02000000000000000000" pitchFamily="2" charset="-78"/>
                <a:cs typeface="Sakkal Majalla" panose="02000000000000000000" pitchFamily="2" charset="-78"/>
              </a:rPr>
            </a:br>
            <a:br>
              <a:rPr lang="en-US" altLang="en-US" sz="2400" dirty="0">
                <a:latin typeface="Sakkal Majalla" panose="02000000000000000000" pitchFamily="2" charset="-78"/>
                <a:cs typeface="Sakkal Majalla" panose="02000000000000000000" pitchFamily="2" charset="-78"/>
              </a:rPr>
            </a:br>
            <a:endParaRPr lang="en-GB" altLang="en-US" sz="3600" dirty="0">
              <a:latin typeface="Sakkal Majalla" panose="02000000000000000000" pitchFamily="2" charset="-78"/>
              <a:cs typeface="Sakkal Majalla" panose="02000000000000000000" pitchFamily="2" charset="-78"/>
            </a:endParaRPr>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273224" y="5010820"/>
            <a:ext cx="8435280" cy="155858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
                <a:latin typeface="Sakkal Majalla" panose="02000000000000000000" pitchFamily="2" charset="-78"/>
                <a:cs typeface="Sakkal Majalla" panose="02000000000000000000" pitchFamily="2" charset="-78"/>
              </a:rPr>
              <a:t>القياس والاختبار</a:t>
            </a:r>
          </a:p>
          <a:p>
            <a:pPr marL="685800" rtl="1"/>
            <a:r>
              <a:rPr lang="ar">
                <a:latin typeface="Sakkal Majalla" panose="02000000000000000000" pitchFamily="2" charset="-78"/>
                <a:cs typeface="Sakkal Majalla" panose="02000000000000000000" pitchFamily="2" charset="-78"/>
              </a:rPr>
              <a:t>تقنيات اكتشاف الأعطال</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76263" y="2102267"/>
            <a:ext cx="7991475" cy="2653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4400">
                <a:solidFill>
                  <a:schemeClr val="tx2"/>
                </a:solidFill>
                <a:latin typeface="Sakkal Majalla" panose="02000000000000000000" pitchFamily="2" charset="-78"/>
                <a:cs typeface="Sakkal Majalla" panose="02000000000000000000" pitchFamily="2" charset="-78"/>
              </a:rPr>
              <a:t>إجراء القياسات والاختبارات للعثور على الأعطال في الدائرة الكهربائية أو الإلكترونية.</a:t>
            </a:r>
          </a:p>
          <a:p>
            <a:pPr algn="ctr" rtl="1"/>
            <a:br>
              <a:rPr lang="en-US" altLang="en-US" sz="3600" b="1" dirty="0">
                <a:latin typeface="Sakkal Majalla" panose="02000000000000000000" pitchFamily="2" charset="-78"/>
                <a:cs typeface="Sakkal Majalla" panose="02000000000000000000" pitchFamily="2" charset="-78"/>
              </a:rPr>
            </a:br>
            <a:endParaRPr lang="en-GB" altLang="en-US" sz="3600" b="1"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71654039-1B8B-5C12-D273-7F0828017B8C}"/>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A103000360233</a:t>
            </a:r>
            <a:endParaRPr lang="ar" sz="1000" dirty="0"/>
          </a:p>
        </p:txBody>
      </p:sp>
    </p:spTree>
    <p:extLst>
      <p:ext uri="{BB962C8B-B14F-4D97-AF65-F5344CB8AC3E}">
        <p14:creationId xmlns:p14="http://schemas.microsoft.com/office/powerpoint/2010/main" val="1225614193"/>
      </p:ext>
    </p:extLst>
  </p:cSld>
  <p:clrMapOvr>
    <a:masterClrMapping/>
  </p:clrMapOvr>
  <p:transition>
    <p:sndAc>
      <p:stSnd>
        <p:snd r:embed="rId3" name="click.wav"/>
      </p:stSnd>
    </p:sndAc>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2">
            <a:extLst>
              <a:ext uri="{FF2B5EF4-FFF2-40B4-BE49-F238E27FC236}">
                <a16:creationId xmlns:a16="http://schemas.microsoft.com/office/drawing/2014/main" id="{AFF27A1B-CCBA-375B-8A71-3E2B4B342C9F}"/>
              </a:ext>
            </a:extLst>
          </p:cNvPr>
          <p:cNvSpPr>
            <a:spLocks noGrp="1" noChangeArrowheads="1"/>
          </p:cNvSpPr>
          <p:nvPr>
            <p:ph type="title"/>
          </p:nvPr>
        </p:nvSpPr>
        <p:spPr bwMode="auto">
          <a:xfrm>
            <a:off x="745232" y="1059140"/>
            <a:ext cx="8003232" cy="69254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a:latin typeface="Sakkal Majalla" panose="02000000000000000000" pitchFamily="2" charset="-78"/>
                <a:cs typeface="Sakkal Majalla" panose="02000000000000000000" pitchFamily="2" charset="-78"/>
              </a:rPr>
              <a:t>القياس والاختبار (1)</a:t>
            </a:r>
            <a:endParaRPr lang="en-GB" altLang="en-US" b="0" dirty="0">
              <a:latin typeface="Sakkal Majalla" panose="02000000000000000000" pitchFamily="2" charset="-78"/>
              <a:cs typeface="Sakkal Majalla" panose="02000000000000000000" pitchFamily="2" charset="-78"/>
            </a:endParaRPr>
          </a:p>
        </p:txBody>
      </p:sp>
      <p:sp>
        <p:nvSpPr>
          <p:cNvPr id="53251" name="Content Placeholder 3">
            <a:extLst>
              <a:ext uri="{FF2B5EF4-FFF2-40B4-BE49-F238E27FC236}">
                <a16:creationId xmlns:a16="http://schemas.microsoft.com/office/drawing/2014/main" id="{3851987A-2DDD-99C5-8149-4A695933F18F}"/>
              </a:ext>
            </a:extLst>
          </p:cNvPr>
          <p:cNvSpPr>
            <a:spLocks noGrp="1" noChangeArrowheads="1"/>
          </p:cNvSpPr>
          <p:nvPr>
            <p:ph sz="half" idx="2"/>
          </p:nvPr>
        </p:nvSpPr>
        <p:spPr bwMode="auto">
          <a:xfrm>
            <a:off x="251520" y="1904288"/>
            <a:ext cx="8640960" cy="43600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a:latin typeface="Sakkal Majalla" panose="02000000000000000000" pitchFamily="2" charset="-78"/>
                <a:cs typeface="Sakkal Majalla" panose="02000000000000000000" pitchFamily="2" charset="-78"/>
              </a:rPr>
              <a:t>تقنيات القياس والاختبار لتحديد معايير الدائرة.</a:t>
            </a:r>
          </a:p>
          <a:p>
            <a:pPr marL="0" indent="0" rtl="1">
              <a:buNone/>
            </a:pPr>
            <a:endParaRPr lang="en-GB" dirty="0">
              <a:latin typeface="Sakkal Majalla" panose="02000000000000000000" pitchFamily="2" charset="-78"/>
              <a:cs typeface="Sakkal Majalla" panose="02000000000000000000" pitchFamily="2" charset="-78"/>
            </a:endParaRPr>
          </a:p>
        </p:txBody>
      </p:sp>
      <p:sp>
        <p:nvSpPr>
          <p:cNvPr id="7" name="TextBox 6">
            <a:extLst>
              <a:ext uri="{FF2B5EF4-FFF2-40B4-BE49-F238E27FC236}">
                <a16:creationId xmlns:a16="http://schemas.microsoft.com/office/drawing/2014/main" id="{B5CC10B1-64DE-CFF7-1241-C79D2F7EEC67}"/>
              </a:ext>
            </a:extLst>
          </p:cNvPr>
          <p:cNvSpPr txBox="1"/>
          <p:nvPr/>
        </p:nvSpPr>
        <p:spPr>
          <a:xfrm>
            <a:off x="4592092" y="2708920"/>
            <a:ext cx="4248472" cy="3139321"/>
          </a:xfrm>
          <a:prstGeom prst="rect">
            <a:avLst/>
          </a:prstGeom>
          <a:noFill/>
        </p:spPr>
        <p:txBody>
          <a:bodyPr wrap="square" rtlCol="1">
            <a:spAutoFit/>
          </a:bodyPr>
          <a:lstStyle/>
          <a:p>
            <a:pPr rtl="1"/>
            <a:r>
              <a:rPr lang="ar" sz="2000">
                <a:latin typeface="Sakkal Majalla" panose="02000000000000000000" pitchFamily="2" charset="-78"/>
                <a:cs typeface="Sakkal Majalla" panose="02000000000000000000" pitchFamily="2" charset="-78"/>
              </a:rPr>
              <a:t>يجب على المتعلمين استخدام الأدوات ومعدات الاختبار بما فيها،</a:t>
            </a:r>
          </a:p>
          <a:p>
            <a:pPr marL="800100" lvl="1" indent="-342900" rtl="1">
              <a:buFont typeface="Arial" panose="020B0604020202020204" pitchFamily="34" charset="0"/>
              <a:buChar char="•"/>
            </a:pPr>
            <a:r>
              <a:rPr lang="ar" sz="2000">
                <a:latin typeface="Sakkal Majalla" panose="02000000000000000000" pitchFamily="2" charset="-78"/>
                <a:cs typeface="Sakkal Majalla" panose="02000000000000000000" pitchFamily="2" charset="-78"/>
              </a:rPr>
              <a:t>مزود الطاقة</a:t>
            </a:r>
          </a:p>
          <a:p>
            <a:pPr marL="800100" lvl="1" indent="-342900" rtl="1">
              <a:buFont typeface="Arial" panose="020B0604020202020204" pitchFamily="34" charset="0"/>
              <a:buChar char="•"/>
            </a:pPr>
            <a:r>
              <a:rPr lang="ar" sz="2000">
                <a:latin typeface="Sakkal Majalla" panose="02000000000000000000" pitchFamily="2" charset="-78"/>
                <a:cs typeface="Sakkal Majalla" panose="02000000000000000000" pitchFamily="2" charset="-78"/>
              </a:rPr>
              <a:t>المقياس متعدد الأغراض</a:t>
            </a:r>
          </a:p>
          <a:p>
            <a:pPr marL="800100" lvl="1" indent="-342900" rtl="1">
              <a:buFont typeface="Arial" panose="020B0604020202020204" pitchFamily="34" charset="0"/>
              <a:buChar char="•"/>
            </a:pPr>
            <a:r>
              <a:rPr lang="ar" sz="2000">
                <a:latin typeface="Sakkal Majalla" panose="02000000000000000000" pitchFamily="2" charset="-78"/>
                <a:cs typeface="Sakkal Majalla" panose="02000000000000000000" pitchFamily="2" charset="-78"/>
              </a:rPr>
              <a:t>أسلاك اختبار معزولة</a:t>
            </a:r>
          </a:p>
          <a:p>
            <a:pPr marL="0" lvl="1" rtl="1"/>
            <a:r>
              <a:rPr lang="ar" sz="2000">
                <a:latin typeface="Sakkal Majalla" panose="02000000000000000000" pitchFamily="2" charset="-78"/>
                <a:cs typeface="Sakkal Majalla" panose="02000000000000000000" pitchFamily="2" charset="-78"/>
              </a:rPr>
              <a:t>لقياس الجهد والتيار في الدوائر الكهربائية المتصلة بالتسلسل والتوازي والمختلطة. يجب عليهم استخدام النتائج لحساب المقاومة وتبديد الطاقة.</a:t>
            </a:r>
          </a:p>
          <a:p>
            <a:pPr lvl="1" rtl="1"/>
            <a:endParaRPr lang="en-GB" sz="2000" dirty="0">
              <a:latin typeface="Sakkal Majalla" panose="02000000000000000000" pitchFamily="2" charset="-78"/>
              <a:cs typeface="Sakkal Majalla" panose="02000000000000000000" pitchFamily="2" charset="-78"/>
            </a:endParaRPr>
          </a:p>
          <a:p>
            <a:pPr rtl="1"/>
            <a:endParaRPr lang="en-AE"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DA2CD0AD-9B54-2F7F-18A1-6B3705877BDE}"/>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A103000360233</a:t>
            </a:r>
            <a:endParaRPr lang="ar" sz="1000" dirty="0"/>
          </a:p>
        </p:txBody>
      </p:sp>
      <p:pic>
        <p:nvPicPr>
          <p:cNvPr id="3" name="Picture 2" descr="A diagram of a circuit&#10;&#10;Description automatically generated">
            <a:extLst>
              <a:ext uri="{FF2B5EF4-FFF2-40B4-BE49-F238E27FC236}">
                <a16:creationId xmlns:a16="http://schemas.microsoft.com/office/drawing/2014/main" id="{22B45CCB-5C8E-BDCF-5BB2-5CC3109DA6BC}"/>
              </a:ext>
            </a:extLst>
          </p:cNvPr>
          <p:cNvPicPr>
            <a:picLocks noChangeAspect="1"/>
          </p:cNvPicPr>
          <p:nvPr/>
        </p:nvPicPr>
        <p:blipFill>
          <a:blip r:embed="rId4"/>
          <a:stretch>
            <a:fillRect/>
          </a:stretch>
        </p:blipFill>
        <p:spPr>
          <a:xfrm>
            <a:off x="904077" y="2204864"/>
            <a:ext cx="2743200" cy="1934936"/>
          </a:xfrm>
          <a:prstGeom prst="rect">
            <a:avLst/>
          </a:prstGeom>
        </p:spPr>
      </p:pic>
      <p:pic>
        <p:nvPicPr>
          <p:cNvPr id="4" name="Picture 3" descr="A diagram of a circuit&#10;&#10;Description automatically generated">
            <a:extLst>
              <a:ext uri="{FF2B5EF4-FFF2-40B4-BE49-F238E27FC236}">
                <a16:creationId xmlns:a16="http://schemas.microsoft.com/office/drawing/2014/main" id="{0C10873C-23A8-17AC-10E8-C2141E6A4D3B}"/>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884665" y="4278580"/>
            <a:ext cx="2743200" cy="1938010"/>
          </a:xfrm>
          <a:prstGeom prst="rect">
            <a:avLst/>
          </a:prstGeom>
        </p:spPr>
      </p:pic>
    </p:spTree>
    <p:extLst>
      <p:ext uri="{BB962C8B-B14F-4D97-AF65-F5344CB8AC3E}">
        <p14:creationId xmlns:p14="http://schemas.microsoft.com/office/powerpoint/2010/main" val="2014708143"/>
      </p:ext>
    </p:extLst>
  </p:cSld>
  <p:clrMapOvr>
    <a:masterClrMapping/>
  </p:clrMapOvr>
  <p:transition>
    <p:sndAc>
      <p:stSnd>
        <p:snd r:embed="rId3" name="click.wav"/>
      </p:stSnd>
    </p:sndAc>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2">
            <a:extLst>
              <a:ext uri="{FF2B5EF4-FFF2-40B4-BE49-F238E27FC236}">
                <a16:creationId xmlns:a16="http://schemas.microsoft.com/office/drawing/2014/main" id="{AFF27A1B-CCBA-375B-8A71-3E2B4B342C9F}"/>
              </a:ext>
            </a:extLst>
          </p:cNvPr>
          <p:cNvSpPr>
            <a:spLocks noGrp="1" noChangeArrowheads="1"/>
          </p:cNvSpPr>
          <p:nvPr>
            <p:ph type="title"/>
          </p:nvPr>
        </p:nvSpPr>
        <p:spPr bwMode="auto">
          <a:xfrm>
            <a:off x="745232" y="1059140"/>
            <a:ext cx="8003232" cy="69254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a:latin typeface="Sakkal Majalla" panose="02000000000000000000" pitchFamily="2" charset="-78"/>
                <a:cs typeface="Sakkal Majalla" panose="02000000000000000000" pitchFamily="2" charset="-78"/>
              </a:rPr>
              <a:t>القياس والاختبار (2)</a:t>
            </a:r>
            <a:endParaRPr lang="en-GB" altLang="en-US" b="0" dirty="0">
              <a:latin typeface="Sakkal Majalla" panose="02000000000000000000" pitchFamily="2" charset="-78"/>
              <a:cs typeface="Sakkal Majalla" panose="02000000000000000000" pitchFamily="2" charset="-78"/>
            </a:endParaRPr>
          </a:p>
        </p:txBody>
      </p:sp>
      <p:sp>
        <p:nvSpPr>
          <p:cNvPr id="53251" name="Content Placeholder 3">
            <a:extLst>
              <a:ext uri="{FF2B5EF4-FFF2-40B4-BE49-F238E27FC236}">
                <a16:creationId xmlns:a16="http://schemas.microsoft.com/office/drawing/2014/main" id="{3851987A-2DDD-99C5-8149-4A695933F18F}"/>
              </a:ext>
            </a:extLst>
          </p:cNvPr>
          <p:cNvSpPr>
            <a:spLocks noGrp="1" noChangeArrowheads="1"/>
          </p:cNvSpPr>
          <p:nvPr>
            <p:ph sz="half" idx="2"/>
          </p:nvPr>
        </p:nvSpPr>
        <p:spPr bwMode="auto">
          <a:xfrm>
            <a:off x="233189" y="1883725"/>
            <a:ext cx="8640960" cy="43600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a:latin typeface="Sakkal Majalla" panose="02000000000000000000" pitchFamily="2" charset="-78"/>
                <a:cs typeface="Sakkal Majalla" panose="02000000000000000000" pitchFamily="2" charset="-78"/>
              </a:rPr>
              <a:t>تقنيات القياس والاختبار لتحديد معلمات الدائرة (تتمة).</a:t>
            </a:r>
          </a:p>
        </p:txBody>
      </p:sp>
      <p:sp>
        <p:nvSpPr>
          <p:cNvPr id="3" name="TextBox 2">
            <a:extLst>
              <a:ext uri="{FF2B5EF4-FFF2-40B4-BE49-F238E27FC236}">
                <a16:creationId xmlns:a16="http://schemas.microsoft.com/office/drawing/2014/main" id="{4D9A1AFF-E70D-CEEA-D291-B7001D9B025C}"/>
              </a:ext>
            </a:extLst>
          </p:cNvPr>
          <p:cNvSpPr txBox="1"/>
          <p:nvPr/>
        </p:nvSpPr>
        <p:spPr>
          <a:xfrm>
            <a:off x="107504" y="2644215"/>
            <a:ext cx="4104456" cy="2831544"/>
          </a:xfrm>
          <a:prstGeom prst="rect">
            <a:avLst/>
          </a:prstGeom>
          <a:noFill/>
        </p:spPr>
        <p:txBody>
          <a:bodyPr wrap="square" rtlCol="1">
            <a:spAutoFit/>
          </a:bodyPr>
          <a:lstStyle/>
          <a:p>
            <a:pPr rtl="1"/>
            <a:r>
              <a:rPr lang="ar" sz="2000">
                <a:latin typeface="Sakkal Majalla" panose="02000000000000000000" pitchFamily="2" charset="-78"/>
                <a:cs typeface="Sakkal Majalla" panose="02000000000000000000" pitchFamily="2" charset="-78"/>
              </a:rPr>
              <a:t>يجب على المتعلمين استخدام الأدوات ومعدات الاختبار بما فيها،</a:t>
            </a:r>
          </a:p>
          <a:p>
            <a:pPr marL="800100" lvl="1" indent="-342900" rtl="1">
              <a:buFont typeface="Arial" panose="020B0604020202020204" pitchFamily="34" charset="0"/>
              <a:buChar char="•"/>
            </a:pPr>
            <a:r>
              <a:rPr lang="ar" sz="2000">
                <a:latin typeface="Sakkal Majalla" panose="02000000000000000000" pitchFamily="2" charset="-78"/>
                <a:cs typeface="Sakkal Majalla" panose="02000000000000000000" pitchFamily="2" charset="-78"/>
              </a:rPr>
              <a:t>مولد الإشارة</a:t>
            </a:r>
          </a:p>
          <a:p>
            <a:pPr marL="800100" lvl="1" indent="-342900" rtl="1">
              <a:buFont typeface="Arial" panose="020B0604020202020204" pitchFamily="34" charset="0"/>
              <a:buChar char="•"/>
            </a:pPr>
            <a:r>
              <a:rPr lang="ar" sz="2000">
                <a:latin typeface="Sakkal Majalla" panose="02000000000000000000" pitchFamily="2" charset="-78"/>
                <a:cs typeface="Sakkal Majalla" panose="02000000000000000000" pitchFamily="2" charset="-78"/>
              </a:rPr>
              <a:t>مرسمة الذبذبات</a:t>
            </a:r>
          </a:p>
          <a:p>
            <a:pPr marL="800100" lvl="1" indent="-342900" rtl="1">
              <a:buFont typeface="Arial" panose="020B0604020202020204" pitchFamily="34" charset="0"/>
              <a:buChar char="•"/>
            </a:pPr>
            <a:r>
              <a:rPr lang="ar" sz="2000">
                <a:latin typeface="Sakkal Majalla" panose="02000000000000000000" pitchFamily="2" charset="-78"/>
                <a:cs typeface="Sakkal Majalla" panose="02000000000000000000" pitchFamily="2" charset="-78"/>
              </a:rPr>
              <a:t>المجسات</a:t>
            </a:r>
          </a:p>
          <a:p>
            <a:pPr marL="85725" lvl="1" rtl="1"/>
            <a:r>
              <a:rPr lang="ar" sz="2000">
                <a:latin typeface="Sakkal Majalla" panose="02000000000000000000" pitchFamily="2" charset="-78"/>
                <a:cs typeface="Sakkal Majalla" panose="02000000000000000000" pitchFamily="2" charset="-78"/>
              </a:rPr>
              <a:t>لقياس الإشارات في الدوائر الإلكترونية. يجب عليهم استخدام النتائج لتحديد السعة والفترة الزمنية والتردد وجهد rms وكسب الجهد.</a:t>
            </a:r>
          </a:p>
          <a:p>
            <a:pPr rtl="1"/>
            <a:endParaRPr lang="en-AE"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BEAEF41E-1E32-3596-0C16-51305002231D}"/>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A103000360233</a:t>
            </a:r>
            <a:endParaRPr lang="ar" sz="1000" dirty="0"/>
          </a:p>
        </p:txBody>
      </p:sp>
      <p:pic>
        <p:nvPicPr>
          <p:cNvPr id="4" name="Picture 3" descr="A person working on a computer&#10;&#10;Description automatically generated">
            <a:extLst>
              <a:ext uri="{FF2B5EF4-FFF2-40B4-BE49-F238E27FC236}">
                <a16:creationId xmlns:a16="http://schemas.microsoft.com/office/drawing/2014/main" id="{86402701-43A1-1B4C-AA97-0A3568282FCF}"/>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961937" y="3125452"/>
            <a:ext cx="3528392" cy="2337053"/>
          </a:xfrm>
          <a:prstGeom prst="rect">
            <a:avLst/>
          </a:prstGeom>
        </p:spPr>
      </p:pic>
    </p:spTree>
    <p:extLst>
      <p:ext uri="{BB962C8B-B14F-4D97-AF65-F5344CB8AC3E}">
        <p14:creationId xmlns:p14="http://schemas.microsoft.com/office/powerpoint/2010/main" val="952156043"/>
      </p:ext>
    </p:extLst>
  </p:cSld>
  <p:clrMapOvr>
    <a:masterClrMapping/>
  </p:clrMapOvr>
  <p:transition>
    <p:sndAc>
      <p:stSnd>
        <p:snd r:embed="rId3" name="click.wav"/>
      </p:stSnd>
    </p:sndAc>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2">
            <a:extLst>
              <a:ext uri="{FF2B5EF4-FFF2-40B4-BE49-F238E27FC236}">
                <a16:creationId xmlns:a16="http://schemas.microsoft.com/office/drawing/2014/main" id="{AFF27A1B-CCBA-375B-8A71-3E2B4B342C9F}"/>
              </a:ext>
            </a:extLst>
          </p:cNvPr>
          <p:cNvSpPr>
            <a:spLocks noGrp="1" noChangeArrowheads="1"/>
          </p:cNvSpPr>
          <p:nvPr>
            <p:ph type="title"/>
          </p:nvPr>
        </p:nvSpPr>
        <p:spPr bwMode="auto">
          <a:xfrm>
            <a:off x="457200" y="1099303"/>
            <a:ext cx="8229600" cy="77235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000" b="0">
                <a:latin typeface="Sakkal Majalla" panose="02000000000000000000" pitchFamily="2" charset="-78"/>
                <a:cs typeface="Sakkal Majalla" panose="02000000000000000000" pitchFamily="2" charset="-78"/>
              </a:rPr>
              <a:t>تقنيات اكتشاف الأعطال (</a:t>
            </a:r>
            <a:r>
              <a:rPr lang="ar" sz="4000">
                <a:latin typeface="Sakkal Majalla" panose="02000000000000000000" pitchFamily="2" charset="-78"/>
                <a:cs typeface="Sakkal Majalla" panose="02000000000000000000" pitchFamily="2" charset="-78"/>
              </a:rPr>
              <a:t>1</a:t>
            </a:r>
            <a:r>
              <a:rPr lang="ar" sz="4000" b="0">
                <a:latin typeface="Sakkal Majalla" panose="02000000000000000000" pitchFamily="2" charset="-78"/>
                <a:cs typeface="Sakkal Majalla" panose="02000000000000000000" pitchFamily="2" charset="-78"/>
              </a:rPr>
              <a:t>)</a:t>
            </a:r>
          </a:p>
        </p:txBody>
      </p:sp>
      <p:sp>
        <p:nvSpPr>
          <p:cNvPr id="53251" name="Content Placeholder 3">
            <a:extLst>
              <a:ext uri="{FF2B5EF4-FFF2-40B4-BE49-F238E27FC236}">
                <a16:creationId xmlns:a16="http://schemas.microsoft.com/office/drawing/2014/main" id="{3851987A-2DDD-99C5-8149-4A695933F18F}"/>
              </a:ext>
            </a:extLst>
          </p:cNvPr>
          <p:cNvSpPr>
            <a:spLocks noGrp="1" noChangeArrowheads="1"/>
          </p:cNvSpPr>
          <p:nvPr>
            <p:ph sz="half" idx="2"/>
          </p:nvPr>
        </p:nvSpPr>
        <p:spPr bwMode="auto">
          <a:xfrm>
            <a:off x="457200" y="1871662"/>
            <a:ext cx="8496944" cy="227741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a:latin typeface="Sakkal Majalla" panose="02000000000000000000" pitchFamily="2" charset="-78"/>
                <a:cs typeface="Sakkal Majalla" panose="02000000000000000000" pitchFamily="2" charset="-78"/>
              </a:rPr>
              <a:t>يجب على المتعلمين استخدام تقنيات اكتشاف الأعطال في دائرة كهربائية </a:t>
            </a:r>
            <a:r>
              <a:rPr lang="ar" b="1">
                <a:latin typeface="Sakkal Majalla" panose="02000000000000000000" pitchFamily="2" charset="-78"/>
                <a:cs typeface="Sakkal Majalla" panose="02000000000000000000" pitchFamily="2" charset="-78"/>
              </a:rPr>
              <a:t>أو</a:t>
            </a:r>
            <a:r>
              <a:rPr lang="ar">
                <a:latin typeface="Sakkal Majalla" panose="02000000000000000000" pitchFamily="2" charset="-78"/>
                <a:cs typeface="Sakkal Majalla" panose="02000000000000000000" pitchFamily="2" charset="-78"/>
              </a:rPr>
              <a:t> إلكترونية تم إنشاؤها مسبقًا. </a:t>
            </a:r>
          </a:p>
          <a:p>
            <a:pPr marL="0" indent="0" rtl="1">
              <a:buNone/>
            </a:pPr>
            <a:r>
              <a:rPr lang="ar" sz="2200">
                <a:latin typeface="Sakkal Majalla" panose="02000000000000000000" pitchFamily="2" charset="-78"/>
                <a:cs typeface="Sakkal Majalla" panose="02000000000000000000" pitchFamily="2" charset="-78"/>
              </a:rPr>
              <a:t>ويجب أن تكون الدائرة معقدة بما يكفي لتزويد المتعلمين بفرصة إجراء القياسات باستخدام مجموعة من أدوات القياس الكهربائية ومعدات الاختبار، ولكن ليست معقدة للغاية بالنسبة لمتعلمي المستوى 2. </a:t>
            </a:r>
          </a:p>
        </p:txBody>
      </p:sp>
      <p:sp>
        <p:nvSpPr>
          <p:cNvPr id="5" name="TextBox 4">
            <a:extLst>
              <a:ext uri="{FF2B5EF4-FFF2-40B4-BE49-F238E27FC236}">
                <a16:creationId xmlns:a16="http://schemas.microsoft.com/office/drawing/2014/main" id="{87FCB893-9831-EB7B-A23B-62D4B3330747}"/>
              </a:ext>
            </a:extLst>
          </p:cNvPr>
          <p:cNvSpPr txBox="1"/>
          <p:nvPr/>
        </p:nvSpPr>
        <p:spPr>
          <a:xfrm>
            <a:off x="4788024" y="4293096"/>
            <a:ext cx="3898776" cy="1200329"/>
          </a:xfrm>
          <a:prstGeom prst="rect">
            <a:avLst/>
          </a:prstGeom>
          <a:noFill/>
        </p:spPr>
        <p:txBody>
          <a:bodyPr wrap="square" rtlCol="1">
            <a:spAutoFit/>
          </a:bodyPr>
          <a:lstStyle/>
          <a:p>
            <a:pPr rtl="1"/>
            <a:r>
              <a:rPr lang="ar" b="1">
                <a:latin typeface="Sakkal Majalla" panose="02000000000000000000" pitchFamily="2" charset="-78"/>
                <a:cs typeface="Sakkal Majalla" panose="02000000000000000000" pitchFamily="2" charset="-78"/>
              </a:rPr>
              <a:t>مثال</a:t>
            </a:r>
          </a:p>
          <a:p>
            <a:pPr rtl="1"/>
            <a:r>
              <a:rPr lang="ar">
                <a:latin typeface="Sakkal Majalla" panose="02000000000000000000" pitchFamily="2" charset="-78"/>
                <a:cs typeface="Sakkal Majalla" panose="02000000000000000000" pitchFamily="2" charset="-78"/>
              </a:rPr>
              <a:t>دائرة ترانزستور ثنائية القطب تعمل بالضوء.</a:t>
            </a:r>
          </a:p>
          <a:p>
            <a:pPr rtl="1"/>
            <a:endParaRPr lang="en-GB" dirty="0">
              <a:latin typeface="Sakkal Majalla" panose="02000000000000000000" pitchFamily="2" charset="-78"/>
              <a:cs typeface="Sakkal Majalla" panose="02000000000000000000" pitchFamily="2" charset="-78"/>
            </a:endParaRPr>
          </a:p>
          <a:p>
            <a:pPr rtl="1"/>
            <a:endParaRPr lang="en-AE" dirty="0">
              <a:latin typeface="Sakkal Majalla" panose="02000000000000000000" pitchFamily="2" charset="-78"/>
              <a:cs typeface="Sakkal Majalla" panose="02000000000000000000" pitchFamily="2" charset="-78"/>
            </a:endParaRPr>
          </a:p>
        </p:txBody>
      </p:sp>
      <p:pic>
        <p:nvPicPr>
          <p:cNvPr id="7" name="Picture 6" descr="A diagram of a circuit&#10;&#10;Description automatically generated">
            <a:extLst>
              <a:ext uri="{FF2B5EF4-FFF2-40B4-BE49-F238E27FC236}">
                <a16:creationId xmlns:a16="http://schemas.microsoft.com/office/drawing/2014/main" id="{E1C5AC91-E09A-4DB5-5922-FB4EE5EC741D}"/>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259632" y="3860334"/>
            <a:ext cx="2880320" cy="2875559"/>
          </a:xfrm>
          <a:prstGeom prst="rect">
            <a:avLst/>
          </a:prstGeom>
        </p:spPr>
      </p:pic>
      <p:sp>
        <p:nvSpPr>
          <p:cNvPr id="2" name="Rectangle 1">
            <a:extLst>
              <a:ext uri="{FF2B5EF4-FFF2-40B4-BE49-F238E27FC236}">
                <a16:creationId xmlns:a16="http://schemas.microsoft.com/office/drawing/2014/main" id="{F71D4C4F-9D14-B53A-5D89-5945D6C4E1A7}"/>
              </a:ext>
            </a:extLst>
          </p:cNvPr>
          <p:cNvSpPr/>
          <p:nvPr/>
        </p:nvSpPr>
        <p:spPr>
          <a:xfrm>
            <a:off x="1965052" y="4998243"/>
            <a:ext cx="357188" cy="400050"/>
          </a:xfrm>
          <a:prstGeom prst="rect">
            <a:avLst/>
          </a:prstGeom>
          <a:solidFill>
            <a:srgbClr val="FFFFFF"/>
          </a:solidFill>
        </p:spPr>
        <p:txBody>
          <a:bodyPr lIns="0" tIns="0" rIns="0" bIns="0" rtlCol="1">
            <a:noAutofit/>
          </a:bodyPr>
          <a:lstStyle/>
          <a:p>
            <a:pPr indent="0" rtl="0"/>
            <a:r>
              <a:rPr lang="ar" sz="800" dirty="0">
                <a:latin typeface="Sakkal Majalla" panose="02000000000000000000" pitchFamily="2" charset="-78"/>
                <a:cs typeface="Sakkal Majalla" panose="02000000000000000000" pitchFamily="2" charset="-78"/>
              </a:rPr>
              <a:t>R2</a:t>
            </a:r>
          </a:p>
          <a:p>
            <a:pPr indent="0" rtl="1"/>
            <a:r>
              <a:rPr lang="ar" sz="800" dirty="0">
                <a:latin typeface="Sakkal Majalla" panose="02000000000000000000" pitchFamily="2" charset="-78"/>
                <a:cs typeface="Sakkal Majalla" panose="02000000000000000000" pitchFamily="2" charset="-78"/>
              </a:rPr>
              <a:t>10 كيلو واط خطي</a:t>
            </a:r>
          </a:p>
        </p:txBody>
      </p:sp>
      <p:sp>
        <p:nvSpPr>
          <p:cNvPr id="3" name="Rectangle 2">
            <a:extLst>
              <a:ext uri="{FF2B5EF4-FFF2-40B4-BE49-F238E27FC236}">
                <a16:creationId xmlns:a16="http://schemas.microsoft.com/office/drawing/2014/main" id="{514D15F7-3AFD-E4B4-A045-BD3E43844355}"/>
              </a:ext>
            </a:extLst>
          </p:cNvPr>
          <p:cNvSpPr/>
          <p:nvPr/>
        </p:nvSpPr>
        <p:spPr>
          <a:xfrm>
            <a:off x="1417364" y="6367463"/>
            <a:ext cx="346323" cy="142876"/>
          </a:xfrm>
          <a:prstGeom prst="rect">
            <a:avLst/>
          </a:prstGeom>
          <a:solidFill>
            <a:srgbClr val="FFFFFF"/>
          </a:solidFill>
        </p:spPr>
        <p:txBody>
          <a:bodyPr wrap="none" lIns="0" tIns="0" rIns="0" bIns="0" rtlCol="1">
            <a:noAutofit/>
          </a:bodyPr>
          <a:lstStyle/>
          <a:p>
            <a:pPr indent="0" rtl="1"/>
            <a:r>
              <a:rPr lang="ar" sz="750" dirty="0">
                <a:latin typeface="Sakkal Majalla" panose="02000000000000000000" pitchFamily="2" charset="-78"/>
                <a:cs typeface="Sakkal Majalla" panose="02000000000000000000" pitchFamily="2" charset="-78"/>
              </a:rPr>
              <a:t>0 فولت</a:t>
            </a:r>
          </a:p>
        </p:txBody>
      </p:sp>
      <p:sp>
        <p:nvSpPr>
          <p:cNvPr id="4" name="Rectangle 3">
            <a:extLst>
              <a:ext uri="{FF2B5EF4-FFF2-40B4-BE49-F238E27FC236}">
                <a16:creationId xmlns:a16="http://schemas.microsoft.com/office/drawing/2014/main" id="{DB3A35BE-8CC8-CB72-C43D-EB5F6095A46D}"/>
              </a:ext>
            </a:extLst>
          </p:cNvPr>
          <p:cNvSpPr/>
          <p:nvPr/>
        </p:nvSpPr>
        <p:spPr>
          <a:xfrm>
            <a:off x="1331639" y="4105275"/>
            <a:ext cx="346323" cy="187821"/>
          </a:xfrm>
          <a:prstGeom prst="rect">
            <a:avLst/>
          </a:prstGeom>
          <a:solidFill>
            <a:srgbClr val="FFFFFF"/>
          </a:solidFill>
        </p:spPr>
        <p:txBody>
          <a:bodyPr wrap="none" lIns="0" tIns="0" rIns="0" bIns="0" rtlCol="1">
            <a:noAutofit/>
          </a:bodyPr>
          <a:lstStyle/>
          <a:p>
            <a:pPr indent="0" rtl="1"/>
            <a:r>
              <a:rPr lang="ar" sz="750" dirty="0">
                <a:latin typeface="Sakkal Majalla" panose="02000000000000000000" pitchFamily="2" charset="-78"/>
                <a:cs typeface="Sakkal Majalla" panose="02000000000000000000" pitchFamily="2" charset="-78"/>
              </a:rPr>
              <a:t>9 فولت</a:t>
            </a:r>
          </a:p>
        </p:txBody>
      </p:sp>
      <p:sp>
        <p:nvSpPr>
          <p:cNvPr id="6" name="Footer Placeholder 2">
            <a:extLst>
              <a:ext uri="{FF2B5EF4-FFF2-40B4-BE49-F238E27FC236}">
                <a16:creationId xmlns:a16="http://schemas.microsoft.com/office/drawing/2014/main" id="{5014FAF7-B4D1-251A-1992-25595F3551AC}"/>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A103000360233</a:t>
            </a:r>
            <a:endParaRPr lang="ar" sz="1000" dirty="0"/>
          </a:p>
        </p:txBody>
      </p:sp>
    </p:spTree>
    <p:extLst>
      <p:ext uri="{BB962C8B-B14F-4D97-AF65-F5344CB8AC3E}">
        <p14:creationId xmlns:p14="http://schemas.microsoft.com/office/powerpoint/2010/main" val="4246679270"/>
      </p:ext>
    </p:extLst>
  </p:cSld>
  <p:clrMapOvr>
    <a:masterClrMapping/>
  </p:clrMapOvr>
  <p:transition>
    <p:sndAc>
      <p:stSnd>
        <p:snd r:embed="rId3" name="click.wav"/>
      </p:stSnd>
    </p:sndAc>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2">
            <a:extLst>
              <a:ext uri="{FF2B5EF4-FFF2-40B4-BE49-F238E27FC236}">
                <a16:creationId xmlns:a16="http://schemas.microsoft.com/office/drawing/2014/main" id="{AFF27A1B-CCBA-375B-8A71-3E2B4B342C9F}"/>
              </a:ext>
            </a:extLst>
          </p:cNvPr>
          <p:cNvSpPr>
            <a:spLocks noGrp="1" noChangeArrowheads="1"/>
          </p:cNvSpPr>
          <p:nvPr>
            <p:ph type="title"/>
          </p:nvPr>
        </p:nvSpPr>
        <p:spPr bwMode="auto">
          <a:xfrm>
            <a:off x="457200" y="1099303"/>
            <a:ext cx="8229600" cy="77235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000" b="0">
                <a:latin typeface="Sakkal Majalla" panose="02000000000000000000" pitchFamily="2" charset="-78"/>
                <a:cs typeface="Sakkal Majalla" panose="02000000000000000000" pitchFamily="2" charset="-78"/>
              </a:rPr>
              <a:t>تقنيات اكتشاف الأعطال (2)</a:t>
            </a:r>
          </a:p>
        </p:txBody>
      </p:sp>
      <p:sp>
        <p:nvSpPr>
          <p:cNvPr id="53251" name="Content Placeholder 3">
            <a:extLst>
              <a:ext uri="{FF2B5EF4-FFF2-40B4-BE49-F238E27FC236}">
                <a16:creationId xmlns:a16="http://schemas.microsoft.com/office/drawing/2014/main" id="{3851987A-2DDD-99C5-8149-4A695933F18F}"/>
              </a:ext>
            </a:extLst>
          </p:cNvPr>
          <p:cNvSpPr>
            <a:spLocks noGrp="1" noChangeArrowheads="1"/>
          </p:cNvSpPr>
          <p:nvPr>
            <p:ph sz="half" idx="2"/>
          </p:nvPr>
        </p:nvSpPr>
        <p:spPr bwMode="auto">
          <a:xfrm>
            <a:off x="4579168" y="2137253"/>
            <a:ext cx="4392488" cy="376985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2000">
                <a:latin typeface="Sakkal Majalla" panose="02000000000000000000" pitchFamily="2" charset="-78"/>
                <a:cs typeface="Sakkal Majalla" panose="02000000000000000000" pitchFamily="2" charset="-78"/>
              </a:rPr>
              <a:t>تنص مواصفات الوحدة على أنه يجب على المتعلمين استخدام أداتي قياس </a:t>
            </a:r>
            <a:r>
              <a:rPr lang="ar" sz="2000" b="1">
                <a:latin typeface="Sakkal Majalla" panose="02000000000000000000" pitchFamily="2" charset="-78"/>
                <a:cs typeface="Sakkal Majalla" panose="02000000000000000000" pitchFamily="2" charset="-78"/>
              </a:rPr>
              <a:t>مختلفتين</a:t>
            </a:r>
            <a:r>
              <a:rPr lang="ar" sz="2000">
                <a:latin typeface="Sakkal Majalla" panose="02000000000000000000" pitchFamily="2" charset="-78"/>
                <a:cs typeface="Sakkal Majalla" panose="02000000000000000000" pitchFamily="2" charset="-78"/>
              </a:rPr>
              <a:t> على الأقل. </a:t>
            </a:r>
          </a:p>
          <a:p>
            <a:pPr marL="0" indent="0" rtl="1">
              <a:buNone/>
            </a:pPr>
            <a:r>
              <a:rPr lang="ar" sz="2000">
                <a:latin typeface="Sakkal Majalla" panose="02000000000000000000" pitchFamily="2" charset="-78"/>
                <a:cs typeface="Sakkal Majalla" panose="02000000000000000000" pitchFamily="2" charset="-78"/>
              </a:rPr>
              <a:t>يعتبر المقياس متعدد الأغراض المستخدم لقياس معلمتين مختلفتين (مثل الجهد والمقاومة) أداتين. </a:t>
            </a:r>
          </a:p>
          <a:p>
            <a:pPr marL="0" indent="0" rtl="1">
              <a:buNone/>
            </a:pPr>
            <a:r>
              <a:rPr lang="ar" sz="2000">
                <a:latin typeface="Sakkal Majalla" panose="02000000000000000000" pitchFamily="2" charset="-78"/>
                <a:cs typeface="Sakkal Majalla" panose="02000000000000000000" pitchFamily="2" charset="-78"/>
              </a:rPr>
              <a:t>ومع ذلك، يجب على المتعلمين استخدام مجموعة متنوعة من الأدوات لتلبية معايير الدرجات الأعلى. </a:t>
            </a:r>
          </a:p>
          <a:p>
            <a:pPr marL="0" indent="0" rtl="1">
              <a:buNone/>
            </a:pPr>
            <a:endParaRPr lang="en-GB" altLang="en-US" sz="2200"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B9822536-E2A0-D767-57B6-5FC291323047}"/>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A103000360233</a:t>
            </a:r>
            <a:endParaRPr lang="ar" sz="1000" dirty="0"/>
          </a:p>
        </p:txBody>
      </p:sp>
      <p:pic>
        <p:nvPicPr>
          <p:cNvPr id="4" name="Picture 3" descr="A close up of a device&#10;&#10;Description automatically generated">
            <a:extLst>
              <a:ext uri="{FF2B5EF4-FFF2-40B4-BE49-F238E27FC236}">
                <a16:creationId xmlns:a16="http://schemas.microsoft.com/office/drawing/2014/main" id="{BD6102F6-7BE2-153A-1235-BB1767757C41}"/>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899592" y="2397411"/>
            <a:ext cx="3380185" cy="3377342"/>
          </a:xfrm>
          <a:prstGeom prst="rect">
            <a:avLst/>
          </a:prstGeom>
          <a:noFill/>
        </p:spPr>
      </p:pic>
    </p:spTree>
    <p:extLst>
      <p:ext uri="{BB962C8B-B14F-4D97-AF65-F5344CB8AC3E}">
        <p14:creationId xmlns:p14="http://schemas.microsoft.com/office/powerpoint/2010/main" val="303099952"/>
      </p:ext>
    </p:extLst>
  </p:cSld>
  <p:clrMapOvr>
    <a:masterClrMapping/>
  </p:clrMapOvr>
  <p:transition>
    <p:sndAc>
      <p:stSnd>
        <p:snd r:embed="rId3" name="click.wav"/>
      </p:stSnd>
    </p:sndAc>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2">
            <a:extLst>
              <a:ext uri="{FF2B5EF4-FFF2-40B4-BE49-F238E27FC236}">
                <a16:creationId xmlns:a16="http://schemas.microsoft.com/office/drawing/2014/main" id="{AFF27A1B-CCBA-375B-8A71-3E2B4B342C9F}"/>
              </a:ext>
            </a:extLst>
          </p:cNvPr>
          <p:cNvSpPr>
            <a:spLocks noGrp="1" noChangeArrowheads="1"/>
          </p:cNvSpPr>
          <p:nvPr>
            <p:ph type="title"/>
          </p:nvPr>
        </p:nvSpPr>
        <p:spPr bwMode="auto">
          <a:xfrm>
            <a:off x="457200" y="1099303"/>
            <a:ext cx="8229600" cy="77235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000" b="0">
                <a:latin typeface="Sakkal Majalla" panose="02000000000000000000" pitchFamily="2" charset="-78"/>
                <a:cs typeface="Sakkal Majalla" panose="02000000000000000000" pitchFamily="2" charset="-78"/>
              </a:rPr>
              <a:t>تقنيات اكتشاف الأعطال (3)</a:t>
            </a:r>
          </a:p>
        </p:txBody>
      </p:sp>
      <p:sp>
        <p:nvSpPr>
          <p:cNvPr id="53251" name="Content Placeholder 3">
            <a:extLst>
              <a:ext uri="{FF2B5EF4-FFF2-40B4-BE49-F238E27FC236}">
                <a16:creationId xmlns:a16="http://schemas.microsoft.com/office/drawing/2014/main" id="{3851987A-2DDD-99C5-8149-4A695933F18F}"/>
              </a:ext>
            </a:extLst>
          </p:cNvPr>
          <p:cNvSpPr>
            <a:spLocks noGrp="1" noChangeArrowheads="1"/>
          </p:cNvSpPr>
          <p:nvPr>
            <p:ph sz="half" idx="2"/>
          </p:nvPr>
        </p:nvSpPr>
        <p:spPr bwMode="auto">
          <a:xfrm>
            <a:off x="457200" y="1871662"/>
            <a:ext cx="8075240" cy="450966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2200">
                <a:latin typeface="Sakkal Majalla" panose="02000000000000000000" pitchFamily="2" charset="-78"/>
                <a:cs typeface="Sakkal Majalla" panose="02000000000000000000" pitchFamily="2" charset="-78"/>
              </a:rPr>
              <a:t>يجب أن تحتوي الدوائر المُنشأة مسبقًا على </a:t>
            </a:r>
            <a:r>
              <a:rPr lang="ar" sz="2200" b="1">
                <a:latin typeface="Sakkal Majalla" panose="02000000000000000000" pitchFamily="2" charset="-78"/>
                <a:cs typeface="Sakkal Majalla" panose="02000000000000000000" pitchFamily="2" charset="-78"/>
              </a:rPr>
              <a:t>عطلين</a:t>
            </a:r>
            <a:r>
              <a:rPr lang="ar" sz="2200">
                <a:latin typeface="Sakkal Majalla" panose="02000000000000000000" pitchFamily="2" charset="-78"/>
                <a:cs typeface="Sakkal Majalla" panose="02000000000000000000" pitchFamily="2" charset="-78"/>
              </a:rPr>
              <a:t> </a:t>
            </a:r>
            <a:r>
              <a:rPr lang="en" sz="2200" b="1">
                <a:latin typeface="Sakkal Majalla" panose="02000000000000000000" pitchFamily="2" charset="-78"/>
                <a:cs typeface="Sakkal Majalla" panose="02000000000000000000" pitchFamily="2" charset="-78"/>
              </a:rPr>
              <a:t>مفعلين على الأقل.</a:t>
            </a:r>
            <a:r>
              <a:rPr lang="en" sz="2200">
                <a:latin typeface="Sakkal Majalla" panose="02000000000000000000" pitchFamily="2" charset="-78"/>
                <a:cs typeface="Sakkal Majalla" panose="02000000000000000000" pitchFamily="2" charset="-78"/>
              </a:rPr>
              <a:t> </a:t>
            </a:r>
          </a:p>
          <a:p>
            <a:pPr marL="0" indent="0" rtl="1">
              <a:buNone/>
            </a:pPr>
            <a:endParaRPr lang="en-GB" altLang="en-US" sz="2200" dirty="0">
              <a:latin typeface="Sakkal Majalla" panose="02000000000000000000" pitchFamily="2" charset="-78"/>
              <a:cs typeface="Sakkal Majalla" panose="02000000000000000000" pitchFamily="2" charset="-78"/>
            </a:endParaRPr>
          </a:p>
          <a:p>
            <a:pPr marL="0" indent="0" rtl="1">
              <a:buNone/>
            </a:pPr>
            <a:r>
              <a:rPr lang="ar" sz="2200">
                <a:latin typeface="Sakkal Majalla" panose="02000000000000000000" pitchFamily="2" charset="-78"/>
                <a:cs typeface="Sakkal Majalla" panose="02000000000000000000" pitchFamily="2" charset="-78"/>
              </a:rPr>
              <a:t>يمكن أن تكون الدوائر المُنشأة مسبقًا منتجات مملوكة ذات أعطال مفعلة مدمجة ونقاط اختبار من مورد تعليمي، أو لوحات دوائر مصممة خصيصًا لتلبية الاحتياجات المحلية.</a:t>
            </a:r>
          </a:p>
          <a:p>
            <a:pPr marL="0" indent="0" rtl="1">
              <a:buNone/>
            </a:pPr>
            <a:r>
              <a:rPr lang="ar" sz="2200">
                <a:latin typeface="Sakkal Majalla" panose="02000000000000000000" pitchFamily="2" charset="-78"/>
                <a:cs typeface="Sakkal Majalla" panose="02000000000000000000" pitchFamily="2" charset="-78"/>
              </a:rPr>
              <a:t>يفضل أن تكون المفاتيح مثبتة على لوحة الدائرة.</a:t>
            </a:r>
          </a:p>
          <a:p>
            <a:pPr marL="0" indent="0" rtl="1">
              <a:buNone/>
            </a:pPr>
            <a:r>
              <a:rPr lang="ar" sz="2200">
                <a:latin typeface="Sakkal Majalla" panose="02000000000000000000" pitchFamily="2" charset="-78"/>
                <a:cs typeface="Sakkal Majalla" panose="02000000000000000000" pitchFamily="2" charset="-78"/>
              </a:rPr>
              <a:t>ويجب تضمين نقاط الاختبار للمتعلمين لإجراء القياسات.</a:t>
            </a:r>
          </a:p>
          <a:p>
            <a:pPr marL="0" indent="0" rtl="1">
              <a:buNone/>
            </a:pPr>
            <a:r>
              <a:rPr lang="ar" sz="2200">
                <a:latin typeface="Sakkal Majalla" panose="02000000000000000000" pitchFamily="2" charset="-78"/>
                <a:cs typeface="Sakkal Majalla" panose="02000000000000000000" pitchFamily="2" charset="-78"/>
              </a:rPr>
              <a:t>يجب على المتعلمين تحويل </a:t>
            </a:r>
            <a:r>
              <a:rPr lang="ar" sz="2200" b="1">
                <a:latin typeface="Sakkal Majalla" panose="02000000000000000000" pitchFamily="2" charset="-78"/>
                <a:cs typeface="Sakkal Majalla" panose="02000000000000000000" pitchFamily="2" charset="-78"/>
              </a:rPr>
              <a:t>عطل واحد فقط في</a:t>
            </a:r>
            <a:r>
              <a:rPr lang="ar" sz="2200">
                <a:latin typeface="Sakkal Majalla" panose="02000000000000000000" pitchFamily="2" charset="-78"/>
                <a:cs typeface="Sakkal Majalla" panose="02000000000000000000" pitchFamily="2" charset="-78"/>
              </a:rPr>
              <a:t> كل مرة. </a:t>
            </a:r>
          </a:p>
          <a:p>
            <a:pPr marL="0" indent="0" rtl="1">
              <a:buNone/>
            </a:pPr>
            <a:endParaRPr lang="en-GB" altLang="en-US" sz="2200" dirty="0">
              <a:latin typeface="Sakkal Majalla" panose="02000000000000000000" pitchFamily="2" charset="-78"/>
              <a:cs typeface="Sakkal Majalla" panose="02000000000000000000" pitchFamily="2" charset="-78"/>
            </a:endParaRPr>
          </a:p>
          <a:p>
            <a:pPr marL="0" indent="0" rtl="1">
              <a:buNone/>
            </a:pPr>
            <a:endParaRPr lang="en-GB" altLang="en-US" sz="2200" dirty="0">
              <a:latin typeface="Sakkal Majalla" panose="02000000000000000000" pitchFamily="2" charset="-78"/>
              <a:cs typeface="Sakkal Majalla" panose="02000000000000000000" pitchFamily="2" charset="-78"/>
            </a:endParaRPr>
          </a:p>
          <a:p>
            <a:pPr marL="0" indent="0" rtl="1">
              <a:buNone/>
            </a:pPr>
            <a:endParaRPr lang="en-GB" altLang="en-US" sz="2200" dirty="0">
              <a:latin typeface="Sakkal Majalla" panose="02000000000000000000" pitchFamily="2" charset="-78"/>
              <a:cs typeface="Sakkal Majalla" panose="02000000000000000000" pitchFamily="2" charset="-78"/>
            </a:endParaRPr>
          </a:p>
          <a:p>
            <a:pPr marL="0" indent="0" rtl="1">
              <a:buNone/>
            </a:pPr>
            <a:endParaRPr lang="en-GB" altLang="en-US" sz="2200"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85C4CE0C-D672-2726-F526-B8A7EFFF0D12}"/>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A103000360233</a:t>
            </a:r>
            <a:endParaRPr lang="ar" sz="1000" dirty="0"/>
          </a:p>
        </p:txBody>
      </p:sp>
    </p:spTree>
    <p:extLst>
      <p:ext uri="{BB962C8B-B14F-4D97-AF65-F5344CB8AC3E}">
        <p14:creationId xmlns:p14="http://schemas.microsoft.com/office/powerpoint/2010/main" val="2479446658"/>
      </p:ext>
    </p:extLst>
  </p:cSld>
  <p:clrMapOvr>
    <a:masterClrMapping/>
  </p:clrMapOvr>
  <p:transition>
    <p:sndAc>
      <p:stSnd>
        <p:snd r:embed="rId3" name="click.wav"/>
      </p:stSnd>
    </p:sndAc>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2">
            <a:extLst>
              <a:ext uri="{FF2B5EF4-FFF2-40B4-BE49-F238E27FC236}">
                <a16:creationId xmlns:a16="http://schemas.microsoft.com/office/drawing/2014/main" id="{AFF27A1B-CCBA-375B-8A71-3E2B4B342C9F}"/>
              </a:ext>
            </a:extLst>
          </p:cNvPr>
          <p:cNvSpPr>
            <a:spLocks noGrp="1" noChangeArrowheads="1"/>
          </p:cNvSpPr>
          <p:nvPr>
            <p:ph type="title"/>
          </p:nvPr>
        </p:nvSpPr>
        <p:spPr bwMode="auto">
          <a:xfrm>
            <a:off x="457200" y="1099303"/>
            <a:ext cx="8229600" cy="77235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000" b="0">
                <a:latin typeface="Sakkal Majalla" panose="02000000000000000000" pitchFamily="2" charset="-78"/>
                <a:cs typeface="Sakkal Majalla" panose="02000000000000000000" pitchFamily="2" charset="-78"/>
              </a:rPr>
              <a:t>تقنيات اكتشاف الأعطال (4)</a:t>
            </a:r>
          </a:p>
        </p:txBody>
      </p:sp>
      <p:sp>
        <p:nvSpPr>
          <p:cNvPr id="53251" name="Content Placeholder 3">
            <a:extLst>
              <a:ext uri="{FF2B5EF4-FFF2-40B4-BE49-F238E27FC236}">
                <a16:creationId xmlns:a16="http://schemas.microsoft.com/office/drawing/2014/main" id="{3851987A-2DDD-99C5-8149-4A695933F18F}"/>
              </a:ext>
            </a:extLst>
          </p:cNvPr>
          <p:cNvSpPr>
            <a:spLocks noGrp="1" noChangeArrowheads="1"/>
          </p:cNvSpPr>
          <p:nvPr>
            <p:ph sz="half" idx="2"/>
          </p:nvPr>
        </p:nvSpPr>
        <p:spPr bwMode="auto">
          <a:xfrm>
            <a:off x="457200" y="1871662"/>
            <a:ext cx="8496944" cy="54922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b="1">
                <a:latin typeface="Sakkal Majalla" panose="02000000000000000000" pitchFamily="2" charset="-78"/>
                <a:cs typeface="Sakkal Majalla" panose="02000000000000000000" pitchFamily="2" charset="-78"/>
              </a:rPr>
              <a:t>أعطال فردية نموذجية</a:t>
            </a:r>
            <a:r>
              <a:rPr lang="ar">
                <a:latin typeface="Sakkal Majalla" panose="02000000000000000000" pitchFamily="2" charset="-78"/>
                <a:cs typeface="Sakkal Majalla" panose="02000000000000000000" pitchFamily="2" charset="-78"/>
              </a:rPr>
              <a:t>. </a:t>
            </a:r>
          </a:p>
        </p:txBody>
      </p:sp>
      <p:sp>
        <p:nvSpPr>
          <p:cNvPr id="2" name="TextBox 1">
            <a:extLst>
              <a:ext uri="{FF2B5EF4-FFF2-40B4-BE49-F238E27FC236}">
                <a16:creationId xmlns:a16="http://schemas.microsoft.com/office/drawing/2014/main" id="{5AB853CF-F104-1E63-E7AE-E3FA20345BF5}"/>
              </a:ext>
            </a:extLst>
          </p:cNvPr>
          <p:cNvSpPr txBox="1"/>
          <p:nvPr/>
        </p:nvSpPr>
        <p:spPr>
          <a:xfrm>
            <a:off x="5497760" y="2476544"/>
            <a:ext cx="3456384" cy="3139321"/>
          </a:xfrm>
          <a:prstGeom prst="rect">
            <a:avLst/>
          </a:prstGeom>
          <a:noFill/>
        </p:spPr>
        <p:txBody>
          <a:bodyPr wrap="square" rtlCol="1">
            <a:spAutoFit/>
          </a:bodyPr>
          <a:lstStyle/>
          <a:p>
            <a:pPr rtl="1"/>
            <a:r>
              <a:rPr lang="ar" b="1">
                <a:latin typeface="Sakkal Majalla" panose="02000000000000000000" pitchFamily="2" charset="-78"/>
                <a:cs typeface="Sakkal Majalla" panose="02000000000000000000" pitchFamily="2" charset="-78"/>
              </a:rPr>
              <a:t>دائرة كهربائية قصيرة</a:t>
            </a:r>
          </a:p>
          <a:p>
            <a:pPr rtl="1"/>
            <a:r>
              <a:rPr lang="ar">
                <a:latin typeface="Sakkal Majalla" panose="02000000000000000000" pitchFamily="2" charset="-78"/>
                <a:cs typeface="Sakkal Majalla" panose="02000000000000000000" pitchFamily="2" charset="-78"/>
              </a:rPr>
              <a:t>يمكنك إنشاء دائرة كهربائية قصيرة عن طريق لحام سلك حر من كل طرف من طرفي المقاوم إلى مفتاح تبديل أحادي القطب. </a:t>
            </a:r>
          </a:p>
          <a:p>
            <a:pPr rtl="1"/>
            <a:endParaRPr lang="en-AE" dirty="0">
              <a:latin typeface="Sakkal Majalla" panose="02000000000000000000" pitchFamily="2" charset="-78"/>
              <a:cs typeface="Sakkal Majalla" panose="02000000000000000000" pitchFamily="2" charset="-78"/>
            </a:endParaRPr>
          </a:p>
          <a:p>
            <a:pPr rtl="1"/>
            <a:r>
              <a:rPr lang="ar">
                <a:latin typeface="Sakkal Majalla" panose="02000000000000000000" pitchFamily="2" charset="-78"/>
                <a:cs typeface="Sakkal Majalla" panose="02000000000000000000" pitchFamily="2" charset="-78"/>
              </a:rPr>
              <a:t>يتم إيقاف تشغيل العطل عندما يكون المفتاح دائرة مفتوحة.</a:t>
            </a:r>
          </a:p>
          <a:p>
            <a:pPr rtl="1"/>
            <a:r>
              <a:rPr lang="ar">
                <a:latin typeface="Sakkal Majalla" panose="02000000000000000000" pitchFamily="2" charset="-78"/>
                <a:cs typeface="Sakkal Majalla" panose="02000000000000000000" pitchFamily="2" charset="-78"/>
              </a:rPr>
              <a:t>يتم تشغيل العطل عندما يكون المفتاح دائرة مغلقة.</a:t>
            </a:r>
          </a:p>
          <a:p>
            <a:pPr rtl="1"/>
            <a:endParaRPr lang="en-AE" dirty="0">
              <a:latin typeface="Sakkal Majalla" panose="02000000000000000000" pitchFamily="2" charset="-78"/>
              <a:cs typeface="Sakkal Majalla" panose="02000000000000000000" pitchFamily="2" charset="-78"/>
            </a:endParaRPr>
          </a:p>
          <a:p>
            <a:pPr rtl="1"/>
            <a:r>
              <a:rPr lang="ar">
                <a:latin typeface="Sakkal Majalla" panose="02000000000000000000" pitchFamily="2" charset="-78"/>
                <a:cs typeface="Sakkal Majalla" panose="02000000000000000000" pitchFamily="2" charset="-78"/>
              </a:rPr>
              <a:t>تأكد من أن العطل لا يؤدي إلى قصر دائرة مزود الطاقة.</a:t>
            </a:r>
          </a:p>
        </p:txBody>
      </p:sp>
      <p:sp>
        <p:nvSpPr>
          <p:cNvPr id="3" name="Footer Placeholder 2">
            <a:extLst>
              <a:ext uri="{FF2B5EF4-FFF2-40B4-BE49-F238E27FC236}">
                <a16:creationId xmlns:a16="http://schemas.microsoft.com/office/drawing/2014/main" id="{3CE4A0D5-571A-0A86-1052-EA2ACBE85AEE}"/>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A103000360233</a:t>
            </a:r>
            <a:endParaRPr lang="ar" sz="1000" dirty="0"/>
          </a:p>
        </p:txBody>
      </p:sp>
      <p:pic>
        <p:nvPicPr>
          <p:cNvPr id="5" name="Picture 4" descr="A diagram of a circuit&#10;&#10;Description automatically generated">
            <a:extLst>
              <a:ext uri="{FF2B5EF4-FFF2-40B4-BE49-F238E27FC236}">
                <a16:creationId xmlns:a16="http://schemas.microsoft.com/office/drawing/2014/main" id="{8A63EEBD-618E-23F8-0067-15BD376CF53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971600" y="2199544"/>
            <a:ext cx="3068633" cy="3693319"/>
          </a:xfrm>
          <a:prstGeom prst="rect">
            <a:avLst/>
          </a:prstGeom>
        </p:spPr>
      </p:pic>
    </p:spTree>
    <p:extLst>
      <p:ext uri="{BB962C8B-B14F-4D97-AF65-F5344CB8AC3E}">
        <p14:creationId xmlns:p14="http://schemas.microsoft.com/office/powerpoint/2010/main" val="1499209095"/>
      </p:ext>
    </p:extLst>
  </p:cSld>
  <p:clrMapOvr>
    <a:masterClrMapping/>
  </p:clrMapOvr>
  <p:transition>
    <p:sndAc>
      <p:stSnd>
        <p:snd r:embed="rId3" name="click.wav"/>
      </p:stSnd>
    </p:sndAc>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2">
            <a:extLst>
              <a:ext uri="{FF2B5EF4-FFF2-40B4-BE49-F238E27FC236}">
                <a16:creationId xmlns:a16="http://schemas.microsoft.com/office/drawing/2014/main" id="{AFF27A1B-CCBA-375B-8A71-3E2B4B342C9F}"/>
              </a:ext>
            </a:extLst>
          </p:cNvPr>
          <p:cNvSpPr>
            <a:spLocks noGrp="1" noChangeArrowheads="1"/>
          </p:cNvSpPr>
          <p:nvPr>
            <p:ph type="title"/>
          </p:nvPr>
        </p:nvSpPr>
        <p:spPr bwMode="auto">
          <a:xfrm>
            <a:off x="457200" y="1099303"/>
            <a:ext cx="8229600" cy="77235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000" b="0">
                <a:latin typeface="Sakkal Majalla" panose="02000000000000000000" pitchFamily="2" charset="-78"/>
                <a:cs typeface="Sakkal Majalla" panose="02000000000000000000" pitchFamily="2" charset="-78"/>
              </a:rPr>
              <a:t>تقنيات اكتشاف الأعطال (5)</a:t>
            </a:r>
          </a:p>
        </p:txBody>
      </p:sp>
      <p:sp>
        <p:nvSpPr>
          <p:cNvPr id="53251" name="Content Placeholder 3">
            <a:extLst>
              <a:ext uri="{FF2B5EF4-FFF2-40B4-BE49-F238E27FC236}">
                <a16:creationId xmlns:a16="http://schemas.microsoft.com/office/drawing/2014/main" id="{3851987A-2DDD-99C5-8149-4A695933F18F}"/>
              </a:ext>
            </a:extLst>
          </p:cNvPr>
          <p:cNvSpPr>
            <a:spLocks noGrp="1" noChangeArrowheads="1"/>
          </p:cNvSpPr>
          <p:nvPr>
            <p:ph sz="half" idx="2"/>
          </p:nvPr>
        </p:nvSpPr>
        <p:spPr bwMode="auto">
          <a:xfrm>
            <a:off x="457200" y="1871662"/>
            <a:ext cx="8496944" cy="54922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b="1">
                <a:latin typeface="Sakkal Majalla" panose="02000000000000000000" pitchFamily="2" charset="-78"/>
                <a:cs typeface="Sakkal Majalla" panose="02000000000000000000" pitchFamily="2" charset="-78"/>
              </a:rPr>
              <a:t>أعطال فردية نموذجية</a:t>
            </a:r>
            <a:r>
              <a:rPr lang="ar">
                <a:latin typeface="Sakkal Majalla" panose="02000000000000000000" pitchFamily="2" charset="-78"/>
                <a:cs typeface="Sakkal Majalla" panose="02000000000000000000" pitchFamily="2" charset="-78"/>
              </a:rPr>
              <a:t> (تتمة). </a:t>
            </a:r>
          </a:p>
        </p:txBody>
      </p:sp>
      <p:sp>
        <p:nvSpPr>
          <p:cNvPr id="2" name="TextBox 1">
            <a:extLst>
              <a:ext uri="{FF2B5EF4-FFF2-40B4-BE49-F238E27FC236}">
                <a16:creationId xmlns:a16="http://schemas.microsoft.com/office/drawing/2014/main" id="{5AB853CF-F104-1E63-E7AE-E3FA20345BF5}"/>
              </a:ext>
            </a:extLst>
          </p:cNvPr>
          <p:cNvSpPr txBox="1"/>
          <p:nvPr/>
        </p:nvSpPr>
        <p:spPr>
          <a:xfrm>
            <a:off x="5508104" y="2644021"/>
            <a:ext cx="3456384" cy="2031325"/>
          </a:xfrm>
          <a:prstGeom prst="rect">
            <a:avLst/>
          </a:prstGeom>
          <a:noFill/>
        </p:spPr>
        <p:txBody>
          <a:bodyPr wrap="square" rtlCol="1">
            <a:spAutoFit/>
          </a:bodyPr>
          <a:lstStyle/>
          <a:p>
            <a:pPr rtl="1"/>
            <a:r>
              <a:rPr lang="ar" b="1">
                <a:latin typeface="Sakkal Majalla" panose="02000000000000000000" pitchFamily="2" charset="-78"/>
                <a:cs typeface="Sakkal Majalla" panose="02000000000000000000" pitchFamily="2" charset="-78"/>
              </a:rPr>
              <a:t>دائرة مفتوحة</a:t>
            </a:r>
          </a:p>
          <a:p>
            <a:pPr rtl="1"/>
            <a:r>
              <a:rPr lang="ar">
                <a:latin typeface="Sakkal Majalla" panose="02000000000000000000" pitchFamily="2" charset="-78"/>
                <a:cs typeface="Sakkal Majalla" panose="02000000000000000000" pitchFamily="2" charset="-78"/>
              </a:rPr>
              <a:t>يمكنك إحداث عطل في الدائرة المفتوحة عن طريق لحام سلك حر من كل جانب من جوانب كسر المسار إلى مفتاح تبديل أحادي القطب. </a:t>
            </a:r>
          </a:p>
          <a:p>
            <a:pPr rtl="1"/>
            <a:endParaRPr lang="en-AE" dirty="0">
              <a:latin typeface="Sakkal Majalla" panose="02000000000000000000" pitchFamily="2" charset="-78"/>
              <a:cs typeface="Sakkal Majalla" panose="02000000000000000000" pitchFamily="2" charset="-78"/>
            </a:endParaRPr>
          </a:p>
          <a:p>
            <a:pPr rtl="1"/>
            <a:r>
              <a:rPr lang="ar">
                <a:latin typeface="Sakkal Majalla" panose="02000000000000000000" pitchFamily="2" charset="-78"/>
                <a:cs typeface="Sakkal Majalla" panose="02000000000000000000" pitchFamily="2" charset="-78"/>
              </a:rPr>
              <a:t>يتم إيقاف تشغيل العطل عند إغلاق المفتاح.</a:t>
            </a:r>
          </a:p>
          <a:p>
            <a:pPr rtl="1"/>
            <a:r>
              <a:rPr lang="ar">
                <a:latin typeface="Sakkal Majalla" panose="02000000000000000000" pitchFamily="2" charset="-78"/>
                <a:cs typeface="Sakkal Majalla" panose="02000000000000000000" pitchFamily="2" charset="-78"/>
              </a:rPr>
              <a:t>يتم تشغيل العطل عندما يكون فتح المفتاح.</a:t>
            </a:r>
          </a:p>
        </p:txBody>
      </p:sp>
      <p:pic>
        <p:nvPicPr>
          <p:cNvPr id="5" name="Picture 4" descr="A diagram of a circuit&#10;&#10;Description automatically generated">
            <a:extLst>
              <a:ext uri="{FF2B5EF4-FFF2-40B4-BE49-F238E27FC236}">
                <a16:creationId xmlns:a16="http://schemas.microsoft.com/office/drawing/2014/main" id="{014FA7BD-BF52-6792-EBB8-BB8917AFF3D5}"/>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119638" y="2420888"/>
            <a:ext cx="3452362" cy="3618341"/>
          </a:xfrm>
          <a:prstGeom prst="rect">
            <a:avLst/>
          </a:prstGeom>
        </p:spPr>
      </p:pic>
      <p:sp>
        <p:nvSpPr>
          <p:cNvPr id="3" name="Footer Placeholder 2">
            <a:extLst>
              <a:ext uri="{FF2B5EF4-FFF2-40B4-BE49-F238E27FC236}">
                <a16:creationId xmlns:a16="http://schemas.microsoft.com/office/drawing/2014/main" id="{8768D7D9-5A58-FDB8-5B82-B24DCF0D6796}"/>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A103000360233</a:t>
            </a:r>
            <a:endParaRPr lang="ar" sz="1000" dirty="0"/>
          </a:p>
        </p:txBody>
      </p:sp>
    </p:spTree>
    <p:extLst>
      <p:ext uri="{BB962C8B-B14F-4D97-AF65-F5344CB8AC3E}">
        <p14:creationId xmlns:p14="http://schemas.microsoft.com/office/powerpoint/2010/main" val="3925770004"/>
      </p:ext>
    </p:extLst>
  </p:cSld>
  <p:clrMapOvr>
    <a:masterClrMapping/>
  </p:clrMapOvr>
  <p:transition>
    <p:sndAc>
      <p:stSnd>
        <p:snd r:embed="rId3" name="click.wav"/>
      </p:stSnd>
    </p:sndAc>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2">
            <a:extLst>
              <a:ext uri="{FF2B5EF4-FFF2-40B4-BE49-F238E27FC236}">
                <a16:creationId xmlns:a16="http://schemas.microsoft.com/office/drawing/2014/main" id="{AFF27A1B-CCBA-375B-8A71-3E2B4B342C9F}"/>
              </a:ext>
            </a:extLst>
          </p:cNvPr>
          <p:cNvSpPr>
            <a:spLocks noGrp="1" noChangeArrowheads="1"/>
          </p:cNvSpPr>
          <p:nvPr>
            <p:ph type="title"/>
          </p:nvPr>
        </p:nvSpPr>
        <p:spPr bwMode="auto">
          <a:xfrm>
            <a:off x="457200" y="1099303"/>
            <a:ext cx="8229600" cy="77235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000" b="0">
                <a:latin typeface="Sakkal Majalla" panose="02000000000000000000" pitchFamily="2" charset="-78"/>
                <a:cs typeface="Sakkal Majalla" panose="02000000000000000000" pitchFamily="2" charset="-78"/>
              </a:rPr>
              <a:t>تقنيات اكتشاف الأعطال (6)</a:t>
            </a:r>
          </a:p>
        </p:txBody>
      </p:sp>
      <p:sp>
        <p:nvSpPr>
          <p:cNvPr id="53251" name="Content Placeholder 3">
            <a:extLst>
              <a:ext uri="{FF2B5EF4-FFF2-40B4-BE49-F238E27FC236}">
                <a16:creationId xmlns:a16="http://schemas.microsoft.com/office/drawing/2014/main" id="{3851987A-2DDD-99C5-8149-4A695933F18F}"/>
              </a:ext>
            </a:extLst>
          </p:cNvPr>
          <p:cNvSpPr>
            <a:spLocks noGrp="1" noChangeArrowheads="1"/>
          </p:cNvSpPr>
          <p:nvPr>
            <p:ph sz="half" idx="2"/>
          </p:nvPr>
        </p:nvSpPr>
        <p:spPr bwMode="auto">
          <a:xfrm>
            <a:off x="457200" y="1871662"/>
            <a:ext cx="8496944" cy="54922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b="1">
                <a:latin typeface="Sakkal Majalla" panose="02000000000000000000" pitchFamily="2" charset="-78"/>
                <a:cs typeface="Sakkal Majalla" panose="02000000000000000000" pitchFamily="2" charset="-78"/>
              </a:rPr>
              <a:t>تتبع الإشارة</a:t>
            </a:r>
            <a:r>
              <a:rPr lang="ar">
                <a:latin typeface="Sakkal Majalla" panose="02000000000000000000" pitchFamily="2" charset="-78"/>
                <a:cs typeface="Sakkal Majalla" panose="02000000000000000000" pitchFamily="2" charset="-78"/>
              </a:rPr>
              <a:t>. </a:t>
            </a:r>
          </a:p>
        </p:txBody>
      </p:sp>
      <p:sp>
        <p:nvSpPr>
          <p:cNvPr id="2" name="TextBox 1">
            <a:extLst>
              <a:ext uri="{FF2B5EF4-FFF2-40B4-BE49-F238E27FC236}">
                <a16:creationId xmlns:a16="http://schemas.microsoft.com/office/drawing/2014/main" id="{5AB853CF-F104-1E63-E7AE-E3FA20345BF5}"/>
              </a:ext>
            </a:extLst>
          </p:cNvPr>
          <p:cNvSpPr txBox="1"/>
          <p:nvPr/>
        </p:nvSpPr>
        <p:spPr>
          <a:xfrm>
            <a:off x="6217840" y="2532454"/>
            <a:ext cx="2736304" cy="1754326"/>
          </a:xfrm>
          <a:prstGeom prst="rect">
            <a:avLst/>
          </a:prstGeom>
          <a:noFill/>
        </p:spPr>
        <p:txBody>
          <a:bodyPr wrap="square" rtlCol="1">
            <a:spAutoFit/>
          </a:bodyPr>
          <a:lstStyle/>
          <a:p>
            <a:pPr rtl="1"/>
            <a:r>
              <a:rPr lang="ar" b="1">
                <a:latin typeface="Sakkal Majalla" panose="02000000000000000000" pitchFamily="2" charset="-78"/>
                <a:cs typeface="Sakkal Majalla" panose="02000000000000000000" pitchFamily="2" charset="-78"/>
              </a:rPr>
              <a:t>الإدخال إلى الإخراج</a:t>
            </a:r>
          </a:p>
          <a:p>
            <a:pPr rtl="1"/>
            <a:r>
              <a:rPr lang="ar">
                <a:latin typeface="Sakkal Majalla" panose="02000000000000000000" pitchFamily="2" charset="-78"/>
                <a:cs typeface="Sakkal Majalla" panose="02000000000000000000" pitchFamily="2" charset="-78"/>
              </a:rPr>
              <a:t>قارن الإشارة بقيمتها المتوقعة بدءًا من الإدخال والاتجاه نحو الإخراج حتى تصبح الإشارة مفقودة أو لا تكون القيمة الصحيحة.</a:t>
            </a:r>
          </a:p>
          <a:p>
            <a:pPr rtl="1"/>
            <a:endParaRPr lang="en-AE" dirty="0">
              <a:latin typeface="Sakkal Majalla" panose="02000000000000000000" pitchFamily="2" charset="-78"/>
              <a:cs typeface="Sakkal Majalla" panose="02000000000000000000" pitchFamily="2" charset="-78"/>
            </a:endParaRPr>
          </a:p>
        </p:txBody>
      </p:sp>
      <p:sp>
        <p:nvSpPr>
          <p:cNvPr id="3" name="TextBox 2">
            <a:extLst>
              <a:ext uri="{FF2B5EF4-FFF2-40B4-BE49-F238E27FC236}">
                <a16:creationId xmlns:a16="http://schemas.microsoft.com/office/drawing/2014/main" id="{93C896B1-B5C0-E7AA-D855-97FE9E82541A}"/>
              </a:ext>
            </a:extLst>
          </p:cNvPr>
          <p:cNvSpPr txBox="1"/>
          <p:nvPr/>
        </p:nvSpPr>
        <p:spPr>
          <a:xfrm>
            <a:off x="3203848" y="2532454"/>
            <a:ext cx="2736304" cy="1200329"/>
          </a:xfrm>
          <a:prstGeom prst="rect">
            <a:avLst/>
          </a:prstGeom>
          <a:noFill/>
        </p:spPr>
        <p:txBody>
          <a:bodyPr wrap="square" rtlCol="1">
            <a:spAutoFit/>
          </a:bodyPr>
          <a:lstStyle/>
          <a:p>
            <a:pPr rtl="1"/>
            <a:r>
              <a:rPr lang="ar" b="1">
                <a:latin typeface="Sakkal Majalla" panose="02000000000000000000" pitchFamily="2" charset="-78"/>
                <a:cs typeface="Sakkal Majalla" panose="02000000000000000000" pitchFamily="2" charset="-78"/>
              </a:rPr>
              <a:t>الإخراج إلى الإدخال</a:t>
            </a:r>
          </a:p>
          <a:p>
            <a:pPr rtl="1"/>
            <a:r>
              <a:rPr lang="ar">
                <a:latin typeface="Sakkal Majalla" panose="02000000000000000000" pitchFamily="2" charset="-78"/>
                <a:cs typeface="Sakkal Majalla" panose="02000000000000000000" pitchFamily="2" charset="-78"/>
              </a:rPr>
              <a:t>اتبع نفس الإجراء مثل الإدخال إلى الإخراج ولكن ابدأ عند الإخراج واعمل مرة أخرى باتجاه الإدخال.</a:t>
            </a:r>
          </a:p>
        </p:txBody>
      </p:sp>
      <p:sp>
        <p:nvSpPr>
          <p:cNvPr id="4" name="TextBox 3">
            <a:extLst>
              <a:ext uri="{FF2B5EF4-FFF2-40B4-BE49-F238E27FC236}">
                <a16:creationId xmlns:a16="http://schemas.microsoft.com/office/drawing/2014/main" id="{F6D6CA00-7247-9B95-AB82-07E1C5AC2918}"/>
              </a:ext>
            </a:extLst>
          </p:cNvPr>
          <p:cNvSpPr txBox="1"/>
          <p:nvPr/>
        </p:nvSpPr>
        <p:spPr>
          <a:xfrm>
            <a:off x="111952" y="2428965"/>
            <a:ext cx="2736304" cy="2031325"/>
          </a:xfrm>
          <a:prstGeom prst="rect">
            <a:avLst/>
          </a:prstGeom>
          <a:noFill/>
        </p:spPr>
        <p:txBody>
          <a:bodyPr wrap="square" rtlCol="1">
            <a:spAutoFit/>
          </a:bodyPr>
          <a:lstStyle/>
          <a:p>
            <a:pPr rtl="1"/>
            <a:r>
              <a:rPr lang="ar" b="1">
                <a:latin typeface="Sakkal Majalla" panose="02000000000000000000" pitchFamily="2" charset="-78"/>
                <a:cs typeface="Sakkal Majalla" panose="02000000000000000000" pitchFamily="2" charset="-78"/>
              </a:rPr>
              <a:t>نصف منقسم</a:t>
            </a:r>
          </a:p>
          <a:p>
            <a:pPr rtl="1"/>
            <a:r>
              <a:rPr lang="ar">
                <a:latin typeface="Sakkal Majalla" panose="02000000000000000000" pitchFamily="2" charset="-78"/>
                <a:cs typeface="Sakkal Majalla" panose="02000000000000000000" pitchFamily="2" charset="-78"/>
              </a:rPr>
              <a:t>اتبع نفس الإجراء ولكن ابدأ من النقطة المتوسطة.</a:t>
            </a:r>
          </a:p>
          <a:p>
            <a:pPr rtl="1"/>
            <a:r>
              <a:rPr lang="ar">
                <a:latin typeface="Sakkal Majalla" panose="02000000000000000000" pitchFamily="2" charset="-78"/>
                <a:cs typeface="Sakkal Majalla" panose="02000000000000000000" pitchFamily="2" charset="-78"/>
              </a:rPr>
              <a:t>إذا كانت الإشارة هي القيمة الصحيحة، اعمل على الإخراج.</a:t>
            </a:r>
          </a:p>
          <a:p>
            <a:pPr rtl="1"/>
            <a:r>
              <a:rPr lang="ar">
                <a:latin typeface="Sakkal Majalla" panose="02000000000000000000" pitchFamily="2" charset="-78"/>
                <a:cs typeface="Sakkal Majalla" panose="02000000000000000000" pitchFamily="2" charset="-78"/>
              </a:rPr>
              <a:t>إذا كانت الإشارة مفقودة أو ليست القيمة الصحيحة، اعمل على الإدخال.</a:t>
            </a:r>
          </a:p>
        </p:txBody>
      </p:sp>
      <p:pic>
        <p:nvPicPr>
          <p:cNvPr id="7" name="Picture 6">
            <a:extLst>
              <a:ext uri="{FF2B5EF4-FFF2-40B4-BE49-F238E27FC236}">
                <a16:creationId xmlns:a16="http://schemas.microsoft.com/office/drawing/2014/main" id="{9A3A0C16-2EB1-0BB6-A8FE-43D850DDE12E}"/>
              </a:ext>
            </a:extLst>
          </p:cNvPr>
          <p:cNvPicPr>
            <a:picLocks noChangeAspect="1"/>
          </p:cNvPicPr>
          <p:nvPr/>
        </p:nvPicPr>
        <p:blipFill>
          <a:blip r:embed="rId4"/>
          <a:stretch>
            <a:fillRect/>
          </a:stretch>
        </p:blipFill>
        <p:spPr>
          <a:xfrm>
            <a:off x="6359471" y="5117777"/>
            <a:ext cx="2782967" cy="1488253"/>
          </a:xfrm>
          <a:prstGeom prst="rect">
            <a:avLst/>
          </a:prstGeom>
        </p:spPr>
      </p:pic>
      <p:pic>
        <p:nvPicPr>
          <p:cNvPr id="11" name="Picture 10">
            <a:extLst>
              <a:ext uri="{FF2B5EF4-FFF2-40B4-BE49-F238E27FC236}">
                <a16:creationId xmlns:a16="http://schemas.microsoft.com/office/drawing/2014/main" id="{79E955A2-DA6A-583D-C485-F0734FF494BF}"/>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06624" y="5299364"/>
            <a:ext cx="2838006" cy="1123619"/>
          </a:xfrm>
          <a:prstGeom prst="rect">
            <a:avLst/>
          </a:prstGeom>
        </p:spPr>
      </p:pic>
      <p:pic>
        <p:nvPicPr>
          <p:cNvPr id="13" name="Picture 12">
            <a:extLst>
              <a:ext uri="{FF2B5EF4-FFF2-40B4-BE49-F238E27FC236}">
                <a16:creationId xmlns:a16="http://schemas.microsoft.com/office/drawing/2014/main" id="{7D6F932B-E10E-015F-6975-1319B99A65A0}"/>
              </a:ext>
            </a:extLst>
          </p:cNvPr>
          <p:cNvPicPr>
            <a:picLocks noChangeAspect="1"/>
          </p:cNvPicPr>
          <p:nvPr/>
        </p:nvPicPr>
        <p:blipFill>
          <a:blip r:embed="rId6"/>
          <a:stretch>
            <a:fillRect/>
          </a:stretch>
        </p:blipFill>
        <p:spPr>
          <a:xfrm>
            <a:off x="3412052" y="5269648"/>
            <a:ext cx="2587240" cy="1273820"/>
          </a:xfrm>
          <a:prstGeom prst="rect">
            <a:avLst/>
          </a:prstGeom>
        </p:spPr>
      </p:pic>
      <p:pic>
        <p:nvPicPr>
          <p:cNvPr id="5" name="Picture 4">
            <a:extLst>
              <a:ext uri="{FF2B5EF4-FFF2-40B4-BE49-F238E27FC236}">
                <a16:creationId xmlns:a16="http://schemas.microsoft.com/office/drawing/2014/main" id="{067BD851-C4E4-D14A-6932-EF50633C172B}"/>
              </a:ext>
            </a:extLst>
          </p:cNvPr>
          <p:cNvPicPr>
            <a:picLocks noChangeAspect="1"/>
          </p:cNvPicPr>
          <p:nvPr/>
        </p:nvPicPr>
        <p:blipFill>
          <a:blip r:embed="rId4"/>
          <a:stretch>
            <a:fillRect/>
          </a:stretch>
        </p:blipFill>
        <p:spPr>
          <a:xfrm>
            <a:off x="158024" y="5085184"/>
            <a:ext cx="2782967" cy="1488253"/>
          </a:xfrm>
          <a:prstGeom prst="rect">
            <a:avLst/>
          </a:prstGeom>
        </p:spPr>
      </p:pic>
      <p:pic>
        <p:nvPicPr>
          <p:cNvPr id="6" name="Picture 5">
            <a:extLst>
              <a:ext uri="{FF2B5EF4-FFF2-40B4-BE49-F238E27FC236}">
                <a16:creationId xmlns:a16="http://schemas.microsoft.com/office/drawing/2014/main" id="{471BDCCB-FFBB-3500-DE2F-26C5B96421B2}"/>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6255832" y="5266771"/>
            <a:ext cx="2838006" cy="1123619"/>
          </a:xfrm>
          <a:prstGeom prst="rect">
            <a:avLst/>
          </a:prstGeom>
        </p:spPr>
      </p:pic>
      <p:pic>
        <p:nvPicPr>
          <p:cNvPr id="8" name="Picture 7">
            <a:extLst>
              <a:ext uri="{FF2B5EF4-FFF2-40B4-BE49-F238E27FC236}">
                <a16:creationId xmlns:a16="http://schemas.microsoft.com/office/drawing/2014/main" id="{E073F2E3-BB59-ACC7-0F7B-BD7BB1F0735C}"/>
              </a:ext>
            </a:extLst>
          </p:cNvPr>
          <p:cNvPicPr>
            <a:picLocks noChangeAspect="1"/>
          </p:cNvPicPr>
          <p:nvPr/>
        </p:nvPicPr>
        <p:blipFill>
          <a:blip r:embed="rId6"/>
          <a:stretch>
            <a:fillRect/>
          </a:stretch>
        </p:blipFill>
        <p:spPr>
          <a:xfrm>
            <a:off x="3301170" y="5237055"/>
            <a:ext cx="2587240" cy="1273820"/>
          </a:xfrm>
          <a:prstGeom prst="rect">
            <a:avLst/>
          </a:prstGeom>
        </p:spPr>
      </p:pic>
      <p:sp>
        <p:nvSpPr>
          <p:cNvPr id="9" name="Rectangle 8">
            <a:extLst>
              <a:ext uri="{FF2B5EF4-FFF2-40B4-BE49-F238E27FC236}">
                <a16:creationId xmlns:a16="http://schemas.microsoft.com/office/drawing/2014/main" id="{516677FC-F7D7-5C65-34E2-2DE2EC6F802C}"/>
              </a:ext>
            </a:extLst>
          </p:cNvPr>
          <p:cNvSpPr/>
          <p:nvPr/>
        </p:nvSpPr>
        <p:spPr>
          <a:xfrm>
            <a:off x="317600" y="6125314"/>
            <a:ext cx="475488" cy="212598"/>
          </a:xfrm>
          <a:prstGeom prst="rect">
            <a:avLst/>
          </a:prstGeom>
          <a:solidFill>
            <a:srgbClr val="FFFFFF"/>
          </a:solidFill>
        </p:spPr>
        <p:txBody>
          <a:bodyPr wrap="none" lIns="0" tIns="0" rIns="0" bIns="0" rtlCol="1">
            <a:noAutofit/>
          </a:bodyPr>
          <a:lstStyle/>
          <a:p>
            <a:pPr indent="0" algn="ctr" rtl="1"/>
            <a:r>
              <a:rPr lang="ar" sz="1300">
                <a:latin typeface="Sakkal Majalla" panose="02000000000000000000" pitchFamily="2" charset="-78"/>
                <a:cs typeface="Sakkal Majalla" panose="02000000000000000000" pitchFamily="2" charset="-78"/>
              </a:rPr>
              <a:t>إدخال</a:t>
            </a:r>
          </a:p>
        </p:txBody>
      </p:sp>
      <p:sp>
        <p:nvSpPr>
          <p:cNvPr id="10" name="Rectangle 9">
            <a:extLst>
              <a:ext uri="{FF2B5EF4-FFF2-40B4-BE49-F238E27FC236}">
                <a16:creationId xmlns:a16="http://schemas.microsoft.com/office/drawing/2014/main" id="{633BFD82-0B64-D038-C98D-31FB6F4B2AB2}"/>
              </a:ext>
            </a:extLst>
          </p:cNvPr>
          <p:cNvSpPr/>
          <p:nvPr/>
        </p:nvSpPr>
        <p:spPr>
          <a:xfrm>
            <a:off x="2000096" y="6152746"/>
            <a:ext cx="644652" cy="212598"/>
          </a:xfrm>
          <a:prstGeom prst="rect">
            <a:avLst/>
          </a:prstGeom>
          <a:solidFill>
            <a:srgbClr val="FFFFFF"/>
          </a:solidFill>
        </p:spPr>
        <p:txBody>
          <a:bodyPr wrap="none" lIns="0" tIns="0" rIns="0" bIns="0" rtlCol="1">
            <a:noAutofit/>
          </a:bodyPr>
          <a:lstStyle/>
          <a:p>
            <a:pPr indent="0" algn="ctr" rtl="1"/>
            <a:r>
              <a:rPr lang="ar" sz="1300">
                <a:latin typeface="Sakkal Majalla" panose="02000000000000000000" pitchFamily="2" charset="-78"/>
                <a:cs typeface="Sakkal Majalla" panose="02000000000000000000" pitchFamily="2" charset="-78"/>
              </a:rPr>
              <a:t>إخراج</a:t>
            </a:r>
          </a:p>
        </p:txBody>
      </p:sp>
      <p:sp>
        <p:nvSpPr>
          <p:cNvPr id="12" name="Rectangle 11">
            <a:extLst>
              <a:ext uri="{FF2B5EF4-FFF2-40B4-BE49-F238E27FC236}">
                <a16:creationId xmlns:a16="http://schemas.microsoft.com/office/drawing/2014/main" id="{3A746A7E-06F2-FF5A-9BC4-0E444DE790C8}"/>
              </a:ext>
            </a:extLst>
          </p:cNvPr>
          <p:cNvSpPr/>
          <p:nvPr/>
        </p:nvSpPr>
        <p:spPr>
          <a:xfrm>
            <a:off x="3403700" y="6075022"/>
            <a:ext cx="595566" cy="315368"/>
          </a:xfrm>
          <a:prstGeom prst="rect">
            <a:avLst/>
          </a:prstGeom>
          <a:solidFill>
            <a:srgbClr val="FFFFFF"/>
          </a:solidFill>
        </p:spPr>
        <p:txBody>
          <a:bodyPr wrap="none" lIns="0" tIns="0" rIns="0" bIns="0" rtlCol="1">
            <a:noAutofit/>
          </a:bodyPr>
          <a:lstStyle/>
          <a:p>
            <a:pPr indent="0" algn="ctr" rtl="1"/>
            <a:r>
              <a:rPr lang="ar" sz="1300">
                <a:latin typeface="Sakkal Majalla" panose="02000000000000000000" pitchFamily="2" charset="-78"/>
                <a:cs typeface="Sakkal Majalla" panose="02000000000000000000" pitchFamily="2" charset="-78"/>
              </a:rPr>
              <a:t>إدخال</a:t>
            </a:r>
          </a:p>
        </p:txBody>
      </p:sp>
      <p:sp>
        <p:nvSpPr>
          <p:cNvPr id="14" name="Rectangle 13">
            <a:extLst>
              <a:ext uri="{FF2B5EF4-FFF2-40B4-BE49-F238E27FC236}">
                <a16:creationId xmlns:a16="http://schemas.microsoft.com/office/drawing/2014/main" id="{AF0C97D6-F8B4-4D5A-D750-958F2D09ADC1}"/>
              </a:ext>
            </a:extLst>
          </p:cNvPr>
          <p:cNvSpPr/>
          <p:nvPr/>
        </p:nvSpPr>
        <p:spPr>
          <a:xfrm>
            <a:off x="6421220" y="6079594"/>
            <a:ext cx="416052" cy="189738"/>
          </a:xfrm>
          <a:prstGeom prst="rect">
            <a:avLst/>
          </a:prstGeom>
          <a:solidFill>
            <a:srgbClr val="FFFFFF"/>
          </a:solidFill>
        </p:spPr>
        <p:txBody>
          <a:bodyPr wrap="none" lIns="0" tIns="0" rIns="0" bIns="0" rtlCol="1">
            <a:noAutofit/>
          </a:bodyPr>
          <a:lstStyle/>
          <a:p>
            <a:pPr indent="0" algn="ctr" rtl="1"/>
            <a:r>
              <a:rPr lang="ar" sz="1200">
                <a:latin typeface="Sakkal Majalla" panose="02000000000000000000" pitchFamily="2" charset="-78"/>
                <a:cs typeface="Sakkal Majalla" panose="02000000000000000000" pitchFamily="2" charset="-78"/>
              </a:rPr>
              <a:t>إدخال</a:t>
            </a:r>
          </a:p>
        </p:txBody>
      </p:sp>
      <p:sp>
        <p:nvSpPr>
          <p:cNvPr id="15" name="Rectangle 14">
            <a:extLst>
              <a:ext uri="{FF2B5EF4-FFF2-40B4-BE49-F238E27FC236}">
                <a16:creationId xmlns:a16="http://schemas.microsoft.com/office/drawing/2014/main" id="{00089F6B-1BEB-3D9A-5077-2EE6FD161404}"/>
              </a:ext>
            </a:extLst>
          </p:cNvPr>
          <p:cNvSpPr/>
          <p:nvPr/>
        </p:nvSpPr>
        <p:spPr>
          <a:xfrm>
            <a:off x="7468208" y="6070450"/>
            <a:ext cx="301752" cy="162306"/>
          </a:xfrm>
          <a:prstGeom prst="rect">
            <a:avLst/>
          </a:prstGeom>
          <a:solidFill>
            <a:srgbClr val="FFFFFF"/>
          </a:solidFill>
        </p:spPr>
        <p:txBody>
          <a:bodyPr wrap="none" lIns="0" tIns="0" rIns="0" bIns="0" rtlCol="1">
            <a:noAutofit/>
          </a:bodyPr>
          <a:lstStyle/>
          <a:p>
            <a:pPr indent="0" algn="ctr" rtl="1"/>
            <a:r>
              <a:rPr lang="ar" sz="1200">
                <a:latin typeface="Sakkal Majalla" panose="02000000000000000000" pitchFamily="2" charset="-78"/>
                <a:cs typeface="Sakkal Majalla" panose="02000000000000000000" pitchFamily="2" charset="-78"/>
              </a:rPr>
              <a:t>متوسط</a:t>
            </a:r>
          </a:p>
        </p:txBody>
      </p:sp>
      <p:sp>
        <p:nvSpPr>
          <p:cNvPr id="16" name="Rectangle 15">
            <a:extLst>
              <a:ext uri="{FF2B5EF4-FFF2-40B4-BE49-F238E27FC236}">
                <a16:creationId xmlns:a16="http://schemas.microsoft.com/office/drawing/2014/main" id="{3C757931-A72E-80B9-78D6-AFD568CD6956}"/>
              </a:ext>
            </a:extLst>
          </p:cNvPr>
          <p:cNvSpPr/>
          <p:nvPr/>
        </p:nvSpPr>
        <p:spPr>
          <a:xfrm>
            <a:off x="8327744" y="6075022"/>
            <a:ext cx="562356" cy="189738"/>
          </a:xfrm>
          <a:prstGeom prst="rect">
            <a:avLst/>
          </a:prstGeom>
          <a:solidFill>
            <a:srgbClr val="FFFFFF"/>
          </a:solidFill>
        </p:spPr>
        <p:txBody>
          <a:bodyPr wrap="none" lIns="0" tIns="0" rIns="0" bIns="0" rtlCol="1">
            <a:noAutofit/>
          </a:bodyPr>
          <a:lstStyle/>
          <a:p>
            <a:pPr indent="0" algn="ctr" rtl="1"/>
            <a:r>
              <a:rPr lang="ar" sz="1200">
                <a:latin typeface="Sakkal Majalla" panose="02000000000000000000" pitchFamily="2" charset="-78"/>
                <a:cs typeface="Sakkal Majalla" panose="02000000000000000000" pitchFamily="2" charset="-78"/>
              </a:rPr>
              <a:t>إخراج</a:t>
            </a:r>
          </a:p>
        </p:txBody>
      </p:sp>
      <p:sp>
        <p:nvSpPr>
          <p:cNvPr id="17" name="Rectangle 16">
            <a:extLst>
              <a:ext uri="{FF2B5EF4-FFF2-40B4-BE49-F238E27FC236}">
                <a16:creationId xmlns:a16="http://schemas.microsoft.com/office/drawing/2014/main" id="{E03A7504-968C-20A5-F817-C46D3334F371}"/>
              </a:ext>
            </a:extLst>
          </p:cNvPr>
          <p:cNvSpPr/>
          <p:nvPr/>
        </p:nvSpPr>
        <p:spPr>
          <a:xfrm>
            <a:off x="4930748" y="6125315"/>
            <a:ext cx="792800" cy="265076"/>
          </a:xfrm>
          <a:prstGeom prst="rect">
            <a:avLst/>
          </a:prstGeom>
          <a:solidFill>
            <a:srgbClr val="FFFFFF"/>
          </a:solidFill>
        </p:spPr>
        <p:txBody>
          <a:bodyPr wrap="none" lIns="0" tIns="0" rIns="0" bIns="0" rtlCol="1">
            <a:noAutofit/>
          </a:bodyPr>
          <a:lstStyle/>
          <a:p>
            <a:pPr indent="0" algn="ctr" rtl="1"/>
            <a:r>
              <a:rPr lang="ar" sz="1300">
                <a:latin typeface="Sakkal Majalla" panose="02000000000000000000" pitchFamily="2" charset="-78"/>
                <a:cs typeface="Sakkal Majalla" panose="02000000000000000000" pitchFamily="2" charset="-78"/>
              </a:rPr>
              <a:t>إخراج</a:t>
            </a:r>
          </a:p>
        </p:txBody>
      </p:sp>
      <p:sp>
        <p:nvSpPr>
          <p:cNvPr id="18" name="Footer Placeholder 2">
            <a:extLst>
              <a:ext uri="{FF2B5EF4-FFF2-40B4-BE49-F238E27FC236}">
                <a16:creationId xmlns:a16="http://schemas.microsoft.com/office/drawing/2014/main" id="{A6EA3F49-D581-8761-212A-855A34F2F04F}"/>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A103000360233</a:t>
            </a:r>
            <a:endParaRPr lang="ar" sz="1000" dirty="0"/>
          </a:p>
        </p:txBody>
      </p:sp>
    </p:spTree>
    <p:extLst>
      <p:ext uri="{BB962C8B-B14F-4D97-AF65-F5344CB8AC3E}">
        <p14:creationId xmlns:p14="http://schemas.microsoft.com/office/powerpoint/2010/main" val="1364854331"/>
      </p:ext>
    </p:extLst>
  </p:cSld>
  <p:clrMapOvr>
    <a:masterClrMapping/>
  </p:clrMapOvr>
  <p:transition>
    <p:sndAc>
      <p:stSnd>
        <p:snd r:embed="rId3" name="click.wav"/>
      </p:stSnd>
    </p:sndAc>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2">
            <a:extLst>
              <a:ext uri="{FF2B5EF4-FFF2-40B4-BE49-F238E27FC236}">
                <a16:creationId xmlns:a16="http://schemas.microsoft.com/office/drawing/2014/main" id="{AFF27A1B-CCBA-375B-8A71-3E2B4B342C9F}"/>
              </a:ext>
            </a:extLst>
          </p:cNvPr>
          <p:cNvSpPr>
            <a:spLocks noGrp="1" noChangeArrowheads="1"/>
          </p:cNvSpPr>
          <p:nvPr>
            <p:ph type="title"/>
          </p:nvPr>
        </p:nvSpPr>
        <p:spPr bwMode="auto">
          <a:xfrm>
            <a:off x="457200" y="1099303"/>
            <a:ext cx="8229600" cy="77235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000" b="0">
                <a:latin typeface="Sakkal Majalla" panose="02000000000000000000" pitchFamily="2" charset="-78"/>
                <a:cs typeface="Sakkal Majalla" panose="02000000000000000000" pitchFamily="2" charset="-78"/>
              </a:rPr>
              <a:t>تقنيات اكتشاف الأعطال (7)</a:t>
            </a:r>
          </a:p>
        </p:txBody>
      </p:sp>
      <p:sp>
        <p:nvSpPr>
          <p:cNvPr id="53251" name="Content Placeholder 3">
            <a:extLst>
              <a:ext uri="{FF2B5EF4-FFF2-40B4-BE49-F238E27FC236}">
                <a16:creationId xmlns:a16="http://schemas.microsoft.com/office/drawing/2014/main" id="{3851987A-2DDD-99C5-8149-4A695933F18F}"/>
              </a:ext>
            </a:extLst>
          </p:cNvPr>
          <p:cNvSpPr>
            <a:spLocks noGrp="1" noChangeArrowheads="1"/>
          </p:cNvSpPr>
          <p:nvPr>
            <p:ph sz="half" idx="2"/>
          </p:nvPr>
        </p:nvSpPr>
        <p:spPr bwMode="auto">
          <a:xfrm>
            <a:off x="457200" y="1871662"/>
            <a:ext cx="8496944" cy="54922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a:latin typeface="Sakkal Majalla" panose="02000000000000000000" pitchFamily="2" charset="-78"/>
                <a:cs typeface="Sakkal Majalla" panose="02000000000000000000" pitchFamily="2" charset="-78"/>
              </a:rPr>
              <a:t>يجب أن يتمكن المتعلمون من الوصول إلى </a:t>
            </a:r>
            <a:r>
              <a:rPr lang="ar" b="1">
                <a:latin typeface="Sakkal Majalla" panose="02000000000000000000" pitchFamily="2" charset="-78"/>
                <a:cs typeface="Sakkal Majalla" panose="02000000000000000000" pitchFamily="2" charset="-78"/>
              </a:rPr>
              <a:t>أدوات اكتشاف الأعطال</a:t>
            </a:r>
            <a:r>
              <a:rPr lang="ar">
                <a:latin typeface="Sakkal Majalla" panose="02000000000000000000" pitchFamily="2" charset="-78"/>
                <a:cs typeface="Sakkal Majalla" panose="02000000000000000000" pitchFamily="2" charset="-78"/>
              </a:rPr>
              <a:t>.</a:t>
            </a:r>
          </a:p>
          <a:p>
            <a:pPr marL="0" indent="0" rtl="1">
              <a:buNone/>
            </a:pPr>
            <a:r>
              <a:rPr lang="ar">
                <a:latin typeface="Sakkal Majalla" panose="02000000000000000000" pitchFamily="2" charset="-78"/>
                <a:cs typeface="Sakkal Majalla" panose="02000000000000000000" pitchFamily="2" charset="-78"/>
              </a:rPr>
              <a:t> </a:t>
            </a:r>
          </a:p>
        </p:txBody>
      </p:sp>
      <p:sp>
        <p:nvSpPr>
          <p:cNvPr id="4" name="TextBox 3">
            <a:extLst>
              <a:ext uri="{FF2B5EF4-FFF2-40B4-BE49-F238E27FC236}">
                <a16:creationId xmlns:a16="http://schemas.microsoft.com/office/drawing/2014/main" id="{F6D6CA00-7247-9B95-AB82-07E1C5AC2918}"/>
              </a:ext>
            </a:extLst>
          </p:cNvPr>
          <p:cNvSpPr txBox="1"/>
          <p:nvPr/>
        </p:nvSpPr>
        <p:spPr>
          <a:xfrm>
            <a:off x="6217840" y="2571291"/>
            <a:ext cx="2736304" cy="646331"/>
          </a:xfrm>
          <a:prstGeom prst="rect">
            <a:avLst/>
          </a:prstGeom>
          <a:noFill/>
        </p:spPr>
        <p:txBody>
          <a:bodyPr wrap="square" rtlCol="1">
            <a:spAutoFit/>
          </a:bodyPr>
          <a:lstStyle/>
          <a:p>
            <a:pPr marL="285750" indent="-285750" rtl="1">
              <a:buFont typeface="Arial" panose="020B0604020202020204" pitchFamily="34" charset="0"/>
              <a:buChar char="•"/>
            </a:pPr>
            <a:r>
              <a:rPr lang="ar">
                <a:latin typeface="Sakkal Majalla" panose="02000000000000000000" pitchFamily="2" charset="-78"/>
                <a:cs typeface="Sakkal Majalla" panose="02000000000000000000" pitchFamily="2" charset="-78"/>
              </a:rPr>
              <a:t>المخططات الوظيفية مثل مخطط تدفق اكتشاف الأعطال.</a:t>
            </a:r>
          </a:p>
        </p:txBody>
      </p:sp>
      <p:sp>
        <p:nvSpPr>
          <p:cNvPr id="8" name="TextBox 7">
            <a:extLst>
              <a:ext uri="{FF2B5EF4-FFF2-40B4-BE49-F238E27FC236}">
                <a16:creationId xmlns:a16="http://schemas.microsoft.com/office/drawing/2014/main" id="{C46249C9-796B-6348-E709-2DA646806037}"/>
              </a:ext>
            </a:extLst>
          </p:cNvPr>
          <p:cNvSpPr txBox="1"/>
          <p:nvPr/>
        </p:nvSpPr>
        <p:spPr>
          <a:xfrm>
            <a:off x="346141" y="2571291"/>
            <a:ext cx="2736304" cy="646331"/>
          </a:xfrm>
          <a:prstGeom prst="rect">
            <a:avLst/>
          </a:prstGeom>
          <a:noFill/>
        </p:spPr>
        <p:txBody>
          <a:bodyPr wrap="square" rtlCol="1">
            <a:spAutoFit/>
          </a:bodyPr>
          <a:lstStyle/>
          <a:p>
            <a:pPr marL="285750" indent="-285750" rtl="1">
              <a:buFont typeface="Arial" panose="020B0604020202020204" pitchFamily="34" charset="0"/>
              <a:buChar char="•"/>
            </a:pPr>
            <a:r>
              <a:rPr lang="ar">
                <a:latin typeface="Sakkal Majalla" panose="02000000000000000000" pitchFamily="2" charset="-78"/>
                <a:cs typeface="Sakkal Majalla" panose="02000000000000000000" pitchFamily="2" charset="-78"/>
              </a:rPr>
              <a:t>مخططات الدوائر مع قيم الإشارة النموذجية عند نقاط الاختبار</a:t>
            </a:r>
          </a:p>
        </p:txBody>
      </p:sp>
      <p:sp>
        <p:nvSpPr>
          <p:cNvPr id="9" name="TextBox 8">
            <a:extLst>
              <a:ext uri="{FF2B5EF4-FFF2-40B4-BE49-F238E27FC236}">
                <a16:creationId xmlns:a16="http://schemas.microsoft.com/office/drawing/2014/main" id="{3EFB57CD-FBDD-D3D9-200E-30FE6EB76E9B}"/>
              </a:ext>
            </a:extLst>
          </p:cNvPr>
          <p:cNvSpPr txBox="1"/>
          <p:nvPr/>
        </p:nvSpPr>
        <p:spPr>
          <a:xfrm>
            <a:off x="2926158" y="3494621"/>
            <a:ext cx="2736304" cy="1477328"/>
          </a:xfrm>
          <a:prstGeom prst="rect">
            <a:avLst/>
          </a:prstGeom>
          <a:noFill/>
        </p:spPr>
        <p:txBody>
          <a:bodyPr wrap="square" rtlCol="1">
            <a:spAutoFit/>
          </a:bodyPr>
          <a:lstStyle/>
          <a:p>
            <a:pPr marL="285750" indent="-285750" rtl="1">
              <a:buFont typeface="Arial" panose="020B0604020202020204" pitchFamily="34" charset="0"/>
              <a:buChar char="•"/>
            </a:pPr>
            <a:r>
              <a:rPr lang="ar">
                <a:latin typeface="Sakkal Majalla" panose="02000000000000000000" pitchFamily="2" charset="-78"/>
                <a:cs typeface="Sakkal Majalla" panose="02000000000000000000" pitchFamily="2" charset="-78"/>
              </a:rPr>
              <a:t>مخططات/جداول استكشاف الأخطاء وإصلاحها</a:t>
            </a:r>
          </a:p>
          <a:p>
            <a:pPr rtl="1"/>
            <a:endParaRPr lang="en-AE" dirty="0">
              <a:latin typeface="Sakkal Majalla" panose="02000000000000000000" pitchFamily="2" charset="-78"/>
              <a:cs typeface="Sakkal Majalla" panose="02000000000000000000" pitchFamily="2" charset="-78"/>
            </a:endParaRPr>
          </a:p>
          <a:p>
            <a:pPr marL="285750" indent="-285750" rtl="1">
              <a:buFont typeface="Arial" panose="020B0604020202020204" pitchFamily="34" charset="0"/>
              <a:buChar char="•"/>
            </a:pPr>
            <a:r>
              <a:rPr lang="ar">
                <a:latin typeface="Sakkal Majalla" panose="02000000000000000000" pitchFamily="2" charset="-78"/>
                <a:cs typeface="Sakkal Majalla" panose="02000000000000000000" pitchFamily="2" charset="-78"/>
              </a:rPr>
              <a:t>أوراق بيانات مكونات الشركة المصنعة.</a:t>
            </a:r>
          </a:p>
        </p:txBody>
      </p:sp>
      <p:pic>
        <p:nvPicPr>
          <p:cNvPr id="12" name="Picture 11">
            <a:extLst>
              <a:ext uri="{FF2B5EF4-FFF2-40B4-BE49-F238E27FC236}">
                <a16:creationId xmlns:a16="http://schemas.microsoft.com/office/drawing/2014/main" id="{C8DAE775-72DA-2896-16DA-B5F8AD2A50FF}"/>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89465" y="3645024"/>
            <a:ext cx="2636693" cy="2808312"/>
          </a:xfrm>
          <a:prstGeom prst="rect">
            <a:avLst/>
          </a:prstGeom>
        </p:spPr>
      </p:pic>
      <p:pic>
        <p:nvPicPr>
          <p:cNvPr id="15" name="Picture 14" descr="A diagram of a button&#10;&#10;Description automatically generated">
            <a:extLst>
              <a:ext uri="{FF2B5EF4-FFF2-40B4-BE49-F238E27FC236}">
                <a16:creationId xmlns:a16="http://schemas.microsoft.com/office/drawing/2014/main" id="{0388DD1F-A2F3-2B79-90F0-B357CA5B4EAB}"/>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5977513" y="3689948"/>
            <a:ext cx="3000109" cy="2428323"/>
          </a:xfrm>
          <a:prstGeom prst="rect">
            <a:avLst/>
          </a:prstGeom>
        </p:spPr>
      </p:pic>
      <p:pic>
        <p:nvPicPr>
          <p:cNvPr id="2" name="Picture 1" descr="A diagram of a button&#10;&#10;Description automatically generated">
            <a:extLst>
              <a:ext uri="{FF2B5EF4-FFF2-40B4-BE49-F238E27FC236}">
                <a16:creationId xmlns:a16="http://schemas.microsoft.com/office/drawing/2014/main" id="{243EB3DA-02FE-9B50-114E-704BD043BF93}"/>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5977513" y="3757787"/>
            <a:ext cx="3000109" cy="2428323"/>
          </a:xfrm>
          <a:prstGeom prst="rect">
            <a:avLst/>
          </a:prstGeom>
        </p:spPr>
      </p:pic>
      <p:sp>
        <p:nvSpPr>
          <p:cNvPr id="3" name="Rectangle 2">
            <a:extLst>
              <a:ext uri="{FF2B5EF4-FFF2-40B4-BE49-F238E27FC236}">
                <a16:creationId xmlns:a16="http://schemas.microsoft.com/office/drawing/2014/main" id="{309AD58A-D98B-5ADC-2DE1-1A778DF3E887}"/>
              </a:ext>
            </a:extLst>
          </p:cNvPr>
          <p:cNvSpPr/>
          <p:nvPr/>
        </p:nvSpPr>
        <p:spPr>
          <a:xfrm>
            <a:off x="6149386" y="4113474"/>
            <a:ext cx="861443" cy="169464"/>
          </a:xfrm>
          <a:prstGeom prst="rect">
            <a:avLst/>
          </a:prstGeom>
          <a:solidFill>
            <a:srgbClr val="FFFFFF"/>
          </a:solidFill>
        </p:spPr>
        <p:txBody>
          <a:bodyPr wrap="none" lIns="0" tIns="0" rIns="0" bIns="0" rtlCol="1">
            <a:noAutofit/>
          </a:bodyPr>
          <a:lstStyle/>
          <a:p>
            <a:pPr indent="0" algn="ctr" rtl="1"/>
            <a:r>
              <a:rPr lang="ar" sz="850">
                <a:latin typeface="Sakkal Majalla" panose="02000000000000000000" pitchFamily="2" charset="-78"/>
                <a:cs typeface="Sakkal Majalla" panose="02000000000000000000" pitchFamily="2" charset="-78"/>
              </a:rPr>
              <a:t>اضغط على زر الاختبار</a:t>
            </a:r>
          </a:p>
        </p:txBody>
      </p:sp>
      <p:sp>
        <p:nvSpPr>
          <p:cNvPr id="5" name="Rectangle 4">
            <a:extLst>
              <a:ext uri="{FF2B5EF4-FFF2-40B4-BE49-F238E27FC236}">
                <a16:creationId xmlns:a16="http://schemas.microsoft.com/office/drawing/2014/main" id="{01E0CD10-1C29-458C-7294-73EA0EF66A73}"/>
              </a:ext>
            </a:extLst>
          </p:cNvPr>
          <p:cNvSpPr/>
          <p:nvPr/>
        </p:nvSpPr>
        <p:spPr>
          <a:xfrm>
            <a:off x="7190884" y="4890185"/>
            <a:ext cx="201239" cy="151811"/>
          </a:xfrm>
          <a:prstGeom prst="rect">
            <a:avLst/>
          </a:prstGeom>
          <a:solidFill>
            <a:srgbClr val="FFFFFF"/>
          </a:solidFill>
        </p:spPr>
        <p:txBody>
          <a:bodyPr wrap="none" lIns="0" tIns="0" rIns="0" bIns="0" rtlCol="1">
            <a:noAutofit/>
          </a:bodyPr>
          <a:lstStyle/>
          <a:p>
            <a:pPr indent="0" algn="ctr" rtl="1"/>
            <a:r>
              <a:rPr lang="ar" sz="850">
                <a:latin typeface="Sakkal Majalla" panose="02000000000000000000" pitchFamily="2" charset="-78"/>
                <a:cs typeface="Sakkal Majalla" panose="02000000000000000000" pitchFamily="2" charset="-78"/>
              </a:rPr>
              <a:t>لا</a:t>
            </a:r>
          </a:p>
        </p:txBody>
      </p:sp>
      <p:sp>
        <p:nvSpPr>
          <p:cNvPr id="6" name="Rectangle 5">
            <a:extLst>
              <a:ext uri="{FF2B5EF4-FFF2-40B4-BE49-F238E27FC236}">
                <a16:creationId xmlns:a16="http://schemas.microsoft.com/office/drawing/2014/main" id="{11DE7125-942B-198A-D439-236DE799CBFF}"/>
              </a:ext>
            </a:extLst>
          </p:cNvPr>
          <p:cNvSpPr/>
          <p:nvPr/>
        </p:nvSpPr>
        <p:spPr>
          <a:xfrm>
            <a:off x="7784009" y="4939612"/>
            <a:ext cx="804954" cy="190647"/>
          </a:xfrm>
          <a:prstGeom prst="rect">
            <a:avLst/>
          </a:prstGeom>
          <a:solidFill>
            <a:srgbClr val="FFFFFF"/>
          </a:solidFill>
        </p:spPr>
        <p:txBody>
          <a:bodyPr wrap="none" lIns="0" tIns="0" rIns="0" bIns="0" rtlCol="1">
            <a:noAutofit/>
          </a:bodyPr>
          <a:lstStyle/>
          <a:p>
            <a:pPr indent="0" algn="ctr" rtl="1"/>
            <a:r>
              <a:rPr lang="ar" sz="850">
                <a:latin typeface="Sakkal Majalla" panose="02000000000000000000" pitchFamily="2" charset="-78"/>
                <a:cs typeface="Sakkal Majalla" panose="02000000000000000000" pitchFamily="2" charset="-78"/>
              </a:rPr>
              <a:t>قم بتغيير البطارية.</a:t>
            </a:r>
          </a:p>
        </p:txBody>
      </p:sp>
      <p:sp>
        <p:nvSpPr>
          <p:cNvPr id="7" name="Rectangle 6">
            <a:extLst>
              <a:ext uri="{FF2B5EF4-FFF2-40B4-BE49-F238E27FC236}">
                <a16:creationId xmlns:a16="http://schemas.microsoft.com/office/drawing/2014/main" id="{B5B092B7-9470-8462-2B10-D628E2B7ABA5}"/>
              </a:ext>
            </a:extLst>
          </p:cNvPr>
          <p:cNvSpPr/>
          <p:nvPr/>
        </p:nvSpPr>
        <p:spPr>
          <a:xfrm>
            <a:off x="6198813" y="4964325"/>
            <a:ext cx="780241" cy="151812"/>
          </a:xfrm>
          <a:prstGeom prst="rect">
            <a:avLst/>
          </a:prstGeom>
          <a:solidFill>
            <a:srgbClr val="FFFFFF"/>
          </a:solidFill>
        </p:spPr>
        <p:txBody>
          <a:bodyPr wrap="none" lIns="0" tIns="0" rIns="0" bIns="0" rtlCol="1">
            <a:noAutofit/>
          </a:bodyPr>
          <a:lstStyle/>
          <a:p>
            <a:pPr indent="0" algn="ctr" rtl="1"/>
            <a:r>
              <a:rPr lang="ar" sz="850">
                <a:latin typeface="Sakkal Majalla" panose="02000000000000000000" pitchFamily="2" charset="-78"/>
                <a:cs typeface="Sakkal Majalla" panose="02000000000000000000" pitchFamily="2" charset="-78"/>
              </a:rPr>
              <a:t>أصوات الجرس؟</a:t>
            </a:r>
          </a:p>
        </p:txBody>
      </p:sp>
      <p:sp>
        <p:nvSpPr>
          <p:cNvPr id="10" name="Rectangle 9">
            <a:extLst>
              <a:ext uri="{FF2B5EF4-FFF2-40B4-BE49-F238E27FC236}">
                <a16:creationId xmlns:a16="http://schemas.microsoft.com/office/drawing/2014/main" id="{CD9E4037-1545-A850-B168-35E76D4EC3F6}"/>
              </a:ext>
            </a:extLst>
          </p:cNvPr>
          <p:cNvSpPr/>
          <p:nvPr/>
        </p:nvSpPr>
        <p:spPr>
          <a:xfrm>
            <a:off x="6311789" y="5529206"/>
            <a:ext cx="222422" cy="158872"/>
          </a:xfrm>
          <a:prstGeom prst="rect">
            <a:avLst/>
          </a:prstGeom>
          <a:solidFill>
            <a:srgbClr val="FFFFFF"/>
          </a:solidFill>
        </p:spPr>
        <p:txBody>
          <a:bodyPr wrap="none" lIns="0" tIns="0" rIns="0" bIns="0" rtlCol="1">
            <a:noAutofit/>
          </a:bodyPr>
          <a:lstStyle/>
          <a:p>
            <a:pPr indent="0" algn="ctr" rtl="1"/>
            <a:r>
              <a:rPr lang="ar" sz="850">
                <a:latin typeface="Sakkal Majalla" panose="02000000000000000000" pitchFamily="2" charset="-78"/>
                <a:cs typeface="Sakkal Majalla" panose="02000000000000000000" pitchFamily="2" charset="-78"/>
              </a:rPr>
              <a:t>نعم</a:t>
            </a:r>
          </a:p>
        </p:txBody>
      </p:sp>
      <p:sp>
        <p:nvSpPr>
          <p:cNvPr id="11" name="Rectangle 10">
            <a:extLst>
              <a:ext uri="{FF2B5EF4-FFF2-40B4-BE49-F238E27FC236}">
                <a16:creationId xmlns:a16="http://schemas.microsoft.com/office/drawing/2014/main" id="{FF37EEEF-86A8-AC59-85F4-A6CDCAB0F859}"/>
              </a:ext>
            </a:extLst>
          </p:cNvPr>
          <p:cNvSpPr/>
          <p:nvPr/>
        </p:nvSpPr>
        <p:spPr>
          <a:xfrm>
            <a:off x="6287076" y="5797524"/>
            <a:ext cx="483679" cy="180055"/>
          </a:xfrm>
          <a:prstGeom prst="rect">
            <a:avLst/>
          </a:prstGeom>
          <a:solidFill>
            <a:srgbClr val="FFFFFF"/>
          </a:solidFill>
        </p:spPr>
        <p:txBody>
          <a:bodyPr wrap="none" lIns="0" tIns="0" rIns="0" bIns="0" rtlCol="1">
            <a:noAutofit/>
          </a:bodyPr>
          <a:lstStyle/>
          <a:p>
            <a:pPr indent="0" algn="ctr" rtl="1"/>
            <a:r>
              <a:rPr lang="ar" sz="850">
                <a:latin typeface="Sakkal Majalla" panose="02000000000000000000" pitchFamily="2" charset="-78"/>
                <a:cs typeface="Sakkal Majalla" panose="02000000000000000000" pitchFamily="2" charset="-78"/>
              </a:rPr>
              <a:t>إنذار مقبول</a:t>
            </a:r>
          </a:p>
        </p:txBody>
      </p:sp>
      <p:sp>
        <p:nvSpPr>
          <p:cNvPr id="13" name="Footer Placeholder 2">
            <a:extLst>
              <a:ext uri="{FF2B5EF4-FFF2-40B4-BE49-F238E27FC236}">
                <a16:creationId xmlns:a16="http://schemas.microsoft.com/office/drawing/2014/main" id="{B028E5EF-905B-5E68-86EA-75E2730877F3}"/>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A103000360233</a:t>
            </a:r>
            <a:endParaRPr lang="ar" sz="1000" dirty="0"/>
          </a:p>
        </p:txBody>
      </p:sp>
    </p:spTree>
    <p:extLst>
      <p:ext uri="{BB962C8B-B14F-4D97-AF65-F5344CB8AC3E}">
        <p14:creationId xmlns:p14="http://schemas.microsoft.com/office/powerpoint/2010/main" val="363698039"/>
      </p:ext>
    </p:extLst>
  </p:cSld>
  <p:clrMapOvr>
    <a:masterClrMapping/>
  </p:clrMapOvr>
  <p:transition>
    <p:sndAc>
      <p:stSnd>
        <p:snd r:embed="rId3" name="click.wav"/>
      </p:stSnd>
    </p:sndAc>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2">
            <a:extLst>
              <a:ext uri="{FF2B5EF4-FFF2-40B4-BE49-F238E27FC236}">
                <a16:creationId xmlns:a16="http://schemas.microsoft.com/office/drawing/2014/main" id="{AFF27A1B-CCBA-375B-8A71-3E2B4B342C9F}"/>
              </a:ext>
            </a:extLst>
          </p:cNvPr>
          <p:cNvSpPr>
            <a:spLocks noGrp="1" noChangeArrowheads="1"/>
          </p:cNvSpPr>
          <p:nvPr>
            <p:ph type="title"/>
          </p:nvPr>
        </p:nvSpPr>
        <p:spPr bwMode="auto">
          <a:xfrm>
            <a:off x="457200" y="1099303"/>
            <a:ext cx="8229600" cy="77235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000" b="0">
                <a:latin typeface="Sakkal Majalla" panose="02000000000000000000" pitchFamily="2" charset="-78"/>
                <a:cs typeface="Sakkal Majalla" panose="02000000000000000000" pitchFamily="2" charset="-78"/>
              </a:rPr>
              <a:t>تقنيات اكتشاف الأعطال (8)</a:t>
            </a:r>
          </a:p>
        </p:txBody>
      </p:sp>
      <p:sp>
        <p:nvSpPr>
          <p:cNvPr id="53251" name="Content Placeholder 3">
            <a:extLst>
              <a:ext uri="{FF2B5EF4-FFF2-40B4-BE49-F238E27FC236}">
                <a16:creationId xmlns:a16="http://schemas.microsoft.com/office/drawing/2014/main" id="{3851987A-2DDD-99C5-8149-4A695933F18F}"/>
              </a:ext>
            </a:extLst>
          </p:cNvPr>
          <p:cNvSpPr>
            <a:spLocks noGrp="1" noChangeArrowheads="1"/>
          </p:cNvSpPr>
          <p:nvPr>
            <p:ph sz="half" idx="2"/>
          </p:nvPr>
        </p:nvSpPr>
        <p:spPr bwMode="auto">
          <a:xfrm>
            <a:off x="457200" y="1871662"/>
            <a:ext cx="8496944" cy="54922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a:latin typeface="Sakkal Majalla" panose="02000000000000000000" pitchFamily="2" charset="-78"/>
                <a:cs typeface="Sakkal Majalla" panose="02000000000000000000" pitchFamily="2" charset="-78"/>
              </a:rPr>
              <a:t>حفظ السجلات</a:t>
            </a:r>
          </a:p>
        </p:txBody>
      </p:sp>
      <p:sp>
        <p:nvSpPr>
          <p:cNvPr id="4" name="TextBox 3">
            <a:extLst>
              <a:ext uri="{FF2B5EF4-FFF2-40B4-BE49-F238E27FC236}">
                <a16:creationId xmlns:a16="http://schemas.microsoft.com/office/drawing/2014/main" id="{F6D6CA00-7247-9B95-AB82-07E1C5AC2918}"/>
              </a:ext>
            </a:extLst>
          </p:cNvPr>
          <p:cNvSpPr txBox="1"/>
          <p:nvPr/>
        </p:nvSpPr>
        <p:spPr>
          <a:xfrm>
            <a:off x="4940571" y="2406558"/>
            <a:ext cx="3734072" cy="2862322"/>
          </a:xfrm>
          <a:prstGeom prst="rect">
            <a:avLst/>
          </a:prstGeom>
          <a:noFill/>
        </p:spPr>
        <p:txBody>
          <a:bodyPr wrap="square" rtlCol="1">
            <a:spAutoFit/>
          </a:bodyPr>
          <a:lstStyle/>
          <a:p>
            <a:pPr rtl="1"/>
            <a:r>
              <a:rPr lang="ar" b="1">
                <a:latin typeface="Sakkal Majalla" panose="02000000000000000000" pitchFamily="2" charset="-78"/>
                <a:cs typeface="Sakkal Majalla" panose="02000000000000000000" pitchFamily="2" charset="-78"/>
              </a:rPr>
              <a:t>بطاقات الإبلاغ عن اكتشاف الأعطال</a:t>
            </a:r>
          </a:p>
          <a:p>
            <a:pPr rtl="1"/>
            <a:r>
              <a:rPr lang="ar">
                <a:latin typeface="Sakkal Majalla" panose="02000000000000000000" pitchFamily="2" charset="-78"/>
                <a:cs typeface="Sakkal Majalla" panose="02000000000000000000" pitchFamily="2" charset="-78"/>
              </a:rPr>
              <a:t>يجب على المتعلمين استخدام نماذج التقارير القياسية لتسجيل:</a:t>
            </a:r>
          </a:p>
          <a:p>
            <a:pPr marL="538163" lvl="1" indent="-285750" rtl="1">
              <a:buFont typeface="Arial" panose="020B0604020202020204" pitchFamily="34" charset="0"/>
              <a:buChar char="•"/>
            </a:pPr>
            <a:r>
              <a:rPr lang="ar">
                <a:latin typeface="Sakkal Majalla" panose="02000000000000000000" pitchFamily="2" charset="-78"/>
                <a:cs typeface="Sakkal Majalla" panose="02000000000000000000" pitchFamily="2" charset="-78"/>
              </a:rPr>
              <a:t>تقرير العميل وتعليقاته</a:t>
            </a:r>
          </a:p>
          <a:p>
            <a:pPr marL="538163" lvl="1" indent="-285750" rtl="1">
              <a:buFont typeface="Arial" panose="020B0604020202020204" pitchFamily="34" charset="0"/>
              <a:buChar char="•"/>
            </a:pPr>
            <a:r>
              <a:rPr lang="ar">
                <a:latin typeface="Sakkal Majalla" panose="02000000000000000000" pitchFamily="2" charset="-78"/>
                <a:cs typeface="Sakkal Majalla" panose="02000000000000000000" pitchFamily="2" charset="-78"/>
              </a:rPr>
              <a:t>التشخيص الأولي.</a:t>
            </a:r>
          </a:p>
          <a:p>
            <a:pPr marL="538163" lvl="1" indent="-285750" rtl="1">
              <a:buFont typeface="Arial" panose="020B0604020202020204" pitchFamily="34" charset="0"/>
              <a:buChar char="•"/>
            </a:pPr>
            <a:r>
              <a:rPr lang="ar">
                <a:latin typeface="Sakkal Majalla" panose="02000000000000000000" pitchFamily="2" charset="-78"/>
                <a:cs typeface="Sakkal Majalla" panose="02000000000000000000" pitchFamily="2" charset="-78"/>
              </a:rPr>
              <a:t>خطة لتحديد العطل.</a:t>
            </a:r>
          </a:p>
          <a:p>
            <a:pPr marL="538163" lvl="1" indent="-285750" rtl="1">
              <a:buFont typeface="Arial" panose="020B0604020202020204" pitchFamily="34" charset="0"/>
              <a:buChar char="•"/>
            </a:pPr>
            <a:r>
              <a:rPr lang="ar">
                <a:latin typeface="Sakkal Majalla" panose="02000000000000000000" pitchFamily="2" charset="-78"/>
                <a:cs typeface="Sakkal Majalla" panose="02000000000000000000" pitchFamily="2" charset="-78"/>
              </a:rPr>
              <a:t>نتائج القياسات.</a:t>
            </a:r>
          </a:p>
          <a:p>
            <a:pPr marL="538163" lvl="1" indent="-285750" rtl="1">
              <a:buFont typeface="Arial" panose="020B0604020202020204" pitchFamily="34" charset="0"/>
              <a:buChar char="•"/>
            </a:pPr>
            <a:r>
              <a:rPr lang="ar">
                <a:latin typeface="Sakkal Majalla" panose="02000000000000000000" pitchFamily="2" charset="-78"/>
                <a:cs typeface="Sakkal Majalla" panose="02000000000000000000" pitchFamily="2" charset="-78"/>
              </a:rPr>
              <a:t>الاستنتاجات المستخلصة من النتائج واختيار الاختبارات التالية لتحديد العطل.</a:t>
            </a:r>
          </a:p>
          <a:p>
            <a:pPr marL="538163" lvl="1" indent="-285750" rtl="1">
              <a:buFont typeface="Arial" panose="020B0604020202020204" pitchFamily="34" charset="0"/>
              <a:buChar char="•"/>
            </a:pPr>
            <a:r>
              <a:rPr lang="ar">
                <a:latin typeface="Sakkal Majalla" panose="02000000000000000000" pitchFamily="2" charset="-78"/>
                <a:cs typeface="Sakkal Majalla" panose="02000000000000000000" pitchFamily="2" charset="-78"/>
              </a:rPr>
              <a:t>العطل.</a:t>
            </a:r>
          </a:p>
        </p:txBody>
      </p:sp>
      <p:graphicFrame>
        <p:nvGraphicFramePr>
          <p:cNvPr id="6" name="Table 5">
            <a:extLst>
              <a:ext uri="{FF2B5EF4-FFF2-40B4-BE49-F238E27FC236}">
                <a16:creationId xmlns:a16="http://schemas.microsoft.com/office/drawing/2014/main" id="{D6A7F4A7-90EC-A92F-D904-DA933D10CDC9}"/>
              </a:ext>
            </a:extLst>
          </p:cNvPr>
          <p:cNvGraphicFramePr>
            <a:graphicFrameLocks noGrp="1"/>
          </p:cNvGraphicFramePr>
          <p:nvPr>
            <p:extLst>
              <p:ext uri="{D42A27DB-BD31-4B8C-83A1-F6EECF244321}">
                <p14:modId xmlns:p14="http://schemas.microsoft.com/office/powerpoint/2010/main" val="1161800345"/>
              </p:ext>
            </p:extLst>
          </p:nvPr>
        </p:nvGraphicFramePr>
        <p:xfrm>
          <a:off x="683568" y="2481325"/>
          <a:ext cx="3792474" cy="1030986"/>
        </p:xfrm>
        <a:graphic>
          <a:graphicData uri="http://schemas.openxmlformats.org/drawingml/2006/table">
            <a:tbl>
              <a:tblPr rtl="1"/>
              <a:tblGrid>
                <a:gridCol w="717804">
                  <a:extLst>
                    <a:ext uri="{9D8B030D-6E8A-4147-A177-3AD203B41FA5}">
                      <a16:colId xmlns:a16="http://schemas.microsoft.com/office/drawing/2014/main" val="20000"/>
                    </a:ext>
                  </a:extLst>
                </a:gridCol>
                <a:gridCol w="1175004">
                  <a:extLst>
                    <a:ext uri="{9D8B030D-6E8A-4147-A177-3AD203B41FA5}">
                      <a16:colId xmlns:a16="http://schemas.microsoft.com/office/drawing/2014/main" val="20001"/>
                    </a:ext>
                  </a:extLst>
                </a:gridCol>
                <a:gridCol w="637794">
                  <a:extLst>
                    <a:ext uri="{9D8B030D-6E8A-4147-A177-3AD203B41FA5}">
                      <a16:colId xmlns:a16="http://schemas.microsoft.com/office/drawing/2014/main" val="20002"/>
                    </a:ext>
                  </a:extLst>
                </a:gridCol>
                <a:gridCol w="1261872">
                  <a:extLst>
                    <a:ext uri="{9D8B030D-6E8A-4147-A177-3AD203B41FA5}">
                      <a16:colId xmlns:a16="http://schemas.microsoft.com/office/drawing/2014/main" val="20003"/>
                    </a:ext>
                  </a:extLst>
                </a:gridCol>
              </a:tblGrid>
              <a:tr h="148590">
                <a:tc gridSpan="4">
                  <a:txBody>
                    <a:bodyPr/>
                    <a:lstStyle/>
                    <a:p>
                      <a:pPr marL="45720" indent="0" rtl="1"/>
                      <a:r>
                        <a:rPr lang="ar" sz="900" dirty="0">
                          <a:latin typeface="Sakkal Majalla" panose="02000000000000000000" pitchFamily="2" charset="-78"/>
                          <a:cs typeface="Sakkal Majalla" panose="02000000000000000000" pitchFamily="2" charset="-78"/>
                        </a:rPr>
                        <a:t>PED Ltd.             </a:t>
                      </a:r>
                      <a:r>
                        <a:rPr lang="ar" sz="900" baseline="30000" dirty="0">
                          <a:latin typeface="Sakkal Majalla" panose="02000000000000000000" pitchFamily="2" charset="-78"/>
                          <a:cs typeface="Sakkal Majalla" panose="02000000000000000000" pitchFamily="2" charset="-78"/>
                        </a:rPr>
                        <a:t>نموذج تقرير الأعطال</a:t>
                      </a:r>
                      <a:r>
                        <a:rPr lang="ar" sz="900" dirty="0">
                          <a:latin typeface="Sakkal Majalla" panose="02000000000000000000" pitchFamily="2" charset="-78"/>
                          <a:cs typeface="Sakkal Majalla" panose="02000000000000000000" pitchFamily="2" charset="-78"/>
                        </a:rPr>
                        <a:t> PED Ltd.</a:t>
                      </a:r>
                    </a:p>
                  </a:txBody>
                  <a:tcPr marL="0" marR="0" marT="0" marB="0"/>
                </a:tc>
                <a:tc hMerge="1">
                  <a:txBody>
                    <a:bodyPr/>
                    <a:lstStyle/>
                    <a:p>
                      <a:pPr rtl="1"/>
                      <a:endParaRPr sz="800"/>
                    </a:p>
                  </a:txBody>
                  <a:tcPr marL="0" marR="0" marT="0" marB="0"/>
                </a:tc>
                <a:tc hMerge="1">
                  <a:txBody>
                    <a:bodyPr/>
                    <a:lstStyle/>
                    <a:p>
                      <a:pPr rtl="1"/>
                      <a:endParaRPr sz="800"/>
                    </a:p>
                  </a:txBody>
                  <a:tcPr marL="0" marR="0" marT="0" marB="0"/>
                </a:tc>
                <a:tc hMerge="1">
                  <a:txBody>
                    <a:bodyPr/>
                    <a:lstStyle/>
                    <a:p>
                      <a:pPr rtl="1"/>
                      <a:endParaRPr sz="800"/>
                    </a:p>
                  </a:txBody>
                  <a:tcPr marL="0" marR="0" marT="0" marB="0"/>
                </a:tc>
                <a:extLst>
                  <a:ext uri="{0D108BD9-81ED-4DB2-BD59-A6C34878D82A}">
                    <a16:rowId xmlns:a16="http://schemas.microsoft.com/office/drawing/2014/main" val="10000"/>
                  </a:ext>
                </a:extLst>
              </a:tr>
              <a:tr h="205740">
                <a:tc>
                  <a:txBody>
                    <a:bodyPr/>
                    <a:lstStyle/>
                    <a:p>
                      <a:pPr marL="45720" indent="0" rtl="1"/>
                      <a:r>
                        <a:rPr lang="ar" sz="650" b="1">
                          <a:latin typeface="Sakkal Majalla" panose="02000000000000000000" pitchFamily="2" charset="-78"/>
                          <a:cs typeface="Sakkal Majalla" panose="02000000000000000000" pitchFamily="2" charset="-78"/>
                        </a:rPr>
                        <a:t>معرف المعدات</a:t>
                      </a:r>
                    </a:p>
                  </a:txBody>
                  <a:tcPr marL="0" marR="0" marT="0" marB="0"/>
                </a:tc>
                <a:tc>
                  <a:txBody>
                    <a:bodyPr/>
                    <a:lstStyle/>
                    <a:p>
                      <a:pPr marL="45720" rtl="1"/>
                      <a:endParaRPr sz="1000" dirty="0">
                        <a:latin typeface="Sakkal Majalla" panose="02000000000000000000" pitchFamily="2" charset="-78"/>
                        <a:cs typeface="Sakkal Majalla" panose="02000000000000000000" pitchFamily="2" charset="-78"/>
                      </a:endParaRPr>
                    </a:p>
                  </a:txBody>
                  <a:tcPr marL="0" marR="0" marT="0" marB="0"/>
                </a:tc>
                <a:tc>
                  <a:txBody>
                    <a:bodyPr/>
                    <a:lstStyle/>
                    <a:p>
                      <a:pPr marL="45720" indent="0" rtl="1"/>
                      <a:r>
                        <a:rPr lang="ar" sz="650" b="1">
                          <a:latin typeface="Sakkal Majalla" panose="02000000000000000000" pitchFamily="2" charset="-78"/>
                          <a:cs typeface="Sakkal Majalla" panose="02000000000000000000" pitchFamily="2" charset="-78"/>
                        </a:rPr>
                        <a:t>تم الإبلاغ عنها بواسطة</a:t>
                      </a:r>
                    </a:p>
                  </a:txBody>
                  <a:tcPr marL="0" marR="0" marT="0" marB="0"/>
                </a:tc>
                <a:tc>
                  <a:txBody>
                    <a:bodyPr/>
                    <a:lstStyle/>
                    <a:p>
                      <a:pPr marL="45720" rtl="1"/>
                      <a:endParaRPr sz="1000" dirty="0">
                        <a:latin typeface="Sakkal Majalla" panose="02000000000000000000" pitchFamily="2" charset="-78"/>
                        <a:cs typeface="Sakkal Majalla" panose="02000000000000000000" pitchFamily="2" charset="-78"/>
                      </a:endParaRPr>
                    </a:p>
                  </a:txBody>
                  <a:tcPr marL="0" marR="0" marT="0" marB="0"/>
                </a:tc>
                <a:extLst>
                  <a:ext uri="{0D108BD9-81ED-4DB2-BD59-A6C34878D82A}">
                    <a16:rowId xmlns:a16="http://schemas.microsoft.com/office/drawing/2014/main" val="10001"/>
                  </a:ext>
                </a:extLst>
              </a:tr>
              <a:tr h="128016">
                <a:tc>
                  <a:txBody>
                    <a:bodyPr/>
                    <a:lstStyle/>
                    <a:p>
                      <a:pPr marL="45720" indent="0" rtl="1"/>
                      <a:r>
                        <a:rPr lang="ar" sz="650" b="1" dirty="0">
                          <a:latin typeface="Sakkal Majalla" panose="02000000000000000000" pitchFamily="2" charset="-78"/>
                          <a:cs typeface="Sakkal Majalla" panose="02000000000000000000" pitchFamily="2" charset="-78"/>
                        </a:rPr>
                        <a:t>تم الإبلاغ عنها إلى</a:t>
                      </a:r>
                    </a:p>
                  </a:txBody>
                  <a:tcPr marL="0" marR="0" marT="0" marB="0"/>
                </a:tc>
                <a:tc>
                  <a:txBody>
                    <a:bodyPr/>
                    <a:lstStyle/>
                    <a:p>
                      <a:pPr marL="45720" rtl="1"/>
                      <a:endParaRPr sz="700">
                        <a:latin typeface="Sakkal Majalla" panose="02000000000000000000" pitchFamily="2" charset="-78"/>
                        <a:cs typeface="Sakkal Majalla" panose="02000000000000000000" pitchFamily="2" charset="-78"/>
                      </a:endParaRPr>
                    </a:p>
                  </a:txBody>
                  <a:tcPr marL="0" marR="0" marT="0" marB="0"/>
                </a:tc>
                <a:tc>
                  <a:txBody>
                    <a:bodyPr/>
                    <a:lstStyle/>
                    <a:p>
                      <a:pPr marL="45720" indent="0" rtl="1"/>
                      <a:r>
                        <a:rPr lang="ar" sz="650" b="1">
                          <a:latin typeface="Sakkal Majalla" panose="02000000000000000000" pitchFamily="2" charset="-78"/>
                          <a:cs typeface="Sakkal Majalla" panose="02000000000000000000" pitchFamily="2" charset="-78"/>
                        </a:rPr>
                        <a:t>التاريخ</a:t>
                      </a:r>
                    </a:p>
                  </a:txBody>
                  <a:tcPr marL="0" marR="0" marT="0" marB="0"/>
                </a:tc>
                <a:tc>
                  <a:txBody>
                    <a:bodyPr/>
                    <a:lstStyle/>
                    <a:p>
                      <a:pPr marL="45720" rtl="1"/>
                      <a:endParaRPr sz="700">
                        <a:latin typeface="Sakkal Majalla" panose="02000000000000000000" pitchFamily="2" charset="-78"/>
                        <a:cs typeface="Sakkal Majalla" panose="02000000000000000000" pitchFamily="2" charset="-78"/>
                      </a:endParaRPr>
                    </a:p>
                  </a:txBody>
                  <a:tcPr marL="0" marR="0" marT="0" marB="0"/>
                </a:tc>
                <a:extLst>
                  <a:ext uri="{0D108BD9-81ED-4DB2-BD59-A6C34878D82A}">
                    <a16:rowId xmlns:a16="http://schemas.microsoft.com/office/drawing/2014/main" val="10002"/>
                  </a:ext>
                </a:extLst>
              </a:tr>
              <a:tr h="548640">
                <a:tc>
                  <a:txBody>
                    <a:bodyPr/>
                    <a:lstStyle/>
                    <a:p>
                      <a:pPr marL="45720" indent="0" rtl="1"/>
                      <a:endParaRPr>
                        <a:latin typeface="Sakkal Majalla" panose="02000000000000000000" pitchFamily="2" charset="-78"/>
                        <a:cs typeface="Sakkal Majalla" panose="02000000000000000000" pitchFamily="2" charset="-78"/>
                      </a:endParaRPr>
                    </a:p>
                    <a:p>
                      <a:pPr marL="45720" indent="0" rtl="1">
                        <a:lnSpc>
                          <a:spcPct val="86000"/>
                        </a:lnSpc>
                      </a:pPr>
                      <a:r>
                        <a:rPr lang="ar" sz="650" b="1">
                          <a:latin typeface="Sakkal Majalla" panose="02000000000000000000" pitchFamily="2" charset="-78"/>
                          <a:cs typeface="Sakkal Majalla" panose="02000000000000000000" pitchFamily="2" charset="-78"/>
                        </a:rPr>
                        <a:t>الأعراض الأولية</a:t>
                      </a:r>
                    </a:p>
                  </a:txBody>
                  <a:tcPr marL="0" marR="0" marT="0" marB="0"/>
                </a:tc>
                <a:tc gridSpan="3">
                  <a:txBody>
                    <a:bodyPr/>
                    <a:lstStyle/>
                    <a:p>
                      <a:pPr marL="45720" rtl="1"/>
                      <a:endParaRPr sz="2600" dirty="0">
                        <a:latin typeface="Sakkal Majalla" panose="02000000000000000000" pitchFamily="2" charset="-78"/>
                        <a:cs typeface="Sakkal Majalla" panose="02000000000000000000" pitchFamily="2" charset="-78"/>
                      </a:endParaRPr>
                    </a:p>
                  </a:txBody>
                  <a:tcPr marL="0" marR="0" marT="0" marB="0"/>
                </a:tc>
                <a:tc hMerge="1">
                  <a:txBody>
                    <a:bodyPr/>
                    <a:lstStyle/>
                    <a:p>
                      <a:pPr rtl="1"/>
                      <a:endParaRPr sz="2600"/>
                    </a:p>
                  </a:txBody>
                  <a:tcPr marL="0" marR="0" marT="0" marB="0"/>
                </a:tc>
                <a:tc hMerge="1">
                  <a:txBody>
                    <a:bodyPr/>
                    <a:lstStyle/>
                    <a:p>
                      <a:pPr rtl="1"/>
                      <a:endParaRPr sz="2600"/>
                    </a:p>
                  </a:txBody>
                  <a:tcPr marL="0" marR="0" marT="0" marB="0"/>
                </a:tc>
                <a:extLst>
                  <a:ext uri="{0D108BD9-81ED-4DB2-BD59-A6C34878D82A}">
                    <a16:rowId xmlns:a16="http://schemas.microsoft.com/office/drawing/2014/main" val="10003"/>
                  </a:ext>
                </a:extLst>
              </a:tr>
            </a:tbl>
          </a:graphicData>
        </a:graphic>
      </p:graphicFrame>
      <p:graphicFrame>
        <p:nvGraphicFramePr>
          <p:cNvPr id="7" name="Table 6">
            <a:extLst>
              <a:ext uri="{FF2B5EF4-FFF2-40B4-BE49-F238E27FC236}">
                <a16:creationId xmlns:a16="http://schemas.microsoft.com/office/drawing/2014/main" id="{D5550956-6DC1-167F-D9FE-0F47E7A9818F}"/>
              </a:ext>
            </a:extLst>
          </p:cNvPr>
          <p:cNvGraphicFramePr>
            <a:graphicFrameLocks noGrp="1"/>
          </p:cNvGraphicFramePr>
          <p:nvPr>
            <p:extLst>
              <p:ext uri="{D42A27DB-BD31-4B8C-83A1-F6EECF244321}">
                <p14:modId xmlns:p14="http://schemas.microsoft.com/office/powerpoint/2010/main" val="50040994"/>
              </p:ext>
            </p:extLst>
          </p:nvPr>
        </p:nvGraphicFramePr>
        <p:xfrm>
          <a:off x="683568" y="3592321"/>
          <a:ext cx="3792474" cy="2570988"/>
        </p:xfrm>
        <a:graphic>
          <a:graphicData uri="http://schemas.openxmlformats.org/drawingml/2006/table">
            <a:tbl>
              <a:tblPr rtl="1"/>
              <a:tblGrid>
                <a:gridCol w="889254">
                  <a:extLst>
                    <a:ext uri="{9D8B030D-6E8A-4147-A177-3AD203B41FA5}">
                      <a16:colId xmlns:a16="http://schemas.microsoft.com/office/drawing/2014/main" val="20000"/>
                    </a:ext>
                  </a:extLst>
                </a:gridCol>
                <a:gridCol w="347544">
                  <a:extLst>
                    <a:ext uri="{9D8B030D-6E8A-4147-A177-3AD203B41FA5}">
                      <a16:colId xmlns:a16="http://schemas.microsoft.com/office/drawing/2014/main" val="20001"/>
                    </a:ext>
                  </a:extLst>
                </a:gridCol>
                <a:gridCol w="656010">
                  <a:extLst>
                    <a:ext uri="{9D8B030D-6E8A-4147-A177-3AD203B41FA5}">
                      <a16:colId xmlns:a16="http://schemas.microsoft.com/office/drawing/2014/main" val="20002"/>
                    </a:ext>
                  </a:extLst>
                </a:gridCol>
                <a:gridCol w="841248">
                  <a:extLst>
                    <a:ext uri="{9D8B030D-6E8A-4147-A177-3AD203B41FA5}">
                      <a16:colId xmlns:a16="http://schemas.microsoft.com/office/drawing/2014/main" val="20003"/>
                    </a:ext>
                  </a:extLst>
                </a:gridCol>
                <a:gridCol w="377034">
                  <a:extLst>
                    <a:ext uri="{9D8B030D-6E8A-4147-A177-3AD203B41FA5}">
                      <a16:colId xmlns:a16="http://schemas.microsoft.com/office/drawing/2014/main" val="20004"/>
                    </a:ext>
                  </a:extLst>
                </a:gridCol>
                <a:gridCol w="681384">
                  <a:extLst>
                    <a:ext uri="{9D8B030D-6E8A-4147-A177-3AD203B41FA5}">
                      <a16:colId xmlns:a16="http://schemas.microsoft.com/office/drawing/2014/main" val="20005"/>
                    </a:ext>
                  </a:extLst>
                </a:gridCol>
              </a:tblGrid>
              <a:tr h="176022">
                <a:tc>
                  <a:txBody>
                    <a:bodyPr/>
                    <a:lstStyle/>
                    <a:p>
                      <a:pPr marL="45720" indent="0" rtl="1">
                        <a:lnSpc>
                          <a:spcPct val="89000"/>
                        </a:lnSpc>
                      </a:pPr>
                      <a:r>
                        <a:rPr lang="ar" sz="650" b="1" dirty="0">
                          <a:latin typeface="Sakkal Majalla" panose="02000000000000000000" pitchFamily="2" charset="-78"/>
                          <a:cs typeface="Sakkal Majalla" panose="02000000000000000000" pitchFamily="2" charset="-78"/>
                        </a:rPr>
                        <a:t>معدات الاختبار المستخدمة</a:t>
                      </a:r>
                    </a:p>
                  </a:txBody>
                  <a:tcPr marL="0" marR="0" marT="0" marB="0"/>
                </a:tc>
                <a:tc>
                  <a:txBody>
                    <a:bodyPr/>
                    <a:lstStyle/>
                    <a:p>
                      <a:pPr marL="45720" indent="0" rtl="1"/>
                      <a:r>
                        <a:rPr lang="ar" sz="650" b="1" dirty="0">
                          <a:latin typeface="Sakkal Majalla" panose="02000000000000000000" pitchFamily="2" charset="-78"/>
                          <a:cs typeface="Sakkal Majalla" panose="02000000000000000000" pitchFamily="2" charset="-78"/>
                        </a:rPr>
                        <a:t>(نعم/لا)</a:t>
                      </a:r>
                    </a:p>
                  </a:txBody>
                  <a:tcPr marL="0" marR="0" marT="0" marB="0"/>
                </a:tc>
                <a:tc>
                  <a:txBody>
                    <a:bodyPr/>
                    <a:lstStyle/>
                    <a:p>
                      <a:pPr marL="45720" indent="0" rtl="1"/>
                      <a:r>
                        <a:rPr lang="ar" sz="650" b="1">
                          <a:latin typeface="Sakkal Majalla" panose="02000000000000000000" pitchFamily="2" charset="-78"/>
                          <a:cs typeface="Sakkal Majalla" panose="02000000000000000000" pitchFamily="2" charset="-78"/>
                        </a:rPr>
                        <a:t>الرقم التسلسلي</a:t>
                      </a:r>
                    </a:p>
                  </a:txBody>
                  <a:tcPr marL="0" marR="0" marT="0" marB="0"/>
                </a:tc>
                <a:tc>
                  <a:txBody>
                    <a:bodyPr/>
                    <a:lstStyle/>
                    <a:p>
                      <a:pPr marL="45720" indent="0" rtl="1">
                        <a:lnSpc>
                          <a:spcPct val="87000"/>
                        </a:lnSpc>
                      </a:pPr>
                      <a:r>
                        <a:rPr lang="ar" sz="650" b="1">
                          <a:latin typeface="Sakkal Majalla" panose="02000000000000000000" pitchFamily="2" charset="-78"/>
                          <a:cs typeface="Sakkal Majalla" panose="02000000000000000000" pitchFamily="2" charset="-78"/>
                        </a:rPr>
                        <a:t>معدات الاختبار المستخدمة</a:t>
                      </a:r>
                    </a:p>
                  </a:txBody>
                  <a:tcPr marL="0" marR="0" marT="0" marB="0"/>
                </a:tc>
                <a:tc>
                  <a:txBody>
                    <a:bodyPr/>
                    <a:lstStyle/>
                    <a:p>
                      <a:pPr marL="45720" indent="0" algn="r" rtl="1"/>
                      <a:r>
                        <a:rPr lang="ar" sz="650" b="1" dirty="0">
                          <a:latin typeface="Sakkal Majalla" panose="02000000000000000000" pitchFamily="2" charset="-78"/>
                          <a:cs typeface="Sakkal Majalla" panose="02000000000000000000" pitchFamily="2" charset="-78"/>
                        </a:rPr>
                        <a:t>(نعم/لا)</a:t>
                      </a:r>
                    </a:p>
                  </a:txBody>
                  <a:tcPr marL="0" marR="0" marT="0" marB="0"/>
                </a:tc>
                <a:tc>
                  <a:txBody>
                    <a:bodyPr/>
                    <a:lstStyle/>
                    <a:p>
                      <a:pPr marL="45720" indent="0" rtl="1"/>
                      <a:r>
                        <a:rPr lang="ar" sz="650" b="1" dirty="0">
                          <a:latin typeface="Sakkal Majalla" panose="02000000000000000000" pitchFamily="2" charset="-78"/>
                          <a:cs typeface="Sakkal Majalla" panose="02000000000000000000" pitchFamily="2" charset="-78"/>
                        </a:rPr>
                        <a:t>الرقم التسلسلي</a:t>
                      </a:r>
                    </a:p>
                  </a:txBody>
                  <a:tcPr marL="0" marR="0" marT="0" marB="0"/>
                </a:tc>
                <a:extLst>
                  <a:ext uri="{0D108BD9-81ED-4DB2-BD59-A6C34878D82A}">
                    <a16:rowId xmlns:a16="http://schemas.microsoft.com/office/drawing/2014/main" val="10000"/>
                  </a:ext>
                </a:extLst>
              </a:tr>
              <a:tr h="84582">
                <a:tc>
                  <a:txBody>
                    <a:bodyPr/>
                    <a:lstStyle/>
                    <a:p>
                      <a:pPr marL="45720" indent="0" rtl="1"/>
                      <a:r>
                        <a:rPr lang="ar" sz="650" b="1">
                          <a:latin typeface="Sakkal Majalla" panose="02000000000000000000" pitchFamily="2" charset="-78"/>
                          <a:cs typeface="Sakkal Majalla" panose="02000000000000000000" pitchFamily="2" charset="-78"/>
                        </a:rPr>
                        <a:t>مصدر طاقة تيار مستمر</a:t>
                      </a:r>
                    </a:p>
                  </a:txBody>
                  <a:tcPr marL="0" marR="0" marT="0" marB="0"/>
                </a:tc>
                <a:tc>
                  <a:txBody>
                    <a:bodyPr/>
                    <a:lstStyle/>
                    <a:p>
                      <a:pPr marL="45720" rtl="1"/>
                      <a:endParaRPr sz="400">
                        <a:latin typeface="Sakkal Majalla" panose="02000000000000000000" pitchFamily="2" charset="-78"/>
                        <a:cs typeface="Sakkal Majalla" panose="02000000000000000000" pitchFamily="2" charset="-78"/>
                      </a:endParaRPr>
                    </a:p>
                  </a:txBody>
                  <a:tcPr marL="0" marR="0" marT="0" marB="0"/>
                </a:tc>
                <a:tc>
                  <a:txBody>
                    <a:bodyPr/>
                    <a:lstStyle/>
                    <a:p>
                      <a:pPr marL="45720" rtl="1"/>
                      <a:endParaRPr sz="400">
                        <a:latin typeface="Sakkal Majalla" panose="02000000000000000000" pitchFamily="2" charset="-78"/>
                        <a:cs typeface="Sakkal Majalla" panose="02000000000000000000" pitchFamily="2" charset="-78"/>
                      </a:endParaRPr>
                    </a:p>
                  </a:txBody>
                  <a:tcPr marL="0" marR="0" marT="0" marB="0"/>
                </a:tc>
                <a:tc>
                  <a:txBody>
                    <a:bodyPr/>
                    <a:lstStyle/>
                    <a:p>
                      <a:pPr marL="45720" indent="0" rtl="1"/>
                      <a:r>
                        <a:rPr lang="ar" sz="650" b="1">
                          <a:latin typeface="Sakkal Majalla" panose="02000000000000000000" pitchFamily="2" charset="-78"/>
                          <a:cs typeface="Sakkal Majalla" panose="02000000000000000000" pitchFamily="2" charset="-78"/>
                        </a:rPr>
                        <a:t>مصدر طاقة تيار متردد</a:t>
                      </a:r>
                    </a:p>
                  </a:txBody>
                  <a:tcPr marL="0" marR="0" marT="0" marB="0"/>
                </a:tc>
                <a:tc>
                  <a:txBody>
                    <a:bodyPr/>
                    <a:lstStyle/>
                    <a:p>
                      <a:pPr marL="45720" rtl="1"/>
                      <a:endParaRPr sz="400">
                        <a:latin typeface="Sakkal Majalla" panose="02000000000000000000" pitchFamily="2" charset="-78"/>
                        <a:cs typeface="Sakkal Majalla" panose="02000000000000000000" pitchFamily="2" charset="-78"/>
                      </a:endParaRPr>
                    </a:p>
                  </a:txBody>
                  <a:tcPr marL="0" marR="0" marT="0" marB="0"/>
                </a:tc>
                <a:tc>
                  <a:txBody>
                    <a:bodyPr/>
                    <a:lstStyle/>
                    <a:p>
                      <a:pPr marL="45720" rtl="1"/>
                      <a:endParaRPr sz="400">
                        <a:latin typeface="Sakkal Majalla" panose="02000000000000000000" pitchFamily="2" charset="-78"/>
                        <a:cs typeface="Sakkal Majalla" panose="02000000000000000000" pitchFamily="2" charset="-78"/>
                      </a:endParaRPr>
                    </a:p>
                  </a:txBody>
                  <a:tcPr marL="0" marR="0" marT="0" marB="0"/>
                </a:tc>
                <a:extLst>
                  <a:ext uri="{0D108BD9-81ED-4DB2-BD59-A6C34878D82A}">
                    <a16:rowId xmlns:a16="http://schemas.microsoft.com/office/drawing/2014/main" val="10001"/>
                  </a:ext>
                </a:extLst>
              </a:tr>
              <a:tr h="89154">
                <a:tc>
                  <a:txBody>
                    <a:bodyPr/>
                    <a:lstStyle/>
                    <a:p>
                      <a:pPr marL="45720" indent="0" rtl="1"/>
                      <a:r>
                        <a:rPr lang="ar" sz="550" b="1">
                          <a:latin typeface="Sakkal Majalla" panose="02000000000000000000" pitchFamily="2" charset="-78"/>
                          <a:cs typeface="Sakkal Majalla" panose="02000000000000000000" pitchFamily="2" charset="-78"/>
                        </a:rPr>
                        <a:t>مقياس متعدد الأغراض</a:t>
                      </a:r>
                    </a:p>
                  </a:txBody>
                  <a:tcPr marL="0" marR="0" marT="0" marB="0"/>
                </a:tc>
                <a:tc>
                  <a:txBody>
                    <a:bodyPr/>
                    <a:lstStyle/>
                    <a:p>
                      <a:pPr marL="45720" rtl="1"/>
                      <a:endParaRPr sz="500">
                        <a:latin typeface="Sakkal Majalla" panose="02000000000000000000" pitchFamily="2" charset="-78"/>
                        <a:cs typeface="Sakkal Majalla" panose="02000000000000000000" pitchFamily="2" charset="-78"/>
                      </a:endParaRPr>
                    </a:p>
                  </a:txBody>
                  <a:tcPr marL="0" marR="0" marT="0" marB="0"/>
                </a:tc>
                <a:tc>
                  <a:txBody>
                    <a:bodyPr/>
                    <a:lstStyle/>
                    <a:p>
                      <a:pPr marL="45720" rtl="1"/>
                      <a:endParaRPr sz="500">
                        <a:latin typeface="Sakkal Majalla" panose="02000000000000000000" pitchFamily="2" charset="-78"/>
                        <a:cs typeface="Sakkal Majalla" panose="02000000000000000000" pitchFamily="2" charset="-78"/>
                      </a:endParaRPr>
                    </a:p>
                  </a:txBody>
                  <a:tcPr marL="0" marR="0" marT="0" marB="0"/>
                </a:tc>
                <a:tc>
                  <a:txBody>
                    <a:bodyPr/>
                    <a:lstStyle/>
                    <a:p>
                      <a:pPr marL="45720" indent="0" rtl="1"/>
                      <a:r>
                        <a:rPr lang="ar" sz="550" b="1">
                          <a:latin typeface="Sakkal Majalla" panose="02000000000000000000" pitchFamily="2" charset="-78"/>
                          <a:cs typeface="Sakkal Majalla" panose="02000000000000000000" pitchFamily="2" charset="-78"/>
                        </a:rPr>
                        <a:t>مولد الإشارة</a:t>
                      </a:r>
                    </a:p>
                  </a:txBody>
                  <a:tcPr marL="0" marR="0" marT="0" marB="0"/>
                </a:tc>
                <a:tc>
                  <a:txBody>
                    <a:bodyPr/>
                    <a:lstStyle/>
                    <a:p>
                      <a:pPr marL="45720" rtl="1"/>
                      <a:endParaRPr sz="500">
                        <a:latin typeface="Sakkal Majalla" panose="02000000000000000000" pitchFamily="2" charset="-78"/>
                        <a:cs typeface="Sakkal Majalla" panose="02000000000000000000" pitchFamily="2" charset="-78"/>
                      </a:endParaRPr>
                    </a:p>
                  </a:txBody>
                  <a:tcPr marL="0" marR="0" marT="0" marB="0"/>
                </a:tc>
                <a:tc>
                  <a:txBody>
                    <a:bodyPr/>
                    <a:lstStyle/>
                    <a:p>
                      <a:pPr marL="45720" rtl="1"/>
                      <a:endParaRPr sz="500">
                        <a:latin typeface="Sakkal Majalla" panose="02000000000000000000" pitchFamily="2" charset="-78"/>
                        <a:cs typeface="Sakkal Majalla" panose="02000000000000000000" pitchFamily="2" charset="-78"/>
                      </a:endParaRPr>
                    </a:p>
                  </a:txBody>
                  <a:tcPr marL="0" marR="0" marT="0" marB="0"/>
                </a:tc>
                <a:extLst>
                  <a:ext uri="{0D108BD9-81ED-4DB2-BD59-A6C34878D82A}">
                    <a16:rowId xmlns:a16="http://schemas.microsoft.com/office/drawing/2014/main" val="10002"/>
                  </a:ext>
                </a:extLst>
              </a:tr>
              <a:tr h="82296">
                <a:tc>
                  <a:txBody>
                    <a:bodyPr/>
                    <a:lstStyle/>
                    <a:p>
                      <a:pPr marL="45720" indent="0" rtl="1"/>
                      <a:r>
                        <a:rPr lang="ar" sz="650" b="1">
                          <a:latin typeface="Sakkal Majalla" panose="02000000000000000000" pitchFamily="2" charset="-78"/>
                          <a:cs typeface="Sakkal Majalla" panose="02000000000000000000" pitchFamily="2" charset="-78"/>
                        </a:rPr>
                        <a:t>مرسمة الذبذبات</a:t>
                      </a:r>
                    </a:p>
                  </a:txBody>
                  <a:tcPr marL="0" marR="0" marT="0" marB="0"/>
                </a:tc>
                <a:tc>
                  <a:txBody>
                    <a:bodyPr/>
                    <a:lstStyle/>
                    <a:p>
                      <a:pPr marL="45720" rtl="1"/>
                      <a:endParaRPr sz="400">
                        <a:latin typeface="Sakkal Majalla" panose="02000000000000000000" pitchFamily="2" charset="-78"/>
                        <a:cs typeface="Sakkal Majalla" panose="02000000000000000000" pitchFamily="2" charset="-78"/>
                      </a:endParaRPr>
                    </a:p>
                  </a:txBody>
                  <a:tcPr marL="0" marR="0" marT="0" marB="0"/>
                </a:tc>
                <a:tc>
                  <a:txBody>
                    <a:bodyPr/>
                    <a:lstStyle/>
                    <a:p>
                      <a:pPr marL="45720" rtl="1"/>
                      <a:endParaRPr sz="400">
                        <a:latin typeface="Sakkal Majalla" panose="02000000000000000000" pitchFamily="2" charset="-78"/>
                        <a:cs typeface="Sakkal Majalla" panose="02000000000000000000" pitchFamily="2" charset="-78"/>
                      </a:endParaRPr>
                    </a:p>
                  </a:txBody>
                  <a:tcPr marL="0" marR="0" marT="0" marB="0"/>
                </a:tc>
                <a:tc>
                  <a:txBody>
                    <a:bodyPr/>
                    <a:lstStyle/>
                    <a:p>
                      <a:pPr marL="45720" rtl="1"/>
                      <a:endParaRPr sz="400">
                        <a:latin typeface="Sakkal Majalla" panose="02000000000000000000" pitchFamily="2" charset="-78"/>
                        <a:cs typeface="Sakkal Majalla" panose="02000000000000000000" pitchFamily="2" charset="-78"/>
                      </a:endParaRPr>
                    </a:p>
                  </a:txBody>
                  <a:tcPr marL="0" marR="0" marT="0" marB="0"/>
                </a:tc>
                <a:tc>
                  <a:txBody>
                    <a:bodyPr/>
                    <a:lstStyle/>
                    <a:p>
                      <a:pPr marL="45720" rtl="1"/>
                      <a:endParaRPr sz="400">
                        <a:latin typeface="Sakkal Majalla" panose="02000000000000000000" pitchFamily="2" charset="-78"/>
                        <a:cs typeface="Sakkal Majalla" panose="02000000000000000000" pitchFamily="2" charset="-78"/>
                      </a:endParaRPr>
                    </a:p>
                  </a:txBody>
                  <a:tcPr marL="0" marR="0" marT="0" marB="0"/>
                </a:tc>
                <a:tc>
                  <a:txBody>
                    <a:bodyPr/>
                    <a:lstStyle/>
                    <a:p>
                      <a:pPr marL="45720" rtl="1"/>
                      <a:endParaRPr sz="400">
                        <a:latin typeface="Sakkal Majalla" panose="02000000000000000000" pitchFamily="2" charset="-78"/>
                        <a:cs typeface="Sakkal Majalla" panose="02000000000000000000" pitchFamily="2" charset="-78"/>
                      </a:endParaRPr>
                    </a:p>
                  </a:txBody>
                  <a:tcPr marL="0" marR="0" marT="0" marB="0"/>
                </a:tc>
                <a:extLst>
                  <a:ext uri="{0D108BD9-81ED-4DB2-BD59-A6C34878D82A}">
                    <a16:rowId xmlns:a16="http://schemas.microsoft.com/office/drawing/2014/main" val="10003"/>
                  </a:ext>
                </a:extLst>
              </a:tr>
              <a:tr h="91440">
                <a:tc>
                  <a:txBody>
                    <a:bodyPr/>
                    <a:lstStyle/>
                    <a:p>
                      <a:pPr marL="45720" rtl="1"/>
                      <a:endParaRPr sz="500">
                        <a:latin typeface="Sakkal Majalla" panose="02000000000000000000" pitchFamily="2" charset="-78"/>
                        <a:cs typeface="Sakkal Majalla" panose="02000000000000000000" pitchFamily="2" charset="-78"/>
                      </a:endParaRPr>
                    </a:p>
                  </a:txBody>
                  <a:tcPr marL="0" marR="0" marT="0" marB="0"/>
                </a:tc>
                <a:tc>
                  <a:txBody>
                    <a:bodyPr/>
                    <a:lstStyle/>
                    <a:p>
                      <a:pPr marL="45720" rtl="1"/>
                      <a:endParaRPr sz="500">
                        <a:latin typeface="Sakkal Majalla" panose="02000000000000000000" pitchFamily="2" charset="-78"/>
                        <a:cs typeface="Sakkal Majalla" panose="02000000000000000000" pitchFamily="2" charset="-78"/>
                      </a:endParaRPr>
                    </a:p>
                  </a:txBody>
                  <a:tcPr marL="0" marR="0" marT="0" marB="0"/>
                </a:tc>
                <a:tc>
                  <a:txBody>
                    <a:bodyPr/>
                    <a:lstStyle/>
                    <a:p>
                      <a:pPr marL="45720" rtl="1"/>
                      <a:endParaRPr sz="500">
                        <a:latin typeface="Sakkal Majalla" panose="02000000000000000000" pitchFamily="2" charset="-78"/>
                        <a:cs typeface="Sakkal Majalla" panose="02000000000000000000" pitchFamily="2" charset="-78"/>
                      </a:endParaRPr>
                    </a:p>
                  </a:txBody>
                  <a:tcPr marL="0" marR="0" marT="0" marB="0"/>
                </a:tc>
                <a:tc>
                  <a:txBody>
                    <a:bodyPr/>
                    <a:lstStyle/>
                    <a:p>
                      <a:pPr marL="45720" rtl="1"/>
                      <a:endParaRPr sz="500">
                        <a:latin typeface="Sakkal Majalla" panose="02000000000000000000" pitchFamily="2" charset="-78"/>
                        <a:cs typeface="Sakkal Majalla" panose="02000000000000000000" pitchFamily="2" charset="-78"/>
                      </a:endParaRPr>
                    </a:p>
                  </a:txBody>
                  <a:tcPr marL="0" marR="0" marT="0" marB="0"/>
                </a:tc>
                <a:tc>
                  <a:txBody>
                    <a:bodyPr/>
                    <a:lstStyle/>
                    <a:p>
                      <a:pPr marL="45720" rtl="1"/>
                      <a:endParaRPr sz="500">
                        <a:latin typeface="Sakkal Majalla" panose="02000000000000000000" pitchFamily="2" charset="-78"/>
                        <a:cs typeface="Sakkal Majalla" panose="02000000000000000000" pitchFamily="2" charset="-78"/>
                      </a:endParaRPr>
                    </a:p>
                  </a:txBody>
                  <a:tcPr marL="0" marR="0" marT="0" marB="0"/>
                </a:tc>
                <a:tc>
                  <a:txBody>
                    <a:bodyPr/>
                    <a:lstStyle/>
                    <a:p>
                      <a:pPr marL="45720" rtl="1"/>
                      <a:endParaRPr sz="500">
                        <a:latin typeface="Sakkal Majalla" panose="02000000000000000000" pitchFamily="2" charset="-78"/>
                        <a:cs typeface="Sakkal Majalla" panose="02000000000000000000" pitchFamily="2" charset="-78"/>
                      </a:endParaRPr>
                    </a:p>
                  </a:txBody>
                  <a:tcPr marL="0" marR="0" marT="0" marB="0"/>
                </a:tc>
                <a:extLst>
                  <a:ext uri="{0D108BD9-81ED-4DB2-BD59-A6C34878D82A}">
                    <a16:rowId xmlns:a16="http://schemas.microsoft.com/office/drawing/2014/main" val="10004"/>
                  </a:ext>
                </a:extLst>
              </a:tr>
              <a:tr h="1387602">
                <a:tc>
                  <a:txBody>
                    <a:bodyPr/>
                    <a:lstStyle/>
                    <a:p>
                      <a:pPr marL="45720" indent="0" rtl="1">
                        <a:lnSpc>
                          <a:spcPct val="87000"/>
                        </a:lnSpc>
                      </a:pPr>
                      <a:r>
                        <a:rPr lang="ar" sz="650" b="1">
                          <a:latin typeface="Sakkal Majalla" panose="02000000000000000000" pitchFamily="2" charset="-78"/>
                          <a:cs typeface="Sakkal Majalla" panose="02000000000000000000" pitchFamily="2" charset="-78"/>
                        </a:rPr>
                        <a:t>الاختبار</a:t>
                      </a:r>
                    </a:p>
                    <a:p>
                      <a:pPr marL="45720" indent="0" rtl="1">
                        <a:lnSpc>
                          <a:spcPct val="87000"/>
                        </a:lnSpc>
                      </a:pPr>
                      <a:r>
                        <a:rPr lang="ar" sz="650" b="1">
                          <a:latin typeface="Sakkal Majalla" panose="02000000000000000000" pitchFamily="2" charset="-78"/>
                          <a:cs typeface="Sakkal Majalla" panose="02000000000000000000" pitchFamily="2" charset="-78"/>
                        </a:rPr>
                        <a:t>النتيجة
الاستنتاج</a:t>
                      </a:r>
                    </a:p>
                  </a:txBody>
                  <a:tcPr marL="0" marR="0" marT="0" marB="0"/>
                </a:tc>
                <a:tc gridSpan="5">
                  <a:txBody>
                    <a:bodyPr/>
                    <a:lstStyle/>
                    <a:p>
                      <a:pPr marL="45720" rtl="1"/>
                      <a:endParaRPr sz="6600" dirty="0">
                        <a:latin typeface="Sakkal Majalla" panose="02000000000000000000" pitchFamily="2" charset="-78"/>
                        <a:cs typeface="Sakkal Majalla" panose="02000000000000000000" pitchFamily="2" charset="-78"/>
                      </a:endParaRPr>
                    </a:p>
                  </a:txBody>
                  <a:tcPr marL="0" marR="0" marT="0" marB="0"/>
                </a:tc>
                <a:tc hMerge="1">
                  <a:txBody>
                    <a:bodyPr/>
                    <a:lstStyle/>
                    <a:p>
                      <a:pPr rtl="1"/>
                      <a:endParaRPr sz="6600"/>
                    </a:p>
                  </a:txBody>
                  <a:tcPr marL="0" marR="0" marT="0" marB="0"/>
                </a:tc>
                <a:tc hMerge="1">
                  <a:txBody>
                    <a:bodyPr/>
                    <a:lstStyle/>
                    <a:p>
                      <a:pPr rtl="1"/>
                      <a:endParaRPr sz="6600"/>
                    </a:p>
                  </a:txBody>
                  <a:tcPr marL="0" marR="0" marT="0" marB="0"/>
                </a:tc>
                <a:tc hMerge="1">
                  <a:txBody>
                    <a:bodyPr/>
                    <a:lstStyle/>
                    <a:p>
                      <a:pPr rtl="1"/>
                      <a:endParaRPr sz="6600"/>
                    </a:p>
                  </a:txBody>
                  <a:tcPr marL="0" marR="0" marT="0" marB="0"/>
                </a:tc>
                <a:tc hMerge="1">
                  <a:txBody>
                    <a:bodyPr/>
                    <a:lstStyle/>
                    <a:p>
                      <a:pPr rtl="1"/>
                      <a:endParaRPr sz="6600"/>
                    </a:p>
                  </a:txBody>
                  <a:tcPr marL="0" marR="0" marT="0" marB="0"/>
                </a:tc>
                <a:extLst>
                  <a:ext uri="{0D108BD9-81ED-4DB2-BD59-A6C34878D82A}">
                    <a16:rowId xmlns:a16="http://schemas.microsoft.com/office/drawing/2014/main" val="10005"/>
                  </a:ext>
                </a:extLst>
              </a:tr>
              <a:tr h="244602">
                <a:tc>
                  <a:txBody>
                    <a:bodyPr/>
                    <a:lstStyle/>
                    <a:p>
                      <a:pPr marL="45720" indent="0" rtl="1"/>
                      <a:r>
                        <a:rPr lang="ar" sz="550" b="1">
                          <a:latin typeface="Sakkal Majalla" panose="02000000000000000000" pitchFamily="2" charset="-78"/>
                          <a:cs typeface="Sakkal Majalla" panose="02000000000000000000" pitchFamily="2" charset="-78"/>
                        </a:rPr>
                        <a:t>سبب العُطل</a:t>
                      </a:r>
                    </a:p>
                  </a:txBody>
                  <a:tcPr marL="0" marR="0" marT="0" marB="0"/>
                </a:tc>
                <a:tc gridSpan="5">
                  <a:txBody>
                    <a:bodyPr/>
                    <a:lstStyle/>
                    <a:p>
                      <a:pPr marL="45720" rtl="1"/>
                      <a:endParaRPr sz="1200">
                        <a:latin typeface="Sakkal Majalla" panose="02000000000000000000" pitchFamily="2" charset="-78"/>
                        <a:cs typeface="Sakkal Majalla" panose="02000000000000000000" pitchFamily="2" charset="-78"/>
                      </a:endParaRPr>
                    </a:p>
                  </a:txBody>
                  <a:tcPr marL="0" marR="0" marT="0" marB="0"/>
                </a:tc>
                <a:tc hMerge="1">
                  <a:txBody>
                    <a:bodyPr/>
                    <a:lstStyle/>
                    <a:p>
                      <a:pPr rtl="1"/>
                      <a:endParaRPr sz="1200"/>
                    </a:p>
                  </a:txBody>
                  <a:tcPr marL="0" marR="0" marT="0" marB="0"/>
                </a:tc>
                <a:tc hMerge="1">
                  <a:txBody>
                    <a:bodyPr/>
                    <a:lstStyle/>
                    <a:p>
                      <a:pPr rtl="1"/>
                      <a:endParaRPr sz="1200"/>
                    </a:p>
                  </a:txBody>
                  <a:tcPr marL="0" marR="0" marT="0" marB="0"/>
                </a:tc>
                <a:tc hMerge="1">
                  <a:txBody>
                    <a:bodyPr/>
                    <a:lstStyle/>
                    <a:p>
                      <a:pPr rtl="1"/>
                      <a:endParaRPr sz="1200"/>
                    </a:p>
                  </a:txBody>
                  <a:tcPr marL="0" marR="0" marT="0" marB="0"/>
                </a:tc>
                <a:tc hMerge="1">
                  <a:txBody>
                    <a:bodyPr/>
                    <a:lstStyle/>
                    <a:p>
                      <a:pPr rtl="1"/>
                      <a:endParaRPr sz="1200"/>
                    </a:p>
                  </a:txBody>
                  <a:tcPr marL="0" marR="0" marT="0" marB="0"/>
                </a:tc>
                <a:extLst>
                  <a:ext uri="{0D108BD9-81ED-4DB2-BD59-A6C34878D82A}">
                    <a16:rowId xmlns:a16="http://schemas.microsoft.com/office/drawing/2014/main" val="10006"/>
                  </a:ext>
                </a:extLst>
              </a:tr>
              <a:tr h="201168">
                <a:tc>
                  <a:txBody>
                    <a:bodyPr/>
                    <a:lstStyle/>
                    <a:p>
                      <a:pPr marL="45720" indent="0" rtl="1"/>
                      <a:r>
                        <a:rPr lang="ar" sz="650" b="1">
                          <a:latin typeface="Sakkal Majalla" panose="02000000000000000000" pitchFamily="2" charset="-78"/>
                          <a:cs typeface="Sakkal Majalla" panose="02000000000000000000" pitchFamily="2" charset="-78"/>
                        </a:rPr>
                        <a:t>الإصلاح المقترح</a:t>
                      </a:r>
                    </a:p>
                  </a:txBody>
                  <a:tcPr marL="0" marR="0" marT="0" marB="0"/>
                </a:tc>
                <a:tc gridSpan="5">
                  <a:txBody>
                    <a:bodyPr/>
                    <a:lstStyle/>
                    <a:p>
                      <a:pPr marL="45720" rtl="1"/>
                      <a:endParaRPr sz="1000">
                        <a:latin typeface="Sakkal Majalla" panose="02000000000000000000" pitchFamily="2" charset="-78"/>
                        <a:cs typeface="Sakkal Majalla" panose="02000000000000000000" pitchFamily="2" charset="-78"/>
                      </a:endParaRPr>
                    </a:p>
                  </a:txBody>
                  <a:tcPr marL="0" marR="0" marT="0" marB="0"/>
                </a:tc>
                <a:tc hMerge="1">
                  <a:txBody>
                    <a:bodyPr/>
                    <a:lstStyle/>
                    <a:p>
                      <a:pPr rtl="1"/>
                      <a:endParaRPr sz="1000"/>
                    </a:p>
                  </a:txBody>
                  <a:tcPr marL="0" marR="0" marT="0" marB="0"/>
                </a:tc>
                <a:tc hMerge="1">
                  <a:txBody>
                    <a:bodyPr/>
                    <a:lstStyle/>
                    <a:p>
                      <a:pPr rtl="1"/>
                      <a:endParaRPr sz="1000"/>
                    </a:p>
                  </a:txBody>
                  <a:tcPr marL="0" marR="0" marT="0" marB="0"/>
                </a:tc>
                <a:tc hMerge="1">
                  <a:txBody>
                    <a:bodyPr/>
                    <a:lstStyle/>
                    <a:p>
                      <a:pPr rtl="1"/>
                      <a:endParaRPr sz="1000"/>
                    </a:p>
                  </a:txBody>
                  <a:tcPr marL="0" marR="0" marT="0" marB="0"/>
                </a:tc>
                <a:tc hMerge="1">
                  <a:txBody>
                    <a:bodyPr/>
                    <a:lstStyle/>
                    <a:p>
                      <a:pPr rtl="1"/>
                      <a:endParaRPr sz="1000"/>
                    </a:p>
                  </a:txBody>
                  <a:tcPr marL="0" marR="0" marT="0" marB="0"/>
                </a:tc>
                <a:extLst>
                  <a:ext uri="{0D108BD9-81ED-4DB2-BD59-A6C34878D82A}">
                    <a16:rowId xmlns:a16="http://schemas.microsoft.com/office/drawing/2014/main" val="10007"/>
                  </a:ext>
                </a:extLst>
              </a:tr>
              <a:tr h="82296">
                <a:tc>
                  <a:txBody>
                    <a:bodyPr/>
                    <a:lstStyle/>
                    <a:p>
                      <a:pPr marL="45720" indent="0" rtl="1"/>
                      <a:r>
                        <a:rPr lang="ar" sz="550" b="1">
                          <a:latin typeface="Sakkal Majalla" panose="02000000000000000000" pitchFamily="2" charset="-78"/>
                          <a:cs typeface="Sakkal Majalla" panose="02000000000000000000" pitchFamily="2" charset="-78"/>
                        </a:rPr>
                        <a:t>توقيع</a:t>
                      </a:r>
                    </a:p>
                  </a:txBody>
                  <a:tcPr marL="0" marR="0" marT="0" marB="0"/>
                </a:tc>
                <a:tc gridSpan="5">
                  <a:txBody>
                    <a:bodyPr/>
                    <a:lstStyle/>
                    <a:p>
                      <a:pPr marL="45720" rtl="1"/>
                      <a:endParaRPr sz="400">
                        <a:latin typeface="Sakkal Majalla" panose="02000000000000000000" pitchFamily="2" charset="-78"/>
                        <a:cs typeface="Sakkal Majalla" panose="02000000000000000000" pitchFamily="2" charset="-78"/>
                      </a:endParaRPr>
                    </a:p>
                  </a:txBody>
                  <a:tcPr marL="0" marR="0" marT="0" marB="0"/>
                </a:tc>
                <a:tc hMerge="1">
                  <a:txBody>
                    <a:bodyPr/>
                    <a:lstStyle/>
                    <a:p>
                      <a:pPr rtl="1"/>
                      <a:endParaRPr sz="400"/>
                    </a:p>
                  </a:txBody>
                  <a:tcPr marL="0" marR="0" marT="0" marB="0"/>
                </a:tc>
                <a:tc hMerge="1">
                  <a:txBody>
                    <a:bodyPr/>
                    <a:lstStyle/>
                    <a:p>
                      <a:pPr rtl="1"/>
                      <a:endParaRPr sz="400"/>
                    </a:p>
                  </a:txBody>
                  <a:tcPr marL="0" marR="0" marT="0" marB="0"/>
                </a:tc>
                <a:tc hMerge="1">
                  <a:txBody>
                    <a:bodyPr/>
                    <a:lstStyle/>
                    <a:p>
                      <a:pPr rtl="1"/>
                      <a:endParaRPr sz="400"/>
                    </a:p>
                  </a:txBody>
                  <a:tcPr marL="0" marR="0" marT="0" marB="0"/>
                </a:tc>
                <a:tc hMerge="1">
                  <a:txBody>
                    <a:bodyPr/>
                    <a:lstStyle/>
                    <a:p>
                      <a:pPr rtl="1"/>
                      <a:endParaRPr sz="400"/>
                    </a:p>
                  </a:txBody>
                  <a:tcPr marL="0" marR="0" marT="0" marB="0"/>
                </a:tc>
                <a:extLst>
                  <a:ext uri="{0D108BD9-81ED-4DB2-BD59-A6C34878D82A}">
                    <a16:rowId xmlns:a16="http://schemas.microsoft.com/office/drawing/2014/main" val="10008"/>
                  </a:ext>
                </a:extLst>
              </a:tr>
              <a:tr h="86868">
                <a:tc>
                  <a:txBody>
                    <a:bodyPr/>
                    <a:lstStyle/>
                    <a:p>
                      <a:pPr marL="45720" indent="0" rtl="1"/>
                      <a:r>
                        <a:rPr lang="ar" sz="650" b="1">
                          <a:latin typeface="Sakkal Majalla" panose="02000000000000000000" pitchFamily="2" charset="-78"/>
                          <a:cs typeface="Sakkal Majalla" panose="02000000000000000000" pitchFamily="2" charset="-78"/>
                        </a:rPr>
                        <a:t>التاريخ</a:t>
                      </a:r>
                    </a:p>
                  </a:txBody>
                  <a:tcPr marL="0" marR="0" marT="0" marB="0"/>
                </a:tc>
                <a:tc gridSpan="5">
                  <a:txBody>
                    <a:bodyPr/>
                    <a:lstStyle/>
                    <a:p>
                      <a:pPr marL="45720" rtl="1"/>
                      <a:endParaRPr sz="500" dirty="0">
                        <a:latin typeface="Sakkal Majalla" panose="02000000000000000000" pitchFamily="2" charset="-78"/>
                        <a:cs typeface="Sakkal Majalla" panose="02000000000000000000" pitchFamily="2" charset="-78"/>
                      </a:endParaRPr>
                    </a:p>
                  </a:txBody>
                  <a:tcPr marL="0" marR="0" marT="0" marB="0"/>
                </a:tc>
                <a:tc hMerge="1">
                  <a:txBody>
                    <a:bodyPr/>
                    <a:lstStyle/>
                    <a:p>
                      <a:pPr rtl="1"/>
                      <a:endParaRPr sz="500"/>
                    </a:p>
                  </a:txBody>
                  <a:tcPr marL="0" marR="0" marT="0" marB="0"/>
                </a:tc>
                <a:tc hMerge="1">
                  <a:txBody>
                    <a:bodyPr/>
                    <a:lstStyle/>
                    <a:p>
                      <a:pPr rtl="1"/>
                      <a:endParaRPr sz="500"/>
                    </a:p>
                  </a:txBody>
                  <a:tcPr marL="0" marR="0" marT="0" marB="0"/>
                </a:tc>
                <a:tc hMerge="1">
                  <a:txBody>
                    <a:bodyPr/>
                    <a:lstStyle/>
                    <a:p>
                      <a:pPr rtl="1"/>
                      <a:endParaRPr sz="500"/>
                    </a:p>
                  </a:txBody>
                  <a:tcPr marL="0" marR="0" marT="0" marB="0"/>
                </a:tc>
                <a:tc hMerge="1">
                  <a:txBody>
                    <a:bodyPr/>
                    <a:lstStyle/>
                    <a:p>
                      <a:pPr rtl="1"/>
                      <a:endParaRPr sz="500"/>
                    </a:p>
                  </a:txBody>
                  <a:tcPr marL="0" marR="0" marT="0" marB="0"/>
                </a:tc>
                <a:extLst>
                  <a:ext uri="{0D108BD9-81ED-4DB2-BD59-A6C34878D82A}">
                    <a16:rowId xmlns:a16="http://schemas.microsoft.com/office/drawing/2014/main" val="10009"/>
                  </a:ext>
                </a:extLst>
              </a:tr>
            </a:tbl>
          </a:graphicData>
        </a:graphic>
      </p:graphicFrame>
      <p:sp>
        <p:nvSpPr>
          <p:cNvPr id="2" name="Footer Placeholder 2">
            <a:extLst>
              <a:ext uri="{FF2B5EF4-FFF2-40B4-BE49-F238E27FC236}">
                <a16:creationId xmlns:a16="http://schemas.microsoft.com/office/drawing/2014/main" id="{2B5E2A28-6491-AFC0-F0A2-6B79B0877B2D}"/>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A103000360233</a:t>
            </a:r>
            <a:endParaRPr lang="ar" sz="1000" dirty="0"/>
          </a:p>
        </p:txBody>
      </p:sp>
    </p:spTree>
    <p:extLst>
      <p:ext uri="{BB962C8B-B14F-4D97-AF65-F5344CB8AC3E}">
        <p14:creationId xmlns:p14="http://schemas.microsoft.com/office/powerpoint/2010/main" val="4227891240"/>
      </p:ext>
    </p:extLst>
  </p:cSld>
  <p:clrMapOvr>
    <a:masterClrMapping/>
  </p:clrMapOvr>
  <p:transition>
    <p:sndAc>
      <p:stSnd>
        <p:snd r:embed="rId3" name="click.wav"/>
      </p:stSnd>
    </p:sndAc>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2">
            <a:extLst>
              <a:ext uri="{FF2B5EF4-FFF2-40B4-BE49-F238E27FC236}">
                <a16:creationId xmlns:a16="http://schemas.microsoft.com/office/drawing/2014/main" id="{AFF27A1B-CCBA-375B-8A71-3E2B4B342C9F}"/>
              </a:ext>
            </a:extLst>
          </p:cNvPr>
          <p:cNvSpPr>
            <a:spLocks noGrp="1" noChangeArrowheads="1"/>
          </p:cNvSpPr>
          <p:nvPr>
            <p:ph type="title"/>
          </p:nvPr>
        </p:nvSpPr>
        <p:spPr bwMode="auto">
          <a:xfrm>
            <a:off x="457200" y="1217143"/>
            <a:ext cx="8229600" cy="77169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EG" dirty="0">
                <a:latin typeface="Sakkal Majalla" panose="02000000000000000000" pitchFamily="2" charset="-78"/>
                <a:cs typeface="Sakkal Majalla" panose="02000000000000000000" pitchFamily="2" charset="-78"/>
              </a:rPr>
              <a:t>تقييم </a:t>
            </a:r>
            <a:br>
              <a:rPr lang="ar-EG" altLang="en-US" dirty="0">
                <a:latin typeface="Sakkal Majalla" panose="02000000000000000000" pitchFamily="2" charset="-78"/>
                <a:cs typeface="Sakkal Majalla" panose="02000000000000000000" pitchFamily="2" charset="-78"/>
              </a:rPr>
            </a:br>
            <a:r>
              <a:rPr lang="ar-EG" b="1" dirty="0">
                <a:latin typeface="Sakkal Majalla" panose="02000000000000000000" pitchFamily="2" charset="-78"/>
                <a:cs typeface="Sakkal Majalla" panose="02000000000000000000" pitchFamily="2" charset="-78"/>
              </a:rPr>
              <a:t>هدف التعلم (ج) (1)</a:t>
            </a:r>
            <a:endParaRPr lang="ar-EG" altLang="en-US" b="0" dirty="0">
              <a:latin typeface="Sakkal Majalla" panose="02000000000000000000" pitchFamily="2" charset="-78"/>
              <a:cs typeface="Sakkal Majalla" panose="02000000000000000000" pitchFamily="2" charset="-78"/>
            </a:endParaRPr>
          </a:p>
        </p:txBody>
      </p:sp>
      <p:sp>
        <p:nvSpPr>
          <p:cNvPr id="3" name="Content Placeholder 3">
            <a:extLst>
              <a:ext uri="{FF2B5EF4-FFF2-40B4-BE49-F238E27FC236}">
                <a16:creationId xmlns:a16="http://schemas.microsoft.com/office/drawing/2014/main" id="{D210DF28-8722-C7FC-DE59-17FD0FD167D9}"/>
              </a:ext>
            </a:extLst>
          </p:cNvPr>
          <p:cNvSpPr>
            <a:spLocks noGrp="1" noChangeArrowheads="1"/>
          </p:cNvSpPr>
          <p:nvPr>
            <p:ph sz="half" idx="2"/>
          </p:nvPr>
        </p:nvSpPr>
        <p:spPr bwMode="auto">
          <a:xfrm>
            <a:off x="315714" y="2708920"/>
            <a:ext cx="8648773" cy="374441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EG" sz="2200" b="1" dirty="0">
                <a:latin typeface="Sakkal Majalla" panose="02000000000000000000" pitchFamily="2" charset="-78"/>
                <a:cs typeface="Sakkal Majalla" panose="02000000000000000000" pitchFamily="2" charset="-78"/>
              </a:rPr>
              <a:t>اكتشاف الأعطال في الدائرة الإلكترونية</a:t>
            </a:r>
          </a:p>
          <a:p>
            <a:pPr marL="0" indent="0" rtl="1">
              <a:buNone/>
            </a:pPr>
            <a:endParaRPr lang="ar-EG" altLang="en-US" sz="2200" dirty="0">
              <a:latin typeface="Sakkal Majalla" panose="02000000000000000000" pitchFamily="2" charset="-78"/>
              <a:cs typeface="Sakkal Majalla" panose="02000000000000000000" pitchFamily="2" charset="-78"/>
            </a:endParaRPr>
          </a:p>
          <a:p>
            <a:pPr marL="0" indent="0" rtl="1">
              <a:buNone/>
            </a:pPr>
            <a:r>
              <a:rPr lang="ar-EG" sz="2200" dirty="0">
                <a:latin typeface="Sakkal Majalla" panose="02000000000000000000" pitchFamily="2" charset="-78"/>
                <a:cs typeface="Sakkal Majalla" panose="02000000000000000000" pitchFamily="2" charset="-78"/>
              </a:rPr>
              <a:t>يجب على المتعلمين تحديد الأعطال في الدائرة الإلكترونية التي تم إنشاؤها مسبقًا.</a:t>
            </a:r>
          </a:p>
          <a:p>
            <a:pPr marL="0" indent="0" rtl="1">
              <a:buNone/>
            </a:pPr>
            <a:r>
              <a:rPr lang="ar-EG" sz="2200" dirty="0">
                <a:latin typeface="Sakkal Majalla" panose="02000000000000000000" pitchFamily="2" charset="-78"/>
                <a:cs typeface="Sakkal Majalla" panose="02000000000000000000" pitchFamily="2" charset="-78"/>
              </a:rPr>
              <a:t>لن يتم وصف الدائرة. ولكن يجب أن تكون مماثلة (أو مشابهة) لإحدى الدوائر التي تمت دراستها خلال مرحلة التدريس للوحدة.</a:t>
            </a:r>
          </a:p>
          <a:p>
            <a:pPr marL="0" indent="0" rtl="1">
              <a:buNone/>
            </a:pPr>
            <a:r>
              <a:rPr lang="ar-EG" sz="2200" dirty="0">
                <a:latin typeface="Sakkal Majalla" panose="02000000000000000000" pitchFamily="2" charset="-78"/>
                <a:cs typeface="Sakkal Majalla" panose="02000000000000000000" pitchFamily="2" charset="-78"/>
              </a:rPr>
              <a:t>يجب أن تحتوي الدائرة على عطلين مفعلين مدمجين على الأقل.</a:t>
            </a:r>
          </a:p>
          <a:p>
            <a:pPr marL="0" indent="0" rtl="1">
              <a:buNone/>
            </a:pPr>
            <a:r>
              <a:rPr lang="ar-EG" sz="2200" dirty="0">
                <a:latin typeface="Sakkal Majalla" panose="02000000000000000000" pitchFamily="2" charset="-78"/>
                <a:cs typeface="Sakkal Majalla" panose="02000000000000000000" pitchFamily="2" charset="-78"/>
              </a:rPr>
              <a:t>يجب أن تكون الأعطال أعطال شائعة،</a:t>
            </a:r>
          </a:p>
          <a:p>
            <a:pPr rtl="1"/>
            <a:r>
              <a:rPr lang="ar-EG" sz="2200" dirty="0">
                <a:latin typeface="Sakkal Majalla" panose="02000000000000000000" pitchFamily="2" charset="-78"/>
                <a:cs typeface="Sakkal Majalla" panose="02000000000000000000" pitchFamily="2" charset="-78"/>
              </a:rPr>
              <a:t>مكون الدائرة المفتوحة.</a:t>
            </a:r>
          </a:p>
          <a:p>
            <a:pPr rtl="1"/>
            <a:r>
              <a:rPr lang="ar-EG" sz="2200" dirty="0">
                <a:latin typeface="Sakkal Majalla" panose="02000000000000000000" pitchFamily="2" charset="-78"/>
                <a:cs typeface="Sakkal Majalla" panose="02000000000000000000" pitchFamily="2" charset="-78"/>
              </a:rPr>
              <a:t>مكون الدائرة القصيرة.</a:t>
            </a:r>
          </a:p>
          <a:p>
            <a:pPr marL="0" indent="0" rtl="1">
              <a:buNone/>
            </a:pPr>
            <a:endParaRPr lang="ar-EG" altLang="en-US" sz="2200" dirty="0">
              <a:latin typeface="Sakkal Majalla" panose="02000000000000000000" pitchFamily="2" charset="-78"/>
              <a:cs typeface="Sakkal Majalla" panose="02000000000000000000" pitchFamily="2" charset="-78"/>
            </a:endParaRPr>
          </a:p>
          <a:p>
            <a:pPr marL="0" indent="0" rtl="1">
              <a:buNone/>
            </a:pPr>
            <a:endParaRPr lang="ar-EG" altLang="en-US" sz="2200"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6521A288-EB53-5672-C470-FB17839BC77A}"/>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A103000360233</a:t>
            </a:r>
            <a:endParaRPr lang="ar" sz="1000" dirty="0"/>
          </a:p>
        </p:txBody>
      </p:sp>
    </p:spTree>
    <p:extLst>
      <p:ext uri="{BB962C8B-B14F-4D97-AF65-F5344CB8AC3E}">
        <p14:creationId xmlns:p14="http://schemas.microsoft.com/office/powerpoint/2010/main" val="1897732103"/>
      </p:ext>
    </p:extLst>
  </p:cSld>
  <p:clrMapOvr>
    <a:masterClrMapping/>
  </p:clrMapOvr>
  <p:transition>
    <p:sndAc>
      <p:stSnd>
        <p:snd r:embed="rId3" name="click.wav"/>
      </p:stSnd>
    </p:sndAc>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2">
            <a:extLst>
              <a:ext uri="{FF2B5EF4-FFF2-40B4-BE49-F238E27FC236}">
                <a16:creationId xmlns:a16="http://schemas.microsoft.com/office/drawing/2014/main" id="{AFF27A1B-CCBA-375B-8A71-3E2B4B342C9F}"/>
              </a:ext>
            </a:extLst>
          </p:cNvPr>
          <p:cNvSpPr>
            <a:spLocks noGrp="1" noChangeArrowheads="1"/>
          </p:cNvSpPr>
          <p:nvPr>
            <p:ph type="title"/>
          </p:nvPr>
        </p:nvSpPr>
        <p:spPr bwMode="auto">
          <a:xfrm>
            <a:off x="457200" y="1217143"/>
            <a:ext cx="8229600" cy="77169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a:latin typeface="Sakkal Majalla" panose="02000000000000000000" pitchFamily="2" charset="-78"/>
                <a:cs typeface="Sakkal Majalla" panose="02000000000000000000" pitchFamily="2" charset="-78"/>
              </a:rPr>
              <a:t>تقييم </a:t>
            </a:r>
            <a:br>
              <a:rPr lang="en-GB" altLang="en-US" dirty="0">
                <a:latin typeface="Sakkal Majalla" panose="02000000000000000000" pitchFamily="2" charset="-78"/>
                <a:cs typeface="Sakkal Majalla" panose="02000000000000000000" pitchFamily="2" charset="-78"/>
              </a:rPr>
            </a:br>
            <a:r>
              <a:rPr lang="ar">
                <a:latin typeface="Sakkal Majalla" panose="02000000000000000000" pitchFamily="2" charset="-78"/>
                <a:cs typeface="Sakkal Majalla" panose="02000000000000000000" pitchFamily="2" charset="-78"/>
              </a:rPr>
              <a:t>هدف التعلم (ج) (2)</a:t>
            </a:r>
            <a:endParaRPr lang="en-GB" altLang="en-US" b="0" dirty="0">
              <a:latin typeface="Sakkal Majalla" panose="02000000000000000000" pitchFamily="2" charset="-78"/>
              <a:cs typeface="Sakkal Majalla" panose="02000000000000000000" pitchFamily="2" charset="-78"/>
            </a:endParaRPr>
          </a:p>
        </p:txBody>
      </p:sp>
      <p:sp>
        <p:nvSpPr>
          <p:cNvPr id="3" name="Content Placeholder 3">
            <a:extLst>
              <a:ext uri="{FF2B5EF4-FFF2-40B4-BE49-F238E27FC236}">
                <a16:creationId xmlns:a16="http://schemas.microsoft.com/office/drawing/2014/main" id="{D210DF28-8722-C7FC-DE59-17FD0FD167D9}"/>
              </a:ext>
            </a:extLst>
          </p:cNvPr>
          <p:cNvSpPr>
            <a:spLocks noGrp="1" noChangeArrowheads="1"/>
          </p:cNvSpPr>
          <p:nvPr>
            <p:ph sz="half" idx="2"/>
          </p:nvPr>
        </p:nvSpPr>
        <p:spPr bwMode="auto">
          <a:xfrm>
            <a:off x="179513" y="2708920"/>
            <a:ext cx="8648773" cy="64807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2200" b="1">
                <a:latin typeface="Sakkal Majalla" panose="02000000000000000000" pitchFamily="2" charset="-78"/>
                <a:cs typeface="Sakkal Majalla" panose="02000000000000000000" pitchFamily="2" charset="-78"/>
              </a:rPr>
              <a:t>اكتشاف الأعطال في الدائرة الإلكترونية</a:t>
            </a:r>
            <a:r>
              <a:rPr lang="ar" sz="2200">
                <a:latin typeface="Sakkal Majalla" panose="02000000000000000000" pitchFamily="2" charset="-78"/>
                <a:cs typeface="Sakkal Majalla" panose="02000000000000000000" pitchFamily="2" charset="-78"/>
              </a:rPr>
              <a:t> (تتمة)</a:t>
            </a:r>
          </a:p>
          <a:p>
            <a:pPr marL="0" indent="0" rtl="1">
              <a:buNone/>
            </a:pPr>
            <a:endParaRPr lang="en-GB" altLang="en-US" sz="2200" dirty="0">
              <a:latin typeface="Sakkal Majalla" panose="02000000000000000000" pitchFamily="2" charset="-78"/>
              <a:cs typeface="Sakkal Majalla" panose="02000000000000000000" pitchFamily="2" charset="-78"/>
            </a:endParaRPr>
          </a:p>
          <a:p>
            <a:pPr marL="0" indent="0" rtl="1">
              <a:buNone/>
            </a:pPr>
            <a:endParaRPr lang="en-GB" altLang="en-US" sz="2200" dirty="0">
              <a:latin typeface="Sakkal Majalla" panose="02000000000000000000" pitchFamily="2" charset="-78"/>
              <a:cs typeface="Sakkal Majalla" panose="02000000000000000000" pitchFamily="2" charset="-78"/>
            </a:endParaRPr>
          </a:p>
        </p:txBody>
      </p:sp>
      <p:sp>
        <p:nvSpPr>
          <p:cNvPr id="4" name="TextBox 3">
            <a:extLst>
              <a:ext uri="{FF2B5EF4-FFF2-40B4-BE49-F238E27FC236}">
                <a16:creationId xmlns:a16="http://schemas.microsoft.com/office/drawing/2014/main" id="{95520461-E430-FDF1-11B4-AD76A6205752}"/>
              </a:ext>
            </a:extLst>
          </p:cNvPr>
          <p:cNvSpPr txBox="1"/>
          <p:nvPr/>
        </p:nvSpPr>
        <p:spPr>
          <a:xfrm>
            <a:off x="315714" y="3325762"/>
            <a:ext cx="3608214" cy="2031325"/>
          </a:xfrm>
          <a:prstGeom prst="rect">
            <a:avLst/>
          </a:prstGeom>
          <a:noFill/>
        </p:spPr>
        <p:txBody>
          <a:bodyPr wrap="square" rtlCol="1">
            <a:spAutoFit/>
          </a:bodyPr>
          <a:lstStyle/>
          <a:p>
            <a:pPr rtl="1"/>
            <a:r>
              <a:rPr lang="ar">
                <a:latin typeface="Sakkal Majalla" panose="02000000000000000000" pitchFamily="2" charset="-78"/>
                <a:cs typeface="Sakkal Majalla" panose="02000000000000000000" pitchFamily="2" charset="-78"/>
              </a:rPr>
              <a:t>من المفيد تركيب الدائرة ومفاتيح الأعطال على لوحة الدائرة المطبوعة المصممة خصيصًا.</a:t>
            </a:r>
          </a:p>
          <a:p>
            <a:pPr rtl="1"/>
            <a:endParaRPr lang="en-GB" dirty="0">
              <a:latin typeface="Sakkal Majalla" panose="02000000000000000000" pitchFamily="2" charset="-78"/>
              <a:cs typeface="Sakkal Majalla" panose="02000000000000000000" pitchFamily="2" charset="-78"/>
            </a:endParaRPr>
          </a:p>
          <a:p>
            <a:pPr rtl="1"/>
            <a:r>
              <a:rPr lang="ar">
                <a:latin typeface="Sakkal Majalla" panose="02000000000000000000" pitchFamily="2" charset="-78"/>
                <a:cs typeface="Sakkal Majalla" panose="02000000000000000000" pitchFamily="2" charset="-78"/>
              </a:rPr>
              <a:t>قم بتركيب لوحة الدائرة على قاعدة صلبة باستخدام أعمدة لوحة الدائرة المطبوعة (أو ما شابه) لمنع المتعلمين من تتبع الأعطال من المفاتيح. هذا أيضًا يجعل من السهل تخزين الدوائر.</a:t>
            </a:r>
            <a:endParaRPr lang="en-AE" dirty="0">
              <a:latin typeface="Sakkal Majalla" panose="02000000000000000000" pitchFamily="2" charset="-78"/>
              <a:cs typeface="Sakkal Majalla" panose="02000000000000000000" pitchFamily="2" charset="-78"/>
            </a:endParaRPr>
          </a:p>
        </p:txBody>
      </p:sp>
      <p:pic>
        <p:nvPicPr>
          <p:cNvPr id="6" name="Picture 5" descr="A diagram of electrical components&#10;&#10;Description automatically generated">
            <a:extLst>
              <a:ext uri="{FF2B5EF4-FFF2-40B4-BE49-F238E27FC236}">
                <a16:creationId xmlns:a16="http://schemas.microsoft.com/office/drawing/2014/main" id="{72B33993-814A-245F-E37F-20934ACDEF85}"/>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002492" y="3212976"/>
            <a:ext cx="4932040" cy="3388578"/>
          </a:xfrm>
          <a:prstGeom prst="rect">
            <a:avLst/>
          </a:prstGeom>
        </p:spPr>
      </p:pic>
      <p:sp>
        <p:nvSpPr>
          <p:cNvPr id="2" name="Rectangle 1">
            <a:extLst>
              <a:ext uri="{FF2B5EF4-FFF2-40B4-BE49-F238E27FC236}">
                <a16:creationId xmlns:a16="http://schemas.microsoft.com/office/drawing/2014/main" id="{6D360785-C6EB-497F-64F2-B88C7FBD70CE}"/>
              </a:ext>
            </a:extLst>
          </p:cNvPr>
          <p:cNvSpPr/>
          <p:nvPr/>
        </p:nvSpPr>
        <p:spPr>
          <a:xfrm>
            <a:off x="4322414" y="5647173"/>
            <a:ext cx="969666" cy="205991"/>
          </a:xfrm>
          <a:prstGeom prst="rect">
            <a:avLst/>
          </a:prstGeom>
          <a:solidFill>
            <a:srgbClr val="FFFFFF"/>
          </a:solidFill>
        </p:spPr>
        <p:txBody>
          <a:bodyPr wrap="none" lIns="0" tIns="0" rIns="0" bIns="0" rtlCol="1">
            <a:noAutofit/>
          </a:bodyPr>
          <a:lstStyle/>
          <a:p>
            <a:pPr indent="0" algn="l" rtl="1"/>
            <a:r>
              <a:rPr lang="ar" sz="1200">
                <a:latin typeface="Sakkal Majalla" panose="02000000000000000000" pitchFamily="2" charset="-78"/>
                <a:cs typeface="Sakkal Majalla" panose="02000000000000000000" pitchFamily="2" charset="-78"/>
              </a:rPr>
              <a:t>مفاتيح الأعطال</a:t>
            </a:r>
          </a:p>
        </p:txBody>
      </p:sp>
      <p:sp>
        <p:nvSpPr>
          <p:cNvPr id="5" name="Rectangle 4">
            <a:extLst>
              <a:ext uri="{FF2B5EF4-FFF2-40B4-BE49-F238E27FC236}">
                <a16:creationId xmlns:a16="http://schemas.microsoft.com/office/drawing/2014/main" id="{842CB20C-F25F-677B-E366-69A89F2D0A42}"/>
              </a:ext>
            </a:extLst>
          </p:cNvPr>
          <p:cNvSpPr/>
          <p:nvPr/>
        </p:nvSpPr>
        <p:spPr>
          <a:xfrm>
            <a:off x="4272173" y="4732773"/>
            <a:ext cx="329083" cy="198455"/>
          </a:xfrm>
          <a:prstGeom prst="rect">
            <a:avLst/>
          </a:prstGeom>
          <a:solidFill>
            <a:srgbClr val="FFFFFF"/>
          </a:solidFill>
        </p:spPr>
        <p:txBody>
          <a:bodyPr wrap="none" lIns="0" tIns="0" rIns="0" bIns="0" rtlCol="1">
            <a:noAutofit/>
          </a:bodyPr>
          <a:lstStyle/>
          <a:p>
            <a:pPr indent="0" algn="l" rtl="1"/>
            <a:r>
              <a:rPr lang="ar" sz="1200" dirty="0">
                <a:latin typeface="Sakkal Majalla" panose="02000000000000000000" pitchFamily="2" charset="-78"/>
                <a:cs typeface="Sakkal Majalla" panose="02000000000000000000" pitchFamily="2" charset="-78"/>
              </a:rPr>
              <a:t>إيقاف تشغيل</a:t>
            </a:r>
          </a:p>
        </p:txBody>
      </p:sp>
      <p:sp>
        <p:nvSpPr>
          <p:cNvPr id="7" name="Rectangle 6">
            <a:extLst>
              <a:ext uri="{FF2B5EF4-FFF2-40B4-BE49-F238E27FC236}">
                <a16:creationId xmlns:a16="http://schemas.microsoft.com/office/drawing/2014/main" id="{0E9BD5B7-D376-AF5A-D4B6-235999F3CF5D}"/>
              </a:ext>
            </a:extLst>
          </p:cNvPr>
          <p:cNvSpPr/>
          <p:nvPr/>
        </p:nvSpPr>
        <p:spPr>
          <a:xfrm>
            <a:off x="4543478" y="4391129"/>
            <a:ext cx="520002" cy="173334"/>
          </a:xfrm>
          <a:prstGeom prst="rect">
            <a:avLst/>
          </a:prstGeom>
          <a:solidFill>
            <a:srgbClr val="FFFFFF"/>
          </a:solidFill>
        </p:spPr>
        <p:txBody>
          <a:bodyPr wrap="none" lIns="0" tIns="0" rIns="0" bIns="0" rtlCol="1">
            <a:noAutofit/>
          </a:bodyPr>
          <a:lstStyle/>
          <a:p>
            <a:pPr indent="0" algn="l" rtl="1"/>
            <a:r>
              <a:rPr lang="ar" sz="1200" dirty="0">
                <a:latin typeface="Sakkal Majalla" panose="02000000000000000000" pitchFamily="2" charset="-78"/>
                <a:cs typeface="Sakkal Majalla" panose="02000000000000000000" pitchFamily="2" charset="-78"/>
              </a:rPr>
              <a:t>عطل 1</a:t>
            </a:r>
          </a:p>
        </p:txBody>
      </p:sp>
      <p:sp>
        <p:nvSpPr>
          <p:cNvPr id="8" name="Rectangle 7">
            <a:extLst>
              <a:ext uri="{FF2B5EF4-FFF2-40B4-BE49-F238E27FC236}">
                <a16:creationId xmlns:a16="http://schemas.microsoft.com/office/drawing/2014/main" id="{B070D80C-BDD9-2532-2F2C-911FDC1D5A41}"/>
              </a:ext>
            </a:extLst>
          </p:cNvPr>
          <p:cNvSpPr/>
          <p:nvPr/>
        </p:nvSpPr>
        <p:spPr>
          <a:xfrm>
            <a:off x="4272173" y="3737986"/>
            <a:ext cx="339132" cy="203479"/>
          </a:xfrm>
          <a:prstGeom prst="rect">
            <a:avLst/>
          </a:prstGeom>
          <a:solidFill>
            <a:srgbClr val="FFFFFF"/>
          </a:solidFill>
        </p:spPr>
        <p:txBody>
          <a:bodyPr wrap="none" lIns="0" tIns="0" rIns="0" bIns="0" rtlCol="1">
            <a:noAutofit/>
          </a:bodyPr>
          <a:lstStyle/>
          <a:p>
            <a:pPr indent="0" algn="l" rtl="1"/>
            <a:r>
              <a:rPr lang="ar" sz="1200" dirty="0">
                <a:latin typeface="Sakkal Majalla" panose="02000000000000000000" pitchFamily="2" charset="-78"/>
                <a:cs typeface="Sakkal Majalla" panose="02000000000000000000" pitchFamily="2" charset="-78"/>
              </a:rPr>
              <a:t>إيقاف تشغيل</a:t>
            </a:r>
          </a:p>
        </p:txBody>
      </p:sp>
      <p:sp>
        <p:nvSpPr>
          <p:cNvPr id="9" name="Rectangle 8">
            <a:extLst>
              <a:ext uri="{FF2B5EF4-FFF2-40B4-BE49-F238E27FC236}">
                <a16:creationId xmlns:a16="http://schemas.microsoft.com/office/drawing/2014/main" id="{F68C7037-CA5B-FF06-3AAE-E3ACA2294D00}"/>
              </a:ext>
            </a:extLst>
          </p:cNvPr>
          <p:cNvSpPr/>
          <p:nvPr/>
        </p:nvSpPr>
        <p:spPr>
          <a:xfrm>
            <a:off x="4314878" y="4220307"/>
            <a:ext cx="243673" cy="190919"/>
          </a:xfrm>
          <a:prstGeom prst="rect">
            <a:avLst/>
          </a:prstGeom>
          <a:solidFill>
            <a:srgbClr val="FFFFFF"/>
          </a:solidFill>
        </p:spPr>
        <p:txBody>
          <a:bodyPr wrap="none" lIns="0" tIns="0" rIns="0" bIns="0" rtlCol="1">
            <a:noAutofit/>
          </a:bodyPr>
          <a:lstStyle/>
          <a:p>
            <a:pPr indent="0" algn="l" rtl="1"/>
            <a:r>
              <a:rPr lang="ar" sz="1200">
                <a:latin typeface="Sakkal Majalla" panose="02000000000000000000" pitchFamily="2" charset="-78"/>
                <a:cs typeface="Sakkal Majalla" panose="02000000000000000000" pitchFamily="2" charset="-78"/>
              </a:rPr>
              <a:t>تشغيل</a:t>
            </a:r>
          </a:p>
        </p:txBody>
      </p:sp>
      <p:sp>
        <p:nvSpPr>
          <p:cNvPr id="10" name="Rectangle 9">
            <a:extLst>
              <a:ext uri="{FF2B5EF4-FFF2-40B4-BE49-F238E27FC236}">
                <a16:creationId xmlns:a16="http://schemas.microsoft.com/office/drawing/2014/main" id="{83F10792-1672-2F31-F695-0E9BE921DFCE}"/>
              </a:ext>
            </a:extLst>
          </p:cNvPr>
          <p:cNvSpPr/>
          <p:nvPr/>
        </p:nvSpPr>
        <p:spPr>
          <a:xfrm>
            <a:off x="4272173" y="5210070"/>
            <a:ext cx="271305" cy="163286"/>
          </a:xfrm>
          <a:prstGeom prst="rect">
            <a:avLst/>
          </a:prstGeom>
          <a:solidFill>
            <a:srgbClr val="FFFFFF"/>
          </a:solidFill>
        </p:spPr>
        <p:txBody>
          <a:bodyPr wrap="none" lIns="0" tIns="0" rIns="0" bIns="0" rtlCol="1">
            <a:noAutofit/>
          </a:bodyPr>
          <a:lstStyle/>
          <a:p>
            <a:pPr indent="0" algn="l" rtl="1"/>
            <a:r>
              <a:rPr lang="ar" sz="1200">
                <a:latin typeface="Sakkal Majalla" panose="02000000000000000000" pitchFamily="2" charset="-78"/>
                <a:cs typeface="Sakkal Majalla" panose="02000000000000000000" pitchFamily="2" charset="-78"/>
              </a:rPr>
              <a:t>تشغيل</a:t>
            </a:r>
          </a:p>
        </p:txBody>
      </p:sp>
      <p:sp>
        <p:nvSpPr>
          <p:cNvPr id="11" name="Rectangle 10">
            <a:extLst>
              <a:ext uri="{FF2B5EF4-FFF2-40B4-BE49-F238E27FC236}">
                <a16:creationId xmlns:a16="http://schemas.microsoft.com/office/drawing/2014/main" id="{2AA72994-3F0A-C0C0-16F0-597347FEE7D7}"/>
              </a:ext>
            </a:extLst>
          </p:cNvPr>
          <p:cNvSpPr/>
          <p:nvPr/>
        </p:nvSpPr>
        <p:spPr>
          <a:xfrm>
            <a:off x="4543478" y="5343210"/>
            <a:ext cx="520002" cy="211016"/>
          </a:xfrm>
          <a:prstGeom prst="rect">
            <a:avLst/>
          </a:prstGeom>
          <a:solidFill>
            <a:srgbClr val="FFFFFF"/>
          </a:solidFill>
        </p:spPr>
        <p:txBody>
          <a:bodyPr wrap="none" lIns="0" tIns="0" rIns="0" bIns="0" rtlCol="1">
            <a:noAutofit/>
          </a:bodyPr>
          <a:lstStyle/>
          <a:p>
            <a:pPr indent="0" algn="l" rtl="1"/>
            <a:r>
              <a:rPr lang="ar" sz="1200">
                <a:latin typeface="Sakkal Majalla" panose="02000000000000000000" pitchFamily="2" charset="-78"/>
                <a:cs typeface="Sakkal Majalla" panose="02000000000000000000" pitchFamily="2" charset="-78"/>
              </a:rPr>
              <a:t>عطل 2</a:t>
            </a:r>
          </a:p>
        </p:txBody>
      </p:sp>
      <p:sp>
        <p:nvSpPr>
          <p:cNvPr id="12" name="Footer Placeholder 2">
            <a:extLst>
              <a:ext uri="{FF2B5EF4-FFF2-40B4-BE49-F238E27FC236}">
                <a16:creationId xmlns:a16="http://schemas.microsoft.com/office/drawing/2014/main" id="{21508A3F-6178-D92E-4834-DC7E805D7B50}"/>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A103000360233</a:t>
            </a:r>
            <a:endParaRPr lang="ar" sz="1000" dirty="0"/>
          </a:p>
        </p:txBody>
      </p:sp>
    </p:spTree>
    <p:extLst>
      <p:ext uri="{BB962C8B-B14F-4D97-AF65-F5344CB8AC3E}">
        <p14:creationId xmlns:p14="http://schemas.microsoft.com/office/powerpoint/2010/main" val="4014541084"/>
      </p:ext>
    </p:extLst>
  </p:cSld>
  <p:clrMapOvr>
    <a:masterClrMapping/>
  </p:clrMapOvr>
  <p:transition>
    <p:sndAc>
      <p:stSnd>
        <p:snd r:embed="rId3" name="click.wav"/>
      </p:stSnd>
    </p:sndAc>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2">
            <a:extLst>
              <a:ext uri="{FF2B5EF4-FFF2-40B4-BE49-F238E27FC236}">
                <a16:creationId xmlns:a16="http://schemas.microsoft.com/office/drawing/2014/main" id="{AFF27A1B-CCBA-375B-8A71-3E2B4B342C9F}"/>
              </a:ext>
            </a:extLst>
          </p:cNvPr>
          <p:cNvSpPr>
            <a:spLocks noGrp="1" noChangeArrowheads="1"/>
          </p:cNvSpPr>
          <p:nvPr>
            <p:ph type="title"/>
          </p:nvPr>
        </p:nvSpPr>
        <p:spPr bwMode="auto">
          <a:xfrm>
            <a:off x="457200" y="1217143"/>
            <a:ext cx="8229600" cy="77169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a:latin typeface="Sakkal Majalla" panose="02000000000000000000" pitchFamily="2" charset="-78"/>
                <a:cs typeface="Sakkal Majalla" panose="02000000000000000000" pitchFamily="2" charset="-78"/>
              </a:rPr>
              <a:t>تقييم </a:t>
            </a:r>
            <a:br>
              <a:rPr lang="en-GB" altLang="en-US" dirty="0">
                <a:latin typeface="Sakkal Majalla" panose="02000000000000000000" pitchFamily="2" charset="-78"/>
                <a:cs typeface="Sakkal Majalla" panose="02000000000000000000" pitchFamily="2" charset="-78"/>
              </a:rPr>
            </a:br>
            <a:r>
              <a:rPr lang="ar">
                <a:latin typeface="Sakkal Majalla" panose="02000000000000000000" pitchFamily="2" charset="-78"/>
                <a:cs typeface="Sakkal Majalla" panose="02000000000000000000" pitchFamily="2" charset="-78"/>
              </a:rPr>
              <a:t>هدف التعلم (ج) (3)</a:t>
            </a:r>
            <a:endParaRPr lang="en-GB" altLang="en-US" b="0" dirty="0">
              <a:latin typeface="Sakkal Majalla" panose="02000000000000000000" pitchFamily="2" charset="-78"/>
              <a:cs typeface="Sakkal Majalla" panose="02000000000000000000" pitchFamily="2" charset="-78"/>
            </a:endParaRPr>
          </a:p>
        </p:txBody>
      </p:sp>
      <p:sp>
        <p:nvSpPr>
          <p:cNvPr id="3" name="Content Placeholder 3">
            <a:extLst>
              <a:ext uri="{FF2B5EF4-FFF2-40B4-BE49-F238E27FC236}">
                <a16:creationId xmlns:a16="http://schemas.microsoft.com/office/drawing/2014/main" id="{D210DF28-8722-C7FC-DE59-17FD0FD167D9}"/>
              </a:ext>
            </a:extLst>
          </p:cNvPr>
          <p:cNvSpPr>
            <a:spLocks noGrp="1" noChangeArrowheads="1"/>
          </p:cNvSpPr>
          <p:nvPr>
            <p:ph sz="half" idx="2"/>
          </p:nvPr>
        </p:nvSpPr>
        <p:spPr bwMode="auto">
          <a:xfrm>
            <a:off x="179513" y="2708920"/>
            <a:ext cx="8648773" cy="39604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2200" b="1">
                <a:latin typeface="Sakkal Majalla" panose="02000000000000000000" pitchFamily="2" charset="-78"/>
                <a:cs typeface="Sakkal Majalla" panose="02000000000000000000" pitchFamily="2" charset="-78"/>
              </a:rPr>
              <a:t>اكتشاف الأعطال في الدائرة الإلكترونية</a:t>
            </a:r>
            <a:r>
              <a:rPr lang="ar" sz="2200">
                <a:latin typeface="Sakkal Majalla" panose="02000000000000000000" pitchFamily="2" charset="-78"/>
                <a:cs typeface="Sakkal Majalla" panose="02000000000000000000" pitchFamily="2" charset="-78"/>
              </a:rPr>
              <a:t> (تتمة)</a:t>
            </a:r>
          </a:p>
          <a:p>
            <a:pPr marL="0" indent="0" rtl="1">
              <a:buNone/>
            </a:pPr>
            <a:r>
              <a:rPr lang="ar" sz="2200">
                <a:latin typeface="Sakkal Majalla" panose="02000000000000000000" pitchFamily="2" charset="-78"/>
                <a:cs typeface="Sakkal Majalla" panose="02000000000000000000" pitchFamily="2" charset="-78"/>
              </a:rPr>
              <a:t>يجب على المتعلمين استخدام أدوات القياس لتسجيل القياسات المحددة بأمان. </a:t>
            </a:r>
          </a:p>
          <a:p>
            <a:pPr marL="0" indent="0" rtl="1">
              <a:buNone/>
            </a:pPr>
            <a:r>
              <a:rPr lang="ar" sz="2200">
                <a:latin typeface="Sakkal Majalla" panose="02000000000000000000" pitchFamily="2" charset="-78"/>
                <a:cs typeface="Sakkal Majalla" panose="02000000000000000000" pitchFamily="2" charset="-78"/>
              </a:rPr>
              <a:t>حيث يجب عليهم استخدام أداتين مختلفتين على الأقل لتلبية معايير النجاح. يعتبر المقياس متعدد الأغراض المستخدم لقياس معلمتين مختلفتين أداتين. يجب أن تتطلب المعلمات المحددة استخدام مجموعة متنوعة من الأدوات للسماح للمتعلمين بتلبية معايير الدرجات الأعلى.</a:t>
            </a:r>
          </a:p>
          <a:p>
            <a:pPr marL="0" indent="0" rtl="1">
              <a:buNone/>
            </a:pPr>
            <a:r>
              <a:rPr lang="ar" sz="2200">
                <a:latin typeface="Sakkal Majalla" panose="02000000000000000000" pitchFamily="2" charset="-78"/>
                <a:cs typeface="Sakkal Majalla" panose="02000000000000000000" pitchFamily="2" charset="-78"/>
              </a:rPr>
              <a:t>لاحظ أن معيار النجاح يركز على القياس الآمن وتسجيل المعلمات المحددة. تتطلب معايير التفوق والتميز من المتعلمين تحديد الأعطال.</a:t>
            </a:r>
          </a:p>
        </p:txBody>
      </p:sp>
      <p:sp>
        <p:nvSpPr>
          <p:cNvPr id="2" name="Footer Placeholder 2">
            <a:extLst>
              <a:ext uri="{FF2B5EF4-FFF2-40B4-BE49-F238E27FC236}">
                <a16:creationId xmlns:a16="http://schemas.microsoft.com/office/drawing/2014/main" id="{C59D7929-B901-16A1-321A-94340679D88E}"/>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A103000360233</a:t>
            </a:r>
            <a:endParaRPr lang="ar" sz="1000" dirty="0"/>
          </a:p>
        </p:txBody>
      </p:sp>
    </p:spTree>
    <p:extLst>
      <p:ext uri="{BB962C8B-B14F-4D97-AF65-F5344CB8AC3E}">
        <p14:creationId xmlns:p14="http://schemas.microsoft.com/office/powerpoint/2010/main" val="3290313441"/>
      </p:ext>
    </p:extLst>
  </p:cSld>
  <p:clrMapOvr>
    <a:masterClrMapping/>
  </p:clrMapOvr>
  <p:transition>
    <p:sndAc>
      <p:stSnd>
        <p:snd r:embed="rId3" name="click.wav"/>
      </p:stSnd>
    </p:sndAc>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2">
            <a:extLst>
              <a:ext uri="{FF2B5EF4-FFF2-40B4-BE49-F238E27FC236}">
                <a16:creationId xmlns:a16="http://schemas.microsoft.com/office/drawing/2014/main" id="{AFF27A1B-CCBA-375B-8A71-3E2B4B342C9F}"/>
              </a:ext>
            </a:extLst>
          </p:cNvPr>
          <p:cNvSpPr>
            <a:spLocks noGrp="1" noChangeArrowheads="1"/>
          </p:cNvSpPr>
          <p:nvPr>
            <p:ph type="title"/>
          </p:nvPr>
        </p:nvSpPr>
        <p:spPr bwMode="auto">
          <a:xfrm>
            <a:off x="457200" y="1217143"/>
            <a:ext cx="8229600" cy="77169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a:latin typeface="Sakkal Majalla" panose="02000000000000000000" pitchFamily="2" charset="-78"/>
                <a:cs typeface="Sakkal Majalla" panose="02000000000000000000" pitchFamily="2" charset="-78"/>
              </a:rPr>
              <a:t>تقييم </a:t>
            </a:r>
            <a:br>
              <a:rPr lang="en-GB" altLang="en-US" dirty="0">
                <a:latin typeface="Sakkal Majalla" panose="02000000000000000000" pitchFamily="2" charset="-78"/>
                <a:cs typeface="Sakkal Majalla" panose="02000000000000000000" pitchFamily="2" charset="-78"/>
              </a:rPr>
            </a:br>
            <a:r>
              <a:rPr lang="ar">
                <a:latin typeface="Sakkal Majalla" panose="02000000000000000000" pitchFamily="2" charset="-78"/>
                <a:cs typeface="Sakkal Majalla" panose="02000000000000000000" pitchFamily="2" charset="-78"/>
              </a:rPr>
              <a:t>هدف التعلم (ج) (4)</a:t>
            </a:r>
            <a:endParaRPr lang="en-GB" altLang="en-US" b="0" dirty="0">
              <a:latin typeface="Sakkal Majalla" panose="02000000000000000000" pitchFamily="2" charset="-78"/>
              <a:cs typeface="Sakkal Majalla" panose="02000000000000000000" pitchFamily="2" charset="-78"/>
            </a:endParaRPr>
          </a:p>
        </p:txBody>
      </p:sp>
      <p:sp>
        <p:nvSpPr>
          <p:cNvPr id="3" name="Content Placeholder 3">
            <a:extLst>
              <a:ext uri="{FF2B5EF4-FFF2-40B4-BE49-F238E27FC236}">
                <a16:creationId xmlns:a16="http://schemas.microsoft.com/office/drawing/2014/main" id="{D210DF28-8722-C7FC-DE59-17FD0FD167D9}"/>
              </a:ext>
            </a:extLst>
          </p:cNvPr>
          <p:cNvSpPr>
            <a:spLocks noGrp="1" noChangeArrowheads="1"/>
          </p:cNvSpPr>
          <p:nvPr>
            <p:ph sz="half" idx="2"/>
          </p:nvPr>
        </p:nvSpPr>
        <p:spPr bwMode="auto">
          <a:xfrm>
            <a:off x="179513" y="2708920"/>
            <a:ext cx="8648773" cy="39604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2200">
                <a:latin typeface="Sakkal Majalla" panose="02000000000000000000" pitchFamily="2" charset="-78"/>
                <a:cs typeface="Sakkal Majalla" panose="02000000000000000000" pitchFamily="2" charset="-78"/>
              </a:rPr>
              <a:t>يجب على المتعلمين </a:t>
            </a:r>
            <a:r>
              <a:rPr lang="ar" sz="2200" b="1">
                <a:latin typeface="Sakkal Majalla" panose="02000000000000000000" pitchFamily="2" charset="-78"/>
                <a:cs typeface="Sakkal Majalla" panose="02000000000000000000" pitchFamily="2" charset="-78"/>
              </a:rPr>
              <a:t>كتابة تقرير</a:t>
            </a:r>
            <a:r>
              <a:rPr lang="ar" sz="2200">
                <a:latin typeface="Sakkal Majalla" panose="02000000000000000000" pitchFamily="2" charset="-78"/>
                <a:cs typeface="Sakkal Majalla" panose="02000000000000000000" pitchFamily="2" charset="-78"/>
              </a:rPr>
              <a:t> يتناول ما يلي:</a:t>
            </a:r>
          </a:p>
          <a:p>
            <a:pPr rtl="1"/>
            <a:r>
              <a:rPr lang="ar" sz="2200">
                <a:latin typeface="Sakkal Majalla" panose="02000000000000000000" pitchFamily="2" charset="-78"/>
                <a:cs typeface="Sakkal Majalla" panose="02000000000000000000" pitchFamily="2" charset="-78"/>
              </a:rPr>
              <a:t>اختيار أدوات القياس</a:t>
            </a:r>
          </a:p>
          <a:p>
            <a:pPr rtl="1"/>
            <a:r>
              <a:rPr lang="ar" sz="2200">
                <a:latin typeface="Sakkal Majalla" panose="02000000000000000000" pitchFamily="2" charset="-78"/>
                <a:cs typeface="Sakkal Majalla" panose="02000000000000000000" pitchFamily="2" charset="-78"/>
              </a:rPr>
              <a:t>طرق القياس المناسبة والآمنة.</a:t>
            </a:r>
          </a:p>
          <a:p>
            <a:pPr marL="0" indent="0" rtl="1">
              <a:buNone/>
            </a:pPr>
            <a:r>
              <a:rPr lang="ar" sz="2200">
                <a:latin typeface="Sakkal Majalla" panose="02000000000000000000" pitchFamily="2" charset="-78"/>
                <a:cs typeface="Sakkal Majalla" panose="02000000000000000000" pitchFamily="2" charset="-78"/>
              </a:rPr>
              <a:t>يجب على المتعلمين تضمين صور مشروحة توضح ممارسات العمل الآمنة. على سبيل المثال، ارتداء معدات الوقاية الشخصية المناسبة عند تنفيذ المهام.</a:t>
            </a:r>
          </a:p>
          <a:p>
            <a:pPr marL="0" indent="0" rtl="1">
              <a:buNone/>
            </a:pPr>
            <a:endParaRPr lang="en-GB" altLang="en-US" sz="2200" dirty="0">
              <a:latin typeface="Sakkal Majalla" panose="02000000000000000000" pitchFamily="2" charset="-78"/>
              <a:cs typeface="Sakkal Majalla" panose="02000000000000000000" pitchFamily="2" charset="-78"/>
            </a:endParaRPr>
          </a:p>
          <a:p>
            <a:pPr marL="0" indent="0" rtl="1">
              <a:buNone/>
            </a:pPr>
            <a:r>
              <a:rPr lang="ar" sz="2200">
                <a:latin typeface="Sakkal Majalla" panose="02000000000000000000" pitchFamily="2" charset="-78"/>
                <a:cs typeface="Sakkal Majalla" panose="02000000000000000000" pitchFamily="2" charset="-78"/>
              </a:rPr>
              <a:t>يسرد موجز الواجب المعتمد الأدلة التي يجب على المتعلمين تقديمها لتلبية معايير التقييم. يجب التحقق من الأدلة باعتبارها عمل المتعلم الفردي.</a:t>
            </a:r>
          </a:p>
          <a:p>
            <a:pPr marL="0" indent="0" rtl="1">
              <a:buNone/>
            </a:pPr>
            <a:endParaRPr lang="en-GB" altLang="en-US" sz="2200"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692B3516-E641-0391-7293-E9967E5D22FA}"/>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A103000360233</a:t>
            </a:r>
            <a:endParaRPr lang="ar" sz="1000" dirty="0"/>
          </a:p>
        </p:txBody>
      </p:sp>
    </p:spTree>
    <p:extLst>
      <p:ext uri="{BB962C8B-B14F-4D97-AF65-F5344CB8AC3E}">
        <p14:creationId xmlns:p14="http://schemas.microsoft.com/office/powerpoint/2010/main" val="1604137487"/>
      </p:ext>
    </p:extLst>
  </p:cSld>
  <p:clrMapOvr>
    <a:masterClrMapping/>
  </p:clrMapOvr>
  <p:transition>
    <p:sndAc>
      <p:stSnd>
        <p:snd r:embed="rId3" name="click.wav"/>
      </p:stSnd>
    </p:sndAc>
  </p:transition>
</p:sld>
</file>

<file path=ppt/theme/theme1.xml><?xml version="1.0" encoding="utf-8"?>
<a:theme xmlns:a="http://schemas.openxmlformats.org/drawingml/2006/main" name="1_Information Technolog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Constructio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3_Business">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4_Engineering">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5_Art and Desig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6_Hospitalit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7_Agriculture">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8_Travel and Tourism">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9_Creative Media">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10_Beauty Therap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7012c9df-7563-46f6-96ee-cebd66fd5577" xsi:nil="true"/>
    <lcf76f155ced4ddcb4097134ff3c332f xmlns="f63d1639-2e8e-4dfe-b2d4-ff2deac92409">
      <Terms xmlns="http://schemas.microsoft.com/office/infopath/2007/PartnerControls"/>
    </lcf76f155ced4ddcb4097134ff3c332f>
    <SharedWithUsers xmlns="7012c9df-7563-46f6-96ee-cebd66fd5577">
      <UserInfo>
        <DisplayName/>
        <AccountId xsi:nil="true"/>
        <AccountType/>
      </UserInfo>
    </SharedWithUsers>
    <MediaLengthInSeconds xmlns="f63d1639-2e8e-4dfe-b2d4-ff2deac92409" xsi:nil="true"/>
    <_Flow_SignoffStatus xmlns="f63d1639-2e8e-4dfe-b2d4-ff2deac92409" xsi:nil="true"/>
    <AdditionalInfo xmlns="f63d1639-2e8e-4dfe-b2d4-ff2deac92409"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1F2AC0EC27FF3458662E003F8FEC281" ma:contentTypeVersion="20" ma:contentTypeDescription="Create a new document." ma:contentTypeScope="" ma:versionID="7d267daa26e24eee3a5f4b0eb9224b47">
  <xsd:schema xmlns:xsd="http://www.w3.org/2001/XMLSchema" xmlns:xs="http://www.w3.org/2001/XMLSchema" xmlns:p="http://schemas.microsoft.com/office/2006/metadata/properties" xmlns:ns2="f63d1639-2e8e-4dfe-b2d4-ff2deac92409" xmlns:ns3="7012c9df-7563-46f6-96ee-cebd66fd5577" targetNamespace="http://schemas.microsoft.com/office/2006/metadata/properties" ma:root="true" ma:fieldsID="144a094b618d5dc1a3294a7bede64c09" ns2:_="" ns3:_="">
    <xsd:import namespace="f63d1639-2e8e-4dfe-b2d4-ff2deac92409"/>
    <xsd:import namespace="7012c9df-7563-46f6-96ee-cebd66fd5577"/>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Location" minOccurs="0"/>
                <xsd:element ref="ns2:MediaServiceObjectDetectorVersions" minOccurs="0"/>
                <xsd:element ref="ns2:_Flow_SignoffStatus" minOccurs="0"/>
                <xsd:element ref="ns2:MediaServiceSearchProperties" minOccurs="0"/>
                <xsd:element ref="ns2:AdditionalInfo"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63d1639-2e8e-4dfe-b2d4-ff2deac9240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ternalName="MediaServiceLocation" ma:readOnly="true">
      <xsd:simpleType>
        <xsd:restriction base="dms:Text"/>
      </xsd:simple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_Flow_SignoffStatus" ma:index="25" nillable="true" ma:displayName="Sign-off status" ma:internalName="Sign_x002d_off_x0020_status">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AdditionalInfo" ma:index="27" nillable="true" ma:displayName="Additional Info" ma:format="Dropdown" ma:internalName="AdditionalInfo">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012c9df-7563-46f6-96ee-cebd66fd5577"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68bf6128-19fb-458b-8dd6-b174ec593e06}" ma:internalName="TaxCatchAll" ma:showField="CatchAllData" ma:web="7012c9df-7563-46f6-96ee-cebd66fd557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AA2910D-4917-49C0-8FBC-BFF7ABD28CFE}">
  <ds:schemaRefs>
    <ds:schemaRef ds:uri="http://schemas.microsoft.com/sharepoint/v3/contenttype/forms"/>
  </ds:schemaRefs>
</ds:datastoreItem>
</file>

<file path=customXml/itemProps2.xml><?xml version="1.0" encoding="utf-8"?>
<ds:datastoreItem xmlns:ds="http://schemas.openxmlformats.org/officeDocument/2006/customXml" ds:itemID="{5C1922DD-4FDE-4AA0-BA75-46EBDBC2A39F}">
  <ds:schemaRefs>
    <ds:schemaRef ds:uri="http://schemas.microsoft.com/office/2006/metadata/properties"/>
    <ds:schemaRef ds:uri="http://schemas.microsoft.com/office/infopath/2007/PartnerControls"/>
    <ds:schemaRef ds:uri="a26a0597-d0d1-4250-940c-88e9bf9d5597"/>
    <ds:schemaRef ds:uri="6881431a-e3b2-481e-ba90-fae26e2fa83c"/>
    <ds:schemaRef ds:uri="7c1bd8dc-4e40-424f-a15f-9ffcd522197f"/>
    <ds:schemaRef ds:uri="6125ffc9-2c56-435e-8267-1393444907b2"/>
  </ds:schemaRefs>
</ds:datastoreItem>
</file>

<file path=customXml/itemProps3.xml><?xml version="1.0" encoding="utf-8"?>
<ds:datastoreItem xmlns:ds="http://schemas.openxmlformats.org/officeDocument/2006/customXml" ds:itemID="{05A4405E-06C9-44B0-ACD0-21E8E224D8AF}"/>
</file>

<file path=docProps/app.xml><?xml version="1.0" encoding="utf-8"?>
<Properties xmlns="http://schemas.openxmlformats.org/officeDocument/2006/extended-properties" xmlns:vt="http://schemas.openxmlformats.org/officeDocument/2006/docPropsVTypes">
  <TotalTime>17986</TotalTime>
  <Words>2220</Words>
  <Application>Microsoft Office PowerPoint</Application>
  <PresentationFormat>On-screen Show (4:3)</PresentationFormat>
  <Paragraphs>388</Paragraphs>
  <Slides>36</Slides>
  <Notes>35</Notes>
  <HiddenSlides>0</HiddenSlides>
  <MMClips>0</MMClips>
  <ScaleCrop>false</ScaleCrop>
  <HeadingPairs>
    <vt:vector size="6" baseType="variant">
      <vt:variant>
        <vt:lpstr>Fonts Used</vt:lpstr>
      </vt:variant>
      <vt:variant>
        <vt:i4>5</vt:i4>
      </vt:variant>
      <vt:variant>
        <vt:lpstr>Theme</vt:lpstr>
      </vt:variant>
      <vt:variant>
        <vt:i4>10</vt:i4>
      </vt:variant>
      <vt:variant>
        <vt:lpstr>Slide Titles</vt:lpstr>
      </vt:variant>
      <vt:variant>
        <vt:i4>36</vt:i4>
      </vt:variant>
    </vt:vector>
  </HeadingPairs>
  <TitlesOfParts>
    <vt:vector size="51" baseType="lpstr">
      <vt:lpstr>Arial</vt:lpstr>
      <vt:lpstr>Calibri</vt:lpstr>
      <vt:lpstr>Sakkal Majalla</vt:lpstr>
      <vt:lpstr>Verdana</vt:lpstr>
      <vt:lpstr>Wingdings</vt:lpstr>
      <vt:lpstr>1_Information Technology</vt:lpstr>
      <vt:lpstr>2_Construction</vt:lpstr>
      <vt:lpstr>3_Business</vt:lpstr>
      <vt:lpstr>4_Engineering</vt:lpstr>
      <vt:lpstr>5_Art and Design</vt:lpstr>
      <vt:lpstr>6_Hospitality</vt:lpstr>
      <vt:lpstr>7_Agriculture</vt:lpstr>
      <vt:lpstr>8_Travel and Tourism</vt:lpstr>
      <vt:lpstr>9_Creative Media</vt:lpstr>
      <vt:lpstr>10_Beauty Therapy</vt:lpstr>
      <vt:lpstr>الوحدة 22  إنشاء الدوائر الكهربائية والإلكترونية واختبارها </vt:lpstr>
      <vt:lpstr>إنشاء الدوائر الكهربائية والإلكترونية واختبارها</vt:lpstr>
      <vt:lpstr>أهداف التعلم</vt:lpstr>
      <vt:lpstr>هدف التعلم (أ)  </vt:lpstr>
      <vt:lpstr>ممارسات العمل الآمنة (1)</vt:lpstr>
      <vt:lpstr>ممارسات العمل الآمنة (2)</vt:lpstr>
      <vt:lpstr>المبادئ الكهربائية والإلكترونية (1)</vt:lpstr>
      <vt:lpstr>المبادئ الكهربائية والإلكترونية (2)</vt:lpstr>
      <vt:lpstr>الدوائر (1)</vt:lpstr>
      <vt:lpstr>الدوائر (2)</vt:lpstr>
      <vt:lpstr>هدف التعلم (ب)  </vt:lpstr>
      <vt:lpstr>المكونات (1)</vt:lpstr>
      <vt:lpstr>المكونات (2)</vt:lpstr>
      <vt:lpstr>إنشاء الدوائر (1)</vt:lpstr>
      <vt:lpstr>إنشاء الدوائر (2)</vt:lpstr>
      <vt:lpstr>تشغيل الدائرة (1)</vt:lpstr>
      <vt:lpstr>تشغيل الدائرة (2)</vt:lpstr>
      <vt:lpstr>تقييم  أهداف التعلم (أ) و(ب) (1)</vt:lpstr>
      <vt:lpstr>تقييم  أهداف التعلم (أ) و(ب) (2)</vt:lpstr>
      <vt:lpstr>تقييم  أهداف التعلم (أ) و(ب) (3)</vt:lpstr>
      <vt:lpstr>تقييم  أهداف التعلم (أ) و(ب) (4)</vt:lpstr>
      <vt:lpstr>هدف التعلم (ج)  </vt:lpstr>
      <vt:lpstr>القياس والاختبار (1)</vt:lpstr>
      <vt:lpstr>القياس والاختبار (2)</vt:lpstr>
      <vt:lpstr>تقنيات اكتشاف الأعطال (1)</vt:lpstr>
      <vt:lpstr>تقنيات اكتشاف الأعطال (2)</vt:lpstr>
      <vt:lpstr>تقنيات اكتشاف الأعطال (3)</vt:lpstr>
      <vt:lpstr>تقنيات اكتشاف الأعطال (4)</vt:lpstr>
      <vt:lpstr>تقنيات اكتشاف الأعطال (5)</vt:lpstr>
      <vt:lpstr>تقنيات اكتشاف الأعطال (6)</vt:lpstr>
      <vt:lpstr>تقنيات اكتشاف الأعطال (7)</vt:lpstr>
      <vt:lpstr>تقنيات اكتشاف الأعطال (8)</vt:lpstr>
      <vt:lpstr>تقييم  هدف التعلم (ج) (1)</vt:lpstr>
      <vt:lpstr>تقييم  هدف التعلم (ج) (2)</vt:lpstr>
      <vt:lpstr>تقييم  هدف التعلم (ج) (3)</vt:lpstr>
      <vt:lpstr>تقييم  هدف التعلم (ج) (4)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3  Construction Science</dc:title>
  <dc:creator>Microsoft Office User</dc:creator>
  <cp:lastModifiedBy>Paul Winser</cp:lastModifiedBy>
  <cp:revision>120</cp:revision>
  <dcterms:created xsi:type="dcterms:W3CDTF">2020-07-15T07:14:47Z</dcterms:created>
  <dcterms:modified xsi:type="dcterms:W3CDTF">2023-11-21T20:54:22Z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anguage">
    <vt:lpwstr>English</vt:lpwstr>
  </property>
  <property fmtid="{D5CDD505-2E9C-101B-9397-08002B2CF9AE}" pid="3" name="ContentTypeId">
    <vt:lpwstr>0x01010011F2AC0EC27FF3458662E003F8FEC281</vt:lpwstr>
  </property>
  <property fmtid="{D5CDD505-2E9C-101B-9397-08002B2CF9AE}" pid="4" name="Order">
    <vt:r8>14357900</vt:r8>
  </property>
  <property fmtid="{D5CDD505-2E9C-101B-9397-08002B2CF9AE}" pid="5" name="xd_Signature">
    <vt:bool>false</vt:bool>
  </property>
  <property fmtid="{D5CDD505-2E9C-101B-9397-08002B2CF9AE}" pid="6" name="xd_ProgID">
    <vt:lpwstr/>
  </property>
  <property fmtid="{D5CDD505-2E9C-101B-9397-08002B2CF9AE}" pid="7" name="_SourceUrl">
    <vt:lpwstr/>
  </property>
  <property fmtid="{D5CDD505-2E9C-101B-9397-08002B2CF9AE}" pid="8" name="_SharedFileIndex">
    <vt:lpwstr/>
  </property>
  <property fmtid="{D5CDD505-2E9C-101B-9397-08002B2CF9AE}" pid="9" name="ComplianceAssetId">
    <vt:lpwstr/>
  </property>
  <property fmtid="{D5CDD505-2E9C-101B-9397-08002B2CF9AE}" pid="10" name="TemplateUrl">
    <vt:lpwstr/>
  </property>
  <property fmtid="{D5CDD505-2E9C-101B-9397-08002B2CF9AE}" pid="11" name="_ExtendedDescription">
    <vt:lpwstr/>
  </property>
  <property fmtid="{D5CDD505-2E9C-101B-9397-08002B2CF9AE}" pid="12" name="TriggerFlowInfo">
    <vt:lpwstr/>
  </property>
  <property fmtid="{D5CDD505-2E9C-101B-9397-08002B2CF9AE}" pid="13" name="MediaServiceImageTags">
    <vt:lpwstr/>
  </property>
</Properties>
</file>