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6"/>
  </p:notesMasterIdLst>
  <p:sldIdLst>
    <p:sldId id="256" r:id="rId14"/>
    <p:sldId id="258" r:id="rId15"/>
    <p:sldId id="330" r:id="rId16"/>
    <p:sldId id="305" r:id="rId17"/>
    <p:sldId id="310" r:id="rId18"/>
    <p:sldId id="311" r:id="rId19"/>
    <p:sldId id="312" r:id="rId20"/>
    <p:sldId id="313" r:id="rId21"/>
    <p:sldId id="314" r:id="rId22"/>
    <p:sldId id="315" r:id="rId23"/>
    <p:sldId id="306" r:id="rId24"/>
    <p:sldId id="307" r:id="rId25"/>
    <p:sldId id="316" r:id="rId26"/>
    <p:sldId id="317" r:id="rId27"/>
    <p:sldId id="318" r:id="rId28"/>
    <p:sldId id="319" r:id="rId29"/>
    <p:sldId id="320" r:id="rId30"/>
    <p:sldId id="308" r:id="rId31"/>
    <p:sldId id="309" r:id="rId32"/>
    <p:sldId id="321" r:id="rId33"/>
    <p:sldId id="322" r:id="rId34"/>
    <p:sldId id="323" r:id="rId35"/>
    <p:sldId id="324" r:id="rId36"/>
    <p:sldId id="325" r:id="rId37"/>
    <p:sldId id="326" r:id="rId38"/>
    <p:sldId id="327" r:id="rId39"/>
    <p:sldId id="328" r:id="rId40"/>
    <p:sldId id="329" r:id="rId41"/>
    <p:sldId id="332" r:id="rId42"/>
    <p:sldId id="334" r:id="rId43"/>
    <p:sldId id="335" r:id="rId44"/>
    <p:sldId id="336" r:id="rId45"/>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3B1572-0C61-4FAF-A7CC-447D813587A5}" v="33" dt="2025-01-23T09:28:19.986"/>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320" autoAdjust="0"/>
    <p:restoredTop sz="88612" autoAdjust="0"/>
  </p:normalViewPr>
  <p:slideViewPr>
    <p:cSldViewPr>
      <p:cViewPr varScale="1">
        <p:scale>
          <a:sx n="139" d="100"/>
          <a:sy n="139" d="100"/>
        </p:scale>
        <p:origin x="2496" y="126"/>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notesMaster" Target="notesMasters/notesMaster1.xml"/><Relationship Id="rId20" Type="http://schemas.openxmlformats.org/officeDocument/2006/relationships/slide" Target="slides/slide7.xml"/><Relationship Id="rId41" Type="http://schemas.openxmlformats.org/officeDocument/2006/relationships/slide" Target="slides/slide28.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8E3B1572-0C61-4FAF-A7CC-447D813587A5}"/>
    <pc:docChg chg="addSld modSld">
      <pc:chgData name="Paul Winser" userId="c3146a91-e6bd-4264-bd86-e164e04bc32d" providerId="ADAL" clId="{8E3B1572-0C61-4FAF-A7CC-447D813587A5}" dt="2025-01-23T09:28:19.985" v="42"/>
      <pc:docMkLst>
        <pc:docMk/>
      </pc:docMkLst>
      <pc:sldChg chg="addSp modSp mod">
        <pc:chgData name="Paul Winser" userId="c3146a91-e6bd-4264-bd86-e164e04bc32d" providerId="ADAL" clId="{8E3B1572-0C61-4FAF-A7CC-447D813587A5}" dt="2025-01-06T11:35:44.273" v="4" actId="20577"/>
        <pc:sldMkLst>
          <pc:docMk/>
          <pc:sldMk cId="0" sldId="256"/>
        </pc:sldMkLst>
        <pc:spChg chg="add mod">
          <ac:chgData name="Paul Winser" userId="c3146a91-e6bd-4264-bd86-e164e04bc32d" providerId="ADAL" clId="{8E3B1572-0C61-4FAF-A7CC-447D813587A5}" dt="2025-01-06T11:35:44.273" v="4" actId="20577"/>
          <ac:spMkLst>
            <pc:docMk/>
            <pc:sldMk cId="0" sldId="256"/>
            <ac:spMk id="2" creationId="{F82FA300-7EE5-28EC-6373-F54B0B69B816}"/>
          </ac:spMkLst>
        </pc:spChg>
      </pc:sldChg>
      <pc:sldChg chg="addSp modSp modNotesTx">
        <pc:chgData name="Paul Winser" userId="c3146a91-e6bd-4264-bd86-e164e04bc32d" providerId="ADAL" clId="{8E3B1572-0C61-4FAF-A7CC-447D813587A5}" dt="2025-01-06T11:35:52.168" v="6" actId="6549"/>
        <pc:sldMkLst>
          <pc:docMk/>
          <pc:sldMk cId="0" sldId="258"/>
        </pc:sldMkLst>
        <pc:spChg chg="add mod">
          <ac:chgData name="Paul Winser" userId="c3146a91-e6bd-4264-bd86-e164e04bc32d" providerId="ADAL" clId="{8E3B1572-0C61-4FAF-A7CC-447D813587A5}" dt="2025-01-06T11:35:50.467" v="5"/>
          <ac:spMkLst>
            <pc:docMk/>
            <pc:sldMk cId="0" sldId="258"/>
            <ac:spMk id="2" creationId="{B691E08D-1142-03F4-6775-80AEA1B8BCED}"/>
          </ac:spMkLst>
        </pc:spChg>
      </pc:sldChg>
      <pc:sldChg chg="addSp modSp mod">
        <pc:chgData name="Paul Winser" userId="c3146a91-e6bd-4264-bd86-e164e04bc32d" providerId="ADAL" clId="{8E3B1572-0C61-4FAF-A7CC-447D813587A5}" dt="2025-01-14T16:01:46.148" v="36" actId="1076"/>
        <pc:sldMkLst>
          <pc:docMk/>
          <pc:sldMk cId="884549766" sldId="305"/>
        </pc:sldMkLst>
        <pc:spChg chg="add mod">
          <ac:chgData name="Paul Winser" userId="c3146a91-e6bd-4264-bd86-e164e04bc32d" providerId="ADAL" clId="{8E3B1572-0C61-4FAF-A7CC-447D813587A5}" dt="2025-01-06T11:35:56.575" v="8"/>
          <ac:spMkLst>
            <pc:docMk/>
            <pc:sldMk cId="884549766" sldId="305"/>
            <ac:spMk id="2" creationId="{2A1A95F9-3C71-D7B3-98AD-062429B0E13E}"/>
          </ac:spMkLst>
        </pc:spChg>
        <pc:picChg chg="mod">
          <ac:chgData name="Paul Winser" userId="c3146a91-e6bd-4264-bd86-e164e04bc32d" providerId="ADAL" clId="{8E3B1572-0C61-4FAF-A7CC-447D813587A5}" dt="2025-01-14T16:01:46.148" v="36" actId="1076"/>
          <ac:picMkLst>
            <pc:docMk/>
            <pc:sldMk cId="884549766" sldId="305"/>
            <ac:picMk id="5" creationId="{A63197ED-8454-DF64-C8BA-4E0921AF8D39}"/>
          </ac:picMkLst>
        </pc:picChg>
      </pc:sldChg>
      <pc:sldChg chg="addSp modSp">
        <pc:chgData name="Paul Winser" userId="c3146a91-e6bd-4264-bd86-e164e04bc32d" providerId="ADAL" clId="{8E3B1572-0C61-4FAF-A7CC-447D813587A5}" dt="2025-01-06T11:36:10.464" v="15"/>
        <pc:sldMkLst>
          <pc:docMk/>
          <pc:sldMk cId="588007661" sldId="306"/>
        </pc:sldMkLst>
        <pc:spChg chg="add mod">
          <ac:chgData name="Paul Winser" userId="c3146a91-e6bd-4264-bd86-e164e04bc32d" providerId="ADAL" clId="{8E3B1572-0C61-4FAF-A7CC-447D813587A5}" dt="2025-01-06T11:36:10.464" v="15"/>
          <ac:spMkLst>
            <pc:docMk/>
            <pc:sldMk cId="588007661" sldId="306"/>
            <ac:spMk id="2" creationId="{84B2E6B0-78F0-01B7-0344-6F5A199EDF44}"/>
          </ac:spMkLst>
        </pc:spChg>
      </pc:sldChg>
      <pc:sldChg chg="addSp modSp">
        <pc:chgData name="Paul Winser" userId="c3146a91-e6bd-4264-bd86-e164e04bc32d" providerId="ADAL" clId="{8E3B1572-0C61-4FAF-A7CC-447D813587A5}" dt="2025-01-06T11:36:12.063" v="16"/>
        <pc:sldMkLst>
          <pc:docMk/>
          <pc:sldMk cId="3621417310" sldId="307"/>
        </pc:sldMkLst>
        <pc:spChg chg="add mod">
          <ac:chgData name="Paul Winser" userId="c3146a91-e6bd-4264-bd86-e164e04bc32d" providerId="ADAL" clId="{8E3B1572-0C61-4FAF-A7CC-447D813587A5}" dt="2025-01-06T11:36:12.063" v="16"/>
          <ac:spMkLst>
            <pc:docMk/>
            <pc:sldMk cId="3621417310" sldId="307"/>
            <ac:spMk id="3" creationId="{98C1A29E-7050-891C-7B56-01E091726FB9}"/>
          </ac:spMkLst>
        </pc:spChg>
      </pc:sldChg>
      <pc:sldChg chg="addSp modSp">
        <pc:chgData name="Paul Winser" userId="c3146a91-e6bd-4264-bd86-e164e04bc32d" providerId="ADAL" clId="{8E3B1572-0C61-4FAF-A7CC-447D813587A5}" dt="2025-01-06T11:36:20.217" v="22"/>
        <pc:sldMkLst>
          <pc:docMk/>
          <pc:sldMk cId="2005355495" sldId="308"/>
        </pc:sldMkLst>
        <pc:spChg chg="add mod">
          <ac:chgData name="Paul Winser" userId="c3146a91-e6bd-4264-bd86-e164e04bc32d" providerId="ADAL" clId="{8E3B1572-0C61-4FAF-A7CC-447D813587A5}" dt="2025-01-06T11:36:20.217" v="22"/>
          <ac:spMkLst>
            <pc:docMk/>
            <pc:sldMk cId="2005355495" sldId="308"/>
            <ac:spMk id="2" creationId="{5FD259A1-CDB9-FB81-C845-32A4F6B927E7}"/>
          </ac:spMkLst>
        </pc:spChg>
      </pc:sldChg>
      <pc:sldChg chg="addSp modSp mod">
        <pc:chgData name="Paul Winser" userId="c3146a91-e6bd-4264-bd86-e164e04bc32d" providerId="ADAL" clId="{8E3B1572-0C61-4FAF-A7CC-447D813587A5}" dt="2025-01-14T16:02:26" v="41" actId="1076"/>
        <pc:sldMkLst>
          <pc:docMk/>
          <pc:sldMk cId="47175209" sldId="309"/>
        </pc:sldMkLst>
        <pc:spChg chg="add mod">
          <ac:chgData name="Paul Winser" userId="c3146a91-e6bd-4264-bd86-e164e04bc32d" providerId="ADAL" clId="{8E3B1572-0C61-4FAF-A7CC-447D813587A5}" dt="2025-01-06T11:36:21.561" v="23"/>
          <ac:spMkLst>
            <pc:docMk/>
            <pc:sldMk cId="47175209" sldId="309"/>
            <ac:spMk id="2" creationId="{4BF3C1E5-65F9-A187-0ECE-85BE9935D249}"/>
          </ac:spMkLst>
        </pc:spChg>
        <pc:picChg chg="mod">
          <ac:chgData name="Paul Winser" userId="c3146a91-e6bd-4264-bd86-e164e04bc32d" providerId="ADAL" clId="{8E3B1572-0C61-4FAF-A7CC-447D813587A5}" dt="2025-01-14T16:02:26" v="41" actId="1076"/>
          <ac:picMkLst>
            <pc:docMk/>
            <pc:sldMk cId="47175209" sldId="309"/>
            <ac:picMk id="5" creationId="{6F1660EF-F8C2-2664-CBCC-5BBAA12D67B9}"/>
          </ac:picMkLst>
        </pc:picChg>
      </pc:sldChg>
      <pc:sldChg chg="addSp modSp">
        <pc:chgData name="Paul Winser" userId="c3146a91-e6bd-4264-bd86-e164e04bc32d" providerId="ADAL" clId="{8E3B1572-0C61-4FAF-A7CC-447D813587A5}" dt="2025-01-06T11:35:59.224" v="9"/>
        <pc:sldMkLst>
          <pc:docMk/>
          <pc:sldMk cId="1162768127" sldId="310"/>
        </pc:sldMkLst>
        <pc:spChg chg="add mod">
          <ac:chgData name="Paul Winser" userId="c3146a91-e6bd-4264-bd86-e164e04bc32d" providerId="ADAL" clId="{8E3B1572-0C61-4FAF-A7CC-447D813587A5}" dt="2025-01-06T11:35:59.224" v="9"/>
          <ac:spMkLst>
            <pc:docMk/>
            <pc:sldMk cId="1162768127" sldId="310"/>
            <ac:spMk id="2" creationId="{9602C5C6-1050-EFEE-8100-D71E3C0D50C2}"/>
          </ac:spMkLst>
        </pc:spChg>
      </pc:sldChg>
      <pc:sldChg chg="addSp modSp">
        <pc:chgData name="Paul Winser" userId="c3146a91-e6bd-4264-bd86-e164e04bc32d" providerId="ADAL" clId="{8E3B1572-0C61-4FAF-A7CC-447D813587A5}" dt="2025-01-06T11:36:01.120" v="10"/>
        <pc:sldMkLst>
          <pc:docMk/>
          <pc:sldMk cId="2888606812" sldId="311"/>
        </pc:sldMkLst>
        <pc:spChg chg="add mod">
          <ac:chgData name="Paul Winser" userId="c3146a91-e6bd-4264-bd86-e164e04bc32d" providerId="ADAL" clId="{8E3B1572-0C61-4FAF-A7CC-447D813587A5}" dt="2025-01-06T11:36:01.120" v="10"/>
          <ac:spMkLst>
            <pc:docMk/>
            <pc:sldMk cId="2888606812" sldId="311"/>
            <ac:spMk id="2" creationId="{903ACDA1-F9CF-FE68-6879-3A93AB5C97E1}"/>
          </ac:spMkLst>
        </pc:spChg>
      </pc:sldChg>
      <pc:sldChg chg="addSp modSp">
        <pc:chgData name="Paul Winser" userId="c3146a91-e6bd-4264-bd86-e164e04bc32d" providerId="ADAL" clId="{8E3B1572-0C61-4FAF-A7CC-447D813587A5}" dt="2025-01-06T11:36:02.832" v="11"/>
        <pc:sldMkLst>
          <pc:docMk/>
          <pc:sldMk cId="2354443665" sldId="312"/>
        </pc:sldMkLst>
        <pc:spChg chg="add mod">
          <ac:chgData name="Paul Winser" userId="c3146a91-e6bd-4264-bd86-e164e04bc32d" providerId="ADAL" clId="{8E3B1572-0C61-4FAF-A7CC-447D813587A5}" dt="2025-01-06T11:36:02.832" v="11"/>
          <ac:spMkLst>
            <pc:docMk/>
            <pc:sldMk cId="2354443665" sldId="312"/>
            <ac:spMk id="2" creationId="{E20A1F32-3995-8193-7C7F-6AF595853F9B}"/>
          </ac:spMkLst>
        </pc:spChg>
      </pc:sldChg>
      <pc:sldChg chg="addSp modSp">
        <pc:chgData name="Paul Winser" userId="c3146a91-e6bd-4264-bd86-e164e04bc32d" providerId="ADAL" clId="{8E3B1572-0C61-4FAF-A7CC-447D813587A5}" dt="2025-01-06T11:36:04.810" v="12"/>
        <pc:sldMkLst>
          <pc:docMk/>
          <pc:sldMk cId="3891976309" sldId="313"/>
        </pc:sldMkLst>
        <pc:spChg chg="add mod">
          <ac:chgData name="Paul Winser" userId="c3146a91-e6bd-4264-bd86-e164e04bc32d" providerId="ADAL" clId="{8E3B1572-0C61-4FAF-A7CC-447D813587A5}" dt="2025-01-06T11:36:04.810" v="12"/>
          <ac:spMkLst>
            <pc:docMk/>
            <pc:sldMk cId="3891976309" sldId="313"/>
            <ac:spMk id="2" creationId="{99B3C802-6F6E-4AAB-AABE-C228BEF14D13}"/>
          </ac:spMkLst>
        </pc:spChg>
      </pc:sldChg>
      <pc:sldChg chg="addSp modSp mod">
        <pc:chgData name="Paul Winser" userId="c3146a91-e6bd-4264-bd86-e164e04bc32d" providerId="ADAL" clId="{8E3B1572-0C61-4FAF-A7CC-447D813587A5}" dt="2025-01-14T16:02:04.321" v="37" actId="1076"/>
        <pc:sldMkLst>
          <pc:docMk/>
          <pc:sldMk cId="3044099656" sldId="314"/>
        </pc:sldMkLst>
        <pc:spChg chg="add mod">
          <ac:chgData name="Paul Winser" userId="c3146a91-e6bd-4264-bd86-e164e04bc32d" providerId="ADAL" clId="{8E3B1572-0C61-4FAF-A7CC-447D813587A5}" dt="2025-01-06T11:36:06.381" v="13"/>
          <ac:spMkLst>
            <pc:docMk/>
            <pc:sldMk cId="3044099656" sldId="314"/>
            <ac:spMk id="2" creationId="{D930614A-DAA4-526F-199E-1EA4BF9B6541}"/>
          </ac:spMkLst>
        </pc:spChg>
        <pc:picChg chg="mod">
          <ac:chgData name="Paul Winser" userId="c3146a91-e6bd-4264-bd86-e164e04bc32d" providerId="ADAL" clId="{8E3B1572-0C61-4FAF-A7CC-447D813587A5}" dt="2025-01-14T16:02:04.321" v="37" actId="1076"/>
          <ac:picMkLst>
            <pc:docMk/>
            <pc:sldMk cId="3044099656" sldId="314"/>
            <ac:picMk id="5" creationId="{D9BB9F56-DDA3-3D5D-C933-F42B79AAC734}"/>
          </ac:picMkLst>
        </pc:picChg>
      </pc:sldChg>
      <pc:sldChg chg="addSp modSp">
        <pc:chgData name="Paul Winser" userId="c3146a91-e6bd-4264-bd86-e164e04bc32d" providerId="ADAL" clId="{8E3B1572-0C61-4FAF-A7CC-447D813587A5}" dt="2025-01-06T11:36:08.800" v="14"/>
        <pc:sldMkLst>
          <pc:docMk/>
          <pc:sldMk cId="2008013506" sldId="315"/>
        </pc:sldMkLst>
        <pc:spChg chg="add mod">
          <ac:chgData name="Paul Winser" userId="c3146a91-e6bd-4264-bd86-e164e04bc32d" providerId="ADAL" clId="{8E3B1572-0C61-4FAF-A7CC-447D813587A5}" dt="2025-01-06T11:36:08.800" v="14"/>
          <ac:spMkLst>
            <pc:docMk/>
            <pc:sldMk cId="2008013506" sldId="315"/>
            <ac:spMk id="2" creationId="{FA43FB2E-9536-DC0D-3C5F-E1CAF50DC888}"/>
          </ac:spMkLst>
        </pc:spChg>
      </pc:sldChg>
      <pc:sldChg chg="addSp modSp">
        <pc:chgData name="Paul Winser" userId="c3146a91-e6bd-4264-bd86-e164e04bc32d" providerId="ADAL" clId="{8E3B1572-0C61-4FAF-A7CC-447D813587A5}" dt="2025-01-06T11:36:13.429" v="17"/>
        <pc:sldMkLst>
          <pc:docMk/>
          <pc:sldMk cId="3777490032" sldId="316"/>
        </pc:sldMkLst>
        <pc:spChg chg="add mod">
          <ac:chgData name="Paul Winser" userId="c3146a91-e6bd-4264-bd86-e164e04bc32d" providerId="ADAL" clId="{8E3B1572-0C61-4FAF-A7CC-447D813587A5}" dt="2025-01-06T11:36:13.429" v="17"/>
          <ac:spMkLst>
            <pc:docMk/>
            <pc:sldMk cId="3777490032" sldId="316"/>
            <ac:spMk id="3" creationId="{34F95631-3E42-C49B-0430-E600DEAB1AA5}"/>
          </ac:spMkLst>
        </pc:spChg>
      </pc:sldChg>
      <pc:sldChg chg="addSp modSp">
        <pc:chgData name="Paul Winser" userId="c3146a91-e6bd-4264-bd86-e164e04bc32d" providerId="ADAL" clId="{8E3B1572-0C61-4FAF-A7CC-447D813587A5}" dt="2025-01-06T11:36:14.675" v="18"/>
        <pc:sldMkLst>
          <pc:docMk/>
          <pc:sldMk cId="2741289304" sldId="317"/>
        </pc:sldMkLst>
        <pc:spChg chg="add mod">
          <ac:chgData name="Paul Winser" userId="c3146a91-e6bd-4264-bd86-e164e04bc32d" providerId="ADAL" clId="{8E3B1572-0C61-4FAF-A7CC-447D813587A5}" dt="2025-01-06T11:36:14.675" v="18"/>
          <ac:spMkLst>
            <pc:docMk/>
            <pc:sldMk cId="2741289304" sldId="317"/>
            <ac:spMk id="3" creationId="{7E97E67B-8C30-27D5-3F9B-22CDD3715280}"/>
          </ac:spMkLst>
        </pc:spChg>
      </pc:sldChg>
      <pc:sldChg chg="addSp modSp">
        <pc:chgData name="Paul Winser" userId="c3146a91-e6bd-4264-bd86-e164e04bc32d" providerId="ADAL" clId="{8E3B1572-0C61-4FAF-A7CC-447D813587A5}" dt="2025-01-06T11:36:16.127" v="19"/>
        <pc:sldMkLst>
          <pc:docMk/>
          <pc:sldMk cId="3051251385" sldId="318"/>
        </pc:sldMkLst>
        <pc:spChg chg="add mod">
          <ac:chgData name="Paul Winser" userId="c3146a91-e6bd-4264-bd86-e164e04bc32d" providerId="ADAL" clId="{8E3B1572-0C61-4FAF-A7CC-447D813587A5}" dt="2025-01-06T11:36:16.127" v="19"/>
          <ac:spMkLst>
            <pc:docMk/>
            <pc:sldMk cId="3051251385" sldId="318"/>
            <ac:spMk id="3" creationId="{C399F999-15A2-747E-9EB5-64FABAEA6A5F}"/>
          </ac:spMkLst>
        </pc:spChg>
      </pc:sldChg>
      <pc:sldChg chg="addSp modSp">
        <pc:chgData name="Paul Winser" userId="c3146a91-e6bd-4264-bd86-e164e04bc32d" providerId="ADAL" clId="{8E3B1572-0C61-4FAF-A7CC-447D813587A5}" dt="2025-01-06T11:36:17.499" v="20"/>
        <pc:sldMkLst>
          <pc:docMk/>
          <pc:sldMk cId="2333411364" sldId="319"/>
        </pc:sldMkLst>
        <pc:spChg chg="add mod">
          <ac:chgData name="Paul Winser" userId="c3146a91-e6bd-4264-bd86-e164e04bc32d" providerId="ADAL" clId="{8E3B1572-0C61-4FAF-A7CC-447D813587A5}" dt="2025-01-06T11:36:17.499" v="20"/>
          <ac:spMkLst>
            <pc:docMk/>
            <pc:sldMk cId="2333411364" sldId="319"/>
            <ac:spMk id="3" creationId="{C6772BF8-9694-028C-85C7-57EEFFC81E1D}"/>
          </ac:spMkLst>
        </pc:spChg>
      </pc:sldChg>
      <pc:sldChg chg="addSp modSp mod">
        <pc:chgData name="Paul Winser" userId="c3146a91-e6bd-4264-bd86-e164e04bc32d" providerId="ADAL" clId="{8E3B1572-0C61-4FAF-A7CC-447D813587A5}" dt="2025-01-14T16:02:19.604" v="39" actId="1076"/>
        <pc:sldMkLst>
          <pc:docMk/>
          <pc:sldMk cId="471329021" sldId="320"/>
        </pc:sldMkLst>
        <pc:spChg chg="add mod">
          <ac:chgData name="Paul Winser" userId="c3146a91-e6bd-4264-bd86-e164e04bc32d" providerId="ADAL" clId="{8E3B1572-0C61-4FAF-A7CC-447D813587A5}" dt="2025-01-06T11:36:18.876" v="21"/>
          <ac:spMkLst>
            <pc:docMk/>
            <pc:sldMk cId="471329021" sldId="320"/>
            <ac:spMk id="3" creationId="{89A65408-8BA2-4DC1-8EB0-E5014A7766B2}"/>
          </ac:spMkLst>
        </pc:spChg>
        <pc:picChg chg="mod">
          <ac:chgData name="Paul Winser" userId="c3146a91-e6bd-4264-bd86-e164e04bc32d" providerId="ADAL" clId="{8E3B1572-0C61-4FAF-A7CC-447D813587A5}" dt="2025-01-14T16:02:19.604" v="39" actId="1076"/>
          <ac:picMkLst>
            <pc:docMk/>
            <pc:sldMk cId="471329021" sldId="320"/>
            <ac:picMk id="5" creationId="{B16382B2-F280-955C-19E1-958F922020D1}"/>
          </ac:picMkLst>
        </pc:picChg>
      </pc:sldChg>
      <pc:sldChg chg="addSp modSp">
        <pc:chgData name="Paul Winser" userId="c3146a91-e6bd-4264-bd86-e164e04bc32d" providerId="ADAL" clId="{8E3B1572-0C61-4FAF-A7CC-447D813587A5}" dt="2025-01-06T11:36:23.022" v="24"/>
        <pc:sldMkLst>
          <pc:docMk/>
          <pc:sldMk cId="3987240879" sldId="321"/>
        </pc:sldMkLst>
        <pc:spChg chg="add mod">
          <ac:chgData name="Paul Winser" userId="c3146a91-e6bd-4264-bd86-e164e04bc32d" providerId="ADAL" clId="{8E3B1572-0C61-4FAF-A7CC-447D813587A5}" dt="2025-01-06T11:36:23.022" v="24"/>
          <ac:spMkLst>
            <pc:docMk/>
            <pc:sldMk cId="3987240879" sldId="321"/>
            <ac:spMk id="2" creationId="{6E2F97A7-63C3-5FB9-DCFB-BEAEFEDC637F}"/>
          </ac:spMkLst>
        </pc:spChg>
      </pc:sldChg>
      <pc:sldChg chg="addSp modSp">
        <pc:chgData name="Paul Winser" userId="c3146a91-e6bd-4264-bd86-e164e04bc32d" providerId="ADAL" clId="{8E3B1572-0C61-4FAF-A7CC-447D813587A5}" dt="2025-01-06T11:36:24.452" v="25"/>
        <pc:sldMkLst>
          <pc:docMk/>
          <pc:sldMk cId="58276357" sldId="322"/>
        </pc:sldMkLst>
        <pc:spChg chg="add mod">
          <ac:chgData name="Paul Winser" userId="c3146a91-e6bd-4264-bd86-e164e04bc32d" providerId="ADAL" clId="{8E3B1572-0C61-4FAF-A7CC-447D813587A5}" dt="2025-01-06T11:36:24.452" v="25"/>
          <ac:spMkLst>
            <pc:docMk/>
            <pc:sldMk cId="58276357" sldId="322"/>
            <ac:spMk id="2" creationId="{77900AB5-0EE4-7D8C-55B3-C86AB3503C0D}"/>
          </ac:spMkLst>
        </pc:spChg>
      </pc:sldChg>
      <pc:sldChg chg="addSp modSp">
        <pc:chgData name="Paul Winser" userId="c3146a91-e6bd-4264-bd86-e164e04bc32d" providerId="ADAL" clId="{8E3B1572-0C61-4FAF-A7CC-447D813587A5}" dt="2025-01-06T11:36:25.844" v="26"/>
        <pc:sldMkLst>
          <pc:docMk/>
          <pc:sldMk cId="3227829594" sldId="323"/>
        </pc:sldMkLst>
        <pc:spChg chg="add mod">
          <ac:chgData name="Paul Winser" userId="c3146a91-e6bd-4264-bd86-e164e04bc32d" providerId="ADAL" clId="{8E3B1572-0C61-4FAF-A7CC-447D813587A5}" dt="2025-01-06T11:36:25.844" v="26"/>
          <ac:spMkLst>
            <pc:docMk/>
            <pc:sldMk cId="3227829594" sldId="323"/>
            <ac:spMk id="2" creationId="{55FDE0BA-AF5D-E467-9D1D-695D4C36329E}"/>
          </ac:spMkLst>
        </pc:spChg>
      </pc:sldChg>
      <pc:sldChg chg="addSp modSp">
        <pc:chgData name="Paul Winser" userId="c3146a91-e6bd-4264-bd86-e164e04bc32d" providerId="ADAL" clId="{8E3B1572-0C61-4FAF-A7CC-447D813587A5}" dt="2025-01-06T11:36:27.392" v="27"/>
        <pc:sldMkLst>
          <pc:docMk/>
          <pc:sldMk cId="3522866876" sldId="324"/>
        </pc:sldMkLst>
        <pc:spChg chg="add mod">
          <ac:chgData name="Paul Winser" userId="c3146a91-e6bd-4264-bd86-e164e04bc32d" providerId="ADAL" clId="{8E3B1572-0C61-4FAF-A7CC-447D813587A5}" dt="2025-01-06T11:36:27.392" v="27"/>
          <ac:spMkLst>
            <pc:docMk/>
            <pc:sldMk cId="3522866876" sldId="324"/>
            <ac:spMk id="2" creationId="{39B77E98-B25D-4410-5324-F641B5F1DE81}"/>
          </ac:spMkLst>
        </pc:spChg>
      </pc:sldChg>
      <pc:sldChg chg="addSp modSp">
        <pc:chgData name="Paul Winser" userId="c3146a91-e6bd-4264-bd86-e164e04bc32d" providerId="ADAL" clId="{8E3B1572-0C61-4FAF-A7CC-447D813587A5}" dt="2025-01-06T11:36:28.781" v="28"/>
        <pc:sldMkLst>
          <pc:docMk/>
          <pc:sldMk cId="240751543" sldId="325"/>
        </pc:sldMkLst>
        <pc:spChg chg="add mod">
          <ac:chgData name="Paul Winser" userId="c3146a91-e6bd-4264-bd86-e164e04bc32d" providerId="ADAL" clId="{8E3B1572-0C61-4FAF-A7CC-447D813587A5}" dt="2025-01-06T11:36:28.781" v="28"/>
          <ac:spMkLst>
            <pc:docMk/>
            <pc:sldMk cId="240751543" sldId="325"/>
            <ac:spMk id="2" creationId="{85609B10-ECEF-DACB-FEDE-FC556DBD530B}"/>
          </ac:spMkLst>
        </pc:spChg>
      </pc:sldChg>
      <pc:sldChg chg="addSp modSp">
        <pc:chgData name="Paul Winser" userId="c3146a91-e6bd-4264-bd86-e164e04bc32d" providerId="ADAL" clId="{8E3B1572-0C61-4FAF-A7CC-447D813587A5}" dt="2025-01-06T11:36:30.125" v="29"/>
        <pc:sldMkLst>
          <pc:docMk/>
          <pc:sldMk cId="344454006" sldId="326"/>
        </pc:sldMkLst>
        <pc:spChg chg="add mod">
          <ac:chgData name="Paul Winser" userId="c3146a91-e6bd-4264-bd86-e164e04bc32d" providerId="ADAL" clId="{8E3B1572-0C61-4FAF-A7CC-447D813587A5}" dt="2025-01-06T11:36:30.125" v="29"/>
          <ac:spMkLst>
            <pc:docMk/>
            <pc:sldMk cId="344454006" sldId="326"/>
            <ac:spMk id="2" creationId="{7F10FF35-237B-237D-5104-EC17363AE7DE}"/>
          </ac:spMkLst>
        </pc:spChg>
      </pc:sldChg>
      <pc:sldChg chg="addSp modSp">
        <pc:chgData name="Paul Winser" userId="c3146a91-e6bd-4264-bd86-e164e04bc32d" providerId="ADAL" clId="{8E3B1572-0C61-4FAF-A7CC-447D813587A5}" dt="2025-01-06T11:36:31.239" v="30"/>
        <pc:sldMkLst>
          <pc:docMk/>
          <pc:sldMk cId="1704653270" sldId="327"/>
        </pc:sldMkLst>
        <pc:spChg chg="add mod">
          <ac:chgData name="Paul Winser" userId="c3146a91-e6bd-4264-bd86-e164e04bc32d" providerId="ADAL" clId="{8E3B1572-0C61-4FAF-A7CC-447D813587A5}" dt="2025-01-06T11:36:31.239" v="30"/>
          <ac:spMkLst>
            <pc:docMk/>
            <pc:sldMk cId="1704653270" sldId="327"/>
            <ac:spMk id="2" creationId="{BBFDDE9F-3276-720B-4542-1EF90AC68894}"/>
          </ac:spMkLst>
        </pc:spChg>
      </pc:sldChg>
      <pc:sldChg chg="addSp modSp">
        <pc:chgData name="Paul Winser" userId="c3146a91-e6bd-4264-bd86-e164e04bc32d" providerId="ADAL" clId="{8E3B1572-0C61-4FAF-A7CC-447D813587A5}" dt="2025-01-06T11:36:32.372" v="31"/>
        <pc:sldMkLst>
          <pc:docMk/>
          <pc:sldMk cId="4202135424" sldId="328"/>
        </pc:sldMkLst>
        <pc:spChg chg="add mod">
          <ac:chgData name="Paul Winser" userId="c3146a91-e6bd-4264-bd86-e164e04bc32d" providerId="ADAL" clId="{8E3B1572-0C61-4FAF-A7CC-447D813587A5}" dt="2025-01-06T11:36:32.372" v="31"/>
          <ac:spMkLst>
            <pc:docMk/>
            <pc:sldMk cId="4202135424" sldId="328"/>
            <ac:spMk id="2" creationId="{3321DE01-E614-4A2A-A61D-1CF58E596D96}"/>
          </ac:spMkLst>
        </pc:spChg>
      </pc:sldChg>
      <pc:sldChg chg="addSp modSp">
        <pc:chgData name="Paul Winser" userId="c3146a91-e6bd-4264-bd86-e164e04bc32d" providerId="ADAL" clId="{8E3B1572-0C61-4FAF-A7CC-447D813587A5}" dt="2025-01-06T11:36:33.487" v="32"/>
        <pc:sldMkLst>
          <pc:docMk/>
          <pc:sldMk cId="134223281" sldId="329"/>
        </pc:sldMkLst>
        <pc:spChg chg="add mod">
          <ac:chgData name="Paul Winser" userId="c3146a91-e6bd-4264-bd86-e164e04bc32d" providerId="ADAL" clId="{8E3B1572-0C61-4FAF-A7CC-447D813587A5}" dt="2025-01-06T11:36:33.487" v="32"/>
          <ac:spMkLst>
            <pc:docMk/>
            <pc:sldMk cId="134223281" sldId="329"/>
            <ac:spMk id="2" creationId="{0766E480-D671-5103-CA02-DE06A183771E}"/>
          </ac:spMkLst>
        </pc:spChg>
      </pc:sldChg>
      <pc:sldChg chg="addSp modSp">
        <pc:chgData name="Paul Winser" userId="c3146a91-e6bd-4264-bd86-e164e04bc32d" providerId="ADAL" clId="{8E3B1572-0C61-4FAF-A7CC-447D813587A5}" dt="2025-01-06T11:35:54.587" v="7"/>
        <pc:sldMkLst>
          <pc:docMk/>
          <pc:sldMk cId="3823655066" sldId="330"/>
        </pc:sldMkLst>
        <pc:spChg chg="add mod">
          <ac:chgData name="Paul Winser" userId="c3146a91-e6bd-4264-bd86-e164e04bc32d" providerId="ADAL" clId="{8E3B1572-0C61-4FAF-A7CC-447D813587A5}" dt="2025-01-06T11:35:54.587" v="7"/>
          <ac:spMkLst>
            <pc:docMk/>
            <pc:sldMk cId="3823655066" sldId="330"/>
            <ac:spMk id="2" creationId="{18CC7713-7FB4-8260-BFAE-1A1705354FAD}"/>
          </ac:spMkLst>
        </pc:spChg>
      </pc:sldChg>
      <pc:sldChg chg="addSp modSp">
        <pc:chgData name="Paul Winser" userId="c3146a91-e6bd-4264-bd86-e164e04bc32d" providerId="ADAL" clId="{8E3B1572-0C61-4FAF-A7CC-447D813587A5}" dt="2025-01-06T11:36:34.994" v="33"/>
        <pc:sldMkLst>
          <pc:docMk/>
          <pc:sldMk cId="2195177193" sldId="332"/>
        </pc:sldMkLst>
        <pc:spChg chg="add mod">
          <ac:chgData name="Paul Winser" userId="c3146a91-e6bd-4264-bd86-e164e04bc32d" providerId="ADAL" clId="{8E3B1572-0C61-4FAF-A7CC-447D813587A5}" dt="2025-01-06T11:36:34.994" v="33"/>
          <ac:spMkLst>
            <pc:docMk/>
            <pc:sldMk cId="2195177193" sldId="332"/>
            <ac:spMk id="2" creationId="{5ECF615E-C072-D1DF-3BA2-94DE73A6F10C}"/>
          </ac:spMkLst>
        </pc:spChg>
      </pc:sldChg>
      <pc:sldChg chg="addSp modSp">
        <pc:chgData name="Paul Winser" userId="c3146a91-e6bd-4264-bd86-e164e04bc32d" providerId="ADAL" clId="{8E3B1572-0C61-4FAF-A7CC-447D813587A5}" dt="2025-01-06T11:36:37.302" v="34"/>
        <pc:sldMkLst>
          <pc:docMk/>
          <pc:sldMk cId="1194512301" sldId="334"/>
        </pc:sldMkLst>
        <pc:spChg chg="add mod">
          <ac:chgData name="Paul Winser" userId="c3146a91-e6bd-4264-bd86-e164e04bc32d" providerId="ADAL" clId="{8E3B1572-0C61-4FAF-A7CC-447D813587A5}" dt="2025-01-06T11:36:37.302" v="34"/>
          <ac:spMkLst>
            <pc:docMk/>
            <pc:sldMk cId="1194512301" sldId="334"/>
            <ac:spMk id="2" creationId="{6E0D41A1-E47C-DF85-6FCE-19A1D0E88BD5}"/>
          </ac:spMkLst>
        </pc:spChg>
      </pc:sldChg>
      <pc:sldChg chg="addSp modSp">
        <pc:chgData name="Paul Winser" userId="c3146a91-e6bd-4264-bd86-e164e04bc32d" providerId="ADAL" clId="{8E3B1572-0C61-4FAF-A7CC-447D813587A5}" dt="2025-01-06T11:36:39.861" v="35"/>
        <pc:sldMkLst>
          <pc:docMk/>
          <pc:sldMk cId="2110143673" sldId="335"/>
        </pc:sldMkLst>
        <pc:spChg chg="add mod">
          <ac:chgData name="Paul Winser" userId="c3146a91-e6bd-4264-bd86-e164e04bc32d" providerId="ADAL" clId="{8E3B1572-0C61-4FAF-A7CC-447D813587A5}" dt="2025-01-06T11:36:39.861" v="35"/>
          <ac:spMkLst>
            <pc:docMk/>
            <pc:sldMk cId="2110143673" sldId="335"/>
            <ac:spMk id="2" creationId="{AE8274C1-426F-15DC-2B7F-77AA18DA8BF2}"/>
          </ac:spMkLst>
        </pc:spChg>
      </pc:sldChg>
      <pc:sldChg chg="add modTransition">
        <pc:chgData name="Paul Winser" userId="c3146a91-e6bd-4264-bd86-e164e04bc32d" providerId="ADAL" clId="{8E3B1572-0C61-4FAF-A7CC-447D813587A5}" dt="2025-01-23T09:28:19.985" v="42"/>
        <pc:sldMkLst>
          <pc:docMk/>
          <pc:sldMk cId="0" sldId="336"/>
        </pc:sldMkLst>
      </pc:sldChg>
    </pc:docChg>
  </pc:docChgLst>
  <pc:docChgLst>
    <pc:chgData name="Paul Winser" userId="c3146a91-e6bd-4264-bd86-e164e04bc32d" providerId="ADAL" clId="{E8F6F4C6-4BA0-4C14-BA21-4AD8D4295498}"/>
    <pc:docChg chg="custSel delSld modSld">
      <pc:chgData name="Paul Winser" userId="c3146a91-e6bd-4264-bd86-e164e04bc32d" providerId="ADAL" clId="{E8F6F4C6-4BA0-4C14-BA21-4AD8D4295498}" dt="2024-12-03T10:14:00.227" v="301" actId="20577"/>
      <pc:docMkLst>
        <pc:docMk/>
      </pc:docMkLst>
      <pc:sldChg chg="delSp modSp mod">
        <pc:chgData name="Paul Winser" userId="c3146a91-e6bd-4264-bd86-e164e04bc32d" providerId="ADAL" clId="{E8F6F4C6-4BA0-4C14-BA21-4AD8D4295498}" dt="2024-12-03T10:14:00.227" v="301" actId="20577"/>
        <pc:sldMkLst>
          <pc:docMk/>
          <pc:sldMk cId="0" sldId="258"/>
        </pc:sldMkLst>
        <pc:spChg chg="del">
          <ac:chgData name="Paul Winser" userId="c3146a91-e6bd-4264-bd86-e164e04bc32d" providerId="ADAL" clId="{E8F6F4C6-4BA0-4C14-BA21-4AD8D4295498}" dt="2024-12-02T20:44:55.641" v="0" actId="478"/>
          <ac:spMkLst>
            <pc:docMk/>
            <pc:sldMk cId="0" sldId="258"/>
            <ac:spMk id="2" creationId="{0F40FE8D-BB98-CA1A-4D6C-5C826EEC7623}"/>
          </ac:spMkLst>
        </pc:spChg>
        <pc:spChg chg="mod">
          <ac:chgData name="Paul Winser" userId="c3146a91-e6bd-4264-bd86-e164e04bc32d" providerId="ADAL" clId="{E8F6F4C6-4BA0-4C14-BA21-4AD8D4295498}" dt="2024-12-03T10:14:00.227" v="301" actId="20577"/>
          <ac:spMkLst>
            <pc:docMk/>
            <pc:sldMk cId="0" sldId="258"/>
            <ac:spMk id="32770" creationId="{CD9316BF-B3CE-8341-5A0A-249747D6C6E1}"/>
          </ac:spMkLst>
        </pc:spChg>
        <pc:spChg chg="mod">
          <ac:chgData name="Paul Winser" userId="c3146a91-e6bd-4264-bd86-e164e04bc32d" providerId="ADAL" clId="{E8F6F4C6-4BA0-4C14-BA21-4AD8D4295498}" dt="2024-12-02T20:58:09.478" v="253" actId="404"/>
          <ac:spMkLst>
            <pc:docMk/>
            <pc:sldMk cId="0" sldId="258"/>
            <ac:spMk id="32771" creationId="{44DFA49F-83B7-E61C-00EB-D6046D571A05}"/>
          </ac:spMkLst>
        </pc:spChg>
      </pc:sldChg>
      <pc:sldChg chg="delSp modSp mod">
        <pc:chgData name="Paul Winser" userId="c3146a91-e6bd-4264-bd86-e164e04bc32d" providerId="ADAL" clId="{E8F6F4C6-4BA0-4C14-BA21-4AD8D4295498}" dt="2024-12-02T20:58:22.574" v="256" actId="2711"/>
        <pc:sldMkLst>
          <pc:docMk/>
          <pc:sldMk cId="884549766" sldId="305"/>
        </pc:sldMkLst>
        <pc:spChg chg="mod">
          <ac:chgData name="Paul Winser" userId="c3146a91-e6bd-4264-bd86-e164e04bc32d" providerId="ADAL" clId="{E8F6F4C6-4BA0-4C14-BA21-4AD8D4295498}" dt="2024-12-02T20:47:06.396" v="44" actId="14100"/>
          <ac:spMkLst>
            <pc:docMk/>
            <pc:sldMk cId="884549766" sldId="305"/>
            <ac:spMk id="3" creationId="{129F6D91-9684-AEA0-DEA1-3F535ED7E24E}"/>
          </ac:spMkLst>
        </pc:spChg>
        <pc:spChg chg="del">
          <ac:chgData name="Paul Winser" userId="c3146a91-e6bd-4264-bd86-e164e04bc32d" providerId="ADAL" clId="{E8F6F4C6-4BA0-4C14-BA21-4AD8D4295498}" dt="2024-12-02T20:45:00.024" v="2" actId="478"/>
          <ac:spMkLst>
            <pc:docMk/>
            <pc:sldMk cId="884549766" sldId="305"/>
            <ac:spMk id="4" creationId="{01779633-824D-2D04-EE48-9821074795A8}"/>
          </ac:spMkLst>
        </pc:spChg>
        <pc:spChg chg="mod">
          <ac:chgData name="Paul Winser" userId="c3146a91-e6bd-4264-bd86-e164e04bc32d" providerId="ADAL" clId="{E8F6F4C6-4BA0-4C14-BA21-4AD8D4295498}" dt="2024-12-02T20:58:22.574" v="256" actId="2711"/>
          <ac:spMkLst>
            <pc:docMk/>
            <pc:sldMk cId="884549766" sldId="305"/>
            <ac:spMk id="34819" creationId="{453C7683-8588-7ABC-32E0-8A4E68218620}"/>
          </ac:spMkLst>
        </pc:spChg>
        <pc:picChg chg="mod">
          <ac:chgData name="Paul Winser" userId="c3146a91-e6bd-4264-bd86-e164e04bc32d" providerId="ADAL" clId="{E8F6F4C6-4BA0-4C14-BA21-4AD8D4295498}" dt="2024-12-02T20:47:09.513" v="46" actId="1076"/>
          <ac:picMkLst>
            <pc:docMk/>
            <pc:sldMk cId="884549766" sldId="305"/>
            <ac:picMk id="5" creationId="{A63197ED-8454-DF64-C8BA-4E0921AF8D39}"/>
          </ac:picMkLst>
        </pc:picChg>
      </pc:sldChg>
      <pc:sldChg chg="delSp modSp mod">
        <pc:chgData name="Paul Winser" userId="c3146a91-e6bd-4264-bd86-e164e04bc32d" providerId="ADAL" clId="{E8F6F4C6-4BA0-4C14-BA21-4AD8D4295498}" dt="2024-12-02T20:56:13.134" v="218" actId="14100"/>
        <pc:sldMkLst>
          <pc:docMk/>
          <pc:sldMk cId="588007661" sldId="306"/>
        </pc:sldMkLst>
        <pc:spChg chg="del">
          <ac:chgData name="Paul Winser" userId="c3146a91-e6bd-4264-bd86-e164e04bc32d" providerId="ADAL" clId="{E8F6F4C6-4BA0-4C14-BA21-4AD8D4295498}" dt="2024-12-02T20:45:19.266" v="9" actId="478"/>
          <ac:spMkLst>
            <pc:docMk/>
            <pc:sldMk cId="588007661" sldId="306"/>
            <ac:spMk id="4" creationId="{646F18B9-5F78-E4F6-8E1C-8BFD4CFC157B}"/>
          </ac:spMkLst>
        </pc:spChg>
        <pc:spChg chg="mod">
          <ac:chgData name="Paul Winser" userId="c3146a91-e6bd-4264-bd86-e164e04bc32d" providerId="ADAL" clId="{E8F6F4C6-4BA0-4C14-BA21-4AD8D4295498}" dt="2024-12-02T20:56:13.134" v="218" actId="14100"/>
          <ac:spMkLst>
            <pc:docMk/>
            <pc:sldMk cId="588007661" sldId="306"/>
            <ac:spMk id="34819" creationId="{453C7683-8588-7ABC-32E0-8A4E68218620}"/>
          </ac:spMkLst>
        </pc:spChg>
        <pc:spChg chg="mod">
          <ac:chgData name="Paul Winser" userId="c3146a91-e6bd-4264-bd86-e164e04bc32d" providerId="ADAL" clId="{E8F6F4C6-4BA0-4C14-BA21-4AD8D4295498}" dt="2024-12-02T20:50:19.372" v="116" actId="403"/>
          <ac:spMkLst>
            <pc:docMk/>
            <pc:sldMk cId="588007661" sldId="306"/>
            <ac:spMk id="34820" creationId="{8DCD7CE1-603D-4D59-3DBB-C13C0B6505F0}"/>
          </ac:spMkLst>
        </pc:spChg>
      </pc:sldChg>
      <pc:sldChg chg="delSp modSp mod">
        <pc:chgData name="Paul Winser" userId="c3146a91-e6bd-4264-bd86-e164e04bc32d" providerId="ADAL" clId="{E8F6F4C6-4BA0-4C14-BA21-4AD8D4295498}" dt="2024-12-02T21:00:20.622" v="279" actId="20577"/>
        <pc:sldMkLst>
          <pc:docMk/>
          <pc:sldMk cId="3621417310" sldId="307"/>
        </pc:sldMkLst>
        <pc:spChg chg="mod">
          <ac:chgData name="Paul Winser" userId="c3146a91-e6bd-4264-bd86-e164e04bc32d" providerId="ADAL" clId="{E8F6F4C6-4BA0-4C14-BA21-4AD8D4295498}" dt="2024-12-02T21:00:20.622" v="279" actId="20577"/>
          <ac:spMkLst>
            <pc:docMk/>
            <pc:sldMk cId="3621417310" sldId="307"/>
            <ac:spMk id="2" creationId="{45E4B41C-9C69-603D-8AE1-7E86C546F47E}"/>
          </ac:spMkLst>
        </pc:spChg>
        <pc:spChg chg="del">
          <ac:chgData name="Paul Winser" userId="c3146a91-e6bd-4264-bd86-e164e04bc32d" providerId="ADAL" clId="{E8F6F4C6-4BA0-4C14-BA21-4AD8D4295498}" dt="2024-12-02T20:45:22.190" v="10" actId="478"/>
          <ac:spMkLst>
            <pc:docMk/>
            <pc:sldMk cId="3621417310" sldId="307"/>
            <ac:spMk id="3" creationId="{F73B13B2-BFE7-D693-037F-7DB7EA17613F}"/>
          </ac:spMkLst>
        </pc:spChg>
        <pc:spChg chg="mod">
          <ac:chgData name="Paul Winser" userId="c3146a91-e6bd-4264-bd86-e164e04bc32d" providerId="ADAL" clId="{E8F6F4C6-4BA0-4C14-BA21-4AD8D4295498}" dt="2024-12-02T20:59:21.760" v="269" actId="2711"/>
          <ac:spMkLst>
            <pc:docMk/>
            <pc:sldMk cId="3621417310" sldId="307"/>
            <ac:spMk id="34819" creationId="{453C7683-8588-7ABC-32E0-8A4E68218620}"/>
          </ac:spMkLst>
        </pc:spChg>
        <pc:picChg chg="mod">
          <ac:chgData name="Paul Winser" userId="c3146a91-e6bd-4264-bd86-e164e04bc32d" providerId="ADAL" clId="{E8F6F4C6-4BA0-4C14-BA21-4AD8D4295498}" dt="2024-12-02T20:50:28.314" v="118" actId="14100"/>
          <ac:picMkLst>
            <pc:docMk/>
            <pc:sldMk cId="3621417310" sldId="307"/>
            <ac:picMk id="5" creationId="{F13F8B0B-633C-6497-4008-018BBA446136}"/>
          </ac:picMkLst>
        </pc:picChg>
      </pc:sldChg>
      <pc:sldChg chg="delSp modSp mod">
        <pc:chgData name="Paul Winser" userId="c3146a91-e6bd-4264-bd86-e164e04bc32d" providerId="ADAL" clId="{E8F6F4C6-4BA0-4C14-BA21-4AD8D4295498}" dt="2024-12-02T20:53:59.677" v="182" actId="404"/>
        <pc:sldMkLst>
          <pc:docMk/>
          <pc:sldMk cId="2005355495" sldId="308"/>
        </pc:sldMkLst>
        <pc:spChg chg="del">
          <ac:chgData name="Paul Winser" userId="c3146a91-e6bd-4264-bd86-e164e04bc32d" providerId="ADAL" clId="{E8F6F4C6-4BA0-4C14-BA21-4AD8D4295498}" dt="2024-12-02T20:45:37.985" v="16" actId="478"/>
          <ac:spMkLst>
            <pc:docMk/>
            <pc:sldMk cId="2005355495" sldId="308"/>
            <ac:spMk id="2" creationId="{AE12C1BA-CD26-226A-698A-CE432133197C}"/>
          </ac:spMkLst>
        </pc:spChg>
        <pc:spChg chg="mod">
          <ac:chgData name="Paul Winser" userId="c3146a91-e6bd-4264-bd86-e164e04bc32d" providerId="ADAL" clId="{E8F6F4C6-4BA0-4C14-BA21-4AD8D4295498}" dt="2024-12-02T20:53:59.677" v="182" actId="404"/>
          <ac:spMkLst>
            <pc:docMk/>
            <pc:sldMk cId="2005355495" sldId="308"/>
            <ac:spMk id="34819" creationId="{453C7683-8588-7ABC-32E0-8A4E68218620}"/>
          </ac:spMkLst>
        </pc:spChg>
        <pc:spChg chg="mod">
          <ac:chgData name="Paul Winser" userId="c3146a91-e6bd-4264-bd86-e164e04bc32d" providerId="ADAL" clId="{E8F6F4C6-4BA0-4C14-BA21-4AD8D4295498}" dt="2024-12-02T20:52:44.720" v="164" actId="2711"/>
          <ac:spMkLst>
            <pc:docMk/>
            <pc:sldMk cId="2005355495" sldId="308"/>
            <ac:spMk id="34820" creationId="{8DCD7CE1-603D-4D59-3DBB-C13C0B6505F0}"/>
          </ac:spMkLst>
        </pc:spChg>
      </pc:sldChg>
      <pc:sldChg chg="delSp modSp mod">
        <pc:chgData name="Paul Winser" userId="c3146a91-e6bd-4264-bd86-e164e04bc32d" providerId="ADAL" clId="{E8F6F4C6-4BA0-4C14-BA21-4AD8D4295498}" dt="2024-12-02T21:00:54.343" v="288" actId="14"/>
        <pc:sldMkLst>
          <pc:docMk/>
          <pc:sldMk cId="47175209" sldId="309"/>
        </pc:sldMkLst>
        <pc:spChg chg="del">
          <ac:chgData name="Paul Winser" userId="c3146a91-e6bd-4264-bd86-e164e04bc32d" providerId="ADAL" clId="{E8F6F4C6-4BA0-4C14-BA21-4AD8D4295498}" dt="2024-12-02T20:45:41.275" v="17" actId="478"/>
          <ac:spMkLst>
            <pc:docMk/>
            <pc:sldMk cId="47175209" sldId="309"/>
            <ac:spMk id="2" creationId="{50758932-2CDB-EBF1-5F35-776AC73F58FC}"/>
          </ac:spMkLst>
        </pc:spChg>
        <pc:spChg chg="mod">
          <ac:chgData name="Paul Winser" userId="c3146a91-e6bd-4264-bd86-e164e04bc32d" providerId="ADAL" clId="{E8F6F4C6-4BA0-4C14-BA21-4AD8D4295498}" dt="2024-12-02T21:00:54.343" v="288" actId="14"/>
          <ac:spMkLst>
            <pc:docMk/>
            <pc:sldMk cId="47175209" sldId="309"/>
            <ac:spMk id="3" creationId="{6AB5C5C8-3E9C-7C54-5314-A6654AFA73D1}"/>
          </ac:spMkLst>
        </pc:spChg>
        <pc:spChg chg="mod">
          <ac:chgData name="Paul Winser" userId="c3146a91-e6bd-4264-bd86-e164e04bc32d" providerId="ADAL" clId="{E8F6F4C6-4BA0-4C14-BA21-4AD8D4295498}" dt="2024-12-02T20:53:01.253" v="169" actId="2711"/>
          <ac:spMkLst>
            <pc:docMk/>
            <pc:sldMk cId="47175209" sldId="309"/>
            <ac:spMk id="34819" creationId="{453C7683-8588-7ABC-32E0-8A4E68218620}"/>
          </ac:spMkLst>
        </pc:spChg>
      </pc:sldChg>
      <pc:sldChg chg="delSp modSp mod">
        <pc:chgData name="Paul Winser" userId="c3146a91-e6bd-4264-bd86-e164e04bc32d" providerId="ADAL" clId="{E8F6F4C6-4BA0-4C14-BA21-4AD8D4295498}" dt="2024-12-02T20:58:31.122" v="257" actId="2711"/>
        <pc:sldMkLst>
          <pc:docMk/>
          <pc:sldMk cId="1162768127" sldId="310"/>
        </pc:sldMkLst>
        <pc:spChg chg="del">
          <ac:chgData name="Paul Winser" userId="c3146a91-e6bd-4264-bd86-e164e04bc32d" providerId="ADAL" clId="{E8F6F4C6-4BA0-4C14-BA21-4AD8D4295498}" dt="2024-12-02T20:45:02.612" v="3" actId="478"/>
          <ac:spMkLst>
            <pc:docMk/>
            <pc:sldMk cId="1162768127" sldId="310"/>
            <ac:spMk id="2" creationId="{2AE10CFA-EF4D-A21C-112E-ED2C87D8F065}"/>
          </ac:spMkLst>
        </pc:spChg>
        <pc:spChg chg="mod">
          <ac:chgData name="Paul Winser" userId="c3146a91-e6bd-4264-bd86-e164e04bc32d" providerId="ADAL" clId="{E8F6F4C6-4BA0-4C14-BA21-4AD8D4295498}" dt="2024-12-02T20:47:46.829" v="62" actId="14100"/>
          <ac:spMkLst>
            <pc:docMk/>
            <pc:sldMk cId="1162768127" sldId="310"/>
            <ac:spMk id="3" creationId="{129F6D91-9684-AEA0-DEA1-3F535ED7E24E}"/>
          </ac:spMkLst>
        </pc:spChg>
        <pc:spChg chg="mod">
          <ac:chgData name="Paul Winser" userId="c3146a91-e6bd-4264-bd86-e164e04bc32d" providerId="ADAL" clId="{E8F6F4C6-4BA0-4C14-BA21-4AD8D4295498}" dt="2024-12-02T20:58:31.122" v="257" actId="2711"/>
          <ac:spMkLst>
            <pc:docMk/>
            <pc:sldMk cId="1162768127" sldId="310"/>
            <ac:spMk id="34819" creationId="{453C7683-8588-7ABC-32E0-8A4E68218620}"/>
          </ac:spMkLst>
        </pc:spChg>
        <pc:picChg chg="mod ord">
          <ac:chgData name="Paul Winser" userId="c3146a91-e6bd-4264-bd86-e164e04bc32d" providerId="ADAL" clId="{E8F6F4C6-4BA0-4C14-BA21-4AD8D4295498}" dt="2024-12-02T20:47:55.871" v="66" actId="1076"/>
          <ac:picMkLst>
            <pc:docMk/>
            <pc:sldMk cId="1162768127" sldId="310"/>
            <ac:picMk id="7" creationId="{80CA4E60-033C-BEAE-F4F0-F9205FD4E5D9}"/>
          </ac:picMkLst>
        </pc:picChg>
      </pc:sldChg>
      <pc:sldChg chg="delSp modSp mod">
        <pc:chgData name="Paul Winser" userId="c3146a91-e6bd-4264-bd86-e164e04bc32d" providerId="ADAL" clId="{E8F6F4C6-4BA0-4C14-BA21-4AD8D4295498}" dt="2024-12-02T20:58:37.312" v="258" actId="2711"/>
        <pc:sldMkLst>
          <pc:docMk/>
          <pc:sldMk cId="2888606812" sldId="311"/>
        </pc:sldMkLst>
        <pc:spChg chg="del">
          <ac:chgData name="Paul Winser" userId="c3146a91-e6bd-4264-bd86-e164e04bc32d" providerId="ADAL" clId="{E8F6F4C6-4BA0-4C14-BA21-4AD8D4295498}" dt="2024-12-02T20:45:05.364" v="4" actId="478"/>
          <ac:spMkLst>
            <pc:docMk/>
            <pc:sldMk cId="2888606812" sldId="311"/>
            <ac:spMk id="2" creationId="{2AE10CFA-EF4D-A21C-112E-ED2C87D8F065}"/>
          </ac:spMkLst>
        </pc:spChg>
        <pc:spChg chg="mod">
          <ac:chgData name="Paul Winser" userId="c3146a91-e6bd-4264-bd86-e164e04bc32d" providerId="ADAL" clId="{E8F6F4C6-4BA0-4C14-BA21-4AD8D4295498}" dt="2024-12-02T20:49:12.573" v="95" actId="14"/>
          <ac:spMkLst>
            <pc:docMk/>
            <pc:sldMk cId="2888606812" sldId="311"/>
            <ac:spMk id="3" creationId="{129F6D91-9684-AEA0-DEA1-3F535ED7E24E}"/>
          </ac:spMkLst>
        </pc:spChg>
        <pc:spChg chg="mod">
          <ac:chgData name="Paul Winser" userId="c3146a91-e6bd-4264-bd86-e164e04bc32d" providerId="ADAL" clId="{E8F6F4C6-4BA0-4C14-BA21-4AD8D4295498}" dt="2024-12-02T20:58:37.312" v="258" actId="2711"/>
          <ac:spMkLst>
            <pc:docMk/>
            <pc:sldMk cId="2888606812" sldId="311"/>
            <ac:spMk id="34819" creationId="{453C7683-8588-7ABC-32E0-8A4E68218620}"/>
          </ac:spMkLst>
        </pc:spChg>
      </pc:sldChg>
      <pc:sldChg chg="delSp modSp mod">
        <pc:chgData name="Paul Winser" userId="c3146a91-e6bd-4264-bd86-e164e04bc32d" providerId="ADAL" clId="{E8F6F4C6-4BA0-4C14-BA21-4AD8D4295498}" dt="2024-12-02T20:59:03.736" v="265" actId="1076"/>
        <pc:sldMkLst>
          <pc:docMk/>
          <pc:sldMk cId="2354443665" sldId="312"/>
        </pc:sldMkLst>
        <pc:spChg chg="del">
          <ac:chgData name="Paul Winser" userId="c3146a91-e6bd-4264-bd86-e164e04bc32d" providerId="ADAL" clId="{E8F6F4C6-4BA0-4C14-BA21-4AD8D4295498}" dt="2024-12-02T20:45:08.183" v="5" actId="478"/>
          <ac:spMkLst>
            <pc:docMk/>
            <pc:sldMk cId="2354443665" sldId="312"/>
            <ac:spMk id="2" creationId="{2AE10CFA-EF4D-A21C-112E-ED2C87D8F065}"/>
          </ac:spMkLst>
        </pc:spChg>
        <pc:spChg chg="mod">
          <ac:chgData name="Paul Winser" userId="c3146a91-e6bd-4264-bd86-e164e04bc32d" providerId="ADAL" clId="{E8F6F4C6-4BA0-4C14-BA21-4AD8D4295498}" dt="2024-12-02T20:59:02.472" v="264" actId="14100"/>
          <ac:spMkLst>
            <pc:docMk/>
            <pc:sldMk cId="2354443665" sldId="312"/>
            <ac:spMk id="3" creationId="{129F6D91-9684-AEA0-DEA1-3F535ED7E24E}"/>
          </ac:spMkLst>
        </pc:spChg>
        <pc:spChg chg="mod">
          <ac:chgData name="Paul Winser" userId="c3146a91-e6bd-4264-bd86-e164e04bc32d" providerId="ADAL" clId="{E8F6F4C6-4BA0-4C14-BA21-4AD8D4295498}" dt="2024-12-02T20:58:42.688" v="259" actId="2711"/>
          <ac:spMkLst>
            <pc:docMk/>
            <pc:sldMk cId="2354443665" sldId="312"/>
            <ac:spMk id="34819" creationId="{453C7683-8588-7ABC-32E0-8A4E68218620}"/>
          </ac:spMkLst>
        </pc:spChg>
        <pc:picChg chg="mod ord">
          <ac:chgData name="Paul Winser" userId="c3146a91-e6bd-4264-bd86-e164e04bc32d" providerId="ADAL" clId="{E8F6F4C6-4BA0-4C14-BA21-4AD8D4295498}" dt="2024-12-02T20:59:03.736" v="265" actId="1076"/>
          <ac:picMkLst>
            <pc:docMk/>
            <pc:sldMk cId="2354443665" sldId="312"/>
            <ac:picMk id="5" creationId="{7AC3CEC1-B66D-A06A-D4FC-5D07FF04E7A6}"/>
          </ac:picMkLst>
        </pc:picChg>
      </pc:sldChg>
      <pc:sldChg chg="delSp modSp mod">
        <pc:chgData name="Paul Winser" userId="c3146a91-e6bd-4264-bd86-e164e04bc32d" providerId="ADAL" clId="{E8F6F4C6-4BA0-4C14-BA21-4AD8D4295498}" dt="2024-12-02T21:00:04.737" v="272" actId="14100"/>
        <pc:sldMkLst>
          <pc:docMk/>
          <pc:sldMk cId="3891976309" sldId="313"/>
        </pc:sldMkLst>
        <pc:spChg chg="del">
          <ac:chgData name="Paul Winser" userId="c3146a91-e6bd-4264-bd86-e164e04bc32d" providerId="ADAL" clId="{E8F6F4C6-4BA0-4C14-BA21-4AD8D4295498}" dt="2024-12-02T20:45:11.937" v="6" actId="478"/>
          <ac:spMkLst>
            <pc:docMk/>
            <pc:sldMk cId="3891976309" sldId="313"/>
            <ac:spMk id="2" creationId="{2AE10CFA-EF4D-A21C-112E-ED2C87D8F065}"/>
          </ac:spMkLst>
        </pc:spChg>
        <pc:spChg chg="mod">
          <ac:chgData name="Paul Winser" userId="c3146a91-e6bd-4264-bd86-e164e04bc32d" providerId="ADAL" clId="{E8F6F4C6-4BA0-4C14-BA21-4AD8D4295498}" dt="2024-12-02T21:00:04.737" v="272" actId="14100"/>
          <ac:spMkLst>
            <pc:docMk/>
            <pc:sldMk cId="3891976309" sldId="313"/>
            <ac:spMk id="3" creationId="{129F6D91-9684-AEA0-DEA1-3F535ED7E24E}"/>
          </ac:spMkLst>
        </pc:spChg>
        <pc:spChg chg="mod">
          <ac:chgData name="Paul Winser" userId="c3146a91-e6bd-4264-bd86-e164e04bc32d" providerId="ADAL" clId="{E8F6F4C6-4BA0-4C14-BA21-4AD8D4295498}" dt="2024-12-02T20:58:49.757" v="260" actId="2711"/>
          <ac:spMkLst>
            <pc:docMk/>
            <pc:sldMk cId="3891976309" sldId="313"/>
            <ac:spMk id="34819" creationId="{453C7683-8588-7ABC-32E0-8A4E68218620}"/>
          </ac:spMkLst>
        </pc:spChg>
      </pc:sldChg>
      <pc:sldChg chg="delSp modSp mod">
        <pc:chgData name="Paul Winser" userId="c3146a91-e6bd-4264-bd86-e164e04bc32d" providerId="ADAL" clId="{E8F6F4C6-4BA0-4C14-BA21-4AD8D4295498}" dt="2024-12-02T20:59:07.937" v="266" actId="2711"/>
        <pc:sldMkLst>
          <pc:docMk/>
          <pc:sldMk cId="3044099656" sldId="314"/>
        </pc:sldMkLst>
        <pc:spChg chg="del">
          <ac:chgData name="Paul Winser" userId="c3146a91-e6bd-4264-bd86-e164e04bc32d" providerId="ADAL" clId="{E8F6F4C6-4BA0-4C14-BA21-4AD8D4295498}" dt="2024-12-02T20:45:14.675" v="7" actId="478"/>
          <ac:spMkLst>
            <pc:docMk/>
            <pc:sldMk cId="3044099656" sldId="314"/>
            <ac:spMk id="2" creationId="{2AE10CFA-EF4D-A21C-112E-ED2C87D8F065}"/>
          </ac:spMkLst>
        </pc:spChg>
        <pc:spChg chg="mod">
          <ac:chgData name="Paul Winser" userId="c3146a91-e6bd-4264-bd86-e164e04bc32d" providerId="ADAL" clId="{E8F6F4C6-4BA0-4C14-BA21-4AD8D4295498}" dt="2024-12-02T20:49:33.413" v="100" actId="20577"/>
          <ac:spMkLst>
            <pc:docMk/>
            <pc:sldMk cId="3044099656" sldId="314"/>
            <ac:spMk id="3" creationId="{129F6D91-9684-AEA0-DEA1-3F535ED7E24E}"/>
          </ac:spMkLst>
        </pc:spChg>
        <pc:spChg chg="mod">
          <ac:chgData name="Paul Winser" userId="c3146a91-e6bd-4264-bd86-e164e04bc32d" providerId="ADAL" clId="{E8F6F4C6-4BA0-4C14-BA21-4AD8D4295498}" dt="2024-12-02T20:59:07.937" v="266" actId="2711"/>
          <ac:spMkLst>
            <pc:docMk/>
            <pc:sldMk cId="3044099656" sldId="314"/>
            <ac:spMk id="34819" creationId="{453C7683-8588-7ABC-32E0-8A4E68218620}"/>
          </ac:spMkLst>
        </pc:spChg>
      </pc:sldChg>
      <pc:sldChg chg="delSp modSp mod">
        <pc:chgData name="Paul Winser" userId="c3146a91-e6bd-4264-bd86-e164e04bc32d" providerId="ADAL" clId="{E8F6F4C6-4BA0-4C14-BA21-4AD8D4295498}" dt="2024-12-02T20:59:15.232" v="268" actId="1076"/>
        <pc:sldMkLst>
          <pc:docMk/>
          <pc:sldMk cId="2008013506" sldId="315"/>
        </pc:sldMkLst>
        <pc:spChg chg="del">
          <ac:chgData name="Paul Winser" userId="c3146a91-e6bd-4264-bd86-e164e04bc32d" providerId="ADAL" clId="{E8F6F4C6-4BA0-4C14-BA21-4AD8D4295498}" dt="2024-12-02T20:45:16.819" v="8" actId="478"/>
          <ac:spMkLst>
            <pc:docMk/>
            <pc:sldMk cId="2008013506" sldId="315"/>
            <ac:spMk id="2" creationId="{2AE10CFA-EF4D-A21C-112E-ED2C87D8F065}"/>
          </ac:spMkLst>
        </pc:spChg>
        <pc:spChg chg="mod">
          <ac:chgData name="Paul Winser" userId="c3146a91-e6bd-4264-bd86-e164e04bc32d" providerId="ADAL" clId="{E8F6F4C6-4BA0-4C14-BA21-4AD8D4295498}" dt="2024-12-02T20:59:15.232" v="268" actId="1076"/>
          <ac:spMkLst>
            <pc:docMk/>
            <pc:sldMk cId="2008013506" sldId="315"/>
            <ac:spMk id="3" creationId="{129F6D91-9684-AEA0-DEA1-3F535ED7E24E}"/>
          </ac:spMkLst>
        </pc:spChg>
        <pc:spChg chg="mod">
          <ac:chgData name="Paul Winser" userId="c3146a91-e6bd-4264-bd86-e164e04bc32d" providerId="ADAL" clId="{E8F6F4C6-4BA0-4C14-BA21-4AD8D4295498}" dt="2024-12-02T20:59:12.112" v="267" actId="2711"/>
          <ac:spMkLst>
            <pc:docMk/>
            <pc:sldMk cId="2008013506" sldId="315"/>
            <ac:spMk id="34819" creationId="{453C7683-8588-7ABC-32E0-8A4E68218620}"/>
          </ac:spMkLst>
        </pc:spChg>
      </pc:sldChg>
      <pc:sldChg chg="delSp modSp mod">
        <pc:chgData name="Paul Winser" userId="c3146a91-e6bd-4264-bd86-e164e04bc32d" providerId="ADAL" clId="{E8F6F4C6-4BA0-4C14-BA21-4AD8D4295498}" dt="2024-12-02T20:59:28.464" v="270" actId="2711"/>
        <pc:sldMkLst>
          <pc:docMk/>
          <pc:sldMk cId="3777490032" sldId="316"/>
        </pc:sldMkLst>
        <pc:spChg chg="mod">
          <ac:chgData name="Paul Winser" userId="c3146a91-e6bd-4264-bd86-e164e04bc32d" providerId="ADAL" clId="{E8F6F4C6-4BA0-4C14-BA21-4AD8D4295498}" dt="2024-12-02T20:50:57.606" v="129" actId="14"/>
          <ac:spMkLst>
            <pc:docMk/>
            <pc:sldMk cId="3777490032" sldId="316"/>
            <ac:spMk id="2" creationId="{45E4B41C-9C69-603D-8AE1-7E86C546F47E}"/>
          </ac:spMkLst>
        </pc:spChg>
        <pc:spChg chg="del">
          <ac:chgData name="Paul Winser" userId="c3146a91-e6bd-4264-bd86-e164e04bc32d" providerId="ADAL" clId="{E8F6F4C6-4BA0-4C14-BA21-4AD8D4295498}" dt="2024-12-02T20:45:24.517" v="11" actId="478"/>
          <ac:spMkLst>
            <pc:docMk/>
            <pc:sldMk cId="3777490032" sldId="316"/>
            <ac:spMk id="3" creationId="{D34BBCF2-FEE5-365C-3A9D-E260D71F2892}"/>
          </ac:spMkLst>
        </pc:spChg>
        <pc:spChg chg="mod">
          <ac:chgData name="Paul Winser" userId="c3146a91-e6bd-4264-bd86-e164e04bc32d" providerId="ADAL" clId="{E8F6F4C6-4BA0-4C14-BA21-4AD8D4295498}" dt="2024-12-02T20:59:28.464" v="270" actId="2711"/>
          <ac:spMkLst>
            <pc:docMk/>
            <pc:sldMk cId="3777490032" sldId="316"/>
            <ac:spMk id="34819" creationId="{453C7683-8588-7ABC-32E0-8A4E68218620}"/>
          </ac:spMkLst>
        </pc:spChg>
      </pc:sldChg>
      <pc:sldChg chg="delSp modSp mod">
        <pc:chgData name="Paul Winser" userId="c3146a91-e6bd-4264-bd86-e164e04bc32d" providerId="ADAL" clId="{E8F6F4C6-4BA0-4C14-BA21-4AD8D4295498}" dt="2024-12-02T21:00:30.664" v="280" actId="14100"/>
        <pc:sldMkLst>
          <pc:docMk/>
          <pc:sldMk cId="2741289304" sldId="317"/>
        </pc:sldMkLst>
        <pc:spChg chg="mod">
          <ac:chgData name="Paul Winser" userId="c3146a91-e6bd-4264-bd86-e164e04bc32d" providerId="ADAL" clId="{E8F6F4C6-4BA0-4C14-BA21-4AD8D4295498}" dt="2024-12-02T21:00:30.664" v="280" actId="14100"/>
          <ac:spMkLst>
            <pc:docMk/>
            <pc:sldMk cId="2741289304" sldId="317"/>
            <ac:spMk id="2" creationId="{45E4B41C-9C69-603D-8AE1-7E86C546F47E}"/>
          </ac:spMkLst>
        </pc:spChg>
        <pc:spChg chg="del">
          <ac:chgData name="Paul Winser" userId="c3146a91-e6bd-4264-bd86-e164e04bc32d" providerId="ADAL" clId="{E8F6F4C6-4BA0-4C14-BA21-4AD8D4295498}" dt="2024-12-02T20:45:27.653" v="12" actId="478"/>
          <ac:spMkLst>
            <pc:docMk/>
            <pc:sldMk cId="2741289304" sldId="317"/>
            <ac:spMk id="3" creationId="{11487D4F-4705-A62A-3145-8344F38555B0}"/>
          </ac:spMkLst>
        </pc:spChg>
        <pc:spChg chg="mod">
          <ac:chgData name="Paul Winser" userId="c3146a91-e6bd-4264-bd86-e164e04bc32d" providerId="ADAL" clId="{E8F6F4C6-4BA0-4C14-BA21-4AD8D4295498}" dt="2024-12-02T20:51:04.677" v="131" actId="2711"/>
          <ac:spMkLst>
            <pc:docMk/>
            <pc:sldMk cId="2741289304" sldId="317"/>
            <ac:spMk id="34819" creationId="{453C7683-8588-7ABC-32E0-8A4E68218620}"/>
          </ac:spMkLst>
        </pc:spChg>
        <pc:picChg chg="mod">
          <ac:chgData name="Paul Winser" userId="c3146a91-e6bd-4264-bd86-e164e04bc32d" providerId="ADAL" clId="{E8F6F4C6-4BA0-4C14-BA21-4AD8D4295498}" dt="2024-12-02T20:51:18.494" v="137" actId="14100"/>
          <ac:picMkLst>
            <pc:docMk/>
            <pc:sldMk cId="2741289304" sldId="317"/>
            <ac:picMk id="5" creationId="{EABD4CF0-B17A-4ADC-7261-5260925C8F38}"/>
          </ac:picMkLst>
        </pc:picChg>
      </pc:sldChg>
      <pc:sldChg chg="delSp modSp mod">
        <pc:chgData name="Paul Winser" userId="c3146a91-e6bd-4264-bd86-e164e04bc32d" providerId="ADAL" clId="{E8F6F4C6-4BA0-4C14-BA21-4AD8D4295498}" dt="2024-12-02T20:51:44.673" v="143" actId="2711"/>
        <pc:sldMkLst>
          <pc:docMk/>
          <pc:sldMk cId="3051251385" sldId="318"/>
        </pc:sldMkLst>
        <pc:spChg chg="mod">
          <ac:chgData name="Paul Winser" userId="c3146a91-e6bd-4264-bd86-e164e04bc32d" providerId="ADAL" clId="{E8F6F4C6-4BA0-4C14-BA21-4AD8D4295498}" dt="2024-12-02T20:51:36.353" v="142" actId="14"/>
          <ac:spMkLst>
            <pc:docMk/>
            <pc:sldMk cId="3051251385" sldId="318"/>
            <ac:spMk id="2" creationId="{45E4B41C-9C69-603D-8AE1-7E86C546F47E}"/>
          </ac:spMkLst>
        </pc:spChg>
        <pc:spChg chg="del">
          <ac:chgData name="Paul Winser" userId="c3146a91-e6bd-4264-bd86-e164e04bc32d" providerId="ADAL" clId="{E8F6F4C6-4BA0-4C14-BA21-4AD8D4295498}" dt="2024-12-02T20:45:31.024" v="13" actId="478"/>
          <ac:spMkLst>
            <pc:docMk/>
            <pc:sldMk cId="3051251385" sldId="318"/>
            <ac:spMk id="3" creationId="{3A4C81B8-3500-F395-886A-A8F224442875}"/>
          </ac:spMkLst>
        </pc:spChg>
        <pc:spChg chg="mod">
          <ac:chgData name="Paul Winser" userId="c3146a91-e6bd-4264-bd86-e164e04bc32d" providerId="ADAL" clId="{E8F6F4C6-4BA0-4C14-BA21-4AD8D4295498}" dt="2024-12-02T20:51:44.673" v="143" actId="2711"/>
          <ac:spMkLst>
            <pc:docMk/>
            <pc:sldMk cId="3051251385" sldId="318"/>
            <ac:spMk id="34819" creationId="{453C7683-8588-7ABC-32E0-8A4E68218620}"/>
          </ac:spMkLst>
        </pc:spChg>
      </pc:sldChg>
      <pc:sldChg chg="delSp modSp mod">
        <pc:chgData name="Paul Winser" userId="c3146a91-e6bd-4264-bd86-e164e04bc32d" providerId="ADAL" clId="{E8F6F4C6-4BA0-4C14-BA21-4AD8D4295498}" dt="2024-12-02T20:52:00.779" v="148" actId="14100"/>
        <pc:sldMkLst>
          <pc:docMk/>
          <pc:sldMk cId="2333411364" sldId="319"/>
        </pc:sldMkLst>
        <pc:spChg chg="mod">
          <ac:chgData name="Paul Winser" userId="c3146a91-e6bd-4264-bd86-e164e04bc32d" providerId="ADAL" clId="{E8F6F4C6-4BA0-4C14-BA21-4AD8D4295498}" dt="2024-12-02T20:52:00.779" v="148" actId="14100"/>
          <ac:spMkLst>
            <pc:docMk/>
            <pc:sldMk cId="2333411364" sldId="319"/>
            <ac:spMk id="2" creationId="{45E4B41C-9C69-603D-8AE1-7E86C546F47E}"/>
          </ac:spMkLst>
        </pc:spChg>
        <pc:spChg chg="del">
          <ac:chgData name="Paul Winser" userId="c3146a91-e6bd-4264-bd86-e164e04bc32d" providerId="ADAL" clId="{E8F6F4C6-4BA0-4C14-BA21-4AD8D4295498}" dt="2024-12-02T20:45:33.380" v="14" actId="478"/>
          <ac:spMkLst>
            <pc:docMk/>
            <pc:sldMk cId="2333411364" sldId="319"/>
            <ac:spMk id="3" creationId="{3A4C81B8-3500-F395-886A-A8F224442875}"/>
          </ac:spMkLst>
        </pc:spChg>
        <pc:spChg chg="mod">
          <ac:chgData name="Paul Winser" userId="c3146a91-e6bd-4264-bd86-e164e04bc32d" providerId="ADAL" clId="{E8F6F4C6-4BA0-4C14-BA21-4AD8D4295498}" dt="2024-12-02T20:51:56.979" v="146" actId="2711"/>
          <ac:spMkLst>
            <pc:docMk/>
            <pc:sldMk cId="2333411364" sldId="319"/>
            <ac:spMk id="34819" creationId="{453C7683-8588-7ABC-32E0-8A4E68218620}"/>
          </ac:spMkLst>
        </pc:spChg>
      </pc:sldChg>
      <pc:sldChg chg="delSp modSp mod">
        <pc:chgData name="Paul Winser" userId="c3146a91-e6bd-4264-bd86-e164e04bc32d" providerId="ADAL" clId="{E8F6F4C6-4BA0-4C14-BA21-4AD8D4295498}" dt="2024-12-02T20:52:26.913" v="156" actId="20577"/>
        <pc:sldMkLst>
          <pc:docMk/>
          <pc:sldMk cId="471329021" sldId="320"/>
        </pc:sldMkLst>
        <pc:spChg chg="mod">
          <ac:chgData name="Paul Winser" userId="c3146a91-e6bd-4264-bd86-e164e04bc32d" providerId="ADAL" clId="{E8F6F4C6-4BA0-4C14-BA21-4AD8D4295498}" dt="2024-12-02T20:52:26.913" v="156" actId="20577"/>
          <ac:spMkLst>
            <pc:docMk/>
            <pc:sldMk cId="471329021" sldId="320"/>
            <ac:spMk id="2" creationId="{45E4B41C-9C69-603D-8AE1-7E86C546F47E}"/>
          </ac:spMkLst>
        </pc:spChg>
        <pc:spChg chg="del">
          <ac:chgData name="Paul Winser" userId="c3146a91-e6bd-4264-bd86-e164e04bc32d" providerId="ADAL" clId="{E8F6F4C6-4BA0-4C14-BA21-4AD8D4295498}" dt="2024-12-02T20:45:36.323" v="15" actId="478"/>
          <ac:spMkLst>
            <pc:docMk/>
            <pc:sldMk cId="471329021" sldId="320"/>
            <ac:spMk id="3" creationId="{3A4C81B8-3500-F395-886A-A8F224442875}"/>
          </ac:spMkLst>
        </pc:spChg>
        <pc:spChg chg="mod">
          <ac:chgData name="Paul Winser" userId="c3146a91-e6bd-4264-bd86-e164e04bc32d" providerId="ADAL" clId="{E8F6F4C6-4BA0-4C14-BA21-4AD8D4295498}" dt="2024-12-02T20:52:23.680" v="155" actId="2711"/>
          <ac:spMkLst>
            <pc:docMk/>
            <pc:sldMk cId="471329021" sldId="320"/>
            <ac:spMk id="34819" creationId="{453C7683-8588-7ABC-32E0-8A4E68218620}"/>
          </ac:spMkLst>
        </pc:spChg>
      </pc:sldChg>
      <pc:sldChg chg="delSp modSp mod">
        <pc:chgData name="Paul Winser" userId="c3146a91-e6bd-4264-bd86-e164e04bc32d" providerId="ADAL" clId="{E8F6F4C6-4BA0-4C14-BA21-4AD8D4295498}" dt="2024-12-02T20:53:44.128" v="181" actId="20577"/>
        <pc:sldMkLst>
          <pc:docMk/>
          <pc:sldMk cId="3987240879" sldId="321"/>
        </pc:sldMkLst>
        <pc:spChg chg="del">
          <ac:chgData name="Paul Winser" userId="c3146a91-e6bd-4264-bd86-e164e04bc32d" providerId="ADAL" clId="{E8F6F4C6-4BA0-4C14-BA21-4AD8D4295498}" dt="2024-12-02T20:45:43.827" v="18" actId="478"/>
          <ac:spMkLst>
            <pc:docMk/>
            <pc:sldMk cId="3987240879" sldId="321"/>
            <ac:spMk id="2" creationId="{50758932-2CDB-EBF1-5F35-776AC73F58FC}"/>
          </ac:spMkLst>
        </pc:spChg>
        <pc:spChg chg="mod">
          <ac:chgData name="Paul Winser" userId="c3146a91-e6bd-4264-bd86-e164e04bc32d" providerId="ADAL" clId="{E8F6F4C6-4BA0-4C14-BA21-4AD8D4295498}" dt="2024-12-02T20:53:44.128" v="181" actId="20577"/>
          <ac:spMkLst>
            <pc:docMk/>
            <pc:sldMk cId="3987240879" sldId="321"/>
            <ac:spMk id="3" creationId="{6AB5C5C8-3E9C-7C54-5314-A6654AFA73D1}"/>
          </ac:spMkLst>
        </pc:spChg>
        <pc:spChg chg="mod">
          <ac:chgData name="Paul Winser" userId="c3146a91-e6bd-4264-bd86-e164e04bc32d" providerId="ADAL" clId="{E8F6F4C6-4BA0-4C14-BA21-4AD8D4295498}" dt="2024-12-02T20:53:33.988" v="179" actId="2711"/>
          <ac:spMkLst>
            <pc:docMk/>
            <pc:sldMk cId="3987240879" sldId="321"/>
            <ac:spMk id="34819" creationId="{453C7683-8588-7ABC-32E0-8A4E68218620}"/>
          </ac:spMkLst>
        </pc:spChg>
      </pc:sldChg>
      <pc:sldChg chg="delSp modSp mod">
        <pc:chgData name="Paul Winser" userId="c3146a91-e6bd-4264-bd86-e164e04bc32d" providerId="ADAL" clId="{E8F6F4C6-4BA0-4C14-BA21-4AD8D4295498}" dt="2024-12-02T21:01:04.863" v="289" actId="14100"/>
        <pc:sldMkLst>
          <pc:docMk/>
          <pc:sldMk cId="58276357" sldId="322"/>
        </pc:sldMkLst>
        <pc:spChg chg="del">
          <ac:chgData name="Paul Winser" userId="c3146a91-e6bd-4264-bd86-e164e04bc32d" providerId="ADAL" clId="{E8F6F4C6-4BA0-4C14-BA21-4AD8D4295498}" dt="2024-12-02T20:45:47.806" v="19" actId="478"/>
          <ac:spMkLst>
            <pc:docMk/>
            <pc:sldMk cId="58276357" sldId="322"/>
            <ac:spMk id="2" creationId="{50758932-2CDB-EBF1-5F35-776AC73F58FC}"/>
          </ac:spMkLst>
        </pc:spChg>
        <pc:spChg chg="mod">
          <ac:chgData name="Paul Winser" userId="c3146a91-e6bd-4264-bd86-e164e04bc32d" providerId="ADAL" clId="{E8F6F4C6-4BA0-4C14-BA21-4AD8D4295498}" dt="2024-12-02T20:54:29.491" v="190" actId="2711"/>
          <ac:spMkLst>
            <pc:docMk/>
            <pc:sldMk cId="58276357" sldId="322"/>
            <ac:spMk id="3" creationId="{6AB5C5C8-3E9C-7C54-5314-A6654AFA73D1}"/>
          </ac:spMkLst>
        </pc:spChg>
        <pc:spChg chg="mod">
          <ac:chgData name="Paul Winser" userId="c3146a91-e6bd-4264-bd86-e164e04bc32d" providerId="ADAL" clId="{E8F6F4C6-4BA0-4C14-BA21-4AD8D4295498}" dt="2024-12-02T21:01:04.863" v="289" actId="14100"/>
          <ac:spMkLst>
            <pc:docMk/>
            <pc:sldMk cId="58276357" sldId="322"/>
            <ac:spMk id="34819" creationId="{453C7683-8588-7ABC-32E0-8A4E68218620}"/>
          </ac:spMkLst>
        </pc:spChg>
        <pc:picChg chg="mod">
          <ac:chgData name="Paul Winser" userId="c3146a91-e6bd-4264-bd86-e164e04bc32d" providerId="ADAL" clId="{E8F6F4C6-4BA0-4C14-BA21-4AD8D4295498}" dt="2024-12-02T20:54:26.455" v="189" actId="1076"/>
          <ac:picMkLst>
            <pc:docMk/>
            <pc:sldMk cId="58276357" sldId="322"/>
            <ac:picMk id="7" creationId="{8F375EDB-77A1-ABB8-B452-6841126A4A1A}"/>
          </ac:picMkLst>
        </pc:picChg>
      </pc:sldChg>
      <pc:sldChg chg="delSp modSp mod">
        <pc:chgData name="Paul Winser" userId="c3146a91-e6bd-4264-bd86-e164e04bc32d" providerId="ADAL" clId="{E8F6F4C6-4BA0-4C14-BA21-4AD8D4295498}" dt="2024-12-02T21:01:12.001" v="290" actId="14100"/>
        <pc:sldMkLst>
          <pc:docMk/>
          <pc:sldMk cId="3227829594" sldId="323"/>
        </pc:sldMkLst>
        <pc:spChg chg="del">
          <ac:chgData name="Paul Winser" userId="c3146a91-e6bd-4264-bd86-e164e04bc32d" providerId="ADAL" clId="{E8F6F4C6-4BA0-4C14-BA21-4AD8D4295498}" dt="2024-12-02T20:45:50.229" v="20" actId="478"/>
          <ac:spMkLst>
            <pc:docMk/>
            <pc:sldMk cId="3227829594" sldId="323"/>
            <ac:spMk id="2" creationId="{50758932-2CDB-EBF1-5F35-776AC73F58FC}"/>
          </ac:spMkLst>
        </pc:spChg>
        <pc:spChg chg="mod">
          <ac:chgData name="Paul Winser" userId="c3146a91-e6bd-4264-bd86-e164e04bc32d" providerId="ADAL" clId="{E8F6F4C6-4BA0-4C14-BA21-4AD8D4295498}" dt="2024-12-02T21:01:12.001" v="290" actId="14100"/>
          <ac:spMkLst>
            <pc:docMk/>
            <pc:sldMk cId="3227829594" sldId="323"/>
            <ac:spMk id="3" creationId="{6AB5C5C8-3E9C-7C54-5314-A6654AFA73D1}"/>
          </ac:spMkLst>
        </pc:spChg>
        <pc:spChg chg="mod">
          <ac:chgData name="Paul Winser" userId="c3146a91-e6bd-4264-bd86-e164e04bc32d" providerId="ADAL" clId="{E8F6F4C6-4BA0-4C14-BA21-4AD8D4295498}" dt="2024-12-02T20:54:37.346" v="192" actId="2711"/>
          <ac:spMkLst>
            <pc:docMk/>
            <pc:sldMk cId="3227829594" sldId="323"/>
            <ac:spMk id="34819" creationId="{453C7683-8588-7ABC-32E0-8A4E68218620}"/>
          </ac:spMkLst>
        </pc:spChg>
      </pc:sldChg>
      <pc:sldChg chg="delSp modSp mod">
        <pc:chgData name="Paul Winser" userId="c3146a91-e6bd-4264-bd86-e164e04bc32d" providerId="ADAL" clId="{E8F6F4C6-4BA0-4C14-BA21-4AD8D4295498}" dt="2024-12-02T20:55:09.302" v="201" actId="1076"/>
        <pc:sldMkLst>
          <pc:docMk/>
          <pc:sldMk cId="3522866876" sldId="324"/>
        </pc:sldMkLst>
        <pc:spChg chg="del">
          <ac:chgData name="Paul Winser" userId="c3146a91-e6bd-4264-bd86-e164e04bc32d" providerId="ADAL" clId="{E8F6F4C6-4BA0-4C14-BA21-4AD8D4295498}" dt="2024-12-02T20:45:52.758" v="21" actId="478"/>
          <ac:spMkLst>
            <pc:docMk/>
            <pc:sldMk cId="3522866876" sldId="324"/>
            <ac:spMk id="2" creationId="{50758932-2CDB-EBF1-5F35-776AC73F58FC}"/>
          </ac:spMkLst>
        </pc:spChg>
        <pc:spChg chg="mod">
          <ac:chgData name="Paul Winser" userId="c3146a91-e6bd-4264-bd86-e164e04bc32d" providerId="ADAL" clId="{E8F6F4C6-4BA0-4C14-BA21-4AD8D4295498}" dt="2024-12-02T20:55:05.334" v="200" actId="2711"/>
          <ac:spMkLst>
            <pc:docMk/>
            <pc:sldMk cId="3522866876" sldId="324"/>
            <ac:spMk id="3" creationId="{6AB5C5C8-3E9C-7C54-5314-A6654AFA73D1}"/>
          </ac:spMkLst>
        </pc:spChg>
        <pc:spChg chg="mod">
          <ac:chgData name="Paul Winser" userId="c3146a91-e6bd-4264-bd86-e164e04bc32d" providerId="ADAL" clId="{E8F6F4C6-4BA0-4C14-BA21-4AD8D4295498}" dt="2024-12-02T20:55:09.302" v="201" actId="1076"/>
          <ac:spMkLst>
            <pc:docMk/>
            <pc:sldMk cId="3522866876" sldId="324"/>
            <ac:spMk id="34819" creationId="{453C7683-8588-7ABC-32E0-8A4E68218620}"/>
          </ac:spMkLst>
        </pc:spChg>
      </pc:sldChg>
      <pc:sldChg chg="delSp modSp mod">
        <pc:chgData name="Paul Winser" userId="c3146a91-e6bd-4264-bd86-e164e04bc32d" providerId="ADAL" clId="{E8F6F4C6-4BA0-4C14-BA21-4AD8D4295498}" dt="2024-12-02T20:55:27.255" v="208" actId="1076"/>
        <pc:sldMkLst>
          <pc:docMk/>
          <pc:sldMk cId="240751543" sldId="325"/>
        </pc:sldMkLst>
        <pc:spChg chg="del">
          <ac:chgData name="Paul Winser" userId="c3146a91-e6bd-4264-bd86-e164e04bc32d" providerId="ADAL" clId="{E8F6F4C6-4BA0-4C14-BA21-4AD8D4295498}" dt="2024-12-02T20:45:55.251" v="22" actId="478"/>
          <ac:spMkLst>
            <pc:docMk/>
            <pc:sldMk cId="240751543" sldId="325"/>
            <ac:spMk id="2" creationId="{50758932-2CDB-EBF1-5F35-776AC73F58FC}"/>
          </ac:spMkLst>
        </pc:spChg>
        <pc:spChg chg="mod">
          <ac:chgData name="Paul Winser" userId="c3146a91-e6bd-4264-bd86-e164e04bc32d" providerId="ADAL" clId="{E8F6F4C6-4BA0-4C14-BA21-4AD8D4295498}" dt="2024-12-02T20:55:15.152" v="203" actId="2711"/>
          <ac:spMkLst>
            <pc:docMk/>
            <pc:sldMk cId="240751543" sldId="325"/>
            <ac:spMk id="3" creationId="{6AB5C5C8-3E9C-7C54-5314-A6654AFA73D1}"/>
          </ac:spMkLst>
        </pc:spChg>
        <pc:spChg chg="mod">
          <ac:chgData name="Paul Winser" userId="c3146a91-e6bd-4264-bd86-e164e04bc32d" providerId="ADAL" clId="{E8F6F4C6-4BA0-4C14-BA21-4AD8D4295498}" dt="2024-12-02T20:55:19.486" v="204" actId="2711"/>
          <ac:spMkLst>
            <pc:docMk/>
            <pc:sldMk cId="240751543" sldId="325"/>
            <ac:spMk id="34819" creationId="{453C7683-8588-7ABC-32E0-8A4E68218620}"/>
          </ac:spMkLst>
        </pc:spChg>
        <pc:picChg chg="mod ord">
          <ac:chgData name="Paul Winser" userId="c3146a91-e6bd-4264-bd86-e164e04bc32d" providerId="ADAL" clId="{E8F6F4C6-4BA0-4C14-BA21-4AD8D4295498}" dt="2024-12-02T20:55:27.255" v="208" actId="1076"/>
          <ac:picMkLst>
            <pc:docMk/>
            <pc:sldMk cId="240751543" sldId="325"/>
            <ac:picMk id="5" creationId="{3F86FD96-F13B-555E-902B-B162EB18E157}"/>
          </ac:picMkLst>
        </pc:picChg>
      </pc:sldChg>
      <pc:sldChg chg="delSp modSp mod">
        <pc:chgData name="Paul Winser" userId="c3146a91-e6bd-4264-bd86-e164e04bc32d" providerId="ADAL" clId="{E8F6F4C6-4BA0-4C14-BA21-4AD8D4295498}" dt="2024-12-02T20:55:44.837" v="213" actId="2711"/>
        <pc:sldMkLst>
          <pc:docMk/>
          <pc:sldMk cId="344454006" sldId="326"/>
        </pc:sldMkLst>
        <pc:spChg chg="del">
          <ac:chgData name="Paul Winser" userId="c3146a91-e6bd-4264-bd86-e164e04bc32d" providerId="ADAL" clId="{E8F6F4C6-4BA0-4C14-BA21-4AD8D4295498}" dt="2024-12-02T20:45:57.136" v="23" actId="478"/>
          <ac:spMkLst>
            <pc:docMk/>
            <pc:sldMk cId="344454006" sldId="326"/>
            <ac:spMk id="2" creationId="{50758932-2CDB-EBF1-5F35-776AC73F58FC}"/>
          </ac:spMkLst>
        </pc:spChg>
        <pc:spChg chg="mod">
          <ac:chgData name="Paul Winser" userId="c3146a91-e6bd-4264-bd86-e164e04bc32d" providerId="ADAL" clId="{E8F6F4C6-4BA0-4C14-BA21-4AD8D4295498}" dt="2024-12-02T20:55:44.837" v="213" actId="2711"/>
          <ac:spMkLst>
            <pc:docMk/>
            <pc:sldMk cId="344454006" sldId="326"/>
            <ac:spMk id="3" creationId="{6AB5C5C8-3E9C-7C54-5314-A6654AFA73D1}"/>
          </ac:spMkLst>
        </pc:spChg>
        <pc:spChg chg="mod">
          <ac:chgData name="Paul Winser" userId="c3146a91-e6bd-4264-bd86-e164e04bc32d" providerId="ADAL" clId="{E8F6F4C6-4BA0-4C14-BA21-4AD8D4295498}" dt="2024-12-02T20:55:34.239" v="210" actId="2711"/>
          <ac:spMkLst>
            <pc:docMk/>
            <pc:sldMk cId="344454006" sldId="326"/>
            <ac:spMk id="34819" creationId="{453C7683-8588-7ABC-32E0-8A4E68218620}"/>
          </ac:spMkLst>
        </pc:spChg>
      </pc:sldChg>
      <pc:sldChg chg="delSp modSp mod">
        <pc:chgData name="Paul Winser" userId="c3146a91-e6bd-4264-bd86-e164e04bc32d" providerId="ADAL" clId="{E8F6F4C6-4BA0-4C14-BA21-4AD8D4295498}" dt="2024-12-02T21:01:39.191" v="294" actId="1076"/>
        <pc:sldMkLst>
          <pc:docMk/>
          <pc:sldMk cId="1704653270" sldId="327"/>
        </pc:sldMkLst>
        <pc:spChg chg="del">
          <ac:chgData name="Paul Winser" userId="c3146a91-e6bd-4264-bd86-e164e04bc32d" providerId="ADAL" clId="{E8F6F4C6-4BA0-4C14-BA21-4AD8D4295498}" dt="2024-12-02T20:45:59.616" v="24" actId="478"/>
          <ac:spMkLst>
            <pc:docMk/>
            <pc:sldMk cId="1704653270" sldId="327"/>
            <ac:spMk id="2" creationId="{AE12C1BA-CD26-226A-698A-CE432133197C}"/>
          </ac:spMkLst>
        </pc:spChg>
        <pc:spChg chg="mod">
          <ac:chgData name="Paul Winser" userId="c3146a91-e6bd-4264-bd86-e164e04bc32d" providerId="ADAL" clId="{E8F6F4C6-4BA0-4C14-BA21-4AD8D4295498}" dt="2024-12-02T21:01:39.191" v="294" actId="1076"/>
          <ac:spMkLst>
            <pc:docMk/>
            <pc:sldMk cId="1704653270" sldId="327"/>
            <ac:spMk id="34819" creationId="{453C7683-8588-7ABC-32E0-8A4E68218620}"/>
          </ac:spMkLst>
        </pc:spChg>
        <pc:spChg chg="mod">
          <ac:chgData name="Paul Winser" userId="c3146a91-e6bd-4264-bd86-e164e04bc32d" providerId="ADAL" clId="{E8F6F4C6-4BA0-4C14-BA21-4AD8D4295498}" dt="2024-12-02T20:56:29.920" v="221" actId="2711"/>
          <ac:spMkLst>
            <pc:docMk/>
            <pc:sldMk cId="1704653270" sldId="327"/>
            <ac:spMk id="34820" creationId="{8DCD7CE1-603D-4D59-3DBB-C13C0B6505F0}"/>
          </ac:spMkLst>
        </pc:spChg>
      </pc:sldChg>
      <pc:sldChg chg="delSp modSp mod">
        <pc:chgData name="Paul Winser" userId="c3146a91-e6bd-4264-bd86-e164e04bc32d" providerId="ADAL" clId="{E8F6F4C6-4BA0-4C14-BA21-4AD8D4295498}" dt="2024-12-02T20:56:58.830" v="232" actId="14"/>
        <pc:sldMkLst>
          <pc:docMk/>
          <pc:sldMk cId="4202135424" sldId="328"/>
        </pc:sldMkLst>
        <pc:spChg chg="del">
          <ac:chgData name="Paul Winser" userId="c3146a91-e6bd-4264-bd86-e164e04bc32d" providerId="ADAL" clId="{E8F6F4C6-4BA0-4C14-BA21-4AD8D4295498}" dt="2024-12-02T20:46:02.418" v="25" actId="478"/>
          <ac:spMkLst>
            <pc:docMk/>
            <pc:sldMk cId="4202135424" sldId="328"/>
            <ac:spMk id="2" creationId="{50758932-2CDB-EBF1-5F35-776AC73F58FC}"/>
          </ac:spMkLst>
        </pc:spChg>
        <pc:spChg chg="mod">
          <ac:chgData name="Paul Winser" userId="c3146a91-e6bd-4264-bd86-e164e04bc32d" providerId="ADAL" clId="{E8F6F4C6-4BA0-4C14-BA21-4AD8D4295498}" dt="2024-12-02T20:56:58.830" v="232" actId="14"/>
          <ac:spMkLst>
            <pc:docMk/>
            <pc:sldMk cId="4202135424" sldId="328"/>
            <ac:spMk id="3" creationId="{6AB5C5C8-3E9C-7C54-5314-A6654AFA73D1}"/>
          </ac:spMkLst>
        </pc:spChg>
        <pc:spChg chg="mod">
          <ac:chgData name="Paul Winser" userId="c3146a91-e6bd-4264-bd86-e164e04bc32d" providerId="ADAL" clId="{E8F6F4C6-4BA0-4C14-BA21-4AD8D4295498}" dt="2024-12-02T20:56:48.913" v="229" actId="2711"/>
          <ac:spMkLst>
            <pc:docMk/>
            <pc:sldMk cId="4202135424" sldId="328"/>
            <ac:spMk id="34819" creationId="{453C7683-8588-7ABC-32E0-8A4E68218620}"/>
          </ac:spMkLst>
        </pc:spChg>
      </pc:sldChg>
      <pc:sldChg chg="delSp modSp mod">
        <pc:chgData name="Paul Winser" userId="c3146a91-e6bd-4264-bd86-e164e04bc32d" providerId="ADAL" clId="{E8F6F4C6-4BA0-4C14-BA21-4AD8D4295498}" dt="2024-12-02T20:57:13.953" v="237" actId="2711"/>
        <pc:sldMkLst>
          <pc:docMk/>
          <pc:sldMk cId="134223281" sldId="329"/>
        </pc:sldMkLst>
        <pc:spChg chg="del">
          <ac:chgData name="Paul Winser" userId="c3146a91-e6bd-4264-bd86-e164e04bc32d" providerId="ADAL" clId="{E8F6F4C6-4BA0-4C14-BA21-4AD8D4295498}" dt="2024-12-02T20:46:04.371" v="26" actId="478"/>
          <ac:spMkLst>
            <pc:docMk/>
            <pc:sldMk cId="134223281" sldId="329"/>
            <ac:spMk id="2" creationId="{50758932-2CDB-EBF1-5F35-776AC73F58FC}"/>
          </ac:spMkLst>
        </pc:spChg>
        <pc:spChg chg="mod">
          <ac:chgData name="Paul Winser" userId="c3146a91-e6bd-4264-bd86-e164e04bc32d" providerId="ADAL" clId="{E8F6F4C6-4BA0-4C14-BA21-4AD8D4295498}" dt="2024-12-02T20:57:13.953" v="237" actId="2711"/>
          <ac:spMkLst>
            <pc:docMk/>
            <pc:sldMk cId="134223281" sldId="329"/>
            <ac:spMk id="3" creationId="{6AB5C5C8-3E9C-7C54-5314-A6654AFA73D1}"/>
          </ac:spMkLst>
        </pc:spChg>
        <pc:spChg chg="mod">
          <ac:chgData name="Paul Winser" userId="c3146a91-e6bd-4264-bd86-e164e04bc32d" providerId="ADAL" clId="{E8F6F4C6-4BA0-4C14-BA21-4AD8D4295498}" dt="2024-12-02T20:57:06.177" v="234" actId="2711"/>
          <ac:spMkLst>
            <pc:docMk/>
            <pc:sldMk cId="134223281" sldId="329"/>
            <ac:spMk id="34819" creationId="{453C7683-8588-7ABC-32E0-8A4E68218620}"/>
          </ac:spMkLst>
        </pc:spChg>
      </pc:sldChg>
      <pc:sldChg chg="delSp modSp mod">
        <pc:chgData name="Paul Winser" userId="c3146a91-e6bd-4264-bd86-e164e04bc32d" providerId="ADAL" clId="{E8F6F4C6-4BA0-4C14-BA21-4AD8D4295498}" dt="2024-12-02T20:58:17.270" v="255" actId="14100"/>
        <pc:sldMkLst>
          <pc:docMk/>
          <pc:sldMk cId="3823655066" sldId="330"/>
        </pc:sldMkLst>
        <pc:spChg chg="mod">
          <ac:chgData name="Paul Winser" userId="c3146a91-e6bd-4264-bd86-e164e04bc32d" providerId="ADAL" clId="{E8F6F4C6-4BA0-4C14-BA21-4AD8D4295498}" dt="2024-12-02T20:58:17.270" v="255" actId="14100"/>
          <ac:spMkLst>
            <pc:docMk/>
            <pc:sldMk cId="3823655066" sldId="330"/>
            <ac:spMk id="5" creationId="{E4F1D0AE-1DEC-CB21-8306-1FC4791CA9EF}"/>
          </ac:spMkLst>
        </pc:spChg>
        <pc:spChg chg="mod">
          <ac:chgData name="Paul Winser" userId="c3146a91-e6bd-4264-bd86-e164e04bc32d" providerId="ADAL" clId="{E8F6F4C6-4BA0-4C14-BA21-4AD8D4295498}" dt="2024-12-02T20:46:36.234" v="34" actId="122"/>
          <ac:spMkLst>
            <pc:docMk/>
            <pc:sldMk cId="3823655066" sldId="330"/>
            <ac:spMk id="6" creationId="{390AFF5A-03CB-62F6-062A-FDA9857BF38A}"/>
          </ac:spMkLst>
        </pc:spChg>
        <pc:spChg chg="del">
          <ac:chgData name="Paul Winser" userId="c3146a91-e6bd-4264-bd86-e164e04bc32d" providerId="ADAL" clId="{E8F6F4C6-4BA0-4C14-BA21-4AD8D4295498}" dt="2024-12-02T20:44:57.909" v="1" actId="478"/>
          <ac:spMkLst>
            <pc:docMk/>
            <pc:sldMk cId="3823655066" sldId="330"/>
            <ac:spMk id="7" creationId="{4B8C7942-5B9C-C601-7319-0D852D0DF5E1}"/>
          </ac:spMkLst>
        </pc:spChg>
      </pc:sldChg>
      <pc:sldChg chg="del">
        <pc:chgData name="Paul Winser" userId="c3146a91-e6bd-4264-bd86-e164e04bc32d" providerId="ADAL" clId="{E8F6F4C6-4BA0-4C14-BA21-4AD8D4295498}" dt="2024-12-02T20:46:07.588" v="27" actId="47"/>
        <pc:sldMkLst>
          <pc:docMk/>
          <pc:sldMk cId="3909312834" sldId="331"/>
        </pc:sldMkLst>
      </pc:sldChg>
      <pc:sldChg chg="delSp modSp mod modNotesTx">
        <pc:chgData name="Paul Winser" userId="c3146a91-e6bd-4264-bd86-e164e04bc32d" providerId="ADAL" clId="{E8F6F4C6-4BA0-4C14-BA21-4AD8D4295498}" dt="2024-12-02T21:01:48.413" v="296" actId="1076"/>
        <pc:sldMkLst>
          <pc:docMk/>
          <pc:sldMk cId="2195177193" sldId="332"/>
        </pc:sldMkLst>
        <pc:spChg chg="del">
          <ac:chgData name="Paul Winser" userId="c3146a91-e6bd-4264-bd86-e164e04bc32d" providerId="ADAL" clId="{E8F6F4C6-4BA0-4C14-BA21-4AD8D4295498}" dt="2024-12-02T20:46:12.462" v="28" actId="478"/>
          <ac:spMkLst>
            <pc:docMk/>
            <pc:sldMk cId="2195177193" sldId="332"/>
            <ac:spMk id="4" creationId="{D0382341-56A4-F528-EE15-6DBABC4B6460}"/>
          </ac:spMkLst>
        </pc:spChg>
        <pc:spChg chg="mod">
          <ac:chgData name="Paul Winser" userId="c3146a91-e6bd-4264-bd86-e164e04bc32d" providerId="ADAL" clId="{E8F6F4C6-4BA0-4C14-BA21-4AD8D4295498}" dt="2024-12-02T21:01:46.071" v="295" actId="14100"/>
          <ac:spMkLst>
            <pc:docMk/>
            <pc:sldMk cId="2195177193" sldId="332"/>
            <ac:spMk id="34819" creationId="{453C7683-8588-7ABC-32E0-8A4E68218620}"/>
          </ac:spMkLst>
        </pc:spChg>
        <pc:spChg chg="mod">
          <ac:chgData name="Paul Winser" userId="c3146a91-e6bd-4264-bd86-e164e04bc32d" providerId="ADAL" clId="{E8F6F4C6-4BA0-4C14-BA21-4AD8D4295498}" dt="2024-12-02T21:01:48.413" v="296" actId="1076"/>
          <ac:spMkLst>
            <pc:docMk/>
            <pc:sldMk cId="2195177193" sldId="332"/>
            <ac:spMk id="34820" creationId="{8DCD7CE1-603D-4D59-3DBB-C13C0B6505F0}"/>
          </ac:spMkLst>
        </pc:spChg>
        <pc:picChg chg="mod">
          <ac:chgData name="Paul Winser" userId="c3146a91-e6bd-4264-bd86-e164e04bc32d" providerId="ADAL" clId="{E8F6F4C6-4BA0-4C14-BA21-4AD8D4295498}" dt="2024-12-02T20:57:39.951" v="248" actId="1076"/>
          <ac:picMkLst>
            <pc:docMk/>
            <pc:sldMk cId="2195177193" sldId="332"/>
            <ac:picMk id="3" creationId="{0E0474D8-CFC2-32A3-A35F-B37D32C5366C}"/>
          </ac:picMkLst>
        </pc:picChg>
      </pc:sldChg>
      <pc:sldChg chg="delSp modSp mod">
        <pc:chgData name="Paul Winser" userId="c3146a91-e6bd-4264-bd86-e164e04bc32d" providerId="ADAL" clId="{E8F6F4C6-4BA0-4C14-BA21-4AD8D4295498}" dt="2024-12-02T21:01:53.069" v="297" actId="1076"/>
        <pc:sldMkLst>
          <pc:docMk/>
          <pc:sldMk cId="1194512301" sldId="334"/>
        </pc:sldMkLst>
        <pc:spChg chg="del">
          <ac:chgData name="Paul Winser" userId="c3146a91-e6bd-4264-bd86-e164e04bc32d" providerId="ADAL" clId="{E8F6F4C6-4BA0-4C14-BA21-4AD8D4295498}" dt="2024-12-02T20:46:15.428" v="29" actId="478"/>
          <ac:spMkLst>
            <pc:docMk/>
            <pc:sldMk cId="1194512301" sldId="334"/>
            <ac:spMk id="4" creationId="{D0382341-56A4-F528-EE15-6DBABC4B6460}"/>
          </ac:spMkLst>
        </pc:spChg>
        <pc:spChg chg="mod">
          <ac:chgData name="Paul Winser" userId="c3146a91-e6bd-4264-bd86-e164e04bc32d" providerId="ADAL" clId="{E8F6F4C6-4BA0-4C14-BA21-4AD8D4295498}" dt="2024-12-02T20:57:58.318" v="252" actId="14100"/>
          <ac:spMkLst>
            <pc:docMk/>
            <pc:sldMk cId="1194512301" sldId="334"/>
            <ac:spMk id="34819" creationId="{453C7683-8588-7ABC-32E0-8A4E68218620}"/>
          </ac:spMkLst>
        </pc:spChg>
        <pc:spChg chg="mod">
          <ac:chgData name="Paul Winser" userId="c3146a91-e6bd-4264-bd86-e164e04bc32d" providerId="ADAL" clId="{E8F6F4C6-4BA0-4C14-BA21-4AD8D4295498}" dt="2024-12-02T21:01:53.069" v="297" actId="1076"/>
          <ac:spMkLst>
            <pc:docMk/>
            <pc:sldMk cId="1194512301" sldId="334"/>
            <ac:spMk id="34820" creationId="{8DCD7CE1-603D-4D59-3DBB-C13C0B6505F0}"/>
          </ac:spMkLst>
        </pc:spChg>
      </pc:sldChg>
      <pc:sldChg chg="delSp modSp mod">
        <pc:chgData name="Paul Winser" userId="c3146a91-e6bd-4264-bd86-e164e04bc32d" providerId="ADAL" clId="{E8F6F4C6-4BA0-4C14-BA21-4AD8D4295498}" dt="2024-12-02T21:01:59.053" v="299" actId="1076"/>
        <pc:sldMkLst>
          <pc:docMk/>
          <pc:sldMk cId="2110143673" sldId="335"/>
        </pc:sldMkLst>
        <pc:spChg chg="del">
          <ac:chgData name="Paul Winser" userId="c3146a91-e6bd-4264-bd86-e164e04bc32d" providerId="ADAL" clId="{E8F6F4C6-4BA0-4C14-BA21-4AD8D4295498}" dt="2024-12-02T20:46:18.016" v="30" actId="478"/>
          <ac:spMkLst>
            <pc:docMk/>
            <pc:sldMk cId="2110143673" sldId="335"/>
            <ac:spMk id="4" creationId="{D0382341-56A4-F528-EE15-6DBABC4B6460}"/>
          </ac:spMkLst>
        </pc:spChg>
        <pc:spChg chg="mod">
          <ac:chgData name="Paul Winser" userId="c3146a91-e6bd-4264-bd86-e164e04bc32d" providerId="ADAL" clId="{E8F6F4C6-4BA0-4C14-BA21-4AD8D4295498}" dt="2024-12-02T21:01:57.147" v="298" actId="1076"/>
          <ac:spMkLst>
            <pc:docMk/>
            <pc:sldMk cId="2110143673" sldId="335"/>
            <ac:spMk id="34819" creationId="{453C7683-8588-7ABC-32E0-8A4E68218620}"/>
          </ac:spMkLst>
        </pc:spChg>
        <pc:spChg chg="mod">
          <ac:chgData name="Paul Winser" userId="c3146a91-e6bd-4264-bd86-e164e04bc32d" providerId="ADAL" clId="{E8F6F4C6-4BA0-4C14-BA21-4AD8D4295498}" dt="2024-12-02T21:01:59.053" v="299" actId="1076"/>
          <ac:spMkLst>
            <pc:docMk/>
            <pc:sldMk cId="2110143673" sldId="335"/>
            <ac:spMk id="34820" creationId="{8DCD7CE1-603D-4D59-3DBB-C13C0B6505F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54701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72220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39014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62630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56044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76934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94774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185341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9479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96252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11559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35430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19683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48035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416152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6965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90707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57662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0105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00230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494736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259001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861010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675333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21650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rtl="1"/>
              <a:t>32</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3.jpeg"/><Relationship Id="rId2" Type="http://schemas.openxmlformats.org/officeDocument/2006/relationships/slideLayout" Target="../slideLayouts/slideLayout14.xml"/><Relationship Id="rId16" Type="http://schemas.openxmlformats.org/officeDocument/2006/relationships/image" Target="../media/image4.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3.jpeg"/><Relationship Id="rId2" Type="http://schemas.openxmlformats.org/officeDocument/2006/relationships/slideLayout" Target="../slideLayouts/slideLayout27.xml"/><Relationship Id="rId16" Type="http://schemas.openxmlformats.org/officeDocument/2006/relationships/image" Target="../media/image5.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image" Target="../media/image3.jpeg"/><Relationship Id="rId2" Type="http://schemas.openxmlformats.org/officeDocument/2006/relationships/slideLayout" Target="../slideLayouts/slideLayout40.xml"/><Relationship Id="rId16" Type="http://schemas.openxmlformats.org/officeDocument/2006/relationships/image" Target="../media/image6.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image" Target="../media/image3.jpeg"/><Relationship Id="rId2" Type="http://schemas.openxmlformats.org/officeDocument/2006/relationships/slideLayout" Target="../slideLayouts/slideLayout53.xml"/><Relationship Id="rId16" Type="http://schemas.openxmlformats.org/officeDocument/2006/relationships/image" Target="../media/image7.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image" Target="../media/image3.jpeg"/><Relationship Id="rId2" Type="http://schemas.openxmlformats.org/officeDocument/2006/relationships/slideLayout" Target="../slideLayouts/slideLayout66.xml"/><Relationship Id="rId16" Type="http://schemas.openxmlformats.org/officeDocument/2006/relationships/image" Target="../media/image8.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9.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10.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1.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2.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8">
            <a:extLst>
              <a:ext uri="{FF2B5EF4-FFF2-40B4-BE49-F238E27FC236}">
                <a16:creationId xmlns:a16="http://schemas.microsoft.com/office/drawing/2014/main" id="{23793B86-FDA6-833C-C6F2-BE82FE59A853}"/>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B9332901-7BAA-4A8D-66AA-2348568E6E7E}"/>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2" name="Picture 8">
            <a:extLst>
              <a:ext uri="{FF2B5EF4-FFF2-40B4-BE49-F238E27FC236}">
                <a16:creationId xmlns:a16="http://schemas.microsoft.com/office/drawing/2014/main" id="{9127FC8F-817F-C3FD-A879-00FAE129EA12}"/>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FAD5CB12-1626-15C0-9CE6-6E9759A5E633}"/>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2" name="Picture 8">
            <a:extLst>
              <a:ext uri="{FF2B5EF4-FFF2-40B4-BE49-F238E27FC236}">
                <a16:creationId xmlns:a16="http://schemas.microsoft.com/office/drawing/2014/main" id="{99A70EB9-10BC-D1AE-7399-8663443013F4}"/>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BAC47D3F-B945-C32C-AE11-FBF1300AA7FD}"/>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2" name="Picture 8">
            <a:extLst>
              <a:ext uri="{FF2B5EF4-FFF2-40B4-BE49-F238E27FC236}">
                <a16:creationId xmlns:a16="http://schemas.microsoft.com/office/drawing/2014/main" id="{087713FF-A08D-FC4B-11B0-080C6AF309C3}"/>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A415850-9CFF-3E67-6E27-74EB6CCB4321}"/>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2" name="Picture 8">
            <a:extLst>
              <a:ext uri="{FF2B5EF4-FFF2-40B4-BE49-F238E27FC236}">
                <a16:creationId xmlns:a16="http://schemas.microsoft.com/office/drawing/2014/main" id="{B51999F4-DD62-EC53-ACD2-39B10ED198B6}"/>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279159FA-38D0-1047-9F50-3B10D2AA82DA}"/>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2" name="Picture 8">
            <a:extLst>
              <a:ext uri="{FF2B5EF4-FFF2-40B4-BE49-F238E27FC236}">
                <a16:creationId xmlns:a16="http://schemas.microsoft.com/office/drawing/2014/main" id="{CD369755-9CE3-208A-1D2E-3DC64AE8DECF}"/>
              </a:ext>
            </a:extLst>
          </p:cNvPr>
          <p:cNvPicPr>
            <a:picLocks noChangeAspect="1" noChangeArrowheads="1"/>
          </p:cNvPicPr>
          <p:nvPr userDrawn="1"/>
        </p:nvPicPr>
        <p:blipFill rotWithShape="1">
          <a:blip r:embed="rId17">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5A35A14-2F72-7C72-1048-2D360D251BD7}"/>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a:t>
            </a:r>
            <a:r>
              <a:rPr lang="ar" sz="2500" b="1">
                <a:latin typeface="Sakkal Majalla" panose="02000000000000000000" pitchFamily="2" charset="-78"/>
                <a:cs typeface="Sakkal Majalla" panose="02000000000000000000" pitchFamily="2" charset="-78"/>
              </a:rPr>
              <a:t>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dirty="0">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dirty="0">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5.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68.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309877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36</a:t>
            </a:r>
            <a:br>
              <a:rPr lang="en-GB" altLang="en-US" sz="4600" dirty="0"/>
            </a:br>
            <a:r>
              <a:rPr lang="ar" sz="4600" dirty="0"/>
              <a:t>المتحكمات المنطقية القابلة للبرمجة</a:t>
            </a:r>
            <a:br>
              <a:rPr lang="en-US" sz="4600" dirty="0"/>
            </a:br>
            <a:r>
              <a:rPr lang="ar" sz="4600" dirty="0"/>
              <a:t>(</a:t>
            </a:r>
            <a:r>
              <a:rPr lang="ar" sz="4600"/>
              <a:t>PLCs)</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lnSpcReduction="10000"/>
          </a:bodyPr>
          <a:lstStyle/>
          <a:p>
            <a:pPr algn="ctr" rtl="1">
              <a:lnSpc>
                <a:spcPct val="90000"/>
              </a:lnSpc>
              <a:spcAft>
                <a:spcPts val="600"/>
              </a:spcAft>
              <a:defRPr/>
            </a:pPr>
            <a:r>
              <a:rPr lang="ar" sz="1400" dirty="0"/>
              <a:t>© حقوق التأليف والنشر لعام 2024 محفوظة لشركة بيرسون إديوكيشن ليمتد. لا يُسمح بالنسخ إلا للمؤسسة المُشترية فقط. </a:t>
            </a:r>
          </a:p>
        </p:txBody>
      </p:sp>
      <p:sp>
        <p:nvSpPr>
          <p:cNvPr id="2" name="Footer Placeholder 2">
            <a:extLst>
              <a:ext uri="{FF2B5EF4-FFF2-40B4-BE49-F238E27FC236}">
                <a16:creationId xmlns:a16="http://schemas.microsoft.com/office/drawing/2014/main" id="{F82FA300-7EE5-28EC-6373-F54B0B69B81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34076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61464"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200" b="1" dirty="0"/>
              <a:t>أ	</a:t>
            </a:r>
            <a:r>
              <a:rPr lang="ar" sz="2200" dirty="0"/>
              <a:t>دراسة التكنولوجيا المستخدمة في أنظمة المتحكم المنطقي القابل للبرمجة الصناعي</a:t>
            </a:r>
          </a:p>
          <a:p>
            <a:pPr marL="444500" indent="-444500" rtl="1">
              <a:buNone/>
            </a:pPr>
            <a:r>
              <a:rPr lang="ar" sz="2200" b="1" dirty="0"/>
              <a:t>ب	</a:t>
            </a:r>
            <a:r>
              <a:rPr lang="ar" sz="2200" dirty="0"/>
              <a:t>استكشاف هياكل البرمجة وطرق التحكم</a:t>
            </a:r>
          </a:p>
          <a:p>
            <a:pPr marL="444500" indent="-444500" rtl="1">
              <a:buNone/>
            </a:pPr>
            <a:r>
              <a:rPr lang="ar" sz="2200" b="1" dirty="0"/>
              <a:t>ج	</a:t>
            </a:r>
            <a:r>
              <a:rPr lang="ar" sz="2200" dirty="0"/>
              <a:t>تطوير نظام متحكم منطقي قابل للبرمجة صناعي لحل مشكلة هندسية.</a:t>
            </a:r>
          </a:p>
          <a:p>
            <a:pPr marL="444500" indent="-444500" rtl="1">
              <a:buNone/>
            </a:pPr>
            <a:r>
              <a:rPr lang="ar" sz="2200" b="1" dirty="0"/>
              <a:t>د	</a:t>
            </a:r>
            <a:r>
              <a:rPr lang="ar" sz="2200" dirty="0"/>
              <a:t>مراجعة تطوير نظام التحكم الصناعي وتقييم الأداء الشخصي.</a:t>
            </a:r>
            <a:endParaRPr lang="en-GB" altLang="en-US" sz="2200" dirty="0"/>
          </a:p>
          <a:p>
            <a:pPr marL="0" indent="0" defTabSz="431800" rtl="1">
              <a:spcBef>
                <a:spcPts val="1200"/>
              </a:spcBef>
              <a:buFont typeface="Wingdings" panose="05000000000000000000" pitchFamily="2" charset="2"/>
              <a:buNone/>
            </a:pPr>
            <a:endParaRPr lang="en-GB" altLang="en-US" sz="2200" b="1" dirty="0">
              <a:highlight>
                <a:srgbClr val="FFFF00"/>
              </a:highlight>
            </a:endParaRPr>
          </a:p>
          <a:p>
            <a:pPr marL="0" indent="0" defTabSz="431800" rtl="1">
              <a:spcBef>
                <a:spcPts val="1200"/>
              </a:spcBef>
              <a:buFont typeface="Wingdings" panose="05000000000000000000" pitchFamily="2" charset="2"/>
              <a:buNone/>
            </a:pPr>
            <a:br>
              <a:rPr lang="en-GB" altLang="en-US" sz="2200" dirty="0"/>
            </a:br>
            <a:r>
              <a:rPr lang="ar" sz="2200" dirty="0"/>
              <a:t>	</a:t>
            </a:r>
          </a:p>
        </p:txBody>
      </p:sp>
      <p:sp>
        <p:nvSpPr>
          <p:cNvPr id="2" name="Footer Placeholder 2">
            <a:extLst>
              <a:ext uri="{FF2B5EF4-FFF2-40B4-BE49-F238E27FC236}">
                <a16:creationId xmlns:a16="http://schemas.microsoft.com/office/drawing/2014/main" id="{B691E08D-1142-03F4-6775-80AEA1B8BCE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094BC2EC-E053-86F9-E638-418364D39644}"/>
              </a:ext>
            </a:extLst>
          </p:cNvPr>
          <p:cNvSpPr txBox="1">
            <a:spLocks noChangeArrowheads="1"/>
          </p:cNvSpPr>
          <p:nvPr/>
        </p:nvSpPr>
        <p:spPr bwMode="auto">
          <a:xfrm>
            <a:off x="457200" y="1843088"/>
            <a:ext cx="82296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Bef>
                <a:spcPts val="1200"/>
              </a:spcBef>
              <a:spcAft>
                <a:spcPts val="1500"/>
              </a:spcAft>
            </a:pPr>
            <a:r>
              <a:rPr lang="ar" sz="2600" b="1" kern="0" dirty="0">
                <a:latin typeface="Sakkal Majalla" panose="02000000000000000000" pitchFamily="2" charset="-78"/>
                <a:cs typeface="Sakkal Majalla" panose="02000000000000000000" pitchFamily="2" charset="-78"/>
              </a:rPr>
              <a:t>نتاج التعلم أ</a:t>
            </a:r>
            <a:br>
              <a:rPr lang="en-US" altLang="en-US" sz="2600" kern="0" dirty="0">
                <a:latin typeface="Sakkal Majalla" panose="02000000000000000000" pitchFamily="2" charset="-78"/>
                <a:cs typeface="Sakkal Majalla" panose="02000000000000000000" pitchFamily="2" charset="-78"/>
              </a:rPr>
            </a:br>
            <a:br>
              <a:rPr lang="en-US" altLang="en-US" sz="2600" kern="0" dirty="0">
                <a:latin typeface="Sakkal Majalla" panose="02000000000000000000" pitchFamily="2" charset="-78"/>
                <a:cs typeface="Sakkal Majalla" panose="02000000000000000000" pitchFamily="2" charset="-78"/>
              </a:rPr>
            </a:br>
            <a:endParaRPr lang="en-GB" altLang="en-US" sz="2600" kern="0" dirty="0">
              <a:latin typeface="Sakkal Majalla" panose="02000000000000000000" pitchFamily="2" charset="-78"/>
              <a:cs typeface="Sakkal Majalla" panose="02000000000000000000" pitchFamily="2" charset="-78"/>
            </a:endParaRPr>
          </a:p>
        </p:txBody>
      </p:sp>
      <p:sp>
        <p:nvSpPr>
          <p:cNvPr id="5" name="Content Placeholder 3">
            <a:extLst>
              <a:ext uri="{FF2B5EF4-FFF2-40B4-BE49-F238E27FC236}">
                <a16:creationId xmlns:a16="http://schemas.microsoft.com/office/drawing/2014/main" id="{E4F1D0AE-1DEC-CB21-8306-1FC4791CA9EF}"/>
              </a:ext>
            </a:extLst>
          </p:cNvPr>
          <p:cNvSpPr txBox="1">
            <a:spLocks noChangeArrowheads="1"/>
          </p:cNvSpPr>
          <p:nvPr/>
        </p:nvSpPr>
        <p:spPr bwMode="auto">
          <a:xfrm>
            <a:off x="539552" y="3789040"/>
            <a:ext cx="7704856" cy="18716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lnSpc>
                <a:spcPct val="107000"/>
              </a:lnSpc>
              <a:spcAft>
                <a:spcPts val="800"/>
              </a:spcAft>
            </a:pPr>
            <a:r>
              <a:rPr lang="ar" sz="2200" b="1" kern="100" dirty="0">
                <a:latin typeface="Sakkal Majalla" panose="02000000000000000000" pitchFamily="2" charset="-78"/>
                <a:ea typeface="Aptos" panose="020B0004020202020204" pitchFamily="34" charset="0"/>
                <a:cs typeface="Sakkal Majalla" panose="02000000000000000000" pitchFamily="2" charset="-78"/>
              </a:rPr>
              <a:t>أ1 ميزات ووظائف المتحكم المنطقي القابل للبرمجة</a:t>
            </a:r>
            <a:endParaRPr lang="en-AE" sz="2200" kern="100" dirty="0">
              <a:latin typeface="Sakkal Majalla" panose="02000000000000000000" pitchFamily="2" charset="-78"/>
              <a:ea typeface="Aptos" panose="020B0004020202020204" pitchFamily="34" charset="0"/>
              <a:cs typeface="Sakkal Majalla" panose="02000000000000000000" pitchFamily="2" charset="-78"/>
            </a:endParaRPr>
          </a:p>
          <a:p>
            <a:pPr rtl="1">
              <a:lnSpc>
                <a:spcPct val="107000"/>
              </a:lnSpc>
              <a:spcAft>
                <a:spcPts val="800"/>
              </a:spcAft>
            </a:pPr>
            <a:r>
              <a:rPr lang="ar" sz="2200" b="1" kern="100" dirty="0">
                <a:latin typeface="Sakkal Majalla" panose="02000000000000000000" pitchFamily="2" charset="-78"/>
                <a:ea typeface="Aptos" panose="020B0004020202020204" pitchFamily="34" charset="0"/>
                <a:cs typeface="Sakkal Majalla" panose="02000000000000000000" pitchFamily="2" charset="-78"/>
              </a:rPr>
              <a:t>أ2 أجهزة نظام المتحكم المنطقي القابل للبرمجة</a:t>
            </a:r>
            <a:endParaRPr lang="en-AE" sz="2200" kern="100" dirty="0">
              <a:latin typeface="Sakkal Majalla" panose="02000000000000000000" pitchFamily="2" charset="-78"/>
              <a:ea typeface="Aptos" panose="020B0004020202020204" pitchFamily="34" charset="0"/>
              <a:cs typeface="Sakkal Majalla" panose="02000000000000000000" pitchFamily="2" charset="-78"/>
            </a:endParaRPr>
          </a:p>
          <a:p>
            <a:pPr rtl="1">
              <a:lnSpc>
                <a:spcPct val="107000"/>
              </a:lnSpc>
              <a:spcAft>
                <a:spcPts val="800"/>
              </a:spcAft>
            </a:pPr>
            <a:r>
              <a:rPr lang="ar" sz="2200" b="1" kern="100" dirty="0">
                <a:latin typeface="Sakkal Majalla" panose="02000000000000000000" pitchFamily="2" charset="-78"/>
                <a:ea typeface="Aptos" panose="020B0004020202020204" pitchFamily="34" charset="0"/>
                <a:cs typeface="Sakkal Majalla" panose="02000000000000000000" pitchFamily="2" charset="-78"/>
              </a:rPr>
              <a:t>أ3 التشغيل الداخلي للمتحكم المنطقي القابل للبرمجة</a:t>
            </a:r>
            <a:endParaRPr lang="en-AE" sz="2200" kern="100" dirty="0">
              <a:latin typeface="Sakkal Majalla" panose="02000000000000000000" pitchFamily="2" charset="-78"/>
              <a:ea typeface="Aptos" panose="020B0004020202020204" pitchFamily="34" charset="0"/>
              <a:cs typeface="Sakkal Majalla" panose="02000000000000000000" pitchFamily="2" charset="-78"/>
            </a:endParaRPr>
          </a:p>
          <a:p>
            <a:pPr indent="0" rtl="1">
              <a:buFont typeface="Wingdings" panose="05000000000000000000" pitchFamily="2" charset="2"/>
              <a:buNone/>
            </a:pPr>
            <a:endParaRPr lang="en-GB" altLang="en-US" sz="2200" kern="0" dirty="0">
              <a:solidFill>
                <a:srgbClr val="FF0000"/>
              </a:solidFill>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390AFF5A-03CB-62F6-062A-FDA9857BF38A}"/>
              </a:ext>
            </a:extLst>
          </p:cNvPr>
          <p:cNvSpPr>
            <a:spLocks noChangeArrowheads="1"/>
          </p:cNvSpPr>
          <p:nvPr/>
        </p:nvSpPr>
        <p:spPr bwMode="auto">
          <a:xfrm>
            <a:off x="301625" y="2493962"/>
            <a:ext cx="822960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04813" indent="-387350" algn="ctr" defTabSz="431800" rtl="1">
              <a:buNone/>
            </a:pPr>
            <a:r>
              <a:rPr lang="ar" sz="2600" b="1" dirty="0">
                <a:solidFill>
                  <a:schemeClr val="tx2"/>
                </a:solidFill>
                <a:latin typeface="Sakkal Majalla" panose="02000000000000000000" pitchFamily="2" charset="-78"/>
                <a:cs typeface="Sakkal Majalla" panose="02000000000000000000" pitchFamily="2" charset="-78"/>
              </a:rPr>
              <a:t>دراسة التكنولوجيا المستخدمة في أنظمة المتحكم المنطقي </a:t>
            </a:r>
            <a:br>
              <a:rPr lang="en-US" sz="2600" b="1" dirty="0">
                <a:solidFill>
                  <a:schemeClr val="tx2"/>
                </a:solidFill>
                <a:latin typeface="Sakkal Majalla" panose="02000000000000000000" pitchFamily="2" charset="-78"/>
                <a:cs typeface="Sakkal Majalla" panose="02000000000000000000" pitchFamily="2" charset="-78"/>
              </a:rPr>
            </a:br>
            <a:r>
              <a:rPr lang="ar" sz="2600" b="1" dirty="0">
                <a:solidFill>
                  <a:schemeClr val="tx2"/>
                </a:solidFill>
                <a:latin typeface="Sakkal Majalla" panose="02000000000000000000" pitchFamily="2" charset="-78"/>
                <a:cs typeface="Sakkal Majalla" panose="02000000000000000000" pitchFamily="2" charset="-78"/>
              </a:rPr>
              <a:t>القابل للبرمجة الصناعي</a:t>
            </a:r>
          </a:p>
        </p:txBody>
      </p:sp>
      <p:sp>
        <p:nvSpPr>
          <p:cNvPr id="2" name="Footer Placeholder 2">
            <a:extLst>
              <a:ext uri="{FF2B5EF4-FFF2-40B4-BE49-F238E27FC236}">
                <a16:creationId xmlns:a16="http://schemas.microsoft.com/office/drawing/2014/main" id="{18CC7713-7FB4-8260-BFAE-1A1705354FA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823655066"/>
      </p:ext>
    </p:extLst>
  </p:cSld>
  <p:clrMapOvr>
    <a:masterClrMapping/>
  </p:clrMapOvr>
  <p:transition>
    <p:sndAc>
      <p:stSnd>
        <p:snd r:embed="rId2"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88840"/>
            <a:ext cx="8208712"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600" b="1" kern="100" dirty="0">
                <a:effectLst/>
                <a:ea typeface="Aptos" panose="020B0004020202020204" pitchFamily="34" charset="0"/>
              </a:rPr>
              <a:t>أ1 ميزات ووظائف المتحكم المنطقي </a:t>
            </a:r>
            <a:br>
              <a:rPr lang="en-US" sz="2600" b="1" kern="100" dirty="0">
                <a:effectLst/>
                <a:ea typeface="Aptos" panose="020B0004020202020204" pitchFamily="34" charset="0"/>
              </a:rPr>
            </a:br>
            <a:r>
              <a:rPr lang="ar" sz="2600" b="1" kern="100" dirty="0">
                <a:effectLst/>
                <a:ea typeface="Aptos" panose="020B0004020202020204" pitchFamily="34" charset="0"/>
              </a:rPr>
              <a:t>القابل للبرمجة</a:t>
            </a:r>
            <a:endParaRPr lang="en-AE" sz="2600" kern="100" dirty="0">
              <a:effectLst/>
              <a:ea typeface="Aptos" panose="020B0004020202020204" pitchFamily="34" charset="0"/>
            </a:endParaRPr>
          </a:p>
          <a:p>
            <a:pPr indent="0" rtl="1">
              <a:buFont typeface="Wingdings" panose="05000000000000000000" pitchFamily="2" charset="2"/>
              <a:buNone/>
            </a:pPr>
            <a:endParaRPr lang="en-GB" altLang="en-US" sz="2600" dirty="0"/>
          </a:p>
          <a:p>
            <a:pPr indent="0" algn="ctr"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129F6D91-9684-AEA0-DEA1-3F535ED7E24E}"/>
              </a:ext>
            </a:extLst>
          </p:cNvPr>
          <p:cNvSpPr txBox="1"/>
          <p:nvPr/>
        </p:nvSpPr>
        <p:spPr>
          <a:xfrm>
            <a:off x="4499992" y="3212976"/>
            <a:ext cx="3888432" cy="2457083"/>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متطلبات نظام المتحكم المنطقي القابل للبرمجة، </a:t>
            </a:r>
            <a:br>
              <a:rPr lang="en-US" sz="2000" kern="100" dirty="0">
                <a:effectLst/>
                <a:latin typeface="Sakkal Majalla" panose="02000000000000000000" pitchFamily="2" charset="-78"/>
                <a:ea typeface="Aptos" panose="020B0004020202020204" pitchFamily="34" charset="0"/>
                <a:cs typeface="Sakkal Majalla" panose="02000000000000000000" pitchFamily="2" charset="-78"/>
              </a:rPr>
            </a:b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بما في ذلك:</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وحدة تزويد الطاقة (PSU)</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وحدة المعالجة المركزية (CPU)</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وحدة إدخال/إخراج واحدة على الأقل.</a:t>
            </a:r>
          </a:p>
          <a:p>
            <a:pPr rtl="1"/>
            <a:endParaRPr lang="en-AE" sz="2000" dirty="0">
              <a:latin typeface="Sakkal Majalla" panose="02000000000000000000" pitchFamily="2" charset="-78"/>
              <a:cs typeface="Sakkal Majalla" panose="02000000000000000000" pitchFamily="2" charset="-78"/>
            </a:endParaRPr>
          </a:p>
        </p:txBody>
      </p:sp>
      <p:pic>
        <p:nvPicPr>
          <p:cNvPr id="5" name="Picture 4" descr="A machine in a factory&#10;&#10;Description automatically generated">
            <a:extLst>
              <a:ext uri="{FF2B5EF4-FFF2-40B4-BE49-F238E27FC236}">
                <a16:creationId xmlns:a16="http://schemas.microsoft.com/office/drawing/2014/main" id="{A63197ED-8454-DF64-C8BA-4E0921AF8D3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87408" y="2492896"/>
            <a:ext cx="2157106" cy="3240360"/>
          </a:xfrm>
          <a:prstGeom prst="rect">
            <a:avLst/>
          </a:prstGeom>
        </p:spPr>
      </p:pic>
      <p:sp>
        <p:nvSpPr>
          <p:cNvPr id="2" name="Footer Placeholder 2">
            <a:extLst>
              <a:ext uri="{FF2B5EF4-FFF2-40B4-BE49-F238E27FC236}">
                <a16:creationId xmlns:a16="http://schemas.microsoft.com/office/drawing/2014/main" id="{2A1A95F9-3C71-D7B3-98AD-062429B0E13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CA4E60-033C-BEAE-F4F0-F9205FD4E5D9}"/>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19665" y="3414117"/>
            <a:ext cx="4948753" cy="2735377"/>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88840"/>
            <a:ext cx="8208712"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600" b="1" kern="100" dirty="0">
                <a:effectLst/>
                <a:ea typeface="Aptos" panose="020B0004020202020204" pitchFamily="34" charset="0"/>
              </a:rPr>
              <a:t>أ1 ميزات ووظائف المتحكم المنطقي القابل للبرمجة</a:t>
            </a:r>
            <a:endParaRPr lang="en-AE" sz="2600" kern="100" dirty="0">
              <a:effectLst/>
              <a:ea typeface="Aptos" panose="020B0004020202020204" pitchFamily="34" charset="0"/>
            </a:endParaRPr>
          </a:p>
          <a:p>
            <a:pPr indent="0" rtl="1">
              <a:buFont typeface="Wingdings" panose="05000000000000000000" pitchFamily="2" charset="2"/>
              <a:buNone/>
            </a:pPr>
            <a:endParaRPr lang="en-GB" altLang="en-US" sz="2600" dirty="0"/>
          </a:p>
          <a:p>
            <a:pPr indent="0" algn="ctr"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129F6D91-9684-AEA0-DEA1-3F535ED7E24E}"/>
              </a:ext>
            </a:extLst>
          </p:cNvPr>
          <p:cNvSpPr txBox="1"/>
          <p:nvPr/>
        </p:nvSpPr>
        <p:spPr>
          <a:xfrm>
            <a:off x="4932040" y="2780928"/>
            <a:ext cx="3744316" cy="4093428"/>
          </a:xfrm>
          <a:prstGeom prst="rect">
            <a:avLst/>
          </a:prstGeom>
          <a:noFill/>
        </p:spPr>
        <p:txBody>
          <a:bodyPr wrap="square" rtlCol="1">
            <a:spAutoFit/>
          </a:bodyPr>
          <a:lstStyle/>
          <a:p>
            <a:pPr rtl="1"/>
            <a:r>
              <a:rPr lang="ar" sz="2000" b="0" i="0" u="none" strike="noStrike" dirty="0">
                <a:latin typeface="Sakkal Majalla" panose="02000000000000000000" pitchFamily="2" charset="-78"/>
                <a:cs typeface="Sakkal Majalla" panose="02000000000000000000" pitchFamily="2" charset="-78"/>
              </a:rPr>
              <a:t>ميزات ووظائف بنية المتحكم المنطقي القابل للبرمجة، وتشمل:</a:t>
            </a:r>
          </a:p>
          <a:p>
            <a:pPr marL="285750" indent="-285750" rtl="1">
              <a:buFont typeface="Arial" panose="020B0604020202020204" pitchFamily="34" charset="0"/>
              <a:buChar char="•"/>
            </a:pPr>
            <a:r>
              <a:rPr lang="ar" sz="2000" b="0" i="0" u="none" strike="noStrike" dirty="0">
                <a:latin typeface="Sakkal Majalla" panose="02000000000000000000" pitchFamily="2" charset="-78"/>
                <a:cs typeface="Sakkal Majalla" panose="02000000000000000000" pitchFamily="2" charset="-78"/>
              </a:rPr>
              <a:t>مخطط كتلة وحدة المعالجة المركزية للمكونات والوصف المقابل، بما في ذلك:</a:t>
            </a:r>
          </a:p>
          <a:p>
            <a:pPr marL="742950" lvl="1"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الإدخال/الإخراج (I/O) </a:t>
            </a:r>
          </a:p>
          <a:p>
            <a:pPr marL="742950" lvl="1"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الذاكرة، </a:t>
            </a:r>
          </a:p>
          <a:p>
            <a:pPr marL="742950" lvl="1"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أنواع الذاكرة </a:t>
            </a:r>
          </a:p>
          <a:p>
            <a:pPr marL="1200150" lvl="2"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ذاكرة الوصول العشوائي، ذاكرة قراءة فقط قابلة للمسح والبرمجة (EPROM)، ذاكرة قراءة فقط قابلة للمسح الكهربائي وقابلة للبرمجة (EEPROM)، وذاكرة فلاش.</a:t>
            </a:r>
            <a:endParaRPr lang="en-AE"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602C5C6-1050-EFEE-8100-D71E3C0D50C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1162768127"/>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88840"/>
            <a:ext cx="8208712"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600" b="1" kern="100" dirty="0">
                <a:effectLst/>
                <a:ea typeface="Aptos" panose="020B0004020202020204" pitchFamily="34" charset="0"/>
              </a:rPr>
              <a:t>أ1 ميزات ووظائف المتحكم المنطقي القابل للبرمجة</a:t>
            </a:r>
            <a:endParaRPr lang="en-AE" sz="2600" kern="100" dirty="0">
              <a:effectLst/>
              <a:ea typeface="Aptos" panose="020B0004020202020204" pitchFamily="34" charset="0"/>
            </a:endParaRPr>
          </a:p>
          <a:p>
            <a:pPr indent="0" rtl="1">
              <a:buFont typeface="Wingdings" panose="05000000000000000000" pitchFamily="2" charset="2"/>
              <a:buNone/>
            </a:pPr>
            <a:endParaRPr lang="en-GB" altLang="en-US" sz="2600" dirty="0"/>
          </a:p>
          <a:p>
            <a:pPr indent="0" algn="ctr"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129F6D91-9684-AEA0-DEA1-3F535ED7E24E}"/>
              </a:ext>
            </a:extLst>
          </p:cNvPr>
          <p:cNvSpPr txBox="1"/>
          <p:nvPr/>
        </p:nvSpPr>
        <p:spPr>
          <a:xfrm>
            <a:off x="4804382" y="2996952"/>
            <a:ext cx="3871974" cy="2948499"/>
          </a:xfrm>
          <a:prstGeom prst="rect">
            <a:avLst/>
          </a:prstGeom>
          <a:noFill/>
        </p:spPr>
        <p:txBody>
          <a:bodyPr wrap="square" rtlCol="1">
            <a:spAutoFit/>
          </a:bodyPr>
          <a:lstStyle/>
          <a:p>
            <a:pPr rtl="1"/>
            <a:r>
              <a:rPr lang="ar" sz="2000" b="0" i="0" u="none" strike="noStrike" dirty="0">
                <a:latin typeface="Sakkal Majalla" panose="02000000000000000000" pitchFamily="2" charset="-78"/>
                <a:cs typeface="Sakkal Majalla" panose="02000000000000000000" pitchFamily="2" charset="-78"/>
              </a:rPr>
              <a:t> تشمل أنواع المتحكم المنطقي القابل للبرمجة ما يأتي:</a:t>
            </a:r>
          </a:p>
          <a:p>
            <a:pPr marL="285750" indent="-285750" rtl="1">
              <a:buFont typeface="Arial" panose="020B0604020202020204" pitchFamily="34" charset="0"/>
              <a:buChar char="•"/>
            </a:pPr>
            <a:r>
              <a:rPr lang="ar" sz="2000" kern="100" dirty="0">
                <a:latin typeface="Sakkal Majalla" panose="02000000000000000000" pitchFamily="2" charset="-78"/>
                <a:ea typeface="Aptos" panose="020B0004020202020204" pitchFamily="34" charset="0"/>
                <a:cs typeface="Sakkal Majalla" panose="02000000000000000000" pitchFamily="2" charset="-78"/>
              </a:rPr>
              <a:t>أحادي</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(وحدة تزويد الطاقة، وحدة المعالجة المركزية، الذاكرة، الإدخال والإخراج في وحدة فردية).</a:t>
            </a:r>
          </a:p>
          <a:p>
            <a:pPr marL="285750" indent="-285750" rtl="1">
              <a:lnSpc>
                <a:spcPct val="107000"/>
              </a:lnSpc>
              <a:spcAft>
                <a:spcPts val="800"/>
              </a:spcAft>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معياري، لتشمل:</a:t>
            </a:r>
          </a:p>
          <a:p>
            <a:pPr marL="742950" lvl="1" indent="-285750" rtl="1">
              <a:lnSpc>
                <a:spcPct val="107000"/>
              </a:lnSpc>
              <a:spcAft>
                <a:spcPts val="800"/>
              </a:spcAft>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صغيرة</a:t>
            </a:r>
          </a:p>
          <a:p>
            <a:pPr marL="742950" lvl="1" indent="-285750" rtl="1">
              <a:lnSpc>
                <a:spcPct val="107000"/>
              </a:lnSpc>
              <a:spcAft>
                <a:spcPts val="800"/>
              </a:spcAft>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متوسطة الحجم</a:t>
            </a:r>
          </a:p>
          <a:p>
            <a:pPr marL="742950" lvl="1" indent="-285750" rtl="1">
              <a:lnSpc>
                <a:spcPct val="107000"/>
              </a:lnSpc>
              <a:spcAft>
                <a:spcPts val="800"/>
              </a:spcAft>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كبيرة</a:t>
            </a:r>
          </a:p>
        </p:txBody>
      </p:sp>
      <p:pic>
        <p:nvPicPr>
          <p:cNvPr id="7" name="Picture 6" descr="A machine in a factory&#10;&#10;Description automatically generated">
            <a:extLst>
              <a:ext uri="{FF2B5EF4-FFF2-40B4-BE49-F238E27FC236}">
                <a16:creationId xmlns:a16="http://schemas.microsoft.com/office/drawing/2014/main" id="{D60469FF-AAC3-D255-AEC7-14E6DB4BBD1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1064" y="3189640"/>
            <a:ext cx="3655950" cy="2996951"/>
          </a:xfrm>
          <a:prstGeom prst="rect">
            <a:avLst/>
          </a:prstGeom>
        </p:spPr>
      </p:pic>
      <p:sp>
        <p:nvSpPr>
          <p:cNvPr id="2" name="Footer Placeholder 2">
            <a:extLst>
              <a:ext uri="{FF2B5EF4-FFF2-40B4-BE49-F238E27FC236}">
                <a16:creationId xmlns:a16="http://schemas.microsoft.com/office/drawing/2014/main" id="{903ACDA1-F9CF-FE68-6879-3A93AB5C97E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888606812"/>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factory with many machines&#10;&#10;Description automatically generated with medium confidence">
            <a:extLst>
              <a:ext uri="{FF2B5EF4-FFF2-40B4-BE49-F238E27FC236}">
                <a16:creationId xmlns:a16="http://schemas.microsoft.com/office/drawing/2014/main" id="{7AC3CEC1-B66D-A06A-D4FC-5D07FF04E7A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4238" y="3396977"/>
            <a:ext cx="3539120" cy="2359413"/>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88840"/>
            <a:ext cx="8208712"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600" b="1" kern="100" dirty="0">
                <a:effectLst/>
                <a:ea typeface="Aptos" panose="020B0004020202020204" pitchFamily="34" charset="0"/>
              </a:rPr>
              <a:t>أ1 ميزات ووظائف المتحكم المنطقي القابل للبرمجة</a:t>
            </a:r>
            <a:endParaRPr lang="en-AE" sz="2600" kern="100" dirty="0">
              <a:effectLst/>
              <a:ea typeface="Aptos" panose="020B0004020202020204" pitchFamily="34" charset="0"/>
            </a:endParaRPr>
          </a:p>
          <a:p>
            <a:pPr indent="0" rtl="1">
              <a:buFont typeface="Wingdings" panose="05000000000000000000" pitchFamily="2" charset="2"/>
              <a:buNone/>
            </a:pPr>
            <a:endParaRPr lang="en-GB" altLang="en-US" sz="2600" dirty="0"/>
          </a:p>
          <a:p>
            <a:pPr indent="0" algn="ctr"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129F6D91-9684-AEA0-DEA1-3F535ED7E24E}"/>
              </a:ext>
            </a:extLst>
          </p:cNvPr>
          <p:cNvSpPr txBox="1"/>
          <p:nvPr/>
        </p:nvSpPr>
        <p:spPr>
          <a:xfrm>
            <a:off x="4139952" y="2852936"/>
            <a:ext cx="4464496" cy="4800288"/>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اختيار متحكم منطقي قابل للبرمجة مناسب لمهمة معينة، ليشمل:</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عدد وأنواع الإدخال/الإخراج</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سعة الإدخال/الإخراج</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حجم الذاكرة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سرعة وطاقة وحدة المعالجة المركزية والتعليمات</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الدعم الفني والنسخ الاحتياطي</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التكلفة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تعقيد المشكلة.</a:t>
            </a:r>
          </a:p>
          <a:p>
            <a:pPr marL="742950" lvl="1" indent="-285750" rtl="1">
              <a:buFont typeface="Arial" panose="020B0604020202020204" pitchFamily="34" charset="0"/>
              <a:buChar char="•"/>
            </a:pPr>
            <a:endParaRPr lang="en-AE" sz="2000" dirty="0">
              <a:latin typeface="SymbolMT"/>
              <a:cs typeface="Sakkal Majalla" panose="02000000000000000000" pitchFamily="2" charset="-78"/>
            </a:endParaRPr>
          </a:p>
          <a:p>
            <a:pPr marL="742950" lvl="1" indent="-285750" rtl="1">
              <a:buFont typeface="Arial" panose="020B0604020202020204" pitchFamily="34" charset="0"/>
              <a:buChar char="•"/>
            </a:pPr>
            <a:endParaRPr lang="en-GB" sz="2000" dirty="0">
              <a:latin typeface="SymbolMT"/>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20A1F32-3995-8193-7C7F-6AF595853F9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354443665"/>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88840"/>
            <a:ext cx="8208712"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600" b="1" kern="100" dirty="0"/>
              <a:t>أ2 أجهزة نظام المتحكم المنطقي القابل للبرمجة</a:t>
            </a:r>
          </a:p>
          <a:p>
            <a:pPr indent="0" rtl="1">
              <a:buFont typeface="Wingdings" panose="05000000000000000000" pitchFamily="2" charset="2"/>
              <a:buNone/>
            </a:pPr>
            <a:endParaRPr lang="en-GB" altLang="en-US" sz="2600" dirty="0"/>
          </a:p>
          <a:p>
            <a:pPr indent="0" algn="ctr"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129F6D91-9684-AEA0-DEA1-3F535ED7E24E}"/>
              </a:ext>
            </a:extLst>
          </p:cNvPr>
          <p:cNvSpPr txBox="1"/>
          <p:nvPr/>
        </p:nvSpPr>
        <p:spPr>
          <a:xfrm>
            <a:off x="4788023" y="2569898"/>
            <a:ext cx="3888332" cy="3752822"/>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الواجهات، وتشمل:</a:t>
            </a:r>
          </a:p>
          <a:p>
            <a:pPr marL="285750"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واجهات الإدخال</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مثل التيار المستمر وجهد التيار المتردد</a:t>
            </a:r>
          </a:p>
          <a:p>
            <a:pPr marL="285750"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دوائر الإدخال الرقمي</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وأجهزة قياس النبض والمحولات التناظرية إلى الرقمية</a:t>
            </a:r>
          </a:p>
          <a:p>
            <a:pPr marL="285750"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واجهات الإخراج</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مثل المرحل والترانزستور ودائرة الإخراج الثلاثي والمحولات الرقمية إلى التناظرية.</a:t>
            </a:r>
            <a:endParaRPr lang="en-AE" sz="2000" dirty="0">
              <a:latin typeface="Sakkal Majalla" panose="02000000000000000000" pitchFamily="2" charset="-78"/>
              <a:cs typeface="Sakkal Majalla" panose="02000000000000000000" pitchFamily="2" charset="-78"/>
            </a:endParaRPr>
          </a:p>
          <a:p>
            <a:pPr marL="742950" lvl="1" indent="-285750" rtl="1">
              <a:buFont typeface="Arial" panose="020B0604020202020204" pitchFamily="34" charset="0"/>
              <a:buChar char="•"/>
            </a:pPr>
            <a:endParaRPr lang="en-GB" sz="2000" dirty="0">
              <a:latin typeface="SymbolMT"/>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descr="Close-up of a machine&#10;&#10;Description automatically generated">
            <a:extLst>
              <a:ext uri="{FF2B5EF4-FFF2-40B4-BE49-F238E27FC236}">
                <a16:creationId xmlns:a16="http://schemas.microsoft.com/office/drawing/2014/main" id="{F2F096B3-20CA-1FA0-6063-2B9AD763F59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8144" y="3128764"/>
            <a:ext cx="4194105" cy="2377064"/>
          </a:xfrm>
          <a:prstGeom prst="rect">
            <a:avLst/>
          </a:prstGeom>
        </p:spPr>
      </p:pic>
      <p:sp>
        <p:nvSpPr>
          <p:cNvPr id="2" name="Footer Placeholder 2">
            <a:extLst>
              <a:ext uri="{FF2B5EF4-FFF2-40B4-BE49-F238E27FC236}">
                <a16:creationId xmlns:a16="http://schemas.microsoft.com/office/drawing/2014/main" id="{99B3C802-6F6E-4AAB-AABE-C228BEF14D1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891976309"/>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88840"/>
            <a:ext cx="8208712"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600" b="1" kern="100" dirty="0"/>
              <a:t>أ2 أجهزة نظام المتحكم المنطقي القابل للبرمجة</a:t>
            </a:r>
          </a:p>
          <a:p>
            <a:pPr indent="0" rtl="1">
              <a:buFont typeface="Wingdings" panose="05000000000000000000" pitchFamily="2" charset="2"/>
              <a:buNone/>
            </a:pPr>
            <a:endParaRPr lang="en-GB" altLang="en-US" sz="2600" dirty="0"/>
          </a:p>
          <a:p>
            <a:pPr indent="0" algn="ctr"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129F6D91-9684-AEA0-DEA1-3F535ED7E24E}"/>
              </a:ext>
            </a:extLst>
          </p:cNvPr>
          <p:cNvSpPr txBox="1"/>
          <p:nvPr/>
        </p:nvSpPr>
        <p:spPr>
          <a:xfrm>
            <a:off x="3635896" y="2567619"/>
            <a:ext cx="5112568" cy="4082143"/>
          </a:xfrm>
          <a:prstGeom prst="rect">
            <a:avLst/>
          </a:prstGeom>
          <a:noFill/>
        </p:spPr>
        <p:txBody>
          <a:bodyPr wrap="square" rtlCol="1">
            <a:spAutoFit/>
          </a:bodyPr>
          <a:lstStyle/>
          <a:p>
            <a:pPr marL="285750"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أجهزة الإدخال الطرفية،</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وتشمل:</a:t>
            </a:r>
          </a:p>
          <a:p>
            <a:pPr marL="742950" lvl="1"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الرقمية</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مثل المفاتيح الميكانيكية، مستشعرات القرب</a:t>
            </a:r>
          </a:p>
          <a:p>
            <a:pPr marL="742950" lvl="1"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التناظرية</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على سبيل المثال محولات الإدخال، بما في ذلك درجة الحرارة والضغط والتدفق.</a:t>
            </a:r>
          </a:p>
          <a:p>
            <a:pPr marL="285750"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أجهزة الإخراج الطرفية</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وتشمل:</a:t>
            </a:r>
          </a:p>
          <a:p>
            <a:pPr marL="742950" lvl="1"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المؤشرات الرقمية،</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الكهروميكانيكية (مثل المرحلات والموصلات)،</a:t>
            </a:r>
          </a:p>
          <a:p>
            <a:pPr marL="742950" lvl="1"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هوائي كهربائي</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(مثل صمامات التحكم)</a:t>
            </a:r>
          </a:p>
          <a:p>
            <a:pPr marL="742950" lvl="1"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التناظرية</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على سبيل المثال موضع المحرك وسرعته.</a:t>
            </a:r>
            <a:endParaRPr lang="en-GB" sz="2000" dirty="0">
              <a:latin typeface="Sakkal Majalla" panose="02000000000000000000" pitchFamily="2" charset="-78"/>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descr="A close-up of a machine&#10;&#10;Description automatically generated">
            <a:extLst>
              <a:ext uri="{FF2B5EF4-FFF2-40B4-BE49-F238E27FC236}">
                <a16:creationId xmlns:a16="http://schemas.microsoft.com/office/drawing/2014/main" id="{D9BB9F56-DDA3-3D5D-C933-F42B79AAC73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8772" y="2636912"/>
            <a:ext cx="3065997" cy="3316449"/>
          </a:xfrm>
          <a:prstGeom prst="rect">
            <a:avLst/>
          </a:prstGeom>
        </p:spPr>
      </p:pic>
      <p:sp>
        <p:nvSpPr>
          <p:cNvPr id="2" name="Footer Placeholder 2">
            <a:extLst>
              <a:ext uri="{FF2B5EF4-FFF2-40B4-BE49-F238E27FC236}">
                <a16:creationId xmlns:a16="http://schemas.microsoft.com/office/drawing/2014/main" id="{D930614A-DAA4-526F-199E-1EA4BF9B654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044099656"/>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88840"/>
            <a:ext cx="8208712" cy="1008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600" b="1" kern="100" dirty="0"/>
              <a:t>أ3 التشغيل الداخلي للمتحكم المنطقي القابل للبرمجة</a:t>
            </a:r>
          </a:p>
          <a:p>
            <a:pPr indent="0" rtl="1">
              <a:buFont typeface="Wingdings" panose="05000000000000000000" pitchFamily="2" charset="2"/>
              <a:buNone/>
            </a:pPr>
            <a:endParaRPr lang="en-GB" altLang="en-US" sz="2600" dirty="0"/>
          </a:p>
          <a:p>
            <a:pPr indent="0" algn="ctr"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129F6D91-9684-AEA0-DEA1-3F535ED7E24E}"/>
              </a:ext>
            </a:extLst>
          </p:cNvPr>
          <p:cNvSpPr txBox="1"/>
          <p:nvPr/>
        </p:nvSpPr>
        <p:spPr>
          <a:xfrm>
            <a:off x="5508104" y="2996952"/>
            <a:ext cx="3168252" cy="2764859"/>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عملية مسح المتحكم المنطقي القابل للبرمجة، بما في ذلك:</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مسح الإدخال</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مسح البرنامج</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مسح الإخراج.</a:t>
            </a:r>
          </a:p>
          <a:p>
            <a:pPr marL="742950" lvl="1" indent="-285750" rtl="1">
              <a:buFont typeface="Arial" panose="020B0604020202020204" pitchFamily="34" charset="0"/>
              <a:buChar char="•"/>
            </a:pPr>
            <a:endParaRPr lang="en-GB" sz="2000" dirty="0">
              <a:latin typeface="SymbolMT"/>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BCF074DF-54ED-AA49-F727-715CB38D7862}"/>
              </a:ext>
            </a:extLst>
          </p:cNvPr>
          <p:cNvPicPr>
            <a:picLocks noChangeAspect="1"/>
          </p:cNvPicPr>
          <p:nvPr/>
        </p:nvPicPr>
        <p:blipFill>
          <a:blip r:embed="rId4" cstate="print">
            <a:extLst>
              <a:ext uri="{28A0092B-C50C-407E-A947-70E740481C1C}">
                <a14:useLocalDpi xmlns:a14="http://schemas.microsoft.com/office/drawing/2010/main"/>
              </a:ext>
            </a:extLst>
          </a:blip>
          <a:srcRect l="31" r="31"/>
          <a:stretch/>
        </p:blipFill>
        <p:spPr>
          <a:xfrm>
            <a:off x="539553" y="3141340"/>
            <a:ext cx="4777641" cy="3167980"/>
          </a:xfrm>
          <a:prstGeom prst="rect">
            <a:avLst/>
          </a:prstGeom>
        </p:spPr>
      </p:pic>
      <p:sp>
        <p:nvSpPr>
          <p:cNvPr id="2" name="Footer Placeholder 2">
            <a:extLst>
              <a:ext uri="{FF2B5EF4-FFF2-40B4-BE49-F238E27FC236}">
                <a16:creationId xmlns:a16="http://schemas.microsoft.com/office/drawing/2014/main" id="{FA43FB2E-9536-DC0D-3C5F-E1CAF50DC88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008013506"/>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dirty="0"/>
              <a:t>نتاج التعلم ب</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1561" y="3933056"/>
            <a:ext cx="8103021" cy="21603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200" b="1" i="0" u="none" strike="noStrike" dirty="0"/>
              <a:t>ب1 بيئة التطوير المتكاملة (IDE)</a:t>
            </a:r>
          </a:p>
          <a:p>
            <a:pPr indent="0" rtl="1">
              <a:buNone/>
            </a:pPr>
            <a:r>
              <a:rPr lang="ar" sz="2200" b="1" kern="100" dirty="0">
                <a:effectLst/>
                <a:ea typeface="Aptos" panose="020B0004020202020204" pitchFamily="34" charset="0"/>
              </a:rPr>
              <a:t>ب2 مهارات برمجة المتحكم المنطقي القابل للبرمجة</a:t>
            </a:r>
            <a:endParaRPr lang="en-AE" sz="2200" kern="100" dirty="0">
              <a:effectLst/>
              <a:ea typeface="Aptos" panose="020B0004020202020204" pitchFamily="34" charset="0"/>
            </a:endParaRPr>
          </a:p>
          <a:p>
            <a:pPr indent="0" rtl="1">
              <a:buNone/>
            </a:pPr>
            <a:r>
              <a:rPr lang="ar" sz="2200" b="1" kern="100" dirty="0">
                <a:effectLst/>
                <a:ea typeface="Aptos" panose="020B0004020202020204" pitchFamily="34" charset="0"/>
              </a:rPr>
              <a:t>ب3 اختبار وتصحيح برامج المتحكم المنطقي القابل للبرمجة</a:t>
            </a:r>
            <a:endParaRPr lang="en-AE" sz="2200" kern="100" dirty="0">
              <a:effectLst/>
              <a:ea typeface="Aptos" panose="020B0004020202020204" pitchFamily="34" charset="0"/>
            </a:endParaRPr>
          </a:p>
          <a:p>
            <a:pPr indent="0" rtl="1">
              <a:buFont typeface="Wingdings" panose="05000000000000000000" pitchFamily="2" charset="2"/>
              <a:buNone/>
            </a:pPr>
            <a:endParaRPr lang="en-GB" altLang="en-US" sz="2200" dirty="0">
              <a:solidFill>
                <a:srgbClr val="FF0000"/>
              </a:solidFill>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tabLst>
                <a:tab pos="2865755" algn="ctr"/>
                <a:tab pos="5731510" algn="r"/>
              </a:tabLst>
            </a:pPr>
            <a:r>
              <a:rPr lang="ar" sz="2600" b="1" kern="100" dirty="0">
                <a:effectLst/>
                <a:latin typeface="Sakkal Majalla" panose="02000000000000000000" pitchFamily="2" charset="-78"/>
                <a:ea typeface="Aptos" panose="020B0004020202020204" pitchFamily="34" charset="0"/>
                <a:cs typeface="Sakkal Majalla" panose="02000000000000000000" pitchFamily="2" charset="-78"/>
              </a:rPr>
              <a:t>استكشاف هياكل البرمجة</a:t>
            </a:r>
            <a:r>
              <a:rPr lang="ar" sz="2600" kern="100" dirty="0">
                <a:latin typeface="Sakkal Majalla" panose="02000000000000000000" pitchFamily="2" charset="-78"/>
                <a:ea typeface="Aptos" panose="020B0004020202020204" pitchFamily="34" charset="0"/>
                <a:cs typeface="Sakkal Majalla" panose="02000000000000000000" pitchFamily="2" charset="-78"/>
              </a:rPr>
              <a:t> </a:t>
            </a:r>
            <a:r>
              <a:rPr lang="ar" sz="2600" b="1" kern="100" dirty="0">
                <a:effectLst/>
                <a:latin typeface="Sakkal Majalla" panose="02000000000000000000" pitchFamily="2" charset="-78"/>
                <a:ea typeface="Aptos" panose="020B0004020202020204" pitchFamily="34" charset="0"/>
                <a:cs typeface="Sakkal Majalla" panose="02000000000000000000" pitchFamily="2" charset="-78"/>
              </a:rPr>
              <a:t>وطرق التحكم </a:t>
            </a:r>
            <a:br>
              <a:rPr lang="en-US" sz="2600" b="1" kern="100" dirty="0">
                <a:effectLst/>
                <a:latin typeface="Sakkal Majalla" panose="02000000000000000000" pitchFamily="2" charset="-78"/>
                <a:ea typeface="Aptos" panose="020B0004020202020204" pitchFamily="34" charset="0"/>
                <a:cs typeface="Sakkal Majalla" panose="02000000000000000000" pitchFamily="2" charset="-78"/>
              </a:rPr>
            </a:br>
            <a:r>
              <a:rPr lang="ar" sz="2600" b="1" kern="100" dirty="0">
                <a:effectLst/>
                <a:latin typeface="Sakkal Majalla" panose="02000000000000000000" pitchFamily="2" charset="-78"/>
                <a:ea typeface="Aptos" panose="020B0004020202020204" pitchFamily="34" charset="0"/>
                <a:cs typeface="Sakkal Majalla" panose="02000000000000000000" pitchFamily="2" charset="-78"/>
              </a:rPr>
              <a:t>في المتحكم المنطقي القابل للبرمجة</a:t>
            </a:r>
            <a:endParaRPr lang="en-AE" sz="2600" kern="100" dirty="0">
              <a:effectLst/>
              <a:latin typeface="Sakkal Majalla" panose="02000000000000000000" pitchFamily="2" charset="-78"/>
              <a:ea typeface="Aptos" panose="020B0004020202020204" pitchFamily="34"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84B2E6B0-78F0-01B7-0344-6F5A199EDF4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2060848"/>
            <a:ext cx="8208712" cy="5760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tabLst>
                <a:tab pos="2865755" algn="ctr"/>
                <a:tab pos="5731510" algn="r"/>
              </a:tabLst>
            </a:pPr>
            <a:r>
              <a:rPr lang="ar" sz="2000" b="1" kern="100" dirty="0">
                <a:effectLst/>
                <a:ea typeface="Aptos" panose="020B0004020202020204" pitchFamily="34" charset="0"/>
              </a:rPr>
              <a:t>ب1 بيئة التطوير المتكاملة (IDE)</a:t>
            </a:r>
            <a:endParaRPr lang="en-AE" sz="2000" kern="100" dirty="0">
              <a:effectLst/>
              <a:ea typeface="Aptos" panose="020B0004020202020204" pitchFamily="34" charset="0"/>
            </a:endParaRPr>
          </a:p>
          <a:p>
            <a:pPr indent="0" algn="ctr" rtl="1">
              <a:buNone/>
            </a:pPr>
            <a:endParaRPr lang="en-GB" altLang="en-US" sz="2000" dirty="0"/>
          </a:p>
          <a:p>
            <a:pPr marL="685800" rtl="1"/>
            <a:endParaRPr lang="en-GB" altLang="en-US" sz="20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2" name="TextBox 1">
            <a:extLst>
              <a:ext uri="{FF2B5EF4-FFF2-40B4-BE49-F238E27FC236}">
                <a16:creationId xmlns:a16="http://schemas.microsoft.com/office/drawing/2014/main" id="{45E4B41C-9C69-603D-8AE1-7E86C546F47E}"/>
              </a:ext>
            </a:extLst>
          </p:cNvPr>
          <p:cNvSpPr txBox="1"/>
          <p:nvPr/>
        </p:nvSpPr>
        <p:spPr>
          <a:xfrm>
            <a:off x="5422155" y="3035525"/>
            <a:ext cx="3096344" cy="2926955"/>
          </a:xfrm>
          <a:prstGeom prst="rect">
            <a:avLst/>
          </a:prstGeom>
          <a:noFill/>
        </p:spPr>
        <p:txBody>
          <a:bodyPr wrap="square" rtlCol="1">
            <a:spAutoFit/>
          </a:bodyPr>
          <a:lstStyle/>
          <a:p>
            <a:pPr rtl="1">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نظرة عامة على وظائف بيئة التطوير المتكاملة للمتحكم المنطقي القابل للبرمجة، بما في ذلك:</a:t>
            </a:r>
          </a:p>
          <a:p>
            <a:pPr marL="285750" indent="-285750" rtl="1">
              <a:lnSpc>
                <a:spcPct val="107000"/>
              </a:lnSpc>
              <a:spcAft>
                <a:spcPts val="800"/>
              </a:spcAft>
              <a:buFont typeface="Arial" panose="020B0604020202020204" pitchFamily="34" charset="0"/>
              <a:buChar char="•"/>
            </a:pPr>
            <a:r>
              <a:rPr lang="ar" sz="2000" kern="100" dirty="0">
                <a:latin typeface="Sakkal Majalla" panose="02000000000000000000" pitchFamily="2" charset="-78"/>
                <a:cs typeface="Sakkal Majalla" panose="02000000000000000000" pitchFamily="2" charset="-78"/>
              </a:rPr>
              <a:t>محرر </a:t>
            </a:r>
            <a:r>
              <a:rPr lang="ar" sz="2000" kern="100" dirty="0">
                <a:latin typeface="Sakkal Majalla" panose="02000000000000000000" pitchFamily="2" charset="-78"/>
                <a:ea typeface="Aptos" panose="020B0004020202020204" pitchFamily="34" charset="0"/>
                <a:cs typeface="Sakkal Majalla" panose="02000000000000000000" pitchFamily="2" charset="-78"/>
              </a:rPr>
              <a:t>رمز المصدر</a:t>
            </a:r>
          </a:p>
          <a:p>
            <a:pPr marL="285750" indent="-285750" rtl="1">
              <a:lnSpc>
                <a:spcPct val="107000"/>
              </a:lnSpc>
              <a:spcAft>
                <a:spcPts val="800"/>
              </a:spcAft>
              <a:buFont typeface="Arial" panose="020B0604020202020204" pitchFamily="34" charset="0"/>
              <a:buChar char="•"/>
            </a:pPr>
            <a:r>
              <a:rPr lang="ar" sz="2000" kern="100" dirty="0">
                <a:latin typeface="Sakkal Majalla" panose="02000000000000000000" pitchFamily="2" charset="-78"/>
                <a:ea typeface="Aptos" panose="020B0004020202020204" pitchFamily="34" charset="0"/>
                <a:cs typeface="Sakkal Majalla" panose="02000000000000000000" pitchFamily="2" charset="-78"/>
              </a:rPr>
              <a:t>أدوات البناء</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برنامج </a:t>
            </a:r>
            <a:r>
              <a:rPr lang="ar" sz="2000" kern="100" dirty="0">
                <a:latin typeface="Sakkal Majalla" panose="02000000000000000000" pitchFamily="2" charset="-78"/>
                <a:ea typeface="Aptos" panose="020B0004020202020204" pitchFamily="34" charset="0"/>
                <a:cs typeface="Sakkal Majalla" panose="02000000000000000000" pitchFamily="2" charset="-78"/>
              </a:rPr>
              <a:t>مصحح الأخطاء</a:t>
            </a:r>
          </a:p>
          <a:p>
            <a:pPr marL="742950" lvl="1" indent="-285750" rtl="1">
              <a:buFont typeface="Arial" panose="020B0604020202020204" pitchFamily="34" charset="0"/>
              <a:buChar char="•"/>
            </a:pPr>
            <a:endParaRPr lang="en-GB" sz="2000" dirty="0">
              <a:latin typeface="SymbolMT"/>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98C1A29E-7050-891C-7B56-01E091726FB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2060848"/>
            <a:ext cx="8352927" cy="5760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tabLst>
                <a:tab pos="2865755" algn="ctr"/>
                <a:tab pos="5731510" algn="r"/>
              </a:tabLst>
            </a:pPr>
            <a:r>
              <a:rPr lang="ar" sz="2000" b="1" kern="100" dirty="0">
                <a:effectLst/>
                <a:ea typeface="Aptos" panose="020B0004020202020204" pitchFamily="34" charset="0"/>
              </a:rPr>
              <a:t>ب2 مهارات برمجة المتحكم المنطقي القابل للبرمجة</a:t>
            </a:r>
            <a:endParaRPr lang="en-AE" sz="2000" kern="100" dirty="0">
              <a:effectLst/>
              <a:ea typeface="Aptos" panose="020B0004020202020204" pitchFamily="34" charset="0"/>
            </a:endParaRPr>
          </a:p>
          <a:p>
            <a:pPr indent="0" algn="ctr" rtl="1">
              <a:buNone/>
            </a:pPr>
            <a:endParaRPr lang="en-GB" altLang="en-US" sz="2000" dirty="0"/>
          </a:p>
          <a:p>
            <a:pPr marL="685800" rtl="1"/>
            <a:endParaRPr lang="en-GB" altLang="en-US" sz="20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2" name="TextBox 1">
            <a:extLst>
              <a:ext uri="{FF2B5EF4-FFF2-40B4-BE49-F238E27FC236}">
                <a16:creationId xmlns:a16="http://schemas.microsoft.com/office/drawing/2014/main" id="{45E4B41C-9C69-603D-8AE1-7E86C546F47E}"/>
              </a:ext>
            </a:extLst>
          </p:cNvPr>
          <p:cNvSpPr txBox="1"/>
          <p:nvPr/>
        </p:nvSpPr>
        <p:spPr>
          <a:xfrm>
            <a:off x="4679504" y="2710055"/>
            <a:ext cx="3996952" cy="3170099"/>
          </a:xfrm>
          <a:prstGeom prst="rect">
            <a:avLst/>
          </a:prstGeom>
          <a:noFill/>
        </p:spPr>
        <p:txBody>
          <a:bodyPr wrap="square" rtlCol="1">
            <a:spAutoFit/>
          </a:bodyPr>
          <a:lstStyle/>
          <a:p>
            <a:pPr rtl="1">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نظرة عامة على طرق برمجة المتحكم المنطقي القابل للبرمجة، تشمل:</a:t>
            </a:r>
          </a:p>
          <a:p>
            <a:pPr marL="342900" indent="-34290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مخططات التدرج</a:t>
            </a:r>
          </a:p>
          <a:p>
            <a:pPr marL="342900" indent="-34290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قائمة البيانات</a:t>
            </a:r>
          </a:p>
          <a:p>
            <a:pPr marL="342900" indent="-34290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المخططات الوظيفية</a:t>
            </a:r>
          </a:p>
          <a:p>
            <a:pPr marL="342900" indent="-34290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لغات برمجة رسومية</a:t>
            </a:r>
          </a:p>
          <a:p>
            <a:pPr marL="342900" indent="-34290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المخططات المقلدة</a:t>
            </a:r>
          </a:p>
          <a:p>
            <a:pPr marL="342900" indent="-34290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مخططات الوظائف المتسلسلة (SFCs).</a:t>
            </a:r>
          </a:p>
          <a:p>
            <a:pPr marL="742950" lvl="1" indent="-285750" rtl="1">
              <a:buFont typeface="Arial" panose="020B0604020202020204" pitchFamily="34" charset="0"/>
              <a:buChar char="•"/>
            </a:pPr>
            <a:endParaRPr lang="en-GB" sz="2000" dirty="0">
              <a:latin typeface="SymbolMT"/>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ACF0D23E-C86E-E967-713F-114DF1177A0F}"/>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328399" y="3068960"/>
            <a:ext cx="4433611" cy="2634597"/>
          </a:xfrm>
          <a:prstGeom prst="rect">
            <a:avLst/>
          </a:prstGeom>
        </p:spPr>
      </p:pic>
      <p:sp>
        <p:nvSpPr>
          <p:cNvPr id="3" name="Footer Placeholder 2">
            <a:extLst>
              <a:ext uri="{FF2B5EF4-FFF2-40B4-BE49-F238E27FC236}">
                <a16:creationId xmlns:a16="http://schemas.microsoft.com/office/drawing/2014/main" id="{34F95631-3E42-C49B-0430-E600DEAB1AA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777490032"/>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2060848"/>
            <a:ext cx="8208712" cy="5760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tabLst>
                <a:tab pos="2865755" algn="ctr"/>
                <a:tab pos="5731510" algn="r"/>
              </a:tabLst>
            </a:pPr>
            <a:r>
              <a:rPr lang="ar" sz="2000" b="1" kern="100" dirty="0">
                <a:effectLst/>
                <a:ea typeface="Aptos" panose="020B0004020202020204" pitchFamily="34" charset="0"/>
              </a:rPr>
              <a:t>ب2 مهارات برمجة المتحكم المنطقي القابل للبرمجة</a:t>
            </a:r>
            <a:endParaRPr lang="en-AE" sz="2000" kern="100" dirty="0">
              <a:effectLst/>
              <a:ea typeface="Aptos" panose="020B0004020202020204" pitchFamily="34" charset="0"/>
            </a:endParaRPr>
          </a:p>
          <a:p>
            <a:pPr indent="0" algn="ctr" rtl="1">
              <a:buNone/>
            </a:pPr>
            <a:endParaRPr lang="en-GB" altLang="en-US" sz="2000" dirty="0"/>
          </a:p>
          <a:p>
            <a:pPr marL="685800" rtl="1"/>
            <a:endParaRPr lang="en-GB" altLang="en-US" sz="20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2" name="TextBox 1">
            <a:extLst>
              <a:ext uri="{FF2B5EF4-FFF2-40B4-BE49-F238E27FC236}">
                <a16:creationId xmlns:a16="http://schemas.microsoft.com/office/drawing/2014/main" id="{45E4B41C-9C69-603D-8AE1-7E86C546F47E}"/>
              </a:ext>
            </a:extLst>
          </p:cNvPr>
          <p:cNvSpPr txBox="1"/>
          <p:nvPr/>
        </p:nvSpPr>
        <p:spPr>
          <a:xfrm>
            <a:off x="4644008" y="2780928"/>
            <a:ext cx="3888233" cy="1938992"/>
          </a:xfrm>
          <a:prstGeom prst="rect">
            <a:avLst/>
          </a:prstGeom>
          <a:noFill/>
        </p:spPr>
        <p:txBody>
          <a:bodyPr wrap="square" rtlCol="1">
            <a:spAutoFit/>
          </a:bodyPr>
          <a:lstStyle/>
          <a:p>
            <a:pPr rtl="1">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استخدام أنظمة الأرقام وتفسيرها، بما في ذلك:</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أنواع البيانات الرقمية،</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تحويل الأرقام بين النظام العشري والنظام الثنائي والسداسي والثنائي المشفر</a:t>
            </a:r>
          </a:p>
          <a:p>
            <a:pPr marL="742950" lvl="1"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descr="A computer screen with blue and white text&#10;&#10;Description automatically generated">
            <a:extLst>
              <a:ext uri="{FF2B5EF4-FFF2-40B4-BE49-F238E27FC236}">
                <a16:creationId xmlns:a16="http://schemas.microsoft.com/office/drawing/2014/main" id="{EABD4CF0-B17A-4ADC-7261-5260925C8F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996952"/>
            <a:ext cx="3240360" cy="3240360"/>
          </a:xfrm>
          <a:prstGeom prst="rect">
            <a:avLst/>
          </a:prstGeom>
        </p:spPr>
      </p:pic>
      <p:sp>
        <p:nvSpPr>
          <p:cNvPr id="3" name="Footer Placeholder 2">
            <a:extLst>
              <a:ext uri="{FF2B5EF4-FFF2-40B4-BE49-F238E27FC236}">
                <a16:creationId xmlns:a16="http://schemas.microsoft.com/office/drawing/2014/main" id="{7E97E67B-8C30-27D5-3F9B-22CDD371528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741289304"/>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768" y="1989800"/>
            <a:ext cx="8208712" cy="5760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tabLst>
                <a:tab pos="2865755" algn="ctr"/>
                <a:tab pos="5731510" algn="r"/>
              </a:tabLst>
            </a:pPr>
            <a:r>
              <a:rPr lang="ar" sz="2000" b="1" kern="100" dirty="0">
                <a:effectLst/>
                <a:ea typeface="Aptos" panose="020B0004020202020204" pitchFamily="34" charset="0"/>
              </a:rPr>
              <a:t>ب2 مهارات برمجة المتحكم المنطقي القابل للبرمجة</a:t>
            </a:r>
            <a:endParaRPr lang="en-AE" sz="2000" kern="100" dirty="0">
              <a:effectLst/>
              <a:ea typeface="Aptos" panose="020B0004020202020204" pitchFamily="34" charset="0"/>
            </a:endParaRP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2" name="TextBox 1">
            <a:extLst>
              <a:ext uri="{FF2B5EF4-FFF2-40B4-BE49-F238E27FC236}">
                <a16:creationId xmlns:a16="http://schemas.microsoft.com/office/drawing/2014/main" id="{45E4B41C-9C69-603D-8AE1-7E86C546F47E}"/>
              </a:ext>
            </a:extLst>
          </p:cNvPr>
          <p:cNvSpPr txBox="1"/>
          <p:nvPr/>
        </p:nvSpPr>
        <p:spPr>
          <a:xfrm>
            <a:off x="3726653" y="2503783"/>
            <a:ext cx="5165827" cy="3477875"/>
          </a:xfrm>
          <a:prstGeom prst="rect">
            <a:avLst/>
          </a:prstGeom>
          <a:noFill/>
        </p:spPr>
        <p:txBody>
          <a:bodyPr wrap="square" rtlCol="1">
            <a:spAutoFit/>
          </a:bodyPr>
          <a:lstStyle/>
          <a:p>
            <a:pPr rtl="1">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تعليمات البرمجة باستخدام طريقة برمجة مناسبة (مثل المنطق المتدرج)، لتشمل التحكم في المخرجات باستخدام:</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معالجة المدخلات والمخرجات والقيمة الداخلية</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المنطق التوافقي على سبيل المثال تعبير منطقي:</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المنطق التسلسلي، مثل تمديد أسطوانة تعمل بالهواء المضغوط بضغطة زر</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أجهزة ضبط الوقت والقياس، على سبيل المثال الانتظار لمدة خمس ثوانٍ ثم العودة إلى الموضع الأصلي</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مخططات خطوة الحركة </a:t>
            </a:r>
          </a:p>
          <a:p>
            <a:pPr marL="742950" lvl="1" indent="-285750" rtl="1">
              <a:buFont typeface="Arial" panose="020B0604020202020204" pitchFamily="34" charset="0"/>
              <a:buChar char="•"/>
            </a:pPr>
            <a:endParaRPr lang="en-GB" sz="2000" dirty="0">
              <a:latin typeface="SymbolMT"/>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pic>
        <p:nvPicPr>
          <p:cNvPr id="4" name="Picture 3">
            <a:extLst>
              <a:ext uri="{FF2B5EF4-FFF2-40B4-BE49-F238E27FC236}">
                <a16:creationId xmlns:a16="http://schemas.microsoft.com/office/drawing/2014/main" id="{CE00E75D-B662-9B6A-09AB-4904BD949D54}"/>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07504" y="2503782"/>
            <a:ext cx="3672407" cy="3766915"/>
          </a:xfrm>
          <a:prstGeom prst="rect">
            <a:avLst/>
          </a:prstGeom>
        </p:spPr>
      </p:pic>
      <p:sp>
        <p:nvSpPr>
          <p:cNvPr id="3" name="Footer Placeholder 2">
            <a:extLst>
              <a:ext uri="{FF2B5EF4-FFF2-40B4-BE49-F238E27FC236}">
                <a16:creationId xmlns:a16="http://schemas.microsoft.com/office/drawing/2014/main" id="{C399F999-15A2-747E-9EB5-64FABAEA6A5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051251385"/>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2060848"/>
            <a:ext cx="8208712" cy="5760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tabLst>
                <a:tab pos="2865755" algn="ctr"/>
                <a:tab pos="5731510" algn="r"/>
              </a:tabLst>
            </a:pPr>
            <a:r>
              <a:rPr lang="ar" sz="2000" b="1" kern="100" dirty="0">
                <a:effectLst/>
                <a:ea typeface="Aptos" panose="020B0004020202020204" pitchFamily="34" charset="0"/>
              </a:rPr>
              <a:t>ب2 مهارات برمجة المتحكم المنطقي القابل للبرمجة</a:t>
            </a:r>
            <a:endParaRPr lang="en-AE" sz="2000" kern="100" dirty="0">
              <a:effectLst/>
              <a:ea typeface="Aptos" panose="020B0004020202020204" pitchFamily="34" charset="0"/>
            </a:endParaRPr>
          </a:p>
          <a:p>
            <a:pPr indent="0" algn="ctr" rtl="1">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2" name="TextBox 1">
            <a:extLst>
              <a:ext uri="{FF2B5EF4-FFF2-40B4-BE49-F238E27FC236}">
                <a16:creationId xmlns:a16="http://schemas.microsoft.com/office/drawing/2014/main" id="{45E4B41C-9C69-603D-8AE1-7E86C546F47E}"/>
              </a:ext>
            </a:extLst>
          </p:cNvPr>
          <p:cNvSpPr txBox="1"/>
          <p:nvPr/>
        </p:nvSpPr>
        <p:spPr>
          <a:xfrm>
            <a:off x="1115617" y="2853308"/>
            <a:ext cx="7416624" cy="1938992"/>
          </a:xfrm>
          <a:prstGeom prst="rect">
            <a:avLst/>
          </a:prstGeom>
          <a:noFill/>
        </p:spPr>
        <p:txBody>
          <a:bodyPr wrap="square" rtlCol="1">
            <a:spAutoFit/>
          </a:bodyPr>
          <a:lstStyle/>
          <a:p>
            <a:pPr rtl="1">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كفاءة برنامج المتحكم المنطقي القابل للبرمجة هي البرمجة بطريقة تستخدم عدد منخفض من الموارد الإجمالية عند تنفيذ البرنامج. تتأثر بعدد من العوامل، بما في ذلك:</a:t>
            </a:r>
          </a:p>
          <a:p>
            <a:pPr marL="742950" lvl="1"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بنية الكود، على سبيل المثال استخدام البرامج الفرعية أو الإجراءات</a:t>
            </a:r>
          </a:p>
          <a:p>
            <a:pPr marL="742950" lvl="1"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الأوامر المحددة والمدمجة لإنشاء البرنامج، فمثلًا تستهلك بعض</a:t>
            </a:r>
          </a:p>
          <a:p>
            <a:pPr marL="742950" lvl="1"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التعليمات مزيدًا من الذاكرة أو تستغرق وقتًا أطول لإكمالها.</a:t>
            </a:r>
            <a:endParaRPr lang="en-GB" sz="2000" dirty="0">
              <a:latin typeface="Sakkal Majalla" panose="02000000000000000000" pitchFamily="2" charset="-78"/>
              <a:cs typeface="Sakkal Majalla" panose="02000000000000000000" pitchFamily="2" charset="-78"/>
            </a:endParaRPr>
          </a:p>
          <a:p>
            <a:pPr algn="l" rtl="1"/>
            <a:endParaRPr lang="en-AE" sz="200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C6772BF8-9694-028C-85C7-57EEFFC81E1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333411364"/>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2060848"/>
            <a:ext cx="8208712" cy="5760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tabLst>
                <a:tab pos="2865755" algn="ctr"/>
                <a:tab pos="5731510" algn="r"/>
              </a:tabLst>
            </a:pPr>
            <a:r>
              <a:rPr lang="ar" sz="2000" b="1" kern="100" dirty="0">
                <a:effectLst/>
                <a:ea typeface="Aptos" panose="020B0004020202020204" pitchFamily="34" charset="0"/>
              </a:rPr>
              <a:t>ب3 اختبار وتصحيح برامج المتحكم المنطقي القابل للبرمجة</a:t>
            </a:r>
            <a:endParaRPr lang="en-AE" sz="2000" kern="100" dirty="0">
              <a:effectLst/>
              <a:ea typeface="Aptos" panose="020B0004020202020204" pitchFamily="34" charset="0"/>
            </a:endParaRPr>
          </a:p>
          <a:p>
            <a:pPr indent="0" algn="ctr" rtl="1">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2" name="TextBox 1">
            <a:extLst>
              <a:ext uri="{FF2B5EF4-FFF2-40B4-BE49-F238E27FC236}">
                <a16:creationId xmlns:a16="http://schemas.microsoft.com/office/drawing/2014/main" id="{45E4B41C-9C69-603D-8AE1-7E86C546F47E}"/>
              </a:ext>
            </a:extLst>
          </p:cNvPr>
          <p:cNvSpPr txBox="1"/>
          <p:nvPr/>
        </p:nvSpPr>
        <p:spPr>
          <a:xfrm>
            <a:off x="4251792" y="2577640"/>
            <a:ext cx="4220120" cy="3477875"/>
          </a:xfrm>
          <a:prstGeom prst="rect">
            <a:avLst/>
          </a:prstGeom>
          <a:noFill/>
        </p:spPr>
        <p:txBody>
          <a:bodyPr wrap="square" rtlCol="1">
            <a:spAutoFit/>
          </a:bodyPr>
          <a:lstStyle/>
          <a:p>
            <a:pPr rtl="1">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الاختبار، ويشمل:</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اختبار الوحدة حيث يتم إخفاء أجزاء من البرنامج لتحديد ما إذا كان متوقعًا</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يتم تحقيق الإخراج من إدخال معروف</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محاكاة البرنامج أو المراقبة على الشاشة أو كلاهما</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التشغيل اليدوي للبرنامج.</a:t>
            </a:r>
          </a:p>
          <a:p>
            <a:pPr rtl="1">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تصحيح الأخطاء بما في ذلك: </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الأخطاء النحوية </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الأخطاء المنطقية </a:t>
            </a:r>
          </a:p>
          <a:p>
            <a:pPr marL="285750" indent="-285750" rtl="1">
              <a:buFont typeface="Arial" panose="020B0604020202020204" pitchFamily="34" charset="0"/>
              <a:buChar char="•"/>
              <a:tabLst>
                <a:tab pos="2865755" algn="ctr"/>
                <a:tab pos="5731510" algn="r"/>
              </a:tabLs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تصحيح الأخطاء.</a:t>
            </a: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descr="A person working on a machine&#10;&#10;Description automatically generated">
            <a:extLst>
              <a:ext uri="{FF2B5EF4-FFF2-40B4-BE49-F238E27FC236}">
                <a16:creationId xmlns:a16="http://schemas.microsoft.com/office/drawing/2014/main" id="{B16382B2-F280-955C-19E1-958F922020D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66480" y="3068960"/>
            <a:ext cx="3519084" cy="2663924"/>
          </a:xfrm>
          <a:prstGeom prst="rect">
            <a:avLst/>
          </a:prstGeom>
        </p:spPr>
      </p:pic>
      <p:sp>
        <p:nvSpPr>
          <p:cNvPr id="3" name="Footer Placeholder 2">
            <a:extLst>
              <a:ext uri="{FF2B5EF4-FFF2-40B4-BE49-F238E27FC236}">
                <a16:creationId xmlns:a16="http://schemas.microsoft.com/office/drawing/2014/main" id="{89A65408-8BA2-4DC1-8EB0-E5014A7766B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471329021"/>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dirty="0"/>
              <a:t>نتاج التعلم ج</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81200" y="3573016"/>
            <a:ext cx="7705600" cy="25923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b="1" kern="100" dirty="0">
                <a:effectLst/>
                <a:ea typeface="Aptos" panose="020B0004020202020204" pitchFamily="34" charset="0"/>
              </a:rPr>
              <a:t>ج1 تعريف المشكلة وتحديد متطلبات الأجهزة</a:t>
            </a:r>
            <a:endParaRPr lang="en-AE" sz="2200" kern="100" dirty="0">
              <a:effectLst/>
              <a:ea typeface="Aptos" panose="020B0004020202020204" pitchFamily="34" charset="0"/>
            </a:endParaRPr>
          </a:p>
          <a:p>
            <a:pPr indent="0" rtl="1">
              <a:buNone/>
            </a:pPr>
            <a:r>
              <a:rPr lang="ar" sz="2200" b="1" kern="100" dirty="0">
                <a:effectLst/>
                <a:ea typeface="Aptos" panose="020B0004020202020204" pitchFamily="34" charset="0"/>
              </a:rPr>
              <a:t>ج2 تصميم وتجميع النظام المادي</a:t>
            </a:r>
            <a:endParaRPr lang="en-AE" sz="2200" kern="100" dirty="0">
              <a:effectLst/>
              <a:ea typeface="Aptos" panose="020B0004020202020204" pitchFamily="34" charset="0"/>
            </a:endParaRPr>
          </a:p>
          <a:p>
            <a:pPr indent="0" rtl="1">
              <a:buNone/>
            </a:pPr>
            <a:r>
              <a:rPr lang="ar" sz="2200" b="1" kern="100" dirty="0">
                <a:effectLst/>
                <a:ea typeface="Aptos" panose="020B0004020202020204" pitchFamily="34" charset="0"/>
              </a:rPr>
              <a:t>ج3 أدوات تصميم البرمجيات</a:t>
            </a:r>
            <a:endParaRPr lang="en-AE" sz="2200" kern="100" dirty="0">
              <a:effectLst/>
              <a:ea typeface="Aptos" panose="020B0004020202020204" pitchFamily="34" charset="0"/>
            </a:endParaRPr>
          </a:p>
          <a:p>
            <a:pPr indent="0" rtl="1">
              <a:buNone/>
            </a:pPr>
            <a:r>
              <a:rPr lang="ar" sz="2200" b="1" kern="100" dirty="0">
                <a:effectLst/>
                <a:ea typeface="Aptos" panose="020B0004020202020204" pitchFamily="34" charset="0"/>
              </a:rPr>
              <a:t>ج4 تطوير البرنامج</a:t>
            </a:r>
            <a:endParaRPr lang="en-AE" sz="2200" kern="100" dirty="0">
              <a:effectLst/>
              <a:ea typeface="Aptos" panose="020B0004020202020204" pitchFamily="34" charset="0"/>
            </a:endParaRPr>
          </a:p>
          <a:p>
            <a:pPr indent="0" rtl="1">
              <a:buNone/>
            </a:pPr>
            <a:r>
              <a:rPr lang="ar" sz="2200" b="1" kern="100" dirty="0">
                <a:effectLst/>
                <a:ea typeface="Aptos" panose="020B0004020202020204" pitchFamily="34" charset="0"/>
              </a:rPr>
              <a:t>ج5 اختبار نظام المتحكم المنطقي القابل للبرمجة</a:t>
            </a:r>
            <a:endParaRPr lang="en-AE" sz="2200" kern="100" dirty="0">
              <a:effectLst/>
              <a:ea typeface="Aptos" panose="020B0004020202020204" pitchFamily="34" charset="0"/>
            </a:endParaRPr>
          </a:p>
          <a:p>
            <a:pPr indent="0" rtl="1">
              <a:buFont typeface="Wingdings" panose="05000000000000000000" pitchFamily="2" charset="2"/>
              <a:buNone/>
            </a:pPr>
            <a:endParaRPr lang="en-GB" altLang="en-US" sz="2200" dirty="0">
              <a:solidFill>
                <a:srgbClr val="FF0000"/>
              </a:solidFill>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107000"/>
              </a:lnSpc>
              <a:spcAft>
                <a:spcPts val="800"/>
              </a:spcAft>
            </a:pPr>
            <a:r>
              <a:rPr lang="ar" sz="2600" b="1" kern="100" dirty="0">
                <a:effectLst/>
                <a:latin typeface="Sakkal Majalla" panose="02000000000000000000" pitchFamily="2" charset="-78"/>
                <a:ea typeface="Aptos" panose="020B0004020202020204" pitchFamily="34" charset="0"/>
                <a:cs typeface="Sakkal Majalla" panose="02000000000000000000" pitchFamily="2" charset="-78"/>
              </a:rPr>
              <a:t>تطوير نظام متحكم منطقي قابل للبرمجة </a:t>
            </a:r>
            <a:br>
              <a:rPr lang="en-US" sz="2600" b="1" kern="100" dirty="0">
                <a:effectLst/>
                <a:latin typeface="Sakkal Majalla" panose="02000000000000000000" pitchFamily="2" charset="-78"/>
                <a:ea typeface="Aptos" panose="020B0004020202020204" pitchFamily="34" charset="0"/>
                <a:cs typeface="Sakkal Majalla" panose="02000000000000000000" pitchFamily="2" charset="-78"/>
              </a:rPr>
            </a:br>
            <a:r>
              <a:rPr lang="ar" sz="2600" b="1" kern="100" dirty="0">
                <a:effectLst/>
                <a:latin typeface="Sakkal Majalla" panose="02000000000000000000" pitchFamily="2" charset="-78"/>
                <a:ea typeface="Aptos" panose="020B0004020202020204" pitchFamily="34" charset="0"/>
                <a:cs typeface="Sakkal Majalla" panose="02000000000000000000" pitchFamily="2" charset="-78"/>
              </a:rPr>
              <a:t>صناعي لحل مشكلة هندسية</a:t>
            </a:r>
            <a:endParaRPr lang="en-AE" sz="2600" kern="100" dirty="0">
              <a:effectLst/>
              <a:latin typeface="Sakkal Majalla" panose="02000000000000000000" pitchFamily="2" charset="-78"/>
              <a:ea typeface="Aptos" panose="020B0004020202020204" pitchFamily="34"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5FD259A1-CDB9-FB81-C845-32A4F6B927E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2204864"/>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tabLst>
                <a:tab pos="2865755" algn="ctr"/>
                <a:tab pos="5731510" algn="r"/>
              </a:tabLst>
            </a:pPr>
            <a:r>
              <a:rPr lang="ar" sz="2000" b="1" kern="100" dirty="0"/>
              <a:t>ج1 تعريف المشكلة وتحديد متطلبات الأجهزة</a:t>
            </a:r>
          </a:p>
          <a:p>
            <a:pPr indent="0" rtl="1">
              <a:buFont typeface="Wingdings" panose="05000000000000000000" pitchFamily="2" charset="2"/>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4067944" y="2823382"/>
            <a:ext cx="4464496" cy="2127762"/>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تحليل موجز العميل لتحديد الأجهزة</a:t>
            </a:r>
            <a:r>
              <a:rPr lang="ar" sz="2000" kern="100" dirty="0">
                <a:latin typeface="Sakkal Majalla" panose="02000000000000000000" pitchFamily="2" charset="-78"/>
                <a:ea typeface="Aptos" panose="020B0004020202020204" pitchFamily="34" charset="0"/>
                <a:cs typeface="Sakkal Majalla" panose="02000000000000000000" pitchFamily="2" charset="-78"/>
              </a:rPr>
              <a:t> </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المناسبة، بما في ذلك:</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نوع المتحكم المنطقي القابل للبرمجة  </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أجهزة الإدخال </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والإخراج</a:t>
            </a: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descr="A person standing next to a machine&#10;&#10;Description automatically generated">
            <a:extLst>
              <a:ext uri="{FF2B5EF4-FFF2-40B4-BE49-F238E27FC236}">
                <a16:creationId xmlns:a16="http://schemas.microsoft.com/office/drawing/2014/main" id="{6F1660EF-F8C2-2664-CBCC-5BBAA12D67B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4863" y="2780928"/>
            <a:ext cx="3400914" cy="2598673"/>
          </a:xfrm>
          <a:prstGeom prst="rect">
            <a:avLst/>
          </a:prstGeom>
        </p:spPr>
      </p:pic>
      <p:sp>
        <p:nvSpPr>
          <p:cNvPr id="2" name="Footer Placeholder 2">
            <a:extLst>
              <a:ext uri="{FF2B5EF4-FFF2-40B4-BE49-F238E27FC236}">
                <a16:creationId xmlns:a16="http://schemas.microsoft.com/office/drawing/2014/main" id="{4BF3C1E5-65F9-A187-0ECE-85BE9935D24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2204864"/>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ج2 تصميم وتجميع النظام المادي</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sz="2000" dirty="0"/>
          </a:p>
          <a:p>
            <a:pPr marL="685800" rtl="1"/>
            <a:endParaRPr lang="en-GB" altLang="en-US" sz="20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3419872" y="2644676"/>
            <a:ext cx="5292489" cy="2786404"/>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تصميم النظام المادي، ليشمل وصفًا لما يأتي: </a:t>
            </a:r>
          </a:p>
          <a:p>
            <a:pPr marL="161925" indent="-180975"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مخطط كتلة النظام </a:t>
            </a:r>
          </a:p>
          <a:p>
            <a:pPr marL="161925" indent="-180975"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مخطط الأسلاك بما في ذلك:</a:t>
            </a:r>
          </a:p>
          <a:p>
            <a:pPr marL="523875" lvl="1" indent="-276225"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الأجهزة الخارجية مثل المرحلات أو مفاتيح التحديد المستقلة عن نظام المتحكم المنطقي القابل للبرمجة لتوفير الحماية لأي جزء من النظام قد يتسبب في إصابة شخصية أو ضرر.</a:t>
            </a: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1787092F-9B09-A044-AB33-474B1BBD91E1}"/>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321751" y="2636912"/>
            <a:ext cx="2776369" cy="3357736"/>
          </a:xfrm>
          <a:prstGeom prst="rect">
            <a:avLst/>
          </a:prstGeom>
        </p:spPr>
      </p:pic>
      <p:sp>
        <p:nvSpPr>
          <p:cNvPr id="2" name="Footer Placeholder 2">
            <a:extLst>
              <a:ext uri="{FF2B5EF4-FFF2-40B4-BE49-F238E27FC236}">
                <a16:creationId xmlns:a16="http://schemas.microsoft.com/office/drawing/2014/main" id="{6E2F97A7-63C3-5FB9-DCFB-BEAEFEDC637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987240879"/>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7901" y="1906363"/>
            <a:ext cx="8269231"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ج2 تصميم وتجميع النظام المادي</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3707074" y="2544935"/>
            <a:ext cx="5220058" cy="4082143"/>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تجميع نظام المتحكم المنطقي القابل للبرمجة المادي، بما في ذلك:</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مراعاة إجراءات التشغيل الآمنة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التوصيلات الكهربائية</a:t>
            </a:r>
          </a:p>
          <a:p>
            <a:pPr marL="742950" lvl="1"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فصل مناطق الأسلاك (واجهات المتحكم المنطقي القابل للبرمجة والإدخال/الإخراج)، والجانب الحقلي (المدخلات والمخرجات)</a:t>
            </a:r>
          </a:p>
          <a:p>
            <a:pPr marL="742950" lvl="1"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توصيلات الإدخال/الإخراج (والتوصيلات الشائعة)</a:t>
            </a:r>
          </a:p>
          <a:p>
            <a:pPr marL="742950" lvl="1"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تحديد/علامات الكبل</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الوصلات الأخرى، مثل الوصلات الهوائية والهيدروليكية.</a:t>
            </a:r>
          </a:p>
          <a:p>
            <a:pPr algn="l" rtl="1"/>
            <a:endParaRPr lang="en-AE" sz="2000" dirty="0">
              <a:latin typeface="Sakkal Majalla" panose="02000000000000000000" pitchFamily="2" charset="-78"/>
              <a:cs typeface="Sakkal Majalla" panose="02000000000000000000" pitchFamily="2" charset="-78"/>
            </a:endParaRPr>
          </a:p>
        </p:txBody>
      </p:sp>
      <p:pic>
        <p:nvPicPr>
          <p:cNvPr id="7" name="Picture 6" descr="Close-up of a machine with a red button&#10;&#10;Description automatically generated">
            <a:extLst>
              <a:ext uri="{FF2B5EF4-FFF2-40B4-BE49-F238E27FC236}">
                <a16:creationId xmlns:a16="http://schemas.microsoft.com/office/drawing/2014/main" id="{8F375EDB-77A1-ABB8-B452-6841126A4A1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2063" y="3282941"/>
            <a:ext cx="3203833" cy="1501277"/>
          </a:xfrm>
          <a:prstGeom prst="rect">
            <a:avLst/>
          </a:prstGeom>
        </p:spPr>
      </p:pic>
      <p:sp>
        <p:nvSpPr>
          <p:cNvPr id="2" name="Footer Placeholder 2">
            <a:extLst>
              <a:ext uri="{FF2B5EF4-FFF2-40B4-BE49-F238E27FC236}">
                <a16:creationId xmlns:a16="http://schemas.microsoft.com/office/drawing/2014/main" id="{77900AB5-0EE4-7D8C-55B3-C86AB3503C0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58276357"/>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2204864"/>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ج3 أدوات تصميم البرمجيات</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1187624" y="2852564"/>
            <a:ext cx="7524737" cy="2888996"/>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أدوات التصميم المهيكلة، بما في ذلك:</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وضع قائمة بالخطوات باستخدام</a:t>
            </a: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 اللغة الإنجليزية المنظمة أو</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a:t>
            </a: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مخطط التدفق </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(باستخدام الرموز القياسية) التي تصف الحل المحتمل للمشكلة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تحديد الأنماط المتكررة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تطوير مجموعة من التعليمات لحل المشكلة باستخدام تركيبات </a:t>
            </a: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التسلسل والاختيار</a:t>
            </a:r>
            <a:r>
              <a:rPr lang="en" sz="2000" b="1" kern="100" dirty="0">
                <a:effectLst/>
                <a:latin typeface="Sakkal Majalla" panose="02000000000000000000" pitchFamily="2" charset="-78"/>
                <a:ea typeface="Aptos" panose="020B0004020202020204" pitchFamily="34" charset="0"/>
                <a:cs typeface="Sakkal Majalla" panose="02000000000000000000" pitchFamily="2" charset="-78"/>
              </a:rPr>
              <a:t> والتكرار</a:t>
            </a:r>
          </a:p>
          <a:p>
            <a:pPr marL="285750" indent="-285750" rtl="1">
              <a:lnSpc>
                <a:spcPct val="107000"/>
              </a:lnSpc>
              <a:spcAft>
                <a:spcPts val="800"/>
              </a:spcAft>
              <a:buFont typeface="Arial" panose="020B0604020202020204" pitchFamily="34" charset="0"/>
              <a:buChar char="•"/>
            </a:pPr>
            <a:r>
              <a:rPr lang="ar" sz="2000" b="1" kern="100" dirty="0">
                <a:effectLst/>
                <a:latin typeface="Sakkal Majalla" panose="02000000000000000000" pitchFamily="2" charset="-78"/>
                <a:ea typeface="Aptos" panose="020B0004020202020204" pitchFamily="34" charset="0"/>
                <a:cs typeface="Sakkal Majalla" panose="02000000000000000000" pitchFamily="2" charset="-78"/>
              </a:rPr>
              <a:t>خطة</a:t>
            </a: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اختبار لتضمين النتائج المتوقعة والقيم الاستثنائية.</a:t>
            </a:r>
          </a:p>
          <a:p>
            <a:pPr algn="l" rtl="1"/>
            <a:endParaRPr lang="en-AE"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5FDE0BA-AF5D-E467-9D1D-695D4C36329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227829594"/>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768" y="2117622"/>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ج4 تطوير البرنامج</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4860032" y="2636912"/>
            <a:ext cx="4032448" cy="3743589"/>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العوامل، بما في ذلك:</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الحساب، على سبيل المثال الإضافة (ADD)، الطرح (SUB)، النفي (NEG)، القسمة (DIV)، الضرب (MUL)، المعامل (MOD)</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المقارنة، على سبيل المثال يساوي (EQ)، أقل من (LT)، أكبر من (GT)</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منطقية، على سبيل المثال، تعطي الدوال المنطقية AND وOR وNOT وXOR مخرجات صحيحة أو خاطئة.</a:t>
            </a:r>
          </a:p>
          <a:p>
            <a:pPr algn="l" rtl="1"/>
            <a:endParaRPr lang="en-AE" sz="2000"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9F04F854-C385-6B0D-63BD-F535D293016D}"/>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5800" y="3176302"/>
            <a:ext cx="4780248" cy="2150198"/>
          </a:xfrm>
          <a:prstGeom prst="rect">
            <a:avLst/>
          </a:prstGeom>
        </p:spPr>
      </p:pic>
      <p:sp>
        <p:nvSpPr>
          <p:cNvPr id="2" name="Footer Placeholder 2">
            <a:extLst>
              <a:ext uri="{FF2B5EF4-FFF2-40B4-BE49-F238E27FC236}">
                <a16:creationId xmlns:a16="http://schemas.microsoft.com/office/drawing/2014/main" id="{39B77E98-B25D-4410-5324-F641B5F1DE8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522866876"/>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86FD96-F13B-555E-902B-B162EB18E157}"/>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15415" y="3861048"/>
            <a:ext cx="4882723" cy="2574776"/>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2204864"/>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ج4 تطوير البرنامج</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4283968" y="2752032"/>
            <a:ext cx="4608512" cy="2457083"/>
          </a:xfrm>
          <a:prstGeom prst="rect">
            <a:avLst/>
          </a:prstGeom>
          <a:noFill/>
        </p:spPr>
        <p:txBody>
          <a:bodyPr wrap="square" rtlCol="1">
            <a:spAutoFit/>
          </a:bodyPr>
          <a:lstStyle/>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برامج فرعية لإكمال التعليمات المستخدمة بشكل متكرر والمتكررة.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برنامج المتحكم المنطقي القابل للبرمجة مشروح.</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نتائج الاختبار والمراجعة.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تعليمات التشغيل.</a:t>
            </a:r>
          </a:p>
          <a:p>
            <a:pPr algn="l" rtl="1"/>
            <a:endParaRPr lang="en-AE"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5609B10-ECEF-DACB-FEDE-FC556DBD530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40751543"/>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1972961"/>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ج5 اختبار نظام المتحكم المنطقي القابل للبرمجة</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323529" y="2442481"/>
            <a:ext cx="8316822" cy="3824637"/>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اختبار نظام المتحكم المنطقي القابل للبرمجة واكتشاف الأعطال فيه، بما في ذلك التحقق مما يأتي:</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أن جميع الوصلات كاملة وآمنة وتفي بالمعايير المحلية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تطابق مصدر الطاقة الوارد مع إعداد الجهد الخاص بالمتحكم المنطقي القابل للبرمجة </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ضبط جميع أجهزة الحماية على إعدادات القطع المناسبة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جميع أجهزة الإدخال/الإخراج متصلة بنقاط الإدخال/الإخراج الصحيحة وتعطي الإشارات الصحيحة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زر (أزرار) التوقف في حالات الطوارئ يعمل</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تعمل المؤشرات المقابلة في وحدة الإدخال بشكل صحيح.</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تحميل واختبار وظائف البرمجيات ومراجعتها، باستخدام أدوات بيئة التطوير المتكاملة والتقنيات المناسبة الأخرى.</a:t>
            </a:r>
          </a:p>
          <a:p>
            <a:pPr algn="l" rtl="1"/>
            <a:endParaRPr lang="en-AE"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F10FF35-237B-237D-5104-EC17363AE7D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344454006"/>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dirty="0"/>
              <a:t>نتاج التعلم د</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4175" y="3741093"/>
            <a:ext cx="8147050" cy="21596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200" b="1" kern="100" dirty="0"/>
              <a:t>د1 الدروس المستفادة من تطوي متحكم منطقي قابل للبرمجة صناعي</a:t>
            </a:r>
            <a:endParaRPr lang="en-AE" sz="2200" kern="100" dirty="0">
              <a:effectLst/>
              <a:ea typeface="Aptos" panose="020B0004020202020204" pitchFamily="34" charset="0"/>
            </a:endParaRPr>
          </a:p>
          <a:p>
            <a:pPr marL="0" indent="0" rtl="1">
              <a:lnSpc>
                <a:spcPct val="107000"/>
              </a:lnSpc>
              <a:spcAft>
                <a:spcPts val="800"/>
              </a:spcAft>
              <a:buNone/>
            </a:pPr>
            <a:r>
              <a:rPr lang="ar" sz="2200" b="1" kern="100" dirty="0"/>
              <a:t>د2 الأداء الشخصي في أثناء تطوير نظام المتحكم المنطقي القابل للبرمجة الصناعي</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107000"/>
              </a:lnSpc>
              <a:spcAft>
                <a:spcPts val="800"/>
              </a:spcAft>
            </a:pPr>
            <a:r>
              <a:rPr lang="ar" sz="2600" b="1" kern="100" dirty="0">
                <a:effectLst/>
                <a:latin typeface="Sakkal Majalla" panose="02000000000000000000" pitchFamily="2" charset="-78"/>
                <a:ea typeface="Aptos" panose="020B0004020202020204" pitchFamily="34" charset="0"/>
                <a:cs typeface="Sakkal Majalla" panose="02000000000000000000" pitchFamily="2" charset="-78"/>
              </a:rPr>
              <a:t>مراجعة تطوير نظام التحكم الصناعي </a:t>
            </a:r>
            <a:br>
              <a:rPr lang="en-US" sz="2600" b="1" kern="100" dirty="0">
                <a:effectLst/>
                <a:latin typeface="Sakkal Majalla" panose="02000000000000000000" pitchFamily="2" charset="-78"/>
                <a:ea typeface="Aptos" panose="020B0004020202020204" pitchFamily="34" charset="0"/>
                <a:cs typeface="Sakkal Majalla" panose="02000000000000000000" pitchFamily="2" charset="-78"/>
              </a:rPr>
            </a:br>
            <a:r>
              <a:rPr lang="ar" sz="2600" b="1" kern="100" dirty="0">
                <a:effectLst/>
                <a:latin typeface="Sakkal Majalla" panose="02000000000000000000" pitchFamily="2" charset="-78"/>
                <a:ea typeface="Aptos" panose="020B0004020202020204" pitchFamily="34" charset="0"/>
                <a:cs typeface="Sakkal Majalla" panose="02000000000000000000" pitchFamily="2" charset="-78"/>
              </a:rPr>
              <a:t>وتقييم الأداء الشخصي</a:t>
            </a:r>
            <a:endParaRPr lang="en-AE" sz="2600" kern="100" dirty="0">
              <a:effectLst/>
              <a:latin typeface="Sakkal Majalla" panose="02000000000000000000" pitchFamily="2" charset="-78"/>
              <a:ea typeface="Aptos" panose="020B0004020202020204" pitchFamily="34"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BBFDDE9F-3276-720B-4542-1EF90AC6889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1704653270"/>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1972961"/>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د1 الدروس المستفادة من تطوير نظام متحكم منطقي قابل للبرمجة صناعي</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sz="2800" dirty="0"/>
          </a:p>
          <a:p>
            <a:pPr marL="685800" rtl="1"/>
            <a:endParaRPr lang="en-GB" altLang="en-US" sz="28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326555" y="2749170"/>
            <a:ext cx="8316822" cy="2786404"/>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ينبغي أن يشمل نطاق الدروس المستفادة ما يأتي:</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مهارات الصحة والسلامة، بما في ذلك إدارة المخاطر الكهربائية، مثل الصدمات الكهربائية وإجراءات الطوارئ، واستخدام معدات الوقاية الشخصية المناسبة والحفاظ على منطقة العمل نظيفة ومرتبة</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مهارات نظام التحكم في المتحكم المنطقي القابل للبرمجة، بما في ذلك اختيار وتجميع الأجهزة لنظام التحكم الصناعي وكتابة برامج الحاسوب</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المهارات الهندسية العامة، مثل الرياضيات وتفسير الرسومات.</a:t>
            </a:r>
          </a:p>
          <a:p>
            <a:pPr algn="l" rtl="1"/>
            <a:endParaRPr lang="en-AE"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321DE01-E614-4A2A-A61D-1CF58E596D9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4202135424"/>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1972961"/>
            <a:ext cx="8208712"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07000"/>
              </a:lnSpc>
              <a:spcAft>
                <a:spcPts val="800"/>
              </a:spcAft>
              <a:buNone/>
            </a:pPr>
            <a:r>
              <a:rPr lang="ar" sz="2000" b="1" kern="100" dirty="0">
                <a:effectLst/>
                <a:ea typeface="Aptos" panose="020B0004020202020204" pitchFamily="34" charset="0"/>
              </a:rPr>
              <a:t>د2 الأداء الشخصي في أثناء تطوير نظام المتحكم المنطقي القابل للبرمجة الصناعي</a:t>
            </a:r>
            <a:endParaRPr lang="en-AE" sz="2000" kern="100" dirty="0">
              <a:effectLst/>
              <a:ea typeface="Aptos" panose="020B0004020202020204" pitchFamily="34" charset="0"/>
            </a:endParaRPr>
          </a:p>
          <a:p>
            <a:pPr indent="0" rtl="1">
              <a:buFont typeface="Wingdings" panose="05000000000000000000" pitchFamily="2" charset="2"/>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المتحكمات المنطقية القابلة للبرمجة (PLCs)</a:t>
            </a:r>
          </a:p>
        </p:txBody>
      </p:sp>
      <p:sp>
        <p:nvSpPr>
          <p:cNvPr id="3" name="TextBox 2">
            <a:extLst>
              <a:ext uri="{FF2B5EF4-FFF2-40B4-BE49-F238E27FC236}">
                <a16:creationId xmlns:a16="http://schemas.microsoft.com/office/drawing/2014/main" id="{6AB5C5C8-3E9C-7C54-5314-A6654AFA73D1}"/>
              </a:ext>
            </a:extLst>
          </p:cNvPr>
          <p:cNvSpPr txBox="1"/>
          <p:nvPr/>
        </p:nvSpPr>
        <p:spPr>
          <a:xfrm>
            <a:off x="326555" y="2749170"/>
            <a:ext cx="8316822" cy="2457083"/>
          </a:xfrm>
          <a:prstGeom prst="rect">
            <a:avLst/>
          </a:prstGeom>
          <a:noFill/>
        </p:spPr>
        <p:txBody>
          <a:bodyPr wrap="square" rtlCol="1">
            <a:spAutoFit/>
          </a:bodyPr>
          <a:lstStyle/>
          <a:p>
            <a:pPr rtl="1">
              <a:lnSpc>
                <a:spcPct val="107000"/>
              </a:lnSpc>
              <a:spcAft>
                <a:spcPts val="800"/>
              </a:spcAft>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فهم السلوكيات ذات الصلة لتطوير نظام المتحكم المنطقي القابل للبرمجة الصناعي، بما في ذلك:</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تخطيط وإدارة الوقت لإكمال جميع الأنشطة المختلفة في الوقت وبالترتيب المناسبين</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مهارات الاتصال والتثقيف لمتابعة وتنفيذ التعليمات بشكل مناسب وتفسير الوثائق والتواصل الفعال مع الآخرين كتابةً وشفهيًا</a:t>
            </a:r>
          </a:p>
          <a:p>
            <a:pPr marL="285750" indent="-285750" rtl="1">
              <a:lnSpc>
                <a:spcPct val="107000"/>
              </a:lnSpc>
              <a:spcAft>
                <a:spcPts val="800"/>
              </a:spcAft>
              <a:buFont typeface="Arial" panose="020B0604020202020204" pitchFamily="34" charset="0"/>
              <a:buChar char="•"/>
            </a:pPr>
            <a:r>
              <a:rPr lang="ar" sz="2000" kern="100" dirty="0">
                <a:effectLst/>
                <a:latin typeface="Sakkal Majalla" panose="02000000000000000000" pitchFamily="2" charset="-78"/>
                <a:ea typeface="Aptos" panose="020B0004020202020204" pitchFamily="34" charset="0"/>
                <a:cs typeface="Sakkal Majalla" panose="02000000000000000000" pitchFamily="2" charset="-78"/>
              </a:rPr>
              <a:t> حل المشكلات عند حدوثها، مثل أخطاء البرامج المنطقية والنحوية وأخطاء تجميع الأجهزة.</a:t>
            </a:r>
          </a:p>
          <a:p>
            <a:pPr algn="l" rtl="1"/>
            <a:endParaRPr lang="en-AE"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766E480-D671-5103-CA02-DE06A183771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134223281"/>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94775" y="2060848"/>
            <a:ext cx="4978968"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i="0" u="none" strike="noStrike" dirty="0"/>
              <a:t>الاحتياجات من الموارد</a:t>
            </a:r>
          </a:p>
          <a:p>
            <a:pPr marL="0" indent="0" rtl="1">
              <a:buNone/>
            </a:pPr>
            <a:r>
              <a:rPr lang="ar" sz="2000" b="0" i="0" u="none" strike="noStrike" dirty="0"/>
              <a:t>خلال دراسة هذه الوحدة، يجب أن يتمتع المتعلمون بإمكانية الوصول إلى:</a:t>
            </a:r>
          </a:p>
          <a:p>
            <a:pPr rtl="1">
              <a:lnSpc>
                <a:spcPct val="107000"/>
              </a:lnSpc>
              <a:spcAft>
                <a:spcPts val="800"/>
              </a:spcAft>
            </a:pPr>
            <a:r>
              <a:rPr lang="ar" sz="2000" kern="100" dirty="0">
                <a:ea typeface="Aptos" panose="020B0004020202020204" pitchFamily="34" charset="0"/>
              </a:rPr>
              <a:t>بيئة تصميم متكاملة للسماح بالبرمجة والتنفيذ</a:t>
            </a:r>
          </a:p>
          <a:p>
            <a:pPr rtl="1">
              <a:lnSpc>
                <a:spcPct val="107000"/>
              </a:lnSpc>
              <a:spcAft>
                <a:spcPts val="800"/>
              </a:spcAft>
            </a:pPr>
            <a:r>
              <a:rPr lang="ar" sz="2000" kern="100" dirty="0">
                <a:ea typeface="Aptos" panose="020B0004020202020204" pitchFamily="34" charset="0"/>
              </a:rPr>
              <a:t>مجموعة من:</a:t>
            </a:r>
          </a:p>
          <a:p>
            <a:pPr lvl="1" rtl="1">
              <a:lnSpc>
                <a:spcPct val="107000"/>
              </a:lnSpc>
              <a:spcAft>
                <a:spcPts val="800"/>
              </a:spcAft>
            </a:pPr>
            <a:r>
              <a:rPr lang="ar" sz="2000" kern="100" dirty="0">
                <a:effectLst/>
                <a:latin typeface="Sakkal Majalla" panose="02000000000000000000" pitchFamily="2" charset="-78"/>
                <a:ea typeface="Aptos" panose="020B0004020202020204" pitchFamily="34" charset="0"/>
              </a:rPr>
              <a:t>أجهزة المتحكم المنطقي القابل للبرمجة وأجهزة الإدخال/الإخراج</a:t>
            </a:r>
          </a:p>
          <a:p>
            <a:pPr lvl="1" rtl="1">
              <a:lnSpc>
                <a:spcPct val="107000"/>
              </a:lnSpc>
              <a:spcAft>
                <a:spcPts val="800"/>
              </a:spcAft>
            </a:pPr>
            <a:r>
              <a:rPr lang="ar" sz="2000" kern="100" dirty="0">
                <a:effectLst/>
                <a:latin typeface="Sakkal Majalla" panose="02000000000000000000" pitchFamily="2" charset="-78"/>
                <a:ea typeface="Aptos" panose="020B0004020202020204" pitchFamily="34" charset="0"/>
              </a:rPr>
              <a:t>منصات المعالجة</a:t>
            </a:r>
          </a:p>
          <a:p>
            <a:pPr lvl="1" rtl="1">
              <a:lnSpc>
                <a:spcPct val="107000"/>
              </a:lnSpc>
              <a:spcAft>
                <a:spcPts val="800"/>
              </a:spcAft>
            </a:pPr>
            <a:r>
              <a:rPr lang="ar" sz="2000" kern="100" dirty="0">
                <a:effectLst/>
                <a:latin typeface="Sakkal Majalla" panose="02000000000000000000" pitchFamily="2" charset="-78"/>
                <a:ea typeface="Aptos" panose="020B0004020202020204" pitchFamily="34" charset="0"/>
              </a:rPr>
              <a:t>الجهاز/التطبيقات الخاصة بأداء الدوائر وتصحيح الأخطاء</a:t>
            </a:r>
          </a:p>
          <a:p>
            <a:pPr lvl="1" rtl="1">
              <a:lnSpc>
                <a:spcPct val="107000"/>
              </a:lnSpc>
              <a:spcAft>
                <a:spcPts val="800"/>
              </a:spcAft>
            </a:pPr>
            <a:r>
              <a:rPr lang="ar" sz="2000" kern="100" dirty="0">
                <a:effectLst/>
                <a:latin typeface="Sakkal Majalla" panose="02000000000000000000" pitchFamily="2" charset="-78"/>
                <a:ea typeface="Aptos" panose="020B0004020202020204" pitchFamily="34" charset="0"/>
              </a:rPr>
              <a:t>الأدلة ذات الصلة والبيانات المرجعية ومعلومات الشركات المصنعة.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05608" y="1335069"/>
            <a:ext cx="861486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i="0" u="none" strike="noStrike" dirty="0">
                <a:latin typeface="Sakkal Majalla" panose="02000000000000000000" pitchFamily="2" charset="-78"/>
                <a:cs typeface="Sakkal Majalla" panose="02000000000000000000" pitchFamily="2" charset="-78"/>
              </a:rPr>
              <a:t>المعلومات الإضافية للمعلمين والمقيّمين</a:t>
            </a:r>
          </a:p>
        </p:txBody>
      </p:sp>
      <p:pic>
        <p:nvPicPr>
          <p:cNvPr id="3" name="Picture 2" descr="A close-up of a machine&#10;&#10;Description automatically generated">
            <a:extLst>
              <a:ext uri="{FF2B5EF4-FFF2-40B4-BE49-F238E27FC236}">
                <a16:creationId xmlns:a16="http://schemas.microsoft.com/office/drawing/2014/main" id="{0E0474D8-CFC2-32A3-A35F-B37D32C5366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50983" y="3140968"/>
            <a:ext cx="3572945" cy="2381963"/>
          </a:xfrm>
          <a:prstGeom prst="rect">
            <a:avLst/>
          </a:prstGeom>
        </p:spPr>
      </p:pic>
      <p:sp>
        <p:nvSpPr>
          <p:cNvPr id="2" name="Footer Placeholder 2">
            <a:extLst>
              <a:ext uri="{FF2B5EF4-FFF2-40B4-BE49-F238E27FC236}">
                <a16:creationId xmlns:a16="http://schemas.microsoft.com/office/drawing/2014/main" id="{5ECF615E-C072-D1DF-3BA2-94DE73A6F10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195177193"/>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2060848"/>
            <a:ext cx="8363344" cy="43986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dirty="0"/>
              <a:t>جزء المعلومات الأساسية لاتخاذ قرارات التقييم يُعمّق المعلومات المقدمة في أجزاء "المحتوى" و"معايير التقييم" في مواصفات الوحدة. يقدم أوصافًا دقيقة لمتطلبات تحقيق معايير التقييم المختلفة لكل نتاج تعلم. وتهدف هذه الأوصاف إلى تمكين المُقِّيم من اتخاذ قرار تقييم شمولي لتسليمات المتعلم. يجب أن تفي كل قرارات التقييم بمحتوى الوحدة ونتاجات التعلم ومتطلبات المعلومات الأساسية لاتخاذ قرارات التقييم حتى يُحكم بصحتها.</a:t>
            </a:r>
            <a:endParaRPr lang="en-GB" sz="2000" i="0" u="none" strike="noStrike" baseline="0" dirty="0"/>
          </a:p>
          <a:p>
            <a:pPr marL="0" indent="0" rtl="1">
              <a:buNone/>
            </a:pPr>
            <a:r>
              <a:rPr lang="ar" sz="2000" b="1" dirty="0"/>
              <a:t>على سبيل المثال</a:t>
            </a:r>
            <a:r>
              <a:rPr lang="ar" sz="2000" dirty="0"/>
              <a:t>، تنص المعلومات الأساسية لاتخاذ قرارات التقييم على أنه للحصول على: </a:t>
            </a:r>
          </a:p>
          <a:p>
            <a:pPr rtl="1"/>
            <a:r>
              <a:rPr lang="ar" sz="2000" b="1" dirty="0"/>
              <a:t>معيار التفوق الخاص بنتاج التعلم أ: يجب على المتعلمين، " … تحليل نظامين صناعيين متناقضين من أنظمة المتحكم المنطقي القابل للبرمجة في ما يتعلق بمدى ملاءمة الميزات ووظائف مكونات الأجهزة وتعقيد كل نظام." </a:t>
            </a:r>
          </a:p>
          <a:p>
            <a:pPr rtl="1"/>
            <a:r>
              <a:rPr lang="ar" sz="2000" b="1" i="0" u="none" strike="noStrike" dirty="0"/>
              <a:t>معيار النجاح</a:t>
            </a:r>
            <a:r>
              <a:rPr lang="ar" sz="2000" b="0" i="0" u="none" strike="noStrike" dirty="0"/>
              <a:t>: يُتوقع من المتعلمين أن "… </a:t>
            </a:r>
            <a:r>
              <a:rPr lang="ar" sz="2000" b="1" i="0" u="none" strike="noStrike" dirty="0"/>
              <a:t>يشرحوا</a:t>
            </a:r>
            <a:r>
              <a:rPr lang="ar" sz="2000" b="0" i="0" u="none" strike="noStrike" dirty="0"/>
              <a:t> ميزات ووظائف مكونات الأجهزة الموجودة في نظامين صناعيين متناقضين لوحدات المتحكم المنطقي القابل للبرمجة."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16024" y="1340768"/>
            <a:ext cx="861486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600" b="1" i="0" u="none" strike="noStrike" dirty="0">
                <a:latin typeface="Sakkal Majalla" panose="02000000000000000000" pitchFamily="2" charset="-78"/>
                <a:cs typeface="Sakkal Majalla" panose="02000000000000000000" pitchFamily="2" charset="-78"/>
              </a:rPr>
              <a:t>المعلومات الأساسية بشأن قرارات التقييم</a:t>
            </a:r>
          </a:p>
        </p:txBody>
      </p:sp>
      <p:sp>
        <p:nvSpPr>
          <p:cNvPr id="2" name="Footer Placeholder 2">
            <a:extLst>
              <a:ext uri="{FF2B5EF4-FFF2-40B4-BE49-F238E27FC236}">
                <a16:creationId xmlns:a16="http://schemas.microsoft.com/office/drawing/2014/main" id="{6E0D41A1-E47C-DF85-6FCE-19A1D0E88BD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1194512301"/>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6166" y="1285814"/>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i="0" u="none" strike="noStrike" dirty="0">
                <a:solidFill>
                  <a:schemeClr val="tx2"/>
                </a:solidFill>
                <a:latin typeface="Sakkal Majalla" panose="02000000000000000000" pitchFamily="2" charset="-78"/>
                <a:cs typeface="Sakkal Majalla" panose="02000000000000000000" pitchFamily="2" charset="-78"/>
              </a:rPr>
              <a:t>فرص تطوير مهارات العمل القابلة للنقل</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3697984" y="2420888"/>
            <a:ext cx="4967782"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Autofit/>
          </a:bodyPr>
          <a:lstStyle/>
          <a:p>
            <a:pPr marL="0" indent="0" rtl="1">
              <a:lnSpc>
                <a:spcPct val="90000"/>
              </a:lnSpc>
              <a:buNone/>
            </a:pPr>
            <a:r>
              <a:rPr lang="ar" sz="2100" dirty="0"/>
              <a:t>توفر هذه الوحدة للمتعلمين </a:t>
            </a:r>
            <a:r>
              <a:rPr lang="ar" sz="2100" b="0" i="0" u="none" strike="noStrike" dirty="0"/>
              <a:t>فرصًا لتطوير </a:t>
            </a:r>
            <a:r>
              <a:rPr lang="ar" sz="2100" dirty="0"/>
              <a:t>العديد </a:t>
            </a:r>
            <a:r>
              <a:rPr lang="ar" sz="2100" b="0" i="0" u="none" strike="noStrike" dirty="0"/>
              <a:t>من المهارات القابلة للنقل، </a:t>
            </a:r>
            <a:r>
              <a:rPr lang="ar" sz="2100" dirty="0"/>
              <a:t>مثل</a:t>
            </a:r>
            <a:r>
              <a:rPr lang="ar" sz="2100" b="0" i="0" u="none" strike="noStrike" dirty="0"/>
              <a:t>:</a:t>
            </a:r>
          </a:p>
          <a:p>
            <a:pPr marL="0" indent="0" rtl="1">
              <a:lnSpc>
                <a:spcPct val="90000"/>
              </a:lnSpc>
              <a:buNone/>
            </a:pPr>
            <a:endParaRPr lang="en-GB" sz="2100" b="0" i="0" u="none" strike="noStrike" baseline="0" dirty="0"/>
          </a:p>
          <a:p>
            <a:pPr marL="627063" lvl="1" indent="-268288" rtl="1">
              <a:lnSpc>
                <a:spcPct val="90000"/>
              </a:lnSpc>
              <a:tabLst>
                <a:tab pos="627063" algn="l"/>
              </a:tabLst>
            </a:pPr>
            <a:r>
              <a:rPr lang="ar" sz="2100" b="0" i="0" u="none" strike="noStrike" dirty="0"/>
              <a:t>البحث والتحليل</a:t>
            </a:r>
          </a:p>
          <a:p>
            <a:pPr marL="627063" lvl="1" indent="-268288" rtl="1">
              <a:lnSpc>
                <a:spcPct val="90000"/>
              </a:lnSpc>
              <a:tabLst>
                <a:tab pos="627063" algn="l"/>
              </a:tabLst>
            </a:pPr>
            <a:r>
              <a:rPr lang="ar" sz="2100" b="0" i="0" u="none" strike="noStrike" dirty="0"/>
              <a:t>إدارة المشروع</a:t>
            </a:r>
          </a:p>
          <a:p>
            <a:pPr marL="627063" lvl="1" indent="-268288" rtl="1">
              <a:lnSpc>
                <a:spcPct val="90000"/>
              </a:lnSpc>
              <a:tabLst>
                <a:tab pos="627063" algn="l"/>
              </a:tabLst>
            </a:pPr>
            <a:r>
              <a:rPr lang="ar" sz="2100" b="0" i="0" u="none" strike="noStrike" dirty="0"/>
              <a:t>المراقبة والتسجيل</a:t>
            </a:r>
          </a:p>
          <a:p>
            <a:pPr marL="627063" lvl="1" indent="-268288" rtl="1">
              <a:lnSpc>
                <a:spcPct val="90000"/>
              </a:lnSpc>
              <a:tabLst>
                <a:tab pos="627063" algn="l"/>
              </a:tabLst>
            </a:pPr>
            <a:r>
              <a:rPr lang="ar" sz="2100" dirty="0"/>
              <a:t>التعلم المستمر</a:t>
            </a:r>
          </a:p>
          <a:p>
            <a:pPr marL="627063" lvl="1" indent="-268288" rtl="1">
              <a:lnSpc>
                <a:spcPct val="90000"/>
              </a:lnSpc>
              <a:tabLst>
                <a:tab pos="627063" algn="l"/>
              </a:tabLst>
            </a:pPr>
            <a:r>
              <a:rPr lang="ar" sz="2100" dirty="0"/>
              <a:t>المسؤولية والمثابرة</a:t>
            </a:r>
          </a:p>
          <a:p>
            <a:pPr marL="627063" lvl="1" indent="-268288" rtl="1">
              <a:lnSpc>
                <a:spcPct val="90000"/>
              </a:lnSpc>
              <a:tabLst>
                <a:tab pos="627063" algn="l"/>
              </a:tabLst>
            </a:pPr>
            <a:r>
              <a:rPr lang="ar" sz="2100" dirty="0"/>
              <a:t>العمل الجماعي والتعاون:</a:t>
            </a:r>
          </a:p>
          <a:p>
            <a:pPr marL="358775" lvl="1" indent="0" rtl="1">
              <a:lnSpc>
                <a:spcPct val="90000"/>
              </a:lnSpc>
              <a:buNone/>
              <a:tabLst>
                <a:tab pos="627063" algn="l"/>
              </a:tabLst>
            </a:pPr>
            <a:endParaRPr lang="en-GB" sz="2100" dirty="0"/>
          </a:p>
          <a:p>
            <a:pPr marL="0" lvl="1" indent="0" rtl="1">
              <a:lnSpc>
                <a:spcPct val="90000"/>
              </a:lnSpc>
              <a:buNone/>
            </a:pPr>
            <a:r>
              <a:rPr lang="ar" sz="2100" dirty="0"/>
              <a:t>أعد قائمة بنقاط القوة ومجالات التحسين لديك قبل إنجاز الوحدة وبعده، وحدد التحسينات التي نفذتها.</a:t>
            </a:r>
          </a:p>
        </p:txBody>
      </p:sp>
      <p:pic>
        <p:nvPicPr>
          <p:cNvPr id="3" name="Picture 2">
            <a:extLst>
              <a:ext uri="{FF2B5EF4-FFF2-40B4-BE49-F238E27FC236}">
                <a16:creationId xmlns:a16="http://schemas.microsoft.com/office/drawing/2014/main" id="{C258BBC3-DEE0-536D-76EB-2E4F1C44F222}"/>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474012" y="2697743"/>
            <a:ext cx="3372207" cy="2537706"/>
          </a:xfrm>
          <a:prstGeom prst="rect">
            <a:avLst/>
          </a:prstGeom>
          <a:noFill/>
        </p:spPr>
      </p:pic>
      <p:sp>
        <p:nvSpPr>
          <p:cNvPr id="2" name="Footer Placeholder 2">
            <a:extLst>
              <a:ext uri="{FF2B5EF4-FFF2-40B4-BE49-F238E27FC236}">
                <a16:creationId xmlns:a16="http://schemas.microsoft.com/office/drawing/2014/main" id="{AE8274C1-426F-15DC-2B7F-77AA18DA8BF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A103000399233</a:t>
            </a:r>
            <a:endParaRPr lang="ar" sz="1000" dirty="0"/>
          </a:p>
        </p:txBody>
      </p:sp>
    </p:spTree>
    <p:extLst>
      <p:ext uri="{BB962C8B-B14F-4D97-AF65-F5344CB8AC3E}">
        <p14:creationId xmlns:p14="http://schemas.microsoft.com/office/powerpoint/2010/main" val="2110143673"/>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2"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lnSpc>
                <a:spcPct val="107000"/>
              </a:lnSpc>
              <a:spcAft>
                <a:spcPts val="800"/>
              </a:spcAft>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مايكل ريان</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(الشريحة 4 و6 و 7 و 8 و9 و17 و19 و21 و29 )؛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شوترستوك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ماكسيم كاباكو (الشريحة 14).</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4" ma:contentTypeDescription="Create a new document." ma:contentTypeScope="" ma:versionID="4a6fe28517af40a4350532efd75208a6">
  <xsd:schema xmlns:xsd="http://www.w3.org/2001/XMLSchema" xmlns:xs="http://www.w3.org/2001/XMLSchema" xmlns:p="http://schemas.microsoft.com/office/2006/metadata/properties" xmlns:ns1="http://schemas.microsoft.com/sharepoint/v3" xmlns:ns2="f63d1639-2e8e-4dfe-b2d4-ff2deac92409" xmlns:ns3="7012c9df-7563-46f6-96ee-cebd66fd5577" targetNamespace="http://schemas.microsoft.com/office/2006/metadata/properties" ma:root="true" ma:fieldsID="d17e6436edd79e558b922fed90e52d35" ns1:_="" ns2:_="" ns3:_="">
    <xsd:import namespace="http://schemas.microsoft.com/sharepoint/v3"/>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46980D5B-495C-44C8-AB76-C2013118EE5E}"/>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4B700610-39F3-4A35-AAF4-C1E1359C0930}">
  <ds:schemaRefs>
    <ds:schemaRef ds:uri="7c1bd8dc-4e40-424f-a15f-9ffcd522197f"/>
    <ds:schemaRef ds:uri="http://purl.org/dc/elements/1.1/"/>
    <ds:schemaRef ds:uri="http://purl.org/dc/terms/"/>
    <ds:schemaRef ds:uri="http://schemas.microsoft.com/office/2006/documentManagement/types"/>
    <ds:schemaRef ds:uri="http://purl.org/dc/dcmitype/"/>
    <ds:schemaRef ds:uri="http://www.w3.org/XML/1998/namespace"/>
    <ds:schemaRef ds:uri="http://schemas.microsoft.com/office/infopath/2007/PartnerControls"/>
    <ds:schemaRef ds:uri="http://schemas.openxmlformats.org/package/2006/metadata/core-properties"/>
    <ds:schemaRef ds:uri="6125ffc9-2c56-435e-8267-1393444907b2"/>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15481</TotalTime>
  <Words>1893</Words>
  <Application>Microsoft Office PowerPoint</Application>
  <PresentationFormat>On-screen Show (4:3)</PresentationFormat>
  <Paragraphs>281</Paragraphs>
  <Slides>32</Slides>
  <Notes>31</Notes>
  <HiddenSlides>0</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32</vt:i4>
      </vt:variant>
    </vt:vector>
  </HeadingPairs>
  <TitlesOfParts>
    <vt:vector size="49" baseType="lpstr">
      <vt:lpstr>Aptos</vt:lpstr>
      <vt:lpstr>Arial</vt:lpstr>
      <vt:lpstr>Calibri</vt:lpstr>
      <vt:lpstr>Sakkal Majalla</vt:lpstr>
      <vt:lpstr>SymbolMT</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36 المتحكمات المنطقية القابلة للبرمجة (PLCs)  </vt:lpstr>
      <vt:lpstr>نتاجات التعلم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156</cp:revision>
  <dcterms:created xsi:type="dcterms:W3CDTF">2020-07-15T07:14:47Z</dcterms:created>
  <dcterms:modified xsi:type="dcterms:W3CDTF">2025-01-23T09:28:29Z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