
<file path=[Content_Types].xml><?xml version="1.0" encoding="utf-8"?>
<Types xmlns="http://schemas.openxmlformats.org/package/2006/content-types">
  <Default Extension="bin" ContentType="audio/unknown"/>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6.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7.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8.xml" ContentType="application/vnd.openxmlformats-officedocument.theme+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heme/theme9.xml" ContentType="application/vnd.openxmlformats-officedocument.theme+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10.xml" ContentType="application/vnd.openxmlformats-officedocument.theme+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4135" r:id="rId4"/>
    <p:sldMasterId id="2147484934" r:id="rId5"/>
    <p:sldMasterId id="2147484148" r:id="rId6"/>
    <p:sldMasterId id="2147484825" r:id="rId7"/>
    <p:sldMasterId id="2147484838" r:id="rId8"/>
    <p:sldMasterId id="2147484851" r:id="rId9"/>
    <p:sldMasterId id="2147484864" r:id="rId10"/>
    <p:sldMasterId id="2147484877" r:id="rId11"/>
    <p:sldMasterId id="2147484890" r:id="rId12"/>
    <p:sldMasterId id="2147484903" r:id="rId13"/>
    <p:sldMasterId id="2147484916" r:id="rId14"/>
  </p:sldMasterIdLst>
  <p:notesMasterIdLst>
    <p:notesMasterId r:id="rId51"/>
  </p:notesMasterIdLst>
  <p:sldIdLst>
    <p:sldId id="256" r:id="rId15"/>
    <p:sldId id="257" r:id="rId16"/>
    <p:sldId id="258" r:id="rId17"/>
    <p:sldId id="272" r:id="rId18"/>
    <p:sldId id="305" r:id="rId19"/>
    <p:sldId id="310" r:id="rId20"/>
    <p:sldId id="311" r:id="rId21"/>
    <p:sldId id="312" r:id="rId22"/>
    <p:sldId id="313" r:id="rId23"/>
    <p:sldId id="314" r:id="rId24"/>
    <p:sldId id="315" r:id="rId25"/>
    <p:sldId id="316" r:id="rId26"/>
    <p:sldId id="317" r:id="rId27"/>
    <p:sldId id="318" r:id="rId28"/>
    <p:sldId id="319" r:id="rId29"/>
    <p:sldId id="320" r:id="rId30"/>
    <p:sldId id="306" r:id="rId31"/>
    <p:sldId id="321" r:id="rId32"/>
    <p:sldId id="322" r:id="rId33"/>
    <p:sldId id="323" r:id="rId34"/>
    <p:sldId id="324" r:id="rId35"/>
    <p:sldId id="325" r:id="rId36"/>
    <p:sldId id="326" r:id="rId37"/>
    <p:sldId id="327" r:id="rId38"/>
    <p:sldId id="328" r:id="rId39"/>
    <p:sldId id="329" r:id="rId40"/>
    <p:sldId id="308" r:id="rId41"/>
    <p:sldId id="330" r:id="rId42"/>
    <p:sldId id="331" r:id="rId43"/>
    <p:sldId id="332" r:id="rId44"/>
    <p:sldId id="333" r:id="rId45"/>
    <p:sldId id="334" r:id="rId46"/>
    <p:sldId id="335" r:id="rId47"/>
    <p:sldId id="336" r:id="rId48"/>
    <p:sldId id="337" r:id="rId49"/>
    <p:sldId id="338" r:id="rId50"/>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F1AF11-9443-4690-B06B-7FEF53908C7D}" v="38" dt="2024-12-04T12:51:26.352"/>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962" autoAdjust="0"/>
    <p:restoredTop sz="85512" autoAdjust="0"/>
  </p:normalViewPr>
  <p:slideViewPr>
    <p:cSldViewPr>
      <p:cViewPr varScale="1">
        <p:scale>
          <a:sx n="134" d="100"/>
          <a:sy n="134" d="100"/>
        </p:scale>
        <p:origin x="2694" y="126"/>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4.xml"/><Relationship Id="rId26" Type="http://schemas.openxmlformats.org/officeDocument/2006/relationships/slide" Target="slides/slide12.xml"/><Relationship Id="rId39" Type="http://schemas.openxmlformats.org/officeDocument/2006/relationships/slide" Target="slides/slide25.xml"/><Relationship Id="rId21" Type="http://schemas.openxmlformats.org/officeDocument/2006/relationships/slide" Target="slides/slide7.xml"/><Relationship Id="rId34" Type="http://schemas.openxmlformats.org/officeDocument/2006/relationships/slide" Target="slides/slide20.xml"/><Relationship Id="rId42" Type="http://schemas.openxmlformats.org/officeDocument/2006/relationships/slide" Target="slides/slide28.xml"/><Relationship Id="rId47" Type="http://schemas.openxmlformats.org/officeDocument/2006/relationships/slide" Target="slides/slide33.xml"/><Relationship Id="rId50" Type="http://schemas.openxmlformats.org/officeDocument/2006/relationships/slide" Target="slides/slide36.xml"/><Relationship Id="rId55"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2.xml"/><Relationship Id="rId29" Type="http://schemas.openxmlformats.org/officeDocument/2006/relationships/slide" Target="slides/slide15.xml"/><Relationship Id="rId11" Type="http://schemas.openxmlformats.org/officeDocument/2006/relationships/slideMaster" Target="slideMasters/slideMaster8.xml"/><Relationship Id="rId24" Type="http://schemas.openxmlformats.org/officeDocument/2006/relationships/slide" Target="slides/slide10.xml"/><Relationship Id="rId32" Type="http://schemas.openxmlformats.org/officeDocument/2006/relationships/slide" Target="slides/slide18.xml"/><Relationship Id="rId37" Type="http://schemas.openxmlformats.org/officeDocument/2006/relationships/slide" Target="slides/slide23.xml"/><Relationship Id="rId40" Type="http://schemas.openxmlformats.org/officeDocument/2006/relationships/slide" Target="slides/slide26.xml"/><Relationship Id="rId45" Type="http://schemas.openxmlformats.org/officeDocument/2006/relationships/slide" Target="slides/slide31.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Master" Target="slideMasters/slideMaster2.xml"/><Relationship Id="rId19"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8.xml"/><Relationship Id="rId27" Type="http://schemas.openxmlformats.org/officeDocument/2006/relationships/slide" Target="slides/slide13.xml"/><Relationship Id="rId30" Type="http://schemas.openxmlformats.org/officeDocument/2006/relationships/slide" Target="slides/slide16.xml"/><Relationship Id="rId35" Type="http://schemas.openxmlformats.org/officeDocument/2006/relationships/slide" Target="slides/slide21.xml"/><Relationship Id="rId43" Type="http://schemas.openxmlformats.org/officeDocument/2006/relationships/slide" Target="slides/slide29.xml"/><Relationship Id="rId48" Type="http://schemas.openxmlformats.org/officeDocument/2006/relationships/slide" Target="slides/slide34.xml"/><Relationship Id="rId56" Type="http://schemas.openxmlformats.org/officeDocument/2006/relationships/tableStyles" Target="tableStyles.xml"/><Relationship Id="rId8" Type="http://schemas.openxmlformats.org/officeDocument/2006/relationships/slideMaster" Target="slideMasters/slideMaster5.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3.xml"/><Relationship Id="rId25" Type="http://schemas.openxmlformats.org/officeDocument/2006/relationships/slide" Target="slides/slide11.xml"/><Relationship Id="rId33" Type="http://schemas.openxmlformats.org/officeDocument/2006/relationships/slide" Target="slides/slide19.xml"/><Relationship Id="rId38" Type="http://schemas.openxmlformats.org/officeDocument/2006/relationships/slide" Target="slides/slide24.xml"/><Relationship Id="rId46" Type="http://schemas.openxmlformats.org/officeDocument/2006/relationships/slide" Target="slides/slide32.xml"/><Relationship Id="rId20" Type="http://schemas.openxmlformats.org/officeDocument/2006/relationships/slide" Target="slides/slide6.xml"/><Relationship Id="rId41" Type="http://schemas.openxmlformats.org/officeDocument/2006/relationships/slide" Target="slides/slide2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1.xml"/><Relationship Id="rId23" Type="http://schemas.openxmlformats.org/officeDocument/2006/relationships/slide" Target="slides/slide9.xml"/><Relationship Id="rId28" Type="http://schemas.openxmlformats.org/officeDocument/2006/relationships/slide" Target="slides/slide14.xml"/><Relationship Id="rId36" Type="http://schemas.openxmlformats.org/officeDocument/2006/relationships/slide" Target="slides/slide22.xml"/><Relationship Id="rId49" Type="http://schemas.openxmlformats.org/officeDocument/2006/relationships/slide" Target="slides/slide35.xml"/><Relationship Id="rId57" Type="http://schemas.microsoft.com/office/2016/11/relationships/changesInfo" Target="changesInfos/changesInfo1.xml"/><Relationship Id="rId10" Type="http://schemas.openxmlformats.org/officeDocument/2006/relationships/slideMaster" Target="slideMasters/slideMaster7.xml"/><Relationship Id="rId31" Type="http://schemas.openxmlformats.org/officeDocument/2006/relationships/slide" Target="slides/slide17.xml"/><Relationship Id="rId44" Type="http://schemas.openxmlformats.org/officeDocument/2006/relationships/slide" Target="slides/slide30.xml"/><Relationship Id="rId52"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Winser" userId="c3146a91-e6bd-4264-bd86-e164e04bc32d" providerId="ADAL" clId="{80820234-2993-4697-A308-A8337DB8DDF9}"/>
    <pc:docChg chg="custSel modSld">
      <pc:chgData name="Paul Winser" userId="c3146a91-e6bd-4264-bd86-e164e04bc32d" providerId="ADAL" clId="{80820234-2993-4697-A308-A8337DB8DDF9}" dt="2024-11-12T13:10:23.817" v="61" actId="478"/>
      <pc:docMkLst>
        <pc:docMk/>
      </pc:docMkLst>
      <pc:sldChg chg="delSp modSp mod">
        <pc:chgData name="Paul Winser" userId="c3146a91-e6bd-4264-bd86-e164e04bc32d" providerId="ADAL" clId="{80820234-2993-4697-A308-A8337DB8DDF9}" dt="2024-11-12T13:06:14.005" v="1" actId="478"/>
        <pc:sldMkLst>
          <pc:docMk/>
          <pc:sldMk cId="0" sldId="257"/>
        </pc:sldMkLst>
        <pc:spChg chg="del">
          <ac:chgData name="Paul Winser" userId="c3146a91-e6bd-4264-bd86-e164e04bc32d" providerId="ADAL" clId="{80820234-2993-4697-A308-A8337DB8DDF9}" dt="2024-11-12T13:06:14.005" v="1" actId="478"/>
          <ac:spMkLst>
            <pc:docMk/>
            <pc:sldMk cId="0" sldId="257"/>
            <ac:spMk id="2" creationId="{1F5CE608-F8BE-EF3C-4C35-37B9D2FB2BDE}"/>
          </ac:spMkLst>
        </pc:spChg>
        <pc:spChg chg="mod">
          <ac:chgData name="Paul Winser" userId="c3146a91-e6bd-4264-bd86-e164e04bc32d" providerId="ADAL" clId="{80820234-2993-4697-A308-A8337DB8DDF9}" dt="2024-11-12T13:06:12.309" v="0" actId="1076"/>
          <ac:spMkLst>
            <pc:docMk/>
            <pc:sldMk cId="0" sldId="257"/>
            <ac:spMk id="30723" creationId="{3C79F714-332C-AB63-03D9-E6D0CAE0623F}"/>
          </ac:spMkLst>
        </pc:spChg>
      </pc:sldChg>
      <pc:sldChg chg="delSp mod">
        <pc:chgData name="Paul Winser" userId="c3146a91-e6bd-4264-bd86-e164e04bc32d" providerId="ADAL" clId="{80820234-2993-4697-A308-A8337DB8DDF9}" dt="2024-11-12T13:06:18.410" v="2" actId="478"/>
        <pc:sldMkLst>
          <pc:docMk/>
          <pc:sldMk cId="0" sldId="258"/>
        </pc:sldMkLst>
        <pc:spChg chg="del">
          <ac:chgData name="Paul Winser" userId="c3146a91-e6bd-4264-bd86-e164e04bc32d" providerId="ADAL" clId="{80820234-2993-4697-A308-A8337DB8DDF9}" dt="2024-11-12T13:06:18.410" v="2" actId="478"/>
          <ac:spMkLst>
            <pc:docMk/>
            <pc:sldMk cId="0" sldId="258"/>
            <ac:spMk id="2" creationId="{267E89EB-369C-90BE-B651-CEE9FE42FAB5}"/>
          </ac:spMkLst>
        </pc:spChg>
      </pc:sldChg>
      <pc:sldChg chg="delSp mod">
        <pc:chgData name="Paul Winser" userId="c3146a91-e6bd-4264-bd86-e164e04bc32d" providerId="ADAL" clId="{80820234-2993-4697-A308-A8337DB8DDF9}" dt="2024-11-12T13:06:23.162" v="3" actId="478"/>
        <pc:sldMkLst>
          <pc:docMk/>
          <pc:sldMk cId="0" sldId="272"/>
        </pc:sldMkLst>
        <pc:spChg chg="del">
          <ac:chgData name="Paul Winser" userId="c3146a91-e6bd-4264-bd86-e164e04bc32d" providerId="ADAL" clId="{80820234-2993-4697-A308-A8337DB8DDF9}" dt="2024-11-12T13:06:23.162" v="3" actId="478"/>
          <ac:spMkLst>
            <pc:docMk/>
            <pc:sldMk cId="0" sldId="272"/>
            <ac:spMk id="2" creationId="{C80272D2-1EE0-77F3-E00E-F737AEB8FBDF}"/>
          </ac:spMkLst>
        </pc:spChg>
      </pc:sldChg>
      <pc:sldChg chg="delSp mod">
        <pc:chgData name="Paul Winser" userId="c3146a91-e6bd-4264-bd86-e164e04bc32d" providerId="ADAL" clId="{80820234-2993-4697-A308-A8337DB8DDF9}" dt="2024-11-12T13:06:28.412" v="4" actId="478"/>
        <pc:sldMkLst>
          <pc:docMk/>
          <pc:sldMk cId="884549766" sldId="305"/>
        </pc:sldMkLst>
        <pc:spChg chg="del">
          <ac:chgData name="Paul Winser" userId="c3146a91-e6bd-4264-bd86-e164e04bc32d" providerId="ADAL" clId="{80820234-2993-4697-A308-A8337DB8DDF9}" dt="2024-11-12T13:06:28.412" v="4" actId="478"/>
          <ac:spMkLst>
            <pc:docMk/>
            <pc:sldMk cId="884549766" sldId="305"/>
            <ac:spMk id="2" creationId="{ED2ABB9A-59CF-A179-BC46-FC0911BB7ED8}"/>
          </ac:spMkLst>
        </pc:spChg>
      </pc:sldChg>
      <pc:sldChg chg="delSp modSp mod">
        <pc:chgData name="Paul Winser" userId="c3146a91-e6bd-4264-bd86-e164e04bc32d" providerId="ADAL" clId="{80820234-2993-4697-A308-A8337DB8DDF9}" dt="2024-11-12T13:06:38.248" v="7" actId="1076"/>
        <pc:sldMkLst>
          <pc:docMk/>
          <pc:sldMk cId="658713100" sldId="310"/>
        </pc:sldMkLst>
        <pc:spChg chg="del">
          <ac:chgData name="Paul Winser" userId="c3146a91-e6bd-4264-bd86-e164e04bc32d" providerId="ADAL" clId="{80820234-2993-4697-A308-A8337DB8DDF9}" dt="2024-11-12T13:06:32.313" v="5" actId="478"/>
          <ac:spMkLst>
            <pc:docMk/>
            <pc:sldMk cId="658713100" sldId="310"/>
            <ac:spMk id="2" creationId="{5C5479F0-ADEF-11E1-F5B3-ACD9C2449741}"/>
          </ac:spMkLst>
        </pc:spChg>
        <pc:spChg chg="mod">
          <ac:chgData name="Paul Winser" userId="c3146a91-e6bd-4264-bd86-e164e04bc32d" providerId="ADAL" clId="{80820234-2993-4697-A308-A8337DB8DDF9}" dt="2024-11-12T13:06:38.248" v="7" actId="1076"/>
          <ac:spMkLst>
            <pc:docMk/>
            <pc:sldMk cId="658713100" sldId="310"/>
            <ac:spMk id="5" creationId="{D467462A-827F-2F34-8649-3F5D4E65E444}"/>
          </ac:spMkLst>
        </pc:spChg>
        <pc:spChg chg="mod">
          <ac:chgData name="Paul Winser" userId="c3146a91-e6bd-4264-bd86-e164e04bc32d" providerId="ADAL" clId="{80820234-2993-4697-A308-A8337DB8DDF9}" dt="2024-11-12T13:06:35.144" v="6" actId="1076"/>
          <ac:spMkLst>
            <pc:docMk/>
            <pc:sldMk cId="658713100" sldId="310"/>
            <ac:spMk id="34819" creationId="{453C7683-8588-7ABC-32E0-8A4E68218620}"/>
          </ac:spMkLst>
        </pc:spChg>
      </pc:sldChg>
      <pc:sldChg chg="delSp mod">
        <pc:chgData name="Paul Winser" userId="c3146a91-e6bd-4264-bd86-e164e04bc32d" providerId="ADAL" clId="{80820234-2993-4697-A308-A8337DB8DDF9}" dt="2024-11-12T13:06:41.050" v="8" actId="478"/>
        <pc:sldMkLst>
          <pc:docMk/>
          <pc:sldMk cId="1820882053" sldId="311"/>
        </pc:sldMkLst>
        <pc:spChg chg="del">
          <ac:chgData name="Paul Winser" userId="c3146a91-e6bd-4264-bd86-e164e04bc32d" providerId="ADAL" clId="{80820234-2993-4697-A308-A8337DB8DDF9}" dt="2024-11-12T13:06:41.050" v="8" actId="478"/>
          <ac:spMkLst>
            <pc:docMk/>
            <pc:sldMk cId="1820882053" sldId="311"/>
            <ac:spMk id="2" creationId="{AB4A3EF1-97B0-E2FA-9BEF-90BF325FB519}"/>
          </ac:spMkLst>
        </pc:spChg>
      </pc:sldChg>
      <pc:sldChg chg="delSp modSp mod">
        <pc:chgData name="Paul Winser" userId="c3146a91-e6bd-4264-bd86-e164e04bc32d" providerId="ADAL" clId="{80820234-2993-4697-A308-A8337DB8DDF9}" dt="2024-11-12T13:07:01.793" v="15" actId="1076"/>
        <pc:sldMkLst>
          <pc:docMk/>
          <pc:sldMk cId="2082964573" sldId="312"/>
        </pc:sldMkLst>
        <pc:spChg chg="del">
          <ac:chgData name="Paul Winser" userId="c3146a91-e6bd-4264-bd86-e164e04bc32d" providerId="ADAL" clId="{80820234-2993-4697-A308-A8337DB8DDF9}" dt="2024-11-12T13:06:59.272" v="14" actId="478"/>
          <ac:spMkLst>
            <pc:docMk/>
            <pc:sldMk cId="2082964573" sldId="312"/>
            <ac:spMk id="2" creationId="{AB4A3EF1-97B0-E2FA-9BEF-90BF325FB519}"/>
          </ac:spMkLst>
        </pc:spChg>
        <pc:spChg chg="mod">
          <ac:chgData name="Paul Winser" userId="c3146a91-e6bd-4264-bd86-e164e04bc32d" providerId="ADAL" clId="{80820234-2993-4697-A308-A8337DB8DDF9}" dt="2024-11-12T13:07:01.793" v="15" actId="1076"/>
          <ac:spMkLst>
            <pc:docMk/>
            <pc:sldMk cId="2082964573" sldId="312"/>
            <ac:spMk id="3" creationId="{BB853061-05B5-A2BB-D9D7-A0F676D8D513}"/>
          </ac:spMkLst>
        </pc:spChg>
        <pc:picChg chg="mod">
          <ac:chgData name="Paul Winser" userId="c3146a91-e6bd-4264-bd86-e164e04bc32d" providerId="ADAL" clId="{80820234-2993-4697-A308-A8337DB8DDF9}" dt="2024-11-12T13:06:50.688" v="10" actId="1076"/>
          <ac:picMkLst>
            <pc:docMk/>
            <pc:sldMk cId="2082964573" sldId="312"/>
            <ac:picMk id="4" creationId="{8EDEBC29-6AE7-0070-C8B6-52D757AE9F69}"/>
          </ac:picMkLst>
        </pc:picChg>
      </pc:sldChg>
      <pc:sldChg chg="delSp mod">
        <pc:chgData name="Paul Winser" userId="c3146a91-e6bd-4264-bd86-e164e04bc32d" providerId="ADAL" clId="{80820234-2993-4697-A308-A8337DB8DDF9}" dt="2024-11-12T13:07:04.169" v="16" actId="478"/>
        <pc:sldMkLst>
          <pc:docMk/>
          <pc:sldMk cId="1239918978" sldId="313"/>
        </pc:sldMkLst>
        <pc:spChg chg="del">
          <ac:chgData name="Paul Winser" userId="c3146a91-e6bd-4264-bd86-e164e04bc32d" providerId="ADAL" clId="{80820234-2993-4697-A308-A8337DB8DDF9}" dt="2024-11-12T13:07:04.169" v="16" actId="478"/>
          <ac:spMkLst>
            <pc:docMk/>
            <pc:sldMk cId="1239918978" sldId="313"/>
            <ac:spMk id="2" creationId="{5C5479F0-ADEF-11E1-F5B3-ACD9C2449741}"/>
          </ac:spMkLst>
        </pc:spChg>
      </pc:sldChg>
      <pc:sldChg chg="delSp mod">
        <pc:chgData name="Paul Winser" userId="c3146a91-e6bd-4264-bd86-e164e04bc32d" providerId="ADAL" clId="{80820234-2993-4697-A308-A8337DB8DDF9}" dt="2024-11-12T13:07:08.330" v="17" actId="478"/>
        <pc:sldMkLst>
          <pc:docMk/>
          <pc:sldMk cId="324864907" sldId="314"/>
        </pc:sldMkLst>
        <pc:spChg chg="del">
          <ac:chgData name="Paul Winser" userId="c3146a91-e6bd-4264-bd86-e164e04bc32d" providerId="ADAL" clId="{80820234-2993-4697-A308-A8337DB8DDF9}" dt="2024-11-12T13:07:08.330" v="17" actId="478"/>
          <ac:spMkLst>
            <pc:docMk/>
            <pc:sldMk cId="324864907" sldId="314"/>
            <ac:spMk id="2" creationId="{AB4A3EF1-97B0-E2FA-9BEF-90BF325FB519}"/>
          </ac:spMkLst>
        </pc:spChg>
      </pc:sldChg>
      <pc:sldChg chg="delSp modSp mod">
        <pc:chgData name="Paul Winser" userId="c3146a91-e6bd-4264-bd86-e164e04bc32d" providerId="ADAL" clId="{80820234-2993-4697-A308-A8337DB8DDF9}" dt="2024-11-12T13:07:17.977" v="19" actId="478"/>
        <pc:sldMkLst>
          <pc:docMk/>
          <pc:sldMk cId="2051089772" sldId="315"/>
        </pc:sldMkLst>
        <pc:spChg chg="del">
          <ac:chgData name="Paul Winser" userId="c3146a91-e6bd-4264-bd86-e164e04bc32d" providerId="ADAL" clId="{80820234-2993-4697-A308-A8337DB8DDF9}" dt="2024-11-12T13:07:17.977" v="19" actId="478"/>
          <ac:spMkLst>
            <pc:docMk/>
            <pc:sldMk cId="2051089772" sldId="315"/>
            <ac:spMk id="2" creationId="{5C5479F0-ADEF-11E1-F5B3-ACD9C2449741}"/>
          </ac:spMkLst>
        </pc:spChg>
        <pc:spChg chg="mod">
          <ac:chgData name="Paul Winser" userId="c3146a91-e6bd-4264-bd86-e164e04bc32d" providerId="ADAL" clId="{80820234-2993-4697-A308-A8337DB8DDF9}" dt="2024-11-12T13:07:16.704" v="18" actId="1076"/>
          <ac:spMkLst>
            <pc:docMk/>
            <pc:sldMk cId="2051089772" sldId="315"/>
            <ac:spMk id="5" creationId="{D467462A-827F-2F34-8649-3F5D4E65E444}"/>
          </ac:spMkLst>
        </pc:spChg>
      </pc:sldChg>
      <pc:sldChg chg="delSp mod">
        <pc:chgData name="Paul Winser" userId="c3146a91-e6bd-4264-bd86-e164e04bc32d" providerId="ADAL" clId="{80820234-2993-4697-A308-A8337DB8DDF9}" dt="2024-11-12T13:07:23.915" v="20" actId="478"/>
        <pc:sldMkLst>
          <pc:docMk/>
          <pc:sldMk cId="4088414069" sldId="316"/>
        </pc:sldMkLst>
        <pc:spChg chg="del">
          <ac:chgData name="Paul Winser" userId="c3146a91-e6bd-4264-bd86-e164e04bc32d" providerId="ADAL" clId="{80820234-2993-4697-A308-A8337DB8DDF9}" dt="2024-11-12T13:07:23.915" v="20" actId="478"/>
          <ac:spMkLst>
            <pc:docMk/>
            <pc:sldMk cId="4088414069" sldId="316"/>
            <ac:spMk id="2" creationId="{5C5479F0-ADEF-11E1-F5B3-ACD9C2449741}"/>
          </ac:spMkLst>
        </pc:spChg>
      </pc:sldChg>
      <pc:sldChg chg="delSp modSp mod">
        <pc:chgData name="Paul Winser" userId="c3146a91-e6bd-4264-bd86-e164e04bc32d" providerId="ADAL" clId="{80820234-2993-4697-A308-A8337DB8DDF9}" dt="2024-11-12T13:07:31.018" v="22" actId="478"/>
        <pc:sldMkLst>
          <pc:docMk/>
          <pc:sldMk cId="2618866989" sldId="317"/>
        </pc:sldMkLst>
        <pc:spChg chg="del">
          <ac:chgData name="Paul Winser" userId="c3146a91-e6bd-4264-bd86-e164e04bc32d" providerId="ADAL" clId="{80820234-2993-4697-A308-A8337DB8DDF9}" dt="2024-11-12T13:07:31.018" v="22" actId="478"/>
          <ac:spMkLst>
            <pc:docMk/>
            <pc:sldMk cId="2618866989" sldId="317"/>
            <ac:spMk id="2" creationId="{5C5479F0-ADEF-11E1-F5B3-ACD9C2449741}"/>
          </ac:spMkLst>
        </pc:spChg>
        <pc:spChg chg="mod">
          <ac:chgData name="Paul Winser" userId="c3146a91-e6bd-4264-bd86-e164e04bc32d" providerId="ADAL" clId="{80820234-2993-4697-A308-A8337DB8DDF9}" dt="2024-11-12T13:07:29.479" v="21" actId="1076"/>
          <ac:spMkLst>
            <pc:docMk/>
            <pc:sldMk cId="2618866989" sldId="317"/>
            <ac:spMk id="5" creationId="{D467462A-827F-2F34-8649-3F5D4E65E444}"/>
          </ac:spMkLst>
        </pc:spChg>
      </pc:sldChg>
      <pc:sldChg chg="delSp modSp mod">
        <pc:chgData name="Paul Winser" userId="c3146a91-e6bd-4264-bd86-e164e04bc32d" providerId="ADAL" clId="{80820234-2993-4697-A308-A8337DB8DDF9}" dt="2024-11-12T13:07:43.503" v="25" actId="1076"/>
        <pc:sldMkLst>
          <pc:docMk/>
          <pc:sldMk cId="1401675799" sldId="318"/>
        </pc:sldMkLst>
        <pc:spChg chg="del">
          <ac:chgData name="Paul Winser" userId="c3146a91-e6bd-4264-bd86-e164e04bc32d" providerId="ADAL" clId="{80820234-2993-4697-A308-A8337DB8DDF9}" dt="2024-11-12T13:07:34.635" v="23" actId="478"/>
          <ac:spMkLst>
            <pc:docMk/>
            <pc:sldMk cId="1401675799" sldId="318"/>
            <ac:spMk id="2" creationId="{5C5479F0-ADEF-11E1-F5B3-ACD9C2449741}"/>
          </ac:spMkLst>
        </pc:spChg>
        <pc:spChg chg="mod">
          <ac:chgData name="Paul Winser" userId="c3146a91-e6bd-4264-bd86-e164e04bc32d" providerId="ADAL" clId="{80820234-2993-4697-A308-A8337DB8DDF9}" dt="2024-11-12T13:07:39" v="24" actId="1076"/>
          <ac:spMkLst>
            <pc:docMk/>
            <pc:sldMk cId="1401675799" sldId="318"/>
            <ac:spMk id="5" creationId="{D467462A-827F-2F34-8649-3F5D4E65E444}"/>
          </ac:spMkLst>
        </pc:spChg>
        <pc:spChg chg="mod">
          <ac:chgData name="Paul Winser" userId="c3146a91-e6bd-4264-bd86-e164e04bc32d" providerId="ADAL" clId="{80820234-2993-4697-A308-A8337DB8DDF9}" dt="2024-11-12T13:07:43.503" v="25" actId="1076"/>
          <ac:spMkLst>
            <pc:docMk/>
            <pc:sldMk cId="1401675799" sldId="318"/>
            <ac:spMk id="34819" creationId="{453C7683-8588-7ABC-32E0-8A4E68218620}"/>
          </ac:spMkLst>
        </pc:spChg>
      </pc:sldChg>
      <pc:sldChg chg="delSp mod">
        <pc:chgData name="Paul Winser" userId="c3146a91-e6bd-4264-bd86-e164e04bc32d" providerId="ADAL" clId="{80820234-2993-4697-A308-A8337DB8DDF9}" dt="2024-11-12T13:07:47.244" v="26" actId="478"/>
        <pc:sldMkLst>
          <pc:docMk/>
          <pc:sldMk cId="134690117" sldId="319"/>
        </pc:sldMkLst>
        <pc:spChg chg="del">
          <ac:chgData name="Paul Winser" userId="c3146a91-e6bd-4264-bd86-e164e04bc32d" providerId="ADAL" clId="{80820234-2993-4697-A308-A8337DB8DDF9}" dt="2024-11-12T13:07:47.244" v="26" actId="478"/>
          <ac:spMkLst>
            <pc:docMk/>
            <pc:sldMk cId="134690117" sldId="319"/>
            <ac:spMk id="2" creationId="{5C5479F0-ADEF-11E1-F5B3-ACD9C2449741}"/>
          </ac:spMkLst>
        </pc:spChg>
      </pc:sldChg>
      <pc:sldChg chg="delSp modSp mod">
        <pc:chgData name="Paul Winser" userId="c3146a91-e6bd-4264-bd86-e164e04bc32d" providerId="ADAL" clId="{80820234-2993-4697-A308-A8337DB8DDF9}" dt="2024-11-12T13:07:54.808" v="29" actId="478"/>
        <pc:sldMkLst>
          <pc:docMk/>
          <pc:sldMk cId="4138972744" sldId="320"/>
        </pc:sldMkLst>
        <pc:spChg chg="del">
          <ac:chgData name="Paul Winser" userId="c3146a91-e6bd-4264-bd86-e164e04bc32d" providerId="ADAL" clId="{80820234-2993-4697-A308-A8337DB8DDF9}" dt="2024-11-12T13:07:54.808" v="29" actId="478"/>
          <ac:spMkLst>
            <pc:docMk/>
            <pc:sldMk cId="4138972744" sldId="320"/>
            <ac:spMk id="2" creationId="{5C5479F0-ADEF-11E1-F5B3-ACD9C2449741}"/>
          </ac:spMkLst>
        </pc:spChg>
        <pc:spChg chg="mod">
          <ac:chgData name="Paul Winser" userId="c3146a91-e6bd-4264-bd86-e164e04bc32d" providerId="ADAL" clId="{80820234-2993-4697-A308-A8337DB8DDF9}" dt="2024-11-12T13:07:52.753" v="28" actId="6549"/>
          <ac:spMkLst>
            <pc:docMk/>
            <pc:sldMk cId="4138972744" sldId="320"/>
            <ac:spMk id="3" creationId="{65D6765C-D445-020E-0743-50278C353D4D}"/>
          </ac:spMkLst>
        </pc:spChg>
      </pc:sldChg>
      <pc:sldChg chg="delSp mod">
        <pc:chgData name="Paul Winser" userId="c3146a91-e6bd-4264-bd86-e164e04bc32d" providerId="ADAL" clId="{80820234-2993-4697-A308-A8337DB8DDF9}" dt="2024-11-12T13:08:02.251" v="30" actId="478"/>
        <pc:sldMkLst>
          <pc:docMk/>
          <pc:sldMk cId="226885713" sldId="321"/>
        </pc:sldMkLst>
        <pc:spChg chg="del">
          <ac:chgData name="Paul Winser" userId="c3146a91-e6bd-4264-bd86-e164e04bc32d" providerId="ADAL" clId="{80820234-2993-4697-A308-A8337DB8DDF9}" dt="2024-11-12T13:08:02.251" v="30" actId="478"/>
          <ac:spMkLst>
            <pc:docMk/>
            <pc:sldMk cId="226885713" sldId="321"/>
            <ac:spMk id="2" creationId="{5C5479F0-ADEF-11E1-F5B3-ACD9C2449741}"/>
          </ac:spMkLst>
        </pc:spChg>
      </pc:sldChg>
      <pc:sldChg chg="delSp modSp mod">
        <pc:chgData name="Paul Winser" userId="c3146a91-e6bd-4264-bd86-e164e04bc32d" providerId="ADAL" clId="{80820234-2993-4697-A308-A8337DB8DDF9}" dt="2024-11-12T13:08:10.282" v="37" actId="478"/>
        <pc:sldMkLst>
          <pc:docMk/>
          <pc:sldMk cId="1784309118" sldId="322"/>
        </pc:sldMkLst>
        <pc:spChg chg="del">
          <ac:chgData name="Paul Winser" userId="c3146a91-e6bd-4264-bd86-e164e04bc32d" providerId="ADAL" clId="{80820234-2993-4697-A308-A8337DB8DDF9}" dt="2024-11-12T13:08:10.282" v="37" actId="478"/>
          <ac:spMkLst>
            <pc:docMk/>
            <pc:sldMk cId="1784309118" sldId="322"/>
            <ac:spMk id="2" creationId="{5C5479F0-ADEF-11E1-F5B3-ACD9C2449741}"/>
          </ac:spMkLst>
        </pc:spChg>
        <pc:spChg chg="mod">
          <ac:chgData name="Paul Winser" userId="c3146a91-e6bd-4264-bd86-e164e04bc32d" providerId="ADAL" clId="{80820234-2993-4697-A308-A8337DB8DDF9}" dt="2024-11-12T13:08:08.777" v="36" actId="6549"/>
          <ac:spMkLst>
            <pc:docMk/>
            <pc:sldMk cId="1784309118" sldId="322"/>
            <ac:spMk id="5" creationId="{CC152FB6-9338-1049-4FE2-EEBC9AAF6BF5}"/>
          </ac:spMkLst>
        </pc:spChg>
      </pc:sldChg>
      <pc:sldChg chg="delSp mod">
        <pc:chgData name="Paul Winser" userId="c3146a91-e6bd-4264-bd86-e164e04bc32d" providerId="ADAL" clId="{80820234-2993-4697-A308-A8337DB8DDF9}" dt="2024-11-12T13:08:15.225" v="38" actId="478"/>
        <pc:sldMkLst>
          <pc:docMk/>
          <pc:sldMk cId="2366573004" sldId="323"/>
        </pc:sldMkLst>
        <pc:spChg chg="del">
          <ac:chgData name="Paul Winser" userId="c3146a91-e6bd-4264-bd86-e164e04bc32d" providerId="ADAL" clId="{80820234-2993-4697-A308-A8337DB8DDF9}" dt="2024-11-12T13:08:15.225" v="38" actId="478"/>
          <ac:spMkLst>
            <pc:docMk/>
            <pc:sldMk cId="2366573004" sldId="323"/>
            <ac:spMk id="2" creationId="{5C5479F0-ADEF-11E1-F5B3-ACD9C2449741}"/>
          </ac:spMkLst>
        </pc:spChg>
      </pc:sldChg>
      <pc:sldChg chg="delSp mod">
        <pc:chgData name="Paul Winser" userId="c3146a91-e6bd-4264-bd86-e164e04bc32d" providerId="ADAL" clId="{80820234-2993-4697-A308-A8337DB8DDF9}" dt="2024-11-12T13:08:18.921" v="39" actId="478"/>
        <pc:sldMkLst>
          <pc:docMk/>
          <pc:sldMk cId="4095537916" sldId="324"/>
        </pc:sldMkLst>
        <pc:spChg chg="del">
          <ac:chgData name="Paul Winser" userId="c3146a91-e6bd-4264-bd86-e164e04bc32d" providerId="ADAL" clId="{80820234-2993-4697-A308-A8337DB8DDF9}" dt="2024-11-12T13:08:18.921" v="39" actId="478"/>
          <ac:spMkLst>
            <pc:docMk/>
            <pc:sldMk cId="4095537916" sldId="324"/>
            <ac:spMk id="2" creationId="{5C5479F0-ADEF-11E1-F5B3-ACD9C2449741}"/>
          </ac:spMkLst>
        </pc:spChg>
      </pc:sldChg>
      <pc:sldChg chg="delSp mod">
        <pc:chgData name="Paul Winser" userId="c3146a91-e6bd-4264-bd86-e164e04bc32d" providerId="ADAL" clId="{80820234-2993-4697-A308-A8337DB8DDF9}" dt="2024-11-12T13:08:21.736" v="40" actId="478"/>
        <pc:sldMkLst>
          <pc:docMk/>
          <pc:sldMk cId="69781905" sldId="325"/>
        </pc:sldMkLst>
        <pc:spChg chg="del">
          <ac:chgData name="Paul Winser" userId="c3146a91-e6bd-4264-bd86-e164e04bc32d" providerId="ADAL" clId="{80820234-2993-4697-A308-A8337DB8DDF9}" dt="2024-11-12T13:08:21.736" v="40" actId="478"/>
          <ac:spMkLst>
            <pc:docMk/>
            <pc:sldMk cId="69781905" sldId="325"/>
            <ac:spMk id="2" creationId="{5C5479F0-ADEF-11E1-F5B3-ACD9C2449741}"/>
          </ac:spMkLst>
        </pc:spChg>
      </pc:sldChg>
      <pc:sldChg chg="delSp mod">
        <pc:chgData name="Paul Winser" userId="c3146a91-e6bd-4264-bd86-e164e04bc32d" providerId="ADAL" clId="{80820234-2993-4697-A308-A8337DB8DDF9}" dt="2024-11-12T13:08:24.412" v="41" actId="478"/>
        <pc:sldMkLst>
          <pc:docMk/>
          <pc:sldMk cId="3051202762" sldId="326"/>
        </pc:sldMkLst>
        <pc:spChg chg="del">
          <ac:chgData name="Paul Winser" userId="c3146a91-e6bd-4264-bd86-e164e04bc32d" providerId="ADAL" clId="{80820234-2993-4697-A308-A8337DB8DDF9}" dt="2024-11-12T13:08:24.412" v="41" actId="478"/>
          <ac:spMkLst>
            <pc:docMk/>
            <pc:sldMk cId="3051202762" sldId="326"/>
            <ac:spMk id="2" creationId="{5C5479F0-ADEF-11E1-F5B3-ACD9C2449741}"/>
          </ac:spMkLst>
        </pc:spChg>
      </pc:sldChg>
      <pc:sldChg chg="delSp mod">
        <pc:chgData name="Paul Winser" userId="c3146a91-e6bd-4264-bd86-e164e04bc32d" providerId="ADAL" clId="{80820234-2993-4697-A308-A8337DB8DDF9}" dt="2024-11-12T13:08:28.282" v="42" actId="478"/>
        <pc:sldMkLst>
          <pc:docMk/>
          <pc:sldMk cId="133720554" sldId="327"/>
        </pc:sldMkLst>
        <pc:spChg chg="del">
          <ac:chgData name="Paul Winser" userId="c3146a91-e6bd-4264-bd86-e164e04bc32d" providerId="ADAL" clId="{80820234-2993-4697-A308-A8337DB8DDF9}" dt="2024-11-12T13:08:28.282" v="42" actId="478"/>
          <ac:spMkLst>
            <pc:docMk/>
            <pc:sldMk cId="133720554" sldId="327"/>
            <ac:spMk id="2" creationId="{5C5479F0-ADEF-11E1-F5B3-ACD9C2449741}"/>
          </ac:spMkLst>
        </pc:spChg>
      </pc:sldChg>
      <pc:sldChg chg="delSp mod">
        <pc:chgData name="Paul Winser" userId="c3146a91-e6bd-4264-bd86-e164e04bc32d" providerId="ADAL" clId="{80820234-2993-4697-A308-A8337DB8DDF9}" dt="2024-11-12T13:08:31.067" v="43" actId="478"/>
        <pc:sldMkLst>
          <pc:docMk/>
          <pc:sldMk cId="1668133540" sldId="328"/>
        </pc:sldMkLst>
        <pc:spChg chg="del">
          <ac:chgData name="Paul Winser" userId="c3146a91-e6bd-4264-bd86-e164e04bc32d" providerId="ADAL" clId="{80820234-2993-4697-A308-A8337DB8DDF9}" dt="2024-11-12T13:08:31.067" v="43" actId="478"/>
          <ac:spMkLst>
            <pc:docMk/>
            <pc:sldMk cId="1668133540" sldId="328"/>
            <ac:spMk id="2" creationId="{5C5479F0-ADEF-11E1-F5B3-ACD9C2449741}"/>
          </ac:spMkLst>
        </pc:spChg>
      </pc:sldChg>
      <pc:sldChg chg="delSp mod">
        <pc:chgData name="Paul Winser" userId="c3146a91-e6bd-4264-bd86-e164e04bc32d" providerId="ADAL" clId="{80820234-2993-4697-A308-A8337DB8DDF9}" dt="2024-11-12T13:08:33.383" v="44" actId="478"/>
        <pc:sldMkLst>
          <pc:docMk/>
          <pc:sldMk cId="2158670735" sldId="329"/>
        </pc:sldMkLst>
        <pc:spChg chg="del">
          <ac:chgData name="Paul Winser" userId="c3146a91-e6bd-4264-bd86-e164e04bc32d" providerId="ADAL" clId="{80820234-2993-4697-A308-A8337DB8DDF9}" dt="2024-11-12T13:08:33.383" v="44" actId="478"/>
          <ac:spMkLst>
            <pc:docMk/>
            <pc:sldMk cId="2158670735" sldId="329"/>
            <ac:spMk id="2" creationId="{5C5479F0-ADEF-11E1-F5B3-ACD9C2449741}"/>
          </ac:spMkLst>
        </pc:spChg>
      </pc:sldChg>
      <pc:sldChg chg="delSp mod">
        <pc:chgData name="Paul Winser" userId="c3146a91-e6bd-4264-bd86-e164e04bc32d" providerId="ADAL" clId="{80820234-2993-4697-A308-A8337DB8DDF9}" dt="2024-11-12T13:08:37.031" v="45" actId="478"/>
        <pc:sldMkLst>
          <pc:docMk/>
          <pc:sldMk cId="770679038" sldId="330"/>
        </pc:sldMkLst>
        <pc:spChg chg="del">
          <ac:chgData name="Paul Winser" userId="c3146a91-e6bd-4264-bd86-e164e04bc32d" providerId="ADAL" clId="{80820234-2993-4697-A308-A8337DB8DDF9}" dt="2024-11-12T13:08:37.031" v="45" actId="478"/>
          <ac:spMkLst>
            <pc:docMk/>
            <pc:sldMk cId="770679038" sldId="330"/>
            <ac:spMk id="2" creationId="{5C5479F0-ADEF-11E1-F5B3-ACD9C2449741}"/>
          </ac:spMkLst>
        </pc:spChg>
      </pc:sldChg>
      <pc:sldChg chg="delSp mod">
        <pc:chgData name="Paul Winser" userId="c3146a91-e6bd-4264-bd86-e164e04bc32d" providerId="ADAL" clId="{80820234-2993-4697-A308-A8337DB8DDF9}" dt="2024-11-12T13:08:39.625" v="46" actId="478"/>
        <pc:sldMkLst>
          <pc:docMk/>
          <pc:sldMk cId="2547890795" sldId="331"/>
        </pc:sldMkLst>
        <pc:spChg chg="del">
          <ac:chgData name="Paul Winser" userId="c3146a91-e6bd-4264-bd86-e164e04bc32d" providerId="ADAL" clId="{80820234-2993-4697-A308-A8337DB8DDF9}" dt="2024-11-12T13:08:39.625" v="46" actId="478"/>
          <ac:spMkLst>
            <pc:docMk/>
            <pc:sldMk cId="2547890795" sldId="331"/>
            <ac:spMk id="2" creationId="{5C5479F0-ADEF-11E1-F5B3-ACD9C2449741}"/>
          </ac:spMkLst>
        </pc:spChg>
      </pc:sldChg>
      <pc:sldChg chg="delSp modSp mod">
        <pc:chgData name="Paul Winser" userId="c3146a91-e6bd-4264-bd86-e164e04bc32d" providerId="ADAL" clId="{80820234-2993-4697-A308-A8337DB8DDF9}" dt="2024-11-12T13:08:45.433" v="49" actId="478"/>
        <pc:sldMkLst>
          <pc:docMk/>
          <pc:sldMk cId="3593714400" sldId="332"/>
        </pc:sldMkLst>
        <pc:spChg chg="del">
          <ac:chgData name="Paul Winser" userId="c3146a91-e6bd-4264-bd86-e164e04bc32d" providerId="ADAL" clId="{80820234-2993-4697-A308-A8337DB8DDF9}" dt="2024-11-12T13:08:45.433" v="49" actId="478"/>
          <ac:spMkLst>
            <pc:docMk/>
            <pc:sldMk cId="3593714400" sldId="332"/>
            <ac:spMk id="2" creationId="{5C5479F0-ADEF-11E1-F5B3-ACD9C2449741}"/>
          </ac:spMkLst>
        </pc:spChg>
        <pc:spChg chg="mod">
          <ac:chgData name="Paul Winser" userId="c3146a91-e6bd-4264-bd86-e164e04bc32d" providerId="ADAL" clId="{80820234-2993-4697-A308-A8337DB8DDF9}" dt="2024-11-12T13:08:43.114" v="48" actId="20577"/>
          <ac:spMkLst>
            <pc:docMk/>
            <pc:sldMk cId="3593714400" sldId="332"/>
            <ac:spMk id="3" creationId="{65D6765C-D445-020E-0743-50278C353D4D}"/>
          </ac:spMkLst>
        </pc:spChg>
      </pc:sldChg>
      <pc:sldChg chg="delSp mod">
        <pc:chgData name="Paul Winser" userId="c3146a91-e6bd-4264-bd86-e164e04bc32d" providerId="ADAL" clId="{80820234-2993-4697-A308-A8337DB8DDF9}" dt="2024-11-12T13:08:47.961" v="50" actId="478"/>
        <pc:sldMkLst>
          <pc:docMk/>
          <pc:sldMk cId="476487337" sldId="333"/>
        </pc:sldMkLst>
        <pc:spChg chg="del">
          <ac:chgData name="Paul Winser" userId="c3146a91-e6bd-4264-bd86-e164e04bc32d" providerId="ADAL" clId="{80820234-2993-4697-A308-A8337DB8DDF9}" dt="2024-11-12T13:08:47.961" v="50" actId="478"/>
          <ac:spMkLst>
            <pc:docMk/>
            <pc:sldMk cId="476487337" sldId="333"/>
            <ac:spMk id="2" creationId="{5C5479F0-ADEF-11E1-F5B3-ACD9C2449741}"/>
          </ac:spMkLst>
        </pc:spChg>
      </pc:sldChg>
      <pc:sldChg chg="delSp mod">
        <pc:chgData name="Paul Winser" userId="c3146a91-e6bd-4264-bd86-e164e04bc32d" providerId="ADAL" clId="{80820234-2993-4697-A308-A8337DB8DDF9}" dt="2024-11-12T13:08:50.379" v="51" actId="478"/>
        <pc:sldMkLst>
          <pc:docMk/>
          <pc:sldMk cId="5644912" sldId="334"/>
        </pc:sldMkLst>
        <pc:spChg chg="del">
          <ac:chgData name="Paul Winser" userId="c3146a91-e6bd-4264-bd86-e164e04bc32d" providerId="ADAL" clId="{80820234-2993-4697-A308-A8337DB8DDF9}" dt="2024-11-12T13:08:50.379" v="51" actId="478"/>
          <ac:spMkLst>
            <pc:docMk/>
            <pc:sldMk cId="5644912" sldId="334"/>
            <ac:spMk id="2" creationId="{5C5479F0-ADEF-11E1-F5B3-ACD9C2449741}"/>
          </ac:spMkLst>
        </pc:spChg>
      </pc:sldChg>
      <pc:sldChg chg="delSp modSp mod">
        <pc:chgData name="Paul Winser" userId="c3146a91-e6bd-4264-bd86-e164e04bc32d" providerId="ADAL" clId="{80820234-2993-4697-A308-A8337DB8DDF9}" dt="2024-11-12T13:09:01.305" v="56" actId="478"/>
        <pc:sldMkLst>
          <pc:docMk/>
          <pc:sldMk cId="3093482651" sldId="335"/>
        </pc:sldMkLst>
        <pc:spChg chg="del">
          <ac:chgData name="Paul Winser" userId="c3146a91-e6bd-4264-bd86-e164e04bc32d" providerId="ADAL" clId="{80820234-2993-4697-A308-A8337DB8DDF9}" dt="2024-11-12T13:09:01.305" v="56" actId="478"/>
          <ac:spMkLst>
            <pc:docMk/>
            <pc:sldMk cId="3093482651" sldId="335"/>
            <ac:spMk id="2" creationId="{5C5479F0-ADEF-11E1-F5B3-ACD9C2449741}"/>
          </ac:spMkLst>
        </pc:spChg>
        <pc:spChg chg="mod">
          <ac:chgData name="Paul Winser" userId="c3146a91-e6bd-4264-bd86-e164e04bc32d" providerId="ADAL" clId="{80820234-2993-4697-A308-A8337DB8DDF9}" dt="2024-11-12T13:08:57.322" v="55" actId="6549"/>
          <ac:spMkLst>
            <pc:docMk/>
            <pc:sldMk cId="3093482651" sldId="335"/>
            <ac:spMk id="4" creationId="{7A2F950D-023B-8AB5-F3BB-10D8C9331E02}"/>
          </ac:spMkLst>
        </pc:spChg>
      </pc:sldChg>
      <pc:sldChg chg="delSp modSp mod">
        <pc:chgData name="Paul Winser" userId="c3146a91-e6bd-4264-bd86-e164e04bc32d" providerId="ADAL" clId="{80820234-2993-4697-A308-A8337DB8DDF9}" dt="2024-11-12T13:09:12.441" v="59" actId="478"/>
        <pc:sldMkLst>
          <pc:docMk/>
          <pc:sldMk cId="2119286889" sldId="336"/>
        </pc:sldMkLst>
        <pc:spChg chg="del">
          <ac:chgData name="Paul Winser" userId="c3146a91-e6bd-4264-bd86-e164e04bc32d" providerId="ADAL" clId="{80820234-2993-4697-A308-A8337DB8DDF9}" dt="2024-11-12T13:09:12.441" v="59" actId="478"/>
          <ac:spMkLst>
            <pc:docMk/>
            <pc:sldMk cId="2119286889" sldId="336"/>
            <ac:spMk id="2" creationId="{5C5479F0-ADEF-11E1-F5B3-ACD9C2449741}"/>
          </ac:spMkLst>
        </pc:spChg>
        <pc:spChg chg="mod">
          <ac:chgData name="Paul Winser" userId="c3146a91-e6bd-4264-bd86-e164e04bc32d" providerId="ADAL" clId="{80820234-2993-4697-A308-A8337DB8DDF9}" dt="2024-11-12T13:09:09.641" v="58" actId="6549"/>
          <ac:spMkLst>
            <pc:docMk/>
            <pc:sldMk cId="2119286889" sldId="336"/>
            <ac:spMk id="4" creationId="{7A2F950D-023B-8AB5-F3BB-10D8C9331E02}"/>
          </ac:spMkLst>
        </pc:spChg>
      </pc:sldChg>
      <pc:sldChg chg="delSp mod">
        <pc:chgData name="Paul Winser" userId="c3146a91-e6bd-4264-bd86-e164e04bc32d" providerId="ADAL" clId="{80820234-2993-4697-A308-A8337DB8DDF9}" dt="2024-11-12T13:10:20.119" v="60" actId="478"/>
        <pc:sldMkLst>
          <pc:docMk/>
          <pc:sldMk cId="583413879" sldId="337"/>
        </pc:sldMkLst>
        <pc:spChg chg="del">
          <ac:chgData name="Paul Winser" userId="c3146a91-e6bd-4264-bd86-e164e04bc32d" providerId="ADAL" clId="{80820234-2993-4697-A308-A8337DB8DDF9}" dt="2024-11-12T13:10:20.119" v="60" actId="478"/>
          <ac:spMkLst>
            <pc:docMk/>
            <pc:sldMk cId="583413879" sldId="337"/>
            <ac:spMk id="2" creationId="{5C5479F0-ADEF-11E1-F5B3-ACD9C2449741}"/>
          </ac:spMkLst>
        </pc:spChg>
      </pc:sldChg>
      <pc:sldChg chg="delSp mod">
        <pc:chgData name="Paul Winser" userId="c3146a91-e6bd-4264-bd86-e164e04bc32d" providerId="ADAL" clId="{80820234-2993-4697-A308-A8337DB8DDF9}" dt="2024-11-12T13:10:23.817" v="61" actId="478"/>
        <pc:sldMkLst>
          <pc:docMk/>
          <pc:sldMk cId="1200816844" sldId="338"/>
        </pc:sldMkLst>
        <pc:spChg chg="del">
          <ac:chgData name="Paul Winser" userId="c3146a91-e6bd-4264-bd86-e164e04bc32d" providerId="ADAL" clId="{80820234-2993-4697-A308-A8337DB8DDF9}" dt="2024-11-12T13:10:23.817" v="61" actId="478"/>
          <ac:spMkLst>
            <pc:docMk/>
            <pc:sldMk cId="1200816844" sldId="338"/>
            <ac:spMk id="4" creationId="{261AB8AF-3484-195F-C966-E47EF7803313}"/>
          </ac:spMkLst>
        </pc:spChg>
      </pc:sldChg>
    </pc:docChg>
  </pc:docChgLst>
  <pc:docChgLst>
    <pc:chgData name="Paul Winser" userId="c3146a91-e6bd-4264-bd86-e164e04bc32d" providerId="ADAL" clId="{08F1AF11-9443-4690-B06B-7FEF53908C7D}"/>
    <pc:docChg chg="modSld">
      <pc:chgData name="Paul Winser" userId="c3146a91-e6bd-4264-bd86-e164e04bc32d" providerId="ADAL" clId="{08F1AF11-9443-4690-B06B-7FEF53908C7D}" dt="2024-12-04T12:51:17.322" v="39"/>
      <pc:docMkLst>
        <pc:docMk/>
      </pc:docMkLst>
      <pc:sldChg chg="addSp modSp mod">
        <pc:chgData name="Paul Winser" userId="c3146a91-e6bd-4264-bd86-e164e04bc32d" providerId="ADAL" clId="{08F1AF11-9443-4690-B06B-7FEF53908C7D}" dt="2024-12-04T12:50:09.793" v="2" actId="20577"/>
        <pc:sldMkLst>
          <pc:docMk/>
          <pc:sldMk cId="0" sldId="256"/>
        </pc:sldMkLst>
        <pc:spChg chg="add mod">
          <ac:chgData name="Paul Winser" userId="c3146a91-e6bd-4264-bd86-e164e04bc32d" providerId="ADAL" clId="{08F1AF11-9443-4690-B06B-7FEF53908C7D}" dt="2024-12-04T12:50:09.793" v="2" actId="20577"/>
          <ac:spMkLst>
            <pc:docMk/>
            <pc:sldMk cId="0" sldId="256"/>
            <ac:spMk id="2" creationId="{FB5ADC26-EA2D-F422-D9A0-9A43AC962297}"/>
          </ac:spMkLst>
        </pc:spChg>
      </pc:sldChg>
      <pc:sldChg chg="addSp modSp">
        <pc:chgData name="Paul Winser" userId="c3146a91-e6bd-4264-bd86-e164e04bc32d" providerId="ADAL" clId="{08F1AF11-9443-4690-B06B-7FEF53908C7D}" dt="2024-12-04T12:50:16.964" v="3"/>
        <pc:sldMkLst>
          <pc:docMk/>
          <pc:sldMk cId="0" sldId="257"/>
        </pc:sldMkLst>
        <pc:spChg chg="add mod">
          <ac:chgData name="Paul Winser" userId="c3146a91-e6bd-4264-bd86-e164e04bc32d" providerId="ADAL" clId="{08F1AF11-9443-4690-B06B-7FEF53908C7D}" dt="2024-12-04T12:50:16.964" v="3"/>
          <ac:spMkLst>
            <pc:docMk/>
            <pc:sldMk cId="0" sldId="257"/>
            <ac:spMk id="2" creationId="{95A8F708-AB96-D425-F1CD-102293B6880A}"/>
          </ac:spMkLst>
        </pc:spChg>
      </pc:sldChg>
      <pc:sldChg chg="addSp modSp">
        <pc:chgData name="Paul Winser" userId="c3146a91-e6bd-4264-bd86-e164e04bc32d" providerId="ADAL" clId="{08F1AF11-9443-4690-B06B-7FEF53908C7D}" dt="2024-12-04T12:50:18.472" v="4"/>
        <pc:sldMkLst>
          <pc:docMk/>
          <pc:sldMk cId="0" sldId="258"/>
        </pc:sldMkLst>
        <pc:spChg chg="add mod">
          <ac:chgData name="Paul Winser" userId="c3146a91-e6bd-4264-bd86-e164e04bc32d" providerId="ADAL" clId="{08F1AF11-9443-4690-B06B-7FEF53908C7D}" dt="2024-12-04T12:50:18.472" v="4"/>
          <ac:spMkLst>
            <pc:docMk/>
            <pc:sldMk cId="0" sldId="258"/>
            <ac:spMk id="2" creationId="{0D14B2B2-A6E7-A3F0-42B8-A39E3A182106}"/>
          </ac:spMkLst>
        </pc:spChg>
      </pc:sldChg>
      <pc:sldChg chg="addSp modSp">
        <pc:chgData name="Paul Winser" userId="c3146a91-e6bd-4264-bd86-e164e04bc32d" providerId="ADAL" clId="{08F1AF11-9443-4690-B06B-7FEF53908C7D}" dt="2024-12-04T12:50:19.817" v="5"/>
        <pc:sldMkLst>
          <pc:docMk/>
          <pc:sldMk cId="0" sldId="272"/>
        </pc:sldMkLst>
        <pc:spChg chg="add mod">
          <ac:chgData name="Paul Winser" userId="c3146a91-e6bd-4264-bd86-e164e04bc32d" providerId="ADAL" clId="{08F1AF11-9443-4690-B06B-7FEF53908C7D}" dt="2024-12-04T12:50:19.817" v="5"/>
          <ac:spMkLst>
            <pc:docMk/>
            <pc:sldMk cId="0" sldId="272"/>
            <ac:spMk id="2" creationId="{C78FC9F3-C264-109C-6D49-DB14AC31474C}"/>
          </ac:spMkLst>
        </pc:spChg>
      </pc:sldChg>
      <pc:sldChg chg="addSp modSp">
        <pc:chgData name="Paul Winser" userId="c3146a91-e6bd-4264-bd86-e164e04bc32d" providerId="ADAL" clId="{08F1AF11-9443-4690-B06B-7FEF53908C7D}" dt="2024-12-04T12:50:21.195" v="6"/>
        <pc:sldMkLst>
          <pc:docMk/>
          <pc:sldMk cId="884549766" sldId="305"/>
        </pc:sldMkLst>
        <pc:spChg chg="add mod">
          <ac:chgData name="Paul Winser" userId="c3146a91-e6bd-4264-bd86-e164e04bc32d" providerId="ADAL" clId="{08F1AF11-9443-4690-B06B-7FEF53908C7D}" dt="2024-12-04T12:50:21.195" v="6"/>
          <ac:spMkLst>
            <pc:docMk/>
            <pc:sldMk cId="884549766" sldId="305"/>
            <ac:spMk id="2" creationId="{4E608B32-3E4B-64C7-3772-D2EA5C4C397A}"/>
          </ac:spMkLst>
        </pc:spChg>
      </pc:sldChg>
      <pc:sldChg chg="addSp modSp">
        <pc:chgData name="Paul Winser" userId="c3146a91-e6bd-4264-bd86-e164e04bc32d" providerId="ADAL" clId="{08F1AF11-9443-4690-B06B-7FEF53908C7D}" dt="2024-12-04T12:50:49.189" v="20"/>
        <pc:sldMkLst>
          <pc:docMk/>
          <pc:sldMk cId="588007661" sldId="306"/>
        </pc:sldMkLst>
        <pc:spChg chg="add mod">
          <ac:chgData name="Paul Winser" userId="c3146a91-e6bd-4264-bd86-e164e04bc32d" providerId="ADAL" clId="{08F1AF11-9443-4690-B06B-7FEF53908C7D}" dt="2024-12-04T12:50:49.189" v="20"/>
          <ac:spMkLst>
            <pc:docMk/>
            <pc:sldMk cId="588007661" sldId="306"/>
            <ac:spMk id="2" creationId="{784E0B27-6C13-E138-1C93-BDADA7588115}"/>
          </ac:spMkLst>
        </pc:spChg>
      </pc:sldChg>
      <pc:sldChg chg="addSp modSp">
        <pc:chgData name="Paul Winser" userId="c3146a91-e6bd-4264-bd86-e164e04bc32d" providerId="ADAL" clId="{08F1AF11-9443-4690-B06B-7FEF53908C7D}" dt="2024-12-04T12:51:04.159" v="30"/>
        <pc:sldMkLst>
          <pc:docMk/>
          <pc:sldMk cId="2005355495" sldId="308"/>
        </pc:sldMkLst>
        <pc:spChg chg="add mod">
          <ac:chgData name="Paul Winser" userId="c3146a91-e6bd-4264-bd86-e164e04bc32d" providerId="ADAL" clId="{08F1AF11-9443-4690-B06B-7FEF53908C7D}" dt="2024-12-04T12:51:04.159" v="30"/>
          <ac:spMkLst>
            <pc:docMk/>
            <pc:sldMk cId="2005355495" sldId="308"/>
            <ac:spMk id="2" creationId="{7A6517E3-E8D9-B6D5-4EC4-993A1E611569}"/>
          </ac:spMkLst>
        </pc:spChg>
      </pc:sldChg>
      <pc:sldChg chg="addSp modSp mod">
        <pc:chgData name="Paul Winser" userId="c3146a91-e6bd-4264-bd86-e164e04bc32d" providerId="ADAL" clId="{08F1AF11-9443-4690-B06B-7FEF53908C7D}" dt="2024-12-04T12:50:30.282" v="9" actId="1076"/>
        <pc:sldMkLst>
          <pc:docMk/>
          <pc:sldMk cId="658713100" sldId="310"/>
        </pc:sldMkLst>
        <pc:spChg chg="add mod">
          <ac:chgData name="Paul Winser" userId="c3146a91-e6bd-4264-bd86-e164e04bc32d" providerId="ADAL" clId="{08F1AF11-9443-4690-B06B-7FEF53908C7D}" dt="2024-12-04T12:50:22.360" v="7"/>
          <ac:spMkLst>
            <pc:docMk/>
            <pc:sldMk cId="658713100" sldId="310"/>
            <ac:spMk id="2" creationId="{B51AEEE4-D103-159A-2C2A-3F8C09ED5F41}"/>
          </ac:spMkLst>
        </pc:spChg>
        <pc:spChg chg="mod">
          <ac:chgData name="Paul Winser" userId="c3146a91-e6bd-4264-bd86-e164e04bc32d" providerId="ADAL" clId="{08F1AF11-9443-4690-B06B-7FEF53908C7D}" dt="2024-12-04T12:50:28.507" v="8" actId="1076"/>
          <ac:spMkLst>
            <pc:docMk/>
            <pc:sldMk cId="658713100" sldId="310"/>
            <ac:spMk id="5" creationId="{D467462A-827F-2F34-8649-3F5D4E65E444}"/>
          </ac:spMkLst>
        </pc:spChg>
        <pc:picChg chg="mod">
          <ac:chgData name="Paul Winser" userId="c3146a91-e6bd-4264-bd86-e164e04bc32d" providerId="ADAL" clId="{08F1AF11-9443-4690-B06B-7FEF53908C7D}" dt="2024-12-04T12:50:30.282" v="9" actId="1076"/>
          <ac:picMkLst>
            <pc:docMk/>
            <pc:sldMk cId="658713100" sldId="310"/>
            <ac:picMk id="6" creationId="{F1F69102-1C02-B149-5939-0712D1E7294D}"/>
          </ac:picMkLst>
        </pc:picChg>
      </pc:sldChg>
      <pc:sldChg chg="addSp modSp">
        <pc:chgData name="Paul Winser" userId="c3146a91-e6bd-4264-bd86-e164e04bc32d" providerId="ADAL" clId="{08F1AF11-9443-4690-B06B-7FEF53908C7D}" dt="2024-12-04T12:50:31.478" v="10"/>
        <pc:sldMkLst>
          <pc:docMk/>
          <pc:sldMk cId="1820882053" sldId="311"/>
        </pc:sldMkLst>
        <pc:spChg chg="add mod">
          <ac:chgData name="Paul Winser" userId="c3146a91-e6bd-4264-bd86-e164e04bc32d" providerId="ADAL" clId="{08F1AF11-9443-4690-B06B-7FEF53908C7D}" dt="2024-12-04T12:50:31.478" v="10"/>
          <ac:spMkLst>
            <pc:docMk/>
            <pc:sldMk cId="1820882053" sldId="311"/>
            <ac:spMk id="2" creationId="{C009F0FD-E9D9-FBF8-AA62-88A959F66584}"/>
          </ac:spMkLst>
        </pc:spChg>
      </pc:sldChg>
      <pc:sldChg chg="addSp modSp">
        <pc:chgData name="Paul Winser" userId="c3146a91-e6bd-4264-bd86-e164e04bc32d" providerId="ADAL" clId="{08F1AF11-9443-4690-B06B-7FEF53908C7D}" dt="2024-12-04T12:50:32.969" v="11"/>
        <pc:sldMkLst>
          <pc:docMk/>
          <pc:sldMk cId="2082964573" sldId="312"/>
        </pc:sldMkLst>
        <pc:spChg chg="add mod">
          <ac:chgData name="Paul Winser" userId="c3146a91-e6bd-4264-bd86-e164e04bc32d" providerId="ADAL" clId="{08F1AF11-9443-4690-B06B-7FEF53908C7D}" dt="2024-12-04T12:50:32.969" v="11"/>
          <ac:spMkLst>
            <pc:docMk/>
            <pc:sldMk cId="2082964573" sldId="312"/>
            <ac:spMk id="2" creationId="{26EC7306-6D68-B694-0690-A9A9097E49AE}"/>
          </ac:spMkLst>
        </pc:spChg>
      </pc:sldChg>
      <pc:sldChg chg="addSp modSp">
        <pc:chgData name="Paul Winser" userId="c3146a91-e6bd-4264-bd86-e164e04bc32d" providerId="ADAL" clId="{08F1AF11-9443-4690-B06B-7FEF53908C7D}" dt="2024-12-04T12:50:34.514" v="12"/>
        <pc:sldMkLst>
          <pc:docMk/>
          <pc:sldMk cId="1239918978" sldId="313"/>
        </pc:sldMkLst>
        <pc:spChg chg="add mod">
          <ac:chgData name="Paul Winser" userId="c3146a91-e6bd-4264-bd86-e164e04bc32d" providerId="ADAL" clId="{08F1AF11-9443-4690-B06B-7FEF53908C7D}" dt="2024-12-04T12:50:34.514" v="12"/>
          <ac:spMkLst>
            <pc:docMk/>
            <pc:sldMk cId="1239918978" sldId="313"/>
            <ac:spMk id="2" creationId="{A556B5BD-8814-E1F4-937C-BD95770FF90C}"/>
          </ac:spMkLst>
        </pc:spChg>
      </pc:sldChg>
      <pc:sldChg chg="addSp modSp">
        <pc:chgData name="Paul Winser" userId="c3146a91-e6bd-4264-bd86-e164e04bc32d" providerId="ADAL" clId="{08F1AF11-9443-4690-B06B-7FEF53908C7D}" dt="2024-12-04T12:50:36.388" v="13"/>
        <pc:sldMkLst>
          <pc:docMk/>
          <pc:sldMk cId="324864907" sldId="314"/>
        </pc:sldMkLst>
        <pc:spChg chg="add mod">
          <ac:chgData name="Paul Winser" userId="c3146a91-e6bd-4264-bd86-e164e04bc32d" providerId="ADAL" clId="{08F1AF11-9443-4690-B06B-7FEF53908C7D}" dt="2024-12-04T12:50:36.388" v="13"/>
          <ac:spMkLst>
            <pc:docMk/>
            <pc:sldMk cId="324864907" sldId="314"/>
            <ac:spMk id="2" creationId="{C6C81EA6-3555-4CAA-0736-5455994AC3E4}"/>
          </ac:spMkLst>
        </pc:spChg>
      </pc:sldChg>
      <pc:sldChg chg="addSp modSp">
        <pc:chgData name="Paul Winser" userId="c3146a91-e6bd-4264-bd86-e164e04bc32d" providerId="ADAL" clId="{08F1AF11-9443-4690-B06B-7FEF53908C7D}" dt="2024-12-04T12:50:38.081" v="14"/>
        <pc:sldMkLst>
          <pc:docMk/>
          <pc:sldMk cId="2051089772" sldId="315"/>
        </pc:sldMkLst>
        <pc:spChg chg="add mod">
          <ac:chgData name="Paul Winser" userId="c3146a91-e6bd-4264-bd86-e164e04bc32d" providerId="ADAL" clId="{08F1AF11-9443-4690-B06B-7FEF53908C7D}" dt="2024-12-04T12:50:38.081" v="14"/>
          <ac:spMkLst>
            <pc:docMk/>
            <pc:sldMk cId="2051089772" sldId="315"/>
            <ac:spMk id="2" creationId="{61E38D61-8D8B-7176-D186-78350AED2934}"/>
          </ac:spMkLst>
        </pc:spChg>
      </pc:sldChg>
      <pc:sldChg chg="addSp modSp">
        <pc:chgData name="Paul Winser" userId="c3146a91-e6bd-4264-bd86-e164e04bc32d" providerId="ADAL" clId="{08F1AF11-9443-4690-B06B-7FEF53908C7D}" dt="2024-12-04T12:50:39.904" v="15"/>
        <pc:sldMkLst>
          <pc:docMk/>
          <pc:sldMk cId="4088414069" sldId="316"/>
        </pc:sldMkLst>
        <pc:spChg chg="add mod">
          <ac:chgData name="Paul Winser" userId="c3146a91-e6bd-4264-bd86-e164e04bc32d" providerId="ADAL" clId="{08F1AF11-9443-4690-B06B-7FEF53908C7D}" dt="2024-12-04T12:50:39.904" v="15"/>
          <ac:spMkLst>
            <pc:docMk/>
            <pc:sldMk cId="4088414069" sldId="316"/>
            <ac:spMk id="2" creationId="{6B019B72-C2E1-B907-5734-20894D90F0AC}"/>
          </ac:spMkLst>
        </pc:spChg>
      </pc:sldChg>
      <pc:sldChg chg="addSp modSp">
        <pc:chgData name="Paul Winser" userId="c3146a91-e6bd-4264-bd86-e164e04bc32d" providerId="ADAL" clId="{08F1AF11-9443-4690-B06B-7FEF53908C7D}" dt="2024-12-04T12:50:41.604" v="16"/>
        <pc:sldMkLst>
          <pc:docMk/>
          <pc:sldMk cId="2618866989" sldId="317"/>
        </pc:sldMkLst>
        <pc:spChg chg="add mod">
          <ac:chgData name="Paul Winser" userId="c3146a91-e6bd-4264-bd86-e164e04bc32d" providerId="ADAL" clId="{08F1AF11-9443-4690-B06B-7FEF53908C7D}" dt="2024-12-04T12:50:41.604" v="16"/>
          <ac:spMkLst>
            <pc:docMk/>
            <pc:sldMk cId="2618866989" sldId="317"/>
            <ac:spMk id="2" creationId="{3F7774A1-A664-5A0A-64B9-516D3410B03A}"/>
          </ac:spMkLst>
        </pc:spChg>
      </pc:sldChg>
      <pc:sldChg chg="addSp modSp">
        <pc:chgData name="Paul Winser" userId="c3146a91-e6bd-4264-bd86-e164e04bc32d" providerId="ADAL" clId="{08F1AF11-9443-4690-B06B-7FEF53908C7D}" dt="2024-12-04T12:50:43.203" v="17"/>
        <pc:sldMkLst>
          <pc:docMk/>
          <pc:sldMk cId="1401675799" sldId="318"/>
        </pc:sldMkLst>
        <pc:spChg chg="add mod">
          <ac:chgData name="Paul Winser" userId="c3146a91-e6bd-4264-bd86-e164e04bc32d" providerId="ADAL" clId="{08F1AF11-9443-4690-B06B-7FEF53908C7D}" dt="2024-12-04T12:50:43.203" v="17"/>
          <ac:spMkLst>
            <pc:docMk/>
            <pc:sldMk cId="1401675799" sldId="318"/>
            <ac:spMk id="2" creationId="{247B4DFA-E62B-308D-04A6-728DD86AE5EF}"/>
          </ac:spMkLst>
        </pc:spChg>
      </pc:sldChg>
      <pc:sldChg chg="addSp modSp">
        <pc:chgData name="Paul Winser" userId="c3146a91-e6bd-4264-bd86-e164e04bc32d" providerId="ADAL" clId="{08F1AF11-9443-4690-B06B-7FEF53908C7D}" dt="2024-12-04T12:50:46.069" v="18"/>
        <pc:sldMkLst>
          <pc:docMk/>
          <pc:sldMk cId="134690117" sldId="319"/>
        </pc:sldMkLst>
        <pc:spChg chg="add mod">
          <ac:chgData name="Paul Winser" userId="c3146a91-e6bd-4264-bd86-e164e04bc32d" providerId="ADAL" clId="{08F1AF11-9443-4690-B06B-7FEF53908C7D}" dt="2024-12-04T12:50:46.069" v="18"/>
          <ac:spMkLst>
            <pc:docMk/>
            <pc:sldMk cId="134690117" sldId="319"/>
            <ac:spMk id="2" creationId="{A1776430-9A59-B225-CD9C-39A3F043342B}"/>
          </ac:spMkLst>
        </pc:spChg>
      </pc:sldChg>
      <pc:sldChg chg="addSp modSp">
        <pc:chgData name="Paul Winser" userId="c3146a91-e6bd-4264-bd86-e164e04bc32d" providerId="ADAL" clId="{08F1AF11-9443-4690-B06B-7FEF53908C7D}" dt="2024-12-04T12:50:47.626" v="19"/>
        <pc:sldMkLst>
          <pc:docMk/>
          <pc:sldMk cId="4138972744" sldId="320"/>
        </pc:sldMkLst>
        <pc:spChg chg="add mod">
          <ac:chgData name="Paul Winser" userId="c3146a91-e6bd-4264-bd86-e164e04bc32d" providerId="ADAL" clId="{08F1AF11-9443-4690-B06B-7FEF53908C7D}" dt="2024-12-04T12:50:47.626" v="19"/>
          <ac:spMkLst>
            <pc:docMk/>
            <pc:sldMk cId="4138972744" sldId="320"/>
            <ac:spMk id="2" creationId="{7D81B91A-9360-83E0-F4FC-95C78CFECC3E}"/>
          </ac:spMkLst>
        </pc:spChg>
      </pc:sldChg>
      <pc:sldChg chg="addSp modSp">
        <pc:chgData name="Paul Winser" userId="c3146a91-e6bd-4264-bd86-e164e04bc32d" providerId="ADAL" clId="{08F1AF11-9443-4690-B06B-7FEF53908C7D}" dt="2024-12-04T12:50:51.009" v="21"/>
        <pc:sldMkLst>
          <pc:docMk/>
          <pc:sldMk cId="226885713" sldId="321"/>
        </pc:sldMkLst>
        <pc:spChg chg="add mod">
          <ac:chgData name="Paul Winser" userId="c3146a91-e6bd-4264-bd86-e164e04bc32d" providerId="ADAL" clId="{08F1AF11-9443-4690-B06B-7FEF53908C7D}" dt="2024-12-04T12:50:51.009" v="21"/>
          <ac:spMkLst>
            <pc:docMk/>
            <pc:sldMk cId="226885713" sldId="321"/>
            <ac:spMk id="2" creationId="{F0837926-8F8F-4CD0-F9DA-F1032EA5823A}"/>
          </ac:spMkLst>
        </pc:spChg>
      </pc:sldChg>
      <pc:sldChg chg="addSp modSp">
        <pc:chgData name="Paul Winser" userId="c3146a91-e6bd-4264-bd86-e164e04bc32d" providerId="ADAL" clId="{08F1AF11-9443-4690-B06B-7FEF53908C7D}" dt="2024-12-04T12:50:52.935" v="22"/>
        <pc:sldMkLst>
          <pc:docMk/>
          <pc:sldMk cId="1784309118" sldId="322"/>
        </pc:sldMkLst>
        <pc:spChg chg="add mod">
          <ac:chgData name="Paul Winser" userId="c3146a91-e6bd-4264-bd86-e164e04bc32d" providerId="ADAL" clId="{08F1AF11-9443-4690-B06B-7FEF53908C7D}" dt="2024-12-04T12:50:52.935" v="22"/>
          <ac:spMkLst>
            <pc:docMk/>
            <pc:sldMk cId="1784309118" sldId="322"/>
            <ac:spMk id="2" creationId="{7848495F-49A6-B223-53F9-46726DA9E1D6}"/>
          </ac:spMkLst>
        </pc:spChg>
      </pc:sldChg>
      <pc:sldChg chg="addSp modSp">
        <pc:chgData name="Paul Winser" userId="c3146a91-e6bd-4264-bd86-e164e04bc32d" providerId="ADAL" clId="{08F1AF11-9443-4690-B06B-7FEF53908C7D}" dt="2024-12-04T12:50:54.489" v="23"/>
        <pc:sldMkLst>
          <pc:docMk/>
          <pc:sldMk cId="2366573004" sldId="323"/>
        </pc:sldMkLst>
        <pc:spChg chg="add mod">
          <ac:chgData name="Paul Winser" userId="c3146a91-e6bd-4264-bd86-e164e04bc32d" providerId="ADAL" clId="{08F1AF11-9443-4690-B06B-7FEF53908C7D}" dt="2024-12-04T12:50:54.489" v="23"/>
          <ac:spMkLst>
            <pc:docMk/>
            <pc:sldMk cId="2366573004" sldId="323"/>
            <ac:spMk id="2" creationId="{A4761AEB-7FF7-E365-2647-EACD2FF9FD94}"/>
          </ac:spMkLst>
        </pc:spChg>
      </pc:sldChg>
      <pc:sldChg chg="addSp modSp">
        <pc:chgData name="Paul Winser" userId="c3146a91-e6bd-4264-bd86-e164e04bc32d" providerId="ADAL" clId="{08F1AF11-9443-4690-B06B-7FEF53908C7D}" dt="2024-12-04T12:50:55.769" v="24"/>
        <pc:sldMkLst>
          <pc:docMk/>
          <pc:sldMk cId="4095537916" sldId="324"/>
        </pc:sldMkLst>
        <pc:spChg chg="add mod">
          <ac:chgData name="Paul Winser" userId="c3146a91-e6bd-4264-bd86-e164e04bc32d" providerId="ADAL" clId="{08F1AF11-9443-4690-B06B-7FEF53908C7D}" dt="2024-12-04T12:50:55.769" v="24"/>
          <ac:spMkLst>
            <pc:docMk/>
            <pc:sldMk cId="4095537916" sldId="324"/>
            <ac:spMk id="2" creationId="{85FE10EA-7DC4-B59F-3390-5F6B061637E4}"/>
          </ac:spMkLst>
        </pc:spChg>
      </pc:sldChg>
      <pc:sldChg chg="addSp modSp">
        <pc:chgData name="Paul Winser" userId="c3146a91-e6bd-4264-bd86-e164e04bc32d" providerId="ADAL" clId="{08F1AF11-9443-4690-B06B-7FEF53908C7D}" dt="2024-12-04T12:50:57.273" v="25"/>
        <pc:sldMkLst>
          <pc:docMk/>
          <pc:sldMk cId="69781905" sldId="325"/>
        </pc:sldMkLst>
        <pc:spChg chg="add mod">
          <ac:chgData name="Paul Winser" userId="c3146a91-e6bd-4264-bd86-e164e04bc32d" providerId="ADAL" clId="{08F1AF11-9443-4690-B06B-7FEF53908C7D}" dt="2024-12-04T12:50:57.273" v="25"/>
          <ac:spMkLst>
            <pc:docMk/>
            <pc:sldMk cId="69781905" sldId="325"/>
            <ac:spMk id="2" creationId="{7B7F6340-03B0-0CE2-89CA-A84B4EAA010F}"/>
          </ac:spMkLst>
        </pc:spChg>
      </pc:sldChg>
      <pc:sldChg chg="addSp modSp">
        <pc:chgData name="Paul Winser" userId="c3146a91-e6bd-4264-bd86-e164e04bc32d" providerId="ADAL" clId="{08F1AF11-9443-4690-B06B-7FEF53908C7D}" dt="2024-12-04T12:50:58.458" v="26"/>
        <pc:sldMkLst>
          <pc:docMk/>
          <pc:sldMk cId="3051202762" sldId="326"/>
        </pc:sldMkLst>
        <pc:spChg chg="add mod">
          <ac:chgData name="Paul Winser" userId="c3146a91-e6bd-4264-bd86-e164e04bc32d" providerId="ADAL" clId="{08F1AF11-9443-4690-B06B-7FEF53908C7D}" dt="2024-12-04T12:50:58.458" v="26"/>
          <ac:spMkLst>
            <pc:docMk/>
            <pc:sldMk cId="3051202762" sldId="326"/>
            <ac:spMk id="2" creationId="{C7F9D036-2C4A-7278-1FC9-9D34B9394E36}"/>
          </ac:spMkLst>
        </pc:spChg>
      </pc:sldChg>
      <pc:sldChg chg="addSp modSp">
        <pc:chgData name="Paul Winser" userId="c3146a91-e6bd-4264-bd86-e164e04bc32d" providerId="ADAL" clId="{08F1AF11-9443-4690-B06B-7FEF53908C7D}" dt="2024-12-04T12:51:00.057" v="27"/>
        <pc:sldMkLst>
          <pc:docMk/>
          <pc:sldMk cId="133720554" sldId="327"/>
        </pc:sldMkLst>
        <pc:spChg chg="add mod">
          <ac:chgData name="Paul Winser" userId="c3146a91-e6bd-4264-bd86-e164e04bc32d" providerId="ADAL" clId="{08F1AF11-9443-4690-B06B-7FEF53908C7D}" dt="2024-12-04T12:51:00.057" v="27"/>
          <ac:spMkLst>
            <pc:docMk/>
            <pc:sldMk cId="133720554" sldId="327"/>
            <ac:spMk id="2" creationId="{70946790-DAB3-E5BB-394F-884FAE69C4FE}"/>
          </ac:spMkLst>
        </pc:spChg>
      </pc:sldChg>
      <pc:sldChg chg="addSp modSp">
        <pc:chgData name="Paul Winser" userId="c3146a91-e6bd-4264-bd86-e164e04bc32d" providerId="ADAL" clId="{08F1AF11-9443-4690-B06B-7FEF53908C7D}" dt="2024-12-04T12:51:01.418" v="28"/>
        <pc:sldMkLst>
          <pc:docMk/>
          <pc:sldMk cId="1668133540" sldId="328"/>
        </pc:sldMkLst>
        <pc:spChg chg="add mod">
          <ac:chgData name="Paul Winser" userId="c3146a91-e6bd-4264-bd86-e164e04bc32d" providerId="ADAL" clId="{08F1AF11-9443-4690-B06B-7FEF53908C7D}" dt="2024-12-04T12:51:01.418" v="28"/>
          <ac:spMkLst>
            <pc:docMk/>
            <pc:sldMk cId="1668133540" sldId="328"/>
            <ac:spMk id="2" creationId="{420EF35F-9DB9-AF9A-D9E0-2AF2AF444184}"/>
          </ac:spMkLst>
        </pc:spChg>
      </pc:sldChg>
      <pc:sldChg chg="addSp modSp">
        <pc:chgData name="Paul Winser" userId="c3146a91-e6bd-4264-bd86-e164e04bc32d" providerId="ADAL" clId="{08F1AF11-9443-4690-B06B-7FEF53908C7D}" dt="2024-12-04T12:51:02.873" v="29"/>
        <pc:sldMkLst>
          <pc:docMk/>
          <pc:sldMk cId="2158670735" sldId="329"/>
        </pc:sldMkLst>
        <pc:spChg chg="add mod">
          <ac:chgData name="Paul Winser" userId="c3146a91-e6bd-4264-bd86-e164e04bc32d" providerId="ADAL" clId="{08F1AF11-9443-4690-B06B-7FEF53908C7D}" dt="2024-12-04T12:51:02.873" v="29"/>
          <ac:spMkLst>
            <pc:docMk/>
            <pc:sldMk cId="2158670735" sldId="329"/>
            <ac:spMk id="2" creationId="{57480945-9EEA-7962-ED30-785661DAB090}"/>
          </ac:spMkLst>
        </pc:spChg>
      </pc:sldChg>
      <pc:sldChg chg="addSp modSp">
        <pc:chgData name="Paul Winser" userId="c3146a91-e6bd-4264-bd86-e164e04bc32d" providerId="ADAL" clId="{08F1AF11-9443-4690-B06B-7FEF53908C7D}" dt="2024-12-04T12:51:05.300" v="31"/>
        <pc:sldMkLst>
          <pc:docMk/>
          <pc:sldMk cId="770679038" sldId="330"/>
        </pc:sldMkLst>
        <pc:spChg chg="add mod">
          <ac:chgData name="Paul Winser" userId="c3146a91-e6bd-4264-bd86-e164e04bc32d" providerId="ADAL" clId="{08F1AF11-9443-4690-B06B-7FEF53908C7D}" dt="2024-12-04T12:51:05.300" v="31"/>
          <ac:spMkLst>
            <pc:docMk/>
            <pc:sldMk cId="770679038" sldId="330"/>
            <ac:spMk id="2" creationId="{588E424E-9CAA-2BD8-ACA4-7D9CDFEA4700}"/>
          </ac:spMkLst>
        </pc:spChg>
      </pc:sldChg>
      <pc:sldChg chg="addSp modSp">
        <pc:chgData name="Paul Winser" userId="c3146a91-e6bd-4264-bd86-e164e04bc32d" providerId="ADAL" clId="{08F1AF11-9443-4690-B06B-7FEF53908C7D}" dt="2024-12-04T12:51:07.786" v="32"/>
        <pc:sldMkLst>
          <pc:docMk/>
          <pc:sldMk cId="2547890795" sldId="331"/>
        </pc:sldMkLst>
        <pc:spChg chg="add mod">
          <ac:chgData name="Paul Winser" userId="c3146a91-e6bd-4264-bd86-e164e04bc32d" providerId="ADAL" clId="{08F1AF11-9443-4690-B06B-7FEF53908C7D}" dt="2024-12-04T12:51:07.786" v="32"/>
          <ac:spMkLst>
            <pc:docMk/>
            <pc:sldMk cId="2547890795" sldId="331"/>
            <ac:spMk id="2" creationId="{47D15277-BC3E-1032-863E-592E7614B0B4}"/>
          </ac:spMkLst>
        </pc:spChg>
      </pc:sldChg>
      <pc:sldChg chg="addSp modSp">
        <pc:chgData name="Paul Winser" userId="c3146a91-e6bd-4264-bd86-e164e04bc32d" providerId="ADAL" clId="{08F1AF11-9443-4690-B06B-7FEF53908C7D}" dt="2024-12-04T12:51:09.033" v="33"/>
        <pc:sldMkLst>
          <pc:docMk/>
          <pc:sldMk cId="3593714400" sldId="332"/>
        </pc:sldMkLst>
        <pc:spChg chg="add mod">
          <ac:chgData name="Paul Winser" userId="c3146a91-e6bd-4264-bd86-e164e04bc32d" providerId="ADAL" clId="{08F1AF11-9443-4690-B06B-7FEF53908C7D}" dt="2024-12-04T12:51:09.033" v="33"/>
          <ac:spMkLst>
            <pc:docMk/>
            <pc:sldMk cId="3593714400" sldId="332"/>
            <ac:spMk id="2" creationId="{162B5EED-2373-5BA1-0153-7EBC0D437A23}"/>
          </ac:spMkLst>
        </pc:spChg>
      </pc:sldChg>
      <pc:sldChg chg="addSp modSp">
        <pc:chgData name="Paul Winser" userId="c3146a91-e6bd-4264-bd86-e164e04bc32d" providerId="ADAL" clId="{08F1AF11-9443-4690-B06B-7FEF53908C7D}" dt="2024-12-04T12:51:10.171" v="34"/>
        <pc:sldMkLst>
          <pc:docMk/>
          <pc:sldMk cId="476487337" sldId="333"/>
        </pc:sldMkLst>
        <pc:spChg chg="add mod">
          <ac:chgData name="Paul Winser" userId="c3146a91-e6bd-4264-bd86-e164e04bc32d" providerId="ADAL" clId="{08F1AF11-9443-4690-B06B-7FEF53908C7D}" dt="2024-12-04T12:51:10.171" v="34"/>
          <ac:spMkLst>
            <pc:docMk/>
            <pc:sldMk cId="476487337" sldId="333"/>
            <ac:spMk id="2" creationId="{2C0552A3-49E1-61D6-04F0-C3F6B48B10C8}"/>
          </ac:spMkLst>
        </pc:spChg>
      </pc:sldChg>
      <pc:sldChg chg="addSp modSp">
        <pc:chgData name="Paul Winser" userId="c3146a91-e6bd-4264-bd86-e164e04bc32d" providerId="ADAL" clId="{08F1AF11-9443-4690-B06B-7FEF53908C7D}" dt="2024-12-04T12:51:11.367" v="35"/>
        <pc:sldMkLst>
          <pc:docMk/>
          <pc:sldMk cId="5644912" sldId="334"/>
        </pc:sldMkLst>
        <pc:spChg chg="add mod">
          <ac:chgData name="Paul Winser" userId="c3146a91-e6bd-4264-bd86-e164e04bc32d" providerId="ADAL" clId="{08F1AF11-9443-4690-B06B-7FEF53908C7D}" dt="2024-12-04T12:51:11.367" v="35"/>
          <ac:spMkLst>
            <pc:docMk/>
            <pc:sldMk cId="5644912" sldId="334"/>
            <ac:spMk id="2" creationId="{1E4315F8-6B1D-25B1-114C-00FA50CD66E5}"/>
          </ac:spMkLst>
        </pc:spChg>
      </pc:sldChg>
      <pc:sldChg chg="addSp modSp">
        <pc:chgData name="Paul Winser" userId="c3146a91-e6bd-4264-bd86-e164e04bc32d" providerId="ADAL" clId="{08F1AF11-9443-4690-B06B-7FEF53908C7D}" dt="2024-12-04T12:51:12.500" v="36"/>
        <pc:sldMkLst>
          <pc:docMk/>
          <pc:sldMk cId="3093482651" sldId="335"/>
        </pc:sldMkLst>
        <pc:spChg chg="add mod">
          <ac:chgData name="Paul Winser" userId="c3146a91-e6bd-4264-bd86-e164e04bc32d" providerId="ADAL" clId="{08F1AF11-9443-4690-B06B-7FEF53908C7D}" dt="2024-12-04T12:51:12.500" v="36"/>
          <ac:spMkLst>
            <pc:docMk/>
            <pc:sldMk cId="3093482651" sldId="335"/>
            <ac:spMk id="2" creationId="{8A7846BB-7C88-2554-E4F9-59A8DE8E1B5B}"/>
          </ac:spMkLst>
        </pc:spChg>
      </pc:sldChg>
      <pc:sldChg chg="addSp modSp">
        <pc:chgData name="Paul Winser" userId="c3146a91-e6bd-4264-bd86-e164e04bc32d" providerId="ADAL" clId="{08F1AF11-9443-4690-B06B-7FEF53908C7D}" dt="2024-12-04T12:51:14.076" v="37"/>
        <pc:sldMkLst>
          <pc:docMk/>
          <pc:sldMk cId="2119286889" sldId="336"/>
        </pc:sldMkLst>
        <pc:spChg chg="add mod">
          <ac:chgData name="Paul Winser" userId="c3146a91-e6bd-4264-bd86-e164e04bc32d" providerId="ADAL" clId="{08F1AF11-9443-4690-B06B-7FEF53908C7D}" dt="2024-12-04T12:51:14.076" v="37"/>
          <ac:spMkLst>
            <pc:docMk/>
            <pc:sldMk cId="2119286889" sldId="336"/>
            <ac:spMk id="2" creationId="{D30FBD6F-6C1F-E37F-3295-91B934C5D98B}"/>
          </ac:spMkLst>
        </pc:spChg>
      </pc:sldChg>
      <pc:sldChg chg="addSp modSp">
        <pc:chgData name="Paul Winser" userId="c3146a91-e6bd-4264-bd86-e164e04bc32d" providerId="ADAL" clId="{08F1AF11-9443-4690-B06B-7FEF53908C7D}" dt="2024-12-04T12:51:15.653" v="38"/>
        <pc:sldMkLst>
          <pc:docMk/>
          <pc:sldMk cId="583413879" sldId="337"/>
        </pc:sldMkLst>
        <pc:spChg chg="add mod">
          <ac:chgData name="Paul Winser" userId="c3146a91-e6bd-4264-bd86-e164e04bc32d" providerId="ADAL" clId="{08F1AF11-9443-4690-B06B-7FEF53908C7D}" dt="2024-12-04T12:51:15.653" v="38"/>
          <ac:spMkLst>
            <pc:docMk/>
            <pc:sldMk cId="583413879" sldId="337"/>
            <ac:spMk id="2" creationId="{842B5502-0A10-0188-4CFC-55A93FCEB2FA}"/>
          </ac:spMkLst>
        </pc:spChg>
      </pc:sldChg>
      <pc:sldChg chg="addSp modSp">
        <pc:chgData name="Paul Winser" userId="c3146a91-e6bd-4264-bd86-e164e04bc32d" providerId="ADAL" clId="{08F1AF11-9443-4690-B06B-7FEF53908C7D}" dt="2024-12-04T12:51:17.322" v="39"/>
        <pc:sldMkLst>
          <pc:docMk/>
          <pc:sldMk cId="1200816844" sldId="338"/>
        </pc:sldMkLst>
        <pc:spChg chg="add mod">
          <ac:chgData name="Paul Winser" userId="c3146a91-e6bd-4264-bd86-e164e04bc32d" providerId="ADAL" clId="{08F1AF11-9443-4690-B06B-7FEF53908C7D}" dt="2024-12-04T12:51:17.322" v="39"/>
          <ac:spMkLst>
            <pc:docMk/>
            <pc:sldMk cId="1200816844" sldId="338"/>
            <ac:spMk id="2" creationId="{51FE54BA-479E-A5F9-1469-89086E8B338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dirty="0"/>
              <a:t>Click to edit Master text styles</a:t>
            </a:r>
          </a:p>
          <a:p>
            <a:pPr lvl="1" rtl="1"/>
            <a:r>
              <a:rPr lang="ar" noProof="0" dirty="0"/>
              <a:t>Second level</a:t>
            </a:r>
          </a:p>
          <a:p>
            <a:pPr lvl="2" rtl="1"/>
            <a:r>
              <a:rPr lang="ar" noProof="0" dirty="0"/>
              <a:t>Third level</a:t>
            </a:r>
          </a:p>
          <a:p>
            <a:pPr lvl="3" rtl="1"/>
            <a:r>
              <a:rPr lang="ar" noProof="0" dirty="0"/>
              <a:t>Fourth level</a:t>
            </a:r>
          </a:p>
          <a:p>
            <a:pPr lvl="4" rtl="1"/>
            <a:r>
              <a:rPr lang="ar" noProof="0" dirty="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fld id="{4D3E6F70-5D4D-4B7F-8590-7D87CFB0B671}" type="slidenum">
              <a:rPr lang="en-GB" altLang="en-US" smtClean="0"/>
              <a:pPr>
                <a:defRPr/>
              </a:pPr>
              <a:t>‹#›</a:t>
            </a:fld>
            <a:endParaRPr lang="en-GB" altLang="en-US" dirty="0"/>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1pPr>
    <a:lvl2pPr marL="4572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2pPr>
    <a:lvl3pPr marL="9144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3pPr>
    <a:lvl4pPr marL="13716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4pPr>
    <a:lvl5pPr marL="18288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a:t>1</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r>
              <a:rPr lang="ar" dirty="0"/>
              <a:t>An outline of the three main learning aims in the unit.</a:t>
            </a:r>
          </a:p>
          <a:p>
            <a:pPr rtl="1"/>
            <a:endParaRPr lang="en-GB" altLang="en-US" dirty="0"/>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latin typeface="Sakkal Majalla" panose="02000000000000000000" pitchFamily="2" charset="-78"/>
                <a:cs typeface="Sakkal Majalla" panose="02000000000000000000" pitchFamily="2" charset="-78"/>
              </a:rPr>
              <a:pPr/>
              <a:t>3</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568751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5915055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3402522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0475189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7764743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7388957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2342900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0120134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2549187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8621387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9145238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9993273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787746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0794351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6605235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4996478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2754008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0063897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1356669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9988539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699639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0198698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3009894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5430314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1747035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6429015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1015056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2383381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6627080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696901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9843660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26.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27.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28.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0.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1.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2.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3.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4.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5.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6.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atin typeface="Sakkal Majalla" panose="02000000000000000000" pitchFamily="2" charset="-78"/>
                <a:cs typeface="Sakkal Majalla" panose="02000000000000000000" pitchFamily="2" charset="-78"/>
              </a:defRPr>
            </a:lvl1pPr>
          </a:lstStyle>
          <a:p>
            <a:pPr rtl="1"/>
            <a:r>
              <a:rPr lang="ar" dirty="0"/>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1pPr>
              <a:defRPr>
                <a:latin typeface="Sakkal Majalla" panose="02000000000000000000" pitchFamily="2" charset="-78"/>
                <a:cs typeface="Sakkal Majalla" panose="02000000000000000000" pitchFamily="2" charset="-78"/>
              </a:defRPr>
            </a:lvl1pPr>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atin typeface="Sakkal Majalla" panose="02000000000000000000" pitchFamily="2" charset="-78"/>
                <a:cs typeface="Sakkal Majalla" panose="02000000000000000000" pitchFamily="2" charset="-78"/>
              </a:defRPr>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lvl1pPr>
              <a:defRPr>
                <a:latin typeface="Sakkal Majalla" panose="02000000000000000000" pitchFamily="2" charset="-78"/>
                <a:cs typeface="Sakkal Majalla" panose="02000000000000000000" pitchFamily="2" charset="-78"/>
              </a:defRPr>
            </a:lvl1p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E31E1-7AEC-DA89-9393-E295F5766358}"/>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hi-IN"/>
          </a:p>
        </p:txBody>
      </p:sp>
      <p:sp>
        <p:nvSpPr>
          <p:cNvPr id="3" name="Subtitle 2">
            <a:extLst>
              <a:ext uri="{FF2B5EF4-FFF2-40B4-BE49-F238E27FC236}">
                <a16:creationId xmlns:a16="http://schemas.microsoft.com/office/drawing/2014/main" id="{1A83629E-9BEA-3D8C-0C54-69A6D7FB8452}"/>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i-IN"/>
          </a:p>
        </p:txBody>
      </p:sp>
      <p:sp>
        <p:nvSpPr>
          <p:cNvPr id="4" name="Date Placeholder 3">
            <a:extLst>
              <a:ext uri="{FF2B5EF4-FFF2-40B4-BE49-F238E27FC236}">
                <a16:creationId xmlns:a16="http://schemas.microsoft.com/office/drawing/2014/main" id="{4A44C671-ABBB-24A3-5F3C-50A15E7D10B4}"/>
              </a:ext>
            </a:extLst>
          </p:cNvPr>
          <p:cNvSpPr>
            <a:spLocks noGrp="1"/>
          </p:cNvSpPr>
          <p:nvPr>
            <p:ph type="dt" sz="half" idx="10"/>
          </p:nvPr>
        </p:nvSpPr>
        <p:spPr/>
        <p:txBody>
          <a:bodyPr/>
          <a:lstStyle/>
          <a:p>
            <a:fld id="{FA1EFF5C-4D41-47F4-8F5C-7D073E78BE3D}" type="datetimeFigureOut">
              <a:rPr lang="hi-IN" smtClean="0"/>
              <a:t>बुधवार, 13 अग्रहायन 1946</a:t>
            </a:fld>
            <a:endParaRPr lang="hi-IN"/>
          </a:p>
        </p:txBody>
      </p:sp>
      <p:sp>
        <p:nvSpPr>
          <p:cNvPr id="5" name="Footer Placeholder 4">
            <a:extLst>
              <a:ext uri="{FF2B5EF4-FFF2-40B4-BE49-F238E27FC236}">
                <a16:creationId xmlns:a16="http://schemas.microsoft.com/office/drawing/2014/main" id="{E5E6D247-9FFE-3F3B-369B-F05D5898DCE6}"/>
              </a:ext>
            </a:extLst>
          </p:cNvPr>
          <p:cNvSpPr>
            <a:spLocks noGrp="1"/>
          </p:cNvSpPr>
          <p:nvPr>
            <p:ph type="ftr" sz="quarter" idx="11"/>
          </p:nvPr>
        </p:nvSpPr>
        <p:spPr/>
        <p:txBody>
          <a:bodyPr/>
          <a:lstStyle/>
          <a:p>
            <a:endParaRPr lang="hi-IN"/>
          </a:p>
        </p:txBody>
      </p:sp>
      <p:sp>
        <p:nvSpPr>
          <p:cNvPr id="6" name="Slide Number Placeholder 5">
            <a:extLst>
              <a:ext uri="{FF2B5EF4-FFF2-40B4-BE49-F238E27FC236}">
                <a16:creationId xmlns:a16="http://schemas.microsoft.com/office/drawing/2014/main" id="{6B01F5C2-98EF-E4FA-D1DE-B822B5DB0551}"/>
              </a:ext>
            </a:extLst>
          </p:cNvPr>
          <p:cNvSpPr>
            <a:spLocks noGrp="1"/>
          </p:cNvSpPr>
          <p:nvPr>
            <p:ph type="sldNum" sz="quarter" idx="12"/>
          </p:nvPr>
        </p:nvSpPr>
        <p:spPr/>
        <p:txBody>
          <a:bodyPr/>
          <a:lstStyle/>
          <a:p>
            <a:fld id="{10E6659B-E130-420C-BF7F-26F4E34C93A0}" type="slidenum">
              <a:rPr lang="hi-IN" smtClean="0"/>
              <a:t>‹#›</a:t>
            </a:fld>
            <a:endParaRPr lang="hi-IN"/>
          </a:p>
        </p:txBody>
      </p:sp>
    </p:spTree>
    <p:extLst>
      <p:ext uri="{BB962C8B-B14F-4D97-AF65-F5344CB8AC3E}">
        <p14:creationId xmlns:p14="http://schemas.microsoft.com/office/powerpoint/2010/main" val="17867637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C9668-3782-F17F-1916-A9D6529A58EE}"/>
              </a:ext>
            </a:extLst>
          </p:cNvPr>
          <p:cNvSpPr>
            <a:spLocks noGrp="1"/>
          </p:cNvSpPr>
          <p:nvPr>
            <p:ph type="title"/>
          </p:nvPr>
        </p:nvSpPr>
        <p:spPr/>
        <p:txBody>
          <a:bodyPr/>
          <a:lstStyle/>
          <a:p>
            <a:r>
              <a:rPr lang="en-US"/>
              <a:t>Click to edit Master title style</a:t>
            </a:r>
            <a:endParaRPr lang="hi-IN"/>
          </a:p>
        </p:txBody>
      </p:sp>
      <p:sp>
        <p:nvSpPr>
          <p:cNvPr id="3" name="Content Placeholder 2">
            <a:extLst>
              <a:ext uri="{FF2B5EF4-FFF2-40B4-BE49-F238E27FC236}">
                <a16:creationId xmlns:a16="http://schemas.microsoft.com/office/drawing/2014/main" id="{96F74FA8-D0AA-6D26-2BD0-E5B30A0F9B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4" name="Date Placeholder 3">
            <a:extLst>
              <a:ext uri="{FF2B5EF4-FFF2-40B4-BE49-F238E27FC236}">
                <a16:creationId xmlns:a16="http://schemas.microsoft.com/office/drawing/2014/main" id="{FFC9A18E-A803-6E73-1F88-B19EB64CD5C4}"/>
              </a:ext>
            </a:extLst>
          </p:cNvPr>
          <p:cNvSpPr>
            <a:spLocks noGrp="1"/>
          </p:cNvSpPr>
          <p:nvPr>
            <p:ph type="dt" sz="half" idx="10"/>
          </p:nvPr>
        </p:nvSpPr>
        <p:spPr/>
        <p:txBody>
          <a:bodyPr/>
          <a:lstStyle/>
          <a:p>
            <a:fld id="{FA1EFF5C-4D41-47F4-8F5C-7D073E78BE3D}" type="datetimeFigureOut">
              <a:rPr lang="hi-IN" smtClean="0"/>
              <a:t>बुधवार, 13 अग्रहायन 1946</a:t>
            </a:fld>
            <a:endParaRPr lang="hi-IN"/>
          </a:p>
        </p:txBody>
      </p:sp>
      <p:sp>
        <p:nvSpPr>
          <p:cNvPr id="5" name="Footer Placeholder 4">
            <a:extLst>
              <a:ext uri="{FF2B5EF4-FFF2-40B4-BE49-F238E27FC236}">
                <a16:creationId xmlns:a16="http://schemas.microsoft.com/office/drawing/2014/main" id="{4BBA4D2F-41E9-5A20-BF65-D5D09BA35A84}"/>
              </a:ext>
            </a:extLst>
          </p:cNvPr>
          <p:cNvSpPr>
            <a:spLocks noGrp="1"/>
          </p:cNvSpPr>
          <p:nvPr>
            <p:ph type="ftr" sz="quarter" idx="11"/>
          </p:nvPr>
        </p:nvSpPr>
        <p:spPr/>
        <p:txBody>
          <a:bodyPr/>
          <a:lstStyle/>
          <a:p>
            <a:endParaRPr lang="hi-IN"/>
          </a:p>
        </p:txBody>
      </p:sp>
      <p:sp>
        <p:nvSpPr>
          <p:cNvPr id="6" name="Slide Number Placeholder 5">
            <a:extLst>
              <a:ext uri="{FF2B5EF4-FFF2-40B4-BE49-F238E27FC236}">
                <a16:creationId xmlns:a16="http://schemas.microsoft.com/office/drawing/2014/main" id="{35DEDDC7-3297-1E49-2669-A1DFDFCE29A2}"/>
              </a:ext>
            </a:extLst>
          </p:cNvPr>
          <p:cNvSpPr>
            <a:spLocks noGrp="1"/>
          </p:cNvSpPr>
          <p:nvPr>
            <p:ph type="sldNum" sz="quarter" idx="12"/>
          </p:nvPr>
        </p:nvSpPr>
        <p:spPr/>
        <p:txBody>
          <a:bodyPr/>
          <a:lstStyle/>
          <a:p>
            <a:fld id="{10E6659B-E130-420C-BF7F-26F4E34C93A0}" type="slidenum">
              <a:rPr lang="hi-IN" smtClean="0"/>
              <a:t>‹#›</a:t>
            </a:fld>
            <a:endParaRPr lang="hi-IN"/>
          </a:p>
        </p:txBody>
      </p:sp>
    </p:spTree>
    <p:extLst>
      <p:ext uri="{BB962C8B-B14F-4D97-AF65-F5344CB8AC3E}">
        <p14:creationId xmlns:p14="http://schemas.microsoft.com/office/powerpoint/2010/main" val="29256788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D9084-556C-614C-364F-B737E318976F}"/>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hi-IN"/>
          </a:p>
        </p:txBody>
      </p:sp>
      <p:sp>
        <p:nvSpPr>
          <p:cNvPr id="3" name="Text Placeholder 2">
            <a:extLst>
              <a:ext uri="{FF2B5EF4-FFF2-40B4-BE49-F238E27FC236}">
                <a16:creationId xmlns:a16="http://schemas.microsoft.com/office/drawing/2014/main" id="{919BEECB-FD8C-039A-365B-0B30FBF9257E}"/>
              </a:ext>
            </a:extLst>
          </p:cNvPr>
          <p:cNvSpPr>
            <a:spLocks noGrp="1"/>
          </p:cNvSpPr>
          <p:nvPr>
            <p:ph type="body" idx="1"/>
          </p:nvPr>
        </p:nvSpPr>
        <p:spPr>
          <a:xfrm>
            <a:off x="623888" y="4589463"/>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7D4AFD-DAE3-E511-276E-A25CC5A52F57}"/>
              </a:ext>
            </a:extLst>
          </p:cNvPr>
          <p:cNvSpPr>
            <a:spLocks noGrp="1"/>
          </p:cNvSpPr>
          <p:nvPr>
            <p:ph type="dt" sz="half" idx="10"/>
          </p:nvPr>
        </p:nvSpPr>
        <p:spPr/>
        <p:txBody>
          <a:bodyPr/>
          <a:lstStyle/>
          <a:p>
            <a:fld id="{FA1EFF5C-4D41-47F4-8F5C-7D073E78BE3D}" type="datetimeFigureOut">
              <a:rPr lang="hi-IN" smtClean="0"/>
              <a:t>बुधवार, 13 अग्रहायन 1946</a:t>
            </a:fld>
            <a:endParaRPr lang="hi-IN"/>
          </a:p>
        </p:txBody>
      </p:sp>
      <p:sp>
        <p:nvSpPr>
          <p:cNvPr id="5" name="Footer Placeholder 4">
            <a:extLst>
              <a:ext uri="{FF2B5EF4-FFF2-40B4-BE49-F238E27FC236}">
                <a16:creationId xmlns:a16="http://schemas.microsoft.com/office/drawing/2014/main" id="{0E0314CC-CF47-AB0F-7346-E1BB37BEAD53}"/>
              </a:ext>
            </a:extLst>
          </p:cNvPr>
          <p:cNvSpPr>
            <a:spLocks noGrp="1"/>
          </p:cNvSpPr>
          <p:nvPr>
            <p:ph type="ftr" sz="quarter" idx="11"/>
          </p:nvPr>
        </p:nvSpPr>
        <p:spPr/>
        <p:txBody>
          <a:bodyPr/>
          <a:lstStyle/>
          <a:p>
            <a:endParaRPr lang="hi-IN"/>
          </a:p>
        </p:txBody>
      </p:sp>
      <p:sp>
        <p:nvSpPr>
          <p:cNvPr id="6" name="Slide Number Placeholder 5">
            <a:extLst>
              <a:ext uri="{FF2B5EF4-FFF2-40B4-BE49-F238E27FC236}">
                <a16:creationId xmlns:a16="http://schemas.microsoft.com/office/drawing/2014/main" id="{B3BE9841-EE5D-873C-5A5C-38435841059F}"/>
              </a:ext>
            </a:extLst>
          </p:cNvPr>
          <p:cNvSpPr>
            <a:spLocks noGrp="1"/>
          </p:cNvSpPr>
          <p:nvPr>
            <p:ph type="sldNum" sz="quarter" idx="12"/>
          </p:nvPr>
        </p:nvSpPr>
        <p:spPr/>
        <p:txBody>
          <a:bodyPr/>
          <a:lstStyle/>
          <a:p>
            <a:fld id="{10E6659B-E130-420C-BF7F-26F4E34C93A0}" type="slidenum">
              <a:rPr lang="hi-IN" smtClean="0"/>
              <a:t>‹#›</a:t>
            </a:fld>
            <a:endParaRPr lang="hi-IN"/>
          </a:p>
        </p:txBody>
      </p:sp>
    </p:spTree>
    <p:extLst>
      <p:ext uri="{BB962C8B-B14F-4D97-AF65-F5344CB8AC3E}">
        <p14:creationId xmlns:p14="http://schemas.microsoft.com/office/powerpoint/2010/main" val="133628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B94F6-90EB-AFA5-ADB1-3F8008A238C5}"/>
              </a:ext>
            </a:extLst>
          </p:cNvPr>
          <p:cNvSpPr>
            <a:spLocks noGrp="1"/>
          </p:cNvSpPr>
          <p:nvPr>
            <p:ph type="title"/>
          </p:nvPr>
        </p:nvSpPr>
        <p:spPr/>
        <p:txBody>
          <a:bodyPr/>
          <a:lstStyle/>
          <a:p>
            <a:r>
              <a:rPr lang="en-US"/>
              <a:t>Click to edit Master title style</a:t>
            </a:r>
            <a:endParaRPr lang="hi-IN"/>
          </a:p>
        </p:txBody>
      </p:sp>
      <p:sp>
        <p:nvSpPr>
          <p:cNvPr id="3" name="Content Placeholder 2">
            <a:extLst>
              <a:ext uri="{FF2B5EF4-FFF2-40B4-BE49-F238E27FC236}">
                <a16:creationId xmlns:a16="http://schemas.microsoft.com/office/drawing/2014/main" id="{EA71E0D5-FE2F-8C4B-27F3-41C3D141A65E}"/>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4" name="Content Placeholder 3">
            <a:extLst>
              <a:ext uri="{FF2B5EF4-FFF2-40B4-BE49-F238E27FC236}">
                <a16:creationId xmlns:a16="http://schemas.microsoft.com/office/drawing/2014/main" id="{6CF17734-6476-EE0F-CB65-CF2517A0DE87}"/>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5" name="Date Placeholder 4">
            <a:extLst>
              <a:ext uri="{FF2B5EF4-FFF2-40B4-BE49-F238E27FC236}">
                <a16:creationId xmlns:a16="http://schemas.microsoft.com/office/drawing/2014/main" id="{B01CA617-C472-CEB8-9215-855EC1A4A5BE}"/>
              </a:ext>
            </a:extLst>
          </p:cNvPr>
          <p:cNvSpPr>
            <a:spLocks noGrp="1"/>
          </p:cNvSpPr>
          <p:nvPr>
            <p:ph type="dt" sz="half" idx="10"/>
          </p:nvPr>
        </p:nvSpPr>
        <p:spPr/>
        <p:txBody>
          <a:bodyPr/>
          <a:lstStyle/>
          <a:p>
            <a:fld id="{FA1EFF5C-4D41-47F4-8F5C-7D073E78BE3D}" type="datetimeFigureOut">
              <a:rPr lang="hi-IN" smtClean="0"/>
              <a:t>बुधवार, 13 अग्रहायन 1946</a:t>
            </a:fld>
            <a:endParaRPr lang="hi-IN"/>
          </a:p>
        </p:txBody>
      </p:sp>
      <p:sp>
        <p:nvSpPr>
          <p:cNvPr id="6" name="Footer Placeholder 5">
            <a:extLst>
              <a:ext uri="{FF2B5EF4-FFF2-40B4-BE49-F238E27FC236}">
                <a16:creationId xmlns:a16="http://schemas.microsoft.com/office/drawing/2014/main" id="{10EE5095-8273-378F-796E-10DB71BACAA7}"/>
              </a:ext>
            </a:extLst>
          </p:cNvPr>
          <p:cNvSpPr>
            <a:spLocks noGrp="1"/>
          </p:cNvSpPr>
          <p:nvPr>
            <p:ph type="ftr" sz="quarter" idx="11"/>
          </p:nvPr>
        </p:nvSpPr>
        <p:spPr/>
        <p:txBody>
          <a:bodyPr/>
          <a:lstStyle/>
          <a:p>
            <a:endParaRPr lang="hi-IN"/>
          </a:p>
        </p:txBody>
      </p:sp>
      <p:sp>
        <p:nvSpPr>
          <p:cNvPr id="7" name="Slide Number Placeholder 6">
            <a:extLst>
              <a:ext uri="{FF2B5EF4-FFF2-40B4-BE49-F238E27FC236}">
                <a16:creationId xmlns:a16="http://schemas.microsoft.com/office/drawing/2014/main" id="{D46E8C8A-47BF-6BAF-69C5-BA60B08836C8}"/>
              </a:ext>
            </a:extLst>
          </p:cNvPr>
          <p:cNvSpPr>
            <a:spLocks noGrp="1"/>
          </p:cNvSpPr>
          <p:nvPr>
            <p:ph type="sldNum" sz="quarter" idx="12"/>
          </p:nvPr>
        </p:nvSpPr>
        <p:spPr/>
        <p:txBody>
          <a:bodyPr/>
          <a:lstStyle/>
          <a:p>
            <a:fld id="{10E6659B-E130-420C-BF7F-26F4E34C93A0}" type="slidenum">
              <a:rPr lang="hi-IN" smtClean="0"/>
              <a:t>‹#›</a:t>
            </a:fld>
            <a:endParaRPr lang="hi-IN"/>
          </a:p>
        </p:txBody>
      </p:sp>
    </p:spTree>
    <p:extLst>
      <p:ext uri="{BB962C8B-B14F-4D97-AF65-F5344CB8AC3E}">
        <p14:creationId xmlns:p14="http://schemas.microsoft.com/office/powerpoint/2010/main" val="7041700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0A7DA-36B0-CB55-728B-A5068352E1F8}"/>
              </a:ext>
            </a:extLst>
          </p:cNvPr>
          <p:cNvSpPr>
            <a:spLocks noGrp="1"/>
          </p:cNvSpPr>
          <p:nvPr>
            <p:ph type="title"/>
          </p:nvPr>
        </p:nvSpPr>
        <p:spPr>
          <a:xfrm>
            <a:off x="630238" y="365125"/>
            <a:ext cx="7886700" cy="1325563"/>
          </a:xfrm>
        </p:spPr>
        <p:txBody>
          <a:bodyPr/>
          <a:lstStyle/>
          <a:p>
            <a:r>
              <a:rPr lang="en-US"/>
              <a:t>Click to edit Master title style</a:t>
            </a:r>
            <a:endParaRPr lang="hi-IN"/>
          </a:p>
        </p:txBody>
      </p:sp>
      <p:sp>
        <p:nvSpPr>
          <p:cNvPr id="3" name="Text Placeholder 2">
            <a:extLst>
              <a:ext uri="{FF2B5EF4-FFF2-40B4-BE49-F238E27FC236}">
                <a16:creationId xmlns:a16="http://schemas.microsoft.com/office/drawing/2014/main" id="{4864328B-A4DB-7BFB-C6E2-7DF5D63353A6}"/>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AA7CB7-26A0-8E6B-341D-047C157A8F8E}"/>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5" name="Text Placeholder 4">
            <a:extLst>
              <a:ext uri="{FF2B5EF4-FFF2-40B4-BE49-F238E27FC236}">
                <a16:creationId xmlns:a16="http://schemas.microsoft.com/office/drawing/2014/main" id="{76C1C64F-1300-4B39-19F4-4F196E8A3F5B}"/>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557A80E-1F56-74A2-B95B-52CCE6945B58}"/>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7" name="Date Placeholder 6">
            <a:extLst>
              <a:ext uri="{FF2B5EF4-FFF2-40B4-BE49-F238E27FC236}">
                <a16:creationId xmlns:a16="http://schemas.microsoft.com/office/drawing/2014/main" id="{59D30E6E-DC7A-4E6A-A878-DB2950A48730}"/>
              </a:ext>
            </a:extLst>
          </p:cNvPr>
          <p:cNvSpPr>
            <a:spLocks noGrp="1"/>
          </p:cNvSpPr>
          <p:nvPr>
            <p:ph type="dt" sz="half" idx="10"/>
          </p:nvPr>
        </p:nvSpPr>
        <p:spPr/>
        <p:txBody>
          <a:bodyPr/>
          <a:lstStyle/>
          <a:p>
            <a:fld id="{FA1EFF5C-4D41-47F4-8F5C-7D073E78BE3D}" type="datetimeFigureOut">
              <a:rPr lang="hi-IN" smtClean="0"/>
              <a:t>बुधवार, 13 अग्रहायन 1946</a:t>
            </a:fld>
            <a:endParaRPr lang="hi-IN"/>
          </a:p>
        </p:txBody>
      </p:sp>
      <p:sp>
        <p:nvSpPr>
          <p:cNvPr id="8" name="Footer Placeholder 7">
            <a:extLst>
              <a:ext uri="{FF2B5EF4-FFF2-40B4-BE49-F238E27FC236}">
                <a16:creationId xmlns:a16="http://schemas.microsoft.com/office/drawing/2014/main" id="{7AD60BA6-E3E3-BEDE-4366-7F8B5369B532}"/>
              </a:ext>
            </a:extLst>
          </p:cNvPr>
          <p:cNvSpPr>
            <a:spLocks noGrp="1"/>
          </p:cNvSpPr>
          <p:nvPr>
            <p:ph type="ftr" sz="quarter" idx="11"/>
          </p:nvPr>
        </p:nvSpPr>
        <p:spPr/>
        <p:txBody>
          <a:bodyPr/>
          <a:lstStyle/>
          <a:p>
            <a:endParaRPr lang="hi-IN"/>
          </a:p>
        </p:txBody>
      </p:sp>
      <p:sp>
        <p:nvSpPr>
          <p:cNvPr id="9" name="Slide Number Placeholder 8">
            <a:extLst>
              <a:ext uri="{FF2B5EF4-FFF2-40B4-BE49-F238E27FC236}">
                <a16:creationId xmlns:a16="http://schemas.microsoft.com/office/drawing/2014/main" id="{367D6FC9-D194-A9E5-342C-6F440DFA7DF7}"/>
              </a:ext>
            </a:extLst>
          </p:cNvPr>
          <p:cNvSpPr>
            <a:spLocks noGrp="1"/>
          </p:cNvSpPr>
          <p:nvPr>
            <p:ph type="sldNum" sz="quarter" idx="12"/>
          </p:nvPr>
        </p:nvSpPr>
        <p:spPr/>
        <p:txBody>
          <a:bodyPr/>
          <a:lstStyle/>
          <a:p>
            <a:fld id="{10E6659B-E130-420C-BF7F-26F4E34C93A0}" type="slidenum">
              <a:rPr lang="hi-IN" smtClean="0"/>
              <a:t>‹#›</a:t>
            </a:fld>
            <a:endParaRPr lang="hi-IN"/>
          </a:p>
        </p:txBody>
      </p:sp>
    </p:spTree>
    <p:extLst>
      <p:ext uri="{BB962C8B-B14F-4D97-AF65-F5344CB8AC3E}">
        <p14:creationId xmlns:p14="http://schemas.microsoft.com/office/powerpoint/2010/main" val="41278376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74F94-B0B1-2905-F014-47DF404B67CA}"/>
              </a:ext>
            </a:extLst>
          </p:cNvPr>
          <p:cNvSpPr>
            <a:spLocks noGrp="1"/>
          </p:cNvSpPr>
          <p:nvPr>
            <p:ph type="title"/>
          </p:nvPr>
        </p:nvSpPr>
        <p:spPr/>
        <p:txBody>
          <a:bodyPr/>
          <a:lstStyle/>
          <a:p>
            <a:r>
              <a:rPr lang="en-US"/>
              <a:t>Click to edit Master title style</a:t>
            </a:r>
            <a:endParaRPr lang="hi-IN"/>
          </a:p>
        </p:txBody>
      </p:sp>
      <p:sp>
        <p:nvSpPr>
          <p:cNvPr id="3" name="Date Placeholder 2">
            <a:extLst>
              <a:ext uri="{FF2B5EF4-FFF2-40B4-BE49-F238E27FC236}">
                <a16:creationId xmlns:a16="http://schemas.microsoft.com/office/drawing/2014/main" id="{C081D9AE-E673-1FB3-75FA-47DDDF95856F}"/>
              </a:ext>
            </a:extLst>
          </p:cNvPr>
          <p:cNvSpPr>
            <a:spLocks noGrp="1"/>
          </p:cNvSpPr>
          <p:nvPr>
            <p:ph type="dt" sz="half" idx="10"/>
          </p:nvPr>
        </p:nvSpPr>
        <p:spPr/>
        <p:txBody>
          <a:bodyPr/>
          <a:lstStyle/>
          <a:p>
            <a:fld id="{FA1EFF5C-4D41-47F4-8F5C-7D073E78BE3D}" type="datetimeFigureOut">
              <a:rPr lang="hi-IN" smtClean="0"/>
              <a:t>बुधवार, 13 अग्रहायन 1946</a:t>
            </a:fld>
            <a:endParaRPr lang="hi-IN"/>
          </a:p>
        </p:txBody>
      </p:sp>
      <p:sp>
        <p:nvSpPr>
          <p:cNvPr id="4" name="Footer Placeholder 3">
            <a:extLst>
              <a:ext uri="{FF2B5EF4-FFF2-40B4-BE49-F238E27FC236}">
                <a16:creationId xmlns:a16="http://schemas.microsoft.com/office/drawing/2014/main" id="{CD3DDD93-2D69-11C1-CBBC-56F0F9DC41E5}"/>
              </a:ext>
            </a:extLst>
          </p:cNvPr>
          <p:cNvSpPr>
            <a:spLocks noGrp="1"/>
          </p:cNvSpPr>
          <p:nvPr>
            <p:ph type="ftr" sz="quarter" idx="11"/>
          </p:nvPr>
        </p:nvSpPr>
        <p:spPr/>
        <p:txBody>
          <a:bodyPr/>
          <a:lstStyle/>
          <a:p>
            <a:endParaRPr lang="hi-IN"/>
          </a:p>
        </p:txBody>
      </p:sp>
      <p:sp>
        <p:nvSpPr>
          <p:cNvPr id="5" name="Slide Number Placeholder 4">
            <a:extLst>
              <a:ext uri="{FF2B5EF4-FFF2-40B4-BE49-F238E27FC236}">
                <a16:creationId xmlns:a16="http://schemas.microsoft.com/office/drawing/2014/main" id="{6B53A931-0724-66C3-0905-43512F75018C}"/>
              </a:ext>
            </a:extLst>
          </p:cNvPr>
          <p:cNvSpPr>
            <a:spLocks noGrp="1"/>
          </p:cNvSpPr>
          <p:nvPr>
            <p:ph type="sldNum" sz="quarter" idx="12"/>
          </p:nvPr>
        </p:nvSpPr>
        <p:spPr/>
        <p:txBody>
          <a:bodyPr/>
          <a:lstStyle/>
          <a:p>
            <a:fld id="{10E6659B-E130-420C-BF7F-26F4E34C93A0}" type="slidenum">
              <a:rPr lang="hi-IN" smtClean="0"/>
              <a:t>‹#›</a:t>
            </a:fld>
            <a:endParaRPr lang="hi-IN"/>
          </a:p>
        </p:txBody>
      </p:sp>
    </p:spTree>
    <p:extLst>
      <p:ext uri="{BB962C8B-B14F-4D97-AF65-F5344CB8AC3E}">
        <p14:creationId xmlns:p14="http://schemas.microsoft.com/office/powerpoint/2010/main" val="41505374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788652-D09C-5C03-6B37-7567760085F0}"/>
              </a:ext>
            </a:extLst>
          </p:cNvPr>
          <p:cNvSpPr>
            <a:spLocks noGrp="1"/>
          </p:cNvSpPr>
          <p:nvPr>
            <p:ph type="dt" sz="half" idx="10"/>
          </p:nvPr>
        </p:nvSpPr>
        <p:spPr/>
        <p:txBody>
          <a:bodyPr/>
          <a:lstStyle/>
          <a:p>
            <a:fld id="{FA1EFF5C-4D41-47F4-8F5C-7D073E78BE3D}" type="datetimeFigureOut">
              <a:rPr lang="hi-IN" smtClean="0"/>
              <a:t>बुधवार, 13 अग्रहायन 1946</a:t>
            </a:fld>
            <a:endParaRPr lang="hi-IN"/>
          </a:p>
        </p:txBody>
      </p:sp>
      <p:sp>
        <p:nvSpPr>
          <p:cNvPr id="3" name="Footer Placeholder 2">
            <a:extLst>
              <a:ext uri="{FF2B5EF4-FFF2-40B4-BE49-F238E27FC236}">
                <a16:creationId xmlns:a16="http://schemas.microsoft.com/office/drawing/2014/main" id="{58BD2E2C-4D42-114C-9258-F8151A4519A6}"/>
              </a:ext>
            </a:extLst>
          </p:cNvPr>
          <p:cNvSpPr>
            <a:spLocks noGrp="1"/>
          </p:cNvSpPr>
          <p:nvPr>
            <p:ph type="ftr" sz="quarter" idx="11"/>
          </p:nvPr>
        </p:nvSpPr>
        <p:spPr/>
        <p:txBody>
          <a:bodyPr/>
          <a:lstStyle/>
          <a:p>
            <a:endParaRPr lang="hi-IN"/>
          </a:p>
        </p:txBody>
      </p:sp>
      <p:sp>
        <p:nvSpPr>
          <p:cNvPr id="4" name="Slide Number Placeholder 3">
            <a:extLst>
              <a:ext uri="{FF2B5EF4-FFF2-40B4-BE49-F238E27FC236}">
                <a16:creationId xmlns:a16="http://schemas.microsoft.com/office/drawing/2014/main" id="{93AFDE7D-9519-2703-F500-550292D55E0E}"/>
              </a:ext>
            </a:extLst>
          </p:cNvPr>
          <p:cNvSpPr>
            <a:spLocks noGrp="1"/>
          </p:cNvSpPr>
          <p:nvPr>
            <p:ph type="sldNum" sz="quarter" idx="12"/>
          </p:nvPr>
        </p:nvSpPr>
        <p:spPr/>
        <p:txBody>
          <a:bodyPr/>
          <a:lstStyle/>
          <a:p>
            <a:fld id="{10E6659B-E130-420C-BF7F-26F4E34C93A0}" type="slidenum">
              <a:rPr lang="hi-IN" smtClean="0"/>
              <a:t>‹#›</a:t>
            </a:fld>
            <a:endParaRPr lang="hi-IN"/>
          </a:p>
        </p:txBody>
      </p:sp>
    </p:spTree>
    <p:extLst>
      <p:ext uri="{BB962C8B-B14F-4D97-AF65-F5344CB8AC3E}">
        <p14:creationId xmlns:p14="http://schemas.microsoft.com/office/powerpoint/2010/main" val="11177377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11279-7672-1D85-177A-D5620560465F}"/>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hi-IN"/>
          </a:p>
        </p:txBody>
      </p:sp>
      <p:sp>
        <p:nvSpPr>
          <p:cNvPr id="3" name="Content Placeholder 2">
            <a:extLst>
              <a:ext uri="{FF2B5EF4-FFF2-40B4-BE49-F238E27FC236}">
                <a16:creationId xmlns:a16="http://schemas.microsoft.com/office/drawing/2014/main" id="{2FB00775-163D-08FF-EA3B-0CD419366D33}"/>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4" name="Text Placeholder 3">
            <a:extLst>
              <a:ext uri="{FF2B5EF4-FFF2-40B4-BE49-F238E27FC236}">
                <a16:creationId xmlns:a16="http://schemas.microsoft.com/office/drawing/2014/main" id="{3878AE98-7B84-D04E-8E4E-7BD8AA3D2837}"/>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EA929F-8FCC-AFB4-E619-25FA8A35427D}"/>
              </a:ext>
            </a:extLst>
          </p:cNvPr>
          <p:cNvSpPr>
            <a:spLocks noGrp="1"/>
          </p:cNvSpPr>
          <p:nvPr>
            <p:ph type="dt" sz="half" idx="10"/>
          </p:nvPr>
        </p:nvSpPr>
        <p:spPr/>
        <p:txBody>
          <a:bodyPr/>
          <a:lstStyle/>
          <a:p>
            <a:fld id="{FA1EFF5C-4D41-47F4-8F5C-7D073E78BE3D}" type="datetimeFigureOut">
              <a:rPr lang="hi-IN" smtClean="0"/>
              <a:t>बुधवार, 13 अग्रहायन 1946</a:t>
            </a:fld>
            <a:endParaRPr lang="hi-IN"/>
          </a:p>
        </p:txBody>
      </p:sp>
      <p:sp>
        <p:nvSpPr>
          <p:cNvPr id="6" name="Footer Placeholder 5">
            <a:extLst>
              <a:ext uri="{FF2B5EF4-FFF2-40B4-BE49-F238E27FC236}">
                <a16:creationId xmlns:a16="http://schemas.microsoft.com/office/drawing/2014/main" id="{7A981D49-F208-E070-08A2-677ECDC79114}"/>
              </a:ext>
            </a:extLst>
          </p:cNvPr>
          <p:cNvSpPr>
            <a:spLocks noGrp="1"/>
          </p:cNvSpPr>
          <p:nvPr>
            <p:ph type="ftr" sz="quarter" idx="11"/>
          </p:nvPr>
        </p:nvSpPr>
        <p:spPr/>
        <p:txBody>
          <a:bodyPr/>
          <a:lstStyle/>
          <a:p>
            <a:endParaRPr lang="hi-IN"/>
          </a:p>
        </p:txBody>
      </p:sp>
      <p:sp>
        <p:nvSpPr>
          <p:cNvPr id="7" name="Slide Number Placeholder 6">
            <a:extLst>
              <a:ext uri="{FF2B5EF4-FFF2-40B4-BE49-F238E27FC236}">
                <a16:creationId xmlns:a16="http://schemas.microsoft.com/office/drawing/2014/main" id="{57EAAEF5-720D-1F2A-84FC-D3B388476B2A}"/>
              </a:ext>
            </a:extLst>
          </p:cNvPr>
          <p:cNvSpPr>
            <a:spLocks noGrp="1"/>
          </p:cNvSpPr>
          <p:nvPr>
            <p:ph type="sldNum" sz="quarter" idx="12"/>
          </p:nvPr>
        </p:nvSpPr>
        <p:spPr/>
        <p:txBody>
          <a:bodyPr/>
          <a:lstStyle/>
          <a:p>
            <a:fld id="{10E6659B-E130-420C-BF7F-26F4E34C93A0}" type="slidenum">
              <a:rPr lang="hi-IN" smtClean="0"/>
              <a:t>‹#›</a:t>
            </a:fld>
            <a:endParaRPr lang="hi-IN"/>
          </a:p>
        </p:txBody>
      </p:sp>
    </p:spTree>
    <p:extLst>
      <p:ext uri="{BB962C8B-B14F-4D97-AF65-F5344CB8AC3E}">
        <p14:creationId xmlns:p14="http://schemas.microsoft.com/office/powerpoint/2010/main" val="24885201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33B15-6468-F50C-171A-9AB29E5FC447}"/>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hi-IN"/>
          </a:p>
        </p:txBody>
      </p:sp>
      <p:sp>
        <p:nvSpPr>
          <p:cNvPr id="3" name="Picture Placeholder 2">
            <a:extLst>
              <a:ext uri="{FF2B5EF4-FFF2-40B4-BE49-F238E27FC236}">
                <a16:creationId xmlns:a16="http://schemas.microsoft.com/office/drawing/2014/main" id="{5E18D48E-9AD0-1BB2-D6EA-7491C3A4E235}"/>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i-IN"/>
          </a:p>
        </p:txBody>
      </p:sp>
      <p:sp>
        <p:nvSpPr>
          <p:cNvPr id="4" name="Text Placeholder 3">
            <a:extLst>
              <a:ext uri="{FF2B5EF4-FFF2-40B4-BE49-F238E27FC236}">
                <a16:creationId xmlns:a16="http://schemas.microsoft.com/office/drawing/2014/main" id="{A3782F95-E48E-3DCB-344B-6AADFBCCE3D9}"/>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2471AF-157B-58B8-C5A7-9F62D6ED6FD0}"/>
              </a:ext>
            </a:extLst>
          </p:cNvPr>
          <p:cNvSpPr>
            <a:spLocks noGrp="1"/>
          </p:cNvSpPr>
          <p:nvPr>
            <p:ph type="dt" sz="half" idx="10"/>
          </p:nvPr>
        </p:nvSpPr>
        <p:spPr/>
        <p:txBody>
          <a:bodyPr/>
          <a:lstStyle/>
          <a:p>
            <a:fld id="{FA1EFF5C-4D41-47F4-8F5C-7D073E78BE3D}" type="datetimeFigureOut">
              <a:rPr lang="hi-IN" smtClean="0"/>
              <a:t>बुधवार, 13 अग्रहायन 1946</a:t>
            </a:fld>
            <a:endParaRPr lang="hi-IN"/>
          </a:p>
        </p:txBody>
      </p:sp>
      <p:sp>
        <p:nvSpPr>
          <p:cNvPr id="6" name="Footer Placeholder 5">
            <a:extLst>
              <a:ext uri="{FF2B5EF4-FFF2-40B4-BE49-F238E27FC236}">
                <a16:creationId xmlns:a16="http://schemas.microsoft.com/office/drawing/2014/main" id="{AA516847-573C-91A9-8FDC-1548EC5D2D5E}"/>
              </a:ext>
            </a:extLst>
          </p:cNvPr>
          <p:cNvSpPr>
            <a:spLocks noGrp="1"/>
          </p:cNvSpPr>
          <p:nvPr>
            <p:ph type="ftr" sz="quarter" idx="11"/>
          </p:nvPr>
        </p:nvSpPr>
        <p:spPr/>
        <p:txBody>
          <a:bodyPr/>
          <a:lstStyle/>
          <a:p>
            <a:endParaRPr lang="hi-IN"/>
          </a:p>
        </p:txBody>
      </p:sp>
      <p:sp>
        <p:nvSpPr>
          <p:cNvPr id="7" name="Slide Number Placeholder 6">
            <a:extLst>
              <a:ext uri="{FF2B5EF4-FFF2-40B4-BE49-F238E27FC236}">
                <a16:creationId xmlns:a16="http://schemas.microsoft.com/office/drawing/2014/main" id="{78037516-8B07-BA2F-BBAA-96023619BAC4}"/>
              </a:ext>
            </a:extLst>
          </p:cNvPr>
          <p:cNvSpPr>
            <a:spLocks noGrp="1"/>
          </p:cNvSpPr>
          <p:nvPr>
            <p:ph type="sldNum" sz="quarter" idx="12"/>
          </p:nvPr>
        </p:nvSpPr>
        <p:spPr/>
        <p:txBody>
          <a:bodyPr/>
          <a:lstStyle/>
          <a:p>
            <a:fld id="{10E6659B-E130-420C-BF7F-26F4E34C93A0}" type="slidenum">
              <a:rPr lang="hi-IN" smtClean="0"/>
              <a:t>‹#›</a:t>
            </a:fld>
            <a:endParaRPr lang="hi-IN"/>
          </a:p>
        </p:txBody>
      </p:sp>
    </p:spTree>
    <p:extLst>
      <p:ext uri="{BB962C8B-B14F-4D97-AF65-F5344CB8AC3E}">
        <p14:creationId xmlns:p14="http://schemas.microsoft.com/office/powerpoint/2010/main" val="24232397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A6E7D-9E5C-2E2E-D2C4-AAD7EE9C30A0}"/>
              </a:ext>
            </a:extLst>
          </p:cNvPr>
          <p:cNvSpPr>
            <a:spLocks noGrp="1"/>
          </p:cNvSpPr>
          <p:nvPr>
            <p:ph type="title"/>
          </p:nvPr>
        </p:nvSpPr>
        <p:spPr/>
        <p:txBody>
          <a:bodyPr/>
          <a:lstStyle/>
          <a:p>
            <a:r>
              <a:rPr lang="en-US"/>
              <a:t>Click to edit Master title style</a:t>
            </a:r>
            <a:endParaRPr lang="hi-IN"/>
          </a:p>
        </p:txBody>
      </p:sp>
      <p:sp>
        <p:nvSpPr>
          <p:cNvPr id="3" name="Vertical Text Placeholder 2">
            <a:extLst>
              <a:ext uri="{FF2B5EF4-FFF2-40B4-BE49-F238E27FC236}">
                <a16:creationId xmlns:a16="http://schemas.microsoft.com/office/drawing/2014/main" id="{1FB746AE-5E6B-2D5C-1460-6C40A1D608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4" name="Date Placeholder 3">
            <a:extLst>
              <a:ext uri="{FF2B5EF4-FFF2-40B4-BE49-F238E27FC236}">
                <a16:creationId xmlns:a16="http://schemas.microsoft.com/office/drawing/2014/main" id="{5512E621-34D7-ADF2-1440-DAB130D83780}"/>
              </a:ext>
            </a:extLst>
          </p:cNvPr>
          <p:cNvSpPr>
            <a:spLocks noGrp="1"/>
          </p:cNvSpPr>
          <p:nvPr>
            <p:ph type="dt" sz="half" idx="10"/>
          </p:nvPr>
        </p:nvSpPr>
        <p:spPr/>
        <p:txBody>
          <a:bodyPr/>
          <a:lstStyle/>
          <a:p>
            <a:fld id="{FA1EFF5C-4D41-47F4-8F5C-7D073E78BE3D}" type="datetimeFigureOut">
              <a:rPr lang="hi-IN" smtClean="0"/>
              <a:t>बुधवार, 13 अग्रहायन 1946</a:t>
            </a:fld>
            <a:endParaRPr lang="hi-IN"/>
          </a:p>
        </p:txBody>
      </p:sp>
      <p:sp>
        <p:nvSpPr>
          <p:cNvPr id="5" name="Footer Placeholder 4">
            <a:extLst>
              <a:ext uri="{FF2B5EF4-FFF2-40B4-BE49-F238E27FC236}">
                <a16:creationId xmlns:a16="http://schemas.microsoft.com/office/drawing/2014/main" id="{715757EB-DF35-0473-6158-47A52B25179F}"/>
              </a:ext>
            </a:extLst>
          </p:cNvPr>
          <p:cNvSpPr>
            <a:spLocks noGrp="1"/>
          </p:cNvSpPr>
          <p:nvPr>
            <p:ph type="ftr" sz="quarter" idx="11"/>
          </p:nvPr>
        </p:nvSpPr>
        <p:spPr/>
        <p:txBody>
          <a:bodyPr/>
          <a:lstStyle/>
          <a:p>
            <a:endParaRPr lang="hi-IN"/>
          </a:p>
        </p:txBody>
      </p:sp>
      <p:sp>
        <p:nvSpPr>
          <p:cNvPr id="6" name="Slide Number Placeholder 5">
            <a:extLst>
              <a:ext uri="{FF2B5EF4-FFF2-40B4-BE49-F238E27FC236}">
                <a16:creationId xmlns:a16="http://schemas.microsoft.com/office/drawing/2014/main" id="{8A2E904F-AA95-8E17-37A2-081D18065680}"/>
              </a:ext>
            </a:extLst>
          </p:cNvPr>
          <p:cNvSpPr>
            <a:spLocks noGrp="1"/>
          </p:cNvSpPr>
          <p:nvPr>
            <p:ph type="sldNum" sz="quarter" idx="12"/>
          </p:nvPr>
        </p:nvSpPr>
        <p:spPr/>
        <p:txBody>
          <a:bodyPr/>
          <a:lstStyle/>
          <a:p>
            <a:fld id="{10E6659B-E130-420C-BF7F-26F4E34C93A0}" type="slidenum">
              <a:rPr lang="hi-IN" smtClean="0"/>
              <a:t>‹#›</a:t>
            </a:fld>
            <a:endParaRPr lang="hi-IN"/>
          </a:p>
        </p:txBody>
      </p:sp>
    </p:spTree>
    <p:extLst>
      <p:ext uri="{BB962C8B-B14F-4D97-AF65-F5344CB8AC3E}">
        <p14:creationId xmlns:p14="http://schemas.microsoft.com/office/powerpoint/2010/main" val="18636549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5D1BE1-A911-506A-3260-A05D72C1521B}"/>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hi-IN"/>
          </a:p>
        </p:txBody>
      </p:sp>
      <p:sp>
        <p:nvSpPr>
          <p:cNvPr id="3" name="Vertical Text Placeholder 2">
            <a:extLst>
              <a:ext uri="{FF2B5EF4-FFF2-40B4-BE49-F238E27FC236}">
                <a16:creationId xmlns:a16="http://schemas.microsoft.com/office/drawing/2014/main" id="{5686FA01-96AF-246F-81E8-5F4BABEDA7CD}"/>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4" name="Date Placeholder 3">
            <a:extLst>
              <a:ext uri="{FF2B5EF4-FFF2-40B4-BE49-F238E27FC236}">
                <a16:creationId xmlns:a16="http://schemas.microsoft.com/office/drawing/2014/main" id="{3236F906-9808-E652-4E6A-99619D52F24C}"/>
              </a:ext>
            </a:extLst>
          </p:cNvPr>
          <p:cNvSpPr>
            <a:spLocks noGrp="1"/>
          </p:cNvSpPr>
          <p:nvPr>
            <p:ph type="dt" sz="half" idx="10"/>
          </p:nvPr>
        </p:nvSpPr>
        <p:spPr/>
        <p:txBody>
          <a:bodyPr/>
          <a:lstStyle/>
          <a:p>
            <a:fld id="{FA1EFF5C-4D41-47F4-8F5C-7D073E78BE3D}" type="datetimeFigureOut">
              <a:rPr lang="hi-IN" smtClean="0"/>
              <a:t>बुधवार, 13 अग्रहायन 1946</a:t>
            </a:fld>
            <a:endParaRPr lang="hi-IN"/>
          </a:p>
        </p:txBody>
      </p:sp>
      <p:sp>
        <p:nvSpPr>
          <p:cNvPr id="5" name="Footer Placeholder 4">
            <a:extLst>
              <a:ext uri="{FF2B5EF4-FFF2-40B4-BE49-F238E27FC236}">
                <a16:creationId xmlns:a16="http://schemas.microsoft.com/office/drawing/2014/main" id="{F1229FC3-B71D-6F3D-3E00-B93D0A08CD9C}"/>
              </a:ext>
            </a:extLst>
          </p:cNvPr>
          <p:cNvSpPr>
            <a:spLocks noGrp="1"/>
          </p:cNvSpPr>
          <p:nvPr>
            <p:ph type="ftr" sz="quarter" idx="11"/>
          </p:nvPr>
        </p:nvSpPr>
        <p:spPr/>
        <p:txBody>
          <a:bodyPr/>
          <a:lstStyle/>
          <a:p>
            <a:endParaRPr lang="hi-IN"/>
          </a:p>
        </p:txBody>
      </p:sp>
      <p:sp>
        <p:nvSpPr>
          <p:cNvPr id="6" name="Slide Number Placeholder 5">
            <a:extLst>
              <a:ext uri="{FF2B5EF4-FFF2-40B4-BE49-F238E27FC236}">
                <a16:creationId xmlns:a16="http://schemas.microsoft.com/office/drawing/2014/main" id="{DB9BB4A3-3801-C19F-EFC8-D77525614526}"/>
              </a:ext>
            </a:extLst>
          </p:cNvPr>
          <p:cNvSpPr>
            <a:spLocks noGrp="1"/>
          </p:cNvSpPr>
          <p:nvPr>
            <p:ph type="sldNum" sz="quarter" idx="12"/>
          </p:nvPr>
        </p:nvSpPr>
        <p:spPr/>
        <p:txBody>
          <a:bodyPr/>
          <a:lstStyle/>
          <a:p>
            <a:fld id="{10E6659B-E130-420C-BF7F-26F4E34C93A0}" type="slidenum">
              <a:rPr lang="hi-IN" smtClean="0"/>
              <a:t>‹#›</a:t>
            </a:fld>
            <a:endParaRPr lang="hi-IN"/>
          </a:p>
        </p:txBody>
      </p:sp>
    </p:spTree>
    <p:extLst>
      <p:ext uri="{BB962C8B-B14F-4D97-AF65-F5344CB8AC3E}">
        <p14:creationId xmlns:p14="http://schemas.microsoft.com/office/powerpoint/2010/main" val="7538050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29230881"/>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38162300"/>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5649852"/>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11169128"/>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35013648"/>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6" Type="http://schemas.openxmlformats.org/officeDocument/2006/relationships/image" Target="../media/image3.jpeg"/><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audio" Target="../media/audio1.bin"/><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slideLayout" Target="../slideLayouts/slideLayout49.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6" Type="http://schemas.openxmlformats.org/officeDocument/2006/relationships/image" Target="../media/image4.jpeg"/><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5" Type="http://schemas.openxmlformats.org/officeDocument/2006/relationships/audio" Target="../media/audio1.bin"/><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6" Type="http://schemas.openxmlformats.org/officeDocument/2006/relationships/image" Target="../media/image5.jpeg"/><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audio" Target="../media/audio1.bin"/><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2" Type="http://schemas.openxmlformats.org/officeDocument/2006/relationships/slideLayout" Target="../slideLayouts/slideLayout64.xml"/><Relationship Id="rId16" Type="http://schemas.openxmlformats.org/officeDocument/2006/relationships/image" Target="../media/image6.jpeg"/><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audio" Target="../media/audio1.bin"/><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3.xml"/><Relationship Id="rId13" Type="http://schemas.openxmlformats.org/officeDocument/2006/relationships/slideLayout" Target="../slideLayouts/slideLayout88.xml"/><Relationship Id="rId3" Type="http://schemas.openxmlformats.org/officeDocument/2006/relationships/slideLayout" Target="../slideLayouts/slideLayout78.xml"/><Relationship Id="rId7" Type="http://schemas.openxmlformats.org/officeDocument/2006/relationships/slideLayout" Target="../slideLayouts/slideLayout82.xml"/><Relationship Id="rId12" Type="http://schemas.openxmlformats.org/officeDocument/2006/relationships/slideLayout" Target="../slideLayouts/slideLayout87.xml"/><Relationship Id="rId17" Type="http://schemas.openxmlformats.org/officeDocument/2006/relationships/image" Target="../media/image8.jpeg"/><Relationship Id="rId2" Type="http://schemas.openxmlformats.org/officeDocument/2006/relationships/slideLayout" Target="../slideLayouts/slideLayout77.xml"/><Relationship Id="rId16" Type="http://schemas.openxmlformats.org/officeDocument/2006/relationships/image" Target="../media/image7.jpeg"/><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5" Type="http://schemas.openxmlformats.org/officeDocument/2006/relationships/slideLayout" Target="../slideLayouts/slideLayout80.xml"/><Relationship Id="rId15" Type="http://schemas.openxmlformats.org/officeDocument/2006/relationships/audio" Target="../media/audio1.bin"/><Relationship Id="rId10" Type="http://schemas.openxmlformats.org/officeDocument/2006/relationships/slideLayout" Target="../slideLayouts/slideLayout85.xml"/><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6.xml"/><Relationship Id="rId13" Type="http://schemas.openxmlformats.org/officeDocument/2006/relationships/theme" Target="../theme/theme8.xml"/><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slideLayout" Target="../slideLayouts/slideLayout100.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5" Type="http://schemas.openxmlformats.org/officeDocument/2006/relationships/image" Target="../media/image8.jpeg"/><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8.xml"/><Relationship Id="rId13" Type="http://schemas.openxmlformats.org/officeDocument/2006/relationships/theme" Target="../theme/theme9.xml"/><Relationship Id="rId3" Type="http://schemas.openxmlformats.org/officeDocument/2006/relationships/slideLayout" Target="../slideLayouts/slideLayout103.xml"/><Relationship Id="rId7" Type="http://schemas.openxmlformats.org/officeDocument/2006/relationships/slideLayout" Target="../slideLayouts/slideLayout107.xml"/><Relationship Id="rId12" Type="http://schemas.openxmlformats.org/officeDocument/2006/relationships/slideLayout" Target="../slideLayouts/slideLayout112.xml"/><Relationship Id="rId2" Type="http://schemas.openxmlformats.org/officeDocument/2006/relationships/slideLayout" Target="../slideLayouts/slideLayout102.xml"/><Relationship Id="rId1" Type="http://schemas.openxmlformats.org/officeDocument/2006/relationships/slideLayout" Target="../slideLayouts/slideLayout101.xml"/><Relationship Id="rId6" Type="http://schemas.openxmlformats.org/officeDocument/2006/relationships/slideLayout" Target="../slideLayouts/slideLayout106.xml"/><Relationship Id="rId11" Type="http://schemas.openxmlformats.org/officeDocument/2006/relationships/slideLayout" Target="../slideLayouts/slideLayout111.xml"/><Relationship Id="rId5" Type="http://schemas.openxmlformats.org/officeDocument/2006/relationships/slideLayout" Target="../slideLayouts/slideLayout105.xml"/><Relationship Id="rId15" Type="http://schemas.openxmlformats.org/officeDocument/2006/relationships/image" Target="../media/image9.jpeg"/><Relationship Id="rId10" Type="http://schemas.openxmlformats.org/officeDocument/2006/relationships/slideLayout" Target="../slideLayouts/slideLayout110.xml"/><Relationship Id="rId4" Type="http://schemas.openxmlformats.org/officeDocument/2006/relationships/slideLayout" Target="../slideLayouts/slideLayout104.xml"/><Relationship Id="rId9" Type="http://schemas.openxmlformats.org/officeDocument/2006/relationships/slideLayout" Target="../slideLayouts/slideLayout109.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0.xml"/><Relationship Id="rId13" Type="http://schemas.openxmlformats.org/officeDocument/2006/relationships/theme" Target="../theme/theme10.xml"/><Relationship Id="rId3" Type="http://schemas.openxmlformats.org/officeDocument/2006/relationships/slideLayout" Target="../slideLayouts/slideLayout115.xml"/><Relationship Id="rId7" Type="http://schemas.openxmlformats.org/officeDocument/2006/relationships/slideLayout" Target="../slideLayouts/slideLayout119.xml"/><Relationship Id="rId12" Type="http://schemas.openxmlformats.org/officeDocument/2006/relationships/slideLayout" Target="../slideLayouts/slideLayout124.xml"/><Relationship Id="rId2" Type="http://schemas.openxmlformats.org/officeDocument/2006/relationships/slideLayout" Target="../slideLayouts/slideLayout114.xml"/><Relationship Id="rId1" Type="http://schemas.openxmlformats.org/officeDocument/2006/relationships/slideLayout" Target="../slideLayouts/slideLayout113.xml"/><Relationship Id="rId6" Type="http://schemas.openxmlformats.org/officeDocument/2006/relationships/slideLayout" Target="../slideLayouts/slideLayout118.xml"/><Relationship Id="rId11" Type="http://schemas.openxmlformats.org/officeDocument/2006/relationships/slideLayout" Target="../slideLayouts/slideLayout123.xml"/><Relationship Id="rId5" Type="http://schemas.openxmlformats.org/officeDocument/2006/relationships/slideLayout" Target="../slideLayouts/slideLayout117.xml"/><Relationship Id="rId15" Type="http://schemas.openxmlformats.org/officeDocument/2006/relationships/image" Target="../media/image10.jpeg"/><Relationship Id="rId10" Type="http://schemas.openxmlformats.org/officeDocument/2006/relationships/slideLayout" Target="../slideLayouts/slideLayout122.xml"/><Relationship Id="rId4" Type="http://schemas.openxmlformats.org/officeDocument/2006/relationships/slideLayout" Target="../slideLayouts/slideLayout116.xml"/><Relationship Id="rId9" Type="http://schemas.openxmlformats.org/officeDocument/2006/relationships/slideLayout" Target="../slideLayouts/slideLayout121.xml"/><Relationship Id="rId14" Type="http://schemas.openxmlformats.org/officeDocument/2006/relationships/audio" Target="../media/audio1.bin"/></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32.xml"/><Relationship Id="rId13" Type="http://schemas.openxmlformats.org/officeDocument/2006/relationships/theme" Target="../theme/theme11.xml"/><Relationship Id="rId3" Type="http://schemas.openxmlformats.org/officeDocument/2006/relationships/slideLayout" Target="../slideLayouts/slideLayout127.xml"/><Relationship Id="rId7" Type="http://schemas.openxmlformats.org/officeDocument/2006/relationships/slideLayout" Target="../slideLayouts/slideLayout131.xml"/><Relationship Id="rId12" Type="http://schemas.openxmlformats.org/officeDocument/2006/relationships/slideLayout" Target="../slideLayouts/slideLayout136.xml"/><Relationship Id="rId2" Type="http://schemas.openxmlformats.org/officeDocument/2006/relationships/slideLayout" Target="../slideLayouts/slideLayout126.xml"/><Relationship Id="rId1" Type="http://schemas.openxmlformats.org/officeDocument/2006/relationships/slideLayout" Target="../slideLayouts/slideLayout125.xml"/><Relationship Id="rId6" Type="http://schemas.openxmlformats.org/officeDocument/2006/relationships/slideLayout" Target="../slideLayouts/slideLayout130.xml"/><Relationship Id="rId11" Type="http://schemas.openxmlformats.org/officeDocument/2006/relationships/slideLayout" Target="../slideLayouts/slideLayout135.xml"/><Relationship Id="rId5" Type="http://schemas.openxmlformats.org/officeDocument/2006/relationships/slideLayout" Target="../slideLayouts/slideLayout129.xml"/><Relationship Id="rId15" Type="http://schemas.openxmlformats.org/officeDocument/2006/relationships/image" Target="../media/image11.jpeg"/><Relationship Id="rId10" Type="http://schemas.openxmlformats.org/officeDocument/2006/relationships/slideLayout" Target="../slideLayouts/slideLayout134.xml"/><Relationship Id="rId4" Type="http://schemas.openxmlformats.org/officeDocument/2006/relationships/slideLayout" Target="../slideLayouts/slideLayout128.xml"/><Relationship Id="rId9" Type="http://schemas.openxmlformats.org/officeDocument/2006/relationships/slideLayout" Target="../slideLayouts/slideLayout133.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B36339-7C14-04CA-64A1-48A50180C289}"/>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hi-IN"/>
          </a:p>
        </p:txBody>
      </p:sp>
      <p:sp>
        <p:nvSpPr>
          <p:cNvPr id="3" name="Text Placeholder 2">
            <a:extLst>
              <a:ext uri="{FF2B5EF4-FFF2-40B4-BE49-F238E27FC236}">
                <a16:creationId xmlns:a16="http://schemas.microsoft.com/office/drawing/2014/main" id="{ABBFC5FC-8113-9E7F-453A-1A69B049A43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4" name="Date Placeholder 3">
            <a:extLst>
              <a:ext uri="{FF2B5EF4-FFF2-40B4-BE49-F238E27FC236}">
                <a16:creationId xmlns:a16="http://schemas.microsoft.com/office/drawing/2014/main" id="{C3FD0022-114D-3DEA-6B97-CFBDAD80FD55}"/>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A1EFF5C-4D41-47F4-8F5C-7D073E78BE3D}" type="datetimeFigureOut">
              <a:rPr lang="hi-IN" smtClean="0"/>
              <a:t>बुधवार, 13 अग्रहायन 1946</a:t>
            </a:fld>
            <a:endParaRPr lang="hi-IN"/>
          </a:p>
        </p:txBody>
      </p:sp>
      <p:sp>
        <p:nvSpPr>
          <p:cNvPr id="5" name="Footer Placeholder 4">
            <a:extLst>
              <a:ext uri="{FF2B5EF4-FFF2-40B4-BE49-F238E27FC236}">
                <a16:creationId xmlns:a16="http://schemas.microsoft.com/office/drawing/2014/main" id="{1D2C0307-EDB5-67BC-D16F-EAE79F601059}"/>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hi-IN"/>
          </a:p>
        </p:txBody>
      </p:sp>
      <p:sp>
        <p:nvSpPr>
          <p:cNvPr id="6" name="Slide Number Placeholder 5">
            <a:extLst>
              <a:ext uri="{FF2B5EF4-FFF2-40B4-BE49-F238E27FC236}">
                <a16:creationId xmlns:a16="http://schemas.microsoft.com/office/drawing/2014/main" id="{D814C91E-F456-8DE9-71E6-874EA999DCF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0E6659B-E130-420C-BF7F-26F4E34C93A0}" type="slidenum">
              <a:rPr lang="hi-IN" smtClean="0"/>
              <a:t>‹#›</a:t>
            </a:fld>
            <a:endParaRPr lang="hi-IN"/>
          </a:p>
        </p:txBody>
      </p:sp>
    </p:spTree>
    <p:extLst>
      <p:ext uri="{BB962C8B-B14F-4D97-AF65-F5344CB8AC3E}">
        <p14:creationId xmlns:p14="http://schemas.microsoft.com/office/powerpoint/2010/main" val="3179600005"/>
      </p:ext>
    </p:extLst>
  </p:cSld>
  <p:clrMap bg1="lt1" tx1="dk1" bg2="lt2" tx2="dk2" accent1="accent1" accent2="accent2" accent3="accent3" accent4="accent4" accent5="accent5" accent6="accent6" hlink="hlink" folHlink="folHlink"/>
  <p:sldLayoutIdLst>
    <p:sldLayoutId id="2147484935" r:id="rId1"/>
    <p:sldLayoutId id="2147484936" r:id="rId2"/>
    <p:sldLayoutId id="2147484937" r:id="rId3"/>
    <p:sldLayoutId id="2147484938" r:id="rId4"/>
    <p:sldLayoutId id="2147484939" r:id="rId5"/>
    <p:sldLayoutId id="2147484940" r:id="rId6"/>
    <p:sldLayoutId id="2147484941" r:id="rId7"/>
    <p:sldLayoutId id="2147484942" r:id="rId8"/>
    <p:sldLayoutId id="2147484943" r:id="rId9"/>
    <p:sldLayoutId id="2147484944" r:id="rId10"/>
    <p:sldLayoutId id="214748494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i-I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 id="2147484932"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grpSp>
        <p:nvGrpSpPr>
          <p:cNvPr id="9" name="Group 8">
            <a:extLst>
              <a:ext uri="{FF2B5EF4-FFF2-40B4-BE49-F238E27FC236}">
                <a16:creationId xmlns:a16="http://schemas.microsoft.com/office/drawing/2014/main" id="{59D202A8-EB56-C548-0C86-03F4DBEEC73B}"/>
              </a:ext>
            </a:extLst>
          </p:cNvPr>
          <p:cNvGrpSpPr/>
          <p:nvPr userDrawn="1"/>
        </p:nvGrpSpPr>
        <p:grpSpPr>
          <a:xfrm>
            <a:off x="0" y="44624"/>
            <a:ext cx="9144000" cy="1075944"/>
            <a:chOff x="0" y="190"/>
            <a:chExt cx="9144000" cy="1075944"/>
          </a:xfrm>
        </p:grpSpPr>
        <p:pic>
          <p:nvPicPr>
            <p:cNvPr id="10" name="Picture 8">
              <a:extLst>
                <a:ext uri="{FF2B5EF4-FFF2-40B4-BE49-F238E27FC236}">
                  <a16:creationId xmlns:a16="http://schemas.microsoft.com/office/drawing/2014/main" id="{1A43A38D-AD72-4834-43F8-1CBE3FD97819}"/>
                </a:ext>
              </a:extLst>
            </p:cNvPr>
            <p:cNvPicPr>
              <a:picLocks noChangeAspect="1" noChangeArrowheads="1"/>
            </p:cNvPicPr>
            <p:nvPr userDrawn="1"/>
          </p:nvPicPr>
          <p:blipFill>
            <a:blip r:embed="rId17"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a:extLst>
                <a:ext uri="{FF2B5EF4-FFF2-40B4-BE49-F238E27FC236}">
                  <a16:creationId xmlns:a16="http://schemas.microsoft.com/office/drawing/2014/main" id="{0F70AE03-FD0C-B8CF-CEC5-3E30DDCE3938}"/>
                </a:ext>
              </a:extLst>
            </p:cNvPr>
            <p:cNvSpPr/>
            <p:nvPr userDrawn="1"/>
          </p:nvSpPr>
          <p:spPr>
            <a:xfrm>
              <a:off x="189038" y="129909"/>
              <a:ext cx="3744415" cy="850819"/>
            </a:xfrm>
            <a:prstGeom prst="rect">
              <a:avLst/>
            </a:prstGeom>
            <a:noFill/>
            <a:ln>
              <a:noFill/>
            </a:ln>
          </p:spPr>
          <p:txBody>
            <a:bodyPr wrap="none" lIns="0" tIns="0" rIns="0" bIns="0" rtlCol="1">
              <a:noAutofit/>
            </a:bodyPr>
            <a:lstStyle/>
            <a:p>
              <a:pPr indent="0" algn="l" rtl="1">
                <a:lnSpc>
                  <a:spcPct val="110000"/>
                </a:lnSpc>
              </a:pPr>
              <a:r>
                <a:rPr lang="ar" sz="2500" b="1" dirty="0">
                  <a:latin typeface="Sakkal Majalla" panose="02000000000000000000" pitchFamily="2" charset="-78"/>
                  <a:cs typeface="Sakkal Majalla" panose="02000000000000000000" pitchFamily="2" charset="-78"/>
                </a:rPr>
                <a:t>شهادة BTEC International </a:t>
              </a:r>
              <a:r>
                <a:rPr lang="ar-MA" sz="2500" b="1" dirty="0">
                  <a:latin typeface="Sakkal Majalla" panose="02000000000000000000" pitchFamily="2" charset="-78"/>
                  <a:cs typeface="Sakkal Majalla" panose="02000000000000000000" pitchFamily="2" charset="-78"/>
                </a:rPr>
                <a:t>للمستوى</a:t>
              </a:r>
              <a:r>
                <a:rPr lang="ar" sz="2500" b="1" dirty="0">
                  <a:latin typeface="Sakkal Majalla" panose="02000000000000000000" pitchFamily="2" charset="-78"/>
                  <a:cs typeface="Sakkal Majalla" panose="02000000000000000000" pitchFamily="2" charset="-78"/>
                </a:rPr>
                <a:t> </a:t>
              </a:r>
              <a:r>
                <a:rPr lang="ar-EG" sz="2500" b="1" dirty="0">
                  <a:latin typeface="Sakkal Majalla" panose="02000000000000000000" pitchFamily="2" charset="-78"/>
                  <a:cs typeface="Sakkal Majalla" panose="02000000000000000000" pitchFamily="2" charset="-78"/>
                </a:rPr>
                <a:t>3</a:t>
              </a:r>
              <a:endParaRPr lang="en-US" sz="2500" b="1" dirty="0">
                <a:latin typeface="Sakkal Majalla" panose="02000000000000000000" pitchFamily="2" charset="-78"/>
                <a:cs typeface="Sakkal Majalla" panose="02000000000000000000" pitchFamily="2" charset="-78"/>
              </a:endParaRPr>
            </a:p>
            <a:p>
              <a:pPr algn="l">
                <a:lnSpc>
                  <a:spcPct val="110000"/>
                </a:lnSpc>
              </a:pPr>
              <a:r>
                <a:rPr lang="ar-EG" sz="2500" b="1" dirty="0">
                  <a:latin typeface="Sakkal Majalla" panose="02000000000000000000" pitchFamily="2" charset="-78"/>
                  <a:cs typeface="Sakkal Majalla" panose="02000000000000000000" pitchFamily="2" charset="-78"/>
                </a:rPr>
                <a:t>الهندسة</a:t>
              </a:r>
            </a:p>
          </p:txBody>
        </p:sp>
      </p:grpSp>
      <p:sp>
        <p:nvSpPr>
          <p:cNvPr id="12" name="Rectangle 11">
            <a:extLst>
              <a:ext uri="{FF2B5EF4-FFF2-40B4-BE49-F238E27FC236}">
                <a16:creationId xmlns:a16="http://schemas.microsoft.com/office/drawing/2014/main" id="{0F93F3F3-3C6F-EA1E-A1AB-4F4BA438FAFF}"/>
              </a:ext>
            </a:extLst>
          </p:cNvPr>
          <p:cNvSpPr/>
          <p:nvPr userDrawn="1"/>
        </p:nvSpPr>
        <p:spPr>
          <a:xfrm>
            <a:off x="5528151" y="155384"/>
            <a:ext cx="3529584" cy="874713"/>
          </a:xfrm>
          <a:prstGeom prst="rect">
            <a:avLst/>
          </a:prstGeom>
          <a:solidFill>
            <a:srgbClr val="33B2C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3"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76.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88.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88.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88.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88.xml"/><Relationship Id="rId5" Type="http://schemas.openxmlformats.org/officeDocument/2006/relationships/image" Target="../media/image13.sv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88.xml"/><Relationship Id="rId4" Type="http://schemas.openxmlformats.org/officeDocument/2006/relationships/image" Target="../media/image14.jpeg"/></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88.xml"/></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88.xml"/><Relationship Id="rId5" Type="http://schemas.openxmlformats.org/officeDocument/2006/relationships/image" Target="../media/image13.sv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88.xml"/><Relationship Id="rId4" Type="http://schemas.openxmlformats.org/officeDocument/2006/relationships/image" Target="../media/image15.jpeg"/></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88.xml"/></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88.xml"/><Relationship Id="rId4" Type="http://schemas.openxmlformats.org/officeDocument/2006/relationships/image" Target="../media/image16.jpeg"/></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88.xml"/><Relationship Id="rId4" Type="http://schemas.openxmlformats.org/officeDocument/2006/relationships/image" Target="../media/image17.jpeg"/></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88.xml"/><Relationship Id="rId4" Type="http://schemas.openxmlformats.org/officeDocument/2006/relationships/image" Target="../media/image18.jpeg"/></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88.xml"/><Relationship Id="rId4" Type="http://schemas.openxmlformats.org/officeDocument/2006/relationships/image" Target="../media/image19.jpeg"/></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88.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88.xml"/></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88.xml"/></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88.xml"/></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88.xml"/></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88.xml"/><Relationship Id="rId4" Type="http://schemas.openxmlformats.org/officeDocument/2006/relationships/image" Target="../media/image21.jpeg"/></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88.xml"/></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88.xml"/><Relationship Id="rId4" Type="http://schemas.openxmlformats.org/officeDocument/2006/relationships/image" Target="../media/image22.jpeg"/></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88.xml"/><Relationship Id="rId4" Type="http://schemas.openxmlformats.org/officeDocument/2006/relationships/image" Target="../media/image23.jpeg"/></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88.xml"/><Relationship Id="rId4" Type="http://schemas.openxmlformats.org/officeDocument/2006/relationships/image" Target="../media/image24.jpeg"/></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88.xml"/></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88.xml"/></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88.xml"/></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8.xml"/><Relationship Id="rId1" Type="http://schemas.openxmlformats.org/officeDocument/2006/relationships/slideLayout" Target="../slideLayouts/slideLayout88.xml"/><Relationship Id="rId4" Type="http://schemas.openxmlformats.org/officeDocument/2006/relationships/image" Target="../media/image25.jpeg"/></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88.xml"/></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88.xml"/></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88.xml"/></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88.xml"/></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3.xml"/><Relationship Id="rId1" Type="http://schemas.openxmlformats.org/officeDocument/2006/relationships/slideLayout" Target="../slideLayouts/slideLayout88.xml"/></Relationships>
</file>

<file path=ppt/slides/_rels/slide3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4.xml"/><Relationship Id="rId1" Type="http://schemas.openxmlformats.org/officeDocument/2006/relationships/slideLayout" Target="../slideLayouts/slideLayout88.xml"/></Relationships>
</file>

<file path=ppt/slides/_rels/slide3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5.xml"/><Relationship Id="rId1" Type="http://schemas.openxmlformats.org/officeDocument/2006/relationships/slideLayout" Target="../slideLayouts/slideLayout88.xml"/><Relationship Id="rId4" Type="http://schemas.openxmlformats.org/officeDocument/2006/relationships/image" Target="../media/image26.jpeg"/></Relationships>
</file>

<file path=ppt/slides/_rels/slide3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8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2130426"/>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الوحدة 13</a:t>
            </a:r>
            <a:br>
              <a:rPr lang="en-GB" altLang="en-US" sz="4600" dirty="0"/>
            </a:br>
            <a:r>
              <a:rPr lang="ar" sz="4600" dirty="0"/>
              <a:t>تقنية اللحام</a:t>
            </a:r>
            <a:br>
              <a:rPr lang="en-GB" altLang="en-US" sz="4600" dirty="0"/>
            </a:br>
            <a:br>
              <a:rPr lang="en-US" altLang="en-US" sz="4600" dirty="0"/>
            </a:br>
            <a:endParaRPr lang="en-GB" altLang="en-US" sz="4600" dirty="0"/>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a:xfrm>
            <a:off x="0" y="6459538"/>
            <a:ext cx="9144000" cy="287337"/>
          </a:xfrm>
        </p:spPr>
        <p:txBody>
          <a:bodyPr wrap="square" rtlCol="1" anchor="t">
            <a:noAutofit/>
          </a:bodyPr>
          <a:lstStyle/>
          <a:p>
            <a:pPr algn="ctr" rtl="1">
              <a:lnSpc>
                <a:spcPct val="90000"/>
              </a:lnSpc>
              <a:spcAft>
                <a:spcPts val="600"/>
              </a:spcAft>
              <a:defRPr/>
            </a:pPr>
            <a:r>
              <a:rPr lang="ar" sz="1400" dirty="0"/>
              <a:t>© حقوق التأليف والنشر لعام 2024 محفوظة لشركة بيرسون إديوكيشن ليمتد. يُسمح بالنسخ للمؤسسة المشترية فقط. </a:t>
            </a:r>
          </a:p>
        </p:txBody>
      </p:sp>
      <p:sp>
        <p:nvSpPr>
          <p:cNvPr id="2" name="Footer Placeholder 2">
            <a:extLst>
              <a:ext uri="{FF2B5EF4-FFF2-40B4-BE49-F238E27FC236}">
                <a16:creationId xmlns:a16="http://schemas.microsoft.com/office/drawing/2014/main" id="{FB5ADC26-EA2D-F422-D9A0-9A43AC962297}"/>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323528" y="1195388"/>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تقنية اللحام</a:t>
            </a:r>
          </a:p>
        </p:txBody>
      </p:sp>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309513" y="2204864"/>
            <a:ext cx="8424935" cy="38258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600" dirty="0"/>
              <a:t>يُعد اللحام عملية مهمة تستخدم في التصنيع والبناء والقطاعات الأخرى.</a:t>
            </a:r>
          </a:p>
          <a:p>
            <a:pPr rtl="1"/>
            <a:r>
              <a:rPr lang="ar" sz="2600" dirty="0"/>
              <a:t>ستعرف، في هذه الوحدة، أنواعًا مختلفة من عمليات اللحام وكيفية تنفيذها بأمان.</a:t>
            </a:r>
          </a:p>
          <a:p>
            <a:pPr rtl="1"/>
            <a:r>
              <a:rPr lang="ar" sz="2600" dirty="0"/>
              <a:t>ستدرس سلوكيات المواد المعدنية المختلفة في أثناء تنفيذ عمليات اللحام.</a:t>
            </a:r>
          </a:p>
          <a:p>
            <a:pPr rtl="1"/>
            <a:r>
              <a:rPr lang="ar" sz="2600" dirty="0"/>
              <a:t>وستكتسب مهارات عملية في تنفيذ مهام اللحام لإنتاج الوصلات ولحام المواد معًا في أوضاع مختلفة.</a:t>
            </a:r>
          </a:p>
        </p:txBody>
      </p:sp>
      <p:sp>
        <p:nvSpPr>
          <p:cNvPr id="2" name="Footer Placeholder 2">
            <a:extLst>
              <a:ext uri="{FF2B5EF4-FFF2-40B4-BE49-F238E27FC236}">
                <a16:creationId xmlns:a16="http://schemas.microsoft.com/office/drawing/2014/main" id="{95A8F708-AB96-D425-F1CD-102293B6880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388"/>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نتاجات التعلم</a:t>
            </a:r>
            <a:endParaRPr lang="en-GB" altLang="en-US" sz="4600" dirty="0"/>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491061" y="2276872"/>
            <a:ext cx="7991475" cy="3609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813" indent="-387350" defTabSz="431800" rtl="1">
              <a:buNone/>
            </a:pPr>
            <a:r>
              <a:rPr lang="ar" sz="2600" b="1" dirty="0"/>
              <a:t>أ	دراسة عمليات اللحام الشائعة المستخدمة لإنتاج وصلات ملحومة بأمان لاستعمالات مختلفة</a:t>
            </a:r>
            <a:endParaRPr lang="en-GB" altLang="en-US" sz="2600" dirty="0"/>
          </a:p>
          <a:p>
            <a:pPr marL="404813" indent="-404813" defTabSz="431800" rtl="1">
              <a:spcBef>
                <a:spcPts val="1200"/>
              </a:spcBef>
              <a:buNone/>
            </a:pPr>
            <a:r>
              <a:rPr lang="ar" sz="2600" b="1" dirty="0"/>
              <a:t>ب	دراسة المواد القابلة للحام وسلوكياتها في أثناء عملية اللحام</a:t>
            </a:r>
            <a:endParaRPr lang="en-GB" altLang="en-US" sz="2600" dirty="0"/>
          </a:p>
          <a:p>
            <a:pPr marL="404813" indent="-404813" defTabSz="431800" rtl="1">
              <a:spcBef>
                <a:spcPts val="1200"/>
              </a:spcBef>
              <a:buNone/>
            </a:pPr>
            <a:r>
              <a:rPr lang="ar" sz="2600" b="1" dirty="0"/>
              <a:t>ج	تنفيذ مهارات اللحام العملية بأمان لوصل المواد المعدنية ولحمها معًا</a:t>
            </a:r>
          </a:p>
          <a:p>
            <a:pPr marL="0" indent="0" defTabSz="431800" rtl="1">
              <a:spcBef>
                <a:spcPts val="1200"/>
              </a:spcBef>
              <a:buFont typeface="Wingdings" panose="05000000000000000000" pitchFamily="2" charset="2"/>
              <a:buNone/>
            </a:pPr>
            <a:endParaRPr lang="en-GB" altLang="en-US" b="1" dirty="0">
              <a:highlight>
                <a:srgbClr val="FFFF00"/>
              </a:highlight>
            </a:endParaRPr>
          </a:p>
          <a:p>
            <a:pPr marL="0" indent="0" defTabSz="431800" rtl="1">
              <a:spcBef>
                <a:spcPts val="1200"/>
              </a:spcBef>
              <a:buFont typeface="Wingdings" panose="05000000000000000000" pitchFamily="2" charset="2"/>
              <a:buNone/>
            </a:pPr>
            <a:endParaRPr lang="en-GB" altLang="en-US" b="1" dirty="0">
              <a:highlight>
                <a:srgbClr val="FFFF00"/>
              </a:highlight>
            </a:endParaRPr>
          </a:p>
          <a:p>
            <a:pPr marL="0" indent="0" defTabSz="431800" rtl="1">
              <a:spcBef>
                <a:spcPts val="1200"/>
              </a:spcBef>
              <a:buFont typeface="Wingdings" panose="05000000000000000000" pitchFamily="2" charset="2"/>
              <a:buNone/>
            </a:pPr>
            <a:br>
              <a:rPr lang="en-GB" altLang="en-US" dirty="0"/>
            </a:br>
            <a:r>
              <a:rPr lang="ar" dirty="0"/>
              <a:t>	</a:t>
            </a:r>
          </a:p>
        </p:txBody>
      </p:sp>
      <p:sp>
        <p:nvSpPr>
          <p:cNvPr id="2" name="Footer Placeholder 2">
            <a:extLst>
              <a:ext uri="{FF2B5EF4-FFF2-40B4-BE49-F238E27FC236}">
                <a16:creationId xmlns:a16="http://schemas.microsoft.com/office/drawing/2014/main" id="{0D14B2B2-A6E7-A3F0-42B8-A39E3A18210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أ</a:t>
            </a:r>
            <a:br>
              <a:rPr lang="en-US" altLang="en-US" sz="2600" dirty="0"/>
            </a:br>
            <a:br>
              <a:rPr lang="en-US" altLang="en-US" sz="2600" dirty="0"/>
            </a:br>
            <a:endParaRPr lang="en-GB" altLang="en-US" sz="2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116012" y="4149725"/>
            <a:ext cx="6769100" cy="215959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200" dirty="0"/>
              <a:t>مصطلحات متعلقة بعمليات اللحام ومعداته</a:t>
            </a:r>
          </a:p>
          <a:p>
            <a:pPr marL="685800" rtl="1"/>
            <a:r>
              <a:rPr lang="ar" sz="2200" dirty="0"/>
              <a:t>اللحام بالقوس المحمي بالغاز ~ غازات الحجب</a:t>
            </a:r>
          </a:p>
          <a:p>
            <a:pPr marL="685800" rtl="1"/>
            <a:r>
              <a:rPr lang="ar" sz="2200" dirty="0"/>
              <a:t>عمليات اللحام الشائعة</a:t>
            </a:r>
          </a:p>
          <a:p>
            <a:pPr marL="685800" rtl="1"/>
            <a:r>
              <a:rPr lang="ar" sz="2200" dirty="0"/>
              <a:t>تقنيات اللحام الكهربائية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2"/>
            <a:ext cx="7991475" cy="1151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dirty="0">
                <a:latin typeface="Sakkal Majalla" panose="02000000000000000000" pitchFamily="2" charset="-78"/>
                <a:cs typeface="Sakkal Majalla" panose="02000000000000000000" pitchFamily="2" charset="-78"/>
              </a:rPr>
              <a:t>دراسة عمليات اللحام الشائعة المستخدمة </a:t>
            </a:r>
            <a:br>
              <a:rPr lang="en-GB" altLang="en-US" sz="2600" b="1" dirty="0">
                <a:latin typeface="Sakkal Majalla" panose="02000000000000000000" pitchFamily="2" charset="-78"/>
                <a:cs typeface="Sakkal Majalla" panose="02000000000000000000" pitchFamily="2" charset="-78"/>
              </a:rPr>
            </a:br>
            <a:r>
              <a:rPr lang="ar" sz="2600" b="1" dirty="0">
                <a:latin typeface="Sakkal Majalla" panose="02000000000000000000" pitchFamily="2" charset="-78"/>
                <a:cs typeface="Sakkal Majalla" panose="02000000000000000000" pitchFamily="2" charset="-78"/>
              </a:rPr>
              <a:t>لإنتاج وصلات ملحومة بأمان </a:t>
            </a:r>
            <a:br>
              <a:rPr lang="en-GB" altLang="en-US" sz="2600" b="1" dirty="0">
                <a:latin typeface="Sakkal Majalla" panose="02000000000000000000" pitchFamily="2" charset="-78"/>
                <a:cs typeface="Sakkal Majalla" panose="02000000000000000000" pitchFamily="2" charset="-78"/>
              </a:rPr>
            </a:br>
            <a:r>
              <a:rPr lang="ar" sz="2600" b="1" dirty="0">
                <a:latin typeface="Sakkal Majalla" panose="02000000000000000000" pitchFamily="2" charset="-78"/>
                <a:cs typeface="Sakkal Majalla" panose="02000000000000000000" pitchFamily="2" charset="-78"/>
              </a:rPr>
              <a:t>لاستعمالات مختلفة</a:t>
            </a:r>
          </a:p>
        </p:txBody>
      </p:sp>
      <p:sp>
        <p:nvSpPr>
          <p:cNvPr id="2" name="Footer Placeholder 2">
            <a:extLst>
              <a:ext uri="{FF2B5EF4-FFF2-40B4-BE49-F238E27FC236}">
                <a16:creationId xmlns:a16="http://schemas.microsoft.com/office/drawing/2014/main" id="{C78FC9F3-C264-109C-6D49-DB14AC31474C}"/>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644" y="2204864"/>
            <a:ext cx="8208712" cy="424847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200" dirty="0"/>
              <a:t>توجد أنواع مختلفة من تقنيات اللحام اليدوي، وكل نوع يناسب مواد وتطبيقات مختلفة، مثل:</a:t>
            </a:r>
          </a:p>
          <a:p>
            <a:pPr marL="685800" rtl="1"/>
            <a:r>
              <a:rPr lang="ar" sz="2200" dirty="0"/>
              <a:t>اللحام اليدوي بالقوس المعدني (MMA)</a:t>
            </a:r>
          </a:p>
          <a:p>
            <a:pPr marL="685800" rtl="1"/>
            <a:r>
              <a:rPr lang="ar" sz="2200" dirty="0"/>
              <a:t>اللحام بقطب التنغستن والغاز الخامل (TIG)</a:t>
            </a:r>
          </a:p>
          <a:p>
            <a:pPr marL="685800" rtl="1"/>
            <a:r>
              <a:rPr lang="ar" sz="2200" dirty="0"/>
              <a:t>اللحام بالمعدن الغاز الخامل (MIG)</a:t>
            </a:r>
          </a:p>
          <a:p>
            <a:pPr marL="685800" rtl="1"/>
            <a:r>
              <a:rPr lang="ar" sz="2200" dirty="0"/>
              <a:t>اللحام بالمعدن والغاز النشط (MAG)</a:t>
            </a:r>
          </a:p>
          <a:p>
            <a:pPr marL="685800" rtl="1"/>
            <a:r>
              <a:rPr lang="ar" sz="2200" dirty="0"/>
              <a:t>اللحام بالقوس الكهربائي والسلك ذي القلب المصهور (FCAW)</a:t>
            </a:r>
          </a:p>
          <a:p>
            <a:pPr indent="0" rtl="1">
              <a:buNone/>
            </a:pPr>
            <a:endParaRPr lang="en-GB" altLang="en-US" sz="2000" dirty="0"/>
          </a:p>
          <a:p>
            <a:pPr indent="0" rtl="1">
              <a:buNone/>
            </a:pPr>
            <a:r>
              <a:rPr lang="ar" sz="2200" dirty="0"/>
              <a:t>ابحث المعدات والمواد الاستهلاكية المستخدمة في كل تقنية. ما الاختلافات الرئيسة بين أنواع عمليات اللحام؟ ما مزايا وعيوب كل تقنية؟</a:t>
            </a:r>
          </a:p>
          <a:p>
            <a:pPr marL="685800" rtl="1"/>
            <a:endParaRPr lang="en-GB" altLang="en-US" sz="2000" dirty="0"/>
          </a:p>
          <a:p>
            <a:pPr indent="0" rtl="1">
              <a:buFont typeface="Wingdings" panose="05000000000000000000" pitchFamily="2" charset="2"/>
              <a:buNone/>
            </a:pPr>
            <a:endParaRPr lang="en-GB" altLang="en-US" sz="2000" dirty="0"/>
          </a:p>
          <a:p>
            <a:pPr indent="0" algn="ctr" rtl="1">
              <a:buNone/>
            </a:pPr>
            <a:endParaRPr lang="en-GB" altLang="en-US"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dirty="0">
                <a:latin typeface="Sakkal Majalla" panose="02000000000000000000" pitchFamily="2" charset="-78"/>
                <a:cs typeface="Sakkal Majalla" panose="02000000000000000000" pitchFamily="2" charset="-78"/>
              </a:rPr>
              <a:t>مصطلحات متعلقة بعمليات اللحام ومعداته</a:t>
            </a:r>
          </a:p>
        </p:txBody>
      </p:sp>
      <p:pic>
        <p:nvPicPr>
          <p:cNvPr id="4" name="Graphic 3" descr="Clipboard outline">
            <a:extLst>
              <a:ext uri="{FF2B5EF4-FFF2-40B4-BE49-F238E27FC236}">
                <a16:creationId xmlns:a16="http://schemas.microsoft.com/office/drawing/2014/main" id="{FA1FC736-BE1F-0E27-93D0-317B7FFEE77A}"/>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8194104" y="5034880"/>
            <a:ext cx="914400" cy="914400"/>
          </a:xfrm>
          <a:prstGeom prst="rect">
            <a:avLst/>
          </a:prstGeom>
        </p:spPr>
      </p:pic>
      <p:sp>
        <p:nvSpPr>
          <p:cNvPr id="2" name="Footer Placeholder 2">
            <a:extLst>
              <a:ext uri="{FF2B5EF4-FFF2-40B4-BE49-F238E27FC236}">
                <a16:creationId xmlns:a16="http://schemas.microsoft.com/office/drawing/2014/main" id="{4E608B32-3E4B-64C7-3772-D2EA5C4C397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884549766"/>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55876" y="1941777"/>
            <a:ext cx="6120580" cy="29744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200" dirty="0"/>
              <a:t>توجد أنواع مختلفة من تقنيات اللحام الآلي والميكانيكي، وكل منها يناسب تطبيقات ومواد محددة، مثل:</a:t>
            </a:r>
          </a:p>
          <a:p>
            <a:pPr marL="685800" rtl="1"/>
            <a:r>
              <a:rPr lang="ar" sz="2200" dirty="0"/>
              <a:t>اللحام المداري: يُعد إصدارًا آليًا من اللحام بقطب التنغستن والغاز الخامل (TIG) ويُستخدم للحام الأنابيب المصنوعة من الفولاذ المقاوم للصدأ.</a:t>
            </a:r>
          </a:p>
          <a:p>
            <a:pPr marL="685800" rtl="1"/>
            <a:r>
              <a:rPr lang="ar" sz="2200" dirty="0"/>
              <a:t>اللحام بالمقاومة: يُستخدم لربط الصفائح المعدنية معًا، واللحام الموضعي أحد الأمثلة على اللحام بالمقاومة.</a:t>
            </a:r>
          </a:p>
          <a:p>
            <a:pPr indent="0" algn="ctr" rtl="1">
              <a:buNone/>
            </a:pPr>
            <a:endParaRPr lang="en-GB" altLang="en-US"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dirty="0">
                <a:latin typeface="Sakkal Majalla" panose="02000000000000000000" pitchFamily="2" charset="-78"/>
                <a:cs typeface="Sakkal Majalla" panose="02000000000000000000" pitchFamily="2" charset="-78"/>
              </a:rPr>
              <a:t>مصطلحات متعلقة بعمليات اللحام ومعداته</a:t>
            </a:r>
          </a:p>
        </p:txBody>
      </p:sp>
      <p:sp>
        <p:nvSpPr>
          <p:cNvPr id="5" name="Content Placeholder 3">
            <a:extLst>
              <a:ext uri="{FF2B5EF4-FFF2-40B4-BE49-F238E27FC236}">
                <a16:creationId xmlns:a16="http://schemas.microsoft.com/office/drawing/2014/main" id="{D467462A-827F-2F34-8649-3F5D4E65E444}"/>
              </a:ext>
            </a:extLst>
          </p:cNvPr>
          <p:cNvSpPr txBox="1">
            <a:spLocks noChangeArrowheads="1"/>
          </p:cNvSpPr>
          <p:nvPr/>
        </p:nvSpPr>
        <p:spPr bwMode="auto">
          <a:xfrm>
            <a:off x="2195736" y="5086627"/>
            <a:ext cx="6120580" cy="1149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indent="0" algn="r" rtl="1">
              <a:buFont typeface="Wingdings" panose="05000000000000000000" pitchFamily="2" charset="2"/>
              <a:buNone/>
            </a:pPr>
            <a:r>
              <a:rPr lang="ar" sz="2200" kern="0" dirty="0">
                <a:latin typeface="Sakkal Majalla" panose="02000000000000000000" pitchFamily="2" charset="-78"/>
                <a:cs typeface="Sakkal Majalla" panose="02000000000000000000" pitchFamily="2" charset="-78"/>
              </a:rPr>
              <a:t>يخلق اللحام الموضعي بقعة لحام موضعية لربط الصفائح الرقيقة معًا.</a:t>
            </a:r>
          </a:p>
          <a:p>
            <a:pPr indent="0" algn="r" rtl="1">
              <a:buFont typeface="Wingdings" panose="05000000000000000000" pitchFamily="2" charset="2"/>
              <a:buNone/>
            </a:pPr>
            <a:r>
              <a:rPr lang="ar" sz="2200" kern="0" dirty="0">
                <a:latin typeface="Sakkal Majalla" panose="02000000000000000000" pitchFamily="2" charset="-78"/>
                <a:cs typeface="Sakkal Majalla" panose="02000000000000000000" pitchFamily="2" charset="-78"/>
              </a:rPr>
              <a:t>ما الصناعة التي غالبًا ما تستخدم اللحام الموضعي؟</a:t>
            </a:r>
            <a:endParaRPr lang="en-GB" altLang="en-US" sz="2200" kern="0" dirty="0">
              <a:latin typeface="Sakkal Majalla" panose="02000000000000000000" pitchFamily="2" charset="-78"/>
              <a:cs typeface="Sakkal Majalla" panose="02000000000000000000" pitchFamily="2" charset="-78"/>
            </a:endParaRPr>
          </a:p>
          <a:p>
            <a:pPr marL="685800" rtl="1"/>
            <a:endParaRPr lang="en-GB" altLang="en-US" kern="0" dirty="0">
              <a:latin typeface="Sakkal Majalla" panose="02000000000000000000" pitchFamily="2" charset="-78"/>
              <a:cs typeface="Sakkal Majalla" panose="02000000000000000000" pitchFamily="2" charset="-78"/>
            </a:endParaRPr>
          </a:p>
        </p:txBody>
      </p:sp>
      <p:pic>
        <p:nvPicPr>
          <p:cNvPr id="6" name="Picture 5" descr="A close up of a machine&#10;&#10;Description automatically generated">
            <a:extLst>
              <a:ext uri="{FF2B5EF4-FFF2-40B4-BE49-F238E27FC236}">
                <a16:creationId xmlns:a16="http://schemas.microsoft.com/office/drawing/2014/main" id="{F1F69102-1C02-B149-5939-0712D1E7294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7544" y="3947946"/>
            <a:ext cx="1458067" cy="2131206"/>
          </a:xfrm>
          <a:prstGeom prst="rect">
            <a:avLst/>
          </a:prstGeom>
        </p:spPr>
      </p:pic>
      <p:sp>
        <p:nvSpPr>
          <p:cNvPr id="2" name="Footer Placeholder 2">
            <a:extLst>
              <a:ext uri="{FF2B5EF4-FFF2-40B4-BE49-F238E27FC236}">
                <a16:creationId xmlns:a16="http://schemas.microsoft.com/office/drawing/2014/main" id="{B51AEEE4-D103-159A-2C2A-3F8C09ED5F41}"/>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658713100"/>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899592" y="2204864"/>
            <a:ext cx="7776764" cy="367240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200" dirty="0"/>
              <a:t>يُعتبر اللحام نشاطًا خطيرًا نظرًا لاعتماده على الكهرباء والحرارة. على سبيل المثال، توجد مخاطر حدوث:</a:t>
            </a:r>
          </a:p>
          <a:p>
            <a:pPr marL="685800" rtl="1"/>
            <a:r>
              <a:rPr lang="ar" sz="2200" dirty="0"/>
              <a:t>صعقة كهربائية</a:t>
            </a:r>
          </a:p>
          <a:p>
            <a:pPr marL="685800" rtl="1"/>
            <a:r>
              <a:rPr lang="ar" sz="2200" dirty="0"/>
              <a:t>حروق</a:t>
            </a:r>
          </a:p>
          <a:p>
            <a:pPr marL="685800" rtl="1"/>
            <a:r>
              <a:rPr lang="ar" sz="2200" dirty="0"/>
              <a:t>تلف العين بسبب الأشعة فوق البنفسجية</a:t>
            </a:r>
          </a:p>
          <a:p>
            <a:pPr marL="685800" rtl="1"/>
            <a:r>
              <a:rPr lang="ar" sz="2200" dirty="0"/>
              <a:t>أدخنة</a:t>
            </a:r>
          </a:p>
          <a:p>
            <a:pPr marL="685800" rtl="1"/>
            <a:r>
              <a:rPr lang="ar" sz="2200" dirty="0"/>
              <a:t>حرائق</a:t>
            </a:r>
          </a:p>
          <a:p>
            <a:pPr marL="685800" rtl="1"/>
            <a:endParaRPr lang="en-GB" altLang="en-US" sz="2200" dirty="0"/>
          </a:p>
          <a:p>
            <a:pPr indent="0" rtl="1">
              <a:buNone/>
            </a:pPr>
            <a:r>
              <a:rPr lang="ar" sz="2200" dirty="0"/>
              <a:t>هل يمكنك التفكير في المخاطر والأخطار الأخرى المرتبطة باللحام؟</a:t>
            </a:r>
          </a:p>
          <a:p>
            <a:pPr indent="0" algn="ctr" rtl="1">
              <a:buNone/>
            </a:pPr>
            <a:endParaRPr lang="en-GB" altLang="en-US"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dirty="0">
                <a:latin typeface="Sakkal Majalla" panose="02000000000000000000" pitchFamily="2" charset="-78"/>
                <a:cs typeface="Sakkal Majalla" panose="02000000000000000000" pitchFamily="2" charset="-78"/>
              </a:rPr>
              <a:t>مصطلحات متعلقة بعمليات اللحام ومعداته</a:t>
            </a:r>
          </a:p>
        </p:txBody>
      </p:sp>
      <p:sp>
        <p:nvSpPr>
          <p:cNvPr id="2" name="Footer Placeholder 2">
            <a:extLst>
              <a:ext uri="{FF2B5EF4-FFF2-40B4-BE49-F238E27FC236}">
                <a16:creationId xmlns:a16="http://schemas.microsoft.com/office/drawing/2014/main" id="{C009F0FD-E9D9-FBF8-AA62-88A959F6658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1820882053"/>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899592" y="2204864"/>
            <a:ext cx="7776764" cy="30243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200" dirty="0"/>
              <a:t>عند العمل في اللحام، قد تواجه مشكلات مختلفة، على سبيل المثال من الممكن حدوث ما يأتي:</a:t>
            </a:r>
          </a:p>
          <a:p>
            <a:pPr marL="685800" rtl="1"/>
            <a:r>
              <a:rPr lang="ar" sz="2200" dirty="0"/>
              <a:t>التصاق القطب الكهربائي بقطعة العمل.</a:t>
            </a:r>
          </a:p>
          <a:p>
            <a:pPr marL="685800" rtl="1"/>
            <a:r>
              <a:rPr lang="ar" sz="2200" dirty="0"/>
              <a:t>انحراف قوس اللحام بسبب ظاهرة الانحراف المغناطيسي.</a:t>
            </a:r>
          </a:p>
          <a:p>
            <a:pPr marL="685800" rtl="1"/>
            <a:r>
              <a:rPr lang="ar" sz="2200" dirty="0"/>
              <a:t>تشوه قطعة العمل أو انحنائها أو التفافها بسبب ارتفاع حرارة اللحام.</a:t>
            </a:r>
          </a:p>
          <a:p>
            <a:pPr marL="685800" rtl="1"/>
            <a:r>
              <a:rPr lang="ar" sz="2200" dirty="0"/>
              <a:t>تغطية اللحام ببقع معدنية متناثرة.</a:t>
            </a:r>
          </a:p>
          <a:p>
            <a:pPr marL="685800" rtl="1"/>
            <a:r>
              <a:rPr lang="ar" sz="2200" dirty="0"/>
              <a:t>عدم اندماج اللحام مع معدن قطعة العمل.</a:t>
            </a:r>
          </a:p>
          <a:p>
            <a:pPr indent="0" algn="ctr" rtl="1">
              <a:buNone/>
            </a:pPr>
            <a:endParaRPr lang="en-GB" altLang="en-US"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dirty="0">
                <a:latin typeface="Sakkal Majalla" panose="02000000000000000000" pitchFamily="2" charset="-78"/>
                <a:cs typeface="Sakkal Majalla" panose="02000000000000000000" pitchFamily="2" charset="-78"/>
              </a:rPr>
              <a:t>مصطلحات متعلقة بعمليات اللحام ومعداته</a:t>
            </a:r>
          </a:p>
        </p:txBody>
      </p:sp>
      <p:sp>
        <p:nvSpPr>
          <p:cNvPr id="3" name="Content Placeholder 3">
            <a:extLst>
              <a:ext uri="{FF2B5EF4-FFF2-40B4-BE49-F238E27FC236}">
                <a16:creationId xmlns:a16="http://schemas.microsoft.com/office/drawing/2014/main" id="{BB853061-05B5-A2BB-D9D7-A0F676D8D513}"/>
              </a:ext>
            </a:extLst>
          </p:cNvPr>
          <p:cNvSpPr txBox="1">
            <a:spLocks noChangeArrowheads="1"/>
          </p:cNvSpPr>
          <p:nvPr/>
        </p:nvSpPr>
        <p:spPr bwMode="auto">
          <a:xfrm>
            <a:off x="539652" y="5352393"/>
            <a:ext cx="7776764" cy="719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indent="0" rtl="1">
              <a:buFont typeface="Wingdings" panose="05000000000000000000" pitchFamily="2" charset="2"/>
              <a:buNone/>
            </a:pPr>
            <a:r>
              <a:rPr lang="ar" sz="2200" kern="0" dirty="0">
                <a:latin typeface="Sakkal Majalla" panose="02000000000000000000" pitchFamily="2" charset="-78"/>
                <a:cs typeface="Sakkal Majalla" panose="02000000000000000000" pitchFamily="2" charset="-78"/>
              </a:rPr>
              <a:t>بالبحث في الإنترنت، هل يمكنك تحديد المشكلات الأخرى التي قد تحدث عند اللحام؟</a:t>
            </a:r>
          </a:p>
          <a:p>
            <a:pPr indent="0" algn="ctr" rtl="1">
              <a:buFont typeface="Wingdings" panose="05000000000000000000" pitchFamily="2" charset="2"/>
              <a:buNone/>
            </a:pPr>
            <a:endParaRPr lang="en-GB" altLang="en-US" kern="0" dirty="0">
              <a:latin typeface="Sakkal Majalla" panose="02000000000000000000" pitchFamily="2" charset="-78"/>
              <a:cs typeface="Sakkal Majalla" panose="02000000000000000000" pitchFamily="2" charset="-78"/>
            </a:endParaRPr>
          </a:p>
        </p:txBody>
      </p:sp>
      <p:pic>
        <p:nvPicPr>
          <p:cNvPr id="4" name="Graphic 3" descr="Clipboard outline">
            <a:extLst>
              <a:ext uri="{FF2B5EF4-FFF2-40B4-BE49-F238E27FC236}">
                <a16:creationId xmlns:a16="http://schemas.microsoft.com/office/drawing/2014/main" id="{8EDEBC29-6AE7-0070-C8B6-52D757AE9F69}"/>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958310" y="5255047"/>
            <a:ext cx="914400" cy="914400"/>
          </a:xfrm>
          <a:prstGeom prst="rect">
            <a:avLst/>
          </a:prstGeom>
        </p:spPr>
      </p:pic>
      <p:sp>
        <p:nvSpPr>
          <p:cNvPr id="2" name="Footer Placeholder 2">
            <a:extLst>
              <a:ext uri="{FF2B5EF4-FFF2-40B4-BE49-F238E27FC236}">
                <a16:creationId xmlns:a16="http://schemas.microsoft.com/office/drawing/2014/main" id="{26EC7306-6D68-B694-0690-A9A9097E49A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2082964573"/>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699892" y="1844824"/>
            <a:ext cx="6120580" cy="33843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200" dirty="0"/>
              <a:t>يُستخدم غاز الحجب في عمليات اللحام التالية: اللحام بقطب التنغستن والغاز الخامل ( TIG)، واللحام بالمعدن والغاز الخامل (MIG)، واللحام بالمعدن والغاز النشط (MAG)، واللحام بالقوس الكهربائي والسلك ذي القلب المصهور (FCAW).</a:t>
            </a:r>
          </a:p>
          <a:p>
            <a:pPr marL="685800" rtl="1"/>
            <a:r>
              <a:rPr lang="ar" sz="2200" dirty="0"/>
              <a:t>يحمي الغاز بؤرة اللحام من التلوث. يُخزَّن الغاز في أسطوانة ويُغذى عبر خرطوم إلى الشعلة أو مسدس اللحام.</a:t>
            </a:r>
          </a:p>
          <a:p>
            <a:pPr marL="685800" rtl="1"/>
            <a:r>
              <a:rPr lang="ar" sz="2200" dirty="0"/>
              <a:t>تُرمَّز أسطوانات الغاز بالألوان لتعرف نوع الغاز الموجود فيها.</a:t>
            </a:r>
          </a:p>
          <a:p>
            <a:pPr marL="685800" rtl="1"/>
            <a:r>
              <a:rPr lang="ar" sz="2200" dirty="0"/>
              <a:t>تُنقل الأسطوانات بأمان باستخدام عربة نظرًا لوزنها الثقيل، ويجب تخزينها بأمان بعيدًا عن مصادر الاشتعال.</a:t>
            </a:r>
          </a:p>
          <a:p>
            <a:pPr indent="0" algn="ctr" rtl="1">
              <a:buNone/>
            </a:pPr>
            <a:endParaRPr lang="en-GB" altLang="en-US"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dirty="0">
                <a:latin typeface="Sakkal Majalla" panose="02000000000000000000" pitchFamily="2" charset="-78"/>
                <a:cs typeface="Sakkal Majalla" panose="02000000000000000000" pitchFamily="2" charset="-78"/>
              </a:rPr>
              <a:t>اللحام بالقوس المحمي بالغاز - غاز الحجب</a:t>
            </a:r>
          </a:p>
        </p:txBody>
      </p:sp>
      <p:sp>
        <p:nvSpPr>
          <p:cNvPr id="5" name="Content Placeholder 3">
            <a:extLst>
              <a:ext uri="{FF2B5EF4-FFF2-40B4-BE49-F238E27FC236}">
                <a16:creationId xmlns:a16="http://schemas.microsoft.com/office/drawing/2014/main" id="{D467462A-827F-2F34-8649-3F5D4E65E444}"/>
              </a:ext>
            </a:extLst>
          </p:cNvPr>
          <p:cNvSpPr txBox="1">
            <a:spLocks noChangeArrowheads="1"/>
          </p:cNvSpPr>
          <p:nvPr/>
        </p:nvSpPr>
        <p:spPr bwMode="auto">
          <a:xfrm>
            <a:off x="775073" y="5373216"/>
            <a:ext cx="6120580"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indent="0" algn="r" rtl="1">
              <a:buFont typeface="Wingdings" panose="05000000000000000000" pitchFamily="2" charset="2"/>
              <a:buNone/>
            </a:pPr>
            <a:r>
              <a:rPr lang="ar" sz="2200" kern="0" dirty="0">
                <a:latin typeface="Sakkal Majalla" panose="02000000000000000000" pitchFamily="2" charset="-78"/>
                <a:cs typeface="Sakkal Majalla" panose="02000000000000000000" pitchFamily="2" charset="-78"/>
              </a:rPr>
              <a:t>كيف يسهم غاز الحجب في منع تلوث اللحام؟</a:t>
            </a:r>
            <a:endParaRPr lang="en-GB" altLang="en-US" sz="2200" kern="0" dirty="0">
              <a:latin typeface="Sakkal Majalla" panose="02000000000000000000" pitchFamily="2" charset="-78"/>
              <a:cs typeface="Sakkal Majalla" panose="02000000000000000000" pitchFamily="2" charset="-78"/>
            </a:endParaRPr>
          </a:p>
          <a:p>
            <a:pPr marL="685800" rtl="1"/>
            <a:endParaRPr lang="en-GB" altLang="en-US" kern="0" dirty="0">
              <a:latin typeface="Sakkal Majalla" panose="02000000000000000000" pitchFamily="2" charset="-78"/>
              <a:cs typeface="Sakkal Majalla" panose="02000000000000000000" pitchFamily="2" charset="-78"/>
            </a:endParaRPr>
          </a:p>
        </p:txBody>
      </p:sp>
      <p:pic>
        <p:nvPicPr>
          <p:cNvPr id="4" name="Picture 3" descr="A close-up of a oxygen tank&#10;&#10;Description automatically generated">
            <a:extLst>
              <a:ext uri="{FF2B5EF4-FFF2-40B4-BE49-F238E27FC236}">
                <a16:creationId xmlns:a16="http://schemas.microsoft.com/office/drawing/2014/main" id="{C5ECA045-E4CB-85E2-8031-AA0AD1F1C56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35114" y="1907865"/>
            <a:ext cx="2221335" cy="3140968"/>
          </a:xfrm>
          <a:prstGeom prst="rect">
            <a:avLst/>
          </a:prstGeom>
        </p:spPr>
      </p:pic>
      <p:sp>
        <p:nvSpPr>
          <p:cNvPr id="2" name="Footer Placeholder 2">
            <a:extLst>
              <a:ext uri="{FF2B5EF4-FFF2-40B4-BE49-F238E27FC236}">
                <a16:creationId xmlns:a16="http://schemas.microsoft.com/office/drawing/2014/main" id="{A556B5BD-8814-E1F4-937C-BD95770FF90C}"/>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1239918978"/>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899592" y="2204864"/>
            <a:ext cx="7776764"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200" dirty="0"/>
              <a:t>توجد منظمات تنظيمية حول العالم تُشرف على استخدام غازات الحجب في عمليات اللحام لضمان السلامة والجودة والاستخدام الصحيح للمعدات.</a:t>
            </a:r>
          </a:p>
          <a:p>
            <a:pPr marL="685800" rtl="1"/>
            <a:r>
              <a:rPr lang="ar" sz="2200" dirty="0"/>
              <a:t>يُحدد المعيار الدولي </a:t>
            </a:r>
            <a:r>
              <a:rPr lang="en-US" sz="2200" dirty="0"/>
              <a:t>ISO 14175</a:t>
            </a:r>
            <a:r>
              <a:rPr lang="ar" sz="2200" dirty="0"/>
              <a:t> المتطلبات المتعلقة بتكوين الغازات المستخدمة في اللحام ودرجة نقاوتها.</a:t>
            </a:r>
          </a:p>
          <a:p>
            <a:pPr marL="685800" rtl="1"/>
            <a:r>
              <a:rPr lang="ar" sz="2200" dirty="0"/>
              <a:t>يمكن أن يؤدي استخدام غازات الحجب إلى مخاطر مثل الاختناق والاشتعال.</a:t>
            </a:r>
            <a:endParaRPr lang="en-GB" altLang="en-US" sz="2200"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dirty="0">
                <a:latin typeface="Sakkal Majalla" panose="02000000000000000000" pitchFamily="2" charset="-78"/>
                <a:cs typeface="Sakkal Majalla" panose="02000000000000000000" pitchFamily="2" charset="-78"/>
              </a:rPr>
              <a:t>اللحام بالقوس المحمي بالغاز - غاز الحجب</a:t>
            </a:r>
          </a:p>
        </p:txBody>
      </p:sp>
      <p:sp>
        <p:nvSpPr>
          <p:cNvPr id="3" name="Content Placeholder 3">
            <a:extLst>
              <a:ext uri="{FF2B5EF4-FFF2-40B4-BE49-F238E27FC236}">
                <a16:creationId xmlns:a16="http://schemas.microsoft.com/office/drawing/2014/main" id="{8139831D-0AB5-DEC9-4F3E-48FA6D15315C}"/>
              </a:ext>
            </a:extLst>
          </p:cNvPr>
          <p:cNvSpPr txBox="1">
            <a:spLocks noChangeArrowheads="1"/>
          </p:cNvSpPr>
          <p:nvPr/>
        </p:nvSpPr>
        <p:spPr bwMode="auto">
          <a:xfrm>
            <a:off x="917238" y="5229572"/>
            <a:ext cx="7776764"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indent="0" rtl="1">
              <a:buFont typeface="Wingdings" panose="05000000000000000000" pitchFamily="2" charset="2"/>
              <a:buNone/>
            </a:pPr>
            <a:r>
              <a:rPr lang="ar" sz="2200" kern="0" dirty="0">
                <a:latin typeface="Sakkal Majalla" panose="02000000000000000000" pitchFamily="2" charset="-78"/>
                <a:cs typeface="Sakkal Majalla" panose="02000000000000000000" pitchFamily="2" charset="-78"/>
              </a:rPr>
              <a:t>هل يمكنك التفكير في مخاطر أو أخطار أخرى قد تنجم عن استخدام غاز الحجب؟</a:t>
            </a:r>
            <a:endParaRPr lang="en-GB" altLang="en-US" sz="2200" kern="0" dirty="0">
              <a:latin typeface="Sakkal Majalla" panose="02000000000000000000" pitchFamily="2" charset="-78"/>
              <a:cs typeface="Sakkal Majalla" panose="02000000000000000000" pitchFamily="2" charset="-78"/>
            </a:endParaRPr>
          </a:p>
          <a:p>
            <a:pPr marL="685800" rtl="1"/>
            <a:endParaRPr lang="en-GB" altLang="en-US"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C6C81EA6-3555-4CAA-0736-5455994AC3E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324864907"/>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39444" y="2061543"/>
            <a:ext cx="4908620" cy="33039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200" dirty="0"/>
              <a:t>تحتوي شعلة اللحام بقطب التنغستن والغاز الخامل (TIG) على قطب كهربائي من التنغستن غير قابل للاستهلاك.</a:t>
            </a:r>
          </a:p>
          <a:p>
            <a:pPr marL="685800" rtl="1"/>
            <a:r>
              <a:rPr lang="ar" sz="2200" dirty="0"/>
              <a:t>يُعد التنغستن معدن ذو نقطة انصهار مرتفعة تصل إلى 3422 درجة مئوية، ما يجعله مناسبًا للحام المعادن الأخرى.</a:t>
            </a:r>
          </a:p>
          <a:p>
            <a:pPr marL="685800" rtl="1"/>
            <a:r>
              <a:rPr lang="ar" sz="2200" dirty="0"/>
              <a:t>وغالبًا ما يستخدم اللحام بقطب التنغستن والغاز الخامل (TIG) قضيب حشو، وهو قضيب أسطواني طويل ورقيق مصنوع من المعدن.</a:t>
            </a:r>
          </a:p>
          <a:p>
            <a:pPr indent="0" algn="ctr" rtl="1">
              <a:buNone/>
            </a:pPr>
            <a:endParaRPr lang="en-GB" altLang="en-US"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dirty="0">
                <a:latin typeface="Sakkal Majalla" panose="02000000000000000000" pitchFamily="2" charset="-78"/>
                <a:cs typeface="Sakkal Majalla" panose="02000000000000000000" pitchFamily="2" charset="-78"/>
              </a:rPr>
              <a:t>عمليات اللحام الشائعة</a:t>
            </a:r>
          </a:p>
        </p:txBody>
      </p:sp>
      <p:sp>
        <p:nvSpPr>
          <p:cNvPr id="5" name="Content Placeholder 3">
            <a:extLst>
              <a:ext uri="{FF2B5EF4-FFF2-40B4-BE49-F238E27FC236}">
                <a16:creationId xmlns:a16="http://schemas.microsoft.com/office/drawing/2014/main" id="{D467462A-827F-2F34-8649-3F5D4E65E444}"/>
              </a:ext>
            </a:extLst>
          </p:cNvPr>
          <p:cNvSpPr txBox="1">
            <a:spLocks noChangeArrowheads="1"/>
          </p:cNvSpPr>
          <p:nvPr/>
        </p:nvSpPr>
        <p:spPr bwMode="auto">
          <a:xfrm>
            <a:off x="1763688" y="5365446"/>
            <a:ext cx="6480720" cy="1087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indent="0" algn="r" rtl="1">
              <a:buFont typeface="Wingdings" panose="05000000000000000000" pitchFamily="2" charset="2"/>
              <a:buNone/>
            </a:pPr>
            <a:r>
              <a:rPr lang="ar" sz="2200" kern="0" dirty="0">
                <a:latin typeface="Sakkal Majalla" panose="02000000000000000000" pitchFamily="2" charset="-78"/>
                <a:cs typeface="Sakkal Majalla" panose="02000000000000000000" pitchFamily="2" charset="-78"/>
              </a:rPr>
              <a:t>عند لحام أنبوب من الفولاذ المقاوم للصدأ باستخدام شعلة اللحام بقطب التنغستن والغاز الخامل (TIG) وقضيب الحشو، كيف تختار معدن الحشو الذي تريد استخدامه؟</a:t>
            </a:r>
            <a:endParaRPr lang="en-GB" altLang="en-US" sz="2200" kern="0" dirty="0">
              <a:latin typeface="Sakkal Majalla" panose="02000000000000000000" pitchFamily="2" charset="-78"/>
              <a:cs typeface="Sakkal Majalla" panose="02000000000000000000" pitchFamily="2" charset="-78"/>
            </a:endParaRPr>
          </a:p>
          <a:p>
            <a:pPr marL="685800" rtl="1"/>
            <a:endParaRPr lang="en-GB" altLang="en-US" kern="0" dirty="0">
              <a:latin typeface="Sakkal Majalla" panose="02000000000000000000" pitchFamily="2" charset="-78"/>
              <a:cs typeface="Sakkal Majalla" panose="02000000000000000000" pitchFamily="2" charset="-78"/>
            </a:endParaRPr>
          </a:p>
        </p:txBody>
      </p:sp>
      <p:pic>
        <p:nvPicPr>
          <p:cNvPr id="6" name="Picture 5" descr="A person welding a pipe&#10;&#10;Description automatically generated">
            <a:extLst>
              <a:ext uri="{FF2B5EF4-FFF2-40B4-BE49-F238E27FC236}">
                <a16:creationId xmlns:a16="http://schemas.microsoft.com/office/drawing/2014/main" id="{CBF70127-E8AB-7DEA-C530-25B8D803109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896544" y="2276872"/>
            <a:ext cx="3923928" cy="2615952"/>
          </a:xfrm>
          <a:prstGeom prst="rect">
            <a:avLst/>
          </a:prstGeom>
        </p:spPr>
      </p:pic>
      <p:sp>
        <p:nvSpPr>
          <p:cNvPr id="2" name="Footer Placeholder 2">
            <a:extLst>
              <a:ext uri="{FF2B5EF4-FFF2-40B4-BE49-F238E27FC236}">
                <a16:creationId xmlns:a16="http://schemas.microsoft.com/office/drawing/2014/main" id="{61E38D61-8D8B-7176-D186-78350AED293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2051089772"/>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75856" y="1844824"/>
            <a:ext cx="5544616" cy="33843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200" dirty="0"/>
              <a:t>يحتوي مسدس اللحام المُستخدَم في اللحام بالمعدن والغاز الخامل (MIG) أو بالمعدن والغاز النشط (MAG) على سلك لحام يُستهلك في أثناء العملية.</a:t>
            </a:r>
          </a:p>
          <a:p>
            <a:pPr marL="685800" rtl="1"/>
            <a:r>
              <a:rPr lang="ar" sz="2200" dirty="0"/>
              <a:t>يُغذَّى سلك اللحام إلى رأس التلامس في مسدس اللحام باستخدام وحدة تلقيم الأسلاك.</a:t>
            </a:r>
          </a:p>
          <a:p>
            <a:pPr marL="685800" rtl="1"/>
            <a:r>
              <a:rPr lang="ar" sz="2200" dirty="0"/>
              <a:t>يتلامس رأس التلامس مع سلك اللحام لتكوين قوس كهربائي يذيب معدن اللحام.</a:t>
            </a:r>
          </a:p>
          <a:p>
            <a:pPr marL="685800" rtl="1"/>
            <a:r>
              <a:rPr lang="ar" sz="2200" dirty="0"/>
              <a:t>تتوفر رؤوس التلامس بأشكال ومواد وتصاميم متنوعة لتتناسب مع نوع اللحام المطلوب.</a:t>
            </a:r>
          </a:p>
          <a:p>
            <a:pPr indent="0" algn="ctr" rtl="1">
              <a:buNone/>
            </a:pPr>
            <a:endParaRPr lang="en-GB" altLang="en-US"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dirty="0">
                <a:latin typeface="Sakkal Majalla" panose="02000000000000000000" pitchFamily="2" charset="-78"/>
                <a:cs typeface="Sakkal Majalla" panose="02000000000000000000" pitchFamily="2" charset="-78"/>
              </a:rPr>
              <a:t>عمليات اللحام الشائعة</a:t>
            </a:r>
          </a:p>
        </p:txBody>
      </p:sp>
      <p:sp>
        <p:nvSpPr>
          <p:cNvPr id="5" name="Content Placeholder 3">
            <a:extLst>
              <a:ext uri="{FF2B5EF4-FFF2-40B4-BE49-F238E27FC236}">
                <a16:creationId xmlns:a16="http://schemas.microsoft.com/office/drawing/2014/main" id="{D467462A-827F-2F34-8649-3F5D4E65E444}"/>
              </a:ext>
            </a:extLst>
          </p:cNvPr>
          <p:cNvSpPr txBox="1">
            <a:spLocks noChangeArrowheads="1"/>
          </p:cNvSpPr>
          <p:nvPr/>
        </p:nvSpPr>
        <p:spPr bwMode="auto">
          <a:xfrm>
            <a:off x="1331640" y="5517232"/>
            <a:ext cx="655262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indent="0" algn="r" rtl="1">
              <a:buFont typeface="Wingdings" panose="05000000000000000000" pitchFamily="2" charset="2"/>
              <a:buNone/>
            </a:pPr>
            <a:r>
              <a:rPr lang="ar" sz="2200" kern="0" dirty="0">
                <a:latin typeface="Sakkal Majalla" panose="02000000000000000000" pitchFamily="2" charset="-78"/>
                <a:cs typeface="Sakkal Majalla" panose="02000000000000000000" pitchFamily="2" charset="-78"/>
              </a:rPr>
              <a:t>متى يمكن أن تحتاج إلى استخدام رأس تلامس مصنوع من النحاس أو مطلي بالفضة أو الفولاذ المقاوم للصدأ في ماكينة اللحام بالمعدن والغاز الخامل (MIG)/ بالمعدن والغاز النشط (MAG)؟ </a:t>
            </a:r>
            <a:endParaRPr lang="en-GB" altLang="en-US" sz="2200" kern="0" dirty="0">
              <a:latin typeface="Sakkal Majalla" panose="02000000000000000000" pitchFamily="2" charset="-78"/>
              <a:cs typeface="Sakkal Majalla" panose="02000000000000000000" pitchFamily="2" charset="-78"/>
            </a:endParaRPr>
          </a:p>
          <a:p>
            <a:pPr marL="685800" rtl="1"/>
            <a:endParaRPr lang="en-GB" altLang="en-US" sz="2200" kern="0" dirty="0">
              <a:latin typeface="Sakkal Majalla" panose="02000000000000000000" pitchFamily="2" charset="-78"/>
              <a:cs typeface="Sakkal Majalla" panose="02000000000000000000" pitchFamily="2" charset="-78"/>
            </a:endParaRPr>
          </a:p>
        </p:txBody>
      </p:sp>
      <p:pic>
        <p:nvPicPr>
          <p:cNvPr id="6" name="Picture 5" descr="A hand holding a welding torch&#10;&#10;Description automatically generated">
            <a:extLst>
              <a:ext uri="{FF2B5EF4-FFF2-40B4-BE49-F238E27FC236}">
                <a16:creationId xmlns:a16="http://schemas.microsoft.com/office/drawing/2014/main" id="{66D426F3-AFD2-92AD-C8CC-D11DE6C4DF4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23529" y="3356992"/>
            <a:ext cx="2843808" cy="1895872"/>
          </a:xfrm>
          <a:prstGeom prst="rect">
            <a:avLst/>
          </a:prstGeom>
        </p:spPr>
      </p:pic>
      <p:sp>
        <p:nvSpPr>
          <p:cNvPr id="2" name="Footer Placeholder 2">
            <a:extLst>
              <a:ext uri="{FF2B5EF4-FFF2-40B4-BE49-F238E27FC236}">
                <a16:creationId xmlns:a16="http://schemas.microsoft.com/office/drawing/2014/main" id="{6B019B72-C2E1-B907-5734-20894D90F0AC}"/>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4088414069"/>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8" y="2013282"/>
            <a:ext cx="4968553" cy="343194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200" dirty="0"/>
              <a:t>تستخدم عملية اللحام بالقوس الكهربائي والسلك ذي القلب المصهور (FCAW) المعدات نفسها المستخدَمة في اللحام بالمعدن والغاز الخامل (MIG) واللحام بالمعدن والغاز النشط (MAG).</a:t>
            </a:r>
          </a:p>
          <a:p>
            <a:pPr marL="685800" rtl="1"/>
            <a:r>
              <a:rPr lang="ar" sz="2200" dirty="0"/>
              <a:t>يكون سلك اللحام مجوفًا ومحتويًا على مادة تدفق تعمل على حماية بؤرة اللحام، وبالتالي لا تقتضي الحاجة وجود غاز الحجب.</a:t>
            </a:r>
          </a:p>
          <a:p>
            <a:pPr marL="685800" rtl="1"/>
            <a:r>
              <a:rPr lang="ar" sz="2200" dirty="0"/>
              <a:t>يمكن أيضًا تسمية عملية اللحام بالقوس الكهربائي والسلك ذي القلب المصهور (FCAW) باللحام الأساس ذاتي الحجب.</a:t>
            </a:r>
          </a:p>
          <a:p>
            <a:pPr indent="0" algn="ctr" rtl="1">
              <a:buNone/>
            </a:pPr>
            <a:endParaRPr lang="en-GB" altLang="en-US"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43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dirty="0">
                <a:latin typeface="Sakkal Majalla" panose="02000000000000000000" pitchFamily="2" charset="-78"/>
                <a:cs typeface="Sakkal Majalla" panose="02000000000000000000" pitchFamily="2" charset="-78"/>
              </a:rPr>
              <a:t>عمليات اللحام الشائعة</a:t>
            </a:r>
          </a:p>
        </p:txBody>
      </p:sp>
      <p:sp>
        <p:nvSpPr>
          <p:cNvPr id="5" name="Content Placeholder 3">
            <a:extLst>
              <a:ext uri="{FF2B5EF4-FFF2-40B4-BE49-F238E27FC236}">
                <a16:creationId xmlns:a16="http://schemas.microsoft.com/office/drawing/2014/main" id="{D467462A-827F-2F34-8649-3F5D4E65E444}"/>
              </a:ext>
            </a:extLst>
          </p:cNvPr>
          <p:cNvSpPr txBox="1">
            <a:spLocks noChangeArrowheads="1"/>
          </p:cNvSpPr>
          <p:nvPr/>
        </p:nvSpPr>
        <p:spPr bwMode="auto">
          <a:xfrm>
            <a:off x="1115716" y="5733628"/>
            <a:ext cx="676865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indent="0" algn="r" rtl="1">
              <a:buFont typeface="Wingdings" panose="05000000000000000000" pitchFamily="2" charset="2"/>
              <a:buNone/>
            </a:pPr>
            <a:r>
              <a:rPr lang="ar" sz="2200" kern="0" dirty="0">
                <a:latin typeface="Sakkal Majalla" panose="02000000000000000000" pitchFamily="2" charset="-78"/>
                <a:cs typeface="Sakkal Majalla" panose="02000000000000000000" pitchFamily="2" charset="-78"/>
              </a:rPr>
              <a:t>ما فوائد عدم الحاجة إلى غاز الحجب في عملية اللحام بالقوس الكهربائي والسلك ذي القلب المصهور (FCAW) أو اللحام الأساسي ذاتي الحجب؟</a:t>
            </a:r>
            <a:endParaRPr lang="en-GB" altLang="en-US" sz="2200" kern="0" dirty="0">
              <a:latin typeface="Sakkal Majalla" panose="02000000000000000000" pitchFamily="2" charset="-78"/>
              <a:cs typeface="Sakkal Majalla" panose="02000000000000000000" pitchFamily="2" charset="-78"/>
            </a:endParaRPr>
          </a:p>
          <a:p>
            <a:pPr marL="685800" rtl="1"/>
            <a:endParaRPr lang="en-GB" altLang="en-US" sz="2200" kern="0" dirty="0">
              <a:latin typeface="Sakkal Majalla" panose="02000000000000000000" pitchFamily="2" charset="-78"/>
              <a:cs typeface="Sakkal Majalla" panose="02000000000000000000" pitchFamily="2" charset="-78"/>
            </a:endParaRPr>
          </a:p>
        </p:txBody>
      </p:sp>
      <p:pic>
        <p:nvPicPr>
          <p:cNvPr id="4" name="Picture 3" descr="A person wearing a mask and gloves welding a metal beam&#10;&#10;Description automatically generated">
            <a:extLst>
              <a:ext uri="{FF2B5EF4-FFF2-40B4-BE49-F238E27FC236}">
                <a16:creationId xmlns:a16="http://schemas.microsoft.com/office/drawing/2014/main" id="{76ECF7E0-C1AB-458F-0D2A-5B535F3A3B2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113877" y="2280374"/>
            <a:ext cx="3706595" cy="2775744"/>
          </a:xfrm>
          <a:prstGeom prst="rect">
            <a:avLst/>
          </a:prstGeom>
        </p:spPr>
      </p:pic>
      <p:sp>
        <p:nvSpPr>
          <p:cNvPr id="2" name="Footer Placeholder 2">
            <a:extLst>
              <a:ext uri="{FF2B5EF4-FFF2-40B4-BE49-F238E27FC236}">
                <a16:creationId xmlns:a16="http://schemas.microsoft.com/office/drawing/2014/main" id="{3F7774A1-A664-5A0A-64B9-516D3410B03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2618866989"/>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572000" y="1680646"/>
            <a:ext cx="4392389" cy="386399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200" b="1" dirty="0"/>
              <a:t>عملية اللحام اليدوي بالقوس المعدني (MMA)</a:t>
            </a:r>
          </a:p>
          <a:p>
            <a:pPr marL="685800" rtl="1"/>
            <a:r>
              <a:rPr lang="ar" sz="2200" dirty="0"/>
              <a:t>تستخدم طريقة اللحام اليدوي بالقوس المعدني (MMA) قطبًا كهربائيًا يُعرف بقطب اللحام، ولهذا السبب تُسمى هذه الطريقة أحيانًا باسم "اللحام بالقطب".</a:t>
            </a:r>
          </a:p>
          <a:p>
            <a:pPr marL="685800" rtl="1"/>
            <a:r>
              <a:rPr lang="ar" sz="2200" dirty="0"/>
              <a:t>يُسخِّن التيار الكهربائي القطب إلى درجات حرارة تتراوح بين 5,000 و20,000 درجة مئوية لتكوين قوس كهربائي يشكّل بؤرة اللحام.</a:t>
            </a:r>
          </a:p>
          <a:p>
            <a:pPr marL="685800" rtl="1"/>
            <a:r>
              <a:rPr lang="ar" sz="2200" dirty="0"/>
              <a:t>ويُثبَّت القطب بين فكّي حامل القطب.</a:t>
            </a:r>
            <a:endParaRPr lang="en-GB" altLang="en-US" sz="2200"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43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dirty="0">
                <a:latin typeface="Sakkal Majalla" panose="02000000000000000000" pitchFamily="2" charset="-78"/>
                <a:cs typeface="Sakkal Majalla" panose="02000000000000000000" pitchFamily="2" charset="-78"/>
              </a:rPr>
              <a:t>عمليات اللحام الشائعة</a:t>
            </a:r>
          </a:p>
        </p:txBody>
      </p:sp>
      <p:sp>
        <p:nvSpPr>
          <p:cNvPr id="5" name="Content Placeholder 3">
            <a:extLst>
              <a:ext uri="{FF2B5EF4-FFF2-40B4-BE49-F238E27FC236}">
                <a16:creationId xmlns:a16="http://schemas.microsoft.com/office/drawing/2014/main" id="{D467462A-827F-2F34-8649-3F5D4E65E444}"/>
              </a:ext>
            </a:extLst>
          </p:cNvPr>
          <p:cNvSpPr txBox="1">
            <a:spLocks noChangeArrowheads="1"/>
          </p:cNvSpPr>
          <p:nvPr/>
        </p:nvSpPr>
        <p:spPr bwMode="auto">
          <a:xfrm>
            <a:off x="351806" y="5650929"/>
            <a:ext cx="8352928" cy="984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indent="0" algn="r" rtl="1">
              <a:buFont typeface="Wingdings" panose="05000000000000000000" pitchFamily="2" charset="2"/>
              <a:buNone/>
            </a:pPr>
            <a:r>
              <a:rPr lang="ar" sz="2200" dirty="0">
                <a:latin typeface="Sakkal Majalla" panose="02000000000000000000" pitchFamily="2" charset="-78"/>
                <a:cs typeface="Sakkal Majalla" panose="02000000000000000000" pitchFamily="2" charset="-78"/>
              </a:rPr>
              <a:t>كيف يمكن إشعال القوس باستخدام معدات اللحام اليدوي بالقوس المعدني (MMA) </a:t>
            </a:r>
            <a:br>
              <a:rPr lang="en-US" sz="2200" dirty="0">
                <a:latin typeface="Sakkal Majalla" panose="02000000000000000000" pitchFamily="2" charset="-78"/>
                <a:cs typeface="Sakkal Majalla" panose="02000000000000000000" pitchFamily="2" charset="-78"/>
              </a:rPr>
            </a:br>
            <a:r>
              <a:rPr lang="ar" sz="2200" dirty="0">
                <a:latin typeface="Sakkal Majalla" panose="02000000000000000000" pitchFamily="2" charset="-78"/>
                <a:cs typeface="Sakkal Majalla" panose="02000000000000000000" pitchFamily="2" charset="-78"/>
              </a:rPr>
              <a:t>والقطب الكهربائي؟  وكيف تُخزَّن الأقطاب الكهربائية بأمان عند عدم استخدامها؟</a:t>
            </a:r>
            <a:endParaRPr lang="en-GB" altLang="en-US" sz="2200" kern="0" dirty="0">
              <a:latin typeface="Sakkal Majalla" panose="02000000000000000000" pitchFamily="2" charset="-78"/>
              <a:cs typeface="Sakkal Majalla" panose="02000000000000000000" pitchFamily="2" charset="-78"/>
            </a:endParaRPr>
          </a:p>
        </p:txBody>
      </p:sp>
      <p:pic>
        <p:nvPicPr>
          <p:cNvPr id="6" name="Picture 5" descr="A person welding a pipe&#10;&#10;Description automatically generated">
            <a:extLst>
              <a:ext uri="{FF2B5EF4-FFF2-40B4-BE49-F238E27FC236}">
                <a16:creationId xmlns:a16="http://schemas.microsoft.com/office/drawing/2014/main" id="{B104607F-EB09-45EF-BEA9-01322622512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11954" y="2636912"/>
            <a:ext cx="3564397" cy="2376264"/>
          </a:xfrm>
          <a:prstGeom prst="rect">
            <a:avLst/>
          </a:prstGeom>
        </p:spPr>
      </p:pic>
      <p:sp>
        <p:nvSpPr>
          <p:cNvPr id="2" name="Footer Placeholder 2">
            <a:extLst>
              <a:ext uri="{FF2B5EF4-FFF2-40B4-BE49-F238E27FC236}">
                <a16:creationId xmlns:a16="http://schemas.microsoft.com/office/drawing/2014/main" id="{247B4DFA-E62B-308D-04A6-728DD86AE5EF}"/>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1401675799"/>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36813" y="1710605"/>
            <a:ext cx="8352928" cy="69153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200" dirty="0"/>
              <a:t>تستخدم آلات اللحام إما التيار المتناوب (AC) وإما التيار المستمر (DC) للحام.</a:t>
            </a:r>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43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dirty="0">
                <a:latin typeface="Sakkal Majalla" panose="02000000000000000000" pitchFamily="2" charset="-78"/>
                <a:cs typeface="Sakkal Majalla" panose="02000000000000000000" pitchFamily="2" charset="-78"/>
              </a:rPr>
              <a:t>تقنيات اللحام الكهربائية</a:t>
            </a:r>
          </a:p>
        </p:txBody>
      </p:sp>
      <p:sp>
        <p:nvSpPr>
          <p:cNvPr id="5" name="Content Placeholder 3">
            <a:extLst>
              <a:ext uri="{FF2B5EF4-FFF2-40B4-BE49-F238E27FC236}">
                <a16:creationId xmlns:a16="http://schemas.microsoft.com/office/drawing/2014/main" id="{D467462A-827F-2F34-8649-3F5D4E65E444}"/>
              </a:ext>
            </a:extLst>
          </p:cNvPr>
          <p:cNvSpPr txBox="1">
            <a:spLocks noChangeArrowheads="1"/>
          </p:cNvSpPr>
          <p:nvPr/>
        </p:nvSpPr>
        <p:spPr bwMode="auto">
          <a:xfrm>
            <a:off x="395536" y="5541660"/>
            <a:ext cx="8352928" cy="86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indent="0" rtl="1">
              <a:buFont typeface="Wingdings" panose="05000000000000000000" pitchFamily="2" charset="2"/>
              <a:buNone/>
            </a:pPr>
            <a:r>
              <a:rPr lang="ar" sz="1800" kern="0" dirty="0">
                <a:latin typeface="Sakkal Majalla" panose="02000000000000000000" pitchFamily="2" charset="-78"/>
                <a:cs typeface="Sakkal Majalla" panose="02000000000000000000" pitchFamily="2" charset="-78"/>
              </a:rPr>
              <a:t>تحتوي آلات اللحام على محول كهربائي يحول الطاقة الكهربائية ذات الجهد العالي والتيار المنخفض الموزعة من الشبكة الكهربائية إلى طاقة كهربائية ذات جهد منخفض وتيار عالي بحيث تكون مناسبة لعملية اللحام.</a:t>
            </a:r>
          </a:p>
        </p:txBody>
      </p:sp>
      <p:grpSp>
        <p:nvGrpSpPr>
          <p:cNvPr id="6" name="Group 5">
            <a:extLst>
              <a:ext uri="{FF2B5EF4-FFF2-40B4-BE49-F238E27FC236}">
                <a16:creationId xmlns:a16="http://schemas.microsoft.com/office/drawing/2014/main" id="{8D75724E-0C0E-EE57-DD63-1F4316555125}"/>
              </a:ext>
            </a:extLst>
          </p:cNvPr>
          <p:cNvGrpSpPr/>
          <p:nvPr/>
        </p:nvGrpSpPr>
        <p:grpSpPr>
          <a:xfrm>
            <a:off x="467545" y="2415650"/>
            <a:ext cx="8152483" cy="2856371"/>
            <a:chOff x="627141" y="2415650"/>
            <a:chExt cx="8152483" cy="2856371"/>
          </a:xfrm>
        </p:grpSpPr>
        <p:pic>
          <p:nvPicPr>
            <p:cNvPr id="3" name="Picture 2">
              <a:extLst>
                <a:ext uri="{FF2B5EF4-FFF2-40B4-BE49-F238E27FC236}">
                  <a16:creationId xmlns:a16="http://schemas.microsoft.com/office/drawing/2014/main" id="{40522258-01BC-A401-5598-23A8455A4B8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27141" y="2477884"/>
              <a:ext cx="7380312" cy="2704018"/>
            </a:xfrm>
            <a:prstGeom prst="rect">
              <a:avLst/>
            </a:prstGeom>
            <a:solidFill>
              <a:schemeClr val="accent1"/>
            </a:solidFill>
          </p:spPr>
        </p:pic>
        <p:grpSp>
          <p:nvGrpSpPr>
            <p:cNvPr id="4" name="Group 3">
              <a:extLst>
                <a:ext uri="{FF2B5EF4-FFF2-40B4-BE49-F238E27FC236}">
                  <a16:creationId xmlns:a16="http://schemas.microsoft.com/office/drawing/2014/main" id="{43345B4C-069C-41CE-39DD-AA69F82F1C45}"/>
                </a:ext>
              </a:extLst>
            </p:cNvPr>
            <p:cNvGrpSpPr/>
            <p:nvPr/>
          </p:nvGrpSpPr>
          <p:grpSpPr>
            <a:xfrm>
              <a:off x="1187624" y="2415650"/>
              <a:ext cx="7592000" cy="2856371"/>
              <a:chOff x="1187624" y="2415650"/>
              <a:chExt cx="7592000" cy="2856371"/>
            </a:xfrm>
          </p:grpSpPr>
          <p:sp>
            <p:nvSpPr>
              <p:cNvPr id="7" name="Content Placeholder 3">
                <a:extLst>
                  <a:ext uri="{FF2B5EF4-FFF2-40B4-BE49-F238E27FC236}">
                    <a16:creationId xmlns:a16="http://schemas.microsoft.com/office/drawing/2014/main" id="{7B64CD3C-A879-3947-F10F-4A5F4D4CA882}"/>
                  </a:ext>
                </a:extLst>
              </p:cNvPr>
              <p:cNvSpPr txBox="1">
                <a:spLocks noChangeArrowheads="1"/>
              </p:cNvSpPr>
              <p:nvPr/>
            </p:nvSpPr>
            <p:spPr bwMode="auto">
              <a:xfrm>
                <a:off x="1187624" y="4543462"/>
                <a:ext cx="2952328" cy="633500"/>
              </a:xfrm>
              <a:prstGeom prst="rect">
                <a:avLst/>
              </a:prstGeom>
              <a:solidFill>
                <a:schemeClr val="bg1"/>
              </a:solidFill>
              <a:ln>
                <a:noFill/>
              </a:ln>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indent="0" algn="ctr" rtl="1">
                  <a:buFont typeface="Wingdings" panose="05000000000000000000" pitchFamily="2" charset="2"/>
                  <a:buNone/>
                </a:pPr>
                <a:r>
                  <a:rPr lang="ar" sz="1800" kern="0" dirty="0">
                    <a:latin typeface="Sakkal Majalla" panose="02000000000000000000" pitchFamily="2" charset="-78"/>
                    <a:cs typeface="Sakkal Majalla" panose="02000000000000000000" pitchFamily="2" charset="-78"/>
                  </a:rPr>
                  <a:t>يكون اتجاه تيار الجهد ثابتًا دائمًا</a:t>
                </a:r>
              </a:p>
            </p:txBody>
          </p:sp>
          <p:sp>
            <p:nvSpPr>
              <p:cNvPr id="8" name="Content Placeholder 3">
                <a:extLst>
                  <a:ext uri="{FF2B5EF4-FFF2-40B4-BE49-F238E27FC236}">
                    <a16:creationId xmlns:a16="http://schemas.microsoft.com/office/drawing/2014/main" id="{35B272EF-16DD-D253-AB6B-02531410C8BF}"/>
                  </a:ext>
                </a:extLst>
              </p:cNvPr>
              <p:cNvSpPr txBox="1">
                <a:spLocks noChangeArrowheads="1"/>
              </p:cNvSpPr>
              <p:nvPr/>
            </p:nvSpPr>
            <p:spPr bwMode="auto">
              <a:xfrm>
                <a:off x="4731596" y="4448403"/>
                <a:ext cx="4048028" cy="823618"/>
              </a:xfrm>
              <a:prstGeom prst="rect">
                <a:avLst/>
              </a:prstGeom>
              <a:solidFill>
                <a:schemeClr val="bg1"/>
              </a:solidFill>
              <a:ln>
                <a:noFill/>
              </a:ln>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indent="0" algn="ctr" rtl="1">
                  <a:buFont typeface="Wingdings" panose="05000000000000000000" pitchFamily="2" charset="2"/>
                  <a:buNone/>
                </a:pPr>
                <a:r>
                  <a:rPr lang="ar" sz="1800" kern="0" dirty="0">
                    <a:latin typeface="Sakkal Majalla" panose="02000000000000000000" pitchFamily="2" charset="-78"/>
                    <a:cs typeface="Sakkal Majalla" panose="02000000000000000000" pitchFamily="2" charset="-78"/>
                  </a:rPr>
                  <a:t>يتغير اتجاه التيار والجهد بشكل دوري في التيار المتناوب.</a:t>
                </a:r>
              </a:p>
            </p:txBody>
          </p:sp>
          <p:sp>
            <p:nvSpPr>
              <p:cNvPr id="9" name="Content Placeholder 3">
                <a:extLst>
                  <a:ext uri="{FF2B5EF4-FFF2-40B4-BE49-F238E27FC236}">
                    <a16:creationId xmlns:a16="http://schemas.microsoft.com/office/drawing/2014/main" id="{BE4B47D7-79D1-C013-6C4C-81A917EEBF16}"/>
                  </a:ext>
                </a:extLst>
              </p:cNvPr>
              <p:cNvSpPr txBox="1">
                <a:spLocks noChangeArrowheads="1"/>
              </p:cNvSpPr>
              <p:nvPr/>
            </p:nvSpPr>
            <p:spPr bwMode="auto">
              <a:xfrm>
                <a:off x="1403648" y="2415650"/>
                <a:ext cx="2514802" cy="306779"/>
              </a:xfrm>
              <a:prstGeom prst="rect">
                <a:avLst/>
              </a:prstGeom>
              <a:solidFill>
                <a:schemeClr val="bg1"/>
              </a:solidFill>
              <a:ln>
                <a:noFill/>
              </a:ln>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indent="0" rtl="1">
                  <a:buFont typeface="Wingdings" panose="05000000000000000000" pitchFamily="2" charset="2"/>
                  <a:buNone/>
                </a:pPr>
                <a:r>
                  <a:rPr lang="ar" sz="1800" b="1" kern="0" dirty="0">
                    <a:latin typeface="Sakkal Majalla" panose="02000000000000000000" pitchFamily="2" charset="-78"/>
                    <a:cs typeface="Sakkal Majalla" panose="02000000000000000000" pitchFamily="2" charset="-78"/>
                  </a:rPr>
                  <a:t>التيار المستمر (DC)</a:t>
                </a:r>
              </a:p>
            </p:txBody>
          </p:sp>
          <p:sp>
            <p:nvSpPr>
              <p:cNvPr id="10" name="Content Placeholder 3">
                <a:extLst>
                  <a:ext uri="{FF2B5EF4-FFF2-40B4-BE49-F238E27FC236}">
                    <a16:creationId xmlns:a16="http://schemas.microsoft.com/office/drawing/2014/main" id="{D824C105-6E7A-CF62-9225-77D07A217805}"/>
                  </a:ext>
                </a:extLst>
              </p:cNvPr>
              <p:cNvSpPr txBox="1">
                <a:spLocks noChangeArrowheads="1"/>
              </p:cNvSpPr>
              <p:nvPr/>
            </p:nvSpPr>
            <p:spPr bwMode="auto">
              <a:xfrm>
                <a:off x="5317354" y="2415650"/>
                <a:ext cx="3071070" cy="306779"/>
              </a:xfrm>
              <a:prstGeom prst="rect">
                <a:avLst/>
              </a:prstGeom>
              <a:solidFill>
                <a:schemeClr val="bg1"/>
              </a:solidFill>
              <a:ln>
                <a:noFill/>
              </a:ln>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indent="0" rtl="1">
                  <a:buFont typeface="Wingdings" panose="05000000000000000000" pitchFamily="2" charset="2"/>
                  <a:buNone/>
                </a:pPr>
                <a:r>
                  <a:rPr lang="ar" sz="1800" b="1" kern="0" dirty="0">
                    <a:latin typeface="Sakkal Majalla" panose="02000000000000000000" pitchFamily="2" charset="-78"/>
                    <a:cs typeface="Sakkal Majalla" panose="02000000000000000000" pitchFamily="2" charset="-78"/>
                  </a:rPr>
                  <a:t>التيار المتناوب (AC)</a:t>
                </a:r>
              </a:p>
            </p:txBody>
          </p:sp>
        </p:grpSp>
      </p:grpSp>
      <p:sp>
        <p:nvSpPr>
          <p:cNvPr id="2" name="Footer Placeholder 2">
            <a:extLst>
              <a:ext uri="{FF2B5EF4-FFF2-40B4-BE49-F238E27FC236}">
                <a16:creationId xmlns:a16="http://schemas.microsoft.com/office/drawing/2014/main" id="{A1776430-9A59-B225-CD9C-39A3F043342B}"/>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134690117"/>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36813" y="1710605"/>
            <a:ext cx="8352928" cy="69153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200" dirty="0"/>
              <a:t>يُقاس مصدر الطاقة في ماكينة اللحام بناءً على الجهد الكهربائي، ودورة التشغيل، وشدة التيار الكهربائي.</a:t>
            </a:r>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43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dirty="0">
                <a:latin typeface="Sakkal Majalla" panose="02000000000000000000" pitchFamily="2" charset="-78"/>
                <a:cs typeface="Sakkal Majalla" panose="02000000000000000000" pitchFamily="2" charset="-78"/>
              </a:rPr>
              <a:t>تقنيات اللحام الكهربائية</a:t>
            </a:r>
          </a:p>
        </p:txBody>
      </p:sp>
      <p:sp>
        <p:nvSpPr>
          <p:cNvPr id="3" name="Content Placeholder 3">
            <a:extLst>
              <a:ext uri="{FF2B5EF4-FFF2-40B4-BE49-F238E27FC236}">
                <a16:creationId xmlns:a16="http://schemas.microsoft.com/office/drawing/2014/main" id="{65D6765C-D445-020E-0743-50278C353D4D}"/>
              </a:ext>
            </a:extLst>
          </p:cNvPr>
          <p:cNvSpPr txBox="1">
            <a:spLocks noChangeArrowheads="1"/>
          </p:cNvSpPr>
          <p:nvPr/>
        </p:nvSpPr>
        <p:spPr bwMode="auto">
          <a:xfrm>
            <a:off x="536813" y="2483573"/>
            <a:ext cx="8355667" cy="4041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r>
              <a:rPr lang="ar" sz="2200" kern="0" dirty="0">
                <a:latin typeface="Sakkal Majalla" panose="02000000000000000000" pitchFamily="2" charset="-78"/>
                <a:cs typeface="Sakkal Majalla" panose="02000000000000000000" pitchFamily="2" charset="-78"/>
              </a:rPr>
              <a:t>يُقاس جهد الدائرة المفتوحة عند طرف الخرج عندما لا يكون هناك أي حمل متصل ويمثل الظروف الأولية اللازمة لإشعال القوس.</a:t>
            </a:r>
          </a:p>
          <a:p>
            <a:pPr marL="685800" rtl="1"/>
            <a:r>
              <a:rPr lang="ar" sz="2200" kern="0" dirty="0">
                <a:latin typeface="Sakkal Majalla" panose="02000000000000000000" pitchFamily="2" charset="-78"/>
                <a:cs typeface="Sakkal Majalla" panose="02000000000000000000" pitchFamily="2" charset="-78"/>
              </a:rPr>
              <a:t>جهد القوس :هو الجهد عبر قوس اللحام في أثناء عمليات اللحام</a:t>
            </a:r>
          </a:p>
          <a:p>
            <a:pPr marL="685800" rtl="1"/>
            <a:r>
              <a:rPr lang="ar" sz="2200" kern="0" dirty="0">
                <a:latin typeface="Sakkal Majalla" panose="02000000000000000000" pitchFamily="2" charset="-78"/>
                <a:cs typeface="Sakkal Majalla" panose="02000000000000000000" pitchFamily="2" charset="-78"/>
              </a:rPr>
              <a:t>شدة التيار (الأمبير): تعبر عن قوة التيار الكهربائي بالأمبير.</a:t>
            </a:r>
          </a:p>
          <a:p>
            <a:pPr marL="685800" rtl="1"/>
            <a:r>
              <a:rPr lang="ar" sz="2200" kern="0" dirty="0">
                <a:latin typeface="Sakkal Majalla" panose="02000000000000000000" pitchFamily="2" charset="-78"/>
                <a:cs typeface="Sakkal Majalla" panose="02000000000000000000" pitchFamily="2" charset="-78"/>
              </a:rPr>
              <a:t>دورة تشغيل ماكينة اللحام هي النسبة المئوية للوقت، خلال مدة زمنية معينة، الذي يمكن فيه تشغيل الماكينة بأقصى خرج للأمبير خلال مدة زمنية محددة دون ارتفاع درجة حرارتها.</a:t>
            </a:r>
          </a:p>
          <a:p>
            <a:pPr indent="0" rtl="1">
              <a:buNone/>
            </a:pPr>
            <a:endParaRPr lang="en-GB" altLang="en-US" sz="2000" kern="0" dirty="0">
              <a:latin typeface="Sakkal Majalla" panose="02000000000000000000" pitchFamily="2" charset="-78"/>
              <a:cs typeface="Sakkal Majalla" panose="02000000000000000000" pitchFamily="2" charset="-78"/>
            </a:endParaRPr>
          </a:p>
          <a:p>
            <a:pPr indent="0" rtl="1">
              <a:buNone/>
            </a:pPr>
            <a:r>
              <a:rPr lang="ar" sz="2200" kern="0" dirty="0">
                <a:latin typeface="Sakkal Majalla" panose="02000000000000000000" pitchFamily="2" charset="-78"/>
                <a:cs typeface="Sakkal Majalla" panose="02000000000000000000" pitchFamily="2" charset="-78"/>
              </a:rPr>
              <a:t>كيف تؤثر تغييرات إعدادات مصدر طاقة اللحام في عملية اللحام؟</a:t>
            </a:r>
            <a:endParaRPr lang="en-GB" altLang="en-US" sz="2200"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7D81B91A-9360-83E0-F4FC-95C78CFECC3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4138972744"/>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ب</a:t>
            </a:r>
            <a:br>
              <a:rPr lang="en-US" altLang="en-US" sz="2400" dirty="0"/>
            </a:br>
            <a:br>
              <a:rPr lang="en-US" altLang="en-US" sz="2400" dirty="0"/>
            </a:b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331292" y="4365104"/>
            <a:ext cx="6769100" cy="22322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dirty="0"/>
              <a:t>خواص وسلوكيات المواد المعدنية</a:t>
            </a:r>
          </a:p>
          <a:p>
            <a:pPr marL="685800" rtl="1"/>
            <a:r>
              <a:rPr lang="ar" sz="2600" dirty="0"/>
              <a:t>المواد الفولاذية غير المخلوطة</a:t>
            </a:r>
          </a:p>
          <a:p>
            <a:pPr marL="685800" rtl="1"/>
            <a:r>
              <a:rPr lang="ar" sz="2600" dirty="0"/>
              <a:t>الفولاذ المخلوط والمواد غير الحديدية</a:t>
            </a:r>
          </a:p>
          <a:p>
            <a:pPr marL="685800" rtl="1"/>
            <a:r>
              <a:rPr lang="ar" sz="2600" dirty="0"/>
              <a:t>العيوب والاختلالات في الوصلات الملحومة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2"/>
            <a:ext cx="7991475" cy="1151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دراسة المواد القابلة للحام وسلوكياتها </a:t>
            </a:r>
            <a:br>
              <a:rPr lang="en-GB" alt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في أثناء عملية اللحام</a:t>
            </a:r>
          </a:p>
        </p:txBody>
      </p:sp>
      <p:sp>
        <p:nvSpPr>
          <p:cNvPr id="2" name="Footer Placeholder 2">
            <a:extLst>
              <a:ext uri="{FF2B5EF4-FFF2-40B4-BE49-F238E27FC236}">
                <a16:creationId xmlns:a16="http://schemas.microsoft.com/office/drawing/2014/main" id="{784E0B27-6C13-E138-1C93-BDADA7588115}"/>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588007661"/>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36813" y="1710605"/>
            <a:ext cx="8352928" cy="69153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200" dirty="0"/>
              <a:t>يُقاس مصدر الطاقة في ماكينة اللحام بناءً على الجهد الكهربائي، ودورة التشغيل، وشدة التيار الكهربائي.</a:t>
            </a:r>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43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dirty="0">
                <a:latin typeface="Sakkal Majalla" panose="02000000000000000000" pitchFamily="2" charset="-78"/>
                <a:cs typeface="Sakkal Majalla" panose="02000000000000000000" pitchFamily="2" charset="-78"/>
              </a:rPr>
              <a:t>خواص وسلوكيات المواد المعدنية</a:t>
            </a:r>
          </a:p>
        </p:txBody>
      </p:sp>
      <p:sp>
        <p:nvSpPr>
          <p:cNvPr id="3" name="Content Placeholder 3">
            <a:extLst>
              <a:ext uri="{FF2B5EF4-FFF2-40B4-BE49-F238E27FC236}">
                <a16:creationId xmlns:a16="http://schemas.microsoft.com/office/drawing/2014/main" id="{65D6765C-D445-020E-0743-50278C353D4D}"/>
              </a:ext>
            </a:extLst>
          </p:cNvPr>
          <p:cNvSpPr txBox="1">
            <a:spLocks noChangeArrowheads="1"/>
          </p:cNvSpPr>
          <p:nvPr/>
        </p:nvSpPr>
        <p:spPr bwMode="auto">
          <a:xfrm>
            <a:off x="536813" y="2556277"/>
            <a:ext cx="8355667" cy="3681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r>
              <a:rPr lang="ar" sz="2200" b="1" dirty="0">
                <a:latin typeface="Sakkal Majalla" panose="02000000000000000000" pitchFamily="2" charset="-78"/>
                <a:cs typeface="Sakkal Majalla" panose="02000000000000000000" pitchFamily="2" charset="-78"/>
              </a:rPr>
              <a:t>المرونة:</a:t>
            </a:r>
            <a:r>
              <a:rPr lang="ar" sz="2200" dirty="0">
                <a:latin typeface="Sakkal Majalla" panose="02000000000000000000" pitchFamily="2" charset="-78"/>
                <a:cs typeface="Sakkal Majalla" panose="02000000000000000000" pitchFamily="2" charset="-78"/>
              </a:rPr>
              <a:t> تعني أن المادة المعدنية تتشوَّه عند التعرض لحمل لكنها ستعود إلى شكلها الأصلي بمجرد إزالة الحمل.</a:t>
            </a:r>
          </a:p>
          <a:p>
            <a:pPr marL="685800" rtl="1"/>
            <a:r>
              <a:rPr lang="ar" sz="2200" b="1" dirty="0">
                <a:latin typeface="Sakkal Majalla" panose="02000000000000000000" pitchFamily="2" charset="-78"/>
                <a:cs typeface="Sakkal Majalla" panose="02000000000000000000" pitchFamily="2" charset="-78"/>
              </a:rPr>
              <a:t>اللدونة</a:t>
            </a:r>
            <a:r>
              <a:rPr lang="ar" sz="2200" dirty="0">
                <a:latin typeface="Sakkal Majalla" panose="02000000000000000000" pitchFamily="2" charset="-78"/>
                <a:cs typeface="Sakkal Majalla" panose="02000000000000000000" pitchFamily="2" charset="-78"/>
              </a:rPr>
              <a:t>: تحدث بعد وصول المادة إلى نقطة المطاوعة، فتتشوه على الدوام ولا تعود إلى شكلها الأصلي.</a:t>
            </a:r>
          </a:p>
          <a:p>
            <a:pPr marL="685800" rtl="1"/>
            <a:r>
              <a:rPr lang="ar" sz="2200" dirty="0">
                <a:latin typeface="Sakkal Majalla" panose="02000000000000000000" pitchFamily="2" charset="-78"/>
                <a:cs typeface="Sakkal Majalla" panose="02000000000000000000" pitchFamily="2" charset="-78"/>
              </a:rPr>
              <a:t>ما نقطة المطاوعة لمادة معدنية؟</a:t>
            </a:r>
          </a:p>
          <a:p>
            <a:pPr marL="685800" rtl="1"/>
            <a:r>
              <a:rPr lang="ar" sz="2200" dirty="0">
                <a:latin typeface="Sakkal Majalla" panose="02000000000000000000" pitchFamily="2" charset="-78"/>
                <a:cs typeface="Sakkal Majalla" panose="02000000000000000000" pitchFamily="2" charset="-78"/>
              </a:rPr>
              <a:t>بعد الوصول إلى نقطة المطاوعة، يمكن أن تتعرض المادة المعدنية للتصلد في أثناء العمل. تؤدي التغيرات في بنية الحبيبات المعدنية في أثناء التشوه اللدن إلى زيادة صلابتها وقوتها.</a:t>
            </a:r>
            <a:endParaRPr lang="en-GB" altLang="en-US" sz="2200" kern="0" dirty="0">
              <a:latin typeface="Sakkal Majalla" panose="02000000000000000000" pitchFamily="2" charset="-78"/>
              <a:cs typeface="Sakkal Majalla" panose="02000000000000000000" pitchFamily="2" charset="-78"/>
            </a:endParaRPr>
          </a:p>
          <a:p>
            <a:pPr marL="685800" rtl="1"/>
            <a:endParaRPr lang="en-GB" altLang="en-US"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F0837926-8F8F-4CD0-F9DA-F1032EA5823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226885713"/>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43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dirty="0">
                <a:latin typeface="Sakkal Majalla" panose="02000000000000000000" pitchFamily="2" charset="-78"/>
                <a:cs typeface="Sakkal Majalla" panose="02000000000000000000" pitchFamily="2" charset="-78"/>
              </a:rPr>
              <a:t>خواص وسلوكيات المواد المعدنية</a:t>
            </a:r>
          </a:p>
        </p:txBody>
      </p:sp>
      <p:sp>
        <p:nvSpPr>
          <p:cNvPr id="3" name="Content Placeholder 3">
            <a:extLst>
              <a:ext uri="{FF2B5EF4-FFF2-40B4-BE49-F238E27FC236}">
                <a16:creationId xmlns:a16="http://schemas.microsoft.com/office/drawing/2014/main" id="{65D6765C-D445-020E-0743-50278C353D4D}"/>
              </a:ext>
            </a:extLst>
          </p:cNvPr>
          <p:cNvSpPr txBox="1">
            <a:spLocks noChangeArrowheads="1"/>
          </p:cNvSpPr>
          <p:nvPr/>
        </p:nvSpPr>
        <p:spPr bwMode="auto">
          <a:xfrm>
            <a:off x="536813" y="1844824"/>
            <a:ext cx="8355667" cy="3672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indent="0" rtl="1">
              <a:buNone/>
            </a:pPr>
            <a:r>
              <a:rPr lang="ar" sz="2600" dirty="0">
                <a:latin typeface="Sakkal Majalla" panose="02000000000000000000" pitchFamily="2" charset="-78"/>
                <a:cs typeface="Sakkal Majalla" panose="02000000000000000000" pitchFamily="2" charset="-78"/>
              </a:rPr>
              <a:t>في ظل ظروف التحميل، قد تتعرض المواد المعدنية إلى:</a:t>
            </a:r>
          </a:p>
          <a:p>
            <a:pPr marL="1085850" lvl="1" rtl="1"/>
            <a:r>
              <a:rPr lang="ar" sz="2200" dirty="0">
                <a:latin typeface="Sakkal Majalla" panose="02000000000000000000" pitchFamily="2" charset="-78"/>
                <a:cs typeface="Sakkal Majalla" panose="02000000000000000000" pitchFamily="2" charset="-78"/>
              </a:rPr>
              <a:t>الإجهاد</a:t>
            </a:r>
          </a:p>
          <a:p>
            <a:pPr marL="1085850" lvl="1" rtl="1"/>
            <a:r>
              <a:rPr lang="ar" sz="2200" dirty="0">
                <a:latin typeface="Sakkal Majalla" panose="02000000000000000000" pitchFamily="2" charset="-78"/>
                <a:cs typeface="Sakkal Majalla" panose="02000000000000000000" pitchFamily="2" charset="-78"/>
              </a:rPr>
              <a:t>التشوه</a:t>
            </a:r>
          </a:p>
          <a:p>
            <a:pPr marL="1085850" lvl="1" rtl="1"/>
            <a:r>
              <a:rPr lang="ar" sz="2200" dirty="0">
                <a:latin typeface="Sakkal Majalla" panose="02000000000000000000" pitchFamily="2" charset="-78"/>
                <a:cs typeface="Sakkal Majalla" panose="02000000000000000000" pitchFamily="2" charset="-78"/>
              </a:rPr>
              <a:t>الانفعال</a:t>
            </a:r>
          </a:p>
          <a:p>
            <a:pPr indent="0" rtl="1">
              <a:buFont typeface="Wingdings" panose="05000000000000000000" pitchFamily="2" charset="2"/>
              <a:buNone/>
            </a:pPr>
            <a:r>
              <a:rPr lang="ar" sz="2600" kern="0" dirty="0">
                <a:latin typeface="Sakkal Majalla" panose="02000000000000000000" pitchFamily="2" charset="-78"/>
                <a:cs typeface="Sakkal Majalla" panose="02000000000000000000" pitchFamily="2" charset="-78"/>
              </a:rPr>
              <a:t>كيف يبدو منحنى الإجهاد والانفعال للفولاذ؟ هل يمكنك رسمه؟</a:t>
            </a:r>
          </a:p>
          <a:p>
            <a:pPr marL="1085850" lvl="1" rtl="1"/>
            <a:r>
              <a:rPr lang="ar" sz="2200" kern="0" dirty="0">
                <a:latin typeface="Sakkal Majalla" panose="02000000000000000000" pitchFamily="2" charset="-78"/>
                <a:cs typeface="Sakkal Majalla" panose="02000000000000000000" pitchFamily="2" charset="-78"/>
              </a:rPr>
              <a:t>تُعرف نسبة العلاقة الخطية بين الإجهاد والانفعال على المنحنى باسم معامل المرونة، وهي في الأساس مقياس لصلابة المادة.</a:t>
            </a:r>
          </a:p>
          <a:p>
            <a:pPr marL="685800" rtl="1"/>
            <a:endParaRPr lang="en-GB" altLang="en-US" kern="0" dirty="0">
              <a:latin typeface="Sakkal Majalla" panose="02000000000000000000" pitchFamily="2" charset="-78"/>
              <a:cs typeface="Sakkal Majalla" panose="02000000000000000000" pitchFamily="2" charset="-78"/>
            </a:endParaRPr>
          </a:p>
        </p:txBody>
      </p:sp>
      <p:sp>
        <p:nvSpPr>
          <p:cNvPr id="5" name="Content Placeholder 3">
            <a:extLst>
              <a:ext uri="{FF2B5EF4-FFF2-40B4-BE49-F238E27FC236}">
                <a16:creationId xmlns:a16="http://schemas.microsoft.com/office/drawing/2014/main" id="{CC152FB6-9338-1049-4FE2-EEBC9AAF6BF5}"/>
              </a:ext>
            </a:extLst>
          </p:cNvPr>
          <p:cNvSpPr txBox="1">
            <a:spLocks noChangeArrowheads="1"/>
          </p:cNvSpPr>
          <p:nvPr/>
        </p:nvSpPr>
        <p:spPr bwMode="auto">
          <a:xfrm>
            <a:off x="35496" y="5877272"/>
            <a:ext cx="9036496" cy="648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indent="0" rtl="1">
              <a:buFont typeface="Wingdings" panose="05000000000000000000" pitchFamily="2" charset="2"/>
              <a:buNone/>
            </a:pPr>
            <a:r>
              <a:rPr lang="ar" sz="2600" kern="0" dirty="0">
                <a:latin typeface="Sakkal Majalla" panose="02000000000000000000" pitchFamily="2" charset="-78"/>
                <a:cs typeface="Sakkal Majalla" panose="02000000000000000000" pitchFamily="2" charset="-78"/>
              </a:rPr>
              <a:t>ما المقصود بصلابة المادة المعدنية؟</a:t>
            </a:r>
          </a:p>
        </p:txBody>
      </p:sp>
      <p:sp>
        <p:nvSpPr>
          <p:cNvPr id="2" name="Footer Placeholder 2">
            <a:extLst>
              <a:ext uri="{FF2B5EF4-FFF2-40B4-BE49-F238E27FC236}">
                <a16:creationId xmlns:a16="http://schemas.microsoft.com/office/drawing/2014/main" id="{7848495F-49A6-B223-53F9-46726DA9E1D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1784309118"/>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11560" y="1874436"/>
            <a:ext cx="4392389" cy="35707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200" dirty="0"/>
              <a:t>إذا نظرت إلى الفولاذ تحت المجهر سترى أنه يتكون من العديد من الحبيبات البلورية المتماسكة معًا في ترتيب دقيق يسمى البنية المجهرية.</a:t>
            </a:r>
          </a:p>
          <a:p>
            <a:pPr marL="685800" rtl="1"/>
            <a:r>
              <a:rPr lang="ar" sz="2200" dirty="0"/>
              <a:t>وتختلف هذه الحبيبات في الحجم والشكل والاتجاه بحسب طريقة تكوين الفولاذ ومحتواه من الكربون.</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43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dirty="0">
                <a:latin typeface="Sakkal Majalla" panose="02000000000000000000" pitchFamily="2" charset="-78"/>
                <a:cs typeface="Sakkal Majalla" panose="02000000000000000000" pitchFamily="2" charset="-78"/>
              </a:rPr>
              <a:t>المواد الفولاذية غير المخلوطة</a:t>
            </a:r>
          </a:p>
        </p:txBody>
      </p:sp>
      <p:sp>
        <p:nvSpPr>
          <p:cNvPr id="5" name="Content Placeholder 3">
            <a:extLst>
              <a:ext uri="{FF2B5EF4-FFF2-40B4-BE49-F238E27FC236}">
                <a16:creationId xmlns:a16="http://schemas.microsoft.com/office/drawing/2014/main" id="{D467462A-827F-2F34-8649-3F5D4E65E444}"/>
              </a:ext>
            </a:extLst>
          </p:cNvPr>
          <p:cNvSpPr txBox="1">
            <a:spLocks noChangeArrowheads="1"/>
          </p:cNvSpPr>
          <p:nvPr/>
        </p:nvSpPr>
        <p:spPr bwMode="auto">
          <a:xfrm>
            <a:off x="495309" y="5626735"/>
            <a:ext cx="8352928" cy="839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r>
              <a:rPr lang="ar" sz="1800" kern="0" dirty="0">
                <a:latin typeface="Sakkal Majalla" panose="02000000000000000000" pitchFamily="2" charset="-78"/>
                <a:cs typeface="Sakkal Majalla" panose="02000000000000000000" pitchFamily="2" charset="-78"/>
              </a:rPr>
              <a:t>يغير اللحام البنية المجهرية للفولاذ. ما المصطلح المستخدم للإشارة إلى الجزء من قطعة الفولاذ التي تغيرت بنيتها المجهرية دون أن تنصهر بفعل قوس اللحام؟ </a:t>
            </a:r>
          </a:p>
        </p:txBody>
      </p:sp>
      <p:sp>
        <p:nvSpPr>
          <p:cNvPr id="7" name="TextBox 6">
            <a:extLst>
              <a:ext uri="{FF2B5EF4-FFF2-40B4-BE49-F238E27FC236}">
                <a16:creationId xmlns:a16="http://schemas.microsoft.com/office/drawing/2014/main" id="{66C4F986-9FE7-43BC-419D-730D6D439FAE}"/>
              </a:ext>
            </a:extLst>
          </p:cNvPr>
          <p:cNvSpPr txBox="1"/>
          <p:nvPr/>
        </p:nvSpPr>
        <p:spPr>
          <a:xfrm>
            <a:off x="4827709" y="4670111"/>
            <a:ext cx="3920755" cy="400110"/>
          </a:xfrm>
          <a:prstGeom prst="rect">
            <a:avLst/>
          </a:prstGeom>
          <a:noFill/>
        </p:spPr>
        <p:txBody>
          <a:bodyPr wrap="square" rtlCol="1">
            <a:spAutoFit/>
          </a:bodyPr>
          <a:lstStyle/>
          <a:p>
            <a:pPr rtl="1"/>
            <a:r>
              <a:rPr lang="ar" sz="2000" dirty="0">
                <a:latin typeface="Sakkal Majalla" panose="02000000000000000000" pitchFamily="2" charset="-78"/>
                <a:cs typeface="Sakkal Majalla" panose="02000000000000000000" pitchFamily="2" charset="-78"/>
              </a:rPr>
              <a:t>يُصهر الفولاذ في فرن الصهر. </a:t>
            </a:r>
          </a:p>
        </p:txBody>
      </p:sp>
      <p:pic>
        <p:nvPicPr>
          <p:cNvPr id="4" name="Picture 3" descr="A large bucket being poured into a factory&#10;&#10;Description automatically generated">
            <a:extLst>
              <a:ext uri="{FF2B5EF4-FFF2-40B4-BE49-F238E27FC236}">
                <a16:creationId xmlns:a16="http://schemas.microsoft.com/office/drawing/2014/main" id="{3996F425-D5A5-7B86-F698-A1A01DC56232}"/>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928867" y="2093110"/>
            <a:ext cx="3603573" cy="2402382"/>
          </a:xfrm>
          <a:prstGeom prst="rect">
            <a:avLst/>
          </a:prstGeom>
        </p:spPr>
      </p:pic>
      <p:sp>
        <p:nvSpPr>
          <p:cNvPr id="2" name="Footer Placeholder 2">
            <a:extLst>
              <a:ext uri="{FF2B5EF4-FFF2-40B4-BE49-F238E27FC236}">
                <a16:creationId xmlns:a16="http://schemas.microsoft.com/office/drawing/2014/main" id="{A4761AEB-7FF7-E365-2647-EACD2FF9FD9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2366573004"/>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43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dirty="0">
                <a:latin typeface="Sakkal Majalla" panose="02000000000000000000" pitchFamily="2" charset="-78"/>
                <a:cs typeface="Sakkal Majalla" panose="02000000000000000000" pitchFamily="2" charset="-78"/>
              </a:rPr>
              <a:t>الفولاذ المخلوط والمواد غير الحديدية</a:t>
            </a:r>
          </a:p>
        </p:txBody>
      </p:sp>
      <p:sp>
        <p:nvSpPr>
          <p:cNvPr id="3" name="Content Placeholder 3">
            <a:extLst>
              <a:ext uri="{FF2B5EF4-FFF2-40B4-BE49-F238E27FC236}">
                <a16:creationId xmlns:a16="http://schemas.microsoft.com/office/drawing/2014/main" id="{65D6765C-D445-020E-0743-50278C353D4D}"/>
              </a:ext>
            </a:extLst>
          </p:cNvPr>
          <p:cNvSpPr txBox="1">
            <a:spLocks noChangeArrowheads="1"/>
          </p:cNvSpPr>
          <p:nvPr/>
        </p:nvSpPr>
        <p:spPr bwMode="auto">
          <a:xfrm>
            <a:off x="564479" y="1772816"/>
            <a:ext cx="8355667" cy="4320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r>
              <a:rPr lang="ar" sz="2200" dirty="0">
                <a:latin typeface="Sakkal Majalla" panose="02000000000000000000" pitchFamily="2" charset="-78"/>
                <a:cs typeface="Sakkal Majalla" panose="02000000000000000000" pitchFamily="2" charset="-78"/>
              </a:rPr>
              <a:t>الخلائط عبارة عن تركيبة معدنية تتكون من عنصرين أو أكثر. </a:t>
            </a:r>
          </a:p>
          <a:p>
            <a:pPr marL="685800" rtl="1"/>
            <a:r>
              <a:rPr lang="ar" sz="2200" dirty="0">
                <a:latin typeface="Sakkal Majalla" panose="02000000000000000000" pitchFamily="2" charset="-78"/>
                <a:cs typeface="Sakkal Majalla" panose="02000000000000000000" pitchFamily="2" charset="-78"/>
              </a:rPr>
              <a:t>خلائط النيكل: تتكون في الأساس من النيكل لكنها تحتوي على عناصر أخرى مثل الكروم أو الحديد لتحسين خصائص المواد مثل مقاومة التآكل أو المقاومة عند درجات الحرارة العالية. تُلحَم خلائط النيكل عادةً باستخدام معدات اللحام بالمعدن والغاز الخامل (MIG) أو بالمعدن والغاز النشط (MAG).</a:t>
            </a:r>
          </a:p>
          <a:p>
            <a:pPr marL="685800" rtl="1"/>
            <a:r>
              <a:rPr lang="ar" sz="2200" dirty="0">
                <a:latin typeface="Sakkal Majalla" panose="02000000000000000000" pitchFamily="2" charset="-78"/>
                <a:cs typeface="Sakkal Majalla" panose="02000000000000000000" pitchFamily="2" charset="-78"/>
              </a:rPr>
              <a:t>تتكون خلائط الألومنيوم في الأساس من الألومنيوم لكنها تحتوي على عناصر أخرى مثل النحاس والمغنيسيوم والزنك لتحسين الصلابة ومقاومة التآكل وقابلية التشغيل.</a:t>
            </a:r>
          </a:p>
          <a:p>
            <a:pPr marL="685800" rtl="1"/>
            <a:r>
              <a:rPr lang="ar" sz="2200" dirty="0">
                <a:latin typeface="Sakkal Majalla" panose="02000000000000000000" pitchFamily="2" charset="-78"/>
                <a:cs typeface="Sakkal Majalla" panose="02000000000000000000" pitchFamily="2" charset="-78"/>
              </a:rPr>
              <a:t>تُفضَّل خلائط الألمنيوم لأنها خفيفة الوزن ومتينة، وتستخدم في نطاق واسع في صناعات الطيران والسيارات.</a:t>
            </a:r>
          </a:p>
        </p:txBody>
      </p:sp>
      <p:sp>
        <p:nvSpPr>
          <p:cNvPr id="2" name="Footer Placeholder 2">
            <a:extLst>
              <a:ext uri="{FF2B5EF4-FFF2-40B4-BE49-F238E27FC236}">
                <a16:creationId xmlns:a16="http://schemas.microsoft.com/office/drawing/2014/main" id="{85FE10EA-7DC4-B59F-3390-5F6B061637E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4095537916"/>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529836" y="1863632"/>
            <a:ext cx="4392389" cy="473441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200" dirty="0"/>
              <a:t>ما معدات اللحام المستخدمة في لحام خلائط الألومنيوم؟</a:t>
            </a:r>
          </a:p>
          <a:p>
            <a:pPr marL="685800" rtl="1"/>
            <a:r>
              <a:rPr lang="ar" sz="2200" dirty="0"/>
              <a:t>خلائط التيتانيوم: تتكون أساسًا من التيتانيوم لكنها تحتوي على عناصر أخرى مثل الألمنيوم والفاناديوم والنيكل.</a:t>
            </a:r>
          </a:p>
          <a:p>
            <a:pPr marL="685800" rtl="1"/>
            <a:r>
              <a:rPr lang="ar" sz="2200" dirty="0"/>
              <a:t>لماذا تُستخدم خلائط التيتانيوم في عمليات التصنيع؟</a:t>
            </a:r>
          </a:p>
          <a:p>
            <a:pPr marL="685800" rtl="1"/>
            <a:r>
              <a:rPr lang="ar" sz="2200" dirty="0"/>
              <a:t>ما معدات اللحام المستخدمة في لحام خلائط التيتانيوم؟</a:t>
            </a:r>
          </a:p>
          <a:p>
            <a:pPr marL="685800" rtl="1"/>
            <a:r>
              <a:rPr lang="ar" sz="2200" kern="0" dirty="0"/>
              <a:t>يُعدُّ وصل المواد غير المتشابهة معًا باستخدام اللحام نشاطًا متخصصًا.</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43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dirty="0">
                <a:latin typeface="Sakkal Majalla" panose="02000000000000000000" pitchFamily="2" charset="-78"/>
                <a:cs typeface="Sakkal Majalla" panose="02000000000000000000" pitchFamily="2" charset="-78"/>
              </a:rPr>
              <a:t>الفولاذ المخلوط والمواد غير الحديدية</a:t>
            </a:r>
          </a:p>
        </p:txBody>
      </p:sp>
      <p:sp>
        <p:nvSpPr>
          <p:cNvPr id="8" name="TextBox 7">
            <a:extLst>
              <a:ext uri="{FF2B5EF4-FFF2-40B4-BE49-F238E27FC236}">
                <a16:creationId xmlns:a16="http://schemas.microsoft.com/office/drawing/2014/main" id="{7AC86CD5-DF91-1B9C-ED89-4089143A747C}"/>
              </a:ext>
            </a:extLst>
          </p:cNvPr>
          <p:cNvSpPr txBox="1"/>
          <p:nvPr/>
        </p:nvSpPr>
        <p:spPr>
          <a:xfrm>
            <a:off x="1475656" y="5013298"/>
            <a:ext cx="1661497" cy="400110"/>
          </a:xfrm>
          <a:prstGeom prst="rect">
            <a:avLst/>
          </a:prstGeom>
          <a:noFill/>
        </p:spPr>
        <p:txBody>
          <a:bodyPr wrap="square" rtlCol="1">
            <a:spAutoFit/>
          </a:bodyPr>
          <a:lstStyle/>
          <a:p>
            <a:pPr rtl="1"/>
            <a:r>
              <a:rPr lang="ar" sz="2000" dirty="0">
                <a:latin typeface="Sakkal Majalla" panose="02000000000000000000" pitchFamily="2" charset="-78"/>
                <a:cs typeface="Sakkal Majalla" panose="02000000000000000000" pitchFamily="2" charset="-78"/>
              </a:rPr>
              <a:t>خلائط التيتانيوم</a:t>
            </a:r>
          </a:p>
        </p:txBody>
      </p:sp>
      <p:pic>
        <p:nvPicPr>
          <p:cNvPr id="5" name="Picture 4" descr="A close-up of a silver object&#10;&#10;Description automatically generated">
            <a:extLst>
              <a:ext uri="{FF2B5EF4-FFF2-40B4-BE49-F238E27FC236}">
                <a16:creationId xmlns:a16="http://schemas.microsoft.com/office/drawing/2014/main" id="{D87D7604-388C-0056-35DD-6F5D83C88E5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54059" y="2564904"/>
            <a:ext cx="3275856" cy="2183904"/>
          </a:xfrm>
          <a:prstGeom prst="rect">
            <a:avLst/>
          </a:prstGeom>
        </p:spPr>
      </p:pic>
      <p:sp>
        <p:nvSpPr>
          <p:cNvPr id="2" name="Footer Placeholder 2">
            <a:extLst>
              <a:ext uri="{FF2B5EF4-FFF2-40B4-BE49-F238E27FC236}">
                <a16:creationId xmlns:a16="http://schemas.microsoft.com/office/drawing/2014/main" id="{7B7F6340-03B0-0CE2-89CA-A84B4EAA010F}"/>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69781905"/>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19678" y="2270443"/>
            <a:ext cx="4392389" cy="242086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200" dirty="0"/>
              <a:t>يمكن أن تحدث شقوق في الوصلات الملحومة سواء في مادة اللحام أو في معدن قطعة العمل،  وتوجد عدة أنواع رئيسة من الشقوق:</a:t>
            </a:r>
          </a:p>
          <a:p>
            <a:pPr marL="685800" rtl="1"/>
            <a:r>
              <a:rPr lang="ar" sz="2200" dirty="0"/>
              <a:t>التشقق الساخن</a:t>
            </a:r>
          </a:p>
          <a:p>
            <a:pPr marL="685800" rtl="1"/>
            <a:r>
              <a:rPr lang="ar" sz="2200" dirty="0"/>
              <a:t>التشقق البارد</a:t>
            </a:r>
          </a:p>
          <a:p>
            <a:pPr marL="685800" rtl="1"/>
            <a:r>
              <a:rPr lang="ar" sz="2200" dirty="0"/>
              <a:t>التمزق الرقائقي</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43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dirty="0">
                <a:latin typeface="Sakkal Majalla" panose="02000000000000000000" pitchFamily="2" charset="-78"/>
                <a:cs typeface="Sakkal Majalla" panose="02000000000000000000" pitchFamily="2" charset="-78"/>
              </a:rPr>
              <a:t>العيوب والاختلالات في الوصلات الملحومة</a:t>
            </a:r>
          </a:p>
        </p:txBody>
      </p:sp>
      <p:sp>
        <p:nvSpPr>
          <p:cNvPr id="8" name="TextBox 7">
            <a:extLst>
              <a:ext uri="{FF2B5EF4-FFF2-40B4-BE49-F238E27FC236}">
                <a16:creationId xmlns:a16="http://schemas.microsoft.com/office/drawing/2014/main" id="{7AC86CD5-DF91-1B9C-ED89-4089143A747C}"/>
              </a:ext>
            </a:extLst>
          </p:cNvPr>
          <p:cNvSpPr txBox="1"/>
          <p:nvPr/>
        </p:nvSpPr>
        <p:spPr>
          <a:xfrm>
            <a:off x="1178490" y="5301208"/>
            <a:ext cx="7776864" cy="707886"/>
          </a:xfrm>
          <a:prstGeom prst="rect">
            <a:avLst/>
          </a:prstGeom>
          <a:noFill/>
        </p:spPr>
        <p:txBody>
          <a:bodyPr wrap="square" rtlCol="1">
            <a:spAutoFit/>
          </a:bodyPr>
          <a:lstStyle/>
          <a:p>
            <a:pPr indent="0" rtl="1">
              <a:buNone/>
            </a:pPr>
            <a:r>
              <a:rPr lang="ar" sz="2000" kern="0" dirty="0">
                <a:latin typeface="Sakkal Majalla" panose="02000000000000000000" pitchFamily="2" charset="-78"/>
                <a:cs typeface="Sakkal Majalla" panose="02000000000000000000" pitchFamily="2" charset="-78"/>
              </a:rPr>
              <a:t>تشقق طولي في المنطقة المتأثرة بالحرارة من قطعة العمل المعدنية فوق اللحام.</a:t>
            </a:r>
          </a:p>
          <a:p>
            <a:pPr indent="0" rtl="1">
              <a:buNone/>
            </a:pPr>
            <a:r>
              <a:rPr lang="ar" sz="2000" kern="0" dirty="0">
                <a:latin typeface="Sakkal Majalla" panose="02000000000000000000" pitchFamily="2" charset="-78"/>
                <a:cs typeface="Sakkal Majalla" panose="02000000000000000000" pitchFamily="2" charset="-78"/>
              </a:rPr>
              <a:t>ما السبب في تكوين هذه الشقوق؟</a:t>
            </a:r>
          </a:p>
        </p:txBody>
      </p:sp>
      <p:pic>
        <p:nvPicPr>
          <p:cNvPr id="4" name="Picture 3" descr="A close-up of a crack&#10;&#10;Description automatically generated">
            <a:extLst>
              <a:ext uri="{FF2B5EF4-FFF2-40B4-BE49-F238E27FC236}">
                <a16:creationId xmlns:a16="http://schemas.microsoft.com/office/drawing/2014/main" id="{91A452EE-3113-7023-39FA-3445D2EEEC2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902142" y="2226583"/>
            <a:ext cx="3630298" cy="2420866"/>
          </a:xfrm>
          <a:prstGeom prst="rect">
            <a:avLst/>
          </a:prstGeom>
        </p:spPr>
      </p:pic>
      <p:sp>
        <p:nvSpPr>
          <p:cNvPr id="2" name="Footer Placeholder 2">
            <a:extLst>
              <a:ext uri="{FF2B5EF4-FFF2-40B4-BE49-F238E27FC236}">
                <a16:creationId xmlns:a16="http://schemas.microsoft.com/office/drawing/2014/main" id="{C7F9D036-2C4A-7278-1FC9-9D34B9394E3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3051202762"/>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08005" y="2132856"/>
            <a:ext cx="4392389" cy="242086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200" dirty="0"/>
              <a:t>يختلف الكسر عن التشقق؛ فهو انفصال في المعدن على طول حدود الحبيبات الداخلية بسبب الإجهاد الزائد أو التحميل المفرط.</a:t>
            </a:r>
          </a:p>
          <a:p>
            <a:pPr marL="685800" rtl="1"/>
            <a:r>
              <a:rPr lang="ar" sz="2200" dirty="0"/>
              <a:t>يمكن أن تكون الكسور مطيلة أو قصيفة</a:t>
            </a:r>
          </a:p>
          <a:p>
            <a:pPr marL="685800" rtl="1"/>
            <a:r>
              <a:rPr lang="ar" sz="2200" dirty="0"/>
              <a:t>ما الفرق بين الكسر المطيل والكسر القصيف في المظهر؟</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43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dirty="0">
                <a:latin typeface="Sakkal Majalla" panose="02000000000000000000" pitchFamily="2" charset="-78"/>
                <a:cs typeface="Sakkal Majalla" panose="02000000000000000000" pitchFamily="2" charset="-78"/>
              </a:rPr>
              <a:t>العيوب والاختلالات في الوصلات الملحومة</a:t>
            </a:r>
          </a:p>
        </p:txBody>
      </p:sp>
      <p:sp>
        <p:nvSpPr>
          <p:cNvPr id="8" name="TextBox 7">
            <a:extLst>
              <a:ext uri="{FF2B5EF4-FFF2-40B4-BE49-F238E27FC236}">
                <a16:creationId xmlns:a16="http://schemas.microsoft.com/office/drawing/2014/main" id="{7AC86CD5-DF91-1B9C-ED89-4089143A747C}"/>
              </a:ext>
            </a:extLst>
          </p:cNvPr>
          <p:cNvSpPr txBox="1"/>
          <p:nvPr/>
        </p:nvSpPr>
        <p:spPr>
          <a:xfrm>
            <a:off x="981867" y="4653136"/>
            <a:ext cx="3015202" cy="400110"/>
          </a:xfrm>
          <a:prstGeom prst="rect">
            <a:avLst/>
          </a:prstGeom>
          <a:noFill/>
        </p:spPr>
        <p:txBody>
          <a:bodyPr wrap="square" rtlCol="1">
            <a:spAutoFit/>
          </a:bodyPr>
          <a:lstStyle/>
          <a:p>
            <a:pPr indent="0" rtl="1">
              <a:buNone/>
            </a:pPr>
            <a:r>
              <a:rPr lang="ar" sz="2000" kern="0" dirty="0">
                <a:latin typeface="Sakkal Majalla" panose="02000000000000000000" pitchFamily="2" charset="-78"/>
                <a:cs typeface="Sakkal Majalla" panose="02000000000000000000" pitchFamily="2" charset="-78"/>
              </a:rPr>
              <a:t>مثال على الكسر القصيف</a:t>
            </a:r>
          </a:p>
        </p:txBody>
      </p:sp>
      <p:pic>
        <p:nvPicPr>
          <p:cNvPr id="5" name="Picture 4" descr="Close-up of a broken hammer&#10;&#10;Description automatically generated">
            <a:extLst>
              <a:ext uri="{FF2B5EF4-FFF2-40B4-BE49-F238E27FC236}">
                <a16:creationId xmlns:a16="http://schemas.microsoft.com/office/drawing/2014/main" id="{536C177A-D098-6FFB-06B1-56982A95160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92088" y="2348880"/>
            <a:ext cx="3337053" cy="2224441"/>
          </a:xfrm>
          <a:prstGeom prst="rect">
            <a:avLst/>
          </a:prstGeom>
        </p:spPr>
      </p:pic>
      <p:sp>
        <p:nvSpPr>
          <p:cNvPr id="2" name="Footer Placeholder 2">
            <a:extLst>
              <a:ext uri="{FF2B5EF4-FFF2-40B4-BE49-F238E27FC236}">
                <a16:creationId xmlns:a16="http://schemas.microsoft.com/office/drawing/2014/main" id="{70946790-DAB3-E5BB-394F-884FAE69C4F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133720554"/>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251520" y="1196752"/>
            <a:ext cx="8568951" cy="43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dirty="0">
                <a:latin typeface="Sakkal Majalla" panose="02000000000000000000" pitchFamily="2" charset="-78"/>
                <a:cs typeface="Sakkal Majalla" panose="02000000000000000000" pitchFamily="2" charset="-78"/>
              </a:rPr>
              <a:t>العيوب والاختلالات في الوصلات الملحومة</a:t>
            </a:r>
          </a:p>
        </p:txBody>
      </p:sp>
      <p:sp>
        <p:nvSpPr>
          <p:cNvPr id="3" name="Content Placeholder 3">
            <a:extLst>
              <a:ext uri="{FF2B5EF4-FFF2-40B4-BE49-F238E27FC236}">
                <a16:creationId xmlns:a16="http://schemas.microsoft.com/office/drawing/2014/main" id="{65D6765C-D445-020E-0743-50278C353D4D}"/>
              </a:ext>
            </a:extLst>
          </p:cNvPr>
          <p:cNvSpPr txBox="1">
            <a:spLocks noChangeArrowheads="1"/>
          </p:cNvSpPr>
          <p:nvPr/>
        </p:nvSpPr>
        <p:spPr bwMode="auto">
          <a:xfrm>
            <a:off x="223854" y="1772816"/>
            <a:ext cx="8355667" cy="4320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r>
              <a:rPr lang="ar" sz="2600" dirty="0">
                <a:latin typeface="Sakkal Majalla" panose="02000000000000000000" pitchFamily="2" charset="-78"/>
                <a:cs typeface="Sakkal Majalla" panose="02000000000000000000" pitchFamily="2" charset="-78"/>
              </a:rPr>
              <a:t>تُجرى، في بعض الحالات، عملية معالجة حرارية بعد اللحام لقطعة العمل المعدنية (المواد الأساسية) والوصلات الملحومة لتحسين الخواص الميكانيكية لوصلة اللحام. تؤدي هذه العملية إلى تغيير البنية المجهرية لقطعة العمل والمعدن الملحوم.</a:t>
            </a:r>
          </a:p>
          <a:p>
            <a:pPr marL="685800" rtl="1"/>
            <a:r>
              <a:rPr lang="ar" sz="2600" dirty="0">
                <a:latin typeface="Sakkal Majalla" panose="02000000000000000000" pitchFamily="2" charset="-78"/>
                <a:cs typeface="Sakkal Majalla" panose="02000000000000000000" pitchFamily="2" charset="-78"/>
              </a:rPr>
              <a:t>يمكن أن تتعرض المواد المعدنية لنوعين من التآكل: التآكل الكيميائي والتآكل الكهروكيميائي. ويمكن تصنيف التآكل إلى عدة أنواع مختلفة:</a:t>
            </a:r>
          </a:p>
          <a:p>
            <a:pPr marL="1085850" lvl="1" rtl="1"/>
            <a:r>
              <a:rPr lang="ar" sz="2200" dirty="0">
                <a:latin typeface="Sakkal Majalla" panose="02000000000000000000" pitchFamily="2" charset="-78"/>
                <a:cs typeface="Sakkal Majalla" panose="02000000000000000000" pitchFamily="2" charset="-78"/>
              </a:rPr>
              <a:t>التآكل بين البلورات</a:t>
            </a:r>
          </a:p>
          <a:p>
            <a:pPr marL="1085850" lvl="1" rtl="1"/>
            <a:r>
              <a:rPr lang="ar" sz="2200" dirty="0">
                <a:latin typeface="Sakkal Majalla" panose="02000000000000000000" pitchFamily="2" charset="-78"/>
                <a:cs typeface="Sakkal Majalla" panose="02000000000000000000" pitchFamily="2" charset="-78"/>
              </a:rPr>
              <a:t>التآكل عبر البلورات</a:t>
            </a:r>
          </a:p>
          <a:p>
            <a:pPr marL="1085850" lvl="1" rtl="1"/>
            <a:r>
              <a:rPr lang="ar" sz="2200" dirty="0">
                <a:latin typeface="Sakkal Majalla" panose="02000000000000000000" pitchFamily="2" charset="-78"/>
                <a:cs typeface="Sakkal Majalla" panose="02000000000000000000" pitchFamily="2" charset="-78"/>
              </a:rPr>
              <a:t>هجوم خط السكين</a:t>
            </a:r>
          </a:p>
          <a:p>
            <a:pPr marL="1085850" lvl="1" rtl="1"/>
            <a:r>
              <a:rPr lang="ar" sz="2200" dirty="0">
                <a:latin typeface="Sakkal Majalla" panose="02000000000000000000" pitchFamily="2" charset="-78"/>
                <a:cs typeface="Sakkal Majalla" panose="02000000000000000000" pitchFamily="2" charset="-78"/>
              </a:rPr>
              <a:t>التنقر والشقوق</a:t>
            </a:r>
          </a:p>
        </p:txBody>
      </p:sp>
      <p:sp>
        <p:nvSpPr>
          <p:cNvPr id="2" name="Footer Placeholder 2">
            <a:extLst>
              <a:ext uri="{FF2B5EF4-FFF2-40B4-BE49-F238E27FC236}">
                <a16:creationId xmlns:a16="http://schemas.microsoft.com/office/drawing/2014/main" id="{420EF35F-9DB9-AF9A-D9E0-2AF2AF44418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1668133540"/>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251520" y="1196752"/>
            <a:ext cx="8568951" cy="43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dirty="0">
                <a:latin typeface="Sakkal Majalla" panose="02000000000000000000" pitchFamily="2" charset="-78"/>
                <a:cs typeface="Sakkal Majalla" panose="02000000000000000000" pitchFamily="2" charset="-78"/>
              </a:rPr>
              <a:t>العيوب والاختلالات في الوصلات الملحومة</a:t>
            </a:r>
          </a:p>
        </p:txBody>
      </p:sp>
      <p:sp>
        <p:nvSpPr>
          <p:cNvPr id="3" name="Content Placeholder 3">
            <a:extLst>
              <a:ext uri="{FF2B5EF4-FFF2-40B4-BE49-F238E27FC236}">
                <a16:creationId xmlns:a16="http://schemas.microsoft.com/office/drawing/2014/main" id="{65D6765C-D445-020E-0743-50278C353D4D}"/>
              </a:ext>
            </a:extLst>
          </p:cNvPr>
          <p:cNvSpPr txBox="1">
            <a:spLocks noChangeArrowheads="1"/>
          </p:cNvSpPr>
          <p:nvPr/>
        </p:nvSpPr>
        <p:spPr bwMode="auto">
          <a:xfrm>
            <a:off x="358161" y="1844824"/>
            <a:ext cx="8355667" cy="4320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indent="0" rtl="1">
              <a:buNone/>
            </a:pPr>
            <a:r>
              <a:rPr lang="ar" sz="2600" dirty="0">
                <a:latin typeface="Sakkal Majalla" panose="02000000000000000000" pitchFamily="2" charset="-78"/>
                <a:cs typeface="Sakkal Majalla" panose="02000000000000000000" pitchFamily="2" charset="-78"/>
              </a:rPr>
              <a:t>تُستخدم الاختبارات الإتلافية وغير الإتلافية لتأكيد جودة اللحام. تشمل الاختبارات غير الإتلافية:</a:t>
            </a:r>
          </a:p>
          <a:p>
            <a:pPr marL="1485900" lvl="2" rtl="1"/>
            <a:r>
              <a:rPr lang="ar" sz="2600" dirty="0">
                <a:latin typeface="Sakkal Majalla" panose="02000000000000000000" pitchFamily="2" charset="-78"/>
                <a:cs typeface="Sakkal Majalla" panose="02000000000000000000" pitchFamily="2" charset="-78"/>
              </a:rPr>
              <a:t>الأشعة السينية</a:t>
            </a:r>
          </a:p>
          <a:p>
            <a:pPr marL="1485900" lvl="2" rtl="1"/>
            <a:r>
              <a:rPr lang="ar" sz="2600" dirty="0">
                <a:latin typeface="Sakkal Majalla" panose="02000000000000000000" pitchFamily="2" charset="-78"/>
                <a:cs typeface="Sakkal Majalla" panose="02000000000000000000" pitchFamily="2" charset="-78"/>
              </a:rPr>
              <a:t>اختبار اختراق السائل</a:t>
            </a:r>
          </a:p>
          <a:p>
            <a:pPr indent="0" rtl="1">
              <a:buFont typeface="Wingdings" panose="05000000000000000000" pitchFamily="2" charset="2"/>
              <a:buNone/>
            </a:pPr>
            <a:r>
              <a:rPr lang="ar" sz="2600" kern="0" dirty="0">
                <a:latin typeface="Sakkal Majalla" panose="02000000000000000000" pitchFamily="2" charset="-78"/>
                <a:cs typeface="Sakkal Majalla" panose="02000000000000000000" pitchFamily="2" charset="-78"/>
              </a:rPr>
              <a:t>بينما تشمل الاختبارات الإتلافية:</a:t>
            </a:r>
          </a:p>
          <a:p>
            <a:pPr marL="1485900" lvl="2" rtl="1"/>
            <a:r>
              <a:rPr lang="ar" sz="2600" kern="0" dirty="0">
                <a:latin typeface="Sakkal Majalla" panose="02000000000000000000" pitchFamily="2" charset="-78"/>
                <a:cs typeface="Sakkal Majalla" panose="02000000000000000000" pitchFamily="2" charset="-78"/>
              </a:rPr>
              <a:t>اختبار الانحناء أو اختبار الانحناء الموجه</a:t>
            </a:r>
          </a:p>
          <a:p>
            <a:pPr marL="1485900" lvl="2" rtl="1"/>
            <a:r>
              <a:rPr lang="ar" sz="2600" kern="0" dirty="0">
                <a:latin typeface="Sakkal Majalla" panose="02000000000000000000" pitchFamily="2" charset="-78"/>
                <a:cs typeface="Sakkal Majalla" panose="02000000000000000000" pitchFamily="2" charset="-78"/>
              </a:rPr>
              <a:t>اختبار كسر الحز</a:t>
            </a:r>
          </a:p>
          <a:p>
            <a:pPr marL="1257300" lvl="2" indent="0" rtl="1">
              <a:buNone/>
            </a:pPr>
            <a:endParaRPr lang="en-GB" altLang="en-US" sz="2600" kern="0" dirty="0">
              <a:latin typeface="Sakkal Majalla" panose="02000000000000000000" pitchFamily="2" charset="-78"/>
              <a:cs typeface="Sakkal Majalla" panose="02000000000000000000" pitchFamily="2" charset="-78"/>
            </a:endParaRPr>
          </a:p>
          <a:p>
            <a:pPr marL="358775" lvl="2" indent="0" rtl="1">
              <a:buNone/>
            </a:pPr>
            <a:r>
              <a:rPr lang="ar" sz="2600" dirty="0">
                <a:latin typeface="Sakkal Majalla" panose="02000000000000000000" pitchFamily="2" charset="-78"/>
                <a:cs typeface="Sakkal Majalla" panose="02000000000000000000" pitchFamily="2" charset="-78"/>
              </a:rPr>
              <a:t>كيف يمكنك تنفيذ كل اختبار من هذه الاختبارات؟</a:t>
            </a:r>
          </a:p>
        </p:txBody>
      </p:sp>
      <p:sp>
        <p:nvSpPr>
          <p:cNvPr id="2" name="Footer Placeholder 2">
            <a:extLst>
              <a:ext uri="{FF2B5EF4-FFF2-40B4-BE49-F238E27FC236}">
                <a16:creationId xmlns:a16="http://schemas.microsoft.com/office/drawing/2014/main" id="{57480945-9EEA-7962-ED30-785661DAB09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2158670735"/>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ج</a:t>
            </a:r>
            <a:br>
              <a:rPr lang="en-US" altLang="en-US" sz="2600" dirty="0"/>
            </a:br>
            <a:br>
              <a:rPr lang="en-US" altLang="en-US" sz="2600" dirty="0"/>
            </a:br>
            <a:endParaRPr lang="en-GB" altLang="en-US" sz="2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259632" y="4581128"/>
            <a:ext cx="6769100" cy="143951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dirty="0"/>
              <a:t>التحضير لعمليات اللحام</a:t>
            </a:r>
          </a:p>
          <a:p>
            <a:pPr marL="685800" rtl="1"/>
            <a:r>
              <a:rPr lang="ar" sz="2600" dirty="0"/>
              <a:t>معلمات وإعدادات اللحام</a:t>
            </a:r>
          </a:p>
          <a:p>
            <a:pPr marL="685800" rtl="1"/>
            <a:r>
              <a:rPr lang="ar" sz="2600" dirty="0"/>
              <a:t>لحام الوصلات بأمان</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76262" y="2493963"/>
            <a:ext cx="7991475" cy="165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تنفيذ مهارات اللحام العملية بأمان لوصل </a:t>
            </a:r>
            <a:br>
              <a:rPr lang="en-GB" alt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المواد المعدنية وربطها معًا</a:t>
            </a:r>
          </a:p>
        </p:txBody>
      </p:sp>
      <p:sp>
        <p:nvSpPr>
          <p:cNvPr id="2" name="Footer Placeholder 2">
            <a:extLst>
              <a:ext uri="{FF2B5EF4-FFF2-40B4-BE49-F238E27FC236}">
                <a16:creationId xmlns:a16="http://schemas.microsoft.com/office/drawing/2014/main" id="{7A6517E3-E8D9-B6D5-4EC4-993A1E611569}"/>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2005355495"/>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08005" y="1844824"/>
            <a:ext cx="4392389" cy="45365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200" kern="0" dirty="0"/>
              <a:t>غالبًا ما تعرض الرسومات الهندسية أو تعليمات مهمة اللحام معلومات حول ما يجب لحامه.</a:t>
            </a:r>
          </a:p>
          <a:p>
            <a:pPr marL="685800" rtl="1"/>
            <a:r>
              <a:rPr lang="ar" sz="2200" kern="0" dirty="0"/>
              <a:t>تعليمات السلامة هي قواعد مكتوبة مصممة لضمان سلامتك في أثناء تنفيذ علميات اللحام.</a:t>
            </a:r>
          </a:p>
          <a:p>
            <a:pPr marL="685800" rtl="1"/>
            <a:r>
              <a:rPr lang="ar" sz="2200" kern="0" dirty="0"/>
              <a:t>مواصفات إجراء اللحام هي وثيقة تُحدد التفاصيل الدقيقة لإجراءات عمليات اللحام.  </a:t>
            </a:r>
          </a:p>
          <a:p>
            <a:pPr marL="685800" rtl="1"/>
            <a:r>
              <a:rPr lang="ar" sz="2200" kern="0" dirty="0"/>
              <a:t>ما المعلومات الموجودة في ورقة مواصفات إجراءات عملية اللحام؟ </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43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dirty="0">
                <a:latin typeface="Sakkal Majalla" panose="02000000000000000000" pitchFamily="2" charset="-78"/>
                <a:cs typeface="Sakkal Majalla" panose="02000000000000000000" pitchFamily="2" charset="-78"/>
              </a:rPr>
              <a:t>التحضير لعمليات اللحام</a:t>
            </a:r>
          </a:p>
        </p:txBody>
      </p:sp>
      <p:sp>
        <p:nvSpPr>
          <p:cNvPr id="8" name="TextBox 7">
            <a:extLst>
              <a:ext uri="{FF2B5EF4-FFF2-40B4-BE49-F238E27FC236}">
                <a16:creationId xmlns:a16="http://schemas.microsoft.com/office/drawing/2014/main" id="{7AC86CD5-DF91-1B9C-ED89-4089143A747C}"/>
              </a:ext>
            </a:extLst>
          </p:cNvPr>
          <p:cNvSpPr txBox="1"/>
          <p:nvPr/>
        </p:nvSpPr>
        <p:spPr>
          <a:xfrm>
            <a:off x="1149061" y="4365104"/>
            <a:ext cx="3015202" cy="1015663"/>
          </a:xfrm>
          <a:prstGeom prst="rect">
            <a:avLst/>
          </a:prstGeom>
          <a:noFill/>
        </p:spPr>
        <p:txBody>
          <a:bodyPr wrap="square" rtlCol="1">
            <a:spAutoFit/>
          </a:bodyPr>
          <a:lstStyle/>
          <a:p>
            <a:pPr indent="0" rtl="1">
              <a:buNone/>
            </a:pPr>
            <a:r>
              <a:rPr lang="ar" sz="2000" kern="0" dirty="0">
                <a:latin typeface="Sakkal Majalla" panose="02000000000000000000" pitchFamily="2" charset="-78"/>
                <a:cs typeface="Sakkal Majalla" panose="02000000000000000000" pitchFamily="2" charset="-78"/>
              </a:rPr>
              <a:t>توضح الرسومات الهندسية التوقعات الخاصة باللحامات باستخدام شروح قياسية متعددة.</a:t>
            </a:r>
          </a:p>
        </p:txBody>
      </p:sp>
      <p:pic>
        <p:nvPicPr>
          <p:cNvPr id="4" name="Picture 3" descr="A pencil on a piece of paper&#10;&#10;Description automatically generated">
            <a:extLst>
              <a:ext uri="{FF2B5EF4-FFF2-40B4-BE49-F238E27FC236}">
                <a16:creationId xmlns:a16="http://schemas.microsoft.com/office/drawing/2014/main" id="{575E1F20-B8D6-70B7-D42F-F8D5CD4F96B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27584" y="2132856"/>
            <a:ext cx="3240360" cy="2160240"/>
          </a:xfrm>
          <a:prstGeom prst="rect">
            <a:avLst/>
          </a:prstGeom>
        </p:spPr>
      </p:pic>
      <p:sp>
        <p:nvSpPr>
          <p:cNvPr id="2" name="Footer Placeholder 2">
            <a:extLst>
              <a:ext uri="{FF2B5EF4-FFF2-40B4-BE49-F238E27FC236}">
                <a16:creationId xmlns:a16="http://schemas.microsoft.com/office/drawing/2014/main" id="{588E424E-9CAA-2BD8-ACA4-7D9CDFEA470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770679038"/>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43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dirty="0">
                <a:latin typeface="Sakkal Majalla" panose="02000000000000000000" pitchFamily="2" charset="-78"/>
                <a:cs typeface="Sakkal Majalla" panose="02000000000000000000" pitchFamily="2" charset="-78"/>
              </a:rPr>
              <a:t>التحضير لعمليات اللحام</a:t>
            </a:r>
          </a:p>
        </p:txBody>
      </p:sp>
      <p:sp>
        <p:nvSpPr>
          <p:cNvPr id="3" name="Content Placeholder 3">
            <a:extLst>
              <a:ext uri="{FF2B5EF4-FFF2-40B4-BE49-F238E27FC236}">
                <a16:creationId xmlns:a16="http://schemas.microsoft.com/office/drawing/2014/main" id="{65D6765C-D445-020E-0743-50278C353D4D}"/>
              </a:ext>
            </a:extLst>
          </p:cNvPr>
          <p:cNvSpPr txBox="1">
            <a:spLocks noChangeArrowheads="1"/>
          </p:cNvSpPr>
          <p:nvPr/>
        </p:nvSpPr>
        <p:spPr bwMode="auto">
          <a:xfrm>
            <a:off x="536813" y="1926646"/>
            <a:ext cx="8355667" cy="4320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r>
              <a:rPr lang="ar" sz="2600" kern="0" dirty="0">
                <a:latin typeface="Sakkal Majalla" panose="02000000000000000000" pitchFamily="2" charset="-78"/>
                <a:cs typeface="Sakkal Majalla" panose="02000000000000000000" pitchFamily="2" charset="-78"/>
              </a:rPr>
              <a:t>لا تبدأ اللحام حتى تفحص معداتك وتتأكد أنها بحالة جيدة.</a:t>
            </a:r>
          </a:p>
          <a:p>
            <a:pPr marL="685800" rtl="1"/>
            <a:r>
              <a:rPr lang="ar" sz="2600" kern="0" dirty="0">
                <a:latin typeface="Sakkal Majalla" panose="02000000000000000000" pitchFamily="2" charset="-78"/>
                <a:cs typeface="Sakkal Majalla" panose="02000000000000000000" pitchFamily="2" charset="-78"/>
              </a:rPr>
              <a:t>استبدل ما يتلف من كابلات أو خراطيم أو مشاعل أو حوامل أقطاب كهربائية أو منظمات ضغط الغاز أو عدادات التدفق أو غيرها من معدات اللحام وتجنب استخدامها تمامًا. </a:t>
            </a:r>
          </a:p>
          <a:p>
            <a:pPr marL="685800" rtl="1"/>
            <a:r>
              <a:rPr lang="ar" sz="2600" kern="0" dirty="0">
                <a:latin typeface="Sakkal Majalla" panose="02000000000000000000" pitchFamily="2" charset="-78"/>
                <a:cs typeface="Sakkal Majalla" panose="02000000000000000000" pitchFamily="2" charset="-78"/>
              </a:rPr>
              <a:t>يمكن إجراء اللحام في مواقع متنوعة. وغالبًا ما يجري اللحام في ورشة التصنيع، ولكن يمكن أيضًا إجراؤه في الهواء الطلق.</a:t>
            </a:r>
          </a:p>
          <a:p>
            <a:pPr marL="685800" rtl="1"/>
            <a:r>
              <a:rPr lang="ar" sz="2600" kern="0" dirty="0">
                <a:latin typeface="Sakkal Majalla" panose="02000000000000000000" pitchFamily="2" charset="-78"/>
                <a:cs typeface="Sakkal Majalla" panose="02000000000000000000" pitchFamily="2" charset="-78"/>
              </a:rPr>
              <a:t>ما الاحتياطات اللازمة إذا كنت تنفذ عمليات اللحام في الهواء الطلق؟ </a:t>
            </a:r>
          </a:p>
        </p:txBody>
      </p:sp>
      <p:sp>
        <p:nvSpPr>
          <p:cNvPr id="2" name="Footer Placeholder 2">
            <a:extLst>
              <a:ext uri="{FF2B5EF4-FFF2-40B4-BE49-F238E27FC236}">
                <a16:creationId xmlns:a16="http://schemas.microsoft.com/office/drawing/2014/main" id="{47D15277-BC3E-1032-863E-592E7614B0B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2547890795"/>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43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dirty="0">
                <a:latin typeface="Sakkal Majalla" panose="02000000000000000000" pitchFamily="2" charset="-78"/>
                <a:cs typeface="Sakkal Majalla" panose="02000000000000000000" pitchFamily="2" charset="-78"/>
              </a:rPr>
              <a:t>معلمات وإعدادات اللحام</a:t>
            </a:r>
          </a:p>
        </p:txBody>
      </p:sp>
      <p:sp>
        <p:nvSpPr>
          <p:cNvPr id="3" name="Content Placeholder 3">
            <a:extLst>
              <a:ext uri="{FF2B5EF4-FFF2-40B4-BE49-F238E27FC236}">
                <a16:creationId xmlns:a16="http://schemas.microsoft.com/office/drawing/2014/main" id="{65D6765C-D445-020E-0743-50278C353D4D}"/>
              </a:ext>
            </a:extLst>
          </p:cNvPr>
          <p:cNvSpPr txBox="1">
            <a:spLocks noChangeArrowheads="1"/>
          </p:cNvSpPr>
          <p:nvPr/>
        </p:nvSpPr>
        <p:spPr bwMode="auto">
          <a:xfrm>
            <a:off x="536813" y="1700808"/>
            <a:ext cx="8355667" cy="468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r>
              <a:rPr lang="ar" sz="2600" kern="0" dirty="0">
                <a:latin typeface="Sakkal Majalla" panose="02000000000000000000" pitchFamily="2" charset="-78"/>
                <a:cs typeface="Sakkal Majalla" panose="02000000000000000000" pitchFamily="2" charset="-78"/>
              </a:rPr>
              <a:t>هناك العديد من الإعدادات اليدوية التي يمكن تعديلها في ماكينة اللحام، وتشمل ما يأتي:</a:t>
            </a:r>
          </a:p>
          <a:p>
            <a:pPr marL="1485900" lvl="2" rtl="1"/>
            <a:r>
              <a:rPr lang="ar" sz="2200" kern="0" dirty="0">
                <a:latin typeface="Sakkal Majalla" panose="02000000000000000000" pitchFamily="2" charset="-78"/>
                <a:cs typeface="Sakkal Majalla" panose="02000000000000000000" pitchFamily="2" charset="-78"/>
              </a:rPr>
              <a:t>ضغط غاز الحجب</a:t>
            </a:r>
          </a:p>
          <a:p>
            <a:pPr marL="1485900" lvl="2" rtl="1"/>
            <a:r>
              <a:rPr lang="ar" sz="2200" kern="0" dirty="0">
                <a:latin typeface="Sakkal Majalla" panose="02000000000000000000" pitchFamily="2" charset="-78"/>
                <a:cs typeface="Sakkal Majalla" panose="02000000000000000000" pitchFamily="2" charset="-78"/>
              </a:rPr>
              <a:t>معدل التدفق</a:t>
            </a:r>
          </a:p>
          <a:p>
            <a:pPr marL="1485900" lvl="2" rtl="1"/>
            <a:r>
              <a:rPr lang="ar" sz="2200" kern="0" dirty="0">
                <a:latin typeface="Sakkal Majalla" panose="02000000000000000000" pitchFamily="2" charset="-78"/>
                <a:cs typeface="Sakkal Majalla" panose="02000000000000000000" pitchFamily="2" charset="-78"/>
              </a:rPr>
              <a:t>الجهد الكهربائي </a:t>
            </a:r>
          </a:p>
          <a:p>
            <a:pPr marL="1485900" lvl="2" rtl="1"/>
            <a:r>
              <a:rPr lang="ar" sz="2200" kern="0" dirty="0">
                <a:latin typeface="Sakkal Majalla" panose="02000000000000000000" pitchFamily="2" charset="-78"/>
                <a:cs typeface="Sakkal Majalla" panose="02000000000000000000" pitchFamily="2" charset="-78"/>
              </a:rPr>
              <a:t>التيار</a:t>
            </a:r>
          </a:p>
          <a:p>
            <a:pPr marL="685800" rtl="1"/>
            <a:r>
              <a:rPr lang="ar" sz="2600" kern="0" dirty="0">
                <a:latin typeface="Sakkal Majalla" panose="02000000000000000000" pitchFamily="2" charset="-78"/>
                <a:cs typeface="Sakkal Majalla" panose="02000000000000000000" pitchFamily="2" charset="-78"/>
              </a:rPr>
              <a:t>يتأثر تشكيل حبة اللحام من حيث الشكل والحجم والبنية المجهرية والمظهر بهذه الإعدادات.</a:t>
            </a:r>
          </a:p>
          <a:p>
            <a:pPr marL="685800" rtl="1"/>
            <a:r>
              <a:rPr lang="ar" sz="2600" kern="0" dirty="0">
                <a:latin typeface="Sakkal Majalla" panose="02000000000000000000" pitchFamily="2" charset="-78"/>
                <a:cs typeface="Sakkal Majalla" panose="02000000000000000000" pitchFamily="2" charset="-78"/>
              </a:rPr>
              <a:t>يُطلق مصطلح "المواد الاستهلاكية" في اللحام على أي عنصر يُستخدم ثم يُستبدل.</a:t>
            </a:r>
          </a:p>
          <a:p>
            <a:pPr marL="685800" rtl="1"/>
            <a:r>
              <a:rPr lang="ar" sz="2600" kern="0" dirty="0">
                <a:latin typeface="Sakkal Majalla" panose="02000000000000000000" pitchFamily="2" charset="-78"/>
                <a:cs typeface="Sakkal Majalla" panose="02000000000000000000" pitchFamily="2" charset="-78"/>
              </a:rPr>
              <a:t>هل يمكنك ذكر أي مواد استهلاكية في اللحام؟</a:t>
            </a:r>
          </a:p>
        </p:txBody>
      </p:sp>
      <p:sp>
        <p:nvSpPr>
          <p:cNvPr id="2" name="Footer Placeholder 2">
            <a:extLst>
              <a:ext uri="{FF2B5EF4-FFF2-40B4-BE49-F238E27FC236}">
                <a16:creationId xmlns:a16="http://schemas.microsoft.com/office/drawing/2014/main" id="{162B5EED-2373-5BA1-0153-7EBC0D437A2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3593714400"/>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43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dirty="0">
                <a:latin typeface="Sakkal Majalla" panose="02000000000000000000" pitchFamily="2" charset="-78"/>
                <a:cs typeface="Sakkal Majalla" panose="02000000000000000000" pitchFamily="2" charset="-78"/>
              </a:rPr>
              <a:t>لحام الوصلات بأمان</a:t>
            </a:r>
          </a:p>
        </p:txBody>
      </p:sp>
      <p:sp>
        <p:nvSpPr>
          <p:cNvPr id="3" name="Content Placeholder 3">
            <a:extLst>
              <a:ext uri="{FF2B5EF4-FFF2-40B4-BE49-F238E27FC236}">
                <a16:creationId xmlns:a16="http://schemas.microsoft.com/office/drawing/2014/main" id="{65D6765C-D445-020E-0743-50278C353D4D}"/>
              </a:ext>
            </a:extLst>
          </p:cNvPr>
          <p:cNvSpPr txBox="1">
            <a:spLocks noChangeArrowheads="1"/>
          </p:cNvSpPr>
          <p:nvPr/>
        </p:nvSpPr>
        <p:spPr bwMode="auto">
          <a:xfrm>
            <a:off x="536813" y="1700808"/>
            <a:ext cx="8355667" cy="468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r>
              <a:rPr lang="ar" sz="2600" kern="0" dirty="0">
                <a:latin typeface="Sakkal Majalla" panose="02000000000000000000" pitchFamily="2" charset="-78"/>
                <a:cs typeface="Sakkal Majalla" panose="02000000000000000000" pitchFamily="2" charset="-78"/>
              </a:rPr>
              <a:t>ينتج عن اللحام كمية كبيرة من الحرارة والشرر والتناثر. ولتقليل مخاطر نشوب حريق، عليك التأكد من أن جميع المواد والغازات والسوائل القابلة للاشتعال بعيدة عن منطقة العمل.</a:t>
            </a:r>
          </a:p>
          <a:p>
            <a:pPr marL="685800" rtl="1"/>
            <a:r>
              <a:rPr lang="ar" sz="2600" kern="0" dirty="0">
                <a:latin typeface="Sakkal Majalla" panose="02000000000000000000" pitchFamily="2" charset="-78"/>
                <a:cs typeface="Sakkal Majalla" panose="02000000000000000000" pitchFamily="2" charset="-78"/>
              </a:rPr>
              <a:t>يُعد منع الحوادث في أثناء تنفيذ عملية اللحام أمرًا مهمًا. للمساعدة على الحد من الحوادث، عليك:</a:t>
            </a:r>
          </a:p>
          <a:p>
            <a:pPr marL="1085850" lvl="1" rtl="1"/>
            <a:r>
              <a:rPr lang="ar" sz="2200" kern="0" dirty="0">
                <a:latin typeface="Sakkal Majalla" panose="02000000000000000000" pitchFamily="2" charset="-78"/>
                <a:cs typeface="Sakkal Majalla" panose="02000000000000000000" pitchFamily="2" charset="-78"/>
              </a:rPr>
              <a:t>المحافظة على منطقة عملك نظيفة وجافة ومرتبة.</a:t>
            </a:r>
          </a:p>
          <a:p>
            <a:pPr marL="1085850" lvl="1" rtl="1"/>
            <a:r>
              <a:rPr lang="ar" sz="2200" kern="0" dirty="0">
                <a:latin typeface="Sakkal Majalla" panose="02000000000000000000" pitchFamily="2" charset="-78"/>
                <a:cs typeface="Sakkal Majalla" panose="02000000000000000000" pitchFamily="2" charset="-78"/>
              </a:rPr>
              <a:t>التأكد من وجود تهوية كافية لإزالة الأبخرة والغازات الناتجة عن اللحام.</a:t>
            </a:r>
          </a:p>
          <a:p>
            <a:pPr marL="1085850" lvl="1" rtl="1"/>
            <a:r>
              <a:rPr lang="ar" sz="2200" kern="0" dirty="0">
                <a:latin typeface="Sakkal Majalla" panose="02000000000000000000" pitchFamily="2" charset="-78"/>
                <a:cs typeface="Sakkal Majalla" panose="02000000000000000000" pitchFamily="2" charset="-78"/>
              </a:rPr>
              <a:t>المداومة على ارتداء معدات الحماية الشخصية، ومنها خوذة اللحام والقفازات والسترة الواقية والأحذية.</a:t>
            </a:r>
          </a:p>
          <a:p>
            <a:pPr marL="1085850" lvl="1" rtl="1"/>
            <a:r>
              <a:rPr lang="ar" sz="2200" kern="0" dirty="0">
                <a:latin typeface="Sakkal Majalla" panose="02000000000000000000" pitchFamily="2" charset="-78"/>
                <a:cs typeface="Sakkal Majalla" panose="02000000000000000000" pitchFamily="2" charset="-78"/>
              </a:rPr>
              <a:t>الإبلاغ عن أي مخاوف بشأن السلامة.</a:t>
            </a:r>
          </a:p>
          <a:p>
            <a:pPr marL="1485900" lvl="2" rtl="1"/>
            <a:endParaRPr lang="en-GB" altLang="en-US"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2C0552A3-49E1-61D6-04F0-C3F6B48B10C8}"/>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476487337"/>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43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dirty="0">
                <a:latin typeface="Sakkal Majalla" panose="02000000000000000000" pitchFamily="2" charset="-78"/>
                <a:cs typeface="Sakkal Majalla" panose="02000000000000000000" pitchFamily="2" charset="-78"/>
              </a:rPr>
              <a:t>لحام الوصلات بأمان</a:t>
            </a:r>
          </a:p>
        </p:txBody>
      </p:sp>
      <p:sp>
        <p:nvSpPr>
          <p:cNvPr id="3" name="Content Placeholder 3">
            <a:extLst>
              <a:ext uri="{FF2B5EF4-FFF2-40B4-BE49-F238E27FC236}">
                <a16:creationId xmlns:a16="http://schemas.microsoft.com/office/drawing/2014/main" id="{65D6765C-D445-020E-0743-50278C353D4D}"/>
              </a:ext>
            </a:extLst>
          </p:cNvPr>
          <p:cNvSpPr txBox="1">
            <a:spLocks noChangeArrowheads="1"/>
          </p:cNvSpPr>
          <p:nvPr/>
        </p:nvSpPr>
        <p:spPr bwMode="auto">
          <a:xfrm>
            <a:off x="394167" y="2122279"/>
            <a:ext cx="8355667" cy="3960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r>
              <a:rPr lang="ar" sz="2600" kern="0" dirty="0">
                <a:latin typeface="Sakkal Majalla" panose="02000000000000000000" pitchFamily="2" charset="-78"/>
                <a:cs typeface="Sakkal Majalla" panose="02000000000000000000" pitchFamily="2" charset="-78"/>
              </a:rPr>
              <a:t>تربط اللحامات التناكبية قطعتين من المواد من طرف إلى طرف، دون أي تداخل.</a:t>
            </a:r>
          </a:p>
          <a:p>
            <a:pPr marL="685800" rtl="1"/>
            <a:r>
              <a:rPr lang="ar" sz="2600" kern="0" dirty="0">
                <a:latin typeface="Sakkal Majalla" panose="02000000000000000000" pitchFamily="2" charset="-78"/>
                <a:cs typeface="Sakkal Majalla" panose="02000000000000000000" pitchFamily="2" charset="-78"/>
              </a:rPr>
              <a:t>يُستخدم اللحام الزاوي عمومًا لربط قطع الصفائح المعدنية المتعامدة مع بعضها (مثل تلك التي تشكل حرف </a:t>
            </a:r>
            <a:r>
              <a:rPr lang="en-US" sz="2600" kern="0" dirty="0">
                <a:latin typeface="Sakkal Majalla" panose="02000000000000000000" pitchFamily="2" charset="-78"/>
                <a:cs typeface="Sakkal Majalla" panose="02000000000000000000" pitchFamily="2" charset="-78"/>
              </a:rPr>
              <a:t>"</a:t>
            </a:r>
            <a:r>
              <a:rPr lang="ar" sz="2600" kern="0" dirty="0">
                <a:latin typeface="Sakkal Majalla" panose="02000000000000000000" pitchFamily="2" charset="-78"/>
                <a:cs typeface="Sakkal Majalla" panose="02000000000000000000" pitchFamily="2" charset="-78"/>
              </a:rPr>
              <a:t>L</a:t>
            </a:r>
            <a:r>
              <a:rPr lang="en-US" sz="2600" kern="0" dirty="0">
                <a:latin typeface="Sakkal Majalla" panose="02000000000000000000" pitchFamily="2" charset="-78"/>
                <a:cs typeface="Sakkal Majalla" panose="02000000000000000000" pitchFamily="2" charset="-78"/>
              </a:rPr>
              <a:t>"</a:t>
            </a:r>
            <a:r>
              <a:rPr lang="ar" sz="2600" kern="0" dirty="0">
                <a:latin typeface="Sakkal Majalla" panose="02000000000000000000" pitchFamily="2" charset="-78"/>
                <a:cs typeface="Sakkal Majalla" panose="02000000000000000000" pitchFamily="2" charset="-78"/>
              </a:rPr>
              <a:t> أو </a:t>
            </a:r>
            <a:r>
              <a:rPr lang="en-US" sz="2600" kern="0" dirty="0">
                <a:latin typeface="Sakkal Majalla" panose="02000000000000000000" pitchFamily="2" charset="-78"/>
                <a:cs typeface="Sakkal Majalla" panose="02000000000000000000" pitchFamily="2" charset="-78"/>
              </a:rPr>
              <a:t>"</a:t>
            </a:r>
            <a:r>
              <a:rPr lang="ar" sz="2600" kern="0" dirty="0">
                <a:latin typeface="Sakkal Majalla" panose="02000000000000000000" pitchFamily="2" charset="-78"/>
                <a:cs typeface="Sakkal Majalla" panose="02000000000000000000" pitchFamily="2" charset="-78"/>
              </a:rPr>
              <a:t>T</a:t>
            </a:r>
            <a:r>
              <a:rPr lang="en-US" sz="2600" kern="0" dirty="0">
                <a:latin typeface="Sakkal Majalla" panose="02000000000000000000" pitchFamily="2" charset="-78"/>
                <a:cs typeface="Sakkal Majalla" panose="02000000000000000000" pitchFamily="2" charset="-78"/>
              </a:rPr>
              <a:t>"</a:t>
            </a:r>
            <a:r>
              <a:rPr lang="ar" sz="2600" kern="0" dirty="0">
                <a:latin typeface="Sakkal Majalla" panose="02000000000000000000" pitchFamily="2" charset="-78"/>
                <a:cs typeface="Sakkal Majalla" panose="02000000000000000000" pitchFamily="2" charset="-78"/>
              </a:rPr>
              <a:t>) أو بزاوية.</a:t>
            </a:r>
          </a:p>
          <a:p>
            <a:pPr marL="685800" rtl="1"/>
            <a:r>
              <a:rPr lang="ar" sz="2600" kern="0" dirty="0">
                <a:latin typeface="Sakkal Majalla" panose="02000000000000000000" pitchFamily="2" charset="-78"/>
                <a:cs typeface="Sakkal Majalla" panose="02000000000000000000" pitchFamily="2" charset="-78"/>
              </a:rPr>
              <a:t>يتطلب كل من اللحام التناكبي والزاوي إدخال مادة اللحام إما بقضيب حشو وإما بقطب كهربائي وإما بسلك لحام.</a:t>
            </a:r>
          </a:p>
          <a:p>
            <a:pPr marL="685800" rtl="1"/>
            <a:r>
              <a:rPr lang="ar" sz="2600" kern="0" dirty="0">
                <a:latin typeface="Sakkal Majalla" panose="02000000000000000000" pitchFamily="2" charset="-78"/>
                <a:cs typeface="Sakkal Majalla" panose="02000000000000000000" pitchFamily="2" charset="-78"/>
              </a:rPr>
              <a:t>كيف يختلف اللحام الذاتي (المعروف أيضًا باسم اللحام الانصهاري)؟</a:t>
            </a:r>
            <a:endParaRPr lang="en-GB" altLang="en-US" sz="2600"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1E4315F8-6B1D-25B1-114C-00FA50CD66E5}"/>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5644912"/>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251520" y="1196752"/>
            <a:ext cx="8568951" cy="43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dirty="0">
                <a:latin typeface="Sakkal Majalla" panose="02000000000000000000" pitchFamily="2" charset="-78"/>
                <a:cs typeface="Sakkal Majalla" panose="02000000000000000000" pitchFamily="2" charset="-78"/>
              </a:rPr>
              <a:t>لحام الوصلات بأمان</a:t>
            </a:r>
          </a:p>
        </p:txBody>
      </p:sp>
      <p:sp>
        <p:nvSpPr>
          <p:cNvPr id="3" name="Content Placeholder 3">
            <a:extLst>
              <a:ext uri="{FF2B5EF4-FFF2-40B4-BE49-F238E27FC236}">
                <a16:creationId xmlns:a16="http://schemas.microsoft.com/office/drawing/2014/main" id="{65D6765C-D445-020E-0743-50278C353D4D}"/>
              </a:ext>
            </a:extLst>
          </p:cNvPr>
          <p:cNvSpPr txBox="1">
            <a:spLocks noChangeArrowheads="1"/>
          </p:cNvSpPr>
          <p:nvPr/>
        </p:nvSpPr>
        <p:spPr bwMode="auto">
          <a:xfrm>
            <a:off x="394166" y="2011122"/>
            <a:ext cx="8355667" cy="3501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indent="0" rtl="1">
              <a:buNone/>
            </a:pPr>
            <a:r>
              <a:rPr lang="ar" sz="2600" kern="0" dirty="0">
                <a:latin typeface="Sakkal Majalla" panose="02000000000000000000" pitchFamily="2" charset="-78"/>
                <a:cs typeface="Sakkal Majalla" panose="02000000000000000000" pitchFamily="2" charset="-78"/>
              </a:rPr>
              <a:t>يُنفذ اللحام في عدة وضعيات مختلفة، تشمل ما يأتي:</a:t>
            </a:r>
          </a:p>
          <a:p>
            <a:pPr marL="1085850" lvl="1" rtl="1"/>
            <a:r>
              <a:rPr lang="ar" sz="2200" kern="0" dirty="0">
                <a:latin typeface="Sakkal Majalla" panose="02000000000000000000" pitchFamily="2" charset="-78"/>
                <a:cs typeface="Sakkal Majalla" panose="02000000000000000000" pitchFamily="2" charset="-78"/>
              </a:rPr>
              <a:t>الوضعية المستوية (FA): تكون قطعة العمل مسطحة على الأرض.</a:t>
            </a:r>
          </a:p>
          <a:p>
            <a:pPr marL="1085850" lvl="1" rtl="1"/>
            <a:r>
              <a:rPr lang="ar" sz="2200" kern="0" dirty="0">
                <a:latin typeface="Sakkal Majalla" panose="02000000000000000000" pitchFamily="2" charset="-78"/>
                <a:cs typeface="Sakkal Majalla" panose="02000000000000000000" pitchFamily="2" charset="-78"/>
              </a:rPr>
              <a:t>الوضعية الأفقية (PB): يجري اللحام على مستوى أفقي.</a:t>
            </a:r>
          </a:p>
          <a:p>
            <a:pPr marL="1085850" lvl="1" rtl="1"/>
            <a:r>
              <a:rPr lang="ar" sz="2200" kern="0" dirty="0">
                <a:latin typeface="Sakkal Majalla" panose="02000000000000000000" pitchFamily="2" charset="-78"/>
                <a:cs typeface="Sakkal Majalla" panose="02000000000000000000" pitchFamily="2" charset="-78"/>
              </a:rPr>
              <a:t>الوضعية العلوية (PE): وتُعد الأكثر تحديًا، حيث يجري اللحام فوق رأس عامل اللحام.</a:t>
            </a:r>
          </a:p>
          <a:p>
            <a:pPr marL="358775" lvl="1" indent="0" rtl="1">
              <a:buNone/>
            </a:pPr>
            <a:r>
              <a:rPr lang="ar" sz="2200" kern="0" dirty="0">
                <a:latin typeface="Sakkal Majalla" panose="02000000000000000000" pitchFamily="2" charset="-78"/>
                <a:cs typeface="Sakkal Majalla" panose="02000000000000000000" pitchFamily="2" charset="-78"/>
              </a:rPr>
              <a:t>لتنفيذ اللحام، يجب إمساك مسدس اللحام أو الشعلة بثبات وبزاوية ثابتة.  وتعتمد الزاوية الدقيقة على ترتيب الوصلة الملحومة، لكنها تتراوح عمومًا بين 15 إلى 45 درجة.</a:t>
            </a:r>
          </a:p>
          <a:p>
            <a:pPr marL="1085850" lvl="1" rtl="1"/>
            <a:endParaRPr lang="en-GB" altLang="en-US" kern="0" dirty="0">
              <a:latin typeface="Sakkal Majalla" panose="02000000000000000000" pitchFamily="2" charset="-78"/>
              <a:cs typeface="Sakkal Majalla" panose="02000000000000000000" pitchFamily="2" charset="-78"/>
            </a:endParaRPr>
          </a:p>
        </p:txBody>
      </p:sp>
      <p:sp>
        <p:nvSpPr>
          <p:cNvPr id="4" name="Content Placeholder 3">
            <a:extLst>
              <a:ext uri="{FF2B5EF4-FFF2-40B4-BE49-F238E27FC236}">
                <a16:creationId xmlns:a16="http://schemas.microsoft.com/office/drawing/2014/main" id="{7A2F950D-023B-8AB5-F3BB-10D8C9331E02}"/>
              </a:ext>
            </a:extLst>
          </p:cNvPr>
          <p:cNvSpPr txBox="1">
            <a:spLocks noChangeArrowheads="1"/>
          </p:cNvSpPr>
          <p:nvPr/>
        </p:nvSpPr>
        <p:spPr bwMode="auto">
          <a:xfrm>
            <a:off x="2483768" y="4941168"/>
            <a:ext cx="6247151" cy="43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indent="0" rtl="1">
              <a:buNone/>
            </a:pPr>
            <a:r>
              <a:rPr lang="ar" sz="2600" kern="0" dirty="0">
                <a:latin typeface="Sakkal Majalla" panose="02000000000000000000" pitchFamily="2" charset="-78"/>
                <a:cs typeface="Sakkal Majalla" panose="02000000000000000000" pitchFamily="2" charset="-78"/>
              </a:rPr>
              <a:t>ما الوضعيات الأخرى التي قد يعمل فيها عامل اللحام؟</a:t>
            </a:r>
          </a:p>
        </p:txBody>
      </p:sp>
      <p:sp>
        <p:nvSpPr>
          <p:cNvPr id="2" name="Footer Placeholder 2">
            <a:extLst>
              <a:ext uri="{FF2B5EF4-FFF2-40B4-BE49-F238E27FC236}">
                <a16:creationId xmlns:a16="http://schemas.microsoft.com/office/drawing/2014/main" id="{8A7846BB-7C88-2554-E4F9-59A8DE8E1B5B}"/>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3093482651"/>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43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dirty="0">
                <a:latin typeface="Sakkal Majalla" panose="02000000000000000000" pitchFamily="2" charset="-78"/>
                <a:cs typeface="Sakkal Majalla" panose="02000000000000000000" pitchFamily="2" charset="-78"/>
              </a:rPr>
              <a:t>لحام الوصلات بأمان</a:t>
            </a:r>
          </a:p>
        </p:txBody>
      </p:sp>
      <p:sp>
        <p:nvSpPr>
          <p:cNvPr id="3" name="Content Placeholder 3">
            <a:extLst>
              <a:ext uri="{FF2B5EF4-FFF2-40B4-BE49-F238E27FC236}">
                <a16:creationId xmlns:a16="http://schemas.microsoft.com/office/drawing/2014/main" id="{65D6765C-D445-020E-0743-50278C353D4D}"/>
              </a:ext>
            </a:extLst>
          </p:cNvPr>
          <p:cNvSpPr txBox="1">
            <a:spLocks noChangeArrowheads="1"/>
          </p:cNvSpPr>
          <p:nvPr/>
        </p:nvSpPr>
        <p:spPr bwMode="auto">
          <a:xfrm>
            <a:off x="394167" y="2011122"/>
            <a:ext cx="8355667" cy="3849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indent="0" rtl="1">
              <a:buNone/>
            </a:pPr>
            <a:r>
              <a:rPr lang="ar" sz="2600" kern="0" dirty="0">
                <a:latin typeface="Sakkal Majalla" panose="02000000000000000000" pitchFamily="2" charset="-78"/>
                <a:cs typeface="Sakkal Majalla" panose="02000000000000000000" pitchFamily="2" charset="-78"/>
              </a:rPr>
              <a:t>يُشير مصطلح الانقطاعات في اللحام إلى حدوث انقطاع في هيكل اللحام أو مظهره، ويمكن اعتبارها عيوبًا. تشمل هذه الانقطاعات:</a:t>
            </a:r>
          </a:p>
          <a:p>
            <a:pPr marL="1085850" lvl="1" rtl="1"/>
            <a:r>
              <a:rPr lang="ar" sz="2600" kern="0" dirty="0">
                <a:latin typeface="Sakkal Majalla" panose="02000000000000000000" pitchFamily="2" charset="-78"/>
                <a:cs typeface="Sakkal Majalla" panose="02000000000000000000" pitchFamily="2" charset="-78"/>
              </a:rPr>
              <a:t>عدم الانصهار</a:t>
            </a:r>
          </a:p>
          <a:p>
            <a:pPr marL="1085850" lvl="1" rtl="1"/>
            <a:r>
              <a:rPr lang="ar" sz="2600" kern="0" dirty="0">
                <a:latin typeface="Sakkal Majalla" panose="02000000000000000000" pitchFamily="2" charset="-78"/>
                <a:cs typeface="Sakkal Majalla" panose="02000000000000000000" pitchFamily="2" charset="-78"/>
              </a:rPr>
              <a:t>المسامية</a:t>
            </a:r>
          </a:p>
          <a:p>
            <a:pPr marL="1085850" lvl="1" rtl="1"/>
            <a:r>
              <a:rPr lang="ar" sz="2600" kern="0" dirty="0">
                <a:latin typeface="Sakkal Majalla" panose="02000000000000000000" pitchFamily="2" charset="-78"/>
                <a:cs typeface="Sakkal Majalla" panose="02000000000000000000" pitchFamily="2" charset="-78"/>
              </a:rPr>
              <a:t>الترشاش</a:t>
            </a:r>
          </a:p>
          <a:p>
            <a:pPr marL="1085850" lvl="1" rtl="1"/>
            <a:r>
              <a:rPr lang="ar" sz="2600" kern="0" dirty="0">
                <a:latin typeface="Sakkal Majalla" panose="02000000000000000000" pitchFamily="2" charset="-78"/>
                <a:cs typeface="Sakkal Majalla" panose="02000000000000000000" pitchFamily="2" charset="-78"/>
              </a:rPr>
              <a:t>الاختراق غير الكامل</a:t>
            </a:r>
          </a:p>
          <a:p>
            <a:pPr marL="1085850" lvl="1" rtl="1"/>
            <a:r>
              <a:rPr lang="ar" sz="2600" kern="0" dirty="0">
                <a:latin typeface="Sakkal Majalla" panose="02000000000000000000" pitchFamily="2" charset="-78"/>
                <a:cs typeface="Sakkal Majalla" panose="02000000000000000000" pitchFamily="2" charset="-78"/>
              </a:rPr>
              <a:t>القطع السفلي</a:t>
            </a:r>
          </a:p>
          <a:p>
            <a:pPr marL="1085850" lvl="1" rtl="1"/>
            <a:r>
              <a:rPr lang="ar" sz="2600" kern="0" dirty="0">
                <a:latin typeface="Sakkal Majalla" panose="02000000000000000000" pitchFamily="2" charset="-78"/>
                <a:cs typeface="Sakkal Majalla" panose="02000000000000000000" pitchFamily="2" charset="-78"/>
              </a:rPr>
              <a:t>شقوق الحفر</a:t>
            </a:r>
          </a:p>
          <a:p>
            <a:pPr marL="1085850" lvl="1" rtl="1"/>
            <a:endParaRPr lang="en-GB" altLang="en-US" kern="0" dirty="0">
              <a:latin typeface="Sakkal Majalla" panose="02000000000000000000" pitchFamily="2" charset="-78"/>
              <a:cs typeface="Sakkal Majalla" panose="02000000000000000000" pitchFamily="2" charset="-78"/>
            </a:endParaRPr>
          </a:p>
        </p:txBody>
      </p:sp>
      <p:sp>
        <p:nvSpPr>
          <p:cNvPr id="4" name="Content Placeholder 3">
            <a:extLst>
              <a:ext uri="{FF2B5EF4-FFF2-40B4-BE49-F238E27FC236}">
                <a16:creationId xmlns:a16="http://schemas.microsoft.com/office/drawing/2014/main" id="{7A2F950D-023B-8AB5-F3BB-10D8C9331E02}"/>
              </a:ext>
            </a:extLst>
          </p:cNvPr>
          <p:cNvSpPr txBox="1">
            <a:spLocks noChangeArrowheads="1"/>
          </p:cNvSpPr>
          <p:nvPr/>
        </p:nvSpPr>
        <p:spPr bwMode="auto">
          <a:xfrm>
            <a:off x="1613500" y="5991842"/>
            <a:ext cx="7114388" cy="43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800100" lvl="1" indent="0" rtl="1">
              <a:buNone/>
            </a:pPr>
            <a:r>
              <a:rPr lang="ar" sz="2600" kern="0" dirty="0">
                <a:latin typeface="Sakkal Majalla" panose="02000000000000000000" pitchFamily="2" charset="-78"/>
                <a:cs typeface="Sakkal Majalla" panose="02000000000000000000" pitchFamily="2" charset="-78"/>
              </a:rPr>
              <a:t>ما السبب وراء حدوث انقطاعات اللحام؟</a:t>
            </a:r>
          </a:p>
        </p:txBody>
      </p:sp>
      <p:sp>
        <p:nvSpPr>
          <p:cNvPr id="2" name="Footer Placeholder 2">
            <a:extLst>
              <a:ext uri="{FF2B5EF4-FFF2-40B4-BE49-F238E27FC236}">
                <a16:creationId xmlns:a16="http://schemas.microsoft.com/office/drawing/2014/main" id="{D30FBD6F-6C1F-E37F-3295-91B934C5D98B}"/>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2119286889"/>
      </p:ext>
    </p:extLst>
  </p:cSld>
  <p:clrMapOvr>
    <a:masterClrMapping/>
  </p:clrMapOvr>
  <p:transition>
    <p:sndAc>
      <p:stSnd>
        <p:snd r:embed="rId3"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08931" y="2132856"/>
            <a:ext cx="4392389" cy="307480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200" kern="0" dirty="0"/>
              <a:t>من المهم أن يتميز اللحام المُنجز بتجانس جيد. </a:t>
            </a:r>
          </a:p>
          <a:p>
            <a:pPr marL="685800" rtl="1"/>
            <a:r>
              <a:rPr lang="ar" sz="2200" kern="0" dirty="0"/>
              <a:t>يجب أن يكون اللحام مصنوعًا من نفس المادة وأن يكون مستقيمًا ونظيفًا وله الحجم والشكل بطوله الكامل.</a:t>
            </a:r>
          </a:p>
          <a:p>
            <a:pPr marL="685800" rtl="1"/>
            <a:r>
              <a:rPr lang="ar" sz="2200" kern="0" dirty="0"/>
              <a:t>تشير تعليمات مهمة اللحام إلى نسبة التفاوت المقبول لأبعاد اللحام.</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43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dirty="0">
                <a:latin typeface="Sakkal Majalla" panose="02000000000000000000" pitchFamily="2" charset="-78"/>
                <a:cs typeface="Sakkal Majalla" panose="02000000000000000000" pitchFamily="2" charset="-78"/>
              </a:rPr>
              <a:t>التحضير لعمليات اللحام</a:t>
            </a:r>
          </a:p>
        </p:txBody>
      </p:sp>
      <p:sp>
        <p:nvSpPr>
          <p:cNvPr id="8" name="TextBox 7">
            <a:extLst>
              <a:ext uri="{FF2B5EF4-FFF2-40B4-BE49-F238E27FC236}">
                <a16:creationId xmlns:a16="http://schemas.microsoft.com/office/drawing/2014/main" id="{7AC86CD5-DF91-1B9C-ED89-4089143A747C}"/>
              </a:ext>
            </a:extLst>
          </p:cNvPr>
          <p:cNvSpPr txBox="1"/>
          <p:nvPr/>
        </p:nvSpPr>
        <p:spPr>
          <a:xfrm>
            <a:off x="4371398" y="5012109"/>
            <a:ext cx="4233050" cy="707886"/>
          </a:xfrm>
          <a:prstGeom prst="rect">
            <a:avLst/>
          </a:prstGeom>
          <a:noFill/>
        </p:spPr>
        <p:txBody>
          <a:bodyPr wrap="square" rtlCol="1">
            <a:spAutoFit/>
          </a:bodyPr>
          <a:lstStyle/>
          <a:p>
            <a:pPr indent="0" rtl="1">
              <a:buNone/>
            </a:pPr>
            <a:r>
              <a:rPr lang="ar" sz="2000" kern="0" dirty="0">
                <a:latin typeface="Sakkal Majalla" panose="02000000000000000000" pitchFamily="2" charset="-78"/>
                <a:cs typeface="Sakkal Majalla" panose="02000000000000000000" pitchFamily="2" charset="-78"/>
              </a:rPr>
              <a:t>يمكنك التحقق من أن اللحام له الحجم نفسه، على طول اللحام بالكامل، باستخدام مقياس متعدد الوظائف. </a:t>
            </a:r>
            <a:endParaRPr lang="en-GB" altLang="en-US" sz="2000" kern="0" dirty="0">
              <a:latin typeface="Sakkal Majalla" panose="02000000000000000000" pitchFamily="2" charset="-78"/>
              <a:cs typeface="Sakkal Majalla" panose="02000000000000000000" pitchFamily="2" charset="-78"/>
            </a:endParaRPr>
          </a:p>
        </p:txBody>
      </p:sp>
      <p:pic>
        <p:nvPicPr>
          <p:cNvPr id="5" name="Picture 4" descr="A person using a metal piece&#10;&#10;Description automatically generated">
            <a:extLst>
              <a:ext uri="{FF2B5EF4-FFF2-40B4-BE49-F238E27FC236}">
                <a16:creationId xmlns:a16="http://schemas.microsoft.com/office/drawing/2014/main" id="{43E8EA56-2760-138A-F5B3-6A6CDBAE278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572000" y="2203797"/>
            <a:ext cx="3995766" cy="2663844"/>
          </a:xfrm>
          <a:prstGeom prst="rect">
            <a:avLst/>
          </a:prstGeom>
        </p:spPr>
      </p:pic>
      <p:sp>
        <p:nvSpPr>
          <p:cNvPr id="2" name="Footer Placeholder 2">
            <a:extLst>
              <a:ext uri="{FF2B5EF4-FFF2-40B4-BE49-F238E27FC236}">
                <a16:creationId xmlns:a16="http://schemas.microsoft.com/office/drawing/2014/main" id="{842B5502-0A10-0188-4CFC-55A93FCEB2F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583413879"/>
      </p:ext>
    </p:extLst>
  </p:cSld>
  <p:clrMapOvr>
    <a:masterClrMapping/>
  </p:clrMapOvr>
  <p:transition>
    <p:sndAc>
      <p:stSnd>
        <p:snd r:embed="rId3" name="click.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39FD2B-8928-1B30-5CA4-32330434A584}"/>
              </a:ext>
            </a:extLst>
          </p:cNvPr>
          <p:cNvSpPr>
            <a:spLocks noGrp="1"/>
          </p:cNvSpPr>
          <p:nvPr>
            <p:ph sz="half" idx="2"/>
          </p:nvPr>
        </p:nvSpPr>
        <p:spPr>
          <a:xfrm>
            <a:off x="468312" y="2195513"/>
            <a:ext cx="7991475" cy="3609975"/>
          </a:xfrm>
        </p:spPr>
        <p:txBody>
          <a:bodyPr rtlCol="1"/>
          <a:lstStyle/>
          <a:p>
            <a:pPr marL="0" indent="0" rtl="1">
              <a:lnSpc>
                <a:spcPct val="107000"/>
              </a:lnSpc>
              <a:spcAft>
                <a:spcPts val="800"/>
              </a:spcAft>
              <a:buNone/>
            </a:pPr>
            <a:r>
              <a:rPr lang="ar" sz="2000" b="1" dirty="0">
                <a:effectLst/>
                <a:ea typeface="Calibri" panose="020F0502020204030204" pitchFamily="34" charset="0"/>
              </a:rPr>
              <a:t>الصور:</a:t>
            </a:r>
            <a:endParaRPr lang="en-GB" sz="2000" dirty="0">
              <a:effectLst/>
              <a:ea typeface="Calibri" panose="020F0502020204030204" pitchFamily="34" charset="0"/>
            </a:endParaRPr>
          </a:p>
          <a:p>
            <a:pPr rtl="1">
              <a:lnSpc>
                <a:spcPct val="107000"/>
              </a:lnSpc>
              <a:spcAft>
                <a:spcPts val="800"/>
              </a:spcAft>
            </a:pPr>
            <a:r>
              <a:rPr lang="ar" sz="2000" b="1" dirty="0">
                <a:effectLst/>
                <a:ea typeface="Calibri" panose="020F0502020204030204" pitchFamily="34" charset="0"/>
              </a:rPr>
              <a:t>123RF:</a:t>
            </a:r>
            <a:r>
              <a:rPr lang="ar" sz="2000" dirty="0">
                <a:solidFill>
                  <a:srgbClr val="242424"/>
                </a:solidFill>
                <a:effectLst/>
                <a:ea typeface="Calibri" panose="020F0502020204030204" pitchFamily="34" charset="0"/>
              </a:rPr>
              <a:t> تشاوجيانكانغ (الشريحة 20)</a:t>
            </a:r>
            <a:r>
              <a:rPr lang="ar" sz="2000" dirty="0">
                <a:effectLst/>
                <a:ea typeface="Calibri" panose="020F0502020204030204" pitchFamily="34" charset="0"/>
              </a:rPr>
              <a:t>; </a:t>
            </a:r>
            <a:r>
              <a:rPr lang="ar" sz="2000" b="1" dirty="0">
                <a:effectLst/>
                <a:ea typeface="Calibri" panose="020F0502020204030204" pitchFamily="34" charset="0"/>
              </a:rPr>
              <a:t>شوترستوك: </a:t>
            </a:r>
            <a:r>
              <a:rPr lang="ar" sz="2000" dirty="0">
                <a:effectLst/>
                <a:ea typeface="Calibri" panose="020F0502020204030204" pitchFamily="34" charset="0"/>
              </a:rPr>
              <a:t>برافان جامبالا </a:t>
            </a:r>
            <a:r>
              <a:rPr lang="ar" sz="2000" b="1" dirty="0">
                <a:effectLst/>
                <a:ea typeface="Calibri" panose="020F0502020204030204" pitchFamily="34" charset="0"/>
              </a:rPr>
              <a:t> </a:t>
            </a:r>
            <a:r>
              <a:rPr lang="ar" sz="2000" dirty="0">
                <a:effectLst/>
                <a:ea typeface="Calibri" panose="020F0502020204030204" pitchFamily="34" charset="0"/>
              </a:rPr>
              <a:t> (الشريحة 6)، فالنتينا تشوكليبوفا (الشريحة 9)، </a:t>
            </a:r>
            <a:r>
              <a:rPr lang="en-US" sz="2000" dirty="0">
                <a:effectLst/>
                <a:ea typeface="Calibri" panose="020F0502020204030204" pitchFamily="34" charset="0"/>
              </a:rPr>
              <a:t>Ads 861</a:t>
            </a:r>
            <a:r>
              <a:rPr lang="ar" sz="2000" dirty="0">
                <a:effectLst/>
                <a:ea typeface="Calibri" panose="020F0502020204030204" pitchFamily="34" charset="0"/>
              </a:rPr>
              <a:t> (الشريحة 11)، إلمارينفوتو (الشريحة 12)، ثاويساك ثيبفامون (الشريحة 13)، شينوبي (الشريحة 14)، أونر (الشريحة 15)، آر إتش جي فوتو آند إلستريشن (الشريحة 22)، فونتاي (الشريحة 23)، بارتو (الشريحة 24)، راغما إيمدج (شريحة 28)، هاي سيمبل (شريحة 35).</a:t>
            </a:r>
          </a:p>
          <a:p>
            <a:pPr rtl="1"/>
            <a:endParaRPr lang="en-GB" dirty="0"/>
          </a:p>
        </p:txBody>
      </p:sp>
      <p:sp>
        <p:nvSpPr>
          <p:cNvPr id="5" name="Title 2">
            <a:extLst>
              <a:ext uri="{FF2B5EF4-FFF2-40B4-BE49-F238E27FC236}">
                <a16:creationId xmlns:a16="http://schemas.microsoft.com/office/drawing/2014/main" id="{46A8F2EF-6C72-ABEA-8BCD-84E944748722}"/>
              </a:ext>
            </a:extLst>
          </p:cNvPr>
          <p:cNvSpPr txBox="1">
            <a:spLocks noChangeArrowheads="1"/>
          </p:cNvSpPr>
          <p:nvPr/>
        </p:nvSpPr>
        <p:spPr bwMode="auto">
          <a:xfrm>
            <a:off x="251520" y="1268760"/>
            <a:ext cx="864096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 sz="4600" kern="0" dirty="0">
                <a:latin typeface="Sakkal Majalla" panose="02000000000000000000" pitchFamily="2" charset="-78"/>
                <a:cs typeface="Sakkal Majalla" panose="02000000000000000000" pitchFamily="2" charset="-78"/>
              </a:rPr>
              <a:t>شكر وتقدير</a:t>
            </a:r>
          </a:p>
        </p:txBody>
      </p:sp>
      <p:sp>
        <p:nvSpPr>
          <p:cNvPr id="2" name="Footer Placeholder 2">
            <a:extLst>
              <a:ext uri="{FF2B5EF4-FFF2-40B4-BE49-F238E27FC236}">
                <a16:creationId xmlns:a16="http://schemas.microsoft.com/office/drawing/2014/main" id="{51FE54BA-479E-A5F9-1469-89086E8B3385}"/>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A103000399213</a:t>
            </a:r>
            <a:endParaRPr lang="ar" sz="1000" dirty="0"/>
          </a:p>
        </p:txBody>
      </p:sp>
    </p:spTree>
    <p:extLst>
      <p:ext uri="{BB962C8B-B14F-4D97-AF65-F5344CB8AC3E}">
        <p14:creationId xmlns:p14="http://schemas.microsoft.com/office/powerpoint/2010/main" val="1200816844"/>
      </p:ext>
    </p:extLst>
  </p:cSld>
  <p:clrMapOvr>
    <a:masterClrMapping/>
  </p:clrMapOvr>
  <p:transition>
    <p:sndAc>
      <p:stSnd>
        <p:snd r:embed="rId2" name="click.wav"/>
      </p:stSnd>
    </p:sndAc>
  </p:transition>
</p:sld>
</file>

<file path=ppt/theme/theme1.xml><?xml version="1.0" encoding="utf-8"?>
<a:theme xmlns:a="http://schemas.openxmlformats.org/drawingml/2006/main" name="1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5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6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7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8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9_Land-based">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10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0" ma:contentTypeDescription="Create a new document." ma:contentTypeScope="" ma:versionID="7d267daa26e24eee3a5f4b0eb9224b47">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144a094b618d5dc1a3294a7bede64c09"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element ref="ns2:AdditionalInf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internalName="AdditionalInfo">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SharedWithUsers xmlns="7012c9df-7563-46f6-96ee-cebd66fd5577">
      <UserInfo>
        <DisplayName/>
        <AccountId xsi:nil="true"/>
        <AccountType/>
      </UserInfo>
    </SharedWithUsers>
    <MediaLengthInSeconds xmlns="f63d1639-2e8e-4dfe-b2d4-ff2deac92409" xsi:nil="true"/>
    <AdditionalInfo xmlns="f63d1639-2e8e-4dfe-b2d4-ff2deac92409" xsi:nil="true"/>
    <_Flow_SignoffStatus xmlns="f63d1639-2e8e-4dfe-b2d4-ff2deac9240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4F9A424-E168-44EA-97BD-5E8623FCE326}"/>
</file>

<file path=customXml/itemProps2.xml><?xml version="1.0" encoding="utf-8"?>
<ds:datastoreItem xmlns:ds="http://schemas.openxmlformats.org/officeDocument/2006/customXml" ds:itemID="{4B700610-39F3-4A35-AAF4-C1E1359C0930}">
  <ds:schemaRefs>
    <ds:schemaRef ds:uri="http://purl.org/dc/terms/"/>
    <ds:schemaRef ds:uri="http://schemas.microsoft.com/office/2006/metadata/properties"/>
    <ds:schemaRef ds:uri="http://schemas.microsoft.com/office/2006/documentManagement/types"/>
    <ds:schemaRef ds:uri="http://schemas.microsoft.com/office/infopath/2007/PartnerControls"/>
    <ds:schemaRef ds:uri="http://purl.org/dc/dcmitype/"/>
    <ds:schemaRef ds:uri="http://purl.org/dc/elements/1.1/"/>
    <ds:schemaRef ds:uri="http://schemas.openxmlformats.org/package/2006/metadata/core-properties"/>
    <ds:schemaRef ds:uri="http://www.w3.org/XML/1998/namespace"/>
    <ds:schemaRef ds:uri="7c1bd8dc-4e40-424f-a15f-9ffcd522197f"/>
    <ds:schemaRef ds:uri="6125ffc9-2c56-435e-8267-1393444907b2"/>
  </ds:schemaRefs>
</ds:datastoreItem>
</file>

<file path=customXml/itemProps3.xml><?xml version="1.0" encoding="utf-8"?>
<ds:datastoreItem xmlns:ds="http://schemas.openxmlformats.org/officeDocument/2006/customXml" ds:itemID="{0AA2910D-4917-49C0-8FBC-BFF7ABD28C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10935</TotalTime>
  <Words>2608</Words>
  <Application>Microsoft Office PowerPoint</Application>
  <PresentationFormat>On-screen Show (4:3)</PresentationFormat>
  <Paragraphs>300</Paragraphs>
  <Slides>36</Slides>
  <Notes>35</Notes>
  <HiddenSlides>0</HiddenSlides>
  <MMClips>0</MMClips>
  <ScaleCrop>false</ScaleCrop>
  <HeadingPairs>
    <vt:vector size="6" baseType="variant">
      <vt:variant>
        <vt:lpstr>Fonts Used</vt:lpstr>
      </vt:variant>
      <vt:variant>
        <vt:i4>7</vt:i4>
      </vt:variant>
      <vt:variant>
        <vt:lpstr>Theme</vt:lpstr>
      </vt:variant>
      <vt:variant>
        <vt:i4>11</vt:i4>
      </vt:variant>
      <vt:variant>
        <vt:lpstr>Slide Titles</vt:lpstr>
      </vt:variant>
      <vt:variant>
        <vt:i4>36</vt:i4>
      </vt:variant>
    </vt:vector>
  </HeadingPairs>
  <TitlesOfParts>
    <vt:vector size="54" baseType="lpstr">
      <vt:lpstr>Aptos</vt:lpstr>
      <vt:lpstr>Aptos Display</vt:lpstr>
      <vt:lpstr>Arial</vt:lpstr>
      <vt:lpstr>Calibri</vt:lpstr>
      <vt:lpstr>Sakkal Majalla</vt:lpstr>
      <vt:lpstr>Verdana</vt:lpstr>
      <vt:lpstr>Wingdings</vt:lpstr>
      <vt:lpstr>1_Art and Design</vt:lpstr>
      <vt:lpstr>Custom Design</vt:lpstr>
      <vt:lpstr>2_Beauty Therapy</vt:lpstr>
      <vt:lpstr>3_Business</vt:lpstr>
      <vt:lpstr>4_Construction</vt:lpstr>
      <vt:lpstr>5_Creative Media</vt:lpstr>
      <vt:lpstr>6_Engineering</vt:lpstr>
      <vt:lpstr>7_Hospitality</vt:lpstr>
      <vt:lpstr>8_Information Technology</vt:lpstr>
      <vt:lpstr>9_Land-based</vt:lpstr>
      <vt:lpstr>10_Travel and Tourism</vt:lpstr>
      <vt:lpstr>الوحدة 13 تقنية اللحام  </vt:lpstr>
      <vt:lpstr>تقنية اللحام</vt:lpstr>
      <vt:lpstr>نتاجات التعلم</vt:lpstr>
      <vt:lpstr>نتاج التعلم أ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ب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ج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141</cp:revision>
  <dcterms:created xsi:type="dcterms:W3CDTF">2020-07-15T07:14:47Z</dcterms:created>
  <dcterms:modified xsi:type="dcterms:W3CDTF">2024-12-04T12:51:26Z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Order">
    <vt:r8>13842000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MediaServiceImageTags">
    <vt:lpwstr/>
  </property>
</Properties>
</file>