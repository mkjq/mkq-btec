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9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65"/>
  </p:notesMasterIdLst>
  <p:handoutMasterIdLst>
    <p:handoutMasterId r:id="rId66"/>
  </p:handoutMasterIdLst>
  <p:sldIdLst>
    <p:sldId id="310" r:id="rId14"/>
    <p:sldId id="311" r:id="rId15"/>
    <p:sldId id="376" r:id="rId16"/>
    <p:sldId id="312" r:id="rId17"/>
    <p:sldId id="401" r:id="rId18"/>
    <p:sldId id="313" r:id="rId19"/>
    <p:sldId id="314" r:id="rId20"/>
    <p:sldId id="377" r:id="rId21"/>
    <p:sldId id="378" r:id="rId22"/>
    <p:sldId id="406" r:id="rId23"/>
    <p:sldId id="352" r:id="rId24"/>
    <p:sldId id="379" r:id="rId25"/>
    <p:sldId id="315" r:id="rId26"/>
    <p:sldId id="380" r:id="rId27"/>
    <p:sldId id="381" r:id="rId28"/>
    <p:sldId id="383" r:id="rId29"/>
    <p:sldId id="398" r:id="rId30"/>
    <p:sldId id="399" r:id="rId31"/>
    <p:sldId id="353" r:id="rId32"/>
    <p:sldId id="382" r:id="rId33"/>
    <p:sldId id="319" r:id="rId34"/>
    <p:sldId id="355" r:id="rId35"/>
    <p:sldId id="357" r:id="rId36"/>
    <p:sldId id="386" r:id="rId37"/>
    <p:sldId id="321" r:id="rId38"/>
    <p:sldId id="358" r:id="rId39"/>
    <p:sldId id="387" r:id="rId40"/>
    <p:sldId id="388" r:id="rId41"/>
    <p:sldId id="389" r:id="rId42"/>
    <p:sldId id="390" r:id="rId43"/>
    <p:sldId id="384" r:id="rId44"/>
    <p:sldId id="400" r:id="rId45"/>
    <p:sldId id="385" r:id="rId46"/>
    <p:sldId id="322" r:id="rId47"/>
    <p:sldId id="391" r:id="rId48"/>
    <p:sldId id="392" r:id="rId49"/>
    <p:sldId id="393" r:id="rId50"/>
    <p:sldId id="361" r:id="rId51"/>
    <p:sldId id="394" r:id="rId52"/>
    <p:sldId id="395" r:id="rId53"/>
    <p:sldId id="363" r:id="rId54"/>
    <p:sldId id="396" r:id="rId55"/>
    <p:sldId id="397" r:id="rId56"/>
    <p:sldId id="365" r:id="rId57"/>
    <p:sldId id="402" r:id="rId58"/>
    <p:sldId id="370" r:id="rId59"/>
    <p:sldId id="403" r:id="rId60"/>
    <p:sldId id="404" r:id="rId61"/>
    <p:sldId id="405" r:id="rId62"/>
    <p:sldId id="407" r:id="rId63"/>
    <p:sldId id="337" r:id="rId64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9A194D-121C-4448-89CE-FEBD969B2508}" v="88" dt="2023-12-07T13:26:47.884"/>
    <p1510:client id="{D678DDF4-464C-82F2-1244-E6E7A02298F6}" v="319" dt="2023-12-08T13:05:55.382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5" autoAdjust="0"/>
    <p:restoredTop sz="94249" autoAdjust="0"/>
  </p:normalViewPr>
  <p:slideViewPr>
    <p:cSldViewPr>
      <p:cViewPr varScale="1">
        <p:scale>
          <a:sx n="162" d="100"/>
          <a:sy n="162" d="100"/>
        </p:scale>
        <p:origin x="2520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7764"/>
    </p:cViewPr>
  </p:sorterViewPr>
  <p:notesViewPr>
    <p:cSldViewPr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3.xml"/><Relationship Id="rId21" Type="http://schemas.openxmlformats.org/officeDocument/2006/relationships/slide" Target="slides/slide8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63" Type="http://schemas.openxmlformats.org/officeDocument/2006/relationships/slide" Target="slides/slide50.xml"/><Relationship Id="rId6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slide" Target="slides/slide40.xml"/><Relationship Id="rId58" Type="http://schemas.openxmlformats.org/officeDocument/2006/relationships/slide" Target="slides/slide45.xml"/><Relationship Id="rId66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48.xml"/><Relationship Id="rId19" Type="http://schemas.openxmlformats.org/officeDocument/2006/relationships/slide" Target="slides/slide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slide" Target="slides/slide43.xml"/><Relationship Id="rId64" Type="http://schemas.openxmlformats.org/officeDocument/2006/relationships/slide" Target="slides/slide51.xml"/><Relationship Id="rId69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8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59" Type="http://schemas.openxmlformats.org/officeDocument/2006/relationships/slide" Target="slides/slide46.xml"/><Relationship Id="rId67" Type="http://schemas.openxmlformats.org/officeDocument/2006/relationships/commentAuthors" Target="commentAuthors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slide" Target="slides/slide41.xml"/><Relationship Id="rId62" Type="http://schemas.openxmlformats.org/officeDocument/2006/relationships/slide" Target="slides/slide49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openxmlformats.org/officeDocument/2006/relationships/slide" Target="slides/slide44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slide" Target="slides/slide39.xml"/><Relationship Id="rId60" Type="http://schemas.openxmlformats.org/officeDocument/2006/relationships/slide" Target="slides/slide47.xml"/><Relationship Id="rId65" Type="http://schemas.openxmlformats.org/officeDocument/2006/relationships/notesMaster" Target="notesMasters/notesMaster1.xml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39" Type="http://schemas.openxmlformats.org/officeDocument/2006/relationships/slide" Target="slides/slide26.xml"/><Relationship Id="rId34" Type="http://schemas.openxmlformats.org/officeDocument/2006/relationships/slide" Target="slides/slide21.xml"/><Relationship Id="rId50" Type="http://schemas.openxmlformats.org/officeDocument/2006/relationships/slide" Target="slides/slide37.xml"/><Relationship Id="rId55" Type="http://schemas.openxmlformats.org/officeDocument/2006/relationships/slide" Target="slides/slide42.xml"/><Relationship Id="rId7" Type="http://schemas.openxmlformats.org/officeDocument/2006/relationships/slideMaster" Target="slideMasters/slideMaster4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Gregory" userId="S::matthew.gregory2@pearson.com::8c337df5-6986-499e-b190-07598673e62f" providerId="AD" clId="Web-{D678DDF4-464C-82F2-1244-E6E7A02298F6}"/>
    <pc:docChg chg="modSld">
      <pc:chgData name="Matthew Gregory" userId="S::matthew.gregory2@pearson.com::8c337df5-6986-499e-b190-07598673e62f" providerId="AD" clId="Web-{D678DDF4-464C-82F2-1244-E6E7A02298F6}" dt="2023-12-08T13:05:55.382" v="241" actId="14100"/>
      <pc:docMkLst>
        <pc:docMk/>
      </pc:docMkLst>
      <pc:sldChg chg="addSp delSp modSp">
        <pc:chgData name="Matthew Gregory" userId="S::matthew.gregory2@pearson.com::8c337df5-6986-499e-b190-07598673e62f" providerId="AD" clId="Web-{D678DDF4-464C-82F2-1244-E6E7A02298F6}" dt="2023-12-08T10:46:37.360" v="6" actId="1076"/>
        <pc:sldMkLst>
          <pc:docMk/>
          <pc:sldMk cId="1645150420" sldId="314"/>
        </pc:sldMkLst>
        <pc:picChg chg="del">
          <ac:chgData name="Matthew Gregory" userId="S::matthew.gregory2@pearson.com::8c337df5-6986-499e-b190-07598673e62f" providerId="AD" clId="Web-{D678DDF4-464C-82F2-1244-E6E7A02298F6}" dt="2023-12-08T10:46:35.423" v="5"/>
          <ac:picMkLst>
            <pc:docMk/>
            <pc:sldMk cId="1645150420" sldId="314"/>
            <ac:picMk id="3" creationId="{570C51DB-5152-5770-2359-E8202F144B19}"/>
          </ac:picMkLst>
        </pc:picChg>
        <pc:picChg chg="add mod modCrop">
          <ac:chgData name="Matthew Gregory" userId="S::matthew.gregory2@pearson.com::8c337df5-6986-499e-b190-07598673e62f" providerId="AD" clId="Web-{D678DDF4-464C-82F2-1244-E6E7A02298F6}" dt="2023-12-08T10:46:37.360" v="6" actId="1076"/>
          <ac:picMkLst>
            <pc:docMk/>
            <pc:sldMk cId="1645150420" sldId="314"/>
            <ac:picMk id="4" creationId="{AF7EEBED-42A9-9544-0537-4282BF23C14F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1:12:59.910" v="38" actId="1076"/>
        <pc:sldMkLst>
          <pc:docMk/>
          <pc:sldMk cId="3094430153" sldId="315"/>
        </pc:sldMkLst>
        <pc:picChg chg="add mod">
          <ac:chgData name="Matthew Gregory" userId="S::matthew.gregory2@pearson.com::8c337df5-6986-499e-b190-07598673e62f" providerId="AD" clId="Web-{D678DDF4-464C-82F2-1244-E6E7A02298F6}" dt="2023-12-08T11:12:59.910" v="38" actId="1076"/>
          <ac:picMkLst>
            <pc:docMk/>
            <pc:sldMk cId="3094430153" sldId="315"/>
            <ac:picMk id="3" creationId="{7EC3AB36-8254-6705-698C-54537E154068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1:12:43.862" v="34"/>
          <ac:picMkLst>
            <pc:docMk/>
            <pc:sldMk cId="3094430153" sldId="315"/>
            <ac:picMk id="4" creationId="{D08C419E-12AB-78EC-99E2-0FB206CC8D4A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1:18:41.887" v="52" actId="1076"/>
        <pc:sldMkLst>
          <pc:docMk/>
          <pc:sldMk cId="2427285947" sldId="319"/>
        </pc:sldMkLst>
        <pc:picChg chg="add mod">
          <ac:chgData name="Matthew Gregory" userId="S::matthew.gregory2@pearson.com::8c337df5-6986-499e-b190-07598673e62f" providerId="AD" clId="Web-{D678DDF4-464C-82F2-1244-E6E7A02298F6}" dt="2023-12-08T11:18:41.887" v="52" actId="1076"/>
          <ac:picMkLst>
            <pc:docMk/>
            <pc:sldMk cId="2427285947" sldId="319"/>
            <ac:picMk id="3" creationId="{5AA98F9E-9572-73C1-85BF-204D4D14FCBF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1:18:38.075" v="50"/>
          <ac:picMkLst>
            <pc:docMk/>
            <pc:sldMk cId="2427285947" sldId="319"/>
            <ac:picMk id="4" creationId="{599B77AD-E1F5-27A7-0F00-15F3EDB86BF1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2:46:19.851" v="193" actId="14100"/>
        <pc:sldMkLst>
          <pc:docMk/>
          <pc:sldMk cId="4246679270" sldId="322"/>
        </pc:sldMkLst>
        <pc:picChg chg="del">
          <ac:chgData name="Matthew Gregory" userId="S::matthew.gregory2@pearson.com::8c337df5-6986-499e-b190-07598673e62f" providerId="AD" clId="Web-{D678DDF4-464C-82F2-1244-E6E7A02298F6}" dt="2023-12-08T12:46:02.693" v="190"/>
          <ac:picMkLst>
            <pc:docMk/>
            <pc:sldMk cId="4246679270" sldId="322"/>
            <ac:picMk id="3" creationId="{1348EF5A-8CA1-B113-2964-C5DEA32EFC5D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2:46:19.851" v="193" actId="14100"/>
          <ac:picMkLst>
            <pc:docMk/>
            <pc:sldMk cId="4246679270" sldId="322"/>
            <ac:picMk id="4" creationId="{5D692C16-0E5A-E647-485C-79809594B017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1:09:42.880" v="26" actId="14100"/>
        <pc:sldMkLst>
          <pc:docMk/>
          <pc:sldMk cId="1209448642" sldId="352"/>
        </pc:sldMkLst>
        <pc:picChg chg="del">
          <ac:chgData name="Matthew Gregory" userId="S::matthew.gregory2@pearson.com::8c337df5-6986-499e-b190-07598673e62f" providerId="AD" clId="Web-{D678DDF4-464C-82F2-1244-E6E7A02298F6}" dt="2023-12-08T11:09:34.911" v="23"/>
          <ac:picMkLst>
            <pc:docMk/>
            <pc:sldMk cId="1209448642" sldId="352"/>
            <ac:picMk id="5" creationId="{686A7F67-1C2E-C6DE-853B-9B95EDDA119D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1:09:32.083" v="22" actId="14100"/>
          <ac:picMkLst>
            <pc:docMk/>
            <pc:sldMk cId="1209448642" sldId="352"/>
            <ac:picMk id="6" creationId="{91463D65-92A9-2A81-8AF1-6B3B4CA7BD03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1:09:24.332" v="19"/>
          <ac:picMkLst>
            <pc:docMk/>
            <pc:sldMk cId="1209448642" sldId="352"/>
            <ac:picMk id="7" creationId="{4E3376E3-9FB2-346E-BC9C-858383CC1ADD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1:09:42.880" v="26" actId="14100"/>
          <ac:picMkLst>
            <pc:docMk/>
            <pc:sldMk cId="1209448642" sldId="352"/>
            <ac:picMk id="8" creationId="{9A41C78C-89B0-653F-6591-9E08741BD1E5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1:19:37.907" v="56" actId="14100"/>
        <pc:sldMkLst>
          <pc:docMk/>
          <pc:sldMk cId="76496824" sldId="355"/>
        </pc:sldMkLst>
        <pc:picChg chg="del">
          <ac:chgData name="Matthew Gregory" userId="S::matthew.gregory2@pearson.com::8c337df5-6986-499e-b190-07598673e62f" providerId="AD" clId="Web-{D678DDF4-464C-82F2-1244-E6E7A02298F6}" dt="2023-12-08T11:19:19.937" v="53"/>
          <ac:picMkLst>
            <pc:docMk/>
            <pc:sldMk cId="76496824" sldId="355"/>
            <ac:picMk id="3" creationId="{0F2D014A-41AC-9AD2-1000-14396F0C8F8E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1:19:37.907" v="56" actId="14100"/>
          <ac:picMkLst>
            <pc:docMk/>
            <pc:sldMk cId="76496824" sldId="355"/>
            <ac:picMk id="4" creationId="{6D74B793-4CC3-0611-9E03-807873C5FB8F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1:22:45.139" v="65" actId="14100"/>
        <pc:sldMkLst>
          <pc:docMk/>
          <pc:sldMk cId="952156043" sldId="358"/>
        </pc:sldMkLst>
        <pc:picChg chg="add mod">
          <ac:chgData name="Matthew Gregory" userId="S::matthew.gregory2@pearson.com::8c337df5-6986-499e-b190-07598673e62f" providerId="AD" clId="Web-{D678DDF4-464C-82F2-1244-E6E7A02298F6}" dt="2023-12-08T11:22:45.139" v="65" actId="14100"/>
          <ac:picMkLst>
            <pc:docMk/>
            <pc:sldMk cId="952156043" sldId="358"/>
            <ac:picMk id="4" creationId="{8AA4D8D0-4597-6BB4-F9C8-3D03B05E5314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1:22:38.732" v="62"/>
          <ac:picMkLst>
            <pc:docMk/>
            <pc:sldMk cId="952156043" sldId="358"/>
            <ac:picMk id="7" creationId="{727EBC97-696A-518F-15CB-90FD08C727F3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2:58:58.233" v="216" actId="1076"/>
        <pc:sldMkLst>
          <pc:docMk/>
          <pc:sldMk cId="303099952" sldId="361"/>
        </pc:sldMkLst>
        <pc:spChg chg="mod">
          <ac:chgData name="Matthew Gregory" userId="S::matthew.gregory2@pearson.com::8c337df5-6986-499e-b190-07598673e62f" providerId="AD" clId="Web-{D678DDF4-464C-82F2-1244-E6E7A02298F6}" dt="2023-12-08T12:58:52.999" v="215" actId="1076"/>
          <ac:spMkLst>
            <pc:docMk/>
            <pc:sldMk cId="303099952" sldId="361"/>
            <ac:spMk id="53251" creationId="{3851987A-2DDD-99C5-8149-4A695933F18F}"/>
          </ac:spMkLst>
        </pc:spChg>
        <pc:picChg chg="add mod">
          <ac:chgData name="Matthew Gregory" userId="S::matthew.gregory2@pearson.com::8c337df5-6986-499e-b190-07598673e62f" providerId="AD" clId="Web-{D678DDF4-464C-82F2-1244-E6E7A02298F6}" dt="2023-12-08T12:58:58.233" v="216" actId="1076"/>
          <ac:picMkLst>
            <pc:docMk/>
            <pc:sldMk cId="303099952" sldId="361"/>
            <ac:picMk id="3" creationId="{98F9627D-FB38-E02A-F3D6-23649AFE8B66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2:58:26.904" v="207"/>
          <ac:picMkLst>
            <pc:docMk/>
            <pc:sldMk cId="303099952" sldId="361"/>
            <ac:picMk id="4" creationId="{52287B91-B4C2-A3B4-E1FB-56BF209B54D9}"/>
          </ac:picMkLst>
        </pc:picChg>
      </pc:sldChg>
      <pc:sldChg chg="modSp">
        <pc:chgData name="Matthew Gregory" userId="S::matthew.gregory2@pearson.com::8c337df5-6986-499e-b190-07598673e62f" providerId="AD" clId="Web-{D678DDF4-464C-82F2-1244-E6E7A02298F6}" dt="2023-12-08T13:02:25.390" v="228" actId="1076"/>
        <pc:sldMkLst>
          <pc:docMk/>
          <pc:sldMk cId="4227891240" sldId="365"/>
        </pc:sldMkLst>
        <pc:spChg chg="mod">
          <ac:chgData name="Matthew Gregory" userId="S::matthew.gregory2@pearson.com::8c337df5-6986-499e-b190-07598673e62f" providerId="AD" clId="Web-{D678DDF4-464C-82F2-1244-E6E7A02298F6}" dt="2023-12-08T13:02:25.390" v="228" actId="1076"/>
          <ac:spMkLst>
            <pc:docMk/>
            <pc:sldMk cId="4227891240" sldId="365"/>
            <ac:spMk id="4" creationId="{F6D6CA00-7247-9B95-AB82-07E1C5AC2918}"/>
          </ac:spMkLst>
        </pc:spChg>
      </pc:sldChg>
      <pc:sldChg chg="addSp delSp modSp">
        <pc:chgData name="Matthew Gregory" userId="S::matthew.gregory2@pearson.com::8c337df5-6986-499e-b190-07598673e62f" providerId="AD" clId="Web-{D678DDF4-464C-82F2-1244-E6E7A02298F6}" dt="2023-12-08T10:50:20.564" v="10" actId="14100"/>
        <pc:sldMkLst>
          <pc:docMk/>
          <pc:sldMk cId="3080164457" sldId="377"/>
        </pc:sldMkLst>
        <pc:picChg chg="add mod">
          <ac:chgData name="Matthew Gregory" userId="S::matthew.gregory2@pearson.com::8c337df5-6986-499e-b190-07598673e62f" providerId="AD" clId="Web-{D678DDF4-464C-82F2-1244-E6E7A02298F6}" dt="2023-12-08T10:50:20.564" v="10" actId="14100"/>
          <ac:picMkLst>
            <pc:docMk/>
            <pc:sldMk cId="3080164457" sldId="377"/>
            <ac:picMk id="3" creationId="{6E3CF757-D82D-4DDE-3D38-0E0BCDE0370A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0:50:14.110" v="7"/>
          <ac:picMkLst>
            <pc:docMk/>
            <pc:sldMk cId="3080164457" sldId="377"/>
            <ac:picMk id="5" creationId="{1FFED11C-C25C-989E-55FA-77E17B6A5961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2:21:47.290" v="167" actId="1076"/>
        <pc:sldMkLst>
          <pc:docMk/>
          <pc:sldMk cId="4111412660" sldId="378"/>
        </pc:sldMkLst>
        <pc:spChg chg="mod">
          <ac:chgData name="Matthew Gregory" userId="S::matthew.gregory2@pearson.com::8c337df5-6986-499e-b190-07598673e62f" providerId="AD" clId="Web-{D678DDF4-464C-82F2-1244-E6E7A02298F6}" dt="2023-12-08T12:21:47.290" v="167" actId="1076"/>
          <ac:spMkLst>
            <pc:docMk/>
            <pc:sldMk cId="4111412660" sldId="378"/>
            <ac:spMk id="3" creationId="{45497A46-503C-48ED-A3B3-51A70D898A6B}"/>
          </ac:spMkLst>
        </pc:spChg>
        <pc:spChg chg="add del mod">
          <ac:chgData name="Matthew Gregory" userId="S::matthew.gregory2@pearson.com::8c337df5-6986-499e-b190-07598673e62f" providerId="AD" clId="Web-{D678DDF4-464C-82F2-1244-E6E7A02298F6}" dt="2023-12-08T12:18:37.671" v="129"/>
          <ac:spMkLst>
            <pc:docMk/>
            <pc:sldMk cId="4111412660" sldId="378"/>
            <ac:spMk id="5" creationId="{5EF18CD2-F74F-89F4-27CD-5958AD2D2F93}"/>
          </ac:spMkLst>
        </pc:spChg>
        <pc:spChg chg="mod ord">
          <ac:chgData name="Matthew Gregory" userId="S::matthew.gregory2@pearson.com::8c337df5-6986-499e-b190-07598673e62f" providerId="AD" clId="Web-{D678DDF4-464C-82F2-1244-E6E7A02298F6}" dt="2023-12-08T12:21:13.476" v="160"/>
          <ac:spMkLst>
            <pc:docMk/>
            <pc:sldMk cId="4111412660" sldId="378"/>
            <ac:spMk id="6" creationId="{4C143D5A-144E-BE3A-F53B-14392FDA637E}"/>
          </ac:spMkLst>
        </pc:spChg>
        <pc:spChg chg="add mod">
          <ac:chgData name="Matthew Gregory" userId="S::matthew.gregory2@pearson.com::8c337df5-6986-499e-b190-07598673e62f" providerId="AD" clId="Web-{D678DDF4-464C-82F2-1244-E6E7A02298F6}" dt="2023-12-08T12:17:58.044" v="118" actId="1076"/>
          <ac:spMkLst>
            <pc:docMk/>
            <pc:sldMk cId="4111412660" sldId="378"/>
            <ac:spMk id="7" creationId="{9BF4CAF1-3B76-3A32-3658-BDD722F962B1}"/>
          </ac:spMkLst>
        </pc:spChg>
        <pc:spChg chg="add mod">
          <ac:chgData name="Matthew Gregory" userId="S::matthew.gregory2@pearson.com::8c337df5-6986-499e-b190-07598673e62f" providerId="AD" clId="Web-{D678DDF4-464C-82F2-1244-E6E7A02298F6}" dt="2023-12-08T12:18:16.686" v="122" actId="1076"/>
          <ac:spMkLst>
            <pc:docMk/>
            <pc:sldMk cId="4111412660" sldId="378"/>
            <ac:spMk id="9" creationId="{59976F49-8CE0-9FEF-19BF-86E009BAD29B}"/>
          </ac:spMkLst>
        </pc:spChg>
        <pc:spChg chg="add mod">
          <ac:chgData name="Matthew Gregory" userId="S::matthew.gregory2@pearson.com::8c337df5-6986-499e-b190-07598673e62f" providerId="AD" clId="Web-{D678DDF4-464C-82F2-1244-E6E7A02298F6}" dt="2023-12-08T12:18:32.734" v="128" actId="1076"/>
          <ac:spMkLst>
            <pc:docMk/>
            <pc:sldMk cId="4111412660" sldId="378"/>
            <ac:spMk id="11" creationId="{0CBE006E-A2A1-E7A2-494E-59A060D8880D}"/>
          </ac:spMkLst>
        </pc:spChg>
        <pc:spChg chg="add mod">
          <ac:chgData name="Matthew Gregory" userId="S::matthew.gregory2@pearson.com::8c337df5-6986-499e-b190-07598673e62f" providerId="AD" clId="Web-{D678DDF4-464C-82F2-1244-E6E7A02298F6}" dt="2023-12-08T12:18:45.578" v="132" actId="20577"/>
          <ac:spMkLst>
            <pc:docMk/>
            <pc:sldMk cId="4111412660" sldId="378"/>
            <ac:spMk id="12" creationId="{CE84B70E-2A76-0381-68C2-17A2BF165632}"/>
          </ac:spMkLst>
        </pc:spChg>
        <pc:spChg chg="add mod">
          <ac:chgData name="Matthew Gregory" userId="S::matthew.gregory2@pearson.com::8c337df5-6986-499e-b190-07598673e62f" providerId="AD" clId="Web-{D678DDF4-464C-82F2-1244-E6E7A02298F6}" dt="2023-12-08T12:19:58.847" v="146" actId="1076"/>
          <ac:spMkLst>
            <pc:docMk/>
            <pc:sldMk cId="4111412660" sldId="378"/>
            <ac:spMk id="13" creationId="{76B8550A-6D20-654B-9B91-8F2B93527AFB}"/>
          </ac:spMkLst>
        </pc:spChg>
        <pc:spChg chg="add mod">
          <ac:chgData name="Matthew Gregory" userId="S::matthew.gregory2@pearson.com::8c337df5-6986-499e-b190-07598673e62f" providerId="AD" clId="Web-{D678DDF4-464C-82F2-1244-E6E7A02298F6}" dt="2023-12-08T12:19:58.847" v="147" actId="1076"/>
          <ac:spMkLst>
            <pc:docMk/>
            <pc:sldMk cId="4111412660" sldId="378"/>
            <ac:spMk id="14" creationId="{C61624E5-3AC8-3017-E3B0-BF651A152B4B}"/>
          </ac:spMkLst>
        </pc:spChg>
        <pc:picChg chg="add mod">
          <ac:chgData name="Matthew Gregory" userId="S::matthew.gregory2@pearson.com::8c337df5-6986-499e-b190-07598673e62f" providerId="AD" clId="Web-{D678DDF4-464C-82F2-1244-E6E7A02298F6}" dt="2023-12-08T12:13:19.592" v="70" actId="1076"/>
          <ac:picMkLst>
            <pc:docMk/>
            <pc:sldMk cId="4111412660" sldId="378"/>
            <ac:picMk id="4" creationId="{3E2384D4-413F-55ED-BFC8-EE34C10C0E01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2:13:12.420" v="66"/>
          <ac:picMkLst>
            <pc:docMk/>
            <pc:sldMk cId="4111412660" sldId="378"/>
            <ac:picMk id="8" creationId="{723338F8-5355-7CAE-D7D8-F8D8A674244E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2:20:22.427" v="148"/>
          <ac:picMkLst>
            <pc:docMk/>
            <pc:sldMk cId="4111412660" sldId="378"/>
            <ac:picMk id="10" creationId="{53BF20A2-A7E5-F336-7B50-92A35E6602BB}"/>
          </ac:picMkLst>
        </pc:picChg>
        <pc:picChg chg="add mod ord">
          <ac:chgData name="Matthew Gregory" userId="S::matthew.gregory2@pearson.com::8c337df5-6986-499e-b190-07598673e62f" providerId="AD" clId="Web-{D678DDF4-464C-82F2-1244-E6E7A02298F6}" dt="2023-12-08T12:20:38.834" v="152"/>
          <ac:picMkLst>
            <pc:docMk/>
            <pc:sldMk cId="4111412660" sldId="378"/>
            <ac:picMk id="15" creationId="{06A5B752-0747-DBDA-93EE-A93099C90753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1:11:38.795" v="33" actId="1076"/>
        <pc:sldMkLst>
          <pc:docMk/>
          <pc:sldMk cId="2411744211" sldId="379"/>
        </pc:sldMkLst>
        <pc:spChg chg="mod">
          <ac:chgData name="Matthew Gregory" userId="S::matthew.gregory2@pearson.com::8c337df5-6986-499e-b190-07598673e62f" providerId="AD" clId="Web-{D678DDF4-464C-82F2-1244-E6E7A02298F6}" dt="2023-12-08T11:11:38.795" v="33" actId="1076"/>
          <ac:spMkLst>
            <pc:docMk/>
            <pc:sldMk cId="2411744211" sldId="379"/>
            <ac:spMk id="53251" creationId="{3851987A-2DDD-99C5-8149-4A695933F18F}"/>
          </ac:spMkLst>
        </pc:spChg>
        <pc:picChg chg="add mod">
          <ac:chgData name="Matthew Gregory" userId="S::matthew.gregory2@pearson.com::8c337df5-6986-499e-b190-07598673e62f" providerId="AD" clId="Web-{D678DDF4-464C-82F2-1244-E6E7A02298F6}" dt="2023-12-08T11:11:26.310" v="32" actId="1076"/>
          <ac:picMkLst>
            <pc:docMk/>
            <pc:sldMk cId="2411744211" sldId="379"/>
            <ac:picMk id="3" creationId="{8D44747F-B0AF-63AC-D615-C6F3F7656858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1:11:08.387" v="27"/>
          <ac:picMkLst>
            <pc:docMk/>
            <pc:sldMk cId="2411744211" sldId="379"/>
            <ac:picMk id="4" creationId="{F1B49468-4B7F-7FCA-09B5-7FB0D0EEF9BA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1:11:15.996" v="28"/>
          <ac:picMkLst>
            <pc:docMk/>
            <pc:sldMk cId="2411744211" sldId="379"/>
            <ac:picMk id="5" creationId="{3F0F0B7F-6E91-DBB5-A73B-594F59FDDE74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1:16:12.627" v="41" actId="1076"/>
        <pc:sldMkLst>
          <pc:docMk/>
          <pc:sldMk cId="1149616867" sldId="380"/>
        </pc:sldMkLst>
        <pc:picChg chg="del">
          <ac:chgData name="Matthew Gregory" userId="S::matthew.gregory2@pearson.com::8c337df5-6986-499e-b190-07598673e62f" providerId="AD" clId="Web-{D678DDF4-464C-82F2-1244-E6E7A02298F6}" dt="2023-12-08T11:16:06.517" v="39"/>
          <ac:picMkLst>
            <pc:docMk/>
            <pc:sldMk cId="1149616867" sldId="380"/>
            <ac:picMk id="3" creationId="{AA9D00F8-15D2-51B9-853F-261A20DDBD33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1:16:12.627" v="41" actId="1076"/>
          <ac:picMkLst>
            <pc:docMk/>
            <pc:sldMk cId="1149616867" sldId="380"/>
            <ac:picMk id="4" creationId="{8825473E-9164-44B9-1D73-2E8465CEA4AF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1:16:52.145" v="44" actId="1076"/>
        <pc:sldMkLst>
          <pc:docMk/>
          <pc:sldMk cId="2333657389" sldId="381"/>
        </pc:sldMkLst>
        <pc:picChg chg="add mod">
          <ac:chgData name="Matthew Gregory" userId="S::matthew.gregory2@pearson.com::8c337df5-6986-499e-b190-07598673e62f" providerId="AD" clId="Web-{D678DDF4-464C-82F2-1244-E6E7A02298F6}" dt="2023-12-08T11:16:52.145" v="44" actId="1076"/>
          <ac:picMkLst>
            <pc:docMk/>
            <pc:sldMk cId="2333657389" sldId="381"/>
            <ac:picMk id="3" creationId="{0559813F-8A9B-783F-ED8F-848D494738E1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1:16:48.114" v="42"/>
          <ac:picMkLst>
            <pc:docMk/>
            <pc:sldMk cId="2333657389" sldId="381"/>
            <ac:picMk id="4" creationId="{E564ACC9-343A-D76C-1F0F-CA9BA84DF2E1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3:05:55.382" v="241" actId="14100"/>
        <pc:sldMkLst>
          <pc:docMk/>
          <pc:sldMk cId="1079321375" sldId="382"/>
        </pc:sldMkLst>
        <pc:picChg chg="add del mod">
          <ac:chgData name="Matthew Gregory" userId="S::matthew.gregory2@pearson.com::8c337df5-6986-499e-b190-07598673e62f" providerId="AD" clId="Web-{D678DDF4-464C-82F2-1244-E6E7A02298F6}" dt="2023-12-08T13:05:02.130" v="234"/>
          <ac:picMkLst>
            <pc:docMk/>
            <pc:sldMk cId="1079321375" sldId="382"/>
            <ac:picMk id="2" creationId="{CC3B7C01-42DA-295E-90C5-856794643030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1:17:39.102" v="45"/>
          <ac:picMkLst>
            <pc:docMk/>
            <pc:sldMk cId="1079321375" sldId="382"/>
            <ac:picMk id="2" creationId="{EF87B9E7-745C-76D1-945B-43F5914F4072}"/>
          </ac:picMkLst>
        </pc:picChg>
        <pc:picChg chg="add del mod">
          <ac:chgData name="Matthew Gregory" userId="S::matthew.gregory2@pearson.com::8c337df5-6986-499e-b190-07598673e62f" providerId="AD" clId="Web-{D678DDF4-464C-82F2-1244-E6E7A02298F6}" dt="2023-12-08T13:04:49.567" v="229"/>
          <ac:picMkLst>
            <pc:docMk/>
            <pc:sldMk cId="1079321375" sldId="382"/>
            <ac:picMk id="4" creationId="{9D182CFF-563E-6733-234F-CEA06AC5C686}"/>
          </ac:picMkLst>
        </pc:picChg>
        <pc:picChg chg="add del mod">
          <ac:chgData name="Matthew Gregory" userId="S::matthew.gregory2@pearson.com::8c337df5-6986-499e-b190-07598673e62f" providerId="AD" clId="Web-{D678DDF4-464C-82F2-1244-E6E7A02298F6}" dt="2023-12-08T13:05:28.506" v="236"/>
          <ac:picMkLst>
            <pc:docMk/>
            <pc:sldMk cId="1079321375" sldId="382"/>
            <ac:picMk id="5" creationId="{A9F7CFCF-986F-051E-0D2B-CBEB6D721F31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3:05:55.382" v="241" actId="14100"/>
          <ac:picMkLst>
            <pc:docMk/>
            <pc:sldMk cId="1079321375" sldId="382"/>
            <ac:picMk id="6" creationId="{345682A4-C726-11A9-7A93-FB35B3ADD233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1:20:24.520" v="61" actId="1076"/>
        <pc:sldMkLst>
          <pc:docMk/>
          <pc:sldMk cId="3421888067" sldId="386"/>
        </pc:sldMkLst>
        <pc:picChg chg="del">
          <ac:chgData name="Matthew Gregory" userId="S::matthew.gregory2@pearson.com::8c337df5-6986-499e-b190-07598673e62f" providerId="AD" clId="Web-{D678DDF4-464C-82F2-1244-E6E7A02298F6}" dt="2023-12-08T11:20:12.003" v="57"/>
          <ac:picMkLst>
            <pc:docMk/>
            <pc:sldMk cId="3421888067" sldId="386"/>
            <ac:picMk id="6" creationId="{E99AF8AF-BB92-ADA6-7F15-251D957FD880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1:20:24.520" v="61" actId="1076"/>
          <ac:picMkLst>
            <pc:docMk/>
            <pc:sldMk cId="3421888067" sldId="386"/>
            <ac:picMk id="8" creationId="{CE723BE6-139D-F456-9676-325A9FB239B9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2:38:13.654" v="175" actId="14100"/>
        <pc:sldMkLst>
          <pc:docMk/>
          <pc:sldMk cId="2841989783" sldId="387"/>
        </pc:sldMkLst>
        <pc:picChg chg="add mod">
          <ac:chgData name="Matthew Gregory" userId="S::matthew.gregory2@pearson.com::8c337df5-6986-499e-b190-07598673e62f" providerId="AD" clId="Web-{D678DDF4-464C-82F2-1244-E6E7A02298F6}" dt="2023-12-08T12:38:13.654" v="175" actId="14100"/>
          <ac:picMkLst>
            <pc:docMk/>
            <pc:sldMk cId="2841989783" sldId="387"/>
            <ac:picMk id="3" creationId="{A4C6D5BA-61F9-0EC0-0C98-8E9FEE1BB55F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2:37:53.231" v="172"/>
          <ac:picMkLst>
            <pc:docMk/>
            <pc:sldMk cId="2841989783" sldId="387"/>
            <ac:picMk id="5" creationId="{B07AC7FD-6952-BEE3-0959-3B0864FDB1B7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2:43:08.888" v="179" actId="14100"/>
        <pc:sldMkLst>
          <pc:docMk/>
          <pc:sldMk cId="4249547636" sldId="388"/>
        </pc:sldMkLst>
        <pc:picChg chg="del">
          <ac:chgData name="Matthew Gregory" userId="S::matthew.gregory2@pearson.com::8c337df5-6986-499e-b190-07598673e62f" providerId="AD" clId="Web-{D678DDF4-464C-82F2-1244-E6E7A02298F6}" dt="2023-12-08T12:42:39.527" v="176"/>
          <ac:picMkLst>
            <pc:docMk/>
            <pc:sldMk cId="4249547636" sldId="388"/>
            <ac:picMk id="3" creationId="{2A3BA7AD-AF97-EA2D-150B-372E52FC0B08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2:43:08.888" v="179" actId="14100"/>
          <ac:picMkLst>
            <pc:docMk/>
            <pc:sldMk cId="4249547636" sldId="388"/>
            <ac:picMk id="4" creationId="{11180D1C-8614-AECF-A0CF-32E1884AC5EB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2:44:05.062" v="184" actId="1076"/>
        <pc:sldMkLst>
          <pc:docMk/>
          <pc:sldMk cId="3771066225" sldId="389"/>
        </pc:sldMkLst>
        <pc:picChg chg="del">
          <ac:chgData name="Matthew Gregory" userId="S::matthew.gregory2@pearson.com::8c337df5-6986-499e-b190-07598673e62f" providerId="AD" clId="Web-{D678DDF4-464C-82F2-1244-E6E7A02298F6}" dt="2023-12-08T12:43:47.077" v="180"/>
          <ac:picMkLst>
            <pc:docMk/>
            <pc:sldMk cId="3771066225" sldId="389"/>
            <ac:picMk id="3" creationId="{F654D85F-050A-14CE-E253-6B4FE550987D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2:44:05.062" v="184" actId="1076"/>
          <ac:picMkLst>
            <pc:docMk/>
            <pc:sldMk cId="3771066225" sldId="389"/>
            <ac:picMk id="4" creationId="{10D9E9D1-7B7A-4678-DF67-A23F2FCEDDD5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2:45:10.394" v="189" actId="1076"/>
        <pc:sldMkLst>
          <pc:docMk/>
          <pc:sldMk cId="2251132908" sldId="390"/>
        </pc:sldMkLst>
        <pc:picChg chg="add mod">
          <ac:chgData name="Matthew Gregory" userId="S::matthew.gregory2@pearson.com::8c337df5-6986-499e-b190-07598673e62f" providerId="AD" clId="Web-{D678DDF4-464C-82F2-1244-E6E7A02298F6}" dt="2023-12-08T12:45:10.394" v="189" actId="1076"/>
          <ac:picMkLst>
            <pc:docMk/>
            <pc:sldMk cId="2251132908" sldId="390"/>
            <ac:picMk id="3" creationId="{E335468C-3E85-C870-D528-52939AA0BA1D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2:45:00.768" v="185"/>
          <ac:picMkLst>
            <pc:docMk/>
            <pc:sldMk cId="2251132908" sldId="390"/>
            <ac:picMk id="4" creationId="{F6FF5A25-A367-ED0E-6DD3-3B5B5BE991DF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2:51:05.990" v="197" actId="14100"/>
        <pc:sldMkLst>
          <pc:docMk/>
          <pc:sldMk cId="3892134121" sldId="391"/>
        </pc:sldMkLst>
        <pc:picChg chg="add mod">
          <ac:chgData name="Matthew Gregory" userId="S::matthew.gregory2@pearson.com::8c337df5-6986-499e-b190-07598673e62f" providerId="AD" clId="Web-{D678DDF4-464C-82F2-1244-E6E7A02298F6}" dt="2023-12-08T12:51:05.990" v="197" actId="14100"/>
          <ac:picMkLst>
            <pc:docMk/>
            <pc:sldMk cId="3892134121" sldId="391"/>
            <ac:picMk id="3" creationId="{E44E210C-5D61-16C1-058B-967BF64A156E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2:50:59.146" v="194"/>
          <ac:picMkLst>
            <pc:docMk/>
            <pc:sldMk cId="3892134121" sldId="391"/>
            <ac:picMk id="4" creationId="{8856B34E-990A-D4CC-F8BB-9E56967E3F00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2:52:00.696" v="201" actId="14100"/>
        <pc:sldMkLst>
          <pc:docMk/>
          <pc:sldMk cId="3982385222" sldId="392"/>
        </pc:sldMkLst>
        <pc:picChg chg="del">
          <ac:chgData name="Matthew Gregory" userId="S::matthew.gregory2@pearson.com::8c337df5-6986-499e-b190-07598673e62f" providerId="AD" clId="Web-{D678DDF4-464C-82F2-1244-E6E7A02298F6}" dt="2023-12-08T12:51:54.383" v="198"/>
          <ac:picMkLst>
            <pc:docMk/>
            <pc:sldMk cId="3982385222" sldId="392"/>
            <ac:picMk id="3" creationId="{F02DA07E-122A-97CA-5E15-35572FE8F02E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2:52:00.696" v="201" actId="14100"/>
          <ac:picMkLst>
            <pc:docMk/>
            <pc:sldMk cId="3982385222" sldId="392"/>
            <ac:picMk id="4" creationId="{5877FB7D-909F-9175-F023-B13E8021DC80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2:57:32.213" v="206" actId="14100"/>
        <pc:sldMkLst>
          <pc:docMk/>
          <pc:sldMk cId="2232935648" sldId="393"/>
        </pc:sldMkLst>
        <pc:spChg chg="mod">
          <ac:chgData name="Matthew Gregory" userId="S::matthew.gregory2@pearson.com::8c337df5-6986-499e-b190-07598673e62f" providerId="AD" clId="Web-{D678DDF4-464C-82F2-1244-E6E7A02298F6}" dt="2023-12-08T12:57:26.979" v="205" actId="1076"/>
          <ac:spMkLst>
            <pc:docMk/>
            <pc:sldMk cId="2232935648" sldId="393"/>
            <ac:spMk id="53251" creationId="{3851987A-2DDD-99C5-8149-4A695933F18F}"/>
          </ac:spMkLst>
        </pc:spChg>
        <pc:picChg chg="del">
          <ac:chgData name="Matthew Gregory" userId="S::matthew.gregory2@pearson.com::8c337df5-6986-499e-b190-07598673e62f" providerId="AD" clId="Web-{D678DDF4-464C-82F2-1244-E6E7A02298F6}" dt="2023-12-08T12:56:38.476" v="202"/>
          <ac:picMkLst>
            <pc:docMk/>
            <pc:sldMk cId="2232935648" sldId="393"/>
            <ac:picMk id="2" creationId="{6E709BEF-0889-1894-A3D3-BA143716E69B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2:57:32.213" v="206" actId="14100"/>
          <ac:picMkLst>
            <pc:docMk/>
            <pc:sldMk cId="2232935648" sldId="393"/>
            <ac:picMk id="4" creationId="{E8154ABD-E893-82E5-A48A-AC63257E38E8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3:00:17.816" v="220" actId="14100"/>
        <pc:sldMkLst>
          <pc:docMk/>
          <pc:sldMk cId="3694583168" sldId="394"/>
        </pc:sldMkLst>
        <pc:picChg chg="add mod">
          <ac:chgData name="Matthew Gregory" userId="S::matthew.gregory2@pearson.com::8c337df5-6986-499e-b190-07598673e62f" providerId="AD" clId="Web-{D678DDF4-464C-82F2-1244-E6E7A02298F6}" dt="2023-12-08T13:00:17.816" v="220" actId="14100"/>
          <ac:picMkLst>
            <pc:docMk/>
            <pc:sldMk cId="3694583168" sldId="394"/>
            <ac:picMk id="4" creationId="{265B141E-0F34-BF3B-CDC2-C079EF847797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3:00:11.659" v="217"/>
          <ac:picMkLst>
            <pc:docMk/>
            <pc:sldMk cId="3694583168" sldId="394"/>
            <ac:picMk id="5" creationId="{F4990894-024D-3943-CD5F-6F6A95C5522D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3:01:28.054" v="227" actId="1076"/>
        <pc:sldMkLst>
          <pc:docMk/>
          <pc:sldMk cId="3246749687" sldId="395"/>
        </pc:sldMkLst>
        <pc:spChg chg="mod">
          <ac:chgData name="Matthew Gregory" userId="S::matthew.gregory2@pearson.com::8c337df5-6986-499e-b190-07598673e62f" providerId="AD" clId="Web-{D678DDF4-464C-82F2-1244-E6E7A02298F6}" dt="2023-12-08T13:01:19.725" v="224" actId="1076"/>
          <ac:spMkLst>
            <pc:docMk/>
            <pc:sldMk cId="3246749687" sldId="395"/>
            <ac:spMk id="3" creationId="{FECEE65F-DC74-C911-4648-31C2978ADB81}"/>
          </ac:spMkLst>
        </pc:spChg>
        <pc:picChg chg="del">
          <ac:chgData name="Matthew Gregory" userId="S::matthew.gregory2@pearson.com::8c337df5-6986-499e-b190-07598673e62f" providerId="AD" clId="Web-{D678DDF4-464C-82F2-1244-E6E7A02298F6}" dt="2023-12-08T13:01:11.006" v="221"/>
          <ac:picMkLst>
            <pc:docMk/>
            <pc:sldMk cId="3246749687" sldId="395"/>
            <ac:picMk id="4" creationId="{44AC035A-3124-9FC0-B649-E17E222D403F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3:01:28.054" v="227" actId="1076"/>
          <ac:picMkLst>
            <pc:docMk/>
            <pc:sldMk cId="3246749687" sldId="395"/>
            <ac:picMk id="5" creationId="{5C825595-9922-5AD2-58F1-9FE04F67778C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2:27:56.216" v="171" actId="14100"/>
        <pc:sldMkLst>
          <pc:docMk/>
          <pc:sldMk cId="2522237011" sldId="398"/>
        </pc:sldMkLst>
        <pc:picChg chg="add mod">
          <ac:chgData name="Matthew Gregory" userId="S::matthew.gregory2@pearson.com::8c337df5-6986-499e-b190-07598673e62f" providerId="AD" clId="Web-{D678DDF4-464C-82F2-1244-E6E7A02298F6}" dt="2023-12-08T12:27:56.216" v="171" actId="14100"/>
          <ac:picMkLst>
            <pc:docMk/>
            <pc:sldMk cId="2522237011" sldId="398"/>
            <ac:picMk id="4" creationId="{369EAC29-1E1C-B495-30BC-92363D566C0E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2:27:50.622" v="168"/>
          <ac:picMkLst>
            <pc:docMk/>
            <pc:sldMk cId="2522237011" sldId="398"/>
            <ac:picMk id="6" creationId="{3DE19AE4-D424-ED7B-6822-4B1A196B019C}"/>
          </ac:picMkLst>
        </pc:picChg>
      </pc:sldChg>
      <pc:sldChg chg="addSp delSp modSp">
        <pc:chgData name="Matthew Gregory" userId="S::matthew.gregory2@pearson.com::8c337df5-6986-499e-b190-07598673e62f" providerId="AD" clId="Web-{D678DDF4-464C-82F2-1244-E6E7A02298F6}" dt="2023-12-08T11:07:22.480" v="18" actId="14100"/>
        <pc:sldMkLst>
          <pc:docMk/>
          <pc:sldMk cId="1638431227" sldId="406"/>
        </pc:sldMkLst>
        <pc:picChg chg="del">
          <ac:chgData name="Matthew Gregory" userId="S::matthew.gregory2@pearson.com::8c337df5-6986-499e-b190-07598673e62f" providerId="AD" clId="Web-{D678DDF4-464C-82F2-1244-E6E7A02298F6}" dt="2023-12-08T11:06:03.631" v="11"/>
          <ac:picMkLst>
            <pc:docMk/>
            <pc:sldMk cId="1638431227" sldId="406"/>
            <ac:picMk id="4" creationId="{157D8AC2-3FBB-6DD8-19E4-D07F4C121712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1:06:11.522" v="14" actId="14100"/>
          <ac:picMkLst>
            <pc:docMk/>
            <pc:sldMk cId="1638431227" sldId="406"/>
            <ac:picMk id="5" creationId="{25019248-3B73-224F-A3E3-61E3A31D70A0}"/>
          </ac:picMkLst>
        </pc:picChg>
        <pc:picChg chg="del">
          <ac:chgData name="Matthew Gregory" userId="S::matthew.gregory2@pearson.com::8c337df5-6986-499e-b190-07598673e62f" providerId="AD" clId="Web-{D678DDF4-464C-82F2-1244-E6E7A02298F6}" dt="2023-12-08T11:07:16.261" v="15"/>
          <ac:picMkLst>
            <pc:docMk/>
            <pc:sldMk cId="1638431227" sldId="406"/>
            <ac:picMk id="6" creationId="{3452D58A-4BF0-5991-3D58-5F0C1FC61CEB}"/>
          </ac:picMkLst>
        </pc:picChg>
        <pc:picChg chg="add mod">
          <ac:chgData name="Matthew Gregory" userId="S::matthew.gregory2@pearson.com::8c337df5-6986-499e-b190-07598673e62f" providerId="AD" clId="Web-{D678DDF4-464C-82F2-1244-E6E7A02298F6}" dt="2023-12-08T11:07:22.480" v="18" actId="14100"/>
          <ac:picMkLst>
            <pc:docMk/>
            <pc:sldMk cId="1638431227" sldId="406"/>
            <ac:picMk id="8" creationId="{FB6AD08D-4413-AD50-1D61-8053DD6E5288}"/>
          </ac:picMkLst>
        </pc:picChg>
      </pc:sldChg>
    </pc:docChg>
  </pc:docChgLst>
  <pc:docChgLst>
    <pc:chgData name="Paul Winser" userId="c3146a91-e6bd-4264-bd86-e164e04bc32d" providerId="ADAL" clId="{359A194D-121C-4448-89CE-FEBD969B2508}"/>
    <pc:docChg chg="custSel addSld delSld modSld">
      <pc:chgData name="Paul Winser" userId="c3146a91-e6bd-4264-bd86-e164e04bc32d" providerId="ADAL" clId="{359A194D-121C-4448-89CE-FEBD969B2508}" dt="2023-12-07T13:26:47.884" v="206"/>
      <pc:docMkLst>
        <pc:docMk/>
      </pc:docMkLst>
      <pc:sldChg chg="addSp delSp modSp mod">
        <pc:chgData name="Paul Winser" userId="c3146a91-e6bd-4264-bd86-e164e04bc32d" providerId="ADAL" clId="{359A194D-121C-4448-89CE-FEBD969B2508}" dt="2023-12-07T13:14:55.077" v="7" actId="6549"/>
        <pc:sldMkLst>
          <pc:docMk/>
          <pc:sldMk cId="0" sldId="310"/>
        </pc:sldMkLst>
        <pc:spChg chg="del">
          <ac:chgData name="Paul Winser" userId="c3146a91-e6bd-4264-bd86-e164e04bc32d" providerId="ADAL" clId="{359A194D-121C-4448-89CE-FEBD969B2508}" dt="2023-12-07T13:14:45.823" v="1" actId="478"/>
          <ac:spMkLst>
            <pc:docMk/>
            <pc:sldMk cId="0" sldId="310"/>
            <ac:spMk id="2" creationId="{6E01DCC5-21AA-C4B0-6126-B08921D41FE2}"/>
          </ac:spMkLst>
        </pc:spChg>
        <pc:spChg chg="add mod">
          <ac:chgData name="Paul Winser" userId="c3146a91-e6bd-4264-bd86-e164e04bc32d" providerId="ADAL" clId="{359A194D-121C-4448-89CE-FEBD969B2508}" dt="2023-12-07T13:14:55.077" v="7" actId="6549"/>
          <ac:spMkLst>
            <pc:docMk/>
            <pc:sldMk cId="0" sldId="310"/>
            <ac:spMk id="3" creationId="{E9887A23-4648-F097-B6F8-5090DFDAA552}"/>
          </ac:spMkLst>
        </pc:spChg>
        <pc:spChg chg="add mod">
          <ac:chgData name="Paul Winser" userId="c3146a91-e6bd-4264-bd86-e164e04bc32d" providerId="ADAL" clId="{359A194D-121C-4448-89CE-FEBD969B2508}" dt="2023-12-07T13:14:49.348" v="3" actId="1076"/>
          <ac:spMkLst>
            <pc:docMk/>
            <pc:sldMk cId="0" sldId="310"/>
            <ac:spMk id="4" creationId="{9DBB4202-CF03-DA8F-1A32-C04FEBC25540}"/>
          </ac:spMkLst>
        </pc:spChg>
      </pc:sldChg>
      <pc:sldChg chg="addSp modSp mod">
        <pc:chgData name="Paul Winser" userId="c3146a91-e6bd-4264-bd86-e164e04bc32d" providerId="ADAL" clId="{359A194D-121C-4448-89CE-FEBD969B2508}" dt="2023-12-07T13:20:21.645" v="132" actId="207"/>
        <pc:sldMkLst>
          <pc:docMk/>
          <pc:sldMk cId="0" sldId="311"/>
        </pc:sldMkLst>
        <pc:spChg chg="add mod">
          <ac:chgData name="Paul Winser" userId="c3146a91-e6bd-4264-bd86-e164e04bc32d" providerId="ADAL" clId="{359A194D-121C-4448-89CE-FEBD969B2508}" dt="2023-12-07T13:14:57.932" v="8"/>
          <ac:spMkLst>
            <pc:docMk/>
            <pc:sldMk cId="0" sldId="311"/>
            <ac:spMk id="2" creationId="{6DD21C14-D2F5-CD84-97BA-B3675BBDFEBF}"/>
          </ac:spMkLst>
        </pc:spChg>
        <pc:spChg chg="mod">
          <ac:chgData name="Paul Winser" userId="c3146a91-e6bd-4264-bd86-e164e04bc32d" providerId="ADAL" clId="{359A194D-121C-4448-89CE-FEBD969B2508}" dt="2023-12-07T13:20:21.645" v="132" actId="207"/>
          <ac:spMkLst>
            <pc:docMk/>
            <pc:sldMk cId="0" sldId="311"/>
            <ac:spMk id="30722" creationId="{FC4F7FC9-2CE9-41A9-0CEE-4C8BD93B5782}"/>
          </ac:spMkLst>
        </pc:spChg>
      </pc:sldChg>
      <pc:sldChg chg="addSp modSp">
        <pc:chgData name="Paul Winser" userId="c3146a91-e6bd-4264-bd86-e164e04bc32d" providerId="ADAL" clId="{359A194D-121C-4448-89CE-FEBD969B2508}" dt="2023-12-07T13:20:33.305" v="135" actId="1076"/>
        <pc:sldMkLst>
          <pc:docMk/>
          <pc:sldMk cId="0" sldId="312"/>
        </pc:sldMkLst>
        <pc:spChg chg="add mod">
          <ac:chgData name="Paul Winser" userId="c3146a91-e6bd-4264-bd86-e164e04bc32d" providerId="ADAL" clId="{359A194D-121C-4448-89CE-FEBD969B2508}" dt="2023-12-07T13:15:00.158" v="10"/>
          <ac:spMkLst>
            <pc:docMk/>
            <pc:sldMk cId="0" sldId="312"/>
            <ac:spMk id="2" creationId="{4813A6D5-8301-6FC0-0293-84EC9FC7171A}"/>
          </ac:spMkLst>
        </pc:spChg>
        <pc:spChg chg="mod">
          <ac:chgData name="Paul Winser" userId="c3146a91-e6bd-4264-bd86-e164e04bc32d" providerId="ADAL" clId="{359A194D-121C-4448-89CE-FEBD969B2508}" dt="2023-12-07T13:20:30.698" v="134" actId="1076"/>
          <ac:spMkLst>
            <pc:docMk/>
            <pc:sldMk cId="0" sldId="312"/>
            <ac:spMk id="32770" creationId="{CD9316BF-B3CE-8341-5A0A-249747D6C6E1}"/>
          </ac:spMkLst>
        </pc:spChg>
        <pc:spChg chg="mod">
          <ac:chgData name="Paul Winser" userId="c3146a91-e6bd-4264-bd86-e164e04bc32d" providerId="ADAL" clId="{359A194D-121C-4448-89CE-FEBD969B2508}" dt="2023-12-07T13:20:33.305" v="135" actId="1076"/>
          <ac:spMkLst>
            <pc:docMk/>
            <pc:sldMk cId="0" sldId="312"/>
            <ac:spMk id="32771" creationId="{44DFA49F-83B7-E61C-00EB-D6046D571A05}"/>
          </ac:spMkLst>
        </pc:spChg>
      </pc:sldChg>
      <pc:sldChg chg="addSp modSp mod">
        <pc:chgData name="Paul Winser" userId="c3146a91-e6bd-4264-bd86-e164e04bc32d" providerId="ADAL" clId="{359A194D-121C-4448-89CE-FEBD969B2508}" dt="2023-12-07T13:15:20.196" v="18" actId="14100"/>
        <pc:sldMkLst>
          <pc:docMk/>
          <pc:sldMk cId="0" sldId="313"/>
        </pc:sldMkLst>
        <pc:spChg chg="add mod">
          <ac:chgData name="Paul Winser" userId="c3146a91-e6bd-4264-bd86-e164e04bc32d" providerId="ADAL" clId="{359A194D-121C-4448-89CE-FEBD969B2508}" dt="2023-12-07T13:15:10.492" v="13"/>
          <ac:spMkLst>
            <pc:docMk/>
            <pc:sldMk cId="0" sldId="313"/>
            <ac:spMk id="2" creationId="{0BAF701F-2707-BE95-7F86-2C64AFE4C0D8}"/>
          </ac:spMkLst>
        </pc:spChg>
        <pc:spChg chg="mod">
          <ac:chgData name="Paul Winser" userId="c3146a91-e6bd-4264-bd86-e164e04bc32d" providerId="ADAL" clId="{359A194D-121C-4448-89CE-FEBD969B2508}" dt="2023-12-07T13:15:20.196" v="18" actId="14100"/>
          <ac:spMkLst>
            <pc:docMk/>
            <pc:sldMk cId="0" sldId="313"/>
            <ac:spMk id="34820" creationId="{8DCD7CE1-603D-4D59-3DBB-C13C0B6505F0}"/>
          </ac:spMkLst>
        </pc:spChg>
      </pc:sldChg>
      <pc:sldChg chg="addSp modSp mod">
        <pc:chgData name="Paul Winser" userId="c3146a91-e6bd-4264-bd86-e164e04bc32d" providerId="ADAL" clId="{359A194D-121C-4448-89CE-FEBD969B2508}" dt="2023-12-07T13:15:25.659" v="21"/>
        <pc:sldMkLst>
          <pc:docMk/>
          <pc:sldMk cId="1645150420" sldId="314"/>
        </pc:sldMkLst>
        <pc:spChg chg="add mod">
          <ac:chgData name="Paul Winser" userId="c3146a91-e6bd-4264-bd86-e164e04bc32d" providerId="ADAL" clId="{359A194D-121C-4448-89CE-FEBD969B2508}" dt="2023-12-07T13:15:25.659" v="21"/>
          <ac:spMkLst>
            <pc:docMk/>
            <pc:sldMk cId="1645150420" sldId="314"/>
            <ac:spMk id="2" creationId="{644BF409-8658-2181-4FF4-AF0D17CE21D7}"/>
          </ac:spMkLst>
        </pc:spChg>
        <pc:picChg chg="mod">
          <ac:chgData name="Paul Winser" userId="c3146a91-e6bd-4264-bd86-e164e04bc32d" providerId="ADAL" clId="{359A194D-121C-4448-89CE-FEBD969B2508}" dt="2023-12-07T13:15:24.870" v="20" actId="14100"/>
          <ac:picMkLst>
            <pc:docMk/>
            <pc:sldMk cId="1645150420" sldId="314"/>
            <ac:picMk id="3" creationId="{570C51DB-5152-5770-2359-E8202F144B19}"/>
          </ac:picMkLst>
        </pc:picChg>
      </pc:sldChg>
      <pc:sldChg chg="addSp delSp modSp mod">
        <pc:chgData name="Paul Winser" userId="c3146a91-e6bd-4264-bd86-e164e04bc32d" providerId="ADAL" clId="{359A194D-121C-4448-89CE-FEBD969B2508}" dt="2023-12-07T13:15:50.126" v="36"/>
        <pc:sldMkLst>
          <pc:docMk/>
          <pc:sldMk cId="3094430153" sldId="315"/>
        </pc:sldMkLst>
        <pc:spChg chg="add mod">
          <ac:chgData name="Paul Winser" userId="c3146a91-e6bd-4264-bd86-e164e04bc32d" providerId="ADAL" clId="{359A194D-121C-4448-89CE-FEBD969B2508}" dt="2023-12-07T13:15:50.126" v="36"/>
          <ac:spMkLst>
            <pc:docMk/>
            <pc:sldMk cId="3094430153" sldId="315"/>
            <ac:spMk id="2" creationId="{7150DF5B-F1BC-B944-E5C1-0AF60DE23D82}"/>
          </ac:spMkLst>
        </pc:spChg>
        <pc:spChg chg="del">
          <ac:chgData name="Paul Winser" userId="c3146a91-e6bd-4264-bd86-e164e04bc32d" providerId="ADAL" clId="{359A194D-121C-4448-89CE-FEBD969B2508}" dt="2023-12-07T13:15:49.817" v="35" actId="478"/>
          <ac:spMkLst>
            <pc:docMk/>
            <pc:sldMk cId="3094430153" sldId="315"/>
            <ac:spMk id="53256" creationId="{03A4A250-AEFC-29BD-8FF0-BAC65AE39490}"/>
          </ac:spMkLst>
        </pc:spChg>
        <pc:picChg chg="mod">
          <ac:chgData name="Paul Winser" userId="c3146a91-e6bd-4264-bd86-e164e04bc32d" providerId="ADAL" clId="{359A194D-121C-4448-89CE-FEBD969B2508}" dt="2023-12-07T13:15:47.303" v="34" actId="1076"/>
          <ac:picMkLst>
            <pc:docMk/>
            <pc:sldMk cId="3094430153" sldId="315"/>
            <ac:picMk id="4" creationId="{D08C419E-12AB-78EC-99E2-0FB206CC8D4A}"/>
          </ac:picMkLst>
        </pc:picChg>
      </pc:sldChg>
      <pc:sldChg chg="addSp delSp modSp mod">
        <pc:chgData name="Paul Winser" userId="c3146a91-e6bd-4264-bd86-e164e04bc32d" providerId="ADAL" clId="{359A194D-121C-4448-89CE-FEBD969B2508}" dt="2023-12-07T13:22:09.184" v="161" actId="113"/>
        <pc:sldMkLst>
          <pc:docMk/>
          <pc:sldMk cId="2427285947" sldId="319"/>
        </pc:sldMkLst>
        <pc:spChg chg="add mod">
          <ac:chgData name="Paul Winser" userId="c3146a91-e6bd-4264-bd86-e164e04bc32d" providerId="ADAL" clId="{359A194D-121C-4448-89CE-FEBD969B2508}" dt="2023-12-07T13:17:36.026" v="59"/>
          <ac:spMkLst>
            <pc:docMk/>
            <pc:sldMk cId="2427285947" sldId="319"/>
            <ac:spMk id="2" creationId="{10EAF4B7-FDE0-3121-F6AD-BC10780E22C2}"/>
          </ac:spMkLst>
        </pc:spChg>
        <pc:spChg chg="mod">
          <ac:chgData name="Paul Winser" userId="c3146a91-e6bd-4264-bd86-e164e04bc32d" providerId="ADAL" clId="{359A194D-121C-4448-89CE-FEBD969B2508}" dt="2023-12-07T13:22:09.184" v="161" actId="113"/>
          <ac:spMkLst>
            <pc:docMk/>
            <pc:sldMk cId="2427285947" sldId="319"/>
            <ac:spMk id="53251" creationId="{3851987A-2DDD-99C5-8149-4A695933F18F}"/>
          </ac:spMkLst>
        </pc:spChg>
        <pc:spChg chg="del">
          <ac:chgData name="Paul Winser" userId="c3146a91-e6bd-4264-bd86-e164e04bc32d" providerId="ADAL" clId="{359A194D-121C-4448-89CE-FEBD969B2508}" dt="2023-12-07T13:17:35.848" v="58" actId="478"/>
          <ac:spMkLst>
            <pc:docMk/>
            <pc:sldMk cId="2427285947" sldId="319"/>
            <ac:spMk id="53260" creationId="{B14C9A69-18BF-70A2-A555-75A66C2C05A8}"/>
          </ac:spMkLst>
        </pc:spChg>
      </pc:sldChg>
      <pc:sldChg chg="addSp modSp">
        <pc:chgData name="Paul Winser" userId="c3146a91-e6bd-4264-bd86-e164e04bc32d" providerId="ADAL" clId="{359A194D-121C-4448-89CE-FEBD969B2508}" dt="2023-12-07T13:22:29.743" v="165" actId="1076"/>
        <pc:sldMkLst>
          <pc:docMk/>
          <pc:sldMk cId="2014708143" sldId="321"/>
        </pc:sldMkLst>
        <pc:spChg chg="add mod">
          <ac:chgData name="Paul Winser" userId="c3146a91-e6bd-4264-bd86-e164e04bc32d" providerId="ADAL" clId="{359A194D-121C-4448-89CE-FEBD969B2508}" dt="2023-12-07T13:18:10.041" v="72"/>
          <ac:spMkLst>
            <pc:docMk/>
            <pc:sldMk cId="2014708143" sldId="321"/>
            <ac:spMk id="2" creationId="{383389E7-92A9-741C-F3DD-7E808D0FC74C}"/>
          </ac:spMkLst>
        </pc:spChg>
        <pc:spChg chg="mod">
          <ac:chgData name="Paul Winser" userId="c3146a91-e6bd-4264-bd86-e164e04bc32d" providerId="ADAL" clId="{359A194D-121C-4448-89CE-FEBD969B2508}" dt="2023-12-07T13:22:27.047" v="164" actId="1076"/>
          <ac:spMkLst>
            <pc:docMk/>
            <pc:sldMk cId="2014708143" sldId="321"/>
            <ac:spMk id="4" creationId="{3C8B770B-9C72-50CA-D865-14B5D8BA109B}"/>
          </ac:spMkLst>
        </pc:spChg>
        <pc:spChg chg="mod">
          <ac:chgData name="Paul Winser" userId="c3146a91-e6bd-4264-bd86-e164e04bc32d" providerId="ADAL" clId="{359A194D-121C-4448-89CE-FEBD969B2508}" dt="2023-12-07T13:22:29.743" v="165" actId="1076"/>
          <ac:spMkLst>
            <pc:docMk/>
            <pc:sldMk cId="2014708143" sldId="321"/>
            <ac:spMk id="53250" creationId="{AFF27A1B-CCBA-375B-8A71-3E2B4B342C9F}"/>
          </ac:spMkLst>
        </pc:spChg>
      </pc:sldChg>
      <pc:sldChg chg="addSp delSp modSp mod">
        <pc:chgData name="Paul Winser" userId="c3146a91-e6bd-4264-bd86-e164e04bc32d" providerId="ADAL" clId="{359A194D-121C-4448-89CE-FEBD969B2508}" dt="2023-12-07T13:19:00.619" v="100"/>
        <pc:sldMkLst>
          <pc:docMk/>
          <pc:sldMk cId="4246679270" sldId="322"/>
        </pc:sldMkLst>
        <pc:spChg chg="add mod">
          <ac:chgData name="Paul Winser" userId="c3146a91-e6bd-4264-bd86-e164e04bc32d" providerId="ADAL" clId="{359A194D-121C-4448-89CE-FEBD969B2508}" dt="2023-12-07T13:19:00.619" v="100"/>
          <ac:spMkLst>
            <pc:docMk/>
            <pc:sldMk cId="4246679270" sldId="322"/>
            <ac:spMk id="2" creationId="{2EC790CE-993E-0851-E9C5-C2BAD2613589}"/>
          </ac:spMkLst>
        </pc:spChg>
        <pc:spChg chg="del">
          <ac:chgData name="Paul Winser" userId="c3146a91-e6bd-4264-bd86-e164e04bc32d" providerId="ADAL" clId="{359A194D-121C-4448-89CE-FEBD969B2508}" dt="2023-12-07T13:19:00.436" v="99" actId="478"/>
          <ac:spMkLst>
            <pc:docMk/>
            <pc:sldMk cId="4246679270" sldId="322"/>
            <ac:spMk id="53256" creationId="{9CA5166D-8FAC-97A1-788C-EE2C1BAB2FC5}"/>
          </ac:spMkLst>
        </pc:spChg>
        <pc:picChg chg="mod">
          <ac:chgData name="Paul Winser" userId="c3146a91-e6bd-4264-bd86-e164e04bc32d" providerId="ADAL" clId="{359A194D-121C-4448-89CE-FEBD969B2508}" dt="2023-12-07T13:18:58.146" v="98" actId="1076"/>
          <ac:picMkLst>
            <pc:docMk/>
            <pc:sldMk cId="4246679270" sldId="322"/>
            <ac:picMk id="3" creationId="{1348EF5A-8CA1-B113-2964-C5DEA32EFC5D}"/>
          </ac:picMkLst>
        </pc:picChg>
      </pc:sldChg>
      <pc:sldChg chg="addSp modSp add mod modTransition">
        <pc:chgData name="Paul Winser" userId="c3146a91-e6bd-4264-bd86-e164e04bc32d" providerId="ADAL" clId="{359A194D-121C-4448-89CE-FEBD969B2508}" dt="2023-12-07T13:26:47.884" v="206"/>
        <pc:sldMkLst>
          <pc:docMk/>
          <pc:sldMk cId="65209310" sldId="337"/>
        </pc:sldMkLst>
        <pc:spChg chg="mod">
          <ac:chgData name="Paul Winser" userId="c3146a91-e6bd-4264-bd86-e164e04bc32d" providerId="ADAL" clId="{359A194D-121C-4448-89CE-FEBD969B2508}" dt="2023-12-07T13:26:39.665" v="205" actId="255"/>
          <ac:spMkLst>
            <pc:docMk/>
            <pc:sldMk cId="65209310" sldId="337"/>
            <ac:spMk id="3" creationId="{33BE62AE-2E70-41E6-551A-FE2AAB75FB90}"/>
          </ac:spMkLst>
        </pc:spChg>
        <pc:spChg chg="add mod">
          <ac:chgData name="Paul Winser" userId="c3146a91-e6bd-4264-bd86-e164e04bc32d" providerId="ADAL" clId="{359A194D-121C-4448-89CE-FEBD969B2508}" dt="2023-12-07T13:26:47.884" v="206"/>
          <ac:spMkLst>
            <pc:docMk/>
            <pc:sldMk cId="65209310" sldId="337"/>
            <ac:spMk id="4" creationId="{D2D2C624-670F-B41D-DBD9-AE7A75D000F3}"/>
          </ac:spMkLst>
        </pc:spChg>
      </pc:sldChg>
      <pc:sldChg chg="addSp modSp">
        <pc:chgData name="Paul Winser" userId="c3146a91-e6bd-4264-bd86-e164e04bc32d" providerId="ADAL" clId="{359A194D-121C-4448-89CE-FEBD969B2508}" dt="2023-12-07T13:15:38.415" v="29"/>
        <pc:sldMkLst>
          <pc:docMk/>
          <pc:sldMk cId="1209448642" sldId="352"/>
        </pc:sldMkLst>
        <pc:spChg chg="add mod">
          <ac:chgData name="Paul Winser" userId="c3146a91-e6bd-4264-bd86-e164e04bc32d" providerId="ADAL" clId="{359A194D-121C-4448-89CE-FEBD969B2508}" dt="2023-12-07T13:15:38.415" v="29"/>
          <ac:spMkLst>
            <pc:docMk/>
            <pc:sldMk cId="1209448642" sldId="352"/>
            <ac:spMk id="4" creationId="{00C9ECD6-9AEC-B8E0-B6C6-1B863086321D}"/>
          </ac:spMkLst>
        </pc:spChg>
      </pc:sldChg>
      <pc:sldChg chg="addSp modSp mod">
        <pc:chgData name="Paul Winser" userId="c3146a91-e6bd-4264-bd86-e164e04bc32d" providerId="ADAL" clId="{359A194D-121C-4448-89CE-FEBD969B2508}" dt="2023-12-07T13:22:01.945" v="160" actId="1076"/>
        <pc:sldMkLst>
          <pc:docMk/>
          <pc:sldMk cId="4061933516" sldId="353"/>
        </pc:sldMkLst>
        <pc:spChg chg="add mod">
          <ac:chgData name="Paul Winser" userId="c3146a91-e6bd-4264-bd86-e164e04bc32d" providerId="ADAL" clId="{359A194D-121C-4448-89CE-FEBD969B2508}" dt="2023-12-07T13:17:16.461" v="49"/>
          <ac:spMkLst>
            <pc:docMk/>
            <pc:sldMk cId="4061933516" sldId="353"/>
            <ac:spMk id="2" creationId="{BF89F39E-45F2-EB8B-50E9-BDD01D812502}"/>
          </ac:spMkLst>
        </pc:spChg>
        <pc:spChg chg="mod">
          <ac:chgData name="Paul Winser" userId="c3146a91-e6bd-4264-bd86-e164e04bc32d" providerId="ADAL" clId="{359A194D-121C-4448-89CE-FEBD969B2508}" dt="2023-12-07T13:22:01.945" v="160" actId="1076"/>
          <ac:spMkLst>
            <pc:docMk/>
            <pc:sldMk cId="4061933516" sldId="353"/>
            <ac:spMk id="34819" creationId="{453C7683-8588-7ABC-32E0-8A4E68218620}"/>
          </ac:spMkLst>
        </pc:spChg>
        <pc:spChg chg="mod">
          <ac:chgData name="Paul Winser" userId="c3146a91-e6bd-4264-bd86-e164e04bc32d" providerId="ADAL" clId="{359A194D-121C-4448-89CE-FEBD969B2508}" dt="2023-12-07T13:21:59.091" v="159" actId="1076"/>
          <ac:spMkLst>
            <pc:docMk/>
            <pc:sldMk cId="4061933516" sldId="353"/>
            <ac:spMk id="34820" creationId="{8DCD7CE1-603D-4D59-3DBB-C13C0B6505F0}"/>
          </ac:spMkLst>
        </pc:spChg>
      </pc:sldChg>
      <pc:sldChg chg="addSp delSp modSp mod">
        <pc:chgData name="Paul Winser" userId="c3146a91-e6bd-4264-bd86-e164e04bc32d" providerId="ADAL" clId="{359A194D-121C-4448-89CE-FEBD969B2508}" dt="2023-12-07T13:17:44.601" v="63"/>
        <pc:sldMkLst>
          <pc:docMk/>
          <pc:sldMk cId="76496824" sldId="355"/>
        </pc:sldMkLst>
        <pc:spChg chg="add mod">
          <ac:chgData name="Paul Winser" userId="c3146a91-e6bd-4264-bd86-e164e04bc32d" providerId="ADAL" clId="{359A194D-121C-4448-89CE-FEBD969B2508}" dt="2023-12-07T13:17:44.601" v="63"/>
          <ac:spMkLst>
            <pc:docMk/>
            <pc:sldMk cId="76496824" sldId="355"/>
            <ac:spMk id="2" creationId="{5CC12C42-7010-07D2-C9CD-071702C60861}"/>
          </ac:spMkLst>
        </pc:spChg>
        <pc:spChg chg="del">
          <ac:chgData name="Paul Winser" userId="c3146a91-e6bd-4264-bd86-e164e04bc32d" providerId="ADAL" clId="{359A194D-121C-4448-89CE-FEBD969B2508}" dt="2023-12-07T13:17:44.424" v="62" actId="478"/>
          <ac:spMkLst>
            <pc:docMk/>
            <pc:sldMk cId="76496824" sldId="355"/>
            <ac:spMk id="53260" creationId="{B14C9A69-18BF-70A2-A555-75A66C2C05A8}"/>
          </ac:spMkLst>
        </pc:spChg>
        <pc:picChg chg="mod">
          <ac:chgData name="Paul Winser" userId="c3146a91-e6bd-4264-bd86-e164e04bc32d" providerId="ADAL" clId="{359A194D-121C-4448-89CE-FEBD969B2508}" dt="2023-12-07T13:17:42.147" v="61" actId="1076"/>
          <ac:picMkLst>
            <pc:docMk/>
            <pc:sldMk cId="76496824" sldId="355"/>
            <ac:picMk id="3" creationId="{0F2D014A-41AC-9AD2-1000-14396F0C8F8E}"/>
          </ac:picMkLst>
        </pc:picChg>
      </pc:sldChg>
      <pc:sldChg chg="addSp modSp mod">
        <pc:chgData name="Paul Winser" userId="c3146a91-e6bd-4264-bd86-e164e04bc32d" providerId="ADAL" clId="{359A194D-121C-4448-89CE-FEBD969B2508}" dt="2023-12-07T13:22:20.352" v="163" actId="1076"/>
        <pc:sldMkLst>
          <pc:docMk/>
          <pc:sldMk cId="1225614193" sldId="357"/>
        </pc:sldMkLst>
        <pc:spChg chg="add mod">
          <ac:chgData name="Paul Winser" userId="c3146a91-e6bd-4264-bd86-e164e04bc32d" providerId="ADAL" clId="{359A194D-121C-4448-89CE-FEBD969B2508}" dt="2023-12-07T13:18:00.714" v="68"/>
          <ac:spMkLst>
            <pc:docMk/>
            <pc:sldMk cId="1225614193" sldId="357"/>
            <ac:spMk id="2" creationId="{C85B3D12-E45D-3D86-2F48-E82F1F507BDF}"/>
          </ac:spMkLst>
        </pc:spChg>
        <pc:spChg chg="mod">
          <ac:chgData name="Paul Winser" userId="c3146a91-e6bd-4264-bd86-e164e04bc32d" providerId="ADAL" clId="{359A194D-121C-4448-89CE-FEBD969B2508}" dt="2023-12-07T13:22:20.352" v="163" actId="1076"/>
          <ac:spMkLst>
            <pc:docMk/>
            <pc:sldMk cId="1225614193" sldId="357"/>
            <ac:spMk id="34819" creationId="{453C7683-8588-7ABC-32E0-8A4E68218620}"/>
          </ac:spMkLst>
        </pc:spChg>
        <pc:spChg chg="mod">
          <ac:chgData name="Paul Winser" userId="c3146a91-e6bd-4264-bd86-e164e04bc32d" providerId="ADAL" clId="{359A194D-121C-4448-89CE-FEBD969B2508}" dt="2023-12-07T13:22:16.435" v="162" actId="255"/>
          <ac:spMkLst>
            <pc:docMk/>
            <pc:sldMk cId="1225614193" sldId="357"/>
            <ac:spMk id="34820" creationId="{8DCD7CE1-603D-4D59-3DBB-C13C0B6505F0}"/>
          </ac:spMkLst>
        </pc:spChg>
      </pc:sldChg>
      <pc:sldChg chg="addSp modSp">
        <pc:chgData name="Paul Winser" userId="c3146a91-e6bd-4264-bd86-e164e04bc32d" providerId="ADAL" clId="{359A194D-121C-4448-89CE-FEBD969B2508}" dt="2023-12-07T13:22:39.754" v="167" actId="1076"/>
        <pc:sldMkLst>
          <pc:docMk/>
          <pc:sldMk cId="952156043" sldId="358"/>
        </pc:sldMkLst>
        <pc:spChg chg="add mod">
          <ac:chgData name="Paul Winser" userId="c3146a91-e6bd-4264-bd86-e164e04bc32d" providerId="ADAL" clId="{359A194D-121C-4448-89CE-FEBD969B2508}" dt="2023-12-07T13:18:12.015" v="73"/>
          <ac:spMkLst>
            <pc:docMk/>
            <pc:sldMk cId="952156043" sldId="358"/>
            <ac:spMk id="2" creationId="{F0D3BB96-7409-D5B9-EAA4-8793E773D747}"/>
          </ac:spMkLst>
        </pc:spChg>
        <pc:spChg chg="mod">
          <ac:chgData name="Paul Winser" userId="c3146a91-e6bd-4264-bd86-e164e04bc32d" providerId="ADAL" clId="{359A194D-121C-4448-89CE-FEBD969B2508}" dt="2023-12-07T13:22:39.754" v="167" actId="1076"/>
          <ac:spMkLst>
            <pc:docMk/>
            <pc:sldMk cId="952156043" sldId="358"/>
            <ac:spMk id="53250" creationId="{AFF27A1B-CCBA-375B-8A71-3E2B4B342C9F}"/>
          </ac:spMkLst>
        </pc:spChg>
        <pc:spChg chg="mod">
          <ac:chgData name="Paul Winser" userId="c3146a91-e6bd-4264-bd86-e164e04bc32d" providerId="ADAL" clId="{359A194D-121C-4448-89CE-FEBD969B2508}" dt="2023-12-07T13:22:37.912" v="166" actId="1076"/>
          <ac:spMkLst>
            <pc:docMk/>
            <pc:sldMk cId="952156043" sldId="358"/>
            <ac:spMk id="53251" creationId="{3851987A-2DDD-99C5-8149-4A695933F18F}"/>
          </ac:spMkLst>
        </pc:spChg>
      </pc:sldChg>
      <pc:sldChg chg="addSp delSp modSp mod">
        <pc:chgData name="Paul Winser" userId="c3146a91-e6bd-4264-bd86-e164e04bc32d" providerId="ADAL" clId="{359A194D-121C-4448-89CE-FEBD969B2508}" dt="2023-12-07T13:23:36.870" v="179" actId="1076"/>
        <pc:sldMkLst>
          <pc:docMk/>
          <pc:sldMk cId="303099952" sldId="361"/>
        </pc:sldMkLst>
        <pc:spChg chg="add mod">
          <ac:chgData name="Paul Winser" userId="c3146a91-e6bd-4264-bd86-e164e04bc32d" providerId="ADAL" clId="{359A194D-121C-4448-89CE-FEBD969B2508}" dt="2023-12-07T13:19:18.729" v="108"/>
          <ac:spMkLst>
            <pc:docMk/>
            <pc:sldMk cId="303099952" sldId="361"/>
            <ac:spMk id="2" creationId="{E96A2700-061C-35FE-664A-B9C7D467D9BC}"/>
          </ac:spMkLst>
        </pc:spChg>
        <pc:spChg chg="del">
          <ac:chgData name="Paul Winser" userId="c3146a91-e6bd-4264-bd86-e164e04bc32d" providerId="ADAL" clId="{359A194D-121C-4448-89CE-FEBD969B2508}" dt="2023-12-07T13:19:18.535" v="107" actId="478"/>
          <ac:spMkLst>
            <pc:docMk/>
            <pc:sldMk cId="303099952" sldId="361"/>
            <ac:spMk id="53256" creationId="{A21D7BC7-BA2A-179F-DBD3-731131B4F0B8}"/>
          </ac:spMkLst>
        </pc:spChg>
        <pc:picChg chg="mod">
          <ac:chgData name="Paul Winser" userId="c3146a91-e6bd-4264-bd86-e164e04bc32d" providerId="ADAL" clId="{359A194D-121C-4448-89CE-FEBD969B2508}" dt="2023-12-07T13:23:36.870" v="179" actId="1076"/>
          <ac:picMkLst>
            <pc:docMk/>
            <pc:sldMk cId="303099952" sldId="361"/>
            <ac:picMk id="4" creationId="{52287B91-B4C2-A3B4-E1FB-56BF209B54D9}"/>
          </ac:picMkLst>
        </pc:picChg>
      </pc:sldChg>
      <pc:sldChg chg="addSp modSp">
        <pc:chgData name="Paul Winser" userId="c3146a91-e6bd-4264-bd86-e164e04bc32d" providerId="ADAL" clId="{359A194D-121C-4448-89CE-FEBD969B2508}" dt="2023-12-07T13:19:30.809" v="115"/>
        <pc:sldMkLst>
          <pc:docMk/>
          <pc:sldMk cId="1364854331" sldId="363"/>
        </pc:sldMkLst>
        <pc:spChg chg="add mod">
          <ac:chgData name="Paul Winser" userId="c3146a91-e6bd-4264-bd86-e164e04bc32d" providerId="ADAL" clId="{359A194D-121C-4448-89CE-FEBD969B2508}" dt="2023-12-07T13:19:30.809" v="115"/>
          <ac:spMkLst>
            <pc:docMk/>
            <pc:sldMk cId="1364854331" sldId="363"/>
            <ac:spMk id="5" creationId="{26F9AF3F-6535-A4B8-C786-F1B78BEEACBE}"/>
          </ac:spMkLst>
        </pc:spChg>
      </pc:sldChg>
      <pc:sldChg chg="addSp modSp mod">
        <pc:chgData name="Paul Winser" userId="c3146a91-e6bd-4264-bd86-e164e04bc32d" providerId="ADAL" clId="{359A194D-121C-4448-89CE-FEBD969B2508}" dt="2023-12-07T13:24:02.167" v="186" actId="1076"/>
        <pc:sldMkLst>
          <pc:docMk/>
          <pc:sldMk cId="4227891240" sldId="365"/>
        </pc:sldMkLst>
        <pc:spChg chg="add mod">
          <ac:chgData name="Paul Winser" userId="c3146a91-e6bd-4264-bd86-e164e04bc32d" providerId="ADAL" clId="{359A194D-121C-4448-89CE-FEBD969B2508}" dt="2023-12-07T13:19:44.264" v="120"/>
          <ac:spMkLst>
            <pc:docMk/>
            <pc:sldMk cId="4227891240" sldId="365"/>
            <ac:spMk id="2" creationId="{39383C4E-7912-CB66-43E9-B3EE8738280D}"/>
          </ac:spMkLst>
        </pc:spChg>
        <pc:spChg chg="mod">
          <ac:chgData name="Paul Winser" userId="c3146a91-e6bd-4264-bd86-e164e04bc32d" providerId="ADAL" clId="{359A194D-121C-4448-89CE-FEBD969B2508}" dt="2023-12-07T13:23:58.215" v="184" actId="1076"/>
          <ac:spMkLst>
            <pc:docMk/>
            <pc:sldMk cId="4227891240" sldId="365"/>
            <ac:spMk id="4" creationId="{F6D6CA00-7247-9B95-AB82-07E1C5AC2918}"/>
          </ac:spMkLst>
        </pc:spChg>
        <pc:spChg chg="mod">
          <ac:chgData name="Paul Winser" userId="c3146a91-e6bd-4264-bd86-e164e04bc32d" providerId="ADAL" clId="{359A194D-121C-4448-89CE-FEBD969B2508}" dt="2023-12-07T13:24:02.167" v="186" actId="1076"/>
          <ac:spMkLst>
            <pc:docMk/>
            <pc:sldMk cId="4227891240" sldId="365"/>
            <ac:spMk id="53250" creationId="{AFF27A1B-CCBA-375B-8A71-3E2B4B342C9F}"/>
          </ac:spMkLst>
        </pc:spChg>
        <pc:picChg chg="mod">
          <ac:chgData name="Paul Winser" userId="c3146a91-e6bd-4264-bd86-e164e04bc32d" providerId="ADAL" clId="{359A194D-121C-4448-89CE-FEBD969B2508}" dt="2023-12-07T13:24:00.016" v="185" actId="1076"/>
          <ac:picMkLst>
            <pc:docMk/>
            <pc:sldMk cId="4227891240" sldId="365"/>
            <ac:picMk id="3" creationId="{4C72D014-2A01-1B3F-1616-267D9007AFA5}"/>
          </ac:picMkLst>
        </pc:picChg>
      </pc:sldChg>
      <pc:sldChg chg="addSp modSp mod">
        <pc:chgData name="Paul Winser" userId="c3146a91-e6bd-4264-bd86-e164e04bc32d" providerId="ADAL" clId="{359A194D-121C-4448-89CE-FEBD969B2508}" dt="2023-12-07T13:24:39.326" v="193" actId="1076"/>
        <pc:sldMkLst>
          <pc:docMk/>
          <pc:sldMk cId="1897732103" sldId="370"/>
        </pc:sldMkLst>
        <pc:spChg chg="add mod">
          <ac:chgData name="Paul Winser" userId="c3146a91-e6bd-4264-bd86-e164e04bc32d" providerId="ADAL" clId="{359A194D-121C-4448-89CE-FEBD969B2508}" dt="2023-12-07T13:19:48.734" v="122"/>
          <ac:spMkLst>
            <pc:docMk/>
            <pc:sldMk cId="1897732103" sldId="370"/>
            <ac:spMk id="2" creationId="{65926FDE-BAA1-C77A-0E93-E8B424EF57FD}"/>
          </ac:spMkLst>
        </pc:spChg>
        <pc:spChg chg="mod">
          <ac:chgData name="Paul Winser" userId="c3146a91-e6bd-4264-bd86-e164e04bc32d" providerId="ADAL" clId="{359A194D-121C-4448-89CE-FEBD969B2508}" dt="2023-12-07T13:24:39.326" v="193" actId="1076"/>
          <ac:spMkLst>
            <pc:docMk/>
            <pc:sldMk cId="1897732103" sldId="370"/>
            <ac:spMk id="3" creationId="{D210DF28-8722-C7FC-DE59-17FD0FD167D9}"/>
          </ac:spMkLst>
        </pc:spChg>
        <pc:spChg chg="mod">
          <ac:chgData name="Paul Winser" userId="c3146a91-e6bd-4264-bd86-e164e04bc32d" providerId="ADAL" clId="{359A194D-121C-4448-89CE-FEBD969B2508}" dt="2023-12-07T13:24:35.439" v="192" actId="20577"/>
          <ac:spMkLst>
            <pc:docMk/>
            <pc:sldMk cId="1897732103" sldId="370"/>
            <ac:spMk id="53250" creationId="{AFF27A1B-CCBA-375B-8A71-3E2B4B342C9F}"/>
          </ac:spMkLst>
        </pc:spChg>
      </pc:sldChg>
      <pc:sldChg chg="modSp del mod">
        <pc:chgData name="Paul Winser" userId="c3146a91-e6bd-4264-bd86-e164e04bc32d" providerId="ADAL" clId="{359A194D-121C-4448-89CE-FEBD969B2508}" dt="2023-12-07T13:20:09.869" v="131" actId="47"/>
        <pc:sldMkLst>
          <pc:docMk/>
          <pc:sldMk cId="430252684" sldId="374"/>
        </pc:sldMkLst>
        <pc:picChg chg="mod">
          <ac:chgData name="Paul Winser" userId="c3146a91-e6bd-4264-bd86-e164e04bc32d" providerId="ADAL" clId="{359A194D-121C-4448-89CE-FEBD969B2508}" dt="2023-12-07T13:20:06.890" v="130" actId="14100"/>
          <ac:picMkLst>
            <pc:docMk/>
            <pc:sldMk cId="430252684" sldId="374"/>
            <ac:picMk id="4" creationId="{7CFBD82A-5412-FA22-C5DF-E7A4113674B1}"/>
          </ac:picMkLst>
        </pc:picChg>
      </pc:sldChg>
      <pc:sldChg chg="addSp modSp mod">
        <pc:chgData name="Paul Winser" userId="c3146a91-e6bd-4264-bd86-e164e04bc32d" providerId="ADAL" clId="{359A194D-121C-4448-89CE-FEBD969B2508}" dt="2023-12-07T13:20:25.926" v="133" actId="207"/>
        <pc:sldMkLst>
          <pc:docMk/>
          <pc:sldMk cId="2439238231" sldId="376"/>
        </pc:sldMkLst>
        <pc:spChg chg="add mod">
          <ac:chgData name="Paul Winser" userId="c3146a91-e6bd-4264-bd86-e164e04bc32d" providerId="ADAL" clId="{359A194D-121C-4448-89CE-FEBD969B2508}" dt="2023-12-07T13:14:59.001" v="9"/>
          <ac:spMkLst>
            <pc:docMk/>
            <pc:sldMk cId="2439238231" sldId="376"/>
            <ac:spMk id="2" creationId="{E118814F-D4CE-50D3-A7AA-078683D6240B}"/>
          </ac:spMkLst>
        </pc:spChg>
        <pc:spChg chg="mod">
          <ac:chgData name="Paul Winser" userId="c3146a91-e6bd-4264-bd86-e164e04bc32d" providerId="ADAL" clId="{359A194D-121C-4448-89CE-FEBD969B2508}" dt="2023-12-07T13:20:25.926" v="133" actId="207"/>
          <ac:spMkLst>
            <pc:docMk/>
            <pc:sldMk cId="2439238231" sldId="376"/>
            <ac:spMk id="30722" creationId="{FC4F7FC9-2CE9-41A9-0CEE-4C8BD93B5782}"/>
          </ac:spMkLst>
        </pc:spChg>
      </pc:sldChg>
      <pc:sldChg chg="addSp modSp mod">
        <pc:chgData name="Paul Winser" userId="c3146a91-e6bd-4264-bd86-e164e04bc32d" providerId="ADAL" clId="{359A194D-121C-4448-89CE-FEBD969B2508}" dt="2023-12-07T13:15:30.765" v="24" actId="1076"/>
        <pc:sldMkLst>
          <pc:docMk/>
          <pc:sldMk cId="3080164457" sldId="377"/>
        </pc:sldMkLst>
        <pc:spChg chg="add mod">
          <ac:chgData name="Paul Winser" userId="c3146a91-e6bd-4264-bd86-e164e04bc32d" providerId="ADAL" clId="{359A194D-121C-4448-89CE-FEBD969B2508}" dt="2023-12-07T13:15:27.853" v="22"/>
          <ac:spMkLst>
            <pc:docMk/>
            <pc:sldMk cId="3080164457" sldId="377"/>
            <ac:spMk id="2" creationId="{AB7EC9CD-C7EF-4A2F-1D04-88E977A2B968}"/>
          </ac:spMkLst>
        </pc:spChg>
        <pc:picChg chg="mod">
          <ac:chgData name="Paul Winser" userId="c3146a91-e6bd-4264-bd86-e164e04bc32d" providerId="ADAL" clId="{359A194D-121C-4448-89CE-FEBD969B2508}" dt="2023-12-07T13:15:30.765" v="24" actId="1076"/>
          <ac:picMkLst>
            <pc:docMk/>
            <pc:sldMk cId="3080164457" sldId="377"/>
            <ac:picMk id="5" creationId="{1FFED11C-C25C-989E-55FA-77E17B6A5961}"/>
          </ac:picMkLst>
        </pc:picChg>
      </pc:sldChg>
      <pc:sldChg chg="addSp modSp mod">
        <pc:chgData name="Paul Winser" userId="c3146a91-e6bd-4264-bd86-e164e04bc32d" providerId="ADAL" clId="{359A194D-121C-4448-89CE-FEBD969B2508}" dt="2023-12-07T13:21:09.650" v="147" actId="20577"/>
        <pc:sldMkLst>
          <pc:docMk/>
          <pc:sldMk cId="4111412660" sldId="378"/>
        </pc:sldMkLst>
        <pc:spChg chg="add mod">
          <ac:chgData name="Paul Winser" userId="c3146a91-e6bd-4264-bd86-e164e04bc32d" providerId="ADAL" clId="{359A194D-121C-4448-89CE-FEBD969B2508}" dt="2023-12-07T13:15:31.901" v="25"/>
          <ac:spMkLst>
            <pc:docMk/>
            <pc:sldMk cId="4111412660" sldId="378"/>
            <ac:spMk id="2" creationId="{352F6F7F-7F45-94BD-D656-C99088F6844E}"/>
          </ac:spMkLst>
        </pc:spChg>
        <pc:spChg chg="mod">
          <ac:chgData name="Paul Winser" userId="c3146a91-e6bd-4264-bd86-e164e04bc32d" providerId="ADAL" clId="{359A194D-121C-4448-89CE-FEBD969B2508}" dt="2023-12-07T13:21:09.650" v="147" actId="20577"/>
          <ac:spMkLst>
            <pc:docMk/>
            <pc:sldMk cId="4111412660" sldId="378"/>
            <ac:spMk id="53251" creationId="{3851987A-2DDD-99C5-8149-4A695933F18F}"/>
          </ac:spMkLst>
        </pc:spChg>
      </pc:sldChg>
      <pc:sldChg chg="addSp modSp mod">
        <pc:chgData name="Paul Winser" userId="c3146a91-e6bd-4264-bd86-e164e04bc32d" providerId="ADAL" clId="{359A194D-121C-4448-89CE-FEBD969B2508}" dt="2023-12-07T13:21:25.075" v="151" actId="113"/>
        <pc:sldMkLst>
          <pc:docMk/>
          <pc:sldMk cId="2411744211" sldId="379"/>
        </pc:sldMkLst>
        <pc:spChg chg="add mod">
          <ac:chgData name="Paul Winser" userId="c3146a91-e6bd-4264-bd86-e164e04bc32d" providerId="ADAL" clId="{359A194D-121C-4448-89CE-FEBD969B2508}" dt="2023-12-07T13:15:39.499" v="30"/>
          <ac:spMkLst>
            <pc:docMk/>
            <pc:sldMk cId="2411744211" sldId="379"/>
            <ac:spMk id="2" creationId="{FA0DE1E0-43F1-870A-24AE-7CCF7081A50D}"/>
          </ac:spMkLst>
        </pc:spChg>
        <pc:spChg chg="mod">
          <ac:chgData name="Paul Winser" userId="c3146a91-e6bd-4264-bd86-e164e04bc32d" providerId="ADAL" clId="{359A194D-121C-4448-89CE-FEBD969B2508}" dt="2023-12-07T13:21:25.075" v="151" actId="113"/>
          <ac:spMkLst>
            <pc:docMk/>
            <pc:sldMk cId="2411744211" sldId="379"/>
            <ac:spMk id="53251" creationId="{3851987A-2DDD-99C5-8149-4A695933F18F}"/>
          </ac:spMkLst>
        </pc:spChg>
        <pc:picChg chg="mod">
          <ac:chgData name="Paul Winser" userId="c3146a91-e6bd-4264-bd86-e164e04bc32d" providerId="ADAL" clId="{359A194D-121C-4448-89CE-FEBD969B2508}" dt="2023-12-07T13:15:42.869" v="32" actId="1076"/>
          <ac:picMkLst>
            <pc:docMk/>
            <pc:sldMk cId="2411744211" sldId="379"/>
            <ac:picMk id="4" creationId="{F1B49468-4B7F-7FCA-09B5-7FB0D0EEF9BA}"/>
          </ac:picMkLst>
        </pc:picChg>
      </pc:sldChg>
      <pc:sldChg chg="addSp delSp modSp mod">
        <pc:chgData name="Paul Winser" userId="c3146a91-e6bd-4264-bd86-e164e04bc32d" providerId="ADAL" clId="{359A194D-121C-4448-89CE-FEBD969B2508}" dt="2023-12-07T13:16:58.520" v="40" actId="478"/>
        <pc:sldMkLst>
          <pc:docMk/>
          <pc:sldMk cId="1149616867" sldId="380"/>
        </pc:sldMkLst>
        <pc:spChg chg="add mod">
          <ac:chgData name="Paul Winser" userId="c3146a91-e6bd-4264-bd86-e164e04bc32d" providerId="ADAL" clId="{359A194D-121C-4448-89CE-FEBD969B2508}" dt="2023-12-07T13:16:51.068" v="37"/>
          <ac:spMkLst>
            <pc:docMk/>
            <pc:sldMk cId="1149616867" sldId="380"/>
            <ac:spMk id="2" creationId="{772F35F5-0154-9798-9B65-C38D640868DD}"/>
          </ac:spMkLst>
        </pc:spChg>
        <pc:spChg chg="del">
          <ac:chgData name="Paul Winser" userId="c3146a91-e6bd-4264-bd86-e164e04bc32d" providerId="ADAL" clId="{359A194D-121C-4448-89CE-FEBD969B2508}" dt="2023-12-07T13:16:58.520" v="40" actId="478"/>
          <ac:spMkLst>
            <pc:docMk/>
            <pc:sldMk cId="1149616867" sldId="380"/>
            <ac:spMk id="53256" creationId="{03A4A250-AEFC-29BD-8FF0-BAC65AE39490}"/>
          </ac:spMkLst>
        </pc:spChg>
        <pc:picChg chg="mod">
          <ac:chgData name="Paul Winser" userId="c3146a91-e6bd-4264-bd86-e164e04bc32d" providerId="ADAL" clId="{359A194D-121C-4448-89CE-FEBD969B2508}" dt="2023-12-07T13:16:54.461" v="39" actId="1076"/>
          <ac:picMkLst>
            <pc:docMk/>
            <pc:sldMk cId="1149616867" sldId="380"/>
            <ac:picMk id="3" creationId="{AA9D00F8-15D2-51B9-853F-261A20DDBD33}"/>
          </ac:picMkLst>
        </pc:picChg>
      </pc:sldChg>
      <pc:sldChg chg="addSp delSp modSp mod">
        <pc:chgData name="Paul Winser" userId="c3146a91-e6bd-4264-bd86-e164e04bc32d" providerId="ADAL" clId="{359A194D-121C-4448-89CE-FEBD969B2508}" dt="2023-12-07T13:21:39.721" v="153" actId="1076"/>
        <pc:sldMkLst>
          <pc:docMk/>
          <pc:sldMk cId="2333657389" sldId="381"/>
        </pc:sldMkLst>
        <pc:spChg chg="add mod">
          <ac:chgData name="Paul Winser" userId="c3146a91-e6bd-4264-bd86-e164e04bc32d" providerId="ADAL" clId="{359A194D-121C-4448-89CE-FEBD969B2508}" dt="2023-12-07T13:17:01.035" v="41"/>
          <ac:spMkLst>
            <pc:docMk/>
            <pc:sldMk cId="2333657389" sldId="381"/>
            <ac:spMk id="2" creationId="{4DD644C8-1EFA-CB62-0180-3DA15FC0624A}"/>
          </ac:spMkLst>
        </pc:spChg>
        <pc:spChg chg="del">
          <ac:chgData name="Paul Winser" userId="c3146a91-e6bd-4264-bd86-e164e04bc32d" providerId="ADAL" clId="{359A194D-121C-4448-89CE-FEBD969B2508}" dt="2023-12-07T13:17:03.483" v="42" actId="478"/>
          <ac:spMkLst>
            <pc:docMk/>
            <pc:sldMk cId="2333657389" sldId="381"/>
            <ac:spMk id="53256" creationId="{03A4A250-AEFC-29BD-8FF0-BAC65AE39490}"/>
          </ac:spMkLst>
        </pc:spChg>
        <pc:picChg chg="mod">
          <ac:chgData name="Paul Winser" userId="c3146a91-e6bd-4264-bd86-e164e04bc32d" providerId="ADAL" clId="{359A194D-121C-4448-89CE-FEBD969B2508}" dt="2023-12-07T13:21:39.721" v="153" actId="1076"/>
          <ac:picMkLst>
            <pc:docMk/>
            <pc:sldMk cId="2333657389" sldId="381"/>
            <ac:picMk id="4" creationId="{E564ACC9-343A-D76C-1F0F-CA9BA84DF2E1}"/>
          </ac:picMkLst>
        </pc:picChg>
      </pc:sldChg>
      <pc:sldChg chg="addSp delSp modSp mod">
        <pc:chgData name="Paul Winser" userId="c3146a91-e6bd-4264-bd86-e164e04bc32d" providerId="ADAL" clId="{359A194D-121C-4448-89CE-FEBD969B2508}" dt="2023-12-07T13:17:32.404" v="57" actId="1076"/>
        <pc:sldMkLst>
          <pc:docMk/>
          <pc:sldMk cId="1079321375" sldId="382"/>
        </pc:sldMkLst>
        <pc:spChg chg="add mod">
          <ac:chgData name="Paul Winser" userId="c3146a91-e6bd-4264-bd86-e164e04bc32d" providerId="ADAL" clId="{359A194D-121C-4448-89CE-FEBD969B2508}" dt="2023-12-07T13:17:26.111" v="54"/>
          <ac:spMkLst>
            <pc:docMk/>
            <pc:sldMk cId="1079321375" sldId="382"/>
            <ac:spMk id="3" creationId="{7C460141-7B6A-1174-6D48-FA9351F720E3}"/>
          </ac:spMkLst>
        </pc:spChg>
        <pc:spChg chg="del">
          <ac:chgData name="Paul Winser" userId="c3146a91-e6bd-4264-bd86-e164e04bc32d" providerId="ADAL" clId="{359A194D-121C-4448-89CE-FEBD969B2508}" dt="2023-12-07T13:17:28.019" v="55" actId="478"/>
          <ac:spMkLst>
            <pc:docMk/>
            <pc:sldMk cId="1079321375" sldId="382"/>
            <ac:spMk id="53260" creationId="{B14C9A69-18BF-70A2-A555-75A66C2C05A8}"/>
          </ac:spMkLst>
        </pc:spChg>
        <pc:picChg chg="mod">
          <ac:chgData name="Paul Winser" userId="c3146a91-e6bd-4264-bd86-e164e04bc32d" providerId="ADAL" clId="{359A194D-121C-4448-89CE-FEBD969B2508}" dt="2023-12-07T13:17:32.404" v="57" actId="1076"/>
          <ac:picMkLst>
            <pc:docMk/>
            <pc:sldMk cId="1079321375" sldId="382"/>
            <ac:picMk id="2" creationId="{EF87B9E7-745C-76D1-945B-43F5914F4072}"/>
          </ac:picMkLst>
        </pc:picChg>
      </pc:sldChg>
      <pc:sldChg chg="addSp delSp modSp mod">
        <pc:chgData name="Paul Winser" userId="c3146a91-e6bd-4264-bd86-e164e04bc32d" providerId="ADAL" clId="{359A194D-121C-4448-89CE-FEBD969B2508}" dt="2023-12-07T13:17:07.005" v="44"/>
        <pc:sldMkLst>
          <pc:docMk/>
          <pc:sldMk cId="101044512" sldId="383"/>
        </pc:sldMkLst>
        <pc:spChg chg="add mod">
          <ac:chgData name="Paul Winser" userId="c3146a91-e6bd-4264-bd86-e164e04bc32d" providerId="ADAL" clId="{359A194D-121C-4448-89CE-FEBD969B2508}" dt="2023-12-07T13:17:07.005" v="44"/>
          <ac:spMkLst>
            <pc:docMk/>
            <pc:sldMk cId="101044512" sldId="383"/>
            <ac:spMk id="2" creationId="{7E254903-4661-0B28-6207-AFA95206611A}"/>
          </ac:spMkLst>
        </pc:spChg>
        <pc:spChg chg="del">
          <ac:chgData name="Paul Winser" userId="c3146a91-e6bd-4264-bd86-e164e04bc32d" providerId="ADAL" clId="{359A194D-121C-4448-89CE-FEBD969B2508}" dt="2023-12-07T13:17:06.649" v="43" actId="478"/>
          <ac:spMkLst>
            <pc:docMk/>
            <pc:sldMk cId="101044512" sldId="383"/>
            <ac:spMk id="53259" creationId="{A1AFEEDD-49FA-12F3-FE1D-4E5B4B70F3BB}"/>
          </ac:spMkLst>
        </pc:spChg>
      </pc:sldChg>
      <pc:sldChg chg="addSp modSp mod">
        <pc:chgData name="Paul Winser" userId="c3146a91-e6bd-4264-bd86-e164e04bc32d" providerId="ADAL" clId="{359A194D-121C-4448-89CE-FEBD969B2508}" dt="2023-12-07T13:18:41.720" v="89" actId="404"/>
        <pc:sldMkLst>
          <pc:docMk/>
          <pc:sldMk cId="3744051834" sldId="384"/>
        </pc:sldMkLst>
        <pc:spChg chg="add mod">
          <ac:chgData name="Paul Winser" userId="c3146a91-e6bd-4264-bd86-e164e04bc32d" providerId="ADAL" clId="{359A194D-121C-4448-89CE-FEBD969B2508}" dt="2023-12-07T13:18:37.685" v="88"/>
          <ac:spMkLst>
            <pc:docMk/>
            <pc:sldMk cId="3744051834" sldId="384"/>
            <ac:spMk id="2" creationId="{21CAFF8B-9383-A6A9-C904-3BB678481809}"/>
          </ac:spMkLst>
        </pc:spChg>
        <pc:spChg chg="mod">
          <ac:chgData name="Paul Winser" userId="c3146a91-e6bd-4264-bd86-e164e04bc32d" providerId="ADAL" clId="{359A194D-121C-4448-89CE-FEBD969B2508}" dt="2023-12-07T13:18:41.720" v="89" actId="404"/>
          <ac:spMkLst>
            <pc:docMk/>
            <pc:sldMk cId="3744051834" sldId="384"/>
            <ac:spMk id="3" creationId="{D210DF28-8722-C7FC-DE59-17FD0FD167D9}"/>
          </ac:spMkLst>
        </pc:spChg>
      </pc:sldChg>
      <pc:sldChg chg="addSp modSp mod">
        <pc:chgData name="Paul Winser" userId="c3146a91-e6bd-4264-bd86-e164e04bc32d" providerId="ADAL" clId="{359A194D-121C-4448-89CE-FEBD969B2508}" dt="2023-12-07T13:23:15.088" v="172" actId="1076"/>
        <pc:sldMkLst>
          <pc:docMk/>
          <pc:sldMk cId="1003102942" sldId="385"/>
        </pc:sldMkLst>
        <pc:spChg chg="add mod">
          <ac:chgData name="Paul Winser" userId="c3146a91-e6bd-4264-bd86-e164e04bc32d" providerId="ADAL" clId="{359A194D-121C-4448-89CE-FEBD969B2508}" dt="2023-12-07T13:18:46.245" v="91"/>
          <ac:spMkLst>
            <pc:docMk/>
            <pc:sldMk cId="1003102942" sldId="385"/>
            <ac:spMk id="2" creationId="{184D197B-7790-E6B9-3353-E47C1C999D04}"/>
          </ac:spMkLst>
        </pc:spChg>
        <pc:spChg chg="mod">
          <ac:chgData name="Paul Winser" userId="c3146a91-e6bd-4264-bd86-e164e04bc32d" providerId="ADAL" clId="{359A194D-121C-4448-89CE-FEBD969B2508}" dt="2023-12-07T13:18:54.267" v="96" actId="1076"/>
          <ac:spMkLst>
            <pc:docMk/>
            <pc:sldMk cId="1003102942" sldId="385"/>
            <ac:spMk id="34819" creationId="{453C7683-8588-7ABC-32E0-8A4E68218620}"/>
          </ac:spMkLst>
        </pc:spChg>
        <pc:spChg chg="mod">
          <ac:chgData name="Paul Winser" userId="c3146a91-e6bd-4264-bd86-e164e04bc32d" providerId="ADAL" clId="{359A194D-121C-4448-89CE-FEBD969B2508}" dt="2023-12-07T13:23:15.088" v="172" actId="1076"/>
          <ac:spMkLst>
            <pc:docMk/>
            <pc:sldMk cId="1003102942" sldId="385"/>
            <ac:spMk id="34820" creationId="{8DCD7CE1-603D-4D59-3DBB-C13C0B6505F0}"/>
          </ac:spMkLst>
        </pc:spChg>
      </pc:sldChg>
      <pc:sldChg chg="addSp modSp mod">
        <pc:chgData name="Paul Winser" userId="c3146a91-e6bd-4264-bd86-e164e04bc32d" providerId="ADAL" clId="{359A194D-121C-4448-89CE-FEBD969B2508}" dt="2023-12-07T13:18:07.684" v="71" actId="1076"/>
        <pc:sldMkLst>
          <pc:docMk/>
          <pc:sldMk cId="3421888067" sldId="386"/>
        </pc:sldMkLst>
        <pc:spChg chg="add mod">
          <ac:chgData name="Paul Winser" userId="c3146a91-e6bd-4264-bd86-e164e04bc32d" providerId="ADAL" clId="{359A194D-121C-4448-89CE-FEBD969B2508}" dt="2023-12-07T13:18:04.781" v="69"/>
          <ac:spMkLst>
            <pc:docMk/>
            <pc:sldMk cId="3421888067" sldId="386"/>
            <ac:spMk id="5" creationId="{E3399C07-1E83-E741-3C5D-017D745CC0CF}"/>
          </ac:spMkLst>
        </pc:spChg>
        <pc:picChg chg="mod">
          <ac:chgData name="Paul Winser" userId="c3146a91-e6bd-4264-bd86-e164e04bc32d" providerId="ADAL" clId="{359A194D-121C-4448-89CE-FEBD969B2508}" dt="2023-12-07T13:18:07.684" v="71" actId="1076"/>
          <ac:picMkLst>
            <pc:docMk/>
            <pc:sldMk cId="3421888067" sldId="386"/>
            <ac:picMk id="6" creationId="{E99AF8AF-BB92-ADA6-7F15-251D957FD880}"/>
          </ac:picMkLst>
        </pc:picChg>
      </pc:sldChg>
      <pc:sldChg chg="addSp delSp modSp mod">
        <pc:chgData name="Paul Winser" userId="c3146a91-e6bd-4264-bd86-e164e04bc32d" providerId="ADAL" clId="{359A194D-121C-4448-89CE-FEBD969B2508}" dt="2023-12-07T13:18:16.073" v="75" actId="478"/>
        <pc:sldMkLst>
          <pc:docMk/>
          <pc:sldMk cId="2841989783" sldId="387"/>
        </pc:sldMkLst>
        <pc:spChg chg="add mod">
          <ac:chgData name="Paul Winser" userId="c3146a91-e6bd-4264-bd86-e164e04bc32d" providerId="ADAL" clId="{359A194D-121C-4448-89CE-FEBD969B2508}" dt="2023-12-07T13:18:13.667" v="74"/>
          <ac:spMkLst>
            <pc:docMk/>
            <pc:sldMk cId="2841989783" sldId="387"/>
            <ac:spMk id="2" creationId="{1A789F01-FD0E-B5DA-EA31-19660CCA305F}"/>
          </ac:spMkLst>
        </pc:spChg>
        <pc:spChg chg="del">
          <ac:chgData name="Paul Winser" userId="c3146a91-e6bd-4264-bd86-e164e04bc32d" providerId="ADAL" clId="{359A194D-121C-4448-89CE-FEBD969B2508}" dt="2023-12-07T13:18:16.073" v="75" actId="478"/>
          <ac:spMkLst>
            <pc:docMk/>
            <pc:sldMk cId="2841989783" sldId="387"/>
            <ac:spMk id="53256" creationId="{488F7F36-E4C4-627A-1A5D-86396313F6D9}"/>
          </ac:spMkLst>
        </pc:spChg>
      </pc:sldChg>
      <pc:sldChg chg="addSp delSp modSp mod">
        <pc:chgData name="Paul Winser" userId="c3146a91-e6bd-4264-bd86-e164e04bc32d" providerId="ADAL" clId="{359A194D-121C-4448-89CE-FEBD969B2508}" dt="2023-12-07T13:18:23.203" v="79" actId="1076"/>
        <pc:sldMkLst>
          <pc:docMk/>
          <pc:sldMk cId="4249547636" sldId="388"/>
        </pc:sldMkLst>
        <pc:spChg chg="add mod">
          <ac:chgData name="Paul Winser" userId="c3146a91-e6bd-4264-bd86-e164e04bc32d" providerId="ADAL" clId="{359A194D-121C-4448-89CE-FEBD969B2508}" dt="2023-12-07T13:18:18.009" v="76"/>
          <ac:spMkLst>
            <pc:docMk/>
            <pc:sldMk cId="4249547636" sldId="388"/>
            <ac:spMk id="2" creationId="{FCE6E022-13E0-382A-6183-0DC83E5CE141}"/>
          </ac:spMkLst>
        </pc:spChg>
        <pc:spChg chg="del">
          <ac:chgData name="Paul Winser" userId="c3146a91-e6bd-4264-bd86-e164e04bc32d" providerId="ADAL" clId="{359A194D-121C-4448-89CE-FEBD969B2508}" dt="2023-12-07T13:18:19.830" v="77" actId="478"/>
          <ac:spMkLst>
            <pc:docMk/>
            <pc:sldMk cId="4249547636" sldId="388"/>
            <ac:spMk id="53256" creationId="{488F7F36-E4C4-627A-1A5D-86396313F6D9}"/>
          </ac:spMkLst>
        </pc:spChg>
        <pc:picChg chg="mod">
          <ac:chgData name="Paul Winser" userId="c3146a91-e6bd-4264-bd86-e164e04bc32d" providerId="ADAL" clId="{359A194D-121C-4448-89CE-FEBD969B2508}" dt="2023-12-07T13:18:23.203" v="79" actId="1076"/>
          <ac:picMkLst>
            <pc:docMk/>
            <pc:sldMk cId="4249547636" sldId="388"/>
            <ac:picMk id="3" creationId="{2A3BA7AD-AF97-EA2D-150B-372E52FC0B08}"/>
          </ac:picMkLst>
        </pc:picChg>
      </pc:sldChg>
      <pc:sldChg chg="addSp delSp modSp mod">
        <pc:chgData name="Paul Winser" userId="c3146a91-e6bd-4264-bd86-e164e04bc32d" providerId="ADAL" clId="{359A194D-121C-4448-89CE-FEBD969B2508}" dt="2023-12-07T13:18:29.972" v="83" actId="1076"/>
        <pc:sldMkLst>
          <pc:docMk/>
          <pc:sldMk cId="3771066225" sldId="389"/>
        </pc:sldMkLst>
        <pc:spChg chg="add mod">
          <ac:chgData name="Paul Winser" userId="c3146a91-e6bd-4264-bd86-e164e04bc32d" providerId="ADAL" clId="{359A194D-121C-4448-89CE-FEBD969B2508}" dt="2023-12-07T13:18:24.456" v="80"/>
          <ac:spMkLst>
            <pc:docMk/>
            <pc:sldMk cId="3771066225" sldId="389"/>
            <ac:spMk id="2" creationId="{9B6A4B65-4578-AF15-82FA-F46E5543E7B1}"/>
          </ac:spMkLst>
        </pc:spChg>
        <pc:spChg chg="del">
          <ac:chgData name="Paul Winser" userId="c3146a91-e6bd-4264-bd86-e164e04bc32d" providerId="ADAL" clId="{359A194D-121C-4448-89CE-FEBD969B2508}" dt="2023-12-07T13:18:26.249" v="81" actId="478"/>
          <ac:spMkLst>
            <pc:docMk/>
            <pc:sldMk cId="3771066225" sldId="389"/>
            <ac:spMk id="53256" creationId="{488F7F36-E4C4-627A-1A5D-86396313F6D9}"/>
          </ac:spMkLst>
        </pc:spChg>
        <pc:picChg chg="mod">
          <ac:chgData name="Paul Winser" userId="c3146a91-e6bd-4264-bd86-e164e04bc32d" providerId="ADAL" clId="{359A194D-121C-4448-89CE-FEBD969B2508}" dt="2023-12-07T13:18:29.972" v="83" actId="1076"/>
          <ac:picMkLst>
            <pc:docMk/>
            <pc:sldMk cId="3771066225" sldId="389"/>
            <ac:picMk id="3" creationId="{F654D85F-050A-14CE-E253-6B4FE550987D}"/>
          </ac:picMkLst>
        </pc:picChg>
      </pc:sldChg>
      <pc:sldChg chg="addSp delSp modSp mod">
        <pc:chgData name="Paul Winser" userId="c3146a91-e6bd-4264-bd86-e164e04bc32d" providerId="ADAL" clId="{359A194D-121C-4448-89CE-FEBD969B2508}" dt="2023-12-07T13:22:59.328" v="170" actId="1076"/>
        <pc:sldMkLst>
          <pc:docMk/>
          <pc:sldMk cId="2251132908" sldId="390"/>
        </pc:sldMkLst>
        <pc:spChg chg="add mod">
          <ac:chgData name="Paul Winser" userId="c3146a91-e6bd-4264-bd86-e164e04bc32d" providerId="ADAL" clId="{359A194D-121C-4448-89CE-FEBD969B2508}" dt="2023-12-07T13:18:34.289" v="86"/>
          <ac:spMkLst>
            <pc:docMk/>
            <pc:sldMk cId="2251132908" sldId="390"/>
            <ac:spMk id="2" creationId="{A37E59CE-9ED9-9A8B-FE4E-B4B78F04C084}"/>
          </ac:spMkLst>
        </pc:spChg>
        <pc:spChg chg="mod">
          <ac:chgData name="Paul Winser" userId="c3146a91-e6bd-4264-bd86-e164e04bc32d" providerId="ADAL" clId="{359A194D-121C-4448-89CE-FEBD969B2508}" dt="2023-12-07T13:22:59.328" v="170" actId="1076"/>
          <ac:spMkLst>
            <pc:docMk/>
            <pc:sldMk cId="2251132908" sldId="390"/>
            <ac:spMk id="53251" creationId="{3851987A-2DDD-99C5-8149-4A695933F18F}"/>
          </ac:spMkLst>
        </pc:spChg>
        <pc:spChg chg="del">
          <ac:chgData name="Paul Winser" userId="c3146a91-e6bd-4264-bd86-e164e04bc32d" providerId="ADAL" clId="{359A194D-121C-4448-89CE-FEBD969B2508}" dt="2023-12-07T13:18:35.819" v="87" actId="478"/>
          <ac:spMkLst>
            <pc:docMk/>
            <pc:sldMk cId="2251132908" sldId="390"/>
            <ac:spMk id="53256" creationId="{488F7F36-E4C4-627A-1A5D-86396313F6D9}"/>
          </ac:spMkLst>
        </pc:spChg>
        <pc:picChg chg="mod">
          <ac:chgData name="Paul Winser" userId="c3146a91-e6bd-4264-bd86-e164e04bc32d" providerId="ADAL" clId="{359A194D-121C-4448-89CE-FEBD969B2508}" dt="2023-12-07T13:22:57.056" v="169" actId="14100"/>
          <ac:picMkLst>
            <pc:docMk/>
            <pc:sldMk cId="2251132908" sldId="390"/>
            <ac:picMk id="4" creationId="{F6FF5A25-A367-ED0E-6DD3-3B5B5BE991DF}"/>
          </ac:picMkLst>
        </pc:picChg>
      </pc:sldChg>
      <pc:sldChg chg="addSp delSp modSp mod">
        <pc:chgData name="Paul Winser" userId="c3146a91-e6bd-4264-bd86-e164e04bc32d" providerId="ADAL" clId="{359A194D-121C-4448-89CE-FEBD969B2508}" dt="2023-12-07T13:23:25.303" v="175" actId="1076"/>
        <pc:sldMkLst>
          <pc:docMk/>
          <pc:sldMk cId="3892134121" sldId="391"/>
        </pc:sldMkLst>
        <pc:spChg chg="add mod">
          <ac:chgData name="Paul Winser" userId="c3146a91-e6bd-4264-bd86-e164e04bc32d" providerId="ADAL" clId="{359A194D-121C-4448-89CE-FEBD969B2508}" dt="2023-12-07T13:19:04.169" v="101"/>
          <ac:spMkLst>
            <pc:docMk/>
            <pc:sldMk cId="3892134121" sldId="391"/>
            <ac:spMk id="2" creationId="{252AEA58-EFDF-EF50-6448-EB87C6A1F0F5}"/>
          </ac:spMkLst>
        </pc:spChg>
        <pc:spChg chg="mod">
          <ac:chgData name="Paul Winser" userId="c3146a91-e6bd-4264-bd86-e164e04bc32d" providerId="ADAL" clId="{359A194D-121C-4448-89CE-FEBD969B2508}" dt="2023-12-07T13:23:25.303" v="175" actId="1076"/>
          <ac:spMkLst>
            <pc:docMk/>
            <pc:sldMk cId="3892134121" sldId="391"/>
            <ac:spMk id="53250" creationId="{AFF27A1B-CCBA-375B-8A71-3E2B4B342C9F}"/>
          </ac:spMkLst>
        </pc:spChg>
        <pc:spChg chg="mod">
          <ac:chgData name="Paul Winser" userId="c3146a91-e6bd-4264-bd86-e164e04bc32d" providerId="ADAL" clId="{359A194D-121C-4448-89CE-FEBD969B2508}" dt="2023-12-07T13:23:23.352" v="174" actId="14100"/>
          <ac:spMkLst>
            <pc:docMk/>
            <pc:sldMk cId="3892134121" sldId="391"/>
            <ac:spMk id="53251" creationId="{3851987A-2DDD-99C5-8149-4A695933F18F}"/>
          </ac:spMkLst>
        </pc:spChg>
        <pc:spChg chg="del">
          <ac:chgData name="Paul Winser" userId="c3146a91-e6bd-4264-bd86-e164e04bc32d" providerId="ADAL" clId="{359A194D-121C-4448-89CE-FEBD969B2508}" dt="2023-12-07T13:19:06.982" v="102" actId="478"/>
          <ac:spMkLst>
            <pc:docMk/>
            <pc:sldMk cId="3892134121" sldId="391"/>
            <ac:spMk id="53256" creationId="{9CA5166D-8FAC-97A1-788C-EE2C1BAB2FC5}"/>
          </ac:spMkLst>
        </pc:spChg>
      </pc:sldChg>
      <pc:sldChg chg="addSp delSp modSp mod">
        <pc:chgData name="Paul Winser" userId="c3146a91-e6bd-4264-bd86-e164e04bc32d" providerId="ADAL" clId="{359A194D-121C-4448-89CE-FEBD969B2508}" dt="2023-12-07T13:19:10.835" v="104" actId="478"/>
        <pc:sldMkLst>
          <pc:docMk/>
          <pc:sldMk cId="3982385222" sldId="392"/>
        </pc:sldMkLst>
        <pc:spChg chg="add mod">
          <ac:chgData name="Paul Winser" userId="c3146a91-e6bd-4264-bd86-e164e04bc32d" providerId="ADAL" clId="{359A194D-121C-4448-89CE-FEBD969B2508}" dt="2023-12-07T13:19:08.937" v="103"/>
          <ac:spMkLst>
            <pc:docMk/>
            <pc:sldMk cId="3982385222" sldId="392"/>
            <ac:spMk id="2" creationId="{A58E1D62-4D32-EC86-D9E3-74F90FCEBAA6}"/>
          </ac:spMkLst>
        </pc:spChg>
        <pc:spChg chg="del">
          <ac:chgData name="Paul Winser" userId="c3146a91-e6bd-4264-bd86-e164e04bc32d" providerId="ADAL" clId="{359A194D-121C-4448-89CE-FEBD969B2508}" dt="2023-12-07T13:19:10.835" v="104" actId="478"/>
          <ac:spMkLst>
            <pc:docMk/>
            <pc:sldMk cId="3982385222" sldId="392"/>
            <ac:spMk id="53256" creationId="{9CA5166D-8FAC-97A1-788C-EE2C1BAB2FC5}"/>
          </ac:spMkLst>
        </pc:spChg>
      </pc:sldChg>
      <pc:sldChg chg="addSp delSp modSp mod">
        <pc:chgData name="Paul Winser" userId="c3146a91-e6bd-4264-bd86-e164e04bc32d" providerId="ADAL" clId="{359A194D-121C-4448-89CE-FEBD969B2508}" dt="2023-12-07T13:23:32.480" v="177" actId="1076"/>
        <pc:sldMkLst>
          <pc:docMk/>
          <pc:sldMk cId="2232935648" sldId="393"/>
        </pc:sldMkLst>
        <pc:spChg chg="add mod">
          <ac:chgData name="Paul Winser" userId="c3146a91-e6bd-4264-bd86-e164e04bc32d" providerId="ADAL" clId="{359A194D-121C-4448-89CE-FEBD969B2508}" dt="2023-12-07T13:19:14.906" v="106"/>
          <ac:spMkLst>
            <pc:docMk/>
            <pc:sldMk cId="2232935648" sldId="393"/>
            <ac:spMk id="3" creationId="{92BD6EE9-BD4E-0864-9356-86F9865C4C74}"/>
          </ac:spMkLst>
        </pc:spChg>
        <pc:spChg chg="del">
          <ac:chgData name="Paul Winser" userId="c3146a91-e6bd-4264-bd86-e164e04bc32d" providerId="ADAL" clId="{359A194D-121C-4448-89CE-FEBD969B2508}" dt="2023-12-07T13:19:14.695" v="105" actId="478"/>
          <ac:spMkLst>
            <pc:docMk/>
            <pc:sldMk cId="2232935648" sldId="393"/>
            <ac:spMk id="53256" creationId="{9CA5166D-8FAC-97A1-788C-EE2C1BAB2FC5}"/>
          </ac:spMkLst>
        </pc:spChg>
        <pc:picChg chg="mod">
          <ac:chgData name="Paul Winser" userId="c3146a91-e6bd-4264-bd86-e164e04bc32d" providerId="ADAL" clId="{359A194D-121C-4448-89CE-FEBD969B2508}" dt="2023-12-07T13:23:32.480" v="177" actId="1076"/>
          <ac:picMkLst>
            <pc:docMk/>
            <pc:sldMk cId="2232935648" sldId="393"/>
            <ac:picMk id="2" creationId="{6E709BEF-0889-1894-A3D3-BA143716E69B}"/>
          </ac:picMkLst>
        </pc:picChg>
      </pc:sldChg>
      <pc:sldChg chg="addSp delSp modSp mod">
        <pc:chgData name="Paul Winser" userId="c3146a91-e6bd-4264-bd86-e164e04bc32d" providerId="ADAL" clId="{359A194D-121C-4448-89CE-FEBD969B2508}" dt="2023-12-07T13:19:25.722" v="112"/>
        <pc:sldMkLst>
          <pc:docMk/>
          <pc:sldMk cId="3694583168" sldId="394"/>
        </pc:sldMkLst>
        <pc:spChg chg="add mod">
          <ac:chgData name="Paul Winser" userId="c3146a91-e6bd-4264-bd86-e164e04bc32d" providerId="ADAL" clId="{359A194D-121C-4448-89CE-FEBD969B2508}" dt="2023-12-07T13:19:25.722" v="112"/>
          <ac:spMkLst>
            <pc:docMk/>
            <pc:sldMk cId="3694583168" sldId="394"/>
            <ac:spMk id="2" creationId="{EBF38362-E51C-503F-87F3-251751CF2F2B}"/>
          </ac:spMkLst>
        </pc:spChg>
        <pc:spChg chg="del">
          <ac:chgData name="Paul Winser" userId="c3146a91-e6bd-4264-bd86-e164e04bc32d" providerId="ADAL" clId="{359A194D-121C-4448-89CE-FEBD969B2508}" dt="2023-12-07T13:19:25.554" v="111" actId="478"/>
          <ac:spMkLst>
            <pc:docMk/>
            <pc:sldMk cId="3694583168" sldId="394"/>
            <ac:spMk id="53256" creationId="{A21D7BC7-BA2A-179F-DBD3-731131B4F0B8}"/>
          </ac:spMkLst>
        </pc:spChg>
        <pc:picChg chg="mod">
          <ac:chgData name="Paul Winser" userId="c3146a91-e6bd-4264-bd86-e164e04bc32d" providerId="ADAL" clId="{359A194D-121C-4448-89CE-FEBD969B2508}" dt="2023-12-07T13:19:23.795" v="110" actId="1076"/>
          <ac:picMkLst>
            <pc:docMk/>
            <pc:sldMk cId="3694583168" sldId="394"/>
            <ac:picMk id="5" creationId="{F4990894-024D-3943-CD5F-6F6A95C5522D}"/>
          </ac:picMkLst>
        </pc:picChg>
      </pc:sldChg>
      <pc:sldChg chg="addSp delSp modSp mod">
        <pc:chgData name="Paul Winser" userId="c3146a91-e6bd-4264-bd86-e164e04bc32d" providerId="ADAL" clId="{359A194D-121C-4448-89CE-FEBD969B2508}" dt="2023-12-07T13:19:29.704" v="114"/>
        <pc:sldMkLst>
          <pc:docMk/>
          <pc:sldMk cId="3246749687" sldId="395"/>
        </pc:sldMkLst>
        <pc:spChg chg="add mod">
          <ac:chgData name="Paul Winser" userId="c3146a91-e6bd-4264-bd86-e164e04bc32d" providerId="ADAL" clId="{359A194D-121C-4448-89CE-FEBD969B2508}" dt="2023-12-07T13:19:29.704" v="114"/>
          <ac:spMkLst>
            <pc:docMk/>
            <pc:sldMk cId="3246749687" sldId="395"/>
            <ac:spMk id="2" creationId="{263CC9C0-3E09-5197-1E88-AF1D534E9696}"/>
          </ac:spMkLst>
        </pc:spChg>
        <pc:spChg chg="del">
          <ac:chgData name="Paul Winser" userId="c3146a91-e6bd-4264-bd86-e164e04bc32d" providerId="ADAL" clId="{359A194D-121C-4448-89CE-FEBD969B2508}" dt="2023-12-07T13:19:29.526" v="113" actId="478"/>
          <ac:spMkLst>
            <pc:docMk/>
            <pc:sldMk cId="3246749687" sldId="395"/>
            <ac:spMk id="53256" creationId="{A21D7BC7-BA2A-179F-DBD3-731131B4F0B8}"/>
          </ac:spMkLst>
        </pc:spChg>
      </pc:sldChg>
      <pc:sldChg chg="addSp modSp mod">
        <pc:chgData name="Paul Winser" userId="c3146a91-e6bd-4264-bd86-e164e04bc32d" providerId="ADAL" clId="{359A194D-121C-4448-89CE-FEBD969B2508}" dt="2023-12-07T13:23:49.136" v="181" actId="1076"/>
        <pc:sldMkLst>
          <pc:docMk/>
          <pc:sldMk cId="34275970" sldId="396"/>
        </pc:sldMkLst>
        <pc:spChg chg="add mod">
          <ac:chgData name="Paul Winser" userId="c3146a91-e6bd-4264-bd86-e164e04bc32d" providerId="ADAL" clId="{359A194D-121C-4448-89CE-FEBD969B2508}" dt="2023-12-07T13:19:36.570" v="117"/>
          <ac:spMkLst>
            <pc:docMk/>
            <pc:sldMk cId="34275970" sldId="396"/>
            <ac:spMk id="2" creationId="{BE573D19-0317-EA4F-F09C-2DF436A71624}"/>
          </ac:spMkLst>
        </pc:spChg>
        <pc:spChg chg="mod">
          <ac:chgData name="Paul Winser" userId="c3146a91-e6bd-4264-bd86-e164e04bc32d" providerId="ADAL" clId="{359A194D-121C-4448-89CE-FEBD969B2508}" dt="2023-12-07T13:23:47.352" v="180" actId="1076"/>
          <ac:spMkLst>
            <pc:docMk/>
            <pc:sldMk cId="34275970" sldId="396"/>
            <ac:spMk id="4" creationId="{F6D6CA00-7247-9B95-AB82-07E1C5AC2918}"/>
          </ac:spMkLst>
        </pc:spChg>
        <pc:spChg chg="mod">
          <ac:chgData name="Paul Winser" userId="c3146a91-e6bd-4264-bd86-e164e04bc32d" providerId="ADAL" clId="{359A194D-121C-4448-89CE-FEBD969B2508}" dt="2023-12-07T13:23:49.136" v="181" actId="1076"/>
          <ac:spMkLst>
            <pc:docMk/>
            <pc:sldMk cId="34275970" sldId="396"/>
            <ac:spMk id="53250" creationId="{AFF27A1B-CCBA-375B-8A71-3E2B4B342C9F}"/>
          </ac:spMkLst>
        </pc:spChg>
      </pc:sldChg>
      <pc:sldChg chg="addSp modSp mod">
        <pc:chgData name="Paul Winser" userId="c3146a91-e6bd-4264-bd86-e164e04bc32d" providerId="ADAL" clId="{359A194D-121C-4448-89CE-FEBD969B2508}" dt="2023-12-07T13:23:55.023" v="183" actId="1076"/>
        <pc:sldMkLst>
          <pc:docMk/>
          <pc:sldMk cId="3176951490" sldId="397"/>
        </pc:sldMkLst>
        <pc:spChg chg="add mod">
          <ac:chgData name="Paul Winser" userId="c3146a91-e6bd-4264-bd86-e164e04bc32d" providerId="ADAL" clId="{359A194D-121C-4448-89CE-FEBD969B2508}" dt="2023-12-07T13:19:42.813" v="119"/>
          <ac:spMkLst>
            <pc:docMk/>
            <pc:sldMk cId="3176951490" sldId="397"/>
            <ac:spMk id="2" creationId="{EF43F2C5-63E8-03AC-26EF-BEECB4ECEE50}"/>
          </ac:spMkLst>
        </pc:spChg>
        <pc:spChg chg="mod">
          <ac:chgData name="Paul Winser" userId="c3146a91-e6bd-4264-bd86-e164e04bc32d" providerId="ADAL" clId="{359A194D-121C-4448-89CE-FEBD969B2508}" dt="2023-12-07T13:23:52.199" v="182" actId="1076"/>
          <ac:spMkLst>
            <pc:docMk/>
            <pc:sldMk cId="3176951490" sldId="397"/>
            <ac:spMk id="4" creationId="{F6D6CA00-7247-9B95-AB82-07E1C5AC2918}"/>
          </ac:spMkLst>
        </pc:spChg>
        <pc:spChg chg="mod">
          <ac:chgData name="Paul Winser" userId="c3146a91-e6bd-4264-bd86-e164e04bc32d" providerId="ADAL" clId="{359A194D-121C-4448-89CE-FEBD969B2508}" dt="2023-12-07T13:23:55.023" v="183" actId="1076"/>
          <ac:spMkLst>
            <pc:docMk/>
            <pc:sldMk cId="3176951490" sldId="397"/>
            <ac:spMk id="53250" creationId="{AFF27A1B-CCBA-375B-8A71-3E2B4B342C9F}"/>
          </ac:spMkLst>
        </pc:spChg>
      </pc:sldChg>
      <pc:sldChg chg="addSp delSp modSp mod">
        <pc:chgData name="Paul Winser" userId="c3146a91-e6bd-4264-bd86-e164e04bc32d" providerId="ADAL" clId="{359A194D-121C-4448-89CE-FEBD969B2508}" dt="2023-12-07T13:21:46.705" v="155" actId="1076"/>
        <pc:sldMkLst>
          <pc:docMk/>
          <pc:sldMk cId="2522237011" sldId="398"/>
        </pc:sldMkLst>
        <pc:spChg chg="add mod">
          <ac:chgData name="Paul Winser" userId="c3146a91-e6bd-4264-bd86-e164e04bc32d" providerId="ADAL" clId="{359A194D-121C-4448-89CE-FEBD969B2508}" dt="2023-12-07T13:17:10.877" v="46"/>
          <ac:spMkLst>
            <pc:docMk/>
            <pc:sldMk cId="2522237011" sldId="398"/>
            <ac:spMk id="2" creationId="{5C99B738-D1DB-F7AE-950E-9039A14F5823}"/>
          </ac:spMkLst>
        </pc:spChg>
        <pc:spChg chg="del">
          <ac:chgData name="Paul Winser" userId="c3146a91-e6bd-4264-bd86-e164e04bc32d" providerId="ADAL" clId="{359A194D-121C-4448-89CE-FEBD969B2508}" dt="2023-12-07T13:17:10.698" v="45" actId="478"/>
          <ac:spMkLst>
            <pc:docMk/>
            <pc:sldMk cId="2522237011" sldId="398"/>
            <ac:spMk id="53259" creationId="{A1AFEEDD-49FA-12F3-FE1D-4E5B4B70F3BB}"/>
          </ac:spMkLst>
        </pc:spChg>
        <pc:picChg chg="mod">
          <ac:chgData name="Paul Winser" userId="c3146a91-e6bd-4264-bd86-e164e04bc32d" providerId="ADAL" clId="{359A194D-121C-4448-89CE-FEBD969B2508}" dt="2023-12-07T13:21:46.705" v="155" actId="1076"/>
          <ac:picMkLst>
            <pc:docMk/>
            <pc:sldMk cId="2522237011" sldId="398"/>
            <ac:picMk id="6" creationId="{3DE19AE4-D424-ED7B-6822-4B1A196B019C}"/>
          </ac:picMkLst>
        </pc:picChg>
      </pc:sldChg>
      <pc:sldChg chg="addSp delSp modSp mod">
        <pc:chgData name="Paul Winser" userId="c3146a91-e6bd-4264-bd86-e164e04bc32d" providerId="ADAL" clId="{359A194D-121C-4448-89CE-FEBD969B2508}" dt="2023-12-07T13:17:13.753" v="48"/>
        <pc:sldMkLst>
          <pc:docMk/>
          <pc:sldMk cId="4022371073" sldId="399"/>
        </pc:sldMkLst>
        <pc:spChg chg="add mod">
          <ac:chgData name="Paul Winser" userId="c3146a91-e6bd-4264-bd86-e164e04bc32d" providerId="ADAL" clId="{359A194D-121C-4448-89CE-FEBD969B2508}" dt="2023-12-07T13:17:13.753" v="48"/>
          <ac:spMkLst>
            <pc:docMk/>
            <pc:sldMk cId="4022371073" sldId="399"/>
            <ac:spMk id="2" creationId="{B5FF4DD5-F966-23EC-9C6D-F6057A385325}"/>
          </ac:spMkLst>
        </pc:spChg>
        <pc:spChg chg="del">
          <ac:chgData name="Paul Winser" userId="c3146a91-e6bd-4264-bd86-e164e04bc32d" providerId="ADAL" clId="{359A194D-121C-4448-89CE-FEBD969B2508}" dt="2023-12-07T13:17:13.561" v="47" actId="478"/>
          <ac:spMkLst>
            <pc:docMk/>
            <pc:sldMk cId="4022371073" sldId="399"/>
            <ac:spMk id="53259" creationId="{A1AFEEDD-49FA-12F3-FE1D-4E5B4B70F3BB}"/>
          </ac:spMkLst>
        </pc:spChg>
      </pc:sldChg>
      <pc:sldChg chg="addSp modSp">
        <pc:chgData name="Paul Winser" userId="c3146a91-e6bd-4264-bd86-e164e04bc32d" providerId="ADAL" clId="{359A194D-121C-4448-89CE-FEBD969B2508}" dt="2023-12-07T13:18:44.742" v="90"/>
        <pc:sldMkLst>
          <pc:docMk/>
          <pc:sldMk cId="257296498" sldId="400"/>
        </pc:sldMkLst>
        <pc:spChg chg="add mod">
          <ac:chgData name="Paul Winser" userId="c3146a91-e6bd-4264-bd86-e164e04bc32d" providerId="ADAL" clId="{359A194D-121C-4448-89CE-FEBD969B2508}" dt="2023-12-07T13:18:44.742" v="90"/>
          <ac:spMkLst>
            <pc:docMk/>
            <pc:sldMk cId="257296498" sldId="400"/>
            <ac:spMk id="2" creationId="{5539FF76-C497-A4B8-6F8B-566CDAE31E08}"/>
          </ac:spMkLst>
        </pc:spChg>
      </pc:sldChg>
      <pc:sldChg chg="addSp delSp modSp mod">
        <pc:chgData name="Paul Winser" userId="c3146a91-e6bd-4264-bd86-e164e04bc32d" providerId="ADAL" clId="{359A194D-121C-4448-89CE-FEBD969B2508}" dt="2023-12-07T13:20:52.250" v="138" actId="1076"/>
        <pc:sldMkLst>
          <pc:docMk/>
          <pc:sldMk cId="1444196221" sldId="401"/>
        </pc:sldMkLst>
        <pc:spChg chg="add mod">
          <ac:chgData name="Paul Winser" userId="c3146a91-e6bd-4264-bd86-e164e04bc32d" providerId="ADAL" clId="{359A194D-121C-4448-89CE-FEBD969B2508}" dt="2023-12-07T13:15:02.009" v="11"/>
          <ac:spMkLst>
            <pc:docMk/>
            <pc:sldMk cId="1444196221" sldId="401"/>
            <ac:spMk id="2" creationId="{D9CD2F74-8CF9-1CEB-FCBA-CC1752E227F0}"/>
          </ac:spMkLst>
        </pc:spChg>
        <pc:spChg chg="mod">
          <ac:chgData name="Paul Winser" userId="c3146a91-e6bd-4264-bd86-e164e04bc32d" providerId="ADAL" clId="{359A194D-121C-4448-89CE-FEBD969B2508}" dt="2023-12-07T13:20:52.250" v="138" actId="1076"/>
          <ac:spMkLst>
            <pc:docMk/>
            <pc:sldMk cId="1444196221" sldId="401"/>
            <ac:spMk id="5" creationId="{6DD915C7-F336-85F7-0674-1D8024898641}"/>
          </ac:spMkLst>
        </pc:spChg>
        <pc:spChg chg="del">
          <ac:chgData name="Paul Winser" userId="c3146a91-e6bd-4264-bd86-e164e04bc32d" providerId="ADAL" clId="{359A194D-121C-4448-89CE-FEBD969B2508}" dt="2023-12-07T13:15:05.675" v="12" actId="478"/>
          <ac:spMkLst>
            <pc:docMk/>
            <pc:sldMk cId="1444196221" sldId="401"/>
            <ac:spMk id="53259" creationId="{A1AFEEDD-49FA-12F3-FE1D-4E5B4B70F3BB}"/>
          </ac:spMkLst>
        </pc:spChg>
      </pc:sldChg>
      <pc:sldChg chg="addSp modSp mod">
        <pc:chgData name="Paul Winser" userId="c3146a91-e6bd-4264-bd86-e164e04bc32d" providerId="ADAL" clId="{359A194D-121C-4448-89CE-FEBD969B2508}" dt="2023-12-07T13:24:49.678" v="196" actId="1076"/>
        <pc:sldMkLst>
          <pc:docMk/>
          <pc:sldMk cId="2553307049" sldId="402"/>
        </pc:sldMkLst>
        <pc:spChg chg="add mod">
          <ac:chgData name="Paul Winser" userId="c3146a91-e6bd-4264-bd86-e164e04bc32d" providerId="ADAL" clId="{359A194D-121C-4448-89CE-FEBD969B2508}" dt="2023-12-07T13:19:46.873" v="121"/>
          <ac:spMkLst>
            <pc:docMk/>
            <pc:sldMk cId="2553307049" sldId="402"/>
            <ac:spMk id="2" creationId="{1E712ED0-AAEC-4552-4268-B2BD5F3115B8}"/>
          </ac:spMkLst>
        </pc:spChg>
        <pc:spChg chg="mod">
          <ac:chgData name="Paul Winser" userId="c3146a91-e6bd-4264-bd86-e164e04bc32d" providerId="ADAL" clId="{359A194D-121C-4448-89CE-FEBD969B2508}" dt="2023-12-07T13:24:49.678" v="196" actId="1076"/>
          <ac:spMkLst>
            <pc:docMk/>
            <pc:sldMk cId="2553307049" sldId="402"/>
            <ac:spMk id="3" creationId="{D210DF28-8722-C7FC-DE59-17FD0FD167D9}"/>
          </ac:spMkLst>
        </pc:spChg>
        <pc:spChg chg="mod">
          <ac:chgData name="Paul Winser" userId="c3146a91-e6bd-4264-bd86-e164e04bc32d" providerId="ADAL" clId="{359A194D-121C-4448-89CE-FEBD969B2508}" dt="2023-12-07T13:24:46.432" v="195" actId="20577"/>
          <ac:spMkLst>
            <pc:docMk/>
            <pc:sldMk cId="2553307049" sldId="402"/>
            <ac:spMk id="53250" creationId="{AFF27A1B-CCBA-375B-8A71-3E2B4B342C9F}"/>
          </ac:spMkLst>
        </pc:spChg>
      </pc:sldChg>
      <pc:sldChg chg="addSp modSp mod">
        <pc:chgData name="Paul Winser" userId="c3146a91-e6bd-4264-bd86-e164e04bc32d" providerId="ADAL" clId="{359A194D-121C-4448-89CE-FEBD969B2508}" dt="2023-12-07T13:25:03.525" v="199" actId="1076"/>
        <pc:sldMkLst>
          <pc:docMk/>
          <pc:sldMk cId="2858063743" sldId="403"/>
        </pc:sldMkLst>
        <pc:spChg chg="add mod">
          <ac:chgData name="Paul Winser" userId="c3146a91-e6bd-4264-bd86-e164e04bc32d" providerId="ADAL" clId="{359A194D-121C-4448-89CE-FEBD969B2508}" dt="2023-12-07T13:19:55.807" v="125"/>
          <ac:spMkLst>
            <pc:docMk/>
            <pc:sldMk cId="2858063743" sldId="403"/>
            <ac:spMk id="2" creationId="{201A4543-E44A-49F3-7744-30E5B65EC684}"/>
          </ac:spMkLst>
        </pc:spChg>
        <pc:spChg chg="mod">
          <ac:chgData name="Paul Winser" userId="c3146a91-e6bd-4264-bd86-e164e04bc32d" providerId="ADAL" clId="{359A194D-121C-4448-89CE-FEBD969B2508}" dt="2023-12-07T13:24:26.623" v="190" actId="1076"/>
          <ac:spMkLst>
            <pc:docMk/>
            <pc:sldMk cId="2858063743" sldId="403"/>
            <ac:spMk id="3" creationId="{D210DF28-8722-C7FC-DE59-17FD0FD167D9}"/>
          </ac:spMkLst>
        </pc:spChg>
        <pc:spChg chg="mod">
          <ac:chgData name="Paul Winser" userId="c3146a91-e6bd-4264-bd86-e164e04bc32d" providerId="ADAL" clId="{359A194D-121C-4448-89CE-FEBD969B2508}" dt="2023-12-07T13:25:03.525" v="199" actId="1076"/>
          <ac:spMkLst>
            <pc:docMk/>
            <pc:sldMk cId="2858063743" sldId="403"/>
            <ac:spMk id="53250" creationId="{AFF27A1B-CCBA-375B-8A71-3E2B4B342C9F}"/>
          </ac:spMkLst>
        </pc:spChg>
      </pc:sldChg>
      <pc:sldChg chg="addSp modSp mod">
        <pc:chgData name="Paul Winser" userId="c3146a91-e6bd-4264-bd86-e164e04bc32d" providerId="ADAL" clId="{359A194D-121C-4448-89CE-FEBD969B2508}" dt="2023-12-07T13:25:00.485" v="198" actId="1076"/>
        <pc:sldMkLst>
          <pc:docMk/>
          <pc:sldMk cId="1842674460" sldId="404"/>
        </pc:sldMkLst>
        <pc:spChg chg="add mod">
          <ac:chgData name="Paul Winser" userId="c3146a91-e6bd-4264-bd86-e164e04bc32d" providerId="ADAL" clId="{359A194D-121C-4448-89CE-FEBD969B2508}" dt="2023-12-07T13:19:57.251" v="126"/>
          <ac:spMkLst>
            <pc:docMk/>
            <pc:sldMk cId="1842674460" sldId="404"/>
            <ac:spMk id="2" creationId="{BD7D4870-5B78-2796-8679-005F2567D789}"/>
          </ac:spMkLst>
        </pc:spChg>
        <pc:spChg chg="mod">
          <ac:chgData name="Paul Winser" userId="c3146a91-e6bd-4264-bd86-e164e04bc32d" providerId="ADAL" clId="{359A194D-121C-4448-89CE-FEBD969B2508}" dt="2023-12-07T13:24:57.030" v="197" actId="14100"/>
          <ac:spMkLst>
            <pc:docMk/>
            <pc:sldMk cId="1842674460" sldId="404"/>
            <ac:spMk id="3" creationId="{D210DF28-8722-C7FC-DE59-17FD0FD167D9}"/>
          </ac:spMkLst>
        </pc:spChg>
        <pc:spChg chg="mod">
          <ac:chgData name="Paul Winser" userId="c3146a91-e6bd-4264-bd86-e164e04bc32d" providerId="ADAL" clId="{359A194D-121C-4448-89CE-FEBD969B2508}" dt="2023-12-07T13:25:00.485" v="198" actId="1076"/>
          <ac:spMkLst>
            <pc:docMk/>
            <pc:sldMk cId="1842674460" sldId="404"/>
            <ac:spMk id="53250" creationId="{AFF27A1B-CCBA-375B-8A71-3E2B4B342C9F}"/>
          </ac:spMkLst>
        </pc:spChg>
      </pc:sldChg>
      <pc:sldChg chg="addSp modSp">
        <pc:chgData name="Paul Winser" userId="c3146a91-e6bd-4264-bd86-e164e04bc32d" providerId="ADAL" clId="{359A194D-121C-4448-89CE-FEBD969B2508}" dt="2023-12-07T13:25:10.646" v="201" actId="1076"/>
        <pc:sldMkLst>
          <pc:docMk/>
          <pc:sldMk cId="508845885" sldId="405"/>
        </pc:sldMkLst>
        <pc:spChg chg="add mod">
          <ac:chgData name="Paul Winser" userId="c3146a91-e6bd-4264-bd86-e164e04bc32d" providerId="ADAL" clId="{359A194D-121C-4448-89CE-FEBD969B2508}" dt="2023-12-07T13:19:58.369" v="127"/>
          <ac:spMkLst>
            <pc:docMk/>
            <pc:sldMk cId="508845885" sldId="405"/>
            <ac:spMk id="2" creationId="{03CD97CE-8102-3EBA-BD08-D931411C013A}"/>
          </ac:spMkLst>
        </pc:spChg>
        <pc:spChg chg="mod">
          <ac:chgData name="Paul Winser" userId="c3146a91-e6bd-4264-bd86-e164e04bc32d" providerId="ADAL" clId="{359A194D-121C-4448-89CE-FEBD969B2508}" dt="2023-12-07T13:25:07.783" v="200" actId="1076"/>
          <ac:spMkLst>
            <pc:docMk/>
            <pc:sldMk cId="508845885" sldId="405"/>
            <ac:spMk id="3" creationId="{D210DF28-8722-C7FC-DE59-17FD0FD167D9}"/>
          </ac:spMkLst>
        </pc:spChg>
        <pc:spChg chg="mod">
          <ac:chgData name="Paul Winser" userId="c3146a91-e6bd-4264-bd86-e164e04bc32d" providerId="ADAL" clId="{359A194D-121C-4448-89CE-FEBD969B2508}" dt="2023-12-07T13:25:10.646" v="201" actId="1076"/>
          <ac:spMkLst>
            <pc:docMk/>
            <pc:sldMk cId="508845885" sldId="405"/>
            <ac:spMk id="53250" creationId="{AFF27A1B-CCBA-375B-8A71-3E2B4B342C9F}"/>
          </ac:spMkLst>
        </pc:spChg>
      </pc:sldChg>
      <pc:sldChg chg="addSp modSp mod">
        <pc:chgData name="Paul Winser" userId="c3146a91-e6bd-4264-bd86-e164e04bc32d" providerId="ADAL" clId="{359A194D-121C-4448-89CE-FEBD969B2508}" dt="2023-12-07T13:21:16.889" v="149" actId="1076"/>
        <pc:sldMkLst>
          <pc:docMk/>
          <pc:sldMk cId="1638431227" sldId="406"/>
        </pc:sldMkLst>
        <pc:spChg chg="mod">
          <ac:chgData name="Paul Winser" userId="c3146a91-e6bd-4264-bd86-e164e04bc32d" providerId="ADAL" clId="{359A194D-121C-4448-89CE-FEBD969B2508}" dt="2023-12-07T13:21:14.937" v="148" actId="1076"/>
          <ac:spMkLst>
            <pc:docMk/>
            <pc:sldMk cId="1638431227" sldId="406"/>
            <ac:spMk id="2" creationId="{1FBA4D90-2EFB-83C0-ACB5-D8E26B2802B1}"/>
          </ac:spMkLst>
        </pc:spChg>
        <pc:spChg chg="add mod">
          <ac:chgData name="Paul Winser" userId="c3146a91-e6bd-4264-bd86-e164e04bc32d" providerId="ADAL" clId="{359A194D-121C-4448-89CE-FEBD969B2508}" dt="2023-12-07T13:15:33.422" v="26"/>
          <ac:spMkLst>
            <pc:docMk/>
            <pc:sldMk cId="1638431227" sldId="406"/>
            <ac:spMk id="3" creationId="{5461E6A2-85D6-84BC-F2AE-74EF3C38E569}"/>
          </ac:spMkLst>
        </pc:spChg>
        <pc:spChg chg="mod">
          <ac:chgData name="Paul Winser" userId="c3146a91-e6bd-4264-bd86-e164e04bc32d" providerId="ADAL" clId="{359A194D-121C-4448-89CE-FEBD969B2508}" dt="2023-12-07T13:21:16.889" v="149" actId="1076"/>
          <ac:spMkLst>
            <pc:docMk/>
            <pc:sldMk cId="1638431227" sldId="406"/>
            <ac:spMk id="7" creationId="{1C48D3BC-28F0-0FFE-FCCB-154E447B7F83}"/>
          </ac:spMkLst>
        </pc:spChg>
        <pc:picChg chg="mod">
          <ac:chgData name="Paul Winser" userId="c3146a91-e6bd-4264-bd86-e164e04bc32d" providerId="ADAL" clId="{359A194D-121C-4448-89CE-FEBD969B2508}" dt="2023-12-07T13:15:36.033" v="27" actId="1076"/>
          <ac:picMkLst>
            <pc:docMk/>
            <pc:sldMk cId="1638431227" sldId="406"/>
            <ac:picMk id="4" creationId="{157D8AC2-3FBB-6DD8-19E4-D07F4C121712}"/>
          </ac:picMkLst>
        </pc:picChg>
        <pc:picChg chg="mod">
          <ac:chgData name="Paul Winser" userId="c3146a91-e6bd-4264-bd86-e164e04bc32d" providerId="ADAL" clId="{359A194D-121C-4448-89CE-FEBD969B2508}" dt="2023-12-07T13:15:37.195" v="28" actId="1076"/>
          <ac:picMkLst>
            <pc:docMk/>
            <pc:sldMk cId="1638431227" sldId="406"/>
            <ac:picMk id="6" creationId="{3452D58A-4BF0-5991-3D58-5F0C1FC61CEB}"/>
          </ac:picMkLst>
        </pc:picChg>
      </pc:sldChg>
      <pc:sldChg chg="addSp modSp">
        <pc:chgData name="Paul Winser" userId="c3146a91-e6bd-4264-bd86-e164e04bc32d" providerId="ADAL" clId="{359A194D-121C-4448-89CE-FEBD969B2508}" dt="2023-12-07T13:20:02.442" v="129" actId="14100"/>
        <pc:sldMkLst>
          <pc:docMk/>
          <pc:sldMk cId="1635512300" sldId="407"/>
        </pc:sldMkLst>
        <pc:spChg chg="add mod">
          <ac:chgData name="Paul Winser" userId="c3146a91-e6bd-4264-bd86-e164e04bc32d" providerId="ADAL" clId="{359A194D-121C-4448-89CE-FEBD969B2508}" dt="2023-12-07T13:19:59.470" v="128"/>
          <ac:spMkLst>
            <pc:docMk/>
            <pc:sldMk cId="1635512300" sldId="407"/>
            <ac:spMk id="2" creationId="{9EF2E6C5-19BA-3DF6-1C5B-E90BAE83E16E}"/>
          </ac:spMkLst>
        </pc:spChg>
        <pc:spChg chg="mod">
          <ac:chgData name="Paul Winser" userId="c3146a91-e6bd-4264-bd86-e164e04bc32d" providerId="ADAL" clId="{359A194D-121C-4448-89CE-FEBD969B2508}" dt="2023-12-07T13:20:02.442" v="129" actId="14100"/>
          <ac:spMkLst>
            <pc:docMk/>
            <pc:sldMk cId="1635512300" sldId="407"/>
            <ac:spMk id="3" creationId="{D210DF28-8722-C7FC-DE59-17FD0FD167D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7B518F-82A1-B008-43FC-631CA1BC5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745E7B-1BAF-223B-CC99-BD9E26532D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fld id="{95807B04-EB16-4C0D-90ED-6FD8A8E709F3}" type="datetimeFigureOut">
              <a:rPr lang="en-AE" smtClean="0"/>
              <a:t>17/01/2024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4E6A34-462F-4479-29D8-6E6F9FDD2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925694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191937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4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9596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6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24547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574998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983567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10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87628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11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95062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12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525585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baseline="0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13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22832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baseline="0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14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73383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baseline="0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15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732414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16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42157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17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10038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18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221367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532408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20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9247126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21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5419267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22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5119547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61138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24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214736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25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0520103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26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794949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27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3788871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28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925783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29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1976056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30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02564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31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6611438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32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75041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628190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34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258499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35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231160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36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4080595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37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369075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38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046720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39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7406117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40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067187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41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640250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42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656150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43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240559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44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019074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45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562314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46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1818974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47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0531159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48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3219700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49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8855120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055A731A-D624-FD12-FF81-AE36FBF52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042B69CB-DABD-4F00-8CA4-55D414974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27E66CE8-908D-7937-1DA6-8168BCE32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8971044-0946-44E6-A504-96B88B3A9222}" type="slidenum">
              <a:rPr lang="en-GB" altLang="en-US" smtClean="0"/>
              <a:pPr/>
              <a:t>50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771673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Unit 22: Electrical and Electronic Circuit Construction and Testing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6240097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81972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image" Target="../media/image7.jpeg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A699227-799F-A002-897B-C1B77E48849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7956376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 rtl="0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100" b="0" i="0" dirty="0">
                <a:solidFill>
                  <a:srgbClr val="444444"/>
                </a:solidFill>
                <a:effectLst/>
              </a:rPr>
              <a:t>A103000360238</a:t>
            </a:r>
            <a:endParaRPr lang="ar" sz="1100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2F296156-E94D-7645-8492-A8BF6D570C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0012F91A-CE7E-F9D0-49A0-525DD2185B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41784" y="1843608"/>
            <a:ext cx="8460432" cy="38176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lnSpc>
                <a:spcPct val="110000"/>
              </a:lnSpc>
            </a:pPr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الوحدة 24</a:t>
            </a:r>
            <a:br>
              <a:rPr lang="en-GB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GB" altLang="en-US" sz="32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تشغيل وصيانة الأنظمة والمكونات </a:t>
            </a:r>
            <a:br>
              <a:rPr 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الكهربائية والإلكترونية</a:t>
            </a:r>
            <a:br>
              <a:rPr lang="en-AE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4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BB4202-CF03-DA8F-1A32-C04FEBC25540}"/>
              </a:ext>
            </a:extLst>
          </p:cNvPr>
          <p:cNvSpPr>
            <a:spLocks noGrp="1"/>
          </p:cNvSpPr>
          <p:nvPr/>
        </p:nvSpPr>
        <p:spPr bwMode="auto">
          <a:xfrm>
            <a:off x="107504" y="6474389"/>
            <a:ext cx="8316686" cy="241378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 rtl="1">
              <a:defRPr/>
            </a:pPr>
            <a:r>
              <a:rPr lang="ar" sz="1600">
                <a:latin typeface="Sakkal Majalla" panose="02000000000000000000" pitchFamily="2" charset="-78"/>
                <a:cs typeface="Sakkal Majalla" panose="02000000000000000000" pitchFamily="2" charset="-78"/>
              </a:rPr>
              <a:t>© حقوق التأليف والنشر لعام 2023 محفوظة لشركة بيرسون إديوكيشن ليمتد يُسمح بالنسخ للمؤسسة المشترية فقط. 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31913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6600"/>
              </a:spcAft>
            </a:pPr>
            <a:r>
              <a:rPr lang="ar" sz="4600" b="1" dirty="0"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تشغيل وصيانة الأنظمة والمكونات </a:t>
            </a:r>
            <a:br>
              <a:rPr lang="en-US" sz="4600" b="1" dirty="0"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</a:br>
            <a:r>
              <a:rPr lang="ar" sz="4600" b="1" dirty="0"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الكهربائية والإلكترونية</a:t>
            </a:r>
            <a:endParaRPr lang="en-AE" sz="4600" b="1" dirty="0">
              <a:solidFill>
                <a:schemeClr val="tx1"/>
              </a:solidFill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9773" y="2970825"/>
            <a:ext cx="7991475" cy="2776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lnSpc>
                <a:spcPct val="114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سيدرس المتعلمون في هذه الوحدة الدوائر الكهربائية والإلكترونية والمكونات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وكيفية عملها.</a:t>
            </a:r>
          </a:p>
          <a:p>
            <a:pPr rtl="1">
              <a:lnSpc>
                <a:spcPct val="114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وسيتعرفون على أخطار مكان العمل ومتطلبات الصحة والسلامة، مثل الحماية الشخصية وممارسات العمل الآمنة والتعامل الآمن مع المعدات الكهربائية والإلكترونية. 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31913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6600"/>
              </a:spcAft>
            </a:pPr>
            <a:r>
              <a:rPr lang="ar" sz="4600" b="1" dirty="0"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تشغيل وصيانة الأنظمة والمكونات </a:t>
            </a:r>
            <a:br>
              <a:rPr lang="en-US" sz="4600" b="1" dirty="0"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</a:br>
            <a:r>
              <a:rPr lang="ar" sz="4600" b="1" dirty="0"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الكهربائية والإلكترونية</a:t>
            </a:r>
            <a:endParaRPr lang="en-AE" sz="4600" b="1" dirty="0">
              <a:solidFill>
                <a:schemeClr val="tx1"/>
              </a:solidFill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9773" y="2959780"/>
            <a:ext cx="7991475" cy="2776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lnSpc>
                <a:spcPct val="114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في هذه الوحدة، سيقوم المتعلمون أيضًا بالتحضير لأنشطة الصيانة الروتينية وتنفيذها بأمان على نظام كهربائي أو إلكتروني.</a:t>
            </a:r>
          </a:p>
          <a:p>
            <a:pPr rtl="1">
              <a:lnSpc>
                <a:spcPct val="114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وسيستعدون لنشاط اكتشاف الأعطال وتصحيحها على النظام الكهربائي أو الإلكتروني الآخر وينفذونه بأمان.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3923823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68760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أهداف التعلم</a:t>
            </a:r>
            <a:endParaRPr lang="en-GB" altLang="en-US" sz="4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56989" y="2204864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46088" indent="-446088" rtl="1"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(أ)	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التحقق من تشغيل الأنظمة الكهربائية والإلكترونية ووظيفة وتشغيل المكونات المستخدمة فيها.</a:t>
            </a:r>
          </a:p>
          <a:p>
            <a:pPr marL="446088" indent="-446088" rtl="1"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(ب)	</a:t>
            </a:r>
            <a:r>
              <a:rPr lang="ar" sz="26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المكونات المستخدمة في الأنظمة الكهربائية والإلكترونية أثناء الصيانة الروتينية</a:t>
            </a:r>
          </a:p>
          <a:p>
            <a:pPr marL="449263" indent="-449263" defTabSz="431800" rtl="1">
              <a:spcBef>
                <a:spcPts val="1200"/>
              </a:spcBef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(ج)	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الاستعداد للصيانة الروتينية للأنظمة الكهربائية أو الإلكترونية وتنفيذها بأمان</a:t>
            </a:r>
          </a:p>
          <a:p>
            <a:pPr marL="446088" indent="-446088" rtl="1"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(د)	</a:t>
            </a: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الاستعداد لاكتشاف الأعطال وتصحيحها بأمان على الأنظمة الكهربائية </a:t>
            </a:r>
            <a:br>
              <a:rPr lang="ar-EG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أو الإلكترونية.</a:t>
            </a:r>
          </a:p>
          <a:p>
            <a:pPr marL="449263" indent="-449263" defTabSz="431800" rtl="1">
              <a:spcBef>
                <a:spcPts val="1200"/>
              </a:spcBef>
              <a:buNone/>
            </a:pPr>
            <a:endParaRPr lang="en-AE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49263" indent="-449263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algn="ctr"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خطة التقييم</a:t>
            </a:r>
            <a:endParaRPr lang="en-GB" altLang="en-US" sz="46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D915C7-F336-85F7-0674-1D8024898641}"/>
              </a:ext>
            </a:extLst>
          </p:cNvPr>
          <p:cNvSpPr txBox="1"/>
          <p:nvPr/>
        </p:nvSpPr>
        <p:spPr>
          <a:xfrm>
            <a:off x="477154" y="2492896"/>
            <a:ext cx="8291265" cy="28030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تتوفر </a:t>
            </a: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ثلاث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واجبات كحد </a:t>
            </a: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أقصى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لهذه الوحدة.</a:t>
            </a:r>
          </a:p>
          <a:p>
            <a:pPr marL="0" indent="0" rtl="1">
              <a:lnSpc>
                <a:spcPct val="90000"/>
              </a:lnSpc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05000"/>
              </a:lnSpc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التقييم 1	</a:t>
            </a:r>
            <a:r>
              <a:rPr 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(أ)</a:t>
            </a:r>
          </a:p>
          <a:p>
            <a:pPr marL="0" indent="0" rtl="1">
              <a:lnSpc>
                <a:spcPct val="105000"/>
              </a:lnSpc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الواجب 2	</a:t>
            </a:r>
            <a:r>
              <a:rPr 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هدفا التعلم (ب) و(ج)</a:t>
            </a:r>
          </a:p>
          <a:p>
            <a:pPr marL="0" indent="0" rtl="1">
              <a:lnSpc>
                <a:spcPct val="105000"/>
              </a:lnSpc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الواجب 3	</a:t>
            </a:r>
            <a:r>
              <a:rPr 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(د):</a:t>
            </a:r>
          </a:p>
          <a:p>
            <a:pPr marL="0" indent="0" rtl="1">
              <a:lnSpc>
                <a:spcPct val="90000"/>
              </a:lnSpc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90000"/>
              </a:lnSpc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يوصى بشدة أن تستخدم المراكز موجزات الواجبات المعتمدة من بيرسون للوحدة.</a:t>
            </a:r>
            <a:endParaRPr lang="en-AE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4419622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3224" y="134076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4600" kern="1200"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هدف التعلم (أ)</a:t>
            </a:r>
            <a:br>
              <a:rPr lang="en-US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4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24" y="2420888"/>
            <a:ext cx="8619256" cy="417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r>
              <a:rPr lang="ar" sz="300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التحقق من تشغيل الأنظمة الكهربائية والإلكترونية ووظيفة وتشغيل المكونات المستخدمة فيها.</a:t>
            </a:r>
            <a:endParaRPr lang="en-AE" sz="30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algn="ctr" rtl="1"/>
            <a:endParaRPr lang="en-GB" altLang="en-US" sz="3200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287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الأنظمة الكهربائية</a:t>
            </a:r>
          </a:p>
          <a:p>
            <a:pPr marL="10287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الأنظمة الإلكترونية</a:t>
            </a:r>
          </a:p>
          <a:p>
            <a:pPr marL="10287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مكونات النظام الكهربائي والإلكتروني</a:t>
            </a:r>
          </a:p>
          <a:p>
            <a:pPr rtl="1"/>
            <a:br>
              <a:rPr lang="en-US" altLang="en-US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5963" y="1268760"/>
            <a:ext cx="8229600" cy="2084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الأنظمة الكهربائية (1)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9532" y="2132856"/>
            <a:ext cx="8424936" cy="44546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يدرس المتعلمون الأنظمة الكهربائية ذات التيار المستمر (DC) والتيار المتناوب (AC).</a:t>
            </a:r>
          </a:p>
          <a:p>
            <a:pPr marL="0" lvl="1"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يكونوا قادرين على التعرف على المصطلحات والوحدات الصحيحة وتطبيقها لتحديد المعلمات مثل: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فرق الجهد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التيار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المقاومة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التردد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السعة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قيمة جذر المتوسط التربيعي (RMS)</a:t>
            </a:r>
          </a:p>
          <a:p>
            <a:pPr lvl="1"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 descr="A yellow warning sign with black lightning bolt&#10;&#10;Description automatically generated">
            <a:extLst>
              <a:ext uri="{FF2B5EF4-FFF2-40B4-BE49-F238E27FC236}">
                <a16:creationId xmlns:a16="http://schemas.microsoft.com/office/drawing/2014/main" id="{AF7EEBED-42A9-9544-0537-4282BF23C1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276" r="939" b="25106"/>
          <a:stretch/>
        </p:blipFill>
        <p:spPr>
          <a:xfrm>
            <a:off x="1288878" y="3300325"/>
            <a:ext cx="2717434" cy="211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5042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5963" y="1268760"/>
            <a:ext cx="8229600" cy="2084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الأنظمة الكهربائية</a:t>
            </a:r>
            <a:r>
              <a:rPr lang="en-GB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(</a:t>
            </a:r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2</a:t>
            </a:r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9532" y="2237022"/>
            <a:ext cx="8424936" cy="28481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lvl="1"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يكونوا قادرين على: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فهم وتطبيق التمثيل التخطيطي للأنظمة، بما في ذلك: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أنظمة التوزيع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أنظمة الإضاءة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المعدات الصناعية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الأجهزة المحمولة</a:t>
            </a:r>
          </a:p>
          <a:p>
            <a:pPr lvl="1"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Picture 2" descr="A group of power lines with a sunset in the background&#10;&#10;Description automatically generated">
            <a:extLst>
              <a:ext uri="{FF2B5EF4-FFF2-40B4-BE49-F238E27FC236}">
                <a16:creationId xmlns:a16="http://schemas.microsoft.com/office/drawing/2014/main" id="{6E3CF757-D82D-4DDE-3D38-0E0BCDE0370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1485" y="3432781"/>
            <a:ext cx="3970149" cy="264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6445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circuit&#10;&#10;Description automatically generated">
            <a:extLst>
              <a:ext uri="{FF2B5EF4-FFF2-40B4-BE49-F238E27FC236}">
                <a16:creationId xmlns:a16="http://schemas.microsoft.com/office/drawing/2014/main" id="{06A5B752-0747-DBDA-93EE-A93099C9075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288" y="3562860"/>
            <a:ext cx="2743200" cy="1941709"/>
          </a:xfrm>
          <a:prstGeom prst="rect">
            <a:avLst/>
          </a:prstGeom>
        </p:spPr>
      </p:pic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5963" y="1268760"/>
            <a:ext cx="8229600" cy="2084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الأنظمة الكهربائية (3)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9532" y="2237022"/>
            <a:ext cx="8424936" cy="119197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lvl="1"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يكون المتعلمون قادرين على: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فهم وتطبيق التمثيل التخطيطي للأنظمة، بما في ذلك:</a:t>
            </a:r>
          </a:p>
          <a:p>
            <a:pPr marL="457200" lvl="1" indent="0" rtl="1">
              <a:buNone/>
            </a:pP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97A46-503C-48ED-A3B3-51A70D898A6B}"/>
              </a:ext>
            </a:extLst>
          </p:cNvPr>
          <p:cNvSpPr txBox="1"/>
          <p:nvPr/>
        </p:nvSpPr>
        <p:spPr>
          <a:xfrm>
            <a:off x="1102193" y="3356992"/>
            <a:ext cx="2367297" cy="400110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lvl="1"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مخططات الدوائر</a:t>
            </a: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248417-ECB9-92DB-9E6C-452F82003A29}"/>
              </a:ext>
            </a:extLst>
          </p:cNvPr>
          <p:cNvGrpSpPr/>
          <p:nvPr/>
        </p:nvGrpSpPr>
        <p:grpSpPr>
          <a:xfrm>
            <a:off x="3936570" y="3561327"/>
            <a:ext cx="4925877" cy="1284199"/>
            <a:chOff x="281553" y="3818848"/>
            <a:chExt cx="4925877" cy="1284199"/>
          </a:xfrm>
        </p:grpSpPr>
        <p:pic>
          <p:nvPicPr>
            <p:cNvPr id="4" name="Picture 3" descr="A grey rectangular object with black text&#10;&#10;Description automatically generated">
              <a:extLst>
                <a:ext uri="{FF2B5EF4-FFF2-40B4-BE49-F238E27FC236}">
                  <a16:creationId xmlns:a16="http://schemas.microsoft.com/office/drawing/2014/main" id="{3E2384D4-413F-55ED-BFC8-EE34C10C0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1553" y="4040953"/>
              <a:ext cx="4925877" cy="106209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F4CAF1-3B76-3A32-3658-BDD722F962B1}"/>
                </a:ext>
              </a:extLst>
            </p:cNvPr>
            <p:cNvSpPr txBox="1"/>
            <p:nvPr/>
          </p:nvSpPr>
          <p:spPr>
            <a:xfrm>
              <a:off x="1385648" y="4393970"/>
              <a:ext cx="693884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100">
                  <a:latin typeface="Sakkal Majalla" panose="02000000000000000000" pitchFamily="2" charset="-78"/>
                  <a:cs typeface="Sakkal Majalla" panose="02000000000000000000" pitchFamily="2" charset="-78"/>
                </a:rPr>
                <a:t>بصري </a:t>
              </a:r>
              <a:br>
                <a:rPr lang="en-GB" sz="11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11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مرسل</a:t>
              </a:r>
              <a:endParaRPr lang="en-GB" sz="11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976F49-8CE0-9FEF-19BF-86E009BAD29B}"/>
                </a:ext>
              </a:extLst>
            </p:cNvPr>
            <p:cNvSpPr txBox="1"/>
            <p:nvPr/>
          </p:nvSpPr>
          <p:spPr>
            <a:xfrm>
              <a:off x="3484341" y="4398227"/>
              <a:ext cx="693884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100">
                  <a:latin typeface="Sakkal Majalla" panose="02000000000000000000" pitchFamily="2" charset="-78"/>
                  <a:cs typeface="Sakkal Majalla" panose="02000000000000000000" pitchFamily="2" charset="-78"/>
                </a:rPr>
                <a:t>بصري </a:t>
              </a:r>
              <a:br>
                <a:rPr lang="en-GB" sz="11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11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متلقي</a:t>
              </a:r>
              <a:endParaRPr lang="en-GB" sz="11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BE006E-A2A1-E7A2-494E-59A060D8880D}"/>
                </a:ext>
              </a:extLst>
            </p:cNvPr>
            <p:cNvSpPr txBox="1"/>
            <p:nvPr/>
          </p:nvSpPr>
          <p:spPr>
            <a:xfrm>
              <a:off x="4471960" y="4397068"/>
              <a:ext cx="693884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1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وحدة فك التشفير</a:t>
              </a:r>
              <a:endParaRPr lang="en-US" sz="11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E84B70E-2A76-0381-68C2-17A2BF165632}"/>
                </a:ext>
              </a:extLst>
            </p:cNvPr>
            <p:cNvSpPr txBox="1"/>
            <p:nvPr/>
          </p:nvSpPr>
          <p:spPr>
            <a:xfrm>
              <a:off x="423569" y="4470595"/>
              <a:ext cx="693884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1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مبرمج</a:t>
              </a:r>
              <a:endParaRPr lang="en-US" sz="11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6B8550A-6D20-654B-9B91-8F2B93527AFB}"/>
                </a:ext>
              </a:extLst>
            </p:cNvPr>
            <p:cNvSpPr txBox="1"/>
            <p:nvPr/>
          </p:nvSpPr>
          <p:spPr>
            <a:xfrm>
              <a:off x="2443508" y="4262197"/>
              <a:ext cx="693884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100">
                  <a:latin typeface="Sakkal Majalla" panose="02000000000000000000" pitchFamily="2" charset="-78"/>
                  <a:cs typeface="Sakkal Majalla" panose="02000000000000000000" pitchFamily="2" charset="-78"/>
                </a:rPr>
                <a:t>بصري</a:t>
              </a:r>
              <a:endParaRPr lang="en-US" sz="11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1624E5-3AC8-3017-E3B0-BF651A152B4B}"/>
                </a:ext>
              </a:extLst>
            </p:cNvPr>
            <p:cNvSpPr txBox="1"/>
            <p:nvPr/>
          </p:nvSpPr>
          <p:spPr>
            <a:xfrm>
              <a:off x="2443508" y="4730883"/>
              <a:ext cx="693884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100">
                  <a:latin typeface="Sakkal Majalla" panose="02000000000000000000" pitchFamily="2" charset="-78"/>
                  <a:cs typeface="Sakkal Majalla" panose="02000000000000000000" pitchFamily="2" charset="-78"/>
                </a:rPr>
                <a:t>ألياف</a:t>
              </a:r>
              <a:endParaRPr lang="en-US" sz="11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143D5A-144E-BE3A-F53B-14392FDA637E}"/>
                </a:ext>
              </a:extLst>
            </p:cNvPr>
            <p:cNvSpPr txBox="1"/>
            <p:nvPr/>
          </p:nvSpPr>
          <p:spPr>
            <a:xfrm>
              <a:off x="1771569" y="3818848"/>
              <a:ext cx="2439665" cy="430887"/>
            </a:xfrm>
            <a:prstGeom prst="rect">
              <a:avLst/>
            </a:prstGeom>
            <a:noFill/>
          </p:spPr>
          <p:txBody>
            <a:bodyPr wrap="square" lIns="91440" tIns="45720" rIns="91440" bIns="45720" rtlCol="1" anchor="t">
              <a:spAutoFit/>
            </a:bodyPr>
            <a:lstStyle/>
            <a:p>
              <a:pPr lvl="1" algn="ctr" rtl="1"/>
              <a:r>
                <a:rPr lang="ar" sz="2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مخططات الكتلة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4494212-9591-D4DA-79F5-B8A4A01BE533}"/>
              </a:ext>
            </a:extLst>
          </p:cNvPr>
          <p:cNvSpPr/>
          <p:nvPr/>
        </p:nvSpPr>
        <p:spPr>
          <a:xfrm>
            <a:off x="1900626" y="3681003"/>
            <a:ext cx="492054" cy="23083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r" rtl="1"/>
            <a:r>
              <a:rPr lang="ar" sz="1500" dirty="0">
                <a:solidFill>
                  <a:srgbClr val="20202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6 فولت</a:t>
            </a:r>
          </a:p>
        </p:txBody>
      </p:sp>
    </p:spTree>
    <p:extLst>
      <p:ext uri="{BB962C8B-B14F-4D97-AF65-F5344CB8AC3E}">
        <p14:creationId xmlns:p14="http://schemas.microsoft.com/office/powerpoint/2010/main" val="41114126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5963" y="1268761"/>
            <a:ext cx="8229600" cy="792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الأنظمة الكهربائية (4)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BA4D90-2EFB-83C0-ACB5-D8E26B2802B1}"/>
              </a:ext>
            </a:extLst>
          </p:cNvPr>
          <p:cNvSpPr txBox="1"/>
          <p:nvPr/>
        </p:nvSpPr>
        <p:spPr>
          <a:xfrm>
            <a:off x="5334617" y="2075788"/>
            <a:ext cx="2981799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يعد نظام نموذج التوصيل القبسي </a:t>
            </a:r>
            <a:b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الأولي أو لوح التجارب مفيدًا للمتعلمين لإنشاء دوائر بهدف التحقق من المبادئ الكهربائية المطبقة في الوحدة.</a:t>
            </a:r>
            <a:endParaRPr lang="en-AE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48D3BC-28F0-0FFE-FCCB-154E447B7F83}"/>
              </a:ext>
            </a:extLst>
          </p:cNvPr>
          <p:cNvSpPr txBox="1"/>
          <p:nvPr/>
        </p:nvSpPr>
        <p:spPr>
          <a:xfrm>
            <a:off x="1313895" y="2084483"/>
            <a:ext cx="2981799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يمكن استخدام لوحة مثبتة على </a:t>
            </a:r>
            <a:b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الحائط أو منضدة لبناء دوائر لفحص دوائر الإضاءة.</a:t>
            </a:r>
            <a:endParaRPr lang="en-AE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 descr="A close-up of a circuit board&#10;&#10;Description automatically generated">
            <a:extLst>
              <a:ext uri="{FF2B5EF4-FFF2-40B4-BE49-F238E27FC236}">
                <a16:creationId xmlns:a16="http://schemas.microsoft.com/office/drawing/2014/main" id="{25019248-3B73-224F-A3E3-61E3A31D70A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0637" y="3773961"/>
            <a:ext cx="3376047" cy="2240935"/>
          </a:xfrm>
          <a:prstGeom prst="rect">
            <a:avLst/>
          </a:prstGeom>
        </p:spPr>
      </p:pic>
      <p:pic>
        <p:nvPicPr>
          <p:cNvPr id="8" name="Picture 7" descr="A hand holding a hammer and using a metal piece of metal&#10;&#10;Description automatically generated">
            <a:extLst>
              <a:ext uri="{FF2B5EF4-FFF2-40B4-BE49-F238E27FC236}">
                <a16:creationId xmlns:a16="http://schemas.microsoft.com/office/drawing/2014/main" id="{FB6AD08D-4413-AD50-1D61-8053DD6E528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8536" y="3879978"/>
            <a:ext cx="3169403" cy="213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3122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5963" y="1268760"/>
            <a:ext cx="8229600" cy="2084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الأنظمة الإلكترونية</a:t>
            </a:r>
            <a:r>
              <a:rPr lang="en-GB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(</a:t>
            </a:r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1</a:t>
            </a:r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53291" y="2310953"/>
            <a:ext cx="8412272" cy="104219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57200" lvl="1"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يتحقق المتعلمون من وظيفة الأنظمة الإلكترونية وتشغيل، بما فيها:</a:t>
            </a:r>
          </a:p>
          <a:p>
            <a:pPr marL="0" lvl="1" indent="0" rtl="1">
              <a:buNone/>
              <a:tabLst>
                <a:tab pos="0" algn="l"/>
              </a:tabLst>
            </a:pP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B39642-FC50-CC07-E838-390FF75087D5}"/>
              </a:ext>
            </a:extLst>
          </p:cNvPr>
          <p:cNvSpPr txBox="1"/>
          <p:nvPr/>
        </p:nvSpPr>
        <p:spPr>
          <a:xfrm>
            <a:off x="4923761" y="2915481"/>
            <a:ext cx="3528392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rtl="1"/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إمدادات الطاقة</a:t>
            </a:r>
          </a:p>
          <a:p>
            <a:pPr rtl="1"/>
            <a:endParaRPr lang="en-AE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462C86-4D68-DF56-BD95-626746B1DEBF}"/>
              </a:ext>
            </a:extLst>
          </p:cNvPr>
          <p:cNvSpPr txBox="1"/>
          <p:nvPr/>
        </p:nvSpPr>
        <p:spPr>
          <a:xfrm>
            <a:off x="916468" y="2879063"/>
            <a:ext cx="352839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rtl="1"/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أنظمة التحكم</a:t>
            </a:r>
            <a:endParaRPr lang="en-AE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6" name="Picture 5" descr="A robotic arm holding a box&#10;&#10;Description automatically generated">
            <a:extLst>
              <a:ext uri="{FF2B5EF4-FFF2-40B4-BE49-F238E27FC236}">
                <a16:creationId xmlns:a16="http://schemas.microsoft.com/office/drawing/2014/main" id="{91463D65-92A9-2A81-8AF1-6B3B4CA7B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044" y="3426226"/>
            <a:ext cx="3970149" cy="2632466"/>
          </a:xfrm>
          <a:prstGeom prst="rect">
            <a:avLst/>
          </a:prstGeom>
        </p:spPr>
      </p:pic>
      <p:pic>
        <p:nvPicPr>
          <p:cNvPr id="8" name="Picture 7" descr="A close-up of a machine&#10;&#10;Description automatically generated">
            <a:extLst>
              <a:ext uri="{FF2B5EF4-FFF2-40B4-BE49-F238E27FC236}">
                <a16:creationId xmlns:a16="http://schemas.microsoft.com/office/drawing/2014/main" id="{9A41C78C-89B0-653F-6591-9E08741BD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5553" y="3431446"/>
            <a:ext cx="2342828" cy="262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44864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5963" y="1268760"/>
            <a:ext cx="8229600" cy="2084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الأنظمة الإلكترونية</a:t>
            </a:r>
            <a:r>
              <a:rPr lang="en-GB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(2)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287503" y="2310952"/>
            <a:ext cx="4597619" cy="359808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57200" lvl="1" indent="0" rtl="1"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يتحقق المتعلمون من وظيفة الأنظمة الإلكترونية وتشغيل، بما فيها:</a:t>
            </a:r>
          </a:p>
          <a:p>
            <a:pPr marL="457200" lvl="1" indent="0" rtl="1">
              <a:buNone/>
            </a:pP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>
              <a:buFont typeface="Arial" panose="020B0604020202020204" pitchFamily="34" charset="0"/>
              <a:buChar char="•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أنظمة الاتصالات</a:t>
            </a:r>
          </a:p>
          <a:p>
            <a:pPr lvl="1" rtl="1">
              <a:buFont typeface="Arial" panose="020B0604020202020204" pitchFamily="34" charset="0"/>
              <a:buChar char="•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أنظمة العرض</a:t>
            </a:r>
          </a:p>
          <a:p>
            <a:pPr lvl="1" rtl="1">
              <a:buFont typeface="Arial" panose="020B0604020202020204" pitchFamily="34" charset="0"/>
              <a:buChar char="•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أنظمة شبكات البيانات</a:t>
            </a:r>
          </a:p>
          <a:p>
            <a:pPr marL="457200" lvl="1" indent="0" rtl="1">
              <a:buNone/>
            </a:pP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200" lvl="1" indent="0" rtl="1">
              <a:buNone/>
            </a:pP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lvl="1" indent="0" rtl="1">
              <a:buNone/>
              <a:tabLst>
                <a:tab pos="0" algn="l"/>
              </a:tabLst>
            </a:pP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 descr="Hands typing on a computer&#10;&#10;Description automatically generated">
            <a:extLst>
              <a:ext uri="{FF2B5EF4-FFF2-40B4-BE49-F238E27FC236}">
                <a16:creationId xmlns:a16="http://schemas.microsoft.com/office/drawing/2014/main" id="{D9A727DC-039F-B096-E190-3775A7ABD1D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437" y="2983218"/>
            <a:ext cx="4144967" cy="225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74421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مكونات النظام الكهربائي والإلكتروني (1)</a:t>
            </a:r>
            <a:endParaRPr lang="en-GB" altLang="en-US" sz="3000" b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9728" y="2196001"/>
            <a:ext cx="4172272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05000"/>
              </a:lnSpc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يتحقق المتعلمون من وظيفة المكونات وتشغيلها، بما فيها:</a:t>
            </a:r>
          </a:p>
          <a:p>
            <a:pPr rtl="1">
              <a:lnSpc>
                <a:spcPct val="105000"/>
              </a:lnSpc>
              <a:buSzPct val="85000"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المكونات السالبة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- المقاوم، المكثف، المحث</a:t>
            </a:r>
          </a:p>
          <a:p>
            <a:pPr rtl="1">
              <a:lnSpc>
                <a:spcPct val="105000"/>
              </a:lnSpc>
              <a:buSzPct val="85000"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المكونات النشطة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- موحد التيار، الترانزستور، الدوائر المتكاملة.</a:t>
            </a:r>
          </a:p>
          <a:p>
            <a:pPr rtl="1">
              <a:lnSpc>
                <a:spcPct val="105000"/>
              </a:lnSpc>
              <a:buSzPct val="85000"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لوحات الدوائر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- لوحة الدوائر المطبوعة (PCB) والموصلات والكابلات والمشتتات الحرارية</a:t>
            </a:r>
          </a:p>
        </p:txBody>
      </p:sp>
      <p:pic>
        <p:nvPicPr>
          <p:cNvPr id="3" name="Picture 2" descr="A pile of electronic components&#10;&#10;Description automatically generated">
            <a:extLst>
              <a:ext uri="{FF2B5EF4-FFF2-40B4-BE49-F238E27FC236}">
                <a16:creationId xmlns:a16="http://schemas.microsoft.com/office/drawing/2014/main" id="{7EC3AB36-8254-6705-698C-54537E15406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9349" y="2444858"/>
            <a:ext cx="3182318" cy="32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43015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مكونات النظام الكهربائي والإلكتروني (2)</a:t>
            </a:r>
            <a:endParaRPr lang="en-GB" altLang="en-US" sz="30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457199" y="2780928"/>
            <a:ext cx="4041775" cy="31935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1900">
                <a:latin typeface="Sakkal Majalla" panose="02000000000000000000" pitchFamily="2" charset="-78"/>
                <a:cs typeface="Sakkal Majalla" panose="02000000000000000000" pitchFamily="2" charset="-78"/>
              </a:rPr>
              <a:t>يتحقق المتعلمون أيضًا من وظيفة المكونات وتشغيلها، </a:t>
            </a:r>
            <a:br>
              <a:rPr lang="ar-EG" sz="19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900">
                <a:latin typeface="Sakkal Majalla" panose="02000000000000000000" pitchFamily="2" charset="-78"/>
                <a:cs typeface="Sakkal Majalla" panose="02000000000000000000" pitchFamily="2" charset="-78"/>
              </a:rPr>
              <a:t>بما فيها:</a:t>
            </a:r>
          </a:p>
          <a:p>
            <a:pPr rtl="1">
              <a:buSzPct val="85000"/>
            </a:pPr>
            <a:r>
              <a:rPr lang="ar" sz="1900" b="1">
                <a:latin typeface="Sakkal Majalla" panose="02000000000000000000" pitchFamily="2" charset="-78"/>
                <a:cs typeface="Sakkal Majalla" panose="02000000000000000000" pitchFamily="2" charset="-78"/>
              </a:rPr>
              <a:t>مصادر إمدادات الطاقة</a:t>
            </a:r>
            <a:r>
              <a:rPr lang="ar" sz="1900">
                <a:latin typeface="Sakkal Majalla" panose="02000000000000000000" pitchFamily="2" charset="-78"/>
                <a:cs typeface="Sakkal Majalla" panose="02000000000000000000" pitchFamily="2" charset="-78"/>
              </a:rPr>
              <a:t>، مثل البطارية، المحول، التيار المستمر المنظم، العاكس (انفرتر)</a:t>
            </a:r>
          </a:p>
          <a:p>
            <a:pPr rtl="1">
              <a:buSzPct val="85000"/>
            </a:pPr>
            <a:r>
              <a:rPr lang="ar" sz="1900" b="1">
                <a:latin typeface="Sakkal Majalla" panose="02000000000000000000" pitchFamily="2" charset="-78"/>
                <a:cs typeface="Sakkal Majalla" panose="02000000000000000000" pitchFamily="2" charset="-78"/>
              </a:rPr>
              <a:t>أجهزة الحماية</a:t>
            </a:r>
            <a:r>
              <a:rPr lang="ar" sz="1900">
                <a:latin typeface="Sakkal Majalla" panose="02000000000000000000" pitchFamily="2" charset="-78"/>
                <a:cs typeface="Sakkal Majalla" panose="02000000000000000000" pitchFamily="2" charset="-78"/>
              </a:rPr>
              <a:t> - المصاهر، قواطع الدائرة.</a:t>
            </a:r>
          </a:p>
          <a:p>
            <a:pPr rtl="1">
              <a:buSzPct val="85000"/>
            </a:pPr>
            <a:r>
              <a:rPr lang="ar" sz="19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الإضاءة</a:t>
            </a:r>
            <a:r>
              <a:rPr lang="ar" sz="1900">
                <a:latin typeface="Sakkal Majalla" panose="02000000000000000000" pitchFamily="2" charset="-78"/>
                <a:cs typeface="Sakkal Majalla" panose="02000000000000000000" pitchFamily="2" charset="-78"/>
              </a:rPr>
              <a:t> - المصابيح، وحدات الإنارة.</a:t>
            </a:r>
          </a:p>
          <a:p>
            <a:pPr rtl="1">
              <a:buSzPct val="85000"/>
            </a:pPr>
            <a:r>
              <a:rPr lang="ar" sz="19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التركيبات والتجهيزات الميكانيكية</a:t>
            </a:r>
            <a:r>
              <a:rPr lang="ar" sz="1900">
                <a:latin typeface="Sakkal Majalla" panose="02000000000000000000" pitchFamily="2" charset="-78"/>
                <a:cs typeface="Sakkal Majalla" panose="02000000000000000000" pitchFamily="2" charset="-78"/>
              </a:rPr>
              <a:t> - الصواميل، المسامير، البراغي، سيور نقل القدرة.</a:t>
            </a:r>
          </a:p>
        </p:txBody>
      </p:sp>
      <p:pic>
        <p:nvPicPr>
          <p:cNvPr id="4" name="Picture 3" descr="A person using a multimeter to measure the voltage of a device&#10;&#10;Description automatically generated">
            <a:extLst>
              <a:ext uri="{FF2B5EF4-FFF2-40B4-BE49-F238E27FC236}">
                <a16:creationId xmlns:a16="http://schemas.microsoft.com/office/drawing/2014/main" id="{8825473E-9164-44B9-1D73-2E8465CEA4A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8908" y="2640661"/>
            <a:ext cx="2743200" cy="273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61686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مكونات النظام الكهربائي والإلكتروني (3)</a:t>
            </a:r>
            <a:endParaRPr lang="en-GB" altLang="en-US" sz="30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0" y="2453555"/>
            <a:ext cx="4116388" cy="31935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يتحقق المتعلمون أيضًا من وظيفة المكونات وتشغيلها، بما فيها:</a:t>
            </a:r>
          </a:p>
          <a:p>
            <a:pPr rtl="1">
              <a:buSzPct val="85000"/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المستشعرات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- المزدوجة الحرارية، الثرمستور، الترموستات، مستشعرات الموضع</a:t>
            </a:r>
          </a:p>
          <a:p>
            <a:pPr rtl="1">
              <a:buSzPct val="85000"/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المحركات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- الملف اللولبي، المرحل، المحرك، الموصلات، موحد التيار الباعث للضوء، المجس</a:t>
            </a:r>
          </a:p>
          <a:p>
            <a:pPr rtl="1">
              <a:buSzPct val="85000"/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شاشات العرض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- لوحات العرض.</a:t>
            </a:r>
          </a:p>
        </p:txBody>
      </p:sp>
      <p:pic>
        <p:nvPicPr>
          <p:cNvPr id="3" name="Picture 2" descr="A group of robots working on a car body&#10;&#10;Description automatically generated">
            <a:extLst>
              <a:ext uri="{FF2B5EF4-FFF2-40B4-BE49-F238E27FC236}">
                <a16:creationId xmlns:a16="http://schemas.microsoft.com/office/drawing/2014/main" id="{0559813F-8A9B-783F-ED8F-848D494738E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9756" y="2586925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65738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هدف التعلم (أ) (1)</a:t>
            </a:r>
            <a:endParaRPr lang="en-GB" altLang="en-US" sz="46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210DF28-8722-C7FC-DE59-17FD0FD167D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779912" y="2924366"/>
            <a:ext cx="4968552" cy="285955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تحديد كل مكون باستخدام المعلومات المقدمة</a:t>
            </a:r>
          </a:p>
          <a:p>
            <a:pPr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إجراء القياسات بأمان للتحقق من كيفية </a:t>
            </a:r>
            <a:br>
              <a:rPr lang="ar-EG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عمل الدائرة</a:t>
            </a:r>
          </a:p>
          <a:p>
            <a:pPr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تسجيل القياسات</a:t>
            </a:r>
          </a:p>
          <a:p>
            <a:pPr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إعادة إجراء القياسات مع استبدال كل مكون بالتناوب بدائرة مفتوحة ثم دائرة كهربائية قصيرة.</a:t>
            </a:r>
          </a:p>
          <a:p>
            <a:pPr marL="0" indent="0" rtl="1">
              <a:buNone/>
            </a:pPr>
            <a:endParaRPr lang="en-GB" altLang="en-US" sz="17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altLang="en-US" sz="17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D915C7-F336-85F7-0674-1D8024898641}"/>
              </a:ext>
            </a:extLst>
          </p:cNvPr>
          <p:cNvSpPr txBox="1"/>
          <p:nvPr/>
        </p:nvSpPr>
        <p:spPr>
          <a:xfrm>
            <a:off x="499393" y="2041488"/>
            <a:ext cx="8291265" cy="1212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الجزء 1 الدوائر الكهربائية</a:t>
            </a:r>
          </a:p>
          <a:p>
            <a:pPr marL="0" indent="0" rtl="1">
              <a:lnSpc>
                <a:spcPct val="90000"/>
              </a:lnSpc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فحص النموذج الأولي للدائرة الكهربائية. حيث يجب عليهم:</a:t>
            </a:r>
          </a:p>
          <a:p>
            <a:pPr rtl="1"/>
            <a:endParaRPr lang="en-AE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9" name="Picture 8" descr="A diagram of a circuit&#10;&#10;Description automatically generated">
            <a:extLst>
              <a:ext uri="{FF2B5EF4-FFF2-40B4-BE49-F238E27FC236}">
                <a16:creationId xmlns:a16="http://schemas.microsoft.com/office/drawing/2014/main" id="{0590B356-9E73-0069-F9E6-35A0578EC0C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830" y="2942078"/>
            <a:ext cx="3599082" cy="257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451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هدف التعلم (أ) (2)</a:t>
            </a:r>
            <a:endParaRPr lang="en-GB" altLang="en-US" sz="46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210DF28-8722-C7FC-DE59-17FD0FD167D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779912" y="3012752"/>
            <a:ext cx="4968552" cy="285955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buSzPct val="85000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كل مكون باستخدام المعلومات المقدمة</a:t>
            </a:r>
          </a:p>
          <a:p>
            <a:pPr rtl="1">
              <a:buSzPct val="85000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إجراء القياسات بأمان للتحقق من 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كيفية </a:t>
            </a:r>
            <a:br>
              <a:rPr lang="ar-EG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عمل 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الدائرة</a:t>
            </a:r>
          </a:p>
          <a:p>
            <a:pPr rtl="1">
              <a:buSzPct val="85000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تسجيل القياسات</a:t>
            </a:r>
          </a:p>
          <a:p>
            <a:pPr rtl="1">
              <a:buSzPct val="85000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إعادة إجراء القياسات مع استبدال كل مكون بالتناوب بدائرة مفتوحة ثم دائرة كهربائية قصيرة.</a:t>
            </a:r>
          </a:p>
          <a:p>
            <a:pPr marL="0" indent="0" rtl="1">
              <a:buNone/>
            </a:pPr>
            <a:endParaRPr lang="en-GB" altLang="en-US" sz="17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altLang="en-US" sz="17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D915C7-F336-85F7-0674-1D8024898641}"/>
              </a:ext>
            </a:extLst>
          </p:cNvPr>
          <p:cNvSpPr txBox="1"/>
          <p:nvPr/>
        </p:nvSpPr>
        <p:spPr>
          <a:xfrm>
            <a:off x="499393" y="2041488"/>
            <a:ext cx="8291265" cy="1212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الجزء 2 الدائرة الإلكترونية</a:t>
            </a:r>
          </a:p>
          <a:p>
            <a:pPr marL="0" indent="0" rtl="1">
              <a:lnSpc>
                <a:spcPct val="90000"/>
              </a:lnSpc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فحص النموذج الأولي للدائرة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الإلكترونية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. حيث يجب عليهم:</a:t>
            </a:r>
          </a:p>
          <a:p>
            <a:pPr rtl="1"/>
            <a:endParaRPr lang="en-AE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 descr="A diagram of a circuit&#10;&#10;Description automatically generated">
            <a:extLst>
              <a:ext uri="{FF2B5EF4-FFF2-40B4-BE49-F238E27FC236}">
                <a16:creationId xmlns:a16="http://schemas.microsoft.com/office/drawing/2014/main" id="{369EAC29-1E1C-B495-30BC-92363D566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74" y="3167036"/>
            <a:ext cx="3428574" cy="24222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F2F46D-5698-DFE2-E6CF-6B2FF18BD5CE}"/>
              </a:ext>
            </a:extLst>
          </p:cNvPr>
          <p:cNvSpPr/>
          <p:nvPr/>
        </p:nvSpPr>
        <p:spPr>
          <a:xfrm>
            <a:off x="2436001" y="4289480"/>
            <a:ext cx="399288" cy="426720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rtl="1">
              <a:lnSpc>
                <a:spcPct val="118000"/>
              </a:lnSpc>
            </a:pPr>
            <a:r>
              <a:rPr lang="en-US" sz="100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BFY51</a:t>
            </a:r>
            <a:r>
              <a:rPr lang="ar" sz="100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br>
              <a:rPr lang="ar-EG" sz="100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00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أو </a:t>
            </a:r>
            <a:r>
              <a:rPr lang="en-US" sz="10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2N3053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9F1F4F-3176-308C-E1A6-CAFCB23E0D87}"/>
              </a:ext>
            </a:extLst>
          </p:cNvPr>
          <p:cNvSpPr/>
          <p:nvPr/>
        </p:nvSpPr>
        <p:spPr>
          <a:xfrm>
            <a:off x="512713" y="4805861"/>
            <a:ext cx="463296" cy="140208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" sz="100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الدخل </a:t>
            </a:r>
            <a:r>
              <a:rPr lang="ar" sz="1000">
                <a:solidFill>
                  <a:srgbClr val="7A7A7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=</a:t>
            </a:r>
            <a:r>
              <a:rPr lang="ar" sz="100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Vj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DDF1FB-5D07-6FA0-B91A-1602FB8CBBD2}"/>
              </a:ext>
            </a:extLst>
          </p:cNvPr>
          <p:cNvSpPr/>
          <p:nvPr/>
        </p:nvSpPr>
        <p:spPr>
          <a:xfrm>
            <a:off x="2734705" y="5373216"/>
            <a:ext cx="853440" cy="13716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l" rtl="1"/>
            <a:r>
              <a:rPr lang="ar" sz="1000" cap="small" dirty="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Vce</a:t>
            </a:r>
            <a:r>
              <a:rPr lang="ar" sz="1000" dirty="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1000" dirty="0">
                <a:solidFill>
                  <a:srgbClr val="7A7A7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= </a:t>
            </a:r>
            <a:r>
              <a:rPr lang="ar" sz="1000" dirty="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Vo </a:t>
            </a:r>
            <a:r>
              <a:rPr lang="ar" sz="1000" dirty="0">
                <a:solidFill>
                  <a:srgbClr val="7A7A7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= </a:t>
            </a:r>
            <a:r>
              <a:rPr lang="ar" sz="1000" dirty="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الخرج</a:t>
            </a:r>
          </a:p>
        </p:txBody>
      </p:sp>
    </p:spTree>
    <p:extLst>
      <p:ext uri="{BB962C8B-B14F-4D97-AF65-F5344CB8AC3E}">
        <p14:creationId xmlns:p14="http://schemas.microsoft.com/office/powerpoint/2010/main" val="252223701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هدف التعلم (أ) (3)</a:t>
            </a:r>
            <a:endParaRPr lang="en-GB" altLang="en-US" sz="46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210DF28-8722-C7FC-DE59-17FD0FD167D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5536" y="3377758"/>
            <a:ext cx="8395122" cy="285955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جداول تحديد المكونات لكل دائرة.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وصف لكيفية إجراء المتعلم للقياسات بأمان.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مخططات وصور لدعم الأوصاف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جداول القياسات لكل دائرة.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استنتاجات حول تأثير 4 مكونات مختلفة على الأقل على تشغيل وأداء كل دائرة.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آثار أعطال المكونات على تشغيل كل دائرة.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سجل مراقبة لتأكيد ممارسات العمل الآمنة.</a:t>
            </a:r>
          </a:p>
          <a:p>
            <a:pPr marL="0" indent="0" rtl="1">
              <a:buNone/>
            </a:pPr>
            <a:endParaRPr lang="en-GB" altLang="en-US" sz="17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altLang="en-US" sz="17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D915C7-F336-85F7-0674-1D8024898641}"/>
              </a:ext>
            </a:extLst>
          </p:cNvPr>
          <p:cNvSpPr txBox="1"/>
          <p:nvPr/>
        </p:nvSpPr>
        <p:spPr>
          <a:xfrm>
            <a:off x="499393" y="2041488"/>
            <a:ext cx="8291265" cy="11826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الجزء 3 التقرير</a:t>
            </a:r>
          </a:p>
          <a:p>
            <a:pPr marL="0" indent="0" rtl="1">
              <a:lnSpc>
                <a:spcPct val="90000"/>
              </a:lnSpc>
              <a:buNone/>
            </a:pP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اكتب تقريرًا عن إجراءات فحص الدائرة الكهربائية والإلكترونية. ينبغي أن يتضمن </a:t>
            </a:r>
            <a:br>
              <a:rPr lang="ar-EG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هذا التقرير:</a:t>
            </a:r>
          </a:p>
        </p:txBody>
      </p:sp>
    </p:spTree>
    <p:extLst>
      <p:ext uri="{BB962C8B-B14F-4D97-AF65-F5344CB8AC3E}">
        <p14:creationId xmlns:p14="http://schemas.microsoft.com/office/powerpoint/2010/main" val="402237107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3224" y="134076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4600" kern="1200"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هدف التعلم (ب)</a:t>
            </a: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77708" y="3861048"/>
            <a:ext cx="8435280" cy="155858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بيانات النظام الكهربائي والإلكتروني</a:t>
            </a:r>
          </a:p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بيانات المكون</a:t>
            </a:r>
          </a:p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المكونات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2276872"/>
            <a:ext cx="7991475" cy="966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المكونات المستخدمة في الأنظمة الكهربائية </a:t>
            </a:r>
            <a:br>
              <a:rPr lang="en-US" sz="3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والإلكترونية أثناء الصيانة الروتينية</a:t>
            </a:r>
          </a:p>
          <a:p>
            <a:pPr algn="ctr" rtl="1"/>
            <a:br>
              <a:rPr lang="en-US" altLang="en-US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6193351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9"/>
            <a:ext cx="8229600" cy="86546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3900">
                <a:latin typeface="Sakkal Majalla" panose="02000000000000000000" pitchFamily="2" charset="-78"/>
                <a:cs typeface="Sakkal Majalla" panose="02000000000000000000" pitchFamily="2" charset="-78"/>
              </a:rPr>
              <a:t>بيانات النظام الكهربائي والإلكتروني</a:t>
            </a:r>
            <a:endParaRPr lang="en-GB" altLang="en-US" sz="3900" b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التحقق من مصادر معلومات النظام، بما فيها: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مخططات الدوائر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رسومات التجميع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جداول الأجزاء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مخططات الكتلة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إجراءات الصيانة</a:t>
            </a:r>
          </a:p>
          <a:p>
            <a:pPr marL="0" indent="0" rtl="1">
              <a:buNone/>
            </a:pPr>
            <a:endParaRPr lang="en-GB" altLang="en-US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200" lvl="1" indent="0" rtl="1">
              <a:buNone/>
            </a:pPr>
            <a:endParaRPr lang="en-GB" altLang="en-US" sz="26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/>
            <a:endParaRPr lang="en-GB" altLang="en-US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6" name="Picture 5" descr="A blue and white toy car with wheels&#10;&#10;Description automatically generated">
            <a:extLst>
              <a:ext uri="{FF2B5EF4-FFF2-40B4-BE49-F238E27FC236}">
                <a16:creationId xmlns:a16="http://schemas.microsoft.com/office/drawing/2014/main" id="{345682A4-C726-11A9-7A93-FB35B3ADD23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75" y="2945855"/>
            <a:ext cx="3363132" cy="223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2137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9"/>
            <a:ext cx="8229600" cy="86546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بيانات المكون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708276" y="1988840"/>
            <a:ext cx="4040188" cy="43924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31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استخدام المصادر المناسبة لبيانات المكونات، بما فيها</a:t>
            </a:r>
            <a:endParaRPr lang="en-GB" altLang="en-US" sz="31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>
              <a:buSzPct val="85000"/>
            </a:pPr>
            <a:r>
              <a:rPr lang="ar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كتالوجات الشركات المصنعة</a:t>
            </a:r>
          </a:p>
          <a:p>
            <a:pPr lvl="1" rtl="1">
              <a:buSzPct val="85000"/>
            </a:pPr>
            <a:r>
              <a:rPr lang="ar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صحائف البيانات</a:t>
            </a:r>
          </a:p>
          <a:p>
            <a:pPr lvl="1" rtl="1">
              <a:buSzPct val="85000"/>
            </a:pPr>
            <a:r>
              <a:rPr lang="ar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دليل الإصلاح</a:t>
            </a:r>
          </a:p>
          <a:p>
            <a:pPr lvl="1" rtl="1">
              <a:buSzPct val="85000"/>
            </a:pPr>
            <a:r>
              <a:rPr lang="ar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قوائم الأجزاء</a:t>
            </a:r>
          </a:p>
          <a:p>
            <a:pPr marL="457200" lvl="1" indent="0" rtl="1">
              <a:buNone/>
            </a:pPr>
            <a:endParaRPr lang="en-GB" altLang="en-US" sz="19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/>
            <a:endParaRPr lang="en-GB" altLang="en-US" sz="19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Picture 2" descr="A white and black icon with a hand pointing at an open book&#10;&#10;Description automatically generated">
            <a:extLst>
              <a:ext uri="{FF2B5EF4-FFF2-40B4-BE49-F238E27FC236}">
                <a16:creationId xmlns:a16="http://schemas.microsoft.com/office/drawing/2014/main" id="{5AA98F9E-9572-73C1-85BF-204D4D14FCB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9349" y="2561095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8594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9"/>
            <a:ext cx="8229600" cy="86546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المكونات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8312" y="2196001"/>
            <a:ext cx="4027488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تحديد المكونات المقرر استخدامها في إجراءات الصيانة. يجب عليهم تحديد المكونات المادية المطلوبة للنشاط. </a:t>
            </a:r>
          </a:p>
          <a:p>
            <a:pPr marL="0" indent="0" rtl="1">
              <a:lnSpc>
                <a:spcPct val="110000"/>
              </a:lnSpc>
              <a:buNone/>
            </a:pP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200" lvl="1" indent="0" rtl="1">
              <a:lnSpc>
                <a:spcPct val="110000"/>
              </a:lnSpc>
              <a:buNone/>
            </a:pPr>
            <a:endParaRPr lang="en-GB" altLang="en-US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>
              <a:lnSpc>
                <a:spcPct val="110000"/>
              </a:lnSpc>
            </a:pP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 descr="A group of tools on a blueprint&#10;&#10;Description automatically generated">
            <a:extLst>
              <a:ext uri="{FF2B5EF4-FFF2-40B4-BE49-F238E27FC236}">
                <a16:creationId xmlns:a16="http://schemas.microsoft.com/office/drawing/2014/main" id="{6D74B793-4CC3-0611-9E03-807873C5FB8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3112" y="2199468"/>
            <a:ext cx="3014420" cy="301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9682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3224" y="134076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4600" kern="1200"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هدف التعلم (ج)</a:t>
            </a: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4361" y="3501008"/>
            <a:ext cx="8435280" cy="155858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lnSpc>
                <a:spcPct val="110000"/>
              </a:lnSpc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السلامة</a:t>
            </a:r>
          </a:p>
          <a:p>
            <a:pPr marL="685800" rtl="1">
              <a:lnSpc>
                <a:spcPct val="110000"/>
              </a:lnSpc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مهام الصيانة الروتينية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2102267"/>
            <a:ext cx="7991475" cy="2653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110000"/>
              </a:lnSpc>
            </a:pPr>
            <a:r>
              <a:rPr lang="ar" sz="300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الاستعداد للصيانة الروتينية للأنظمة الكهربائية </a:t>
            </a:r>
            <a:br>
              <a:rPr lang="ar-EG" sz="300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00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أو الإلكترونية وتنفيذها بأمان</a:t>
            </a:r>
          </a:p>
          <a:p>
            <a:pPr algn="ctr" rtl="1">
              <a:lnSpc>
                <a:spcPct val="110000"/>
              </a:lnSpc>
            </a:pPr>
            <a:br>
              <a:rPr lang="en-US" altLang="en-US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2561419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45232" y="1059140"/>
            <a:ext cx="8003232" cy="69254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السلامة (1)</a:t>
            </a:r>
            <a:endParaRPr lang="en-GB" altLang="en-US" sz="46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C10B1-64DE-CFF7-1241-C79D2F7EEC67}"/>
              </a:ext>
            </a:extLst>
          </p:cNvPr>
          <p:cNvSpPr txBox="1"/>
          <p:nvPr/>
        </p:nvSpPr>
        <p:spPr>
          <a:xfrm>
            <a:off x="4592092" y="2708920"/>
            <a:ext cx="4248472" cy="6771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rtl="1"/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AE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B770B-9C72-50CA-D865-14B5D8BA109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96355" y="1774459"/>
            <a:ext cx="7991475" cy="13665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قد تشكل الأنظمة الكهربائية والإلكترونية خطورة. من المهم أن يطبق المتعلمون دائمًا ممارسات العمل الآمنة.</a:t>
            </a:r>
          </a:p>
          <a:p>
            <a:pPr marL="0" lvl="1"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يكونوا قادرين على تحديد الأخطار مثل:</a:t>
            </a:r>
          </a:p>
          <a:p>
            <a:pPr marL="914400" lvl="2" indent="0" rtl="1">
              <a:buNone/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089430-11DF-F930-EA59-A3221C3BFF57}"/>
              </a:ext>
            </a:extLst>
          </p:cNvPr>
          <p:cNvSpPr txBox="1"/>
          <p:nvPr/>
        </p:nvSpPr>
        <p:spPr>
          <a:xfrm>
            <a:off x="4592092" y="3140969"/>
            <a:ext cx="4084364" cy="31393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lvl="2" indent="-285750" rtl="1"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الصعقة الكهربائية</a:t>
            </a:r>
          </a:p>
          <a:p>
            <a:pPr marL="285750" lvl="2" indent="-285750" rtl="1"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منطقة عمل غير مرتبة</a:t>
            </a:r>
          </a:p>
          <a:p>
            <a:pPr marL="285750" lvl="2" indent="-285750" rtl="1"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الانزلاقات والتعثر</a:t>
            </a:r>
          </a:p>
          <a:p>
            <a:pPr marL="285750" lvl="2" indent="-285750" rtl="1"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الأدوات والمعدات التي تمت صيانتها بشكل سيئ </a:t>
            </a:r>
          </a:p>
          <a:p>
            <a:pPr marL="285750" lvl="2" indent="-285750" rtl="1"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آلات غير محمية</a:t>
            </a:r>
          </a:p>
          <a:p>
            <a:pPr marL="285750" lvl="2" indent="-285750" rtl="1"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مساحة عمل مقيدة </a:t>
            </a:r>
          </a:p>
          <a:p>
            <a:pPr marL="285750" lvl="2" indent="-285750" rtl="1"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السامة</a:t>
            </a:r>
          </a:p>
          <a:p>
            <a:pPr marL="285750" lvl="2" indent="-285750" rtl="1">
              <a:buFont typeface="Arial" panose="020B0604020202020204" pitchFamily="34" charset="0"/>
              <a:buChar char="•"/>
            </a:pPr>
            <a:r>
              <a:rPr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الأدخنة</a:t>
            </a:r>
          </a:p>
          <a:p>
            <a:pPr marL="285750" lvl="2" indent="-285750" rtl="1"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مواد قابلة للاشتعال</a:t>
            </a:r>
          </a:p>
          <a:p>
            <a:pPr marL="0" lvl="2" rtl="1"/>
            <a:endParaRPr lang="en-AE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CB571B-3A5D-6DBD-8A65-35CDE9B2037E}"/>
              </a:ext>
            </a:extLst>
          </p:cNvPr>
          <p:cNvSpPr txBox="1"/>
          <p:nvPr/>
        </p:nvSpPr>
        <p:spPr>
          <a:xfrm>
            <a:off x="930424" y="3163743"/>
            <a:ext cx="3816424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lvl="2" indent="-285750" rtl="1"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البيولوجية</a:t>
            </a:r>
          </a:p>
          <a:p>
            <a:pPr marL="285750" lvl="2" indent="-285750" rtl="1"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العمل على المرتفعات</a:t>
            </a:r>
          </a:p>
          <a:p>
            <a:pPr marL="285750" lvl="2" indent="-285750" rtl="1"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الأجسام الساقطة.</a:t>
            </a:r>
            <a:endParaRPr lang="en-AE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8" name="Picture 7" descr="A yellow triangle with a black exclamation mark&#10;&#10;Description automatically generated">
            <a:extLst>
              <a:ext uri="{FF2B5EF4-FFF2-40B4-BE49-F238E27FC236}">
                <a16:creationId xmlns:a16="http://schemas.microsoft.com/office/drawing/2014/main" id="{CE723BE6-139D-F456-9676-325A9FB23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603" y="4224137"/>
            <a:ext cx="2743200" cy="241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8806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3224" y="1260291"/>
            <a:ext cx="8003232" cy="69254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السلامة (2)</a:t>
            </a:r>
            <a:endParaRPr lang="en-GB" altLang="en-US" sz="46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C10B1-64DE-CFF7-1241-C79D2F7EEC67}"/>
              </a:ext>
            </a:extLst>
          </p:cNvPr>
          <p:cNvSpPr txBox="1"/>
          <p:nvPr/>
        </p:nvSpPr>
        <p:spPr>
          <a:xfrm>
            <a:off x="4592092" y="2708920"/>
            <a:ext cx="4248472" cy="6771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rtl="1"/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AE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B770B-9C72-50CA-D865-14B5D8BA109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84981" y="2204864"/>
            <a:ext cx="7991475" cy="41028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 المهم أن يتبع المتعلمون دائمًا تقييم المخاطر للنشاط الذي يقومون به. </a:t>
            </a:r>
          </a:p>
          <a:p>
            <a:pPr marL="0" indent="0" rtl="1">
              <a:lnSpc>
                <a:spcPct val="110000"/>
              </a:lnSpc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يكونوا قادرين على:</a:t>
            </a:r>
          </a:p>
          <a:p>
            <a:pPr lvl="1" rtl="1">
              <a:lnSpc>
                <a:spcPct val="110000"/>
              </a:lnSpc>
              <a:buSzPct val="85000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الأخطار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>
              <a:lnSpc>
                <a:spcPct val="110000"/>
              </a:lnSpc>
              <a:buSzPct val="85000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المخاطر الناتجة عن الأخطار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>
              <a:lnSpc>
                <a:spcPct val="110000"/>
              </a:lnSpc>
              <a:buSzPct val="85000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الأشخاص المعرضين للخطر</a:t>
            </a:r>
          </a:p>
          <a:p>
            <a:pPr lvl="1" rtl="1">
              <a:lnSpc>
                <a:spcPct val="110000"/>
              </a:lnSpc>
              <a:buSzPct val="85000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تطبيق تدابير التحكم للقضاء على المخاطر أو إنهائها</a:t>
            </a:r>
          </a:p>
          <a:p>
            <a:pPr lvl="1" rtl="1">
              <a:lnSpc>
                <a:spcPct val="110000"/>
              </a:lnSpc>
              <a:buSzPct val="85000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استكمال الوثائق المناسبة لإثبات ممارسات العمل الآمنة التالية.</a:t>
            </a:r>
          </a:p>
          <a:p>
            <a:pPr lvl="1" rtl="1">
              <a:lnSpc>
                <a:spcPct val="110000"/>
              </a:lnSpc>
            </a:pPr>
            <a:endParaRPr lang="en-GB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>
              <a:lnSpc>
                <a:spcPct val="110000"/>
              </a:lnSpc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>
              <a:lnSpc>
                <a:spcPct val="110000"/>
              </a:lnSpc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>
              <a:lnSpc>
                <a:spcPct val="110000"/>
              </a:lnSpc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>
              <a:lnSpc>
                <a:spcPct val="110000"/>
              </a:lnSpc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1470814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2053" y="1244496"/>
            <a:ext cx="8003232" cy="69254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السلامة (3)</a:t>
            </a:r>
            <a:endParaRPr lang="en-GB" altLang="en-US" sz="46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33189" y="2084308"/>
            <a:ext cx="8640960" cy="4360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الحفاظ على الأمان في بيئة العمل الكهربائية والإلكترونية.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9A1AFF-E70D-CEEA-D291-B7001D9B025C}"/>
              </a:ext>
            </a:extLst>
          </p:cNvPr>
          <p:cNvSpPr txBox="1"/>
          <p:nvPr/>
        </p:nvSpPr>
        <p:spPr>
          <a:xfrm>
            <a:off x="107504" y="2644215"/>
            <a:ext cx="4104456" cy="286847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دائمًا: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ارتداء معدات الحماية الشخصية المناسبة (PPE) المحددة في تقييم المخاطر.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اتباع ممارسات العمل الآمنة؛ مثل تصريح العمل، إشعارات وعلامات التحذير، العزل، حواجز السلامة، الإبلاغ عن الحوادث.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اتباع إجراءات العمل المعتمدة.</a:t>
            </a:r>
          </a:p>
          <a:p>
            <a:pPr rtl="1">
              <a:lnSpc>
                <a:spcPct val="110000"/>
              </a:lnSpc>
            </a:pPr>
            <a:endParaRPr lang="en-AE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 descr="A yellow helmet and goggles on a wooden surface&#10;&#10;Description automatically generated">
            <a:extLst>
              <a:ext uri="{FF2B5EF4-FFF2-40B4-BE49-F238E27FC236}">
                <a16:creationId xmlns:a16="http://schemas.microsoft.com/office/drawing/2014/main" id="{8AA4D8D0-4597-6BB4-F9C8-3D03B05E531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3994" y="2902058"/>
            <a:ext cx="3853911" cy="256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5604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مهام الصيانة الروتينية (1)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إجراء فحوصات واختبارات تشمل ما يلي:</a:t>
            </a:r>
          </a:p>
          <a:p>
            <a:pPr rtl="1">
              <a:buSzPct val="85000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الفحص البصري</a:t>
            </a:r>
          </a:p>
          <a:p>
            <a:pPr lvl="1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البلى</a:t>
            </a:r>
          </a:p>
          <a:p>
            <a:pPr lvl="1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الاحتكاك</a:t>
            </a:r>
          </a:p>
          <a:p>
            <a:pPr lvl="1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التلويث</a:t>
            </a:r>
          </a:p>
          <a:p>
            <a:pPr lvl="1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ارتفاع درجة الحرارة</a:t>
            </a:r>
          </a:p>
          <a:p>
            <a:pPr lvl="1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تجهيزات مفكوكة</a:t>
            </a:r>
          </a:p>
          <a:p>
            <a:pPr marL="0" indent="0" rtl="1"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Picture 2" descr="A person wearing a white helmet and gloves pointing at a large silver object&#10;&#10;Description automatically generated">
            <a:extLst>
              <a:ext uri="{FF2B5EF4-FFF2-40B4-BE49-F238E27FC236}">
                <a16:creationId xmlns:a16="http://schemas.microsoft.com/office/drawing/2014/main" id="{A4C6D5BA-61F9-0EC0-0C98-8E9FEE1BB55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07" y="2515008"/>
            <a:ext cx="3317892" cy="332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897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مهام الصيانة الروتينية (2)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أيضًا إجراء فحوصات واختبارات تشمل ما يلي: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الأداء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الكهربائية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التعديلات</a:t>
            </a:r>
          </a:p>
        </p:txBody>
      </p:sp>
      <p:pic>
        <p:nvPicPr>
          <p:cNvPr id="4" name="Picture 3" descr="A person in a hard hat and overalls holding a solar panel&#10;&#10;Description automatically generated">
            <a:extLst>
              <a:ext uri="{FF2B5EF4-FFF2-40B4-BE49-F238E27FC236}">
                <a16:creationId xmlns:a16="http://schemas.microsoft.com/office/drawing/2014/main" id="{11180D1C-8614-AECF-A0CF-32E1884AC5E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1708" y="2942500"/>
            <a:ext cx="3781903" cy="253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4763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مهام الصيانة الروتينية (3)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إكمال إجراءات الصيانة، بما فيها: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التعديلات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استبدال المكونات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استبدال/تغيير المواد الاستهلاكية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الاختبار في ضوء المواصفات</a:t>
            </a:r>
          </a:p>
          <a:p>
            <a:pPr marL="0" indent="0" rtl="1"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 descr="A printer with a few ink cartridges on it&#10;&#10;Description automatically generated">
            <a:extLst>
              <a:ext uri="{FF2B5EF4-FFF2-40B4-BE49-F238E27FC236}">
                <a16:creationId xmlns:a16="http://schemas.microsoft.com/office/drawing/2014/main" id="{10D9E9D1-7B7A-4678-DF67-A23F2FCEDDD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624" y="2961792"/>
            <a:ext cx="3739334" cy="249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0662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مهام الصيانة الروتينية</a:t>
            </a:r>
            <a:r>
              <a:rPr lang="en-GB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(</a:t>
            </a:r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4</a:t>
            </a:r>
            <a:r>
              <a:rPr lang="ar" sz="4600" b="0">
                <a:latin typeface="Sakkal Majalla" panose="02000000000000000000" pitchFamily="2" charset="-78"/>
                <a:cs typeface="Sakkal Majalla" panose="02000000000000000000" pitchFamily="2" charset="-78"/>
              </a:rPr>
              <a:t>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67973" y="2420888"/>
            <a:ext cx="4027488" cy="365519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إكمال سجلات جميع الإجراءات باستخدام الوثائق القياسية: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بطاقة المهمة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القائمة المرجعية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تقرير الصيانة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إكمال وتوقيع الوثائق.</a:t>
            </a:r>
          </a:p>
          <a:p>
            <a:pPr marL="0" indent="0" rtl="1"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Picture 2" descr="A clipboard with check marks&#10;&#10;Description automatically generated">
            <a:extLst>
              <a:ext uri="{FF2B5EF4-FFF2-40B4-BE49-F238E27FC236}">
                <a16:creationId xmlns:a16="http://schemas.microsoft.com/office/drawing/2014/main" id="{E335468C-3E85-C870-D528-52939AA0BA1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7730" y="2397263"/>
            <a:ext cx="3139099" cy="301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3290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17143"/>
            <a:ext cx="8229600" cy="77169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80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</a:t>
            </a:r>
            <a:br>
              <a:rPr lang="en-GB" altLang="en-US" sz="38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>
                <a:latin typeface="Sakkal Majalla" panose="02000000000000000000" pitchFamily="2" charset="-78"/>
                <a:cs typeface="Sakkal Majalla" panose="02000000000000000000" pitchFamily="2" charset="-78"/>
              </a:rPr>
              <a:t>هدفا التعلم (ب) و(ج) (1)</a:t>
            </a:r>
            <a:endParaRPr lang="en-GB" altLang="en-US" sz="38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210DF28-8722-C7FC-DE59-17FD0FD167D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8" y="2492896"/>
            <a:ext cx="8496944" cy="40324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تنفيذ مهمة 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صيانة روتينية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على دائرة كهربائية 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أو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دائرة إلكترونية لتلبية معايير التقييم لهدفي التعلم (ب) و (ج).</a:t>
            </a:r>
          </a:p>
          <a:p>
            <a:pPr marL="0" indent="0" rtl="1">
              <a:lnSpc>
                <a:spcPct val="110000"/>
              </a:lnSpc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سيحتاج المتعلمون إلى وثائق داعمة تشمل مخطط الدائرة وتعليمات التشغيل لتنفيذ المهمة. ويجب على المتعلمين استخدام المعلومات لتحليل التعليمات لتحديد المناسب مما يلي: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المكونات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الأدوات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الطرق</a:t>
            </a:r>
          </a:p>
          <a:p>
            <a:pPr marL="0" indent="0" rtl="1">
              <a:lnSpc>
                <a:spcPct val="110000"/>
              </a:lnSpc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عليهم تنفيذ النشاط بأمان واستكمال التقرير.</a:t>
            </a:r>
          </a:p>
          <a:p>
            <a:pPr marL="0" indent="0" rtl="1">
              <a:lnSpc>
                <a:spcPct val="110000"/>
              </a:lnSpc>
              <a:buNone/>
            </a:pPr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40518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17143"/>
            <a:ext cx="8229600" cy="77169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80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</a:t>
            </a:r>
            <a:br>
              <a:rPr lang="en-GB" altLang="en-US" sz="38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>
                <a:latin typeface="Sakkal Majalla" panose="02000000000000000000" pitchFamily="2" charset="-78"/>
                <a:cs typeface="Sakkal Majalla" panose="02000000000000000000" pitchFamily="2" charset="-78"/>
              </a:rPr>
              <a:t>هدفا التعلم (ب) و(ج) (2)</a:t>
            </a:r>
            <a:endParaRPr lang="en-GB" altLang="en-US" sz="38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210DF28-8722-C7FC-DE59-17FD0FD167D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1699" y="2492896"/>
            <a:ext cx="8648773" cy="40324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05000"/>
              </a:lnSpc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تقديم تقرير صيانة يتضمن ما يلي:</a:t>
            </a:r>
          </a:p>
          <a:p>
            <a:pPr rtl="1">
              <a:lnSpc>
                <a:spcPct val="105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اختيار المكونات والأدوات والطرق</a:t>
            </a:r>
          </a:p>
          <a:p>
            <a:pPr rtl="1">
              <a:lnSpc>
                <a:spcPct val="105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وصف كيفية تنفيذ المهمة بأمان. يجب أن يتضمن الوصف مخططات وصور لدعم الوصف. </a:t>
            </a:r>
            <a:br>
              <a:rPr lang="ar-EG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التأكد من أن الصور تُثبت أنهم يعملون بأمان على سبيل المثال باستخدام معدات الحماية الشخصية المناسبة.</a:t>
            </a:r>
          </a:p>
          <a:p>
            <a:pPr rtl="1">
              <a:lnSpc>
                <a:spcPct val="105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تحليل القياسات المسجلة.</a:t>
            </a:r>
          </a:p>
          <a:p>
            <a:pPr rtl="1">
              <a:lnSpc>
                <a:spcPct val="105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تقييم فعالية النشاط.</a:t>
            </a:r>
          </a:p>
          <a:p>
            <a:pPr rtl="1">
              <a:lnSpc>
                <a:spcPct val="105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سجل مراقبة يؤكد العمل الآمن.</a:t>
            </a:r>
          </a:p>
          <a:p>
            <a:pPr rtl="1">
              <a:lnSpc>
                <a:spcPct val="105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05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729649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3224" y="134076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4600" kern="1200"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هدف التعلم (د)</a:t>
            </a: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83568" y="3787744"/>
            <a:ext cx="7819256" cy="155858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الأعطال في النظام الكهربائي أو الإلكتروني.</a:t>
            </a:r>
          </a:p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تصحيح الأعطال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2327718"/>
            <a:ext cx="7991475" cy="1758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الاستعداد لاكتشاف الأعطال وتصحيحها </a:t>
            </a:r>
            <a:r>
              <a:rPr lang="ar" sz="300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بأمان </a:t>
            </a:r>
            <a:br>
              <a:rPr lang="ar-EG" sz="300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00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على </a:t>
            </a:r>
            <a:r>
              <a:rPr lang="ar" sz="3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الأنظمة </a:t>
            </a:r>
            <a:r>
              <a:rPr lang="ar" sz="300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الكهربائية أو </a:t>
            </a:r>
            <a:r>
              <a:rPr lang="ar" sz="3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الإلكترونية</a:t>
            </a:r>
          </a:p>
          <a:p>
            <a:pPr algn="ctr" rtl="1"/>
            <a:br>
              <a:rPr lang="en-US" altLang="en-US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0310294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الأعطال في النظام الكهربائي أو الإلكتروني </a:t>
            </a:r>
            <a:r>
              <a:rPr lang="ar" sz="3000" b="0">
                <a:latin typeface="Sakkal Majalla" panose="02000000000000000000" pitchFamily="2" charset="-78"/>
                <a:cs typeface="Sakkal Majalla" panose="02000000000000000000" pitchFamily="2" charset="-78"/>
              </a:rPr>
              <a:t>(</a:t>
            </a: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1</a:t>
            </a:r>
            <a:r>
              <a:rPr lang="ar" sz="3000" b="0">
                <a:latin typeface="Sakkal Majalla" panose="02000000000000000000" pitchFamily="2" charset="-78"/>
                <a:cs typeface="Sakkal Majalla" panose="02000000000000000000" pitchFamily="2" charset="-78"/>
              </a:rPr>
              <a:t>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8312" y="2196001"/>
            <a:ext cx="4027488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يكون المتعلمون قادرين على تحديد مؤشرات الأعطال، بما فيها: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التوقف الكامل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التشغيل المتقطع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ارتفاع درجة الحرارة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عدم مطابقة المواصفات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أكواد الأعطال</a:t>
            </a:r>
          </a:p>
        </p:txBody>
      </p:sp>
      <p:pic>
        <p:nvPicPr>
          <p:cNvPr id="4" name="Picture 3" descr="A person fixing a tv&#10;&#10;Description automatically generated">
            <a:extLst>
              <a:ext uri="{FF2B5EF4-FFF2-40B4-BE49-F238E27FC236}">
                <a16:creationId xmlns:a16="http://schemas.microsoft.com/office/drawing/2014/main" id="{5D692C16-0E5A-E647-485C-79809594B0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417" y="2257478"/>
            <a:ext cx="3117814" cy="312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7927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412776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الأعطال في النظام الكهربائي أو الإلكتروني </a:t>
            </a:r>
            <a:r>
              <a:rPr lang="ar" sz="3000" b="0">
                <a:latin typeface="Sakkal Majalla" panose="02000000000000000000" pitchFamily="2" charset="-78"/>
                <a:cs typeface="Sakkal Majalla" panose="02000000000000000000" pitchFamily="2" charset="-78"/>
              </a:rPr>
              <a:t>(2)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59313" y="2496887"/>
            <a:ext cx="4027487" cy="315930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يكون المتعلمون قادرين على التعرف على الأعطال الشائعة: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دائرة قصيرة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دائرة مفتوحة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تعطل المكون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4E210C-5D61-16C1-058B-967BF64A156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770" y="2691502"/>
            <a:ext cx="3786160" cy="252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3412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068395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الأعطال في النظام الكهربائي أو الإلكتروني </a:t>
            </a:r>
            <a:r>
              <a:rPr lang="ar" sz="3000" b="0">
                <a:latin typeface="Sakkal Majalla" panose="02000000000000000000" pitchFamily="2" charset="-78"/>
                <a:cs typeface="Sakkal Majalla" panose="02000000000000000000" pitchFamily="2" charset="-78"/>
              </a:rPr>
              <a:t>(</a:t>
            </a: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3</a:t>
            </a:r>
            <a:r>
              <a:rPr lang="ar" sz="3000" b="0">
                <a:latin typeface="Sakkal Majalla" panose="02000000000000000000" pitchFamily="2" charset="-78"/>
                <a:cs typeface="Sakkal Majalla" panose="02000000000000000000" pitchFamily="2" charset="-78"/>
              </a:rPr>
              <a:t>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788024" y="2069196"/>
            <a:ext cx="3887662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يكون المتعلمون قادرين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على استخدام الأدوات المساعدة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لتحديد الأعطال: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بيانات الشركات المصنعة مثل مواصفات النظام، المخططات، مخططات استكشاف الأعطال وإصلاحها، أكواد الأعطال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السجلات السابقة مثل تقارير الأعطال</a:t>
            </a:r>
          </a:p>
        </p:txBody>
      </p:sp>
      <p:pic>
        <p:nvPicPr>
          <p:cNvPr id="4" name="Picture 3" descr="A person drawing a diagram on a glass board&#10;&#10;Description automatically generated">
            <a:extLst>
              <a:ext uri="{FF2B5EF4-FFF2-40B4-BE49-F238E27FC236}">
                <a16:creationId xmlns:a16="http://schemas.microsoft.com/office/drawing/2014/main" id="{5877FB7D-909F-9175-F023-B13E8021DC8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781" y="2744209"/>
            <a:ext cx="3777646" cy="263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8522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16131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الأعطال في النظام الكهربائي أو الإلكتروني </a:t>
            </a:r>
            <a:r>
              <a:rPr lang="ar" sz="3000" b="0">
                <a:latin typeface="Sakkal Majalla" panose="02000000000000000000" pitchFamily="2" charset="-78"/>
                <a:cs typeface="Sakkal Majalla" panose="02000000000000000000" pitchFamily="2" charset="-78"/>
              </a:rPr>
              <a:t>(</a:t>
            </a: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3</a:t>
            </a:r>
            <a:r>
              <a:rPr lang="ar" sz="3000" b="0">
                <a:latin typeface="Sakkal Majalla" panose="02000000000000000000" pitchFamily="2" charset="-78"/>
                <a:cs typeface="Sakkal Majalla" panose="02000000000000000000" pitchFamily="2" charset="-78"/>
              </a:rPr>
              <a:t>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00745" y="2196001"/>
            <a:ext cx="4353145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يكون المتعلمون قادرين على</a:t>
            </a:r>
            <a: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الأدوات لتحديد الأعطال، بما فيها: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المقياس متعدد الأغراض 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مولّد الإشارة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راسم الذبذبات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مسبار المنطق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متتبع الإشارة</a:t>
            </a:r>
          </a:p>
        </p:txBody>
      </p:sp>
      <p:pic>
        <p:nvPicPr>
          <p:cNvPr id="4" name="Picture 3" descr="A group of electrical devices with wires&#10;&#10;Description automatically generated">
            <a:extLst>
              <a:ext uri="{FF2B5EF4-FFF2-40B4-BE49-F238E27FC236}">
                <a16:creationId xmlns:a16="http://schemas.microsoft.com/office/drawing/2014/main" id="{E8154ABD-E893-82E5-A48A-AC63257E38E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2747" y="2134026"/>
            <a:ext cx="3292349" cy="328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3564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0811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الأعطال في النظام الكهربائي أو الإلكتروني </a:t>
            </a:r>
            <a:r>
              <a:rPr lang="ar" sz="3000" b="0">
                <a:latin typeface="Sakkal Majalla" panose="02000000000000000000" pitchFamily="2" charset="-78"/>
                <a:cs typeface="Sakkal Majalla" panose="02000000000000000000" pitchFamily="2" charset="-78"/>
              </a:rPr>
              <a:t>(4)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026820"/>
            <a:ext cx="4036000" cy="35515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14000"/>
              </a:lnSpc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تنص مواصفات الوحدة على أنه يجب على المتعلمين استخدام أدوات القياس المناسبة لأداء تمرين اكتشاف الأعطال. </a:t>
            </a:r>
          </a:p>
          <a:p>
            <a:pPr marL="0" indent="0" rtl="1">
              <a:lnSpc>
                <a:spcPct val="114000"/>
              </a:lnSpc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ويعتبر المقياس متعدد الأغراض المستخدم لقياس معلمتين مختلفتين (مثل الجهد والمقاومة) أداتين. </a:t>
            </a:r>
          </a:p>
          <a:p>
            <a:pPr marL="0" indent="0" rtl="1">
              <a:lnSpc>
                <a:spcPct val="114000"/>
              </a:lnSpc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ومع ذلك، يجب على المتعلمين استخدام مجموعة متنوعة من الأدوات لتلبية معايير الدرجات الأعلى.</a:t>
            </a:r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Picture 2" descr="A person working on a circuit board&#10;&#10;Description automatically generated">
            <a:extLst>
              <a:ext uri="{FF2B5EF4-FFF2-40B4-BE49-F238E27FC236}">
                <a16:creationId xmlns:a16="http://schemas.microsoft.com/office/drawing/2014/main" id="{98F9627D-FB38-E02A-F3D6-23649AFE8B6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199" y="2130867"/>
            <a:ext cx="3458373" cy="34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9995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0811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الأعطال في النظام الكهربائي أو الإلكتروني </a:t>
            </a:r>
            <a:r>
              <a:rPr lang="ar" sz="3000" b="0">
                <a:latin typeface="Sakkal Majalla" panose="02000000000000000000" pitchFamily="2" charset="-78"/>
                <a:cs typeface="Sakkal Majalla" panose="02000000000000000000" pitchFamily="2" charset="-78"/>
              </a:rPr>
              <a:t>(5)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ECEE65F-DC74-C911-4648-31C2978AD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" y="2030530"/>
            <a:ext cx="3887664" cy="40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lnSpc>
                <a:spcPct val="114000"/>
              </a:lnSpc>
              <a:buNone/>
            </a:pPr>
            <a:r>
              <a:rPr lang="ar" sz="2100" kern="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استخدام تقنيات اكتشاف الأعطال. ويجب أن يتمثل الإجراء الأول في إجراء </a:t>
            </a:r>
            <a:r>
              <a:rPr lang="ar" sz="21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فحص بصري</a:t>
            </a:r>
          </a:p>
          <a:p>
            <a:pPr lvl="1" rtl="1">
              <a:lnSpc>
                <a:spcPct val="114000"/>
              </a:lnSpc>
              <a:buSzPct val="85000"/>
            </a:pPr>
            <a:r>
              <a:rPr lang="ar" sz="21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المقارنة مع مخطط الدائرة. </a:t>
            </a:r>
          </a:p>
          <a:p>
            <a:pPr lvl="1" rtl="1">
              <a:lnSpc>
                <a:spcPct val="114000"/>
              </a:lnSpc>
              <a:buSzPct val="85000"/>
            </a:pPr>
            <a:r>
              <a:rPr lang="ar" sz="21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تحقق من الدوائر المفتوحة أو القصيرة</a:t>
            </a:r>
          </a:p>
          <a:p>
            <a:pPr lvl="1" rtl="1">
              <a:lnSpc>
                <a:spcPct val="114000"/>
              </a:lnSpc>
              <a:buSzPct val="85000"/>
            </a:pPr>
            <a:r>
              <a:rPr lang="ar" sz="21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التحقق من صحة قيم المكونات. </a:t>
            </a:r>
          </a:p>
          <a:p>
            <a:pPr lvl="1" rtl="1">
              <a:lnSpc>
                <a:spcPct val="114000"/>
              </a:lnSpc>
              <a:buSzPct val="85000"/>
            </a:pPr>
            <a:r>
              <a:rPr lang="ar" sz="21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تحقق من وضع المكونات وتوجيهها بشكل صحيح؛ مثل موحد التيار والمكثفات الإلكتروليتية.</a:t>
            </a:r>
          </a:p>
          <a:p>
            <a:pPr rtl="1">
              <a:lnSpc>
                <a:spcPct val="114000"/>
              </a:lnSpc>
            </a:pPr>
            <a:endParaRPr lang="en-GB" altLang="en-US" sz="21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14000"/>
              </a:lnSpc>
            </a:pPr>
            <a:endParaRPr lang="en-GB" altLang="en-US" sz="21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 descr="A cartoon character looking at coins&#10;&#10;Description automatically generated">
            <a:extLst>
              <a:ext uri="{FF2B5EF4-FFF2-40B4-BE49-F238E27FC236}">
                <a16:creationId xmlns:a16="http://schemas.microsoft.com/office/drawing/2014/main" id="{265B141E-0F34-BF3B-CDC2-C079EF8477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2079236"/>
            <a:ext cx="3526484" cy="353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831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089908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الأعطال في النظام الكهربائي أو الإلكتروني </a:t>
            </a:r>
            <a:r>
              <a:rPr lang="ar" sz="3000" b="0">
                <a:latin typeface="Sakkal Majalla" panose="02000000000000000000" pitchFamily="2" charset="-78"/>
                <a:cs typeface="Sakkal Majalla" panose="02000000000000000000" pitchFamily="2" charset="-78"/>
              </a:rPr>
              <a:t>(</a:t>
            </a:r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6</a:t>
            </a:r>
            <a:r>
              <a:rPr lang="ar" sz="3000" b="0">
                <a:latin typeface="Sakkal Majalla" panose="02000000000000000000" pitchFamily="2" charset="-78"/>
                <a:cs typeface="Sakkal Majalla" panose="02000000000000000000" pitchFamily="2" charset="-78"/>
              </a:rPr>
              <a:t>)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ECEE65F-DC74-C911-4648-31C2978AD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1900674"/>
            <a:ext cx="4532894" cy="40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lnSpc>
                <a:spcPct val="90000"/>
              </a:lnSpc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تستخدم تقنية اكتشاف الأعطال </a:t>
            </a:r>
            <a:r>
              <a:rPr lang="ar" kern="0">
                <a:latin typeface="Sakkal Majalla" panose="02000000000000000000" pitchFamily="2" charset="-78"/>
                <a:cs typeface="Sakkal Majalla" panose="02000000000000000000" pitchFamily="2" charset="-78"/>
              </a:rPr>
              <a:t>وتصحيحها</a:t>
            </a:r>
            <a:r>
              <a:rPr lang="ar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br>
              <a:rPr lang="ar-EG" b="1" kern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طريقة </a:t>
            </a:r>
            <a:r>
              <a:rPr lang="ar" b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 ست نقاط. </a:t>
            </a:r>
          </a:p>
          <a:p>
            <a:pPr marL="0" indent="0" rtl="1">
              <a:lnSpc>
                <a:spcPct val="90000"/>
              </a:lnSpc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200" indent="-457200" rtl="1">
              <a:lnSpc>
                <a:spcPct val="90000"/>
              </a:lnSpc>
              <a:buFont typeface="+mj-lt"/>
              <a:buAutoNum type="arabicPeriod"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جمع الأدلة</a:t>
            </a:r>
          </a:p>
          <a:p>
            <a:pPr marL="457200" indent="-457200" rtl="1">
              <a:lnSpc>
                <a:spcPct val="90000"/>
              </a:lnSpc>
              <a:buFont typeface="+mj-lt"/>
              <a:buAutoNum type="arabicPeriod"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الأدلة</a:t>
            </a:r>
          </a:p>
          <a:p>
            <a:pPr marL="457200" indent="-457200" rtl="1">
              <a:lnSpc>
                <a:spcPct val="90000"/>
              </a:lnSpc>
              <a:buFont typeface="+mj-lt"/>
              <a:buAutoNum type="arabicPeriod"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موقع العطل</a:t>
            </a:r>
          </a:p>
          <a:p>
            <a:pPr marL="457200" indent="-457200" rtl="1">
              <a:lnSpc>
                <a:spcPct val="90000"/>
              </a:lnSpc>
              <a:buFont typeface="+mj-lt"/>
              <a:buAutoNum type="arabicPeriod"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السبب وإزالته</a:t>
            </a:r>
          </a:p>
          <a:p>
            <a:pPr marL="457200" indent="-457200" rtl="1">
              <a:lnSpc>
                <a:spcPct val="90000"/>
              </a:lnSpc>
              <a:buFont typeface="+mj-lt"/>
              <a:buAutoNum type="arabicPeriod"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التحقق من العطل</a:t>
            </a:r>
          </a:p>
          <a:p>
            <a:pPr marL="457200" indent="-457200" rtl="1">
              <a:lnSpc>
                <a:spcPct val="90000"/>
              </a:lnSpc>
              <a:buFont typeface="+mj-lt"/>
              <a:buAutoNum type="arabicPeriod"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التحقق من النظام</a:t>
            </a:r>
          </a:p>
          <a:p>
            <a:pPr marL="0" indent="0" rtl="1">
              <a:lnSpc>
                <a:spcPct val="90000"/>
              </a:lnSpc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 descr="A number six in orange&#10;&#10;Description automatically generated">
            <a:extLst>
              <a:ext uri="{FF2B5EF4-FFF2-40B4-BE49-F238E27FC236}">
                <a16:creationId xmlns:a16="http://schemas.microsoft.com/office/drawing/2014/main" id="{5C825595-9922-5AD2-58F1-9FE04F67778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361" y="2319534"/>
            <a:ext cx="3632909" cy="291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74968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099303"/>
            <a:ext cx="8229600" cy="119633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الأعطال في النظام الكهربائي أو الإلكتروني </a:t>
            </a:r>
            <a:r>
              <a:rPr lang="ar" sz="3000" b="0">
                <a:latin typeface="Sakkal Majalla" panose="02000000000000000000" pitchFamily="2" charset="-78"/>
                <a:cs typeface="Sakkal Majalla" panose="02000000000000000000" pitchFamily="2" charset="-78"/>
              </a:rPr>
              <a:t>(7)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3851987A-2DDD-99C5-8149-4A695933F1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46112" y="1683390"/>
            <a:ext cx="8496944" cy="54922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تتبع الإشارة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هي طريقة لتحديد موقع العطل.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B853CF-F104-1E63-E7AE-E3FA20345BF5}"/>
              </a:ext>
            </a:extLst>
          </p:cNvPr>
          <p:cNvSpPr txBox="1"/>
          <p:nvPr/>
        </p:nvSpPr>
        <p:spPr>
          <a:xfrm>
            <a:off x="6179381" y="2110996"/>
            <a:ext cx="2736304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الدخل إلى الخرج</a:t>
            </a: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قارن الإشارة بقيمتها المتوقعة بدءًا من الدخل والاتجاه نحو الخرج </a:t>
            </a:r>
            <a:b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حتى تصبح الإشارة مفقودة </a:t>
            </a:r>
            <a:b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أو لا تكون القيمة الصحيحة.</a:t>
            </a:r>
          </a:p>
          <a:p>
            <a:pPr rtl="1"/>
            <a:endParaRPr lang="en-AE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896B1-B5C0-E7AA-D855-97FE9E82541A}"/>
              </a:ext>
            </a:extLst>
          </p:cNvPr>
          <p:cNvSpPr txBox="1"/>
          <p:nvPr/>
        </p:nvSpPr>
        <p:spPr>
          <a:xfrm>
            <a:off x="3148006" y="2093142"/>
            <a:ext cx="2736304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الخرج إلى الدخل</a:t>
            </a: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اتبع نفس إجراء الدخل إلى الخرج، ولكن ابدأ عند الخرج واعمل </a:t>
            </a:r>
            <a:b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باتجاه الدخل.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6CA00-7247-9B95-AB82-07E1C5AC2918}"/>
              </a:ext>
            </a:extLst>
          </p:cNvPr>
          <p:cNvSpPr txBox="1"/>
          <p:nvPr/>
        </p:nvSpPr>
        <p:spPr>
          <a:xfrm>
            <a:off x="147656" y="2093142"/>
            <a:ext cx="2736304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الانقسام النصفي</a:t>
            </a: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اتبع نفس الإجراء ولكن ابدأ من النقطة المتوسطة.</a:t>
            </a: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إذا كانت الإشارة هي القيمة الصحيحة، اعمل باتجاه الخرج.</a:t>
            </a: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إذا كانت الإشارة مفقودة </a:t>
            </a:r>
            <a:b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أو ليست القيمة الصحيحة، </a:t>
            </a:r>
            <a:b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اعمل باتجاه الدخل.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3A0C16-2EB1-0BB6-A8FE-43D850DDE1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299"/>
          <a:stretch/>
        </p:blipFill>
        <p:spPr>
          <a:xfrm flipH="1">
            <a:off x="6253528" y="4437112"/>
            <a:ext cx="2782967" cy="13052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E955A2-DA6A-583D-C485-F0734FF494B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30424" y="4618698"/>
            <a:ext cx="2838006" cy="11236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6F932B-E10E-015F-6975-1319B99A65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327512" y="4588982"/>
            <a:ext cx="2587240" cy="12738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FFAC52-4592-34E6-55C9-CD6CB00D617B}"/>
              </a:ext>
            </a:extLst>
          </p:cNvPr>
          <p:cNvSpPr/>
          <p:nvPr/>
        </p:nvSpPr>
        <p:spPr>
          <a:xfrm>
            <a:off x="8416992" y="5461924"/>
            <a:ext cx="475488" cy="210312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دخل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AA42B1-9201-F5F0-E73B-9B491F6B4567}"/>
              </a:ext>
            </a:extLst>
          </p:cNvPr>
          <p:cNvSpPr/>
          <p:nvPr/>
        </p:nvSpPr>
        <p:spPr>
          <a:xfrm>
            <a:off x="6566856" y="5489356"/>
            <a:ext cx="646176" cy="210312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خرج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6E985C-5FA0-8FC1-3AFA-C3C315AD2DB0}"/>
              </a:ext>
            </a:extLst>
          </p:cNvPr>
          <p:cNvSpPr/>
          <p:nvPr/>
        </p:nvSpPr>
        <p:spPr>
          <a:xfrm>
            <a:off x="5332416" y="5434927"/>
            <a:ext cx="472440" cy="20726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دخل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813B77-E6EE-3E47-38E7-28D27316BEC5}"/>
              </a:ext>
            </a:extLst>
          </p:cNvPr>
          <p:cNvSpPr/>
          <p:nvPr/>
        </p:nvSpPr>
        <p:spPr>
          <a:xfrm>
            <a:off x="3503616" y="5462359"/>
            <a:ext cx="637032" cy="20726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خرج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8E501B-F697-8860-F9DB-975E6811D82F}"/>
              </a:ext>
            </a:extLst>
          </p:cNvPr>
          <p:cNvSpPr/>
          <p:nvPr/>
        </p:nvSpPr>
        <p:spPr>
          <a:xfrm>
            <a:off x="2339280" y="5390077"/>
            <a:ext cx="484632" cy="22250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دخل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E59F1D-6350-1791-AABC-14E72A377538}"/>
              </a:ext>
            </a:extLst>
          </p:cNvPr>
          <p:cNvSpPr/>
          <p:nvPr/>
        </p:nvSpPr>
        <p:spPr>
          <a:xfrm>
            <a:off x="1406592" y="5371789"/>
            <a:ext cx="362712" cy="20421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متوسط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58B78D-F20E-2BD3-3218-A4B53531E3A1}"/>
              </a:ext>
            </a:extLst>
          </p:cNvPr>
          <p:cNvSpPr/>
          <p:nvPr/>
        </p:nvSpPr>
        <p:spPr>
          <a:xfrm>
            <a:off x="287976" y="5380933"/>
            <a:ext cx="630936" cy="21945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خرج</a:t>
            </a:r>
          </a:p>
        </p:txBody>
      </p:sp>
    </p:spTree>
    <p:extLst>
      <p:ext uri="{BB962C8B-B14F-4D97-AF65-F5344CB8AC3E}">
        <p14:creationId xmlns:p14="http://schemas.microsoft.com/office/powerpoint/2010/main" val="136485433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72941"/>
            <a:ext cx="8229600" cy="74552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200">
                <a:latin typeface="Sakkal Majalla" panose="02000000000000000000" pitchFamily="2" charset="-78"/>
                <a:cs typeface="Sakkal Majalla" panose="02000000000000000000" pitchFamily="2" charset="-78"/>
              </a:rPr>
              <a:t>تصحيح الأعطال </a:t>
            </a:r>
            <a:r>
              <a:rPr lang="ar" sz="4200" b="0">
                <a:latin typeface="Sakkal Majalla" panose="02000000000000000000" pitchFamily="2" charset="-78"/>
                <a:cs typeface="Sakkal Majalla" panose="02000000000000000000" pitchFamily="2" charset="-78"/>
              </a:rPr>
              <a:t>(1)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6CA00-7247-9B95-AB82-07E1C5AC2918}"/>
              </a:ext>
            </a:extLst>
          </p:cNvPr>
          <p:cNvSpPr txBox="1"/>
          <p:nvPr/>
        </p:nvSpPr>
        <p:spPr>
          <a:xfrm>
            <a:off x="169168" y="2132856"/>
            <a:ext cx="8435280" cy="405341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تحدد المعلومات الأساسية لقرارات التقييم (EIAD) ما يجب أن يتضمنه نشاط اكتشاف الأعطال وتصحيحها لتلبية متطلبات هدف التعلم (د):</a:t>
            </a:r>
          </a:p>
          <a:p>
            <a:pPr marL="0" indent="0" rtl="1">
              <a:lnSpc>
                <a:spcPct val="110000"/>
              </a:lnSpc>
              <a:buNone/>
            </a:pPr>
            <a:endParaRPr lang="en-GB" altLang="en-US" sz="1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539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عطل شائع واحد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، على سبيل المثال، دائرة مفتوحة أو مكون دائرة قصيرة</a:t>
            </a:r>
          </a:p>
          <a:p>
            <a:pPr marL="539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الفحص البصري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- يجب ألا يكون العطل واضحًا بصريًا</a:t>
            </a:r>
          </a:p>
          <a:p>
            <a:pPr marL="539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تقنية </a:t>
            </a: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واحد آخر على الأقل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لاكتشاف الأعطال</a:t>
            </a:r>
          </a:p>
          <a:p>
            <a:pPr marL="539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</a:t>
            </a: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 اثنين على الأقل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من أدوات المساعدة المرجعية</a:t>
            </a:r>
          </a:p>
          <a:p>
            <a:pPr marL="539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الاستخدام </a:t>
            </a: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الآمن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لأداتي</a:t>
            </a: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قياس </a:t>
            </a:r>
            <a:r>
              <a:rPr lang="en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على الأقل</a:t>
            </a:r>
            <a:r>
              <a:rPr lang="en" sz="2000">
                <a:latin typeface="Sakkal Majalla" panose="02000000000000000000" pitchFamily="2" charset="-78"/>
                <a:cs typeface="Sakkal Majalla" panose="02000000000000000000" pitchFamily="2" charset="-78"/>
              </a:rPr>
              <a:t>. (راجع الشريحة 38)</a:t>
            </a:r>
          </a:p>
          <a:p>
            <a:pPr marL="539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الإزالة الآمنة للمكون المعطل واستبداله.</a:t>
            </a:r>
          </a:p>
          <a:p>
            <a:pPr marL="539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</a:t>
            </a: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الوثائق القياسية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لتسجيل النشاط.</a:t>
            </a:r>
          </a:p>
          <a:p>
            <a:pPr marL="254000" rtl="1">
              <a:lnSpc>
                <a:spcPct val="110000"/>
              </a:lnSpc>
            </a:pPr>
            <a:endParaRPr lang="en-GB" altLang="en-US" sz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تسمح الدائرة المستخدمة للنشاط للمتعلمين بتلبية جميع معايير التقييم المدرجة.</a:t>
            </a:r>
          </a:p>
        </p:txBody>
      </p:sp>
    </p:spTree>
    <p:extLst>
      <p:ext uri="{BB962C8B-B14F-4D97-AF65-F5344CB8AC3E}">
        <p14:creationId xmlns:p14="http://schemas.microsoft.com/office/powerpoint/2010/main" val="3427597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4360" y="1268760"/>
            <a:ext cx="8229600" cy="74552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200">
                <a:latin typeface="Sakkal Majalla" panose="02000000000000000000" pitchFamily="2" charset="-78"/>
                <a:cs typeface="Sakkal Majalla" panose="02000000000000000000" pitchFamily="2" charset="-78"/>
              </a:rPr>
              <a:t>تصحيح الأعطال </a:t>
            </a:r>
            <a:r>
              <a:rPr lang="ar" sz="4200" b="0">
                <a:latin typeface="Sakkal Majalla" panose="02000000000000000000" pitchFamily="2" charset="-78"/>
                <a:cs typeface="Sakkal Majalla" panose="02000000000000000000" pitchFamily="2" charset="-78"/>
              </a:rPr>
              <a:t>(2)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6CA00-7247-9B95-AB82-07E1C5AC2918}"/>
              </a:ext>
            </a:extLst>
          </p:cNvPr>
          <p:cNvSpPr txBox="1"/>
          <p:nvPr/>
        </p:nvSpPr>
        <p:spPr>
          <a:xfrm>
            <a:off x="251520" y="2248409"/>
            <a:ext cx="8435280" cy="38164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استخدام المعدات بأمان، مثل:</a:t>
            </a:r>
          </a:p>
          <a:p>
            <a:pPr marL="719138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أدوات اللحام بالقصدير/إزالة لحام القصدير</a:t>
            </a:r>
          </a:p>
          <a:p>
            <a:pPr marL="719138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الأدوات اليدوية، مثل مفك البراغي، الكماشة، أدوات الثني، المفاتيح السداسية، المفكات</a:t>
            </a:r>
          </a:p>
          <a:p>
            <a:pPr rtl="1">
              <a:lnSpc>
                <a:spcPct val="110000"/>
              </a:lnSpc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لإزالة المكونات المعطلة واستبدالها بأمان، بما في ذلك:</a:t>
            </a:r>
          </a:p>
          <a:p>
            <a:pPr marL="719138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إزالة 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التركيبات الميكانيكية</a:t>
            </a:r>
          </a:p>
          <a:p>
            <a:pPr marL="719138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إزالة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 المكونات المعطلة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، مثل لوحة الدائرة المطبوعة، إصلاح واستبدال المصدر، إعادة التركيب</a:t>
            </a:r>
          </a:p>
          <a:p>
            <a:pPr marL="719138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إجراءات مثل 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إزالة لحام القصدير 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و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إعادة لحام القصدير</a:t>
            </a:r>
          </a:p>
          <a:p>
            <a:pPr marL="719138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فحوصات ما بعد الإصلاح.</a:t>
            </a:r>
          </a:p>
          <a:p>
            <a:pPr rtl="1">
              <a:lnSpc>
                <a:spcPct val="110000"/>
              </a:lnSpc>
            </a:pPr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القائمة لتحديد نظام كهربائي 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أو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إلكتروني مناسب يسمح للمتعلمين بتلبية جميع المتطلبات.</a:t>
            </a:r>
          </a:p>
        </p:txBody>
      </p:sp>
    </p:spTree>
    <p:extLst>
      <p:ext uri="{BB962C8B-B14F-4D97-AF65-F5344CB8AC3E}">
        <p14:creationId xmlns:p14="http://schemas.microsoft.com/office/powerpoint/2010/main" val="317695149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74848" y="1216146"/>
            <a:ext cx="8229600" cy="74552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200">
                <a:latin typeface="Sakkal Majalla" panose="02000000000000000000" pitchFamily="2" charset="-78"/>
                <a:cs typeface="Sakkal Majalla" panose="02000000000000000000" pitchFamily="2" charset="-78"/>
              </a:rPr>
              <a:t>تصحيح الأعطال </a:t>
            </a:r>
            <a:r>
              <a:rPr lang="ar" sz="4200" b="0">
                <a:latin typeface="Sakkal Majalla" panose="02000000000000000000" pitchFamily="2" charset="-78"/>
                <a:cs typeface="Sakkal Majalla" panose="02000000000000000000" pitchFamily="2" charset="-78"/>
              </a:rPr>
              <a:t>(3)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6CA00-7247-9B95-AB82-07E1C5AC2918}"/>
              </a:ext>
            </a:extLst>
          </p:cNvPr>
          <p:cNvSpPr txBox="1"/>
          <p:nvPr/>
        </p:nvSpPr>
        <p:spPr>
          <a:xfrm>
            <a:off x="4476041" y="2623420"/>
            <a:ext cx="4330557" cy="31393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الإبلاغ عن اكتشاف الأعطال </a:t>
            </a:r>
          </a:p>
          <a:p>
            <a:pPr rtl="1">
              <a:lnSpc>
                <a:spcPct val="110000"/>
              </a:lnSpc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استخدام الوثائق القياسية مثل </a:t>
            </a:r>
            <a:b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نموذج الإبلاغ لتسجيل:</a:t>
            </a:r>
          </a:p>
          <a:p>
            <a:pPr marL="538163" lvl="1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تقرير العميل وتعليقاته</a:t>
            </a:r>
          </a:p>
          <a:p>
            <a:pPr marL="538163" lvl="1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الملاحظات الأولية</a:t>
            </a:r>
          </a:p>
          <a:p>
            <a:pPr marL="538163" lvl="1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الدليل على إجراء القياسات بأمان</a:t>
            </a:r>
          </a:p>
          <a:p>
            <a:pPr marL="538163" lvl="1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نتائج القياسات.</a:t>
            </a:r>
          </a:p>
          <a:p>
            <a:pPr marL="538163" lvl="1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شرح الطرق المستخدمة لتحديد العطل </a:t>
            </a:r>
            <a:b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وتصحيحه.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B299E1-68F1-3047-5DBC-5CA6A9E1A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926990"/>
              </p:ext>
            </p:extLst>
          </p:nvPr>
        </p:nvGraphicFramePr>
        <p:xfrm>
          <a:off x="683568" y="2481325"/>
          <a:ext cx="3792474" cy="1102063"/>
        </p:xfrm>
        <a:graphic>
          <a:graphicData uri="http://schemas.openxmlformats.org/drawingml/2006/table">
            <a:tbl>
              <a:tblPr rtl="1"/>
              <a:tblGrid>
                <a:gridCol w="717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789">
                <a:tc gridSpan="4">
                  <a:txBody>
                    <a:bodyPr/>
                    <a:lstStyle/>
                    <a:p>
                      <a:pPr marL="45720" indent="0" rtl="1"/>
                      <a:r>
                        <a:rPr lang="en-US" sz="1100" baseline="0" noProof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PED Ltd. </a:t>
                      </a:r>
                      <a:r>
                        <a:rPr lang="ar" sz="1100" baseline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         </a:t>
                      </a:r>
                      <a:r>
                        <a:rPr lang="ar-EG" sz="1100" baseline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                                       </a:t>
                      </a:r>
                      <a:r>
                        <a:rPr lang="ar" sz="1000" b="1" baseline="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نموذج </a:t>
                      </a:r>
                      <a:r>
                        <a:rPr lang="ar" sz="1000" b="1" baseline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تقرير الأعطال</a:t>
                      </a:r>
                      <a:r>
                        <a:rPr lang="ar-EG" sz="1000" b="1" baseline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                                                    </a:t>
                      </a:r>
                      <a:r>
                        <a:rPr lang="ar" sz="1000" b="1" baseline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en-US" sz="1100" baseline="0" noProof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PED Ltd.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rtl="1"/>
                      <a:endParaRPr sz="8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8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8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93">
                <a:tc>
                  <a:txBody>
                    <a:bodyPr/>
                    <a:lstStyle/>
                    <a:p>
                      <a:pPr marL="45720" indent="0" rtl="1"/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معرف المعدات</a:t>
                      </a:r>
                      <a:endParaRPr lang="ar-EG" sz="850" b="1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marL="45720" indent="0" rtl="1"/>
                      <a:endParaRPr lang="ar" sz="800" b="1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indent="0" rtl="1"/>
                      <a:r>
                        <a:rPr lang="ar" sz="850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تم الإبلاغ عنها بواسطة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19">
                <a:tc>
                  <a:txBody>
                    <a:bodyPr/>
                    <a:lstStyle/>
                    <a:p>
                      <a:pPr marL="45720" indent="0" rtl="1"/>
                      <a:r>
                        <a:rPr lang="ar" sz="850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تم الإبلاغ عنها إلى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indent="0" rtl="1"/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التاريخ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490">
                <a:tc>
                  <a:txBody>
                    <a:bodyPr/>
                    <a:lstStyle/>
                    <a:p>
                      <a:pPr marL="45720" indent="0" rtl="1">
                        <a:lnSpc>
                          <a:spcPct val="86000"/>
                        </a:lnSpc>
                      </a:pPr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الأعراض الأولية</a:t>
                      </a:r>
                      <a:endParaRPr lang="ar-EG" sz="850" b="1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marL="45720" indent="0" rtl="1">
                        <a:lnSpc>
                          <a:spcPct val="86000"/>
                        </a:lnSpc>
                      </a:pPr>
                      <a:endParaRPr lang="ar-EG" sz="850" b="1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marL="45720" indent="0" rtl="1">
                        <a:lnSpc>
                          <a:spcPct val="86000"/>
                        </a:lnSpc>
                      </a:pPr>
                      <a:endParaRPr lang="ar-EG" sz="850" b="1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marL="45720" indent="0" rtl="1">
                        <a:lnSpc>
                          <a:spcPct val="86000"/>
                        </a:lnSpc>
                      </a:pPr>
                      <a:endParaRPr lang="ar" sz="850" b="1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marL="45720" rtl="1"/>
                      <a:endParaRPr sz="85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rtl="1"/>
                      <a:endParaRPr sz="26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26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6BEE6B-54C3-D2DF-A0EA-7A2232B59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449565"/>
              </p:ext>
            </p:extLst>
          </p:nvPr>
        </p:nvGraphicFramePr>
        <p:xfrm>
          <a:off x="683568" y="3674906"/>
          <a:ext cx="3792474" cy="2619214"/>
        </p:xfrm>
        <a:graphic>
          <a:graphicData uri="http://schemas.openxmlformats.org/drawingml/2006/table">
            <a:tbl>
              <a:tblPr rtl="1"/>
              <a:tblGrid>
                <a:gridCol w="889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13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7825">
                <a:tc>
                  <a:txBody>
                    <a:bodyPr/>
                    <a:lstStyle/>
                    <a:p>
                      <a:pPr marL="45720" indent="0" rtl="1">
                        <a:lnSpc>
                          <a:spcPct val="89000"/>
                        </a:lnSpc>
                        <a:spcBef>
                          <a:spcPts val="100"/>
                        </a:spcBef>
                      </a:pPr>
                      <a:r>
                        <a:rPr lang="ar" sz="850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معدات </a:t>
                      </a:r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الاختبار </a:t>
                      </a:r>
                      <a:br>
                        <a:rPr lang="ar-EG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</a:br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المستخدمة</a:t>
                      </a:r>
                      <a:endParaRPr lang="ar" sz="85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 indent="0" rtl="1">
                        <a:spcBef>
                          <a:spcPts val="100"/>
                        </a:spcBef>
                      </a:pPr>
                      <a:r>
                        <a:rPr lang="ar" sz="850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(نعم/لا)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 indent="0" rtl="1">
                        <a:spcBef>
                          <a:spcPts val="100"/>
                        </a:spcBef>
                      </a:pPr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الرقم التسلسلي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 indent="0" rtl="1">
                        <a:lnSpc>
                          <a:spcPct val="87000"/>
                        </a:lnSpc>
                        <a:spcBef>
                          <a:spcPts val="100"/>
                        </a:spcBef>
                      </a:pPr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معدات الاختبار المستخدمة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 indent="0" algn="r" rtl="1">
                        <a:spcBef>
                          <a:spcPts val="100"/>
                        </a:spcBef>
                      </a:pPr>
                      <a:r>
                        <a:rPr lang="ar" sz="850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(نعم/لا)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 indent="0" rtl="1">
                        <a:spcBef>
                          <a:spcPts val="100"/>
                        </a:spcBef>
                      </a:pPr>
                      <a:r>
                        <a:rPr lang="ar" sz="850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الرقم التسلسلي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">
                <a:tc>
                  <a:txBody>
                    <a:bodyPr/>
                    <a:lstStyle/>
                    <a:p>
                      <a:pPr marL="45720" indent="0" rtl="1"/>
                      <a:r>
                        <a:rPr lang="ar" sz="850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مصدر طاقة تيار مستمر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indent="0" rtl="1"/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مصدر طاقة تيار متردد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">
                <a:tc>
                  <a:txBody>
                    <a:bodyPr/>
                    <a:lstStyle/>
                    <a:p>
                      <a:pPr marL="45720" indent="0" rtl="1"/>
                      <a:r>
                        <a:rPr lang="ar" sz="850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مقياس متعدد الأغراض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indent="0" rtl="1"/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مولد الإشارة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">
                <a:tc>
                  <a:txBody>
                    <a:bodyPr/>
                    <a:lstStyle/>
                    <a:p>
                      <a:pPr marL="45720" indent="0" rtl="1"/>
                      <a:r>
                        <a:rPr lang="ar" sz="850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مرسمة الذبذبات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rtl="1"/>
                      <a:endParaRPr sz="85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4609">
                <a:tc>
                  <a:txBody>
                    <a:bodyPr/>
                    <a:lstStyle/>
                    <a:p>
                      <a:pPr marL="45720" indent="0" rtl="1">
                        <a:lnSpc>
                          <a:spcPct val="87000"/>
                        </a:lnSpc>
                      </a:pPr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الاختبار</a:t>
                      </a:r>
                    </a:p>
                    <a:p>
                      <a:pPr marL="45720" indent="0" rtl="1">
                        <a:lnSpc>
                          <a:spcPct val="87000"/>
                        </a:lnSpc>
                      </a:pPr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النتيجة
الاستنتاج</a:t>
                      </a: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45720" rtl="1"/>
                      <a:endParaRPr sz="85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66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66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66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66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588">
                <a:tc>
                  <a:txBody>
                    <a:bodyPr/>
                    <a:lstStyle/>
                    <a:p>
                      <a:pPr marL="45720" indent="0" rtl="1"/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سبب العُطل</a:t>
                      </a: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12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12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12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589">
                <a:tc>
                  <a:txBody>
                    <a:bodyPr/>
                    <a:lstStyle/>
                    <a:p>
                      <a:pPr marL="45720" indent="0" rtl="1"/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الإصلاح المقترح</a:t>
                      </a: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10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10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10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10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296">
                <a:tc>
                  <a:txBody>
                    <a:bodyPr/>
                    <a:lstStyle/>
                    <a:p>
                      <a:pPr marL="45720" indent="0" rtl="1"/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توقيع</a:t>
                      </a: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45720" rtl="1"/>
                      <a:endParaRPr sz="85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4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4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4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4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6868">
                <a:tc>
                  <a:txBody>
                    <a:bodyPr/>
                    <a:lstStyle/>
                    <a:p>
                      <a:pPr marL="45720" indent="0" rtl="1"/>
                      <a:r>
                        <a:rPr lang="ar" sz="85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التاريخ</a:t>
                      </a: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45720" rtl="1"/>
                      <a:endParaRPr sz="85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5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5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5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5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89124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17143"/>
            <a:ext cx="8229600" cy="77169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400"/>
              <a:t>تقييم هدف التعلم (د) (1)</a:t>
            </a:r>
            <a:endParaRPr lang="en-GB" altLang="en-US" sz="3400" b="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210DF28-8722-C7FC-DE59-17FD0FD167D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8" y="2276872"/>
            <a:ext cx="8648773" cy="37444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/>
              <a:t>يجب على المتعلمين تحديد وتصحيح عُطل شائع واحد في النموذج الأولي للدائرة الكهربائية </a:t>
            </a:r>
            <a:r>
              <a:rPr lang="ar" b="1"/>
              <a:t>أو</a:t>
            </a:r>
            <a:r>
              <a:rPr lang="ar"/>
              <a:t> الإلكترونية. </a:t>
            </a:r>
          </a:p>
          <a:p>
            <a:pPr marL="0" indent="0" rtl="1">
              <a:buNone/>
            </a:pPr>
            <a:r>
              <a:rPr lang="ar"/>
              <a:t>يجب أن تكون الدائرة </a:t>
            </a:r>
            <a:r>
              <a:rPr lang="ar" b="1"/>
              <a:t>من النوع المعاكس</a:t>
            </a:r>
            <a:r>
              <a:rPr lang="ar"/>
              <a:t> لتلك المستخدمة لنشاط الصيانة للواجب 2.</a:t>
            </a:r>
          </a:p>
          <a:p>
            <a:pPr marL="0" indent="0" rtl="1">
              <a:buNone/>
            </a:pPr>
            <a:r>
              <a:rPr lang="ar"/>
              <a:t>يجب أن تكون الدائرة مماثلة (أو مشابهة لـ) إحدى الدوائر التي تم فحصها لهدف التعلم (أ) (الواجب 1).</a:t>
            </a:r>
          </a:p>
          <a:p>
            <a:pPr marL="0" indent="0" rtl="1">
              <a:buNone/>
            </a:pPr>
            <a:r>
              <a:rPr lang="ar"/>
              <a:t>يجب أن يكون العطل شائعًا،</a:t>
            </a:r>
          </a:p>
          <a:p>
            <a:pPr rtl="1">
              <a:buSzPct val="85000"/>
            </a:pPr>
            <a:r>
              <a:rPr lang="ar"/>
              <a:t>مكون الدائرة المفتوحة.</a:t>
            </a:r>
          </a:p>
          <a:p>
            <a:pPr rtl="1">
              <a:buSzPct val="85000"/>
            </a:pPr>
            <a:r>
              <a:rPr lang="ar"/>
              <a:t>مكون الدائرة القصيرة.</a:t>
            </a:r>
          </a:p>
          <a:p>
            <a:pPr marL="0" indent="0" rtl="1">
              <a:buNone/>
            </a:pPr>
            <a:endParaRPr lang="en-GB" altLang="en-US" dirty="0"/>
          </a:p>
          <a:p>
            <a:pPr marL="0" indent="0" rtl="1">
              <a:buNone/>
            </a:pPr>
            <a:endParaRPr lang="en-GB" alt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E712ED0-AAEC-4552-4268-B2BD5F3115B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000" b="0" i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5330704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17143"/>
            <a:ext cx="8229600" cy="77169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40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هدف التعلم (د) (2)</a:t>
            </a:r>
            <a:endParaRPr lang="en-GB" altLang="en-US" sz="34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210DF28-8722-C7FC-DE59-17FD0FD167D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1699" y="2204864"/>
            <a:ext cx="8648773" cy="37444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الجزء 1</a:t>
            </a:r>
          </a:p>
          <a:p>
            <a:pPr marL="0"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على المتعلمين تحليل تقرير العميل للحصول على أدلة لتشخيص العطل المحتمل. </a:t>
            </a:r>
          </a:p>
          <a:p>
            <a:pPr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حيث يجب عليهم وضع خطة اختبار تتضمن: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طرق اكتشاف الأعطال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أدوات القياس.</a:t>
            </a:r>
          </a:p>
          <a:p>
            <a:pPr lvl="1"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النتائج المتوقعة</a:t>
            </a:r>
          </a:p>
          <a:p>
            <a:pPr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عليهم تنفيذ خطة الاختبار بأمان لتحديد العطل.</a:t>
            </a:r>
          </a:p>
          <a:p>
            <a:pPr rtl="1"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التحقق من العطل.</a:t>
            </a:r>
          </a:p>
          <a:p>
            <a:pPr marL="0"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9773210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286" y="1340768"/>
            <a:ext cx="8229600" cy="77169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40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هدف التعلم (د) (3)</a:t>
            </a:r>
            <a:endParaRPr lang="en-GB" altLang="en-US" sz="34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210DF28-8722-C7FC-DE59-17FD0FD167D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1699" y="2204864"/>
            <a:ext cx="8648773" cy="36724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الجزء 2</a:t>
            </a:r>
          </a:p>
          <a:p>
            <a:pPr marL="0" indent="0" rtl="1"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بمجرد أن يحدد المتعلم العطل. </a:t>
            </a:r>
          </a:p>
          <a:p>
            <a:pPr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عليه وضع خطة اختبار لاستبدال المكون المعطل. على أن تتضمن الخطة ما يلي:</a:t>
            </a:r>
          </a:p>
          <a:p>
            <a:pPr lvl="1"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ممارسات العمل الآمنة</a:t>
            </a:r>
          </a:p>
          <a:p>
            <a:pPr lvl="1"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الأدوات</a:t>
            </a:r>
          </a:p>
          <a:p>
            <a:pPr lvl="1"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الطرق</a:t>
            </a:r>
          </a:p>
          <a:p>
            <a:pPr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استبدال المكون المعيب بأمان.</a:t>
            </a:r>
          </a:p>
          <a:p>
            <a:pPr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تأكيد العمل الصحيح</a:t>
            </a:r>
          </a:p>
          <a:p>
            <a:pPr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إكمال تقرير اكتشاف الأعطال وتصحيحها.</a:t>
            </a:r>
          </a:p>
          <a:p>
            <a:pPr marL="0" indent="0" rtl="1">
              <a:buNone/>
            </a:pPr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5806374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74848" y="1340768"/>
            <a:ext cx="8229600" cy="77169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40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هدف التعلم (د) (4)</a:t>
            </a:r>
            <a:endParaRPr lang="en-GB" altLang="en-US" sz="34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210DF28-8722-C7FC-DE59-17FD0FD167D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47614" y="2420888"/>
            <a:ext cx="8648773" cy="37890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تقرير اكتشاف الأعطال وتصحيحها. يجب أن يتضمن: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تسجيل للفحص البصري واستخدام تقنية واحدة أخرى على الأقل لاكتشاف الأعطال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اختيار المكونات والأدوات والأساليب لنشاط الصيانة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وصف أساليب العمل الآمنة، بما في ذلك المخططات والصور الفوتوغرافية (راجع الشريحة 31).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الاستخدام الآمن لأداتي قياس على الأقل (راجع الشريحة 37) واثنين من أدوات المساعدة في اكتشاف الأعطال.</a:t>
            </a:r>
          </a:p>
          <a:p>
            <a:pPr marL="0" indent="0" rtl="1">
              <a:lnSpc>
                <a:spcPct val="110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10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10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426744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74848" y="1340768"/>
            <a:ext cx="8229600" cy="77169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40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هدف التعلم (د) (5)</a:t>
            </a:r>
            <a:endParaRPr lang="en-GB" altLang="en-US" sz="34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210DF28-8722-C7FC-DE59-17FD0FD167D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47614" y="2593734"/>
            <a:ext cx="8648773" cy="41490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تقرير اكتشاف الأعطال وتصحيحها. يجب أن يتضمن أيضًا:</a:t>
            </a:r>
          </a:p>
          <a:p>
            <a:pPr marL="0" indent="0" rtl="1">
              <a:buNone/>
            </a:pPr>
            <a:endParaRPr lang="en-GB" alt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  <a:buSzPct val="85000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اختيار المكونات والأدوات والأساليب لنشاط اكتشاف الأعطال وتصحيحها.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وصف الإزالة الآمنة للمكون المعطل واستبداله، بما في ذلك المخططات والصور 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الفوتوغرافية </a:t>
            </a:r>
            <a:br>
              <a:rPr lang="ar-EG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(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راجع أعلاه).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الوثائق القياسية لتسجيل النشاط.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سجل مراقبة لتأكيد العمل الآمن</a:t>
            </a:r>
          </a:p>
          <a:p>
            <a:pPr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0884588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AFF27A1B-CCBA-375B-8A71-3E2B4B342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17143"/>
            <a:ext cx="8229600" cy="77169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40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أهداف التعلم (ب) و(ج) و(د)</a:t>
            </a:r>
            <a:endParaRPr lang="en-GB" altLang="en-US" sz="34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210DF28-8722-C7FC-DE59-17FD0FD167D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47614" y="2204864"/>
            <a:ext cx="8284826" cy="45365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pc="20">
                <a:latin typeface="Sakkal Majalla" panose="02000000000000000000" pitchFamily="2" charset="-78"/>
                <a:cs typeface="Sakkal Majalla" panose="02000000000000000000" pitchFamily="2" charset="-78"/>
              </a:rPr>
              <a:t>يخضع اختيار الدائرة التي يفحصها المتعلمون في إطار الواجب 2 (هدفا التعلم (ب) و (ج)) والواجب 3 (هدف التعلم (د)) لتقدير المركز. يجب أن تكون </a:t>
            </a:r>
            <a:r>
              <a:rPr lang="ar" b="1" spc="20">
                <a:latin typeface="Sakkal Majalla" panose="02000000000000000000" pitchFamily="2" charset="-78"/>
                <a:cs typeface="Sakkal Majalla" panose="02000000000000000000" pitchFamily="2" charset="-78"/>
              </a:rPr>
              <a:t>من أنواع مختلفة</a:t>
            </a:r>
            <a:r>
              <a:rPr lang="ar" spc="20">
                <a:latin typeface="Sakkal Majalla" panose="02000000000000000000" pitchFamily="2" charset="-78"/>
                <a:cs typeface="Sakkal Majalla" panose="02000000000000000000" pitchFamily="2" charset="-78"/>
              </a:rPr>
              <a:t>، أي إذا كان </a:t>
            </a:r>
            <a:br>
              <a:rPr lang="ar-EG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الواجب 2 يستهدف دائرة كهربائية، فيجب أن يستهدف الواجب 3 دائرة إلكترونية والعكس صحيح.</a:t>
            </a:r>
          </a:p>
          <a:p>
            <a:pPr marL="0" indent="0" rtl="1">
              <a:lnSpc>
                <a:spcPct val="110000"/>
              </a:lnSpc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ويجب على المقِّيم عند اتخاذ قرار الاختيار التأكد من أن الدوائر توفر للمتعلمين فرصًا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لتلبية جميع متطلبات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: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محتوى الوحدة.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معايير التقييم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المعلومات الأساسية لقرارات التقييم (EIAD)</a:t>
            </a:r>
          </a:p>
          <a:p>
            <a:pPr rtl="1">
              <a:lnSpc>
                <a:spcPct val="110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10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10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10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3551230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74931-0E97-5F00-6CB3-814AD8A03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شكر وتقدير</a:t>
            </a:r>
            <a:endParaRPr lang="en-GB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E62AE-2E70-41E6-551A-FE2AAB75F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3569" y="2078213"/>
            <a:ext cx="8002750" cy="4024100"/>
          </a:xfrm>
        </p:spPr>
        <p:txBody>
          <a:bodyPr rtlCol="1"/>
          <a:lstStyle/>
          <a:p>
            <a:pPr marL="0" indent="0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الصور</a:t>
            </a:r>
          </a:p>
          <a:p>
            <a:pPr marL="0" indent="0" rtl="1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123RF</a:t>
            </a:r>
            <a:r>
              <a:rPr lang="ar" sz="2000" b="1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: ‏</a:t>
            </a:r>
            <a:r>
              <a:rPr lang="ar" sz="20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Jurgis Mankauskas (الشريحة 10 - اليسار</a:t>
            </a:r>
            <a:r>
              <a:rPr lang="ar" sz="200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)، </a:t>
            </a:r>
            <a:r>
              <a:rPr lang="en-GB" sz="200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00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macor</a:t>
            </a:r>
            <a:r>
              <a:rPr lang="ar" sz="20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(الشريحة 11 - اليمين)، Olga </a:t>
            </a:r>
            <a:r>
              <a:rPr lang="ar" sz="200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Serdyuk </a:t>
            </a:r>
            <a:br>
              <a:rPr lang="ar-EG" sz="200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</a:t>
            </a:r>
            <a:r>
              <a:rPr lang="ar" sz="20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الشريحة 15)، Chalermchai Karasophaا (الشريحة 27)، </a:t>
            </a:r>
            <a:r>
              <a:rPr lang="en-US" sz="20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okssi68</a:t>
            </a:r>
            <a:r>
              <a:rPr lang="ar" sz="20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(الشريحة 29)؛ بيرسون إديوكيشن ليمتد: </a:t>
            </a:r>
            <a:r>
              <a:rPr lang="ar" sz="2000" b="1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0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Pearson Education Ltd</a:t>
            </a:r>
            <a:r>
              <a:rPr lang="ar" sz="2000" b="1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</a:t>
            </a:r>
            <a:r>
              <a:rPr lang="ar" sz="20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(الشرائح 9، اليسار و17)،</a:t>
            </a:r>
            <a:r>
              <a:rPr lang="en" sz="2000" b="1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" sz="20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Oxford Designers &amp; Illustrators Ltd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</a:t>
            </a:r>
            <a:r>
              <a:rPr lang="en" sz="20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الشريحة 9، 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اليمين)؛ </a:t>
            </a:r>
            <a:r>
              <a:rPr lang="ar-EG" sz="2000" spc="30" dirty="0" err="1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Gareth</a:t>
            </a:r>
            <a:r>
              <a:rPr lang="ar-EG" sz="2000" spc="3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spc="30" dirty="0" err="1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Boden</a:t>
            </a:r>
            <a:r>
              <a:rPr lang="ar-EG" sz="2000" spc="3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(الشريحة 10 - اليمين)، </a:t>
            </a:r>
            <a:r>
              <a:rPr lang="ar-EG" sz="2000" spc="30" dirty="0" err="1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Jules</a:t>
            </a:r>
            <a:r>
              <a:rPr lang="ar-EG" sz="2000" spc="3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spc="30" dirty="0" err="1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Selmes</a:t>
            </a:r>
            <a:r>
              <a:rPr lang="ar-EG" sz="2000" spc="3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(الشريحة 11 - اليسار، 35</a:t>
            </a:r>
            <a:r>
              <a:rPr lang="ar-EG" sz="2000" spc="3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)؛ </a:t>
            </a:r>
            <a:r>
              <a:rPr lang="ar-EG" sz="2000" b="1" spc="3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شترستوك:</a:t>
            </a:r>
            <a:r>
              <a:rPr lang="ar-EG" sz="2000" spc="3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</a:t>
            </a:r>
            <a:br>
              <a:rPr lang="en-GB" sz="2000" spc="3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</a:br>
            <a:r>
              <a:rPr lang="ar-EG" sz="2000" spc="3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Kaspri </a:t>
            </a:r>
            <a:r>
              <a:rPr lang="ar-EG" sz="2000" spc="3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(الشريحة 7)، </a:t>
            </a:r>
            <a:r>
              <a:rPr lang="ar-EG" sz="2000" spc="3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TebNad</a:t>
            </a:r>
            <a:r>
              <a:rPr lang="ar-EG" sz="2000" spc="3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8)، Ohmega1982 (الشريحة 12 – أعلى)، </a:t>
            </a:r>
            <a:r>
              <a:rPr lang="ar-EG" sz="2000" spc="3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Miha</a:t>
            </a:r>
            <a:r>
              <a:rPr lang="ar-EG" sz="2000" spc="3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</a:t>
            </a:r>
            <a:r>
              <a:rPr lang="ar-EG" sz="2000" spc="3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Creative</a:t>
            </a:r>
            <a:r>
              <a:rPr lang="ar-EG" sz="2000" spc="3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</a:t>
            </a:r>
            <a:br>
              <a:rPr lang="en-GB" sz="200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</a:br>
            <a:r>
              <a:rPr lang="ar-EG" sz="200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(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الشريحة 12 – أسفل)، </a:t>
            </a:r>
            <a:r>
              <a:rPr lang="en-US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2298962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13)، ACTS_DATA STOCK (الشريحة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14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)، </a:t>
            </a:r>
            <a:r>
              <a:rPr lang="ar-EG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iurii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20)، </a:t>
            </a:r>
            <a:r>
              <a:rPr lang="ar-EG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Blan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-k (الشريحة 21)، </a:t>
            </a:r>
            <a:r>
              <a:rPr lang="en-US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garmoncheg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22)، </a:t>
            </a:r>
            <a:r>
              <a:rPr lang="en-US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Lack-</a:t>
            </a:r>
            <a:r>
              <a:rPr lang="en-US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O'Keen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24)، </a:t>
            </a:r>
            <a:r>
              <a:rPr lang="ar-EG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Bannasak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</a:t>
            </a:r>
            <a:r>
              <a:rPr lang="ar-EG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Krodkeaw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26)، </a:t>
            </a:r>
            <a:r>
              <a:rPr lang="ar-EG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Chatchawal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</a:t>
            </a:r>
            <a:r>
              <a:rPr lang="ar-EG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Phumkaew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28)، </a:t>
            </a:r>
            <a:r>
              <a:rPr lang="ar-EG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iconico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30)، </a:t>
            </a:r>
            <a:r>
              <a:rPr lang="ar-EG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Elnur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34)، EDHAR (الشريحة 36)، </a:t>
            </a:r>
            <a:r>
              <a:rPr lang="ar-EG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Dizfoto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37)، </a:t>
            </a:r>
            <a:r>
              <a:rPr lang="ar-EG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anyaivanova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38)، </a:t>
            </a:r>
            <a:r>
              <a:rPr lang="ar-EG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Texelart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39)، </a:t>
            </a:r>
            <a:r>
              <a:rPr lang="ar-EG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pongsakorn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</a:t>
            </a:r>
            <a:r>
              <a:rPr lang="ar-EG" sz="2000" dirty="0" err="1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chaina</a:t>
            </a:r>
            <a:r>
              <a:rPr lang="ar-EG" sz="20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40).</a:t>
            </a:r>
            <a:endParaRPr lang="ar-EG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dirty="0">
              <a:solidFill>
                <a:srgbClr val="000000"/>
              </a:solidFill>
              <a:latin typeface="Sakkal Majalla" panose="02000000000000000000" pitchFamily="2" charset="-78"/>
              <a:ea typeface="Calibri"/>
              <a:cs typeface="Sakkal Majalla" panose="02000000000000000000" pitchFamily="2" charset="-78"/>
            </a:endParaRPr>
          </a:p>
          <a:p>
            <a:pPr rtl="1"/>
            <a:endParaRPr lang="en-GB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520931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SharedWithUsers xmlns="7012c9df-7563-46f6-96ee-cebd66fd5577">
      <UserInfo>
        <DisplayName/>
        <AccountId xsi:nil="true"/>
        <AccountType/>
      </UserInfo>
    </SharedWithUsers>
    <MediaLengthInSeconds xmlns="f63d1639-2e8e-4dfe-b2d4-ff2deac92409" xsi:nil="true"/>
    <_Flow_SignoffStatus xmlns="f63d1639-2e8e-4dfe-b2d4-ff2deac92409" xsi:nil="true"/>
    <AdditionalInfo xmlns="f63d1639-2e8e-4dfe-b2d4-ff2deac9240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1922DD-4FDE-4AA0-BA75-46EBDBC2A39F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c1bd8dc-4e40-424f-a15f-9ffcd522197f"/>
    <ds:schemaRef ds:uri="6125ffc9-2c56-435e-8267-1393444907b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AC4644A-98C4-4070-846E-168F92125A46}"/>
</file>

<file path=customXml/itemProps3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21915</TotalTime>
  <Words>2767</Words>
  <Application>Microsoft Office PowerPoint</Application>
  <PresentationFormat>On-screen Show (4:3)</PresentationFormat>
  <Paragraphs>441</Paragraphs>
  <Slides>51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51</vt:i4>
      </vt:variant>
    </vt:vector>
  </HeadingPairs>
  <TitlesOfParts>
    <vt:vector size="66" baseType="lpstr">
      <vt:lpstr>Arial</vt:lpstr>
      <vt:lpstr>Calibri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24  تشغيل وصيانة الأنظمة والمكونات  الكهربائية والإلكترونية  </vt:lpstr>
      <vt:lpstr>تشغيل وصيانة الأنظمة والمكونات  الكهربائية والإلكترونية</vt:lpstr>
      <vt:lpstr>تشغيل وصيانة الأنظمة والمكونات  الكهربائية والإلكترونية</vt:lpstr>
      <vt:lpstr>أهداف التعلم</vt:lpstr>
      <vt:lpstr>خطة التقييم</vt:lpstr>
      <vt:lpstr>هدف التعلم (أ)  </vt:lpstr>
      <vt:lpstr>الأنظمة الكهربائية (1)</vt:lpstr>
      <vt:lpstr>الأنظمة الكهربائية (2)</vt:lpstr>
      <vt:lpstr>الأنظمة الكهربائية (3)</vt:lpstr>
      <vt:lpstr>الأنظمة الكهربائية (4)</vt:lpstr>
      <vt:lpstr>الأنظمة الإلكترونية (1)</vt:lpstr>
      <vt:lpstr>الأنظمة الإلكترونية (2)</vt:lpstr>
      <vt:lpstr>مكونات النظام الكهربائي والإلكتروني (1)</vt:lpstr>
      <vt:lpstr>مكونات النظام الكهربائي والإلكتروني (2)</vt:lpstr>
      <vt:lpstr>مكونات النظام الكهربائي والإلكتروني (3)</vt:lpstr>
      <vt:lpstr>تقييم هدف التعلم (أ) (1)</vt:lpstr>
      <vt:lpstr>تقييم هدف التعلم (أ) (2)</vt:lpstr>
      <vt:lpstr>تقييم هدف التعلم (أ) (3)</vt:lpstr>
      <vt:lpstr>هدف التعلم (ب)  </vt:lpstr>
      <vt:lpstr>بيانات النظام الكهربائي والإلكتروني</vt:lpstr>
      <vt:lpstr>بيانات المكون</vt:lpstr>
      <vt:lpstr>تحديد المكونات</vt:lpstr>
      <vt:lpstr>هدف التعلم (ج)  </vt:lpstr>
      <vt:lpstr>السلامة (1)</vt:lpstr>
      <vt:lpstr>السلامة (2)</vt:lpstr>
      <vt:lpstr>السلامة (3)</vt:lpstr>
      <vt:lpstr>مهام الصيانة الروتينية (1)</vt:lpstr>
      <vt:lpstr>مهام الصيانة الروتينية (2)</vt:lpstr>
      <vt:lpstr>مهام الصيانة الروتينية (3)</vt:lpstr>
      <vt:lpstr>مهام الصيانة الروتينية (4)</vt:lpstr>
      <vt:lpstr>تقييم  هدفا التعلم (ب) و(ج) (1)</vt:lpstr>
      <vt:lpstr>تقييم  هدفا التعلم (ب) و(ج) (2)</vt:lpstr>
      <vt:lpstr>هدف التعلم (د)  </vt:lpstr>
      <vt:lpstr>تحديد الأعطال في النظام الكهربائي أو الإلكتروني (1)</vt:lpstr>
      <vt:lpstr>تحديد الأعطال في النظام الكهربائي أو الإلكتروني (2)</vt:lpstr>
      <vt:lpstr>تحديد الأعطال في النظام الكهربائي أو الإلكتروني (3)</vt:lpstr>
      <vt:lpstr>تحديد الأعطال في النظام الكهربائي أو الإلكتروني (3)</vt:lpstr>
      <vt:lpstr>تحديد الأعطال في النظام الكهربائي أو الإلكتروني (4)</vt:lpstr>
      <vt:lpstr>تحديد الأعطال في النظام الكهربائي أو الإلكتروني (5)</vt:lpstr>
      <vt:lpstr>تحديد الأعطال في النظام الكهربائي أو الإلكتروني (6)</vt:lpstr>
      <vt:lpstr>تحديد الأعطال في النظام الكهربائي أو الإلكتروني (7)</vt:lpstr>
      <vt:lpstr>تصحيح الأعطال (1)</vt:lpstr>
      <vt:lpstr>تصحيح الأعطال (2)</vt:lpstr>
      <vt:lpstr>تصحيح الأعطال (3)</vt:lpstr>
      <vt:lpstr>تقييم هدف التعلم (د) (1)</vt:lpstr>
      <vt:lpstr>تقييم هدف التعلم (د) (2)</vt:lpstr>
      <vt:lpstr>تقييم هدف التعلم (د) (3)</vt:lpstr>
      <vt:lpstr>تقييم هدف التعلم (د) (4)</vt:lpstr>
      <vt:lpstr>تقييم هدف التعلم (د) (5)</vt:lpstr>
      <vt:lpstr>تقييم أهداف التعلم (ب) و(ج) و(د)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323</cp:revision>
  <dcterms:created xsi:type="dcterms:W3CDTF">2020-07-15T07:14:47Z</dcterms:created>
  <dcterms:modified xsi:type="dcterms:W3CDTF">2024-01-17T08:38:14Z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Order">
    <vt:r8>14357900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MediaServiceImageTags">
    <vt:lpwstr/>
  </property>
</Properties>
</file>